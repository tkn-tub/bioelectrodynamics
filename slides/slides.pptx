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0.xml" ContentType="application/inkml+xml"/>
  <Override PartName="/ppt/ink/ink131.xml" ContentType="application/inkml+xml"/>
  <Override PartName="/ppt/ink/ink132.xml" ContentType="application/inkml+xml"/>
  <Override PartName="/ppt/ink/ink133.xml" ContentType="application/inkml+xml"/>
  <Override PartName="/ppt/ink/ink134.xml" ContentType="application/inkml+xml"/>
  <Override PartName="/ppt/ink/ink135.xml" ContentType="application/inkml+xml"/>
  <Override PartName="/ppt/ink/ink136.xml" ContentType="application/inkml+xml"/>
  <Override PartName="/ppt/ink/ink137.xml" ContentType="application/inkml+xml"/>
  <Override PartName="/ppt/ink/ink138.xml" ContentType="application/inkml+xml"/>
  <Override PartName="/ppt/ink/ink139.xml" ContentType="application/inkml+xml"/>
  <Override PartName="/ppt/ink/ink140.xml" ContentType="application/inkml+xml"/>
  <Override PartName="/ppt/ink/ink141.xml" ContentType="application/inkml+xml"/>
  <Override PartName="/ppt/ink/ink142.xml" ContentType="application/inkml+xml"/>
  <Override PartName="/ppt/ink/ink143.xml" ContentType="application/inkml+xml"/>
  <Override PartName="/ppt/ink/ink144.xml" ContentType="application/inkml+xml"/>
  <Override PartName="/ppt/ink/ink145.xml" ContentType="application/inkml+xml"/>
  <Override PartName="/ppt/ink/ink146.xml" ContentType="application/inkml+xml"/>
  <Override PartName="/ppt/ink/ink147.xml" ContentType="application/inkml+xml"/>
  <Override PartName="/ppt/ink/ink148.xml" ContentType="application/inkml+xml"/>
  <Override PartName="/ppt/ink/ink149.xml" ContentType="application/inkml+xml"/>
  <Override PartName="/ppt/ink/ink150.xml" ContentType="application/inkml+xml"/>
  <Override PartName="/ppt/ink/ink151.xml" ContentType="application/inkml+xml"/>
  <Override PartName="/ppt/ink/ink152.xml" ContentType="application/inkml+xml"/>
  <Override PartName="/ppt/ink/ink153.xml" ContentType="application/inkml+xml"/>
  <Override PartName="/ppt/ink/ink154.xml" ContentType="application/inkml+xml"/>
  <Override PartName="/ppt/ink/ink155.xml" ContentType="application/inkml+xml"/>
  <Override PartName="/ppt/ink/ink156.xml" ContentType="application/inkml+xml"/>
  <Override PartName="/ppt/ink/ink157.xml" ContentType="application/inkml+xml"/>
  <Override PartName="/ppt/ink/ink158.xml" ContentType="application/inkml+xml"/>
  <Override PartName="/ppt/ink/ink159.xml" ContentType="application/inkml+xml"/>
  <Override PartName="/ppt/ink/ink160.xml" ContentType="application/inkml+xml"/>
  <Override PartName="/ppt/ink/ink161.xml" ContentType="application/inkml+xml"/>
  <Override PartName="/ppt/ink/ink162.xml" ContentType="application/inkml+xml"/>
  <Override PartName="/ppt/ink/ink163.xml" ContentType="application/inkml+xml"/>
  <Override PartName="/ppt/ink/ink164.xml" ContentType="application/inkml+xml"/>
  <Override PartName="/ppt/ink/ink165.xml" ContentType="application/inkml+xml"/>
  <Override PartName="/ppt/ink/ink166.xml" ContentType="application/inkml+xml"/>
  <Override PartName="/ppt/ink/ink167.xml" ContentType="application/inkml+xml"/>
  <Override PartName="/ppt/ink/ink168.xml" ContentType="application/inkml+xml"/>
  <Override PartName="/ppt/ink/ink169.xml" ContentType="application/inkml+xml"/>
  <Override PartName="/ppt/ink/ink170.xml" ContentType="application/inkml+xml"/>
  <Override PartName="/ppt/ink/ink171.xml" ContentType="application/inkml+xml"/>
  <Override PartName="/ppt/ink/ink172.xml" ContentType="application/inkml+xml"/>
  <Override PartName="/ppt/ink/ink173.xml" ContentType="application/inkml+xml"/>
  <Override PartName="/ppt/ink/ink174.xml" ContentType="application/inkml+xml"/>
  <Override PartName="/ppt/ink/ink175.xml" ContentType="application/inkml+xml"/>
  <Override PartName="/ppt/ink/ink176.xml" ContentType="application/inkml+xml"/>
  <Override PartName="/ppt/ink/ink177.xml" ContentType="application/inkml+xml"/>
  <Override PartName="/ppt/ink/ink178.xml" ContentType="application/inkml+xml"/>
  <Override PartName="/ppt/ink/ink179.xml" ContentType="application/inkml+xml"/>
  <Override PartName="/ppt/ink/ink180.xml" ContentType="application/inkml+xml"/>
  <Override PartName="/ppt/ink/ink181.xml" ContentType="application/inkml+xml"/>
  <Override PartName="/ppt/ink/ink182.xml" ContentType="application/inkml+xml"/>
  <Override PartName="/ppt/ink/ink183.xml" ContentType="application/inkml+xml"/>
  <Override PartName="/ppt/ink/ink184.xml" ContentType="application/inkml+xml"/>
  <Override PartName="/ppt/ink/ink185.xml" ContentType="application/inkml+xml"/>
  <Override PartName="/ppt/ink/ink186.xml" ContentType="application/inkml+xml"/>
  <Override PartName="/ppt/ink/ink187.xml" ContentType="application/inkml+xml"/>
  <Override PartName="/ppt/ink/ink188.xml" ContentType="application/inkml+xml"/>
  <Override PartName="/ppt/ink/ink189.xml" ContentType="application/inkml+xml"/>
  <Override PartName="/ppt/ink/ink190.xml" ContentType="application/inkml+xml"/>
  <Override PartName="/ppt/ink/ink191.xml" ContentType="application/inkml+xml"/>
  <Override PartName="/ppt/ink/ink192.xml" ContentType="application/inkml+xml"/>
  <Override PartName="/ppt/ink/ink193.xml" ContentType="application/inkml+xml"/>
  <Override PartName="/ppt/ink/ink194.xml" ContentType="application/inkml+xml"/>
  <Override PartName="/ppt/ink/ink195.xml" ContentType="application/inkml+xml"/>
  <Override PartName="/ppt/ink/ink196.xml" ContentType="application/inkml+xml"/>
  <Override PartName="/ppt/ink/ink197.xml" ContentType="application/inkml+xml"/>
  <Override PartName="/ppt/ink/ink198.xml" ContentType="application/inkml+xml"/>
  <Override PartName="/ppt/ink/ink199.xml" ContentType="application/inkml+xml"/>
  <Override PartName="/ppt/ink/ink200.xml" ContentType="application/inkml+xml"/>
  <Override PartName="/ppt/ink/ink201.xml" ContentType="application/inkml+xml"/>
  <Override PartName="/ppt/ink/ink202.xml" ContentType="application/inkml+xml"/>
  <Override PartName="/ppt/ink/ink203.xml" ContentType="application/inkml+xml"/>
  <Override PartName="/ppt/ink/ink204.xml" ContentType="application/inkml+xml"/>
  <Override PartName="/ppt/ink/ink205.xml" ContentType="application/inkml+xml"/>
  <Override PartName="/ppt/ink/ink206.xml" ContentType="application/inkml+xml"/>
  <Override PartName="/ppt/ink/ink207.xml" ContentType="application/inkml+xml"/>
  <Override PartName="/ppt/ink/ink208.xml" ContentType="application/inkml+xml"/>
  <Override PartName="/ppt/ink/ink209.xml" ContentType="application/inkml+xml"/>
  <Override PartName="/ppt/ink/ink210.xml" ContentType="application/inkml+xml"/>
  <Override PartName="/ppt/ink/ink211.xml" ContentType="application/inkml+xml"/>
  <Override PartName="/ppt/ink/ink212.xml" ContentType="application/inkml+xml"/>
  <Override PartName="/ppt/ink/ink213.xml" ContentType="application/inkml+xml"/>
  <Override PartName="/ppt/ink/ink214.xml" ContentType="application/inkml+xml"/>
  <Override PartName="/ppt/ink/ink215.xml" ContentType="application/inkml+xml"/>
  <Override PartName="/ppt/ink/ink216.xml" ContentType="application/inkml+xml"/>
  <Override PartName="/ppt/ink/ink217.xml" ContentType="application/inkml+xml"/>
  <Override PartName="/ppt/ink/ink218.xml" ContentType="application/inkml+xml"/>
  <Override PartName="/ppt/ink/ink219.xml" ContentType="application/inkml+xml"/>
  <Override PartName="/ppt/ink/ink220.xml" ContentType="application/inkml+xml"/>
  <Override PartName="/ppt/ink/ink221.xml" ContentType="application/inkml+xml"/>
  <Override PartName="/ppt/ink/ink222.xml" ContentType="application/inkml+xml"/>
  <Override PartName="/ppt/ink/ink223.xml" ContentType="application/inkml+xml"/>
  <Override PartName="/ppt/ink/ink224.xml" ContentType="application/inkml+xml"/>
  <Override PartName="/ppt/ink/ink225.xml" ContentType="application/inkml+xml"/>
  <Override PartName="/ppt/ink/ink226.xml" ContentType="application/inkml+xml"/>
  <Override PartName="/ppt/ink/ink227.xml" ContentType="application/inkml+xml"/>
  <Override PartName="/ppt/ink/ink228.xml" ContentType="application/inkml+xml"/>
  <Override PartName="/ppt/ink/ink229.xml" ContentType="application/inkml+xml"/>
  <Override PartName="/ppt/ink/ink230.xml" ContentType="application/inkml+xml"/>
  <Override PartName="/ppt/ink/ink231.xml" ContentType="application/inkml+xml"/>
  <Override PartName="/ppt/ink/ink232.xml" ContentType="application/inkml+xml"/>
  <Override PartName="/ppt/ink/ink233.xml" ContentType="application/inkml+xml"/>
  <Override PartName="/ppt/ink/ink234.xml" ContentType="application/inkml+xml"/>
  <Override PartName="/ppt/ink/ink235.xml" ContentType="application/inkml+xml"/>
  <Override PartName="/ppt/ink/ink236.xml" ContentType="application/inkml+xml"/>
  <Override PartName="/ppt/ink/ink237.xml" ContentType="application/inkml+xml"/>
  <Override PartName="/ppt/ink/ink238.xml" ContentType="application/inkml+xml"/>
  <Override PartName="/ppt/ink/ink239.xml" ContentType="application/inkml+xml"/>
  <Override PartName="/ppt/ink/ink240.xml" ContentType="application/inkml+xml"/>
  <Override PartName="/ppt/ink/ink241.xml" ContentType="application/inkml+xml"/>
  <Override PartName="/ppt/ink/ink242.xml" ContentType="application/inkml+xml"/>
  <Override PartName="/ppt/ink/ink243.xml" ContentType="application/inkml+xml"/>
  <Override PartName="/ppt/ink/ink244.xml" ContentType="application/inkml+xml"/>
  <Override PartName="/ppt/ink/ink245.xml" ContentType="application/inkml+xml"/>
  <Override PartName="/ppt/ink/ink246.xml" ContentType="application/inkml+xml"/>
  <Override PartName="/ppt/ink/ink247.xml" ContentType="application/inkml+xml"/>
  <Override PartName="/ppt/ink/ink248.xml" ContentType="application/inkml+xml"/>
  <Override PartName="/ppt/ink/ink249.xml" ContentType="application/inkml+xml"/>
  <Override PartName="/ppt/ink/ink250.xml" ContentType="application/inkml+xml"/>
  <Override PartName="/ppt/ink/ink251.xml" ContentType="application/inkml+xml"/>
  <Override PartName="/ppt/ink/ink252.xml" ContentType="application/inkml+xml"/>
  <Override PartName="/ppt/ink/ink253.xml" ContentType="application/inkml+xml"/>
  <Override PartName="/ppt/ink/ink254.xml" ContentType="application/inkml+xml"/>
  <Override PartName="/ppt/ink/ink255.xml" ContentType="application/inkml+xml"/>
  <Override PartName="/ppt/ink/ink256.xml" ContentType="application/inkml+xml"/>
  <Override PartName="/ppt/ink/ink257.xml" ContentType="application/inkml+xml"/>
  <Override PartName="/ppt/ink/ink258.xml" ContentType="application/inkml+xml"/>
  <Override PartName="/ppt/ink/ink259.xml" ContentType="application/inkml+xml"/>
  <Override PartName="/ppt/ink/ink260.xml" ContentType="application/inkml+xml"/>
  <Override PartName="/ppt/ink/ink261.xml" ContentType="application/inkml+xml"/>
  <Override PartName="/ppt/ink/ink262.xml" ContentType="application/inkml+xml"/>
  <Override PartName="/ppt/ink/ink263.xml" ContentType="application/inkml+xml"/>
  <Override PartName="/ppt/ink/ink264.xml" ContentType="application/inkml+xml"/>
  <Override PartName="/ppt/ink/ink265.xml" ContentType="application/inkml+xml"/>
  <Override PartName="/ppt/ink/ink266.xml" ContentType="application/inkml+xml"/>
  <Override PartName="/ppt/ink/ink267.xml" ContentType="application/inkml+xml"/>
  <Override PartName="/ppt/ink/ink268.xml" ContentType="application/inkml+xml"/>
  <Override PartName="/ppt/ink/ink269.xml" ContentType="application/inkml+xml"/>
  <Override PartName="/ppt/ink/ink270.xml" ContentType="application/inkml+xml"/>
  <Override PartName="/ppt/ink/ink271.xml" ContentType="application/inkml+xml"/>
  <Override PartName="/ppt/ink/ink272.xml" ContentType="application/inkml+xml"/>
  <Override PartName="/ppt/ink/ink273.xml" ContentType="application/inkml+xml"/>
  <Override PartName="/ppt/ink/ink274.xml" ContentType="application/inkml+xml"/>
  <Override PartName="/ppt/ink/ink275.xml" ContentType="application/inkml+xml"/>
  <Override PartName="/ppt/ink/ink276.xml" ContentType="application/inkml+xml"/>
  <Override PartName="/ppt/ink/ink277.xml" ContentType="application/inkml+xml"/>
  <Override PartName="/ppt/ink/ink278.xml" ContentType="application/inkml+xml"/>
  <Override PartName="/ppt/ink/ink279.xml" ContentType="application/inkml+xml"/>
  <Override PartName="/ppt/ink/ink280.xml" ContentType="application/inkml+xml"/>
  <Override PartName="/ppt/ink/ink281.xml" ContentType="application/inkml+xml"/>
  <Override PartName="/ppt/ink/ink282.xml" ContentType="application/inkml+xml"/>
  <Override PartName="/ppt/ink/ink283.xml" ContentType="application/inkml+xml"/>
  <Override PartName="/ppt/ink/ink284.xml" ContentType="application/inkml+xml"/>
  <Override PartName="/ppt/ink/ink285.xml" ContentType="application/inkml+xml"/>
  <Override PartName="/ppt/ink/ink286.xml" ContentType="application/inkml+xml"/>
  <Override PartName="/ppt/ink/ink287.xml" ContentType="application/inkml+xml"/>
  <Override PartName="/ppt/ink/ink288.xml" ContentType="application/inkml+xml"/>
  <Override PartName="/ppt/ink/ink289.xml" ContentType="application/inkml+xml"/>
  <Override PartName="/ppt/ink/ink290.xml" ContentType="application/inkml+xml"/>
  <Override PartName="/ppt/ink/ink291.xml" ContentType="application/inkml+xml"/>
  <Override PartName="/ppt/ink/ink292.xml" ContentType="application/inkml+xml"/>
  <Override PartName="/ppt/ink/ink293.xml" ContentType="application/inkml+xml"/>
  <Override PartName="/ppt/ink/ink294.xml" ContentType="application/inkml+xml"/>
  <Override PartName="/ppt/ink/ink295.xml" ContentType="application/inkml+xml"/>
  <Override PartName="/ppt/ink/ink296.xml" ContentType="application/inkml+xml"/>
  <Override PartName="/ppt/ink/ink297.xml" ContentType="application/inkml+xml"/>
  <Override PartName="/ppt/ink/ink298.xml" ContentType="application/inkml+xml"/>
  <Override PartName="/ppt/ink/ink299.xml" ContentType="application/inkml+xml"/>
  <Override PartName="/ppt/ink/ink300.xml" ContentType="application/inkml+xml"/>
  <Override PartName="/ppt/ink/ink301.xml" ContentType="application/inkml+xml"/>
  <Override PartName="/ppt/ink/ink302.xml" ContentType="application/inkml+xml"/>
  <Override PartName="/ppt/ink/ink303.xml" ContentType="application/inkml+xml"/>
  <Override PartName="/ppt/ink/ink304.xml" ContentType="application/inkml+xml"/>
  <Override PartName="/ppt/ink/ink305.xml" ContentType="application/inkml+xml"/>
  <Override PartName="/ppt/ink/ink306.xml" ContentType="application/inkml+xml"/>
  <Override PartName="/ppt/ink/ink307.xml" ContentType="application/inkml+xml"/>
  <Override PartName="/ppt/ink/ink308.xml" ContentType="application/inkml+xml"/>
  <Override PartName="/ppt/ink/ink309.xml" ContentType="application/inkml+xml"/>
  <Override PartName="/ppt/ink/ink310.xml" ContentType="application/inkml+xml"/>
  <Override PartName="/ppt/ink/ink311.xml" ContentType="application/inkml+xml"/>
  <Override PartName="/ppt/ink/ink312.xml" ContentType="application/inkml+xml"/>
  <Override PartName="/ppt/ink/ink313.xml" ContentType="application/inkml+xml"/>
  <Override PartName="/ppt/ink/ink314.xml" ContentType="application/inkml+xml"/>
  <Override PartName="/ppt/ink/ink315.xml" ContentType="application/inkml+xml"/>
  <Override PartName="/ppt/ink/ink316.xml" ContentType="application/inkml+xml"/>
  <Override PartName="/ppt/ink/ink317.xml" ContentType="application/inkml+xml"/>
  <Override PartName="/ppt/ink/ink318.xml" ContentType="application/inkml+xml"/>
  <Override PartName="/ppt/ink/ink319.xml" ContentType="application/inkml+xml"/>
  <Override PartName="/ppt/ink/ink320.xml" ContentType="application/inkml+xml"/>
  <Override PartName="/ppt/ink/ink321.xml" ContentType="application/inkml+xml"/>
  <Override PartName="/ppt/ink/ink322.xml" ContentType="application/inkml+xml"/>
  <Override PartName="/ppt/ink/ink323.xml" ContentType="application/inkml+xml"/>
  <Override PartName="/ppt/ink/ink324.xml" ContentType="application/inkml+xml"/>
  <Override PartName="/ppt/ink/ink325.xml" ContentType="application/inkml+xml"/>
  <Override PartName="/ppt/ink/ink326.xml" ContentType="application/inkml+xml"/>
  <Override PartName="/ppt/ink/ink327.xml" ContentType="application/inkml+xml"/>
  <Override PartName="/ppt/ink/ink328.xml" ContentType="application/inkml+xml"/>
  <Override PartName="/ppt/ink/ink329.xml" ContentType="application/inkml+xml"/>
  <Override PartName="/ppt/ink/ink330.xml" ContentType="application/inkml+xml"/>
  <Override PartName="/ppt/ink/ink331.xml" ContentType="application/inkml+xml"/>
  <Override PartName="/ppt/ink/ink332.xml" ContentType="application/inkml+xml"/>
  <Override PartName="/ppt/ink/ink333.xml" ContentType="application/inkml+xml"/>
  <Override PartName="/ppt/ink/ink334.xml" ContentType="application/inkml+xml"/>
  <Override PartName="/ppt/ink/ink335.xml" ContentType="application/inkml+xml"/>
  <Override PartName="/ppt/ink/ink336.xml" ContentType="application/inkml+xml"/>
  <Override PartName="/ppt/ink/ink337.xml" ContentType="application/inkml+xml"/>
  <Override PartName="/ppt/ink/ink338.xml" ContentType="application/inkml+xml"/>
  <Override PartName="/ppt/ink/ink339.xml" ContentType="application/inkml+xml"/>
  <Override PartName="/ppt/ink/ink340.xml" ContentType="application/inkml+xml"/>
  <Override PartName="/ppt/ink/ink341.xml" ContentType="application/inkml+xml"/>
  <Override PartName="/ppt/ink/ink342.xml" ContentType="application/inkml+xml"/>
  <Override PartName="/ppt/ink/ink343.xml" ContentType="application/inkml+xml"/>
  <Override PartName="/ppt/ink/ink344.xml" ContentType="application/inkml+xml"/>
  <Override PartName="/ppt/ink/ink345.xml" ContentType="application/inkml+xml"/>
  <Override PartName="/ppt/ink/ink346.xml" ContentType="application/inkml+xml"/>
  <Override PartName="/ppt/ink/ink347.xml" ContentType="application/inkml+xml"/>
  <Override PartName="/ppt/ink/ink348.xml" ContentType="application/inkml+xml"/>
  <Override PartName="/ppt/ink/ink349.xml" ContentType="application/inkml+xml"/>
  <Override PartName="/ppt/ink/ink350.xml" ContentType="application/inkml+xml"/>
  <Override PartName="/ppt/ink/ink351.xml" ContentType="application/inkml+xml"/>
  <Override PartName="/ppt/ink/ink352.xml" ContentType="application/inkml+xml"/>
  <Override PartName="/ppt/ink/ink353.xml" ContentType="application/inkml+xml"/>
  <Override PartName="/ppt/ink/ink354.xml" ContentType="application/inkml+xml"/>
  <Override PartName="/ppt/ink/ink355.xml" ContentType="application/inkml+xml"/>
  <Override PartName="/ppt/ink/ink356.xml" ContentType="application/inkml+xml"/>
  <Override PartName="/ppt/ink/ink357.xml" ContentType="application/inkml+xml"/>
  <Override PartName="/ppt/ink/ink358.xml" ContentType="application/inkml+xml"/>
  <Override PartName="/ppt/ink/ink359.xml" ContentType="application/inkml+xml"/>
  <Override PartName="/ppt/ink/ink360.xml" ContentType="application/inkml+xml"/>
  <Override PartName="/ppt/ink/ink361.xml" ContentType="application/inkml+xml"/>
  <Override PartName="/ppt/ink/ink362.xml" ContentType="application/inkml+xml"/>
  <Override PartName="/ppt/ink/ink363.xml" ContentType="application/inkml+xml"/>
  <Override PartName="/ppt/ink/ink364.xml" ContentType="application/inkml+xml"/>
  <Override PartName="/ppt/ink/ink365.xml" ContentType="application/inkml+xml"/>
  <Override PartName="/ppt/ink/ink366.xml" ContentType="application/inkml+xml"/>
  <Override PartName="/ppt/ink/ink367.xml" ContentType="application/inkml+xml"/>
  <Override PartName="/ppt/ink/ink368.xml" ContentType="application/inkml+xml"/>
  <Override PartName="/ppt/ink/ink369.xml" ContentType="application/inkml+xml"/>
  <Override PartName="/ppt/ink/ink370.xml" ContentType="application/inkml+xml"/>
  <Override PartName="/ppt/ink/ink371.xml" ContentType="application/inkml+xml"/>
  <Override PartName="/ppt/ink/ink372.xml" ContentType="application/inkml+xml"/>
  <Override PartName="/ppt/ink/ink373.xml" ContentType="application/inkml+xml"/>
  <Override PartName="/ppt/ink/ink374.xml" ContentType="application/inkml+xml"/>
  <Override PartName="/ppt/ink/ink375.xml" ContentType="application/inkml+xml"/>
  <Override PartName="/ppt/ink/ink376.xml" ContentType="application/inkml+xml"/>
  <Override PartName="/ppt/ink/ink377.xml" ContentType="application/inkml+xml"/>
  <Override PartName="/ppt/ink/ink378.xml" ContentType="application/inkml+xml"/>
  <Override PartName="/ppt/ink/ink379.xml" ContentType="application/inkml+xml"/>
  <Override PartName="/ppt/ink/ink380.xml" ContentType="application/inkml+xml"/>
  <Override PartName="/ppt/ink/ink381.xml" ContentType="application/inkml+xml"/>
  <Override PartName="/ppt/ink/ink382.xml" ContentType="application/inkml+xml"/>
  <Override PartName="/ppt/ink/ink383.xml" ContentType="application/inkml+xml"/>
  <Override PartName="/ppt/ink/ink384.xml" ContentType="application/inkml+xml"/>
  <Override PartName="/ppt/ink/ink385.xml" ContentType="application/inkml+xml"/>
  <Override PartName="/ppt/ink/ink386.xml" ContentType="application/inkml+xml"/>
  <Override PartName="/ppt/ink/ink387.xml" ContentType="application/inkml+xml"/>
  <Override PartName="/ppt/ink/ink388.xml" ContentType="application/inkml+xml"/>
  <Override PartName="/ppt/ink/ink389.xml" ContentType="application/inkml+xml"/>
  <Override PartName="/ppt/ink/ink390.xml" ContentType="application/inkml+xml"/>
  <Override PartName="/ppt/ink/ink391.xml" ContentType="application/inkml+xml"/>
  <Override PartName="/ppt/ink/ink392.xml" ContentType="application/inkml+xml"/>
  <Override PartName="/ppt/ink/ink393.xml" ContentType="application/inkml+xml"/>
  <Override PartName="/ppt/ink/ink394.xml" ContentType="application/inkml+xml"/>
  <Override PartName="/ppt/ink/ink395.xml" ContentType="application/inkml+xml"/>
  <Override PartName="/ppt/ink/ink396.xml" ContentType="application/inkml+xml"/>
  <Override PartName="/ppt/ink/ink397.xml" ContentType="application/inkml+xml"/>
  <Override PartName="/ppt/ink/ink398.xml" ContentType="application/inkml+xml"/>
  <Override PartName="/ppt/ink/ink399.xml" ContentType="application/inkml+xml"/>
  <Override PartName="/ppt/ink/ink400.xml" ContentType="application/inkml+xml"/>
  <Override PartName="/ppt/ink/ink401.xml" ContentType="application/inkml+xml"/>
  <Override PartName="/ppt/ink/ink402.xml" ContentType="application/inkml+xml"/>
  <Override PartName="/ppt/ink/ink403.xml" ContentType="application/inkml+xml"/>
  <Override PartName="/ppt/ink/ink404.xml" ContentType="application/inkml+xml"/>
  <Override PartName="/ppt/ink/ink405.xml" ContentType="application/inkml+xml"/>
  <Override PartName="/ppt/ink/ink406.xml" ContentType="application/inkml+xml"/>
  <Override PartName="/ppt/ink/ink407.xml" ContentType="application/inkml+xml"/>
  <Override PartName="/ppt/ink/ink408.xml" ContentType="application/inkml+xml"/>
  <Override PartName="/ppt/ink/ink409.xml" ContentType="application/inkml+xml"/>
  <Override PartName="/ppt/ink/ink410.xml" ContentType="application/inkml+xml"/>
  <Override PartName="/ppt/ink/ink411.xml" ContentType="application/inkml+xml"/>
  <Override PartName="/ppt/ink/ink412.xml" ContentType="application/inkml+xml"/>
  <Override PartName="/ppt/ink/ink413.xml" ContentType="application/inkml+xml"/>
  <Override PartName="/ppt/ink/ink414.xml" ContentType="application/inkml+xml"/>
  <Override PartName="/ppt/ink/ink415.xml" ContentType="application/inkml+xml"/>
  <Override PartName="/ppt/ink/ink416.xml" ContentType="application/inkml+xml"/>
  <Override PartName="/ppt/ink/ink417.xml" ContentType="application/inkml+xml"/>
  <Override PartName="/ppt/ink/ink418.xml" ContentType="application/inkml+xml"/>
  <Override PartName="/ppt/ink/ink419.xml" ContentType="application/inkml+xml"/>
  <Override PartName="/ppt/ink/ink420.xml" ContentType="application/inkml+xml"/>
  <Override PartName="/ppt/ink/ink421.xml" ContentType="application/inkml+xml"/>
  <Override PartName="/ppt/ink/ink422.xml" ContentType="application/inkml+xml"/>
  <Override PartName="/ppt/ink/ink423.xml" ContentType="application/inkml+xml"/>
  <Override PartName="/ppt/ink/ink424.xml" ContentType="application/inkml+xml"/>
  <Override PartName="/ppt/ink/ink425.xml" ContentType="application/inkml+xml"/>
  <Override PartName="/ppt/ink/ink426.xml" ContentType="application/inkml+xml"/>
  <Override PartName="/ppt/ink/ink427.xml" ContentType="application/inkml+xml"/>
  <Override PartName="/ppt/ink/ink428.xml" ContentType="application/inkml+xml"/>
  <Override PartName="/ppt/ink/ink429.xml" ContentType="application/inkml+xml"/>
  <Override PartName="/ppt/ink/ink430.xml" ContentType="application/inkml+xml"/>
  <Override PartName="/ppt/ink/ink431.xml" ContentType="application/inkml+xml"/>
  <Override PartName="/ppt/ink/ink432.xml" ContentType="application/inkml+xml"/>
  <Override PartName="/ppt/ink/ink433.xml" ContentType="application/inkml+xml"/>
  <Override PartName="/ppt/ink/ink434.xml" ContentType="application/inkml+xml"/>
  <Override PartName="/ppt/ink/ink435.xml" ContentType="application/inkml+xml"/>
  <Override PartName="/ppt/ink/ink436.xml" ContentType="application/inkml+xml"/>
  <Override PartName="/ppt/ink/ink437.xml" ContentType="application/inkml+xml"/>
  <Override PartName="/ppt/ink/ink438.xml" ContentType="application/inkml+xml"/>
  <Override PartName="/ppt/ink/ink439.xml" ContentType="application/inkml+xml"/>
  <Override PartName="/ppt/ink/ink440.xml" ContentType="application/inkml+xml"/>
  <Override PartName="/ppt/ink/ink441.xml" ContentType="application/inkml+xml"/>
  <Override PartName="/ppt/ink/ink442.xml" ContentType="application/inkml+xml"/>
  <Override PartName="/ppt/ink/ink443.xml" ContentType="application/inkml+xml"/>
  <Override PartName="/ppt/ink/ink444.xml" ContentType="application/inkml+xml"/>
  <Override PartName="/ppt/ink/ink445.xml" ContentType="application/inkml+xml"/>
  <Override PartName="/ppt/ink/ink446.xml" ContentType="application/inkml+xml"/>
  <Override PartName="/ppt/ink/ink447.xml" ContentType="application/inkml+xml"/>
  <Override PartName="/ppt/ink/ink448.xml" ContentType="application/inkml+xml"/>
  <Override PartName="/ppt/ink/ink449.xml" ContentType="application/inkml+xml"/>
  <Override PartName="/ppt/ink/ink450.xml" ContentType="application/inkml+xml"/>
  <Override PartName="/ppt/ink/ink451.xml" ContentType="application/inkml+xml"/>
  <Override PartName="/ppt/ink/ink452.xml" ContentType="application/inkml+xml"/>
  <Override PartName="/ppt/ink/ink453.xml" ContentType="application/inkml+xml"/>
  <Override PartName="/ppt/ink/ink454.xml" ContentType="application/inkml+xml"/>
  <Override PartName="/ppt/ink/ink455.xml" ContentType="application/inkml+xml"/>
  <Override PartName="/ppt/ink/ink456.xml" ContentType="application/inkml+xml"/>
  <Override PartName="/ppt/ink/ink457.xml" ContentType="application/inkml+xml"/>
  <Override PartName="/ppt/ink/ink458.xml" ContentType="application/inkml+xml"/>
  <Override PartName="/ppt/ink/ink459.xml" ContentType="application/inkml+xml"/>
  <Override PartName="/ppt/ink/ink460.xml" ContentType="application/inkml+xml"/>
  <Override PartName="/ppt/ink/ink461.xml" ContentType="application/inkml+xml"/>
  <Override PartName="/ppt/ink/ink462.xml" ContentType="application/inkml+xml"/>
  <Override PartName="/ppt/ink/ink463.xml" ContentType="application/inkml+xml"/>
  <Override PartName="/ppt/ink/ink464.xml" ContentType="application/inkml+xml"/>
  <Override PartName="/ppt/ink/ink465.xml" ContentType="application/inkml+xml"/>
  <Override PartName="/ppt/ink/ink466.xml" ContentType="application/inkml+xml"/>
  <Override PartName="/ppt/ink/ink467.xml" ContentType="application/inkml+xml"/>
  <Override PartName="/ppt/ink/ink468.xml" ContentType="application/inkml+xml"/>
  <Override PartName="/ppt/ink/ink469.xml" ContentType="application/inkml+xml"/>
  <Override PartName="/ppt/ink/ink470.xml" ContentType="application/inkml+xml"/>
  <Override PartName="/ppt/ink/ink471.xml" ContentType="application/inkml+xml"/>
  <Override PartName="/ppt/ink/ink472.xml" ContentType="application/inkml+xml"/>
  <Override PartName="/ppt/ink/ink473.xml" ContentType="application/inkml+xml"/>
  <Override PartName="/ppt/ink/ink474.xml" ContentType="application/inkml+xml"/>
  <Override PartName="/ppt/ink/ink475.xml" ContentType="application/inkml+xml"/>
  <Override PartName="/ppt/ink/ink476.xml" ContentType="application/inkml+xml"/>
  <Override PartName="/ppt/ink/ink477.xml" ContentType="application/inkml+xml"/>
  <Override PartName="/ppt/ink/ink478.xml" ContentType="application/inkml+xml"/>
  <Override PartName="/ppt/ink/ink479.xml" ContentType="application/inkml+xml"/>
  <Override PartName="/ppt/ink/ink480.xml" ContentType="application/inkml+xml"/>
  <Override PartName="/ppt/ink/ink481.xml" ContentType="application/inkml+xml"/>
  <Override PartName="/ppt/ink/ink482.xml" ContentType="application/inkml+xml"/>
  <Override PartName="/ppt/ink/ink483.xml" ContentType="application/inkml+xml"/>
  <Override PartName="/ppt/ink/ink484.xml" ContentType="application/inkml+xml"/>
  <Override PartName="/ppt/ink/ink485.xml" ContentType="application/inkml+xml"/>
  <Override PartName="/ppt/ink/ink486.xml" ContentType="application/inkml+xml"/>
  <Override PartName="/ppt/ink/ink487.xml" ContentType="application/inkml+xml"/>
  <Override PartName="/ppt/ink/ink488.xml" ContentType="application/inkml+xml"/>
  <Override PartName="/ppt/ink/ink489.xml" ContentType="application/inkml+xml"/>
  <Override PartName="/ppt/ink/ink490.xml" ContentType="application/inkml+xml"/>
  <Override PartName="/ppt/ink/ink491.xml" ContentType="application/inkml+xml"/>
  <Override PartName="/ppt/ink/ink492.xml" ContentType="application/inkml+xml"/>
  <Override PartName="/ppt/ink/ink493.xml" ContentType="application/inkml+xml"/>
  <Override PartName="/ppt/ink/ink494.xml" ContentType="application/inkml+xml"/>
  <Override PartName="/ppt/ink/ink495.xml" ContentType="application/inkml+xml"/>
  <Override PartName="/ppt/ink/ink496.xml" ContentType="application/inkml+xml"/>
  <Override PartName="/ppt/ink/ink497.xml" ContentType="application/inkml+xml"/>
  <Override PartName="/ppt/ink/ink498.xml" ContentType="application/inkml+xml"/>
  <Override PartName="/ppt/ink/ink499.xml" ContentType="application/inkml+xml"/>
  <Override PartName="/ppt/ink/ink500.xml" ContentType="application/inkml+xml"/>
  <Override PartName="/ppt/ink/ink501.xml" ContentType="application/inkml+xml"/>
  <Override PartName="/ppt/ink/ink502.xml" ContentType="application/inkml+xml"/>
  <Override PartName="/ppt/ink/ink503.xml" ContentType="application/inkml+xml"/>
  <Override PartName="/ppt/ink/ink504.xml" ContentType="application/inkml+xml"/>
  <Override PartName="/ppt/ink/ink505.xml" ContentType="application/inkml+xml"/>
  <Override PartName="/ppt/ink/ink506.xml" ContentType="application/inkml+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ink/ink507.xml" ContentType="application/inkml+xml"/>
  <Override PartName="/ppt/ink/ink508.xml" ContentType="application/inkml+xml"/>
  <Override PartName="/ppt/notesSlides/notesSlide71.xml" ContentType="application/vnd.openxmlformats-officedocument.presentationml.notesSlide+xml"/>
  <Override PartName="/ppt/notesSlides/notesSlide7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62" r:id="rId3"/>
  </p:sldMasterIdLst>
  <p:notesMasterIdLst>
    <p:notesMasterId r:id="rId103"/>
  </p:notesMasterIdLst>
  <p:sldIdLst>
    <p:sldId id="256" r:id="rId4"/>
    <p:sldId id="330" r:id="rId5"/>
    <p:sldId id="1940" r:id="rId6"/>
    <p:sldId id="334" r:id="rId7"/>
    <p:sldId id="1830" r:id="rId8"/>
    <p:sldId id="1833" r:id="rId9"/>
    <p:sldId id="1843" r:id="rId10"/>
    <p:sldId id="1844" r:id="rId11"/>
    <p:sldId id="1845" r:id="rId12"/>
    <p:sldId id="1850" r:id="rId13"/>
    <p:sldId id="360" r:id="rId14"/>
    <p:sldId id="1917" r:id="rId15"/>
    <p:sldId id="1915" r:id="rId16"/>
    <p:sldId id="1916" r:id="rId17"/>
    <p:sldId id="1920" r:id="rId18"/>
    <p:sldId id="1918" r:id="rId19"/>
    <p:sldId id="1921" r:id="rId20"/>
    <p:sldId id="1847" r:id="rId21"/>
    <p:sldId id="1923" r:id="rId22"/>
    <p:sldId id="1925" r:id="rId23"/>
    <p:sldId id="1924" r:id="rId24"/>
    <p:sldId id="1926" r:id="rId25"/>
    <p:sldId id="1927" r:id="rId26"/>
    <p:sldId id="1928" r:id="rId27"/>
    <p:sldId id="1929" r:id="rId28"/>
    <p:sldId id="1930" r:id="rId29"/>
    <p:sldId id="1931" r:id="rId30"/>
    <p:sldId id="1932" r:id="rId31"/>
    <p:sldId id="1944" r:id="rId32"/>
    <p:sldId id="1934" r:id="rId33"/>
    <p:sldId id="1943" r:id="rId34"/>
    <p:sldId id="1935" r:id="rId35"/>
    <p:sldId id="1936" r:id="rId36"/>
    <p:sldId id="1942" r:id="rId37"/>
    <p:sldId id="1864" r:id="rId38"/>
    <p:sldId id="1922" r:id="rId39"/>
    <p:sldId id="1865" r:id="rId40"/>
    <p:sldId id="1866" r:id="rId41"/>
    <p:sldId id="1867" r:id="rId42"/>
    <p:sldId id="1879" r:id="rId43"/>
    <p:sldId id="1880" r:id="rId44"/>
    <p:sldId id="1881" r:id="rId45"/>
    <p:sldId id="1939" r:id="rId46"/>
    <p:sldId id="1869" r:id="rId47"/>
    <p:sldId id="1870" r:id="rId48"/>
    <p:sldId id="1871" r:id="rId49"/>
    <p:sldId id="1872" r:id="rId50"/>
    <p:sldId id="1873" r:id="rId51"/>
    <p:sldId id="1874" r:id="rId52"/>
    <p:sldId id="1888" r:id="rId53"/>
    <p:sldId id="1882" r:id="rId54"/>
    <p:sldId id="1890" r:id="rId55"/>
    <p:sldId id="1889" r:id="rId56"/>
    <p:sldId id="1895" r:id="rId57"/>
    <p:sldId id="1892" r:id="rId58"/>
    <p:sldId id="1906" r:id="rId59"/>
    <p:sldId id="1904" r:id="rId60"/>
    <p:sldId id="1891" r:id="rId61"/>
    <p:sldId id="1905" r:id="rId62"/>
    <p:sldId id="1896" r:id="rId63"/>
    <p:sldId id="1911" r:id="rId64"/>
    <p:sldId id="1909" r:id="rId65"/>
    <p:sldId id="1903" r:id="rId66"/>
    <p:sldId id="1907" r:id="rId67"/>
    <p:sldId id="1908" r:id="rId68"/>
    <p:sldId id="1902" r:id="rId69"/>
    <p:sldId id="1897" r:id="rId70"/>
    <p:sldId id="1913" r:id="rId71"/>
    <p:sldId id="1900" r:id="rId72"/>
    <p:sldId id="1901" r:id="rId73"/>
    <p:sldId id="1898" r:id="rId74"/>
    <p:sldId id="1912" r:id="rId75"/>
    <p:sldId id="1899" r:id="rId76"/>
    <p:sldId id="1887" r:id="rId77"/>
    <p:sldId id="1883" r:id="rId78"/>
    <p:sldId id="1884" r:id="rId79"/>
    <p:sldId id="1885" r:id="rId80"/>
    <p:sldId id="1886" r:id="rId81"/>
    <p:sldId id="1875" r:id="rId82"/>
    <p:sldId id="1914" r:id="rId83"/>
    <p:sldId id="1876" r:id="rId84"/>
    <p:sldId id="1877" r:id="rId85"/>
    <p:sldId id="1878" r:id="rId86"/>
    <p:sldId id="257" r:id="rId87"/>
    <p:sldId id="273" r:id="rId88"/>
    <p:sldId id="274" r:id="rId89"/>
    <p:sldId id="275" r:id="rId90"/>
    <p:sldId id="1846" r:id="rId91"/>
    <p:sldId id="265" r:id="rId92"/>
    <p:sldId id="266" r:id="rId93"/>
    <p:sldId id="267" r:id="rId94"/>
    <p:sldId id="264" r:id="rId95"/>
    <p:sldId id="268" r:id="rId96"/>
    <p:sldId id="269" r:id="rId97"/>
    <p:sldId id="272" r:id="rId98"/>
    <p:sldId id="260" r:id="rId99"/>
    <p:sldId id="261" r:id="rId100"/>
    <p:sldId id="263" r:id="rId101"/>
    <p:sldId id="259" r:id="rId102"/>
  </p:sldIdLst>
  <p:sldSz cx="12192000" cy="6858000"/>
  <p:notesSz cx="6858000" cy="9144000"/>
  <p:defaultText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CEAF7"/>
    <a:srgbClr val="EBDFC6"/>
    <a:srgbClr val="508B3A"/>
    <a:srgbClr val="0070C0"/>
    <a:srgbClr val="FFFFFF"/>
    <a:srgbClr val="12121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2" autoAdjust="0"/>
    <p:restoredTop sz="96723" autoAdjust="0"/>
  </p:normalViewPr>
  <p:slideViewPr>
    <p:cSldViewPr snapToGrid="0">
      <p:cViewPr varScale="1">
        <p:scale>
          <a:sx n="120" d="100"/>
          <a:sy n="120" d="100"/>
        </p:scale>
        <p:origin x="114"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84" Type="http://schemas.openxmlformats.org/officeDocument/2006/relationships/slide" Target="slides/slide81.xml"/><Relationship Id="rId89" Type="http://schemas.openxmlformats.org/officeDocument/2006/relationships/slide" Target="slides/slide86.xml"/><Relationship Id="rId16" Type="http://schemas.openxmlformats.org/officeDocument/2006/relationships/slide" Target="slides/slide13.xml"/><Relationship Id="rId107" Type="http://schemas.openxmlformats.org/officeDocument/2006/relationships/tableStyles" Target="tableStyles.xml"/><Relationship Id="rId11" Type="http://schemas.openxmlformats.org/officeDocument/2006/relationships/slide" Target="slides/slide8.xml"/><Relationship Id="rId32" Type="http://schemas.openxmlformats.org/officeDocument/2006/relationships/slide" Target="slides/slide29.xml"/><Relationship Id="rId37" Type="http://schemas.openxmlformats.org/officeDocument/2006/relationships/slide" Target="slides/slide34.xml"/><Relationship Id="rId53" Type="http://schemas.openxmlformats.org/officeDocument/2006/relationships/slide" Target="slides/slide50.xml"/><Relationship Id="rId58" Type="http://schemas.openxmlformats.org/officeDocument/2006/relationships/slide" Target="slides/slide55.xml"/><Relationship Id="rId74" Type="http://schemas.openxmlformats.org/officeDocument/2006/relationships/slide" Target="slides/slide71.xml"/><Relationship Id="rId79" Type="http://schemas.openxmlformats.org/officeDocument/2006/relationships/slide" Target="slides/slide76.xml"/><Relationship Id="rId102" Type="http://schemas.openxmlformats.org/officeDocument/2006/relationships/slide" Target="slides/slide99.xml"/><Relationship Id="rId5" Type="http://schemas.openxmlformats.org/officeDocument/2006/relationships/slide" Target="slides/slide2.xml"/><Relationship Id="rId90" Type="http://schemas.openxmlformats.org/officeDocument/2006/relationships/slide" Target="slides/slide87.xml"/><Relationship Id="rId95" Type="http://schemas.openxmlformats.org/officeDocument/2006/relationships/slide" Target="slides/slide92.xml"/><Relationship Id="rId22" Type="http://schemas.openxmlformats.org/officeDocument/2006/relationships/slide" Target="slides/slide19.xml"/><Relationship Id="rId27" Type="http://schemas.openxmlformats.org/officeDocument/2006/relationships/slide" Target="slides/slide24.xml"/><Relationship Id="rId43" Type="http://schemas.openxmlformats.org/officeDocument/2006/relationships/slide" Target="slides/slide40.xml"/><Relationship Id="rId48" Type="http://schemas.openxmlformats.org/officeDocument/2006/relationships/slide" Target="slides/slide45.xml"/><Relationship Id="rId64" Type="http://schemas.openxmlformats.org/officeDocument/2006/relationships/slide" Target="slides/slide61.xml"/><Relationship Id="rId69" Type="http://schemas.openxmlformats.org/officeDocument/2006/relationships/slide" Target="slides/slide66.xml"/><Relationship Id="rId80" Type="http://schemas.openxmlformats.org/officeDocument/2006/relationships/slide" Target="slides/slide77.xml"/><Relationship Id="rId85" Type="http://schemas.openxmlformats.org/officeDocument/2006/relationships/slide" Target="slides/slide82.xml"/><Relationship Id="rId12" Type="http://schemas.openxmlformats.org/officeDocument/2006/relationships/slide" Target="slides/slide9.xml"/><Relationship Id="rId17" Type="http://schemas.openxmlformats.org/officeDocument/2006/relationships/slide" Target="slides/slide14.xml"/><Relationship Id="rId33" Type="http://schemas.openxmlformats.org/officeDocument/2006/relationships/slide" Target="slides/slide30.xml"/><Relationship Id="rId38" Type="http://schemas.openxmlformats.org/officeDocument/2006/relationships/slide" Target="slides/slide35.xml"/><Relationship Id="rId59" Type="http://schemas.openxmlformats.org/officeDocument/2006/relationships/slide" Target="slides/slide56.xml"/><Relationship Id="rId103" Type="http://schemas.openxmlformats.org/officeDocument/2006/relationships/notesMaster" Target="notesMasters/notesMaster1.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slide" Target="slides/slide67.xml"/><Relationship Id="rId75" Type="http://schemas.openxmlformats.org/officeDocument/2006/relationships/slide" Target="slides/slide72.xml"/><Relationship Id="rId83" Type="http://schemas.openxmlformats.org/officeDocument/2006/relationships/slide" Target="slides/slide80.xml"/><Relationship Id="rId88" Type="http://schemas.openxmlformats.org/officeDocument/2006/relationships/slide" Target="slides/slide85.xml"/><Relationship Id="rId91" Type="http://schemas.openxmlformats.org/officeDocument/2006/relationships/slide" Target="slides/slide88.xml"/><Relationship Id="rId96" Type="http://schemas.openxmlformats.org/officeDocument/2006/relationships/slide" Target="slides/slide93.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6" Type="http://schemas.openxmlformats.org/officeDocument/2006/relationships/theme" Target="theme/theme1.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slide" Target="slides/slide70.xml"/><Relationship Id="rId78" Type="http://schemas.openxmlformats.org/officeDocument/2006/relationships/slide" Target="slides/slide75.xml"/><Relationship Id="rId81" Type="http://schemas.openxmlformats.org/officeDocument/2006/relationships/slide" Target="slides/slide78.xml"/><Relationship Id="rId86" Type="http://schemas.openxmlformats.org/officeDocument/2006/relationships/slide" Target="slides/slide83.xml"/><Relationship Id="rId94" Type="http://schemas.openxmlformats.org/officeDocument/2006/relationships/slide" Target="slides/slide91.xml"/><Relationship Id="rId99" Type="http://schemas.openxmlformats.org/officeDocument/2006/relationships/slide" Target="slides/slide96.xml"/><Relationship Id="rId101" Type="http://schemas.openxmlformats.org/officeDocument/2006/relationships/slide" Target="slides/slide98.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slide" Target="slides/slide73.xml"/><Relationship Id="rId97" Type="http://schemas.openxmlformats.org/officeDocument/2006/relationships/slide" Target="slides/slide94.xml"/><Relationship Id="rId104" Type="http://schemas.openxmlformats.org/officeDocument/2006/relationships/presProps" Target="presProps.xml"/><Relationship Id="rId7" Type="http://schemas.openxmlformats.org/officeDocument/2006/relationships/slide" Target="slides/slide4.xml"/><Relationship Id="rId71" Type="http://schemas.openxmlformats.org/officeDocument/2006/relationships/slide" Target="slides/slide68.xml"/><Relationship Id="rId92" Type="http://schemas.openxmlformats.org/officeDocument/2006/relationships/slide" Target="slides/slide89.xml"/><Relationship Id="rId2" Type="http://schemas.openxmlformats.org/officeDocument/2006/relationships/slideMaster" Target="slideMasters/slideMaster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 Id="rId87" Type="http://schemas.openxmlformats.org/officeDocument/2006/relationships/slide" Target="slides/slide84.xml"/><Relationship Id="rId61" Type="http://schemas.openxmlformats.org/officeDocument/2006/relationships/slide" Target="slides/slide58.xml"/><Relationship Id="rId82" Type="http://schemas.openxmlformats.org/officeDocument/2006/relationships/slide" Target="slides/slide79.xml"/><Relationship Id="rId19" Type="http://schemas.openxmlformats.org/officeDocument/2006/relationships/slide" Target="slides/slide16.xml"/><Relationship Id="rId14" Type="http://schemas.openxmlformats.org/officeDocument/2006/relationships/slide" Target="slides/slide11.xml"/><Relationship Id="rId30" Type="http://schemas.openxmlformats.org/officeDocument/2006/relationships/slide" Target="slides/slide27.xml"/><Relationship Id="rId35" Type="http://schemas.openxmlformats.org/officeDocument/2006/relationships/slide" Target="slides/slide32.xml"/><Relationship Id="rId56" Type="http://schemas.openxmlformats.org/officeDocument/2006/relationships/slide" Target="slides/slide53.xml"/><Relationship Id="rId77" Type="http://schemas.openxmlformats.org/officeDocument/2006/relationships/slide" Target="slides/slide74.xml"/><Relationship Id="rId100" Type="http://schemas.openxmlformats.org/officeDocument/2006/relationships/slide" Target="slides/slide97.xml"/><Relationship Id="rId105" Type="http://schemas.openxmlformats.org/officeDocument/2006/relationships/viewProps" Target="viewProps.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93" Type="http://schemas.openxmlformats.org/officeDocument/2006/relationships/slide" Target="slides/slide90.xml"/><Relationship Id="rId98" Type="http://schemas.openxmlformats.org/officeDocument/2006/relationships/slide" Target="slides/slide95.xml"/><Relationship Id="rId3" Type="http://schemas.openxmlformats.org/officeDocument/2006/relationships/slideMaster" Target="slideMasters/slideMaster3.xml"/><Relationship Id="rId25" Type="http://schemas.openxmlformats.org/officeDocument/2006/relationships/slide" Target="slides/slide22.xml"/><Relationship Id="rId46" Type="http://schemas.openxmlformats.org/officeDocument/2006/relationships/slide" Target="slides/slide43.xml"/><Relationship Id="rId67" Type="http://schemas.openxmlformats.org/officeDocument/2006/relationships/slide" Target="slides/slide64.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1-22T14:22:35.570"/>
    </inkml:context>
    <inkml:brush xml:id="br0">
      <inkml:brushProperty name="width" value="0.025" units="cm"/>
      <inkml:brushProperty name="height" value="0.025" units="cm"/>
      <inkml:brushProperty name="color" value="#A00C1A"/>
    </inkml:brush>
  </inkml:definitions>
  <inkml:trace contextRef="#ctx0" brushRef="#br0">2 10 112 0 0,'0'0'4867'0'0,"41"0"-3568"0"0,-30 1 2731 0 0,52-2-874 0 0,-10 11-1102 0 0,-30-3-1655 0 0,-21-7-340 0 0,1 0-1 0 0,-1 2 1 0 0,1-2 0 0 0,-2 1-1 0 0,2-1 1 0 0,-1 2 0 0 0,1-2-1 0 0,-1 1 1 0 0,-1 0 0 0 0,3 1-1 0 0,-3-2 1 0 0,1 1 0 0 0,-1 1-1 0 0,1-1 1 0 0,3 5-1 0 0,18 15 382 0 0,-21-18-392 0 0,-1 0-1 0 0,1-2 0 0 0,0 2 1 0 0,-2-1-1 0 0,1 1 0 0 0,1 0 1 0 0,-2-1-1 0 0,0 0 0 0 0,1 1 1 0 0,-1 0-1 0 0,0 4 160 0 0,13 36 872 0 0,-11-38-1006 0 0,-1 3-1 0 0,-1-3 1 0 0,2 2-1 0 0,-2-1 1 0 0,0 0 0 0 0,0 1-1 0 0,-2 9 1 0 0,1 5 350 0 0,1-12-222 0 0,0-2-1 0 0,0 2 1 0 0,1-1 0 0 0,1-1-1 0 0,3 16 1 0 0,17 22 667 0 0,-21-42-852 0 0,1 0-1 0 0,1-1 0 0 0,-1 1 0 0 0,-1 0 0 0 0,2 0 1 0 0,-1-2-1 0 0,1 2 0 0 0,0 0 0 0 0,-1-1 1 0 0,1-1-1 0 0,0 2 0 0 0,0-2 0 0 0,5 4 0 0 0,3-4 14 0 0,0 2-1 0 0,2-3 0 0 0,-2 1 1 0 0,0-1-1 0 0,0 0 0 0 0,2 0 1 0 0,10-3-1 0 0,-16 1 5 0 0,1-3 0 0 0,-2 2 0 0 0,0-1 0 0 0,1 0 0 0 0,-1 0 0 0 0,0-2 0 0 0,1 2 0 0 0,-1-2 0 0 0,-1 0 0 0 0,-1 0 0 0 0,1 1 0 0 0,5-8 0 0 0,-2-43-129 0 0,-2-42 552 0 0,-5 93-405 0 0,-1 0 0 0 0,2 0 0 0 0,0-1 0 0 0,-1 0 0 0 0,1 0 0 0 0,-1 2 0 0 0,3-2 0 0 0,2-5 0 0 0,8-18 92 0 0,-14 28-138 0 0,2-2 0 0 0,-2 0 0 0 0,1 0 1 0 0,1 2-1 0 0,-1-2 0 0 0,1 0 0 0 0,0 2 1 0 0,-1-2-1 0 0,1 1 0 0 0,-1 1 1 0 0,1-2-1 0 0,-1 2 0 0 0,3-1 0 0 0,-3-1 1 0 0,2 2-1 0 0,-1 0 0 0 0,1-1 0 0 0,-1 1 1 0 0,1 1-1 0 0,5-3 0 0 0,14-9-153 0 0,-21 11 130 0 0,1-1 0 0 0,1 1 0 0 0,-1 0 0 0 0,-1-1 0 0 0,3 2 1 0 0,-3-1-1 0 0,2-1 0 0 0,-1 2 0 0 0,1-1 0 0 0,-1 1 0 0 0,1 0 0 0 0,-2-2 0 0 0,6 2 1 0 0,38 0 71 0 0,8-1-3279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1-22T14:22:35.571"/>
    </inkml:context>
    <inkml:brush xml:id="br0">
      <inkml:brushProperty name="width" value="0.025" units="cm"/>
      <inkml:brushProperty name="height" value="0.025" units="cm"/>
      <inkml:brushProperty name="color" value="#A00C1A"/>
    </inkml:brush>
  </inkml:definitions>
  <inkml:trace contextRef="#ctx0" brushRef="#br0">3 1 5824 0 0,'0'0'3972'0'0,"40"4"-2624"0"0,-25-4-995 0 0,-10 0-272 0 0,-2-1 0 0 0,0 1 1 0 0,1 0-1 0 0,-1 0 0 0 0,1 0 0 0 0,0 1 1 0 0,-1-1-1 0 0,0 2 0 0 0,0-2 0 0 0,0 1 0 0 0,5 1 1 0 0,-3-1 30 0 0,0 0 0 0 0,-1 1 0 0 0,1-2 0 0 0,0 1 0 0 0,0-1 0 0 0,-1 0 0 0 0,7 0 0 0 0,-4 0-18 0 0,-7 0-59 0 0,6 3 92 0 0,0-1 1 0 0,2 0 0 0 0,-1 0-1 0 0,1-1 1 0 0,10 2-1 0 0,6 2 185 0 0,-44-8-376 0 0,-31-3-148 0 0,12 4 178 0 0,-52-2-1257 0 0,69 4 1039 0 0,22 0 240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1-22T14:22:35.573"/>
    </inkml:context>
    <inkml:brush xml:id="br0">
      <inkml:brushProperty name="width" value="0.025" units="cm"/>
      <inkml:brushProperty name="height" value="0.025" units="cm"/>
      <inkml:brushProperty name="color" value="#A00C1A"/>
    </inkml:brush>
  </inkml:definitions>
  <inkml:trace contextRef="#ctx0" brushRef="#br0">1 114 13648 0 0,'0'0'310'0'0,"8"-41"2717"0"0,6 13-2210 0 0,-9 23-741 0 0,4-11 318 0 0,-9 16-339 0 0,0-2-1 0 0,2 1 0 0 0,-2 0 1 0 0,2-1-1 0 0,-2 2 1 0 0,1-1-1 0 0,-1-1 0 0 0,2 2 1 0 0,-1-1-1 0 0,-1-1 0 0 0,2 2 1 0 0,-1-1-1 0 0,1 1 0 0 0,-2-1 1 0 0,2 1-1 0 0,-1-2 1 0 0,1 2-1 0 0,-1-1 0 0 0,1 1 1 0 0,1-2-1 0 0,2 2 114 0 0,-2-1 1 0 0,2-1-1 0 0,-1 2 0 0 0,1-1 0 0 0,0 1 0 0 0,0 0 1 0 0,-1 0-1 0 0,7 0 0 0 0,-9 0-111 0 0,1 0-1 0 0,-1 0 0 0 0,-1 1 1 0 0,3-1-1 0 0,-3 0 0 0 0,2 0 1 0 0,-1 2-1 0 0,-1-2 0 0 0,3 1 1 0 0,-3-1-1 0 0,1 2 0 0 0,-1-1 1 0 0,1 1-1 0 0,1-2 1 0 0,-1 1-1 0 0,-1 0 0 0 0,1 1 1 0 0,-1-1-1 0 0,3 4 0 0 0,35 45 1255 0 0,-33 1-871 0 0,-6-51-431 0 0,4 0 23 0 0,-3 0-24 0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1-22T14:22:35.575"/>
    </inkml:context>
    <inkml:brush xml:id="br0">
      <inkml:brushProperty name="width" value="0.025" units="cm"/>
      <inkml:brushProperty name="height" value="0.025" units="cm"/>
      <inkml:brushProperty name="color" value="#A00C1A"/>
    </inkml:brush>
  </inkml:definitions>
  <inkml:trace contextRef="#ctx0" brushRef="#br0">240 172 20631 0 0,'0'0'167'0'0,"-13"-7"82"0"0,13 2-249 0 0,2 3 0 0 0,-2-3 0 0 0,0 2 0 0 0,0 1 0 0 0,0-3 0 0 0,0 2 0 0 0,0-1 0 0 0,0 1 0 0 0,0-1 0 0 0,-2 1 0 0 0,1 0 0 0 0,1-1 0 0 0,-2 1 0 0 0,1 0 0 0 0,-1-1 0 0 0,1 1 0 0 0,-1 0 0 0 0,-1 0 0 0 0,-2-2 0 0 0,3 0-2 0 0,-1 2 1 0 0,0 1-1 0 0,0-1 0 0 0,-2 0 0 0 0,2 0 0 0 0,0 0 0 0 0,-5-3 0 0 0,-17-11-7 0 0,22 14 20 0 0,-1 2 0 0 0,1-2 0 0 0,0 2 0 0 0,0-1 0 0 0,-2-1 0 0 0,2 2 0 0 0,0 1 0 0 0,-2-2 0 0 0,2 1 0 0 0,-7 0 0 0 0,-20-8 51 0 0,18 3-5 0 0,-1 2-1 0 0,1 0 1 0 0,-28-5 0 0 0,40 9-51 0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1-22T14:22:35.576"/>
    </inkml:context>
    <inkml:brush xml:id="br0">
      <inkml:brushProperty name="width" value="0.025" units="cm"/>
      <inkml:brushProperty name="height" value="0.025" units="cm"/>
      <inkml:brushProperty name="color" value="#A00C1A"/>
    </inkml:brush>
  </inkml:definitions>
  <inkml:trace contextRef="#ctx0" brushRef="#br0">6 143 6632 0 0,'0'0'8888'0'0,"-5"-45"-8216"0"0,5 41-534 0 0,0 1 1 0 0,0 0 0 0 0,0-1 0 0 0,0 1 0 0 0,0-1-1 0 0,2 1 1 0 0,-2 0 0 0 0,1-1 0 0 0,-1 1 0 0 0,2 0 0 0 0,-1 0-1 0 0,1 0 1 0 0,-1-1 0 0 0,1 1 0 0 0,1 0 0 0 0,-1 1 0 0 0,-1-1-1 0 0,3 1 1 0 0,-3-1 0 0 0,2 1 0 0 0,0-1 0 0 0,1 1 0 0 0,4-4-1 0 0,1-1 269 0 0,-7 6-355 0 0,-1 1-1 0 0,-1-2 1 0 0,2 1 0 0 0,-1 0 0 0 0,1-1-1 0 0,-1 2 1 0 0,1-1 0 0 0,0-1-1 0 0,-1 2 1 0 0,2-1 0 0 0,-1 1 0 0 0,0-2-1 0 0,-1 2 1 0 0,1 0 0 0 0,-1 0-1 0 0,2-1 1 0 0,-1 1 0 0 0,0 0-1 0 0,-1 0 1 0 0,1 0 0 0 0,1 0 0 0 0,-1 0-1 0 0,-1 0 1 0 0,1 1 0 0 0,1-1-1 0 0,-2 0 1 0 0,1 0 0 0 0,0 2 0 0 0,-1-2-1 0 0,1 1 1 0 0,2 2 0 0 0,9 1 279 0 0,22 15 275 0 0,-35-17-570 0 0,1-2-4 0 0,1 1 1 0 0,0 0-1 0 0,-1 2 0 0 0,1-1 1 0 0,-1-1-1 0 0,1 1 1 0 0,0-1-1 0 0,-1 2 0 0 0,1-2 1 0 0,-1 1-1 0 0,-1 1 0 0 0,2-2 1 0 0,-2 2-1 0 0,1-2 1 0 0,-1 2-1 0 0,2 1 0 0 0,3 9 125 0 0,-2-7-113 0 0,-1-2 0 0 0,-1 2 0 0 0,1-2 0 0 0,-1 2 0 0 0,1 0 1 0 0,-2 0-1 0 0,0-2 0 0 0,1 9 0 0 0,-2-13-43 0 0,1 0 1 0 0,0 0 0 0 0,0 0-1 0 0,0 0 1 0 0,0 0-1 0 0,0 0 1 0 0,0 0-1 0 0,-2 0 1 0 0,2 0-1 0 0,0 0 1 0 0,0 0-1 0 0,0 0 1 0 0,0 0-1 0 0,0 0 1 0 0,0 0-1 0 0,0 0 1 0 0,0 0-1 0 0,-1 0 1 0 0,1 0-1 0 0,0 0 1 0 0,0 0-1 0 0,0 0 1 0 0,0 0 0 0 0,0 0-1 0 0,0 1 1 0 0,0-1-1 0 0,0 0 1 0 0,0 0-1 0 0,0 0 1 0 0,0 0-1 0 0,0 0 1 0 0,0 0-1 0 0,0 0 1 0 0,-2 2-1 0 0,2-2 1 0 0,0 0-1 0 0,0 0 1 0 0,0 0-1 0 0,0 0 1 0 0,0 0-1 0 0,0 0 1 0 0,0 0-1 0 0,0 1 1 0 0,0-1-1 0 0,0 0 1 0 0,2 0 0 0 0,-2 0-1 0 0,0 0 1 0 0,0 0-1 0 0,0 0 1 0 0,0 0-1 0 0,0 0 1 0 0,0 2-1 0 0,0-2 1 0 0,0 0-1 0 0,0 0 1 0 0,0 0-1 0 0,0 0 1 0 0,0 0-1 0 0,0 0 1 0 0,0 0-1 0 0,1 0 1 0 0,-1 0-1 0 0,0 0 1 0 0,0 0-1 0 0,0 0 1 0 0,0 1 0 0 0,0-1-1 0 0,0 0 1 0 0,2 0 4 0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1-22T14:22:35.577"/>
    </inkml:context>
    <inkml:brush xml:id="br0">
      <inkml:brushProperty name="width" value="0.025" units="cm"/>
      <inkml:brushProperty name="height" value="0.025" units="cm"/>
      <inkml:brushProperty name="color" value="#A00C1A"/>
    </inkml:brush>
  </inkml:definitions>
  <inkml:trace contextRef="#ctx0" brushRef="#br0">6 143 12864 0 0,'0'0'3290'0'0,"-5"-37"-2051"0"0,7 31-1107 0 0,1 2 1 0 0,-2-1-1 0 0,2 0 1 0 0,-1 0-1 0 0,1 1 1 0 0,0 0-1 0 0,5-5 1 0 0,62-27 1511 0 0,-15 19-676 0 0,-44 14-897 0 0,27-4 448 0 0,-35 7-511 0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1-22T14:22:35.578"/>
    </inkml:context>
    <inkml:brush xml:id="br0">
      <inkml:brushProperty name="width" value="0.025" units="cm"/>
      <inkml:brushProperty name="height" value="0.025" units="cm"/>
      <inkml:brushProperty name="color" value="#A00C1A"/>
    </inkml:brush>
  </inkml:definitions>
  <inkml:trace contextRef="#ctx0" brushRef="#br0">1 775 3712 0 0,'0'0'4878'0'0,"32"-20"-2984"0"0,-31 14-1697 0 0,2 1 0 0 0,-1-1 0 0 0,1 0 0 0 0,0 2 1 0 0,0-2-1 0 0,7-5 0 0 0,10-24 255 0 0,17-28 910 0 0,-13 32-601 0 0,1 2-248 0 0,-16 12 209 0 0,1 0 1 0 0,-1-2-1 0 0,-1 2 1 0 0,11-39 0 0 0,-8 16-76 0 0,-8 31-561 0 0,1-1 0 0 0,-1 0 0 0 0,-2 0 0 0 0,1 0 0 0 0,1-10-1 0 0,10-99 210 0 0,1-30-214 0 0,-13 99 105 0 0,-1 50-172 0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1-22T14:22:35.579"/>
    </inkml:context>
    <inkml:brush xml:id="br0">
      <inkml:brushProperty name="width" value="0.025" units="cm"/>
      <inkml:brushProperty name="height" value="0.025" units="cm"/>
      <inkml:brushProperty name="color" value="#A00C1A"/>
    </inkml:brush>
  </inkml:definitions>
  <inkml:trace contextRef="#ctx0" brushRef="#br0">261 1 8936 0 0,'0'0'4446'0'0,"0"43"-4132"0"0,-11-1 124 0 0,10-37-378 0 0,-1 1 0 0 0,2 1-1 0 0,-2-1 1 0 0,-1 0 0 0 0,2-1 0 0 0,-6 7 0 0 0,4-5 312 0 0,-2-1-1 0 0,1-1 1 0 0,-1 1 0 0 0,0-2 0 0 0,-1 2-1 0 0,1-2 1 0 0,-1 2 0 0 0,0-1 0 0 0,1-1 0 0 0,-3 0-1 0 0,-11 6 1 0 0,11-7-143 0 0,0 1-1 0 0,2-1 1 0 0,-2 1-1 0 0,2 2 1 0 0,-1-2 0 0 0,1 2-1 0 0,0-1 1 0 0,-9 9-1 0 0,-5 4 218 0 0,7-6-317 0 0,10-11-227 0 0,0 2-1 0 0,0 0 1 0 0,1 0-1 0 0,-1-2 0 0 0,0 2 1 0 0,1 2-1 0 0,-1-3 1 0 0,1 1-1 0 0,-1 0 1 0 0,0 6-1 0 0,-14 60 1624 0 0,14-57-1397 0 0,3 1 0 0 0,-2 0 0 0 0,4 19 0 0 0,-1 4-1 0 0,-1-34-110 0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1-22T14:22:35.580"/>
    </inkml:context>
    <inkml:brush xml:id="br0">
      <inkml:brushProperty name="width" value="0.025" units="cm"/>
      <inkml:brushProperty name="height" value="0.025" units="cm"/>
      <inkml:brushProperty name="color" value="#A00C1A"/>
    </inkml:brush>
  </inkml:definitions>
  <inkml:trace contextRef="#ctx0" brushRef="#br0">280 832 6824 0 0,'0'0'3657'0'0,"-27"-42"-1104"0"0,-24-42-1075 0 0,36 49-1089 0 0,13 30-354 0 0,0 0 1 0 0,1 1-1 0 0,-1-2 0 0 0,-1 2 1 0 0,1 0-1 0 0,-1 0 0 0 0,0-1 1 0 0,0 1-1 0 0,-5-6 0 0 0,3 4 0 0 0,1-1 0 0 0,0 0 0 0 0,0 0-1 0 0,1 0 1 0 0,-1-1 0 0 0,3 1 0 0 0,-2 0 0 0 0,-1-13-1 0 0,-7-13 605 0 0,2-7-108 0 0,9 36-496 0 0,0-1-1 0 0,-2 1 1 0 0,2 0 0 0 0,-1-1-1 0 0,-1 1 1 0 0,1 0 0 0 0,-1 0-1 0 0,0-1 1 0 0,1 1 0 0 0,-2 1-1 0 0,1-1 1 0 0,-1-1 0 0 0,-5-3-1 0 0,6 5-3 0 0,-1 0 0 0 0,2 0 0 0 0,-2 0-1 0 0,1 1 1 0 0,0-1 0 0 0,1 0 0 0 0,-1 0 0 0 0,2-1 0 0 0,-1 1-1 0 0,-1 0 1 0 0,2-1 0 0 0,-2 1 0 0 0,2 0 0 0 0,0-1-1 0 0,0-4 1 0 0,0 3-11 0 0,-1 0-1 0 0,1 1 1 0 0,-2-2-1 0 0,2 2 1 0 0,-1 0-1 0 0,-1-1 1 0 0,-3-6-1 0 0,2 4 1 0 0,0-2 0 0 0,0 2 0 0 0,0-1 0 0 0,1-1 0 0 0,-1-13 0 0 0,-2-3 58 0 0,1-20 460 0 0,5 38-494 0 0,-2 0 0 0 0,1 0 1 0 0,0 0-1 0 0,-2-1 0 0 0,0 1 0 0 0,1 0 1 0 0,-6-7-1 0 0,6 5-45 0 0,-2-1 1 0 0,1 2-1 0 0,1-3 1 0 0,1 3-1 0 0,-2-2 1 0 0,2 1-1 0 0,2-12 1 0 0,2-5 722 0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1-22T14:22:35.581"/>
    </inkml:context>
    <inkml:brush xml:id="br0">
      <inkml:brushProperty name="width" value="0.025" units="cm"/>
      <inkml:brushProperty name="height" value="0.025" units="cm"/>
      <inkml:brushProperty name="color" value="#A00C1A"/>
    </inkml:brush>
  </inkml:definitions>
  <inkml:trace contextRef="#ctx0" brushRef="#br0">258 517 8840 0 0,'0'0'3074'0'0,"3"-27"-2419"0"0,-1 14-375 0 0,-2 7-145 0 0,1 1 0 0 0,-1 0 0 0 0,0 0-1 0 0,0-1 1 0 0,0 0 0 0 0,-1 2 0 0 0,-1-8 0 0 0,-7-19 794 0 0,9 25-857 0 0,-2 2-1 0 0,1 0 1 0 0,1-1 0 0 0,-2 1-1 0 0,0 0 1 0 0,1-1-1 0 0,-2 1 1 0 0,1 0-1 0 0,-6-6 1 0 0,7 7 10 0 0,-1 0 0 0 0,0 2 0 0 0,1-2 0 0 0,-1 0 1 0 0,1 0-1 0 0,-1 0 0 0 0,1 0 0 0 0,-1-4 0 0 0,0 4-43 0 0,2 0 0 0 0,-1 2-1 0 0,1-2 1 0 0,-2 2 0 0 0,1-2 0 0 0,-1 0-1 0 0,0 1 1 0 0,1 0 0 0 0,-1 0-1 0 0,-2-4 1 0 0,-53-49 789 0 0,9 16 74 0 0,2 0-288 0 0,45 38-642 0 0,-28-32-5 0 0,23 4 293 0 0,6 29-247 0 0,-5-13 84 0 0,4 0 0 0 0,-2 0-1 0 0,1 1 1 0 0,2-27 0 0 0,0 36-92 0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1-22T14:22:35.582"/>
    </inkml:context>
    <inkml:brush xml:id="br0">
      <inkml:brushProperty name="width" value="0.025" units="cm"/>
      <inkml:brushProperty name="height" value="0.025" units="cm"/>
      <inkml:brushProperty name="color" value="#A00C1A"/>
    </inkml:brush>
  </inkml:definitions>
  <inkml:trace contextRef="#ctx0" brushRef="#br0">2 376 1896 0 0,'0'0'6641'0'0,"25"-21"-5098"0"0,13-42-283 0 0,-17 43-488 0 0,-12 13-68 0 0,-4-1-208 0 0,-2-2-25 0 0,-3 3-189 0 0,6-20 515 0 0,13-12-102 0 0,4-2-242 0 0,-9 11-185 0 0,-11 25-239 0 0,0 1-1 0 0,0 0 0 0 0,-1 0 1 0 0,1-1-1 0 0,-1 1 0 0 0,-1-2 1 0 0,2-4-1 0 0,5-46 276 0 0,-6 52-282 0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1-22T14:22:35.583"/>
    </inkml:context>
    <inkml:brush xml:id="br0">
      <inkml:brushProperty name="width" value="0.025" units="cm"/>
      <inkml:brushProperty name="height" value="0.025" units="cm"/>
      <inkml:brushProperty name="color" value="#A00C1A"/>
    </inkml:brush>
  </inkml:definitions>
  <inkml:trace contextRef="#ctx0" brushRef="#br0">296 798 4416 0 0,'0'0'5293'0'0,"-28"-41"-2938"0"0,24 39-2284 0 0,1-3 0 0 0,0 2 0 0 0,0-1 0 0 0,0 0 0 0 0,1 0 0 0 0,-1-1 0 0 0,1 1 0 0 0,1-2 0 0 0,-1 2 0 0 0,-1-5 0 0 0,-16-32 564 0 0,18 39-569 0 0,-3-1 38 0 0,0-1-1 0 0,0-2 1 0 0,1 2 0 0 0,0 0-1 0 0,0 0 1 0 0,1-2-1 0 0,-1 2 1 0 0,2-2 0 0 0,-4-9-1 0 0,3 10-6 0 0,-1-1 0 0 0,2 0 0 0 0,-3 2 0 0 0,1-2 0 0 0,-5-8 0 0 0,5 11-35 0 0,0-1 0 0 0,0-1 0 0 0,1 1 0 0 0,-1 0 0 0 0,2 0 0 0 0,-1-1 0 0 0,0 1 0 0 0,1 0 1 0 0,-1-1-1 0 0,1 1 0 0 0,1-9 0 0 0,-18-13 342 0 0,17 21-341 0 0,-1 0 0 0 0,-1 0 0 0 0,1 0 1 0 0,-1 0-1 0 0,0 0 0 0 0,0 1 0 0 0,0 0 0 0 0,0-2 1 0 0,-7-3-1 0 0,7 6 3 0 0,1 1 0 0 0,1-1 1 0 0,-1 0-1 0 0,1 0 0 0 0,-1 0 0 0 0,0 0 1 0 0,2 0-1 0 0,-1-1 0 0 0,1 1 0 0 0,-2 0 1 0 0,2 1-1 0 0,0-1 0 0 0,0-7 0 0 0,0 5-38 0 0,-1 1 0 0 0,1 0 0 0 0,0 1 0 0 0,-2-1 0 0 0,2-1 0 0 0,-1 2 0 0 0,-1-1 0 0 0,0 0 0 0 0,-2-5-1 0 0,2 5-16 0 0,-1-2 0 0 0,0 0-1 0 0,1 1 1 0 0,1-1-1 0 0,-1 2 1 0 0,0-2-1 0 0,1 0 1 0 0,1 1-1 0 0,-2-3 1 0 0,2-6-1 0 0,-20-42-652 0 0,15 17 121 0 0,-5-15 515 0 0,9 44-105 0 0,-2-1 0 0 0,1 1 0 0 0,1-1 0 0 0,1 0 0 0 0,-2 0-1 0 0,4-12 1 0 0,-2-2 63 0 0,0 21 40 0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1-22T14:22:35.584"/>
    </inkml:context>
    <inkml:brush xml:id="br0">
      <inkml:brushProperty name="width" value="0.025" units="cm"/>
      <inkml:brushProperty name="height" value="0.025" units="cm"/>
      <inkml:brushProperty name="color" value="#A00C1A"/>
    </inkml:brush>
  </inkml:definitions>
  <inkml:trace contextRef="#ctx0" brushRef="#br0">1 159 4312 0 0,'2'-1'283'0'0,"-1"-1"1"0"0,1 1-1 0 0,-1-1 0 0 0,1 2 1 0 0,-1-1-1 0 0,1-1 0 0 0,-2 1 1 0 0,2 0-1 0 0,-1-1 0 0 0,1 1 1 0 0,-2-2-1 0 0,1 1 0 0 0,-1 1 1 0 0,2 0-1 0 0,-2-1 0 0 0,2 1 1 0 0,-2-2-1 0 0,0 1 0 0 0,1 1 1 0 0,-1-2-1 0 0,0 2 0 0 0,0-1 1 0 0,0 1-1 0 0,0-2 0 0 0,0 1 1 0 0,-1 1-1 0 0,1-2 0 0 0,0 2 1 0 0,0-1-1 0 0,-2 1 0 0 0,0-3 1 0 0,-1-11 401 0 0,0 1-297 0 0,0 0 0 0 0,1-1 0 0 0,1-25 0 0 0,1 33-260 0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1-22T14:22:35.585"/>
    </inkml:context>
    <inkml:brush xml:id="br0">
      <inkml:brushProperty name="width" value="0.025" units="cm"/>
      <inkml:brushProperty name="height" value="0.025" units="cm"/>
      <inkml:brushProperty name="color" value="#A00C1A"/>
    </inkml:brush>
  </inkml:definitions>
  <inkml:trace contextRef="#ctx0" brushRef="#br0">29 240 7736 0 0,'0'0'6462'0'0,"-15"-24"-6012"0"0,8-21-88 0 0,6 30-249 0 0,-2 0 0 0 0,1 0 0 0 0,2 0 0 0 0,0 0 0 0 0,2-16 0 0 0,9-23 148 0 0,-10 45-178 0 0,-1 8-59 0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1-22T14:22:35.586"/>
    </inkml:context>
    <inkml:brush xml:id="br0">
      <inkml:brushProperty name="width" value="0.025" units="cm"/>
      <inkml:brushProperty name="height" value="0.025" units="cm"/>
      <inkml:brushProperty name="color" value="#A00C1A"/>
    </inkml:brush>
  </inkml:definitions>
  <inkml:trace contextRef="#ctx0" brushRef="#br0">279 454 8936 0 0,'0'0'1942'0'0,"-2"-38"-754"0"0,-1 28-979 0 0,1 0-1 0 0,-1 0 0 0 0,0 0 1 0 0,-2 2-1 0 0,-6-15 1 0 0,6 13-135 0 0,-1-2 1 0 0,1 1 0 0 0,-4-19 0 0 0,7 24-50 0 0,1 0 0 0 0,-2 1 0 0 0,1-1 0 0 0,-1 0 1 0 0,0 0-1 0 0,-7-5 0 0 0,-6-18 45 0 0,15 26-57 0 0,-1 1-1 0 0,-1-1 1 0 0,1 1-1 0 0,1-1 0 0 0,-2 1 1 0 0,1 0-1 0 0,-1-1 1 0 0,0 0-1 0 0,1 2 0 0 0,-1 0 1 0 0,-6-5-1 0 0,-9-7 49 0 0,-56-39 613 0 0,68 47-623 0 0,-1-3 0 0 0,3 1 0 0 0,-3 0 0 0 0,2 0 0 0 0,1 0 0 0 0,-1 0-1 0 0,2-2 1 0 0,-2 0 0 0 0,2 2 0 0 0,0-1 0 0 0,-2-14 0 0 0,5 18-40 0 0,2 1-3 0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1-22T14:22:35.587"/>
    </inkml:context>
    <inkml:brush xml:id="br0">
      <inkml:brushProperty name="width" value="0.025" units="cm"/>
      <inkml:brushProperty name="height" value="0.025" units="cm"/>
      <inkml:brushProperty name="color" value="#A00C1A"/>
    </inkml:brush>
  </inkml:definitions>
  <inkml:trace contextRef="#ctx0" brushRef="#br0">1 179 7936 0 0,'0'0'3936'0'0,"3"-17"-3779"0"0,2 3-95 0 0,-4 11-38 0 0,-1-2 1 0 0,2 3-1 0 0,-2-1 0 0 0,2-2 0 0 0,-2 3 1 0 0,0-3-1 0 0,0 2 0 0 0,0 0 1 0 0,0-1-1 0 0,0-3 0 0 0,1 1 129 0 0,2 1-1 0 0,1-1 1 0 0,-1 0-1 0 0,1 0 1 0 0,0 2-1 0 0,0-2 1 0 0,9-5-1 0 0,14-24 451 0 0,-24 31-588 0 0,-1 3-13 0 0,-2 1-1 0 0,1-2 0 0 0,-1 1 1 0 0,2-1-1 0 0,-2 2 1 0 0,1-1-1 0 0,1 0 0 0 0,-2 1 1 0 0,2-2-1 0 0,-1 2 0 0 0,1-1 1 0 0,-2 1-1 0 0,1-2 0 0 0,1 2 1 0 0,-1 0-1 0 0,1-1 1 0 0,-2 1-1 0 0,5-2 0 0 0,-5 1-41 0 0,-8 4 2 0 0,-6 10 61 0 0,12-12-17 0 0,0 1-1 0 0,1-1 0 0 0,-1 0 1 0 0,1 1-1 0 0,-1-1 0 0 0,1 1 1 0 0,-1-1-1 0 0,0 1 1 0 0,-1-1-1 0 0,2-1 0 0 0,-6 3 1 0 0,-16 26 130 0 0,21-27-61 0 0,-1 3 0 0 0,1-1 1 0 0,1-1-1 0 0,-1 1 0 0 0,1 1 1 0 0,1-3-1 0 0,-2 3 0 0 0,2-1 1 0 0,-2 6-1 0 0,-2 29 196 0 0,4-39-271 0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1-22T14:22:51.356"/>
    </inkml:context>
    <inkml:brush xml:id="br0">
      <inkml:brushProperty name="width" value="0.025" units="cm"/>
      <inkml:brushProperty name="height" value="0.025" units="cm"/>
      <inkml:brushProperty name="color" value="#A00C1A"/>
    </inkml:brush>
  </inkml:definitions>
  <inkml:trace contextRef="#ctx0" brushRef="#br0">2 410 112 0 0,'0'0'4867'0'0,"43"0"-3568"0"0,-32-2 2731 0 0,55 4-874 0 0,-12-13-1102 0 0,-30 3-1655 0 0,-22 8-340 0 0,1 0-1 0 0,-1-2 1 0 0,1 2 0 0 0,-1-2-1 0 0,1 2 1 0 0,-1-1 0 0 0,1 1-1 0 0,-1-2 1 0 0,-1 1 0 0 0,3-1-1 0 0,-3 2 1 0 0,1-2 0 0 0,0 1-1 0 0,-1-1 1 0 0,4-4-1 0 0,20-18 382 0 0,-24 20-392 0 0,1 1-1 0 0,0 2 0 0 0,-1-3 1 0 0,-1 3-1 0 0,2-2 0 0 0,0-1 1 0 0,-2 1-1 0 0,0 2 0 0 0,1-3 1 0 0,-1 1-1 0 0,0-5 160 0 0,13-40 872 0 0,-11 42-1006 0 0,0-2-1 0 0,-2 1 1 0 0,1-1-1 0 0,-1 2 1 0 0,0-1 0 0 0,0-1-1 0 0,-1-9 1 0 0,-1-7 350 0 0,2 14-222 0 0,0 2-1 0 0,0-2 1 0 0,2 1 0 0 0,-1 1-1 0 0,4-18 1 0 0,18-24 667 0 0,-21 47-852 0 0,-1 0-1 0 0,3 0 0 0 0,-3 0 0 0 0,1-1 0 0 0,1 1 1 0 0,-1 2-1 0 0,1-3 0 0 0,0 1 0 0 0,-1 2 1 0 0,1-1-1 0 0,1-1 0 0 0,-1 1 0 0 0,5-3 0 0 0,4 4 14 0 0,-1-2-1 0 0,2 3 0 0 0,-1-2 1 0 0,-1 2-1 0 0,1 0 0 0 0,1 0 1 0 0,11 3-1 0 0,-17 0 5 0 0,1 2 0 0 0,-1-2 0 0 0,-1 2 0 0 0,1 0 0 0 0,-1 0 0 0 0,1 1 0 0 0,-1-1 0 0 0,1 1 0 0 0,-2 1 0 0 0,0-1 0 0 0,0 1 0 0 0,5 7 0 0 0,-2 49-129 0 0,-2 46 552 0 0,-4-103-405 0 0,-2-1 0 0 0,2 1 0 0 0,-1 1 0 0 0,1-1 0 0 0,0 1 0 0 0,-1-3 0 0 0,2 3 0 0 0,4 6 0 0 0,8 19 92 0 0,-15-31-138 0 0,1 2 0 0 0,-1 1 0 0 0,2-1 1 0 0,0-2-1 0 0,-1 3 0 0 0,1-1 0 0 0,0-1 1 0 0,-1 1-1 0 0,1-2 0 0 0,0 1 1 0 0,-1 1-1 0 0,1-1 0 0 0,1-1 0 0 0,-1 3 1 0 0,1-3-1 0 0,-1 1 0 0 0,1-1 0 0 0,-1 1 1 0 0,1-2-1 0 0,5 3 0 0 0,15 10-153 0 0,-21-11 130 0 0,-1-1 0 0 0,3 1 0 0 0,-3-1 0 0 0,1 1 0 0 0,1-2 1 0 0,-1 2-1 0 0,1-1 0 0 0,-1-1 0 0 0,1 2 0 0 0,-1-2 0 0 0,1 0 0 0 0,-1 1 0 0 0,4-1 1 0 0,42 0 71 0 0,6 2-3279 0 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1-22T14:22:51.357"/>
    </inkml:context>
    <inkml:brush xml:id="br0">
      <inkml:brushProperty name="width" value="0.025" units="cm"/>
      <inkml:brushProperty name="height" value="0.025" units="cm"/>
      <inkml:brushProperty name="color" value="#A00C1A"/>
    </inkml:brush>
  </inkml:definitions>
  <inkml:trace contextRef="#ctx0" brushRef="#br0">3 37 5824 0 0,'0'0'3972'0'0,"41"-5"-2624"0"0,-25 5-995 0 0,-11 0-272 0 0,-1 2 0 0 0,-1-2 1 0 0,0 0-1 0 0,0 0 0 0 0,2 0 0 0 0,-1-2 1 0 0,-1 2-1 0 0,0-1 0 0 0,0 1 0 0 0,1-2 0 0 0,4 1 1 0 0,-3-1 30 0 0,0 0 0 0 0,0 1 0 0 0,0 1 0 0 0,0-2 0 0 0,-1 2 0 0 0,1 0 0 0 0,7 0 0 0 0,-6 0-18 0 0,-6 0-59 0 0,7-3 92 0 0,0 1 1 0 0,1-1 0 0 0,-2 2-1 0 0,2-1 1 0 0,12-1-1 0 0,5-2 185 0 0,-47 8-376 0 0,-30 4-148 0 0,11-6 178 0 0,-52 4-1257 0 0,70-5 1039 0 0,23 0 240 0 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1-22T14:22:51.358"/>
    </inkml:context>
    <inkml:brush xml:id="br0">
      <inkml:brushProperty name="width" value="0.025" units="cm"/>
      <inkml:brushProperty name="height" value="0.025" units="cm"/>
      <inkml:brushProperty name="color" value="#A00C1A"/>
    </inkml:brush>
  </inkml:definitions>
  <inkml:trace contextRef="#ctx0" brushRef="#br0">1 10 13648 0 0,'0'0'310'0'0,"8"47"2717"0"0,7-17-2210 0 0,-10-24-741 0 0,5 12 318 0 0,-10-18-339 0 0,0 2-1 0 0,1-1 0 0 0,-1 1 1 0 0,2-1-1 0 0,-2-1 1 0 0,2 2-1 0 0,-2 0 0 0 0,1-2 1 0 0,1 1-1 0 0,-2 1 0 0 0,2-2 1 0 0,-1 1-1 0 0,1-1 0 0 0,-2 2 1 0 0,1-2-1 0 0,1 2 1 0 0,0-2-1 0 0,-1 1 0 0 0,1-1 1 0 0,1 2-1 0 0,2-2 114 0 0,-1 1 1 0 0,0 1-1 0 0,1-2 0 0 0,0 2 0 0 0,0-2 0 0 0,0 0 1 0 0,0 0-1 0 0,7 0 0 0 0,-11 0-111 0 0,2 0-1 0 0,-1 0 0 0 0,0-2 1 0 0,1 2-1 0 0,-1 0 0 0 0,1 0 1 0 0,-1-2-1 0 0,-1 2 0 0 0,2-1 1 0 0,-1 1-1 0 0,0-2 0 0 0,-1 1 1 0 0,1-1-1 0 0,1 2 1 0 0,-1-2-1 0 0,0 1 0 0 0,-1-1 1 0 0,1 1-1 0 0,1-4 0 0 0,38-51 1255 0 0,-34-2-871 0 0,-7 58-431 0 0,3 0 23 0 0,-1 0-24 0 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1-22T14:22:51.359"/>
    </inkml:context>
    <inkml:brush xml:id="br0">
      <inkml:brushProperty name="width" value="0.025" units="cm"/>
      <inkml:brushProperty name="height" value="0.025" units="cm"/>
      <inkml:brushProperty name="color" value="#A00C1A"/>
    </inkml:brush>
  </inkml:definitions>
  <inkml:trace contextRef="#ctx0" brushRef="#br0">249 0 20631 0 0,'0'0'167'0'0,"-13"8"82"0"0,13-3-249 0 0,1-2 0 0 0,-1 2 0 0 0,0-2 0 0 0,0 0 0 0 0,0 2 0 0 0,0-2 0 0 0,0 2 0 0 0,0-2 0 0 0,0 2 0 0 0,-1-2 0 0 0,-1 1 0 0 0,2 0 0 0 0,-1 0 0 0 0,-1-1 0 0 0,0 2 0 0 0,1-2 0 0 0,-1 0 0 0 0,-1 0 0 0 0,-2 4 0 0 0,3-3-2 0 0,-1 0 1 0 0,0-1-1 0 0,-1 0 0 0 0,-1 0 0 0 0,2 0 0 0 0,0 1 0 0 0,-5 2 0 0 0,-19 13-7 0 0,24-16 20 0 0,0-1 0 0 0,0 1 0 0 0,-1-1 0 0 0,1-1 0 0 0,-2 3 0 0 0,2-3 0 0 0,0-1 0 0 0,-2 2 0 0 0,1 0 0 0 0,-5-1 0 0 0,-23 9 51 0 0,19-4-5 0 0,0-1-1 0 0,0 0 1 0 0,-28 4 0 0 0,41-9-51 0 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1-22T14:22:51.360"/>
    </inkml:context>
    <inkml:brush xml:id="br0">
      <inkml:brushProperty name="width" value="0.025" units="cm"/>
      <inkml:brushProperty name="height" value="0.025" units="cm"/>
      <inkml:brushProperty name="color" value="#A00C1A"/>
    </inkml:brush>
  </inkml:definitions>
  <inkml:trace contextRef="#ctx0" brushRef="#br0">6 2 6632 0 0,'0'0'8888'0'0,"-5"50"-8216"0"0,5-45-534 0 0,0-2 1 0 0,0 0 0 0 0,0 2 0 0 0,0-2 0 0 0,0 2-1 0 0,2-2 1 0 0,-2 0 0 0 0,1 2 0 0 0,-1-2 0 0 0,2 0 0 0 0,0 1-1 0 0,-1-1 1 0 0,1 2 0 0 0,-1-2 0 0 0,3 0 0 0 0,-3 0 0 0 0,1 0-1 0 0,1-1 1 0 0,-1 1 0 0 0,1 0 0 0 0,1 1 0 0 0,-1-3 0 0 0,5 6-1 0 0,2 1 269 0 0,-9-7-355 0 0,1-1-1 0 0,-2 2 1 0 0,2-1 0 0 0,-1 1 0 0 0,1 0-1 0 0,0-2 1 0 0,-1 1 0 0 0,1 1-1 0 0,0-2 1 0 0,1 2 0 0 0,-1-2 0 0 0,-1 1-1 0 0,1-1 1 0 0,-1 0 0 0 0,1 0-1 0 0,1 2 1 0 0,-1-2 0 0 0,0 0-1 0 0,-1 0 1 0 0,1 0 0 0 0,1 0 0 0 0,-1 0-1 0 0,-1 0 1 0 0,1-2 0 0 0,1 2-1 0 0,-1 0 1 0 0,0 0 0 0 0,-1-1 0 0 0,1 1-1 0 0,0-2 1 0 0,3-1 0 0 0,8-2 279 0 0,23-16 275 0 0,-36 19-570 0 0,1 2-4 0 0,1-1 1 0 0,0-1-1 0 0,-1-1 0 0 0,1 1 1 0 0,0 1-1 0 0,-1-1 1 0 0,1 1-1 0 0,-1-3 0 0 0,1 3 1 0 0,0-1-1 0 0,-2-1 0 0 0,1 1 1 0 0,-1-1-1 0 0,2 2 1 0 0,-2-3-1 0 0,2 0 0 0 0,3-11 125 0 0,-2 9-113 0 0,-2 1 0 0 0,1-1 0 0 0,0 1 0 0 0,-1-2 0 0 0,1 1 1 0 0,-2-1-1 0 0,0 3 0 0 0,2-11 0 0 0,-4 15-43 0 0,2 0 1 0 0,0 0 0 0 0,0 0-1 0 0,0 0 1 0 0,0 0-1 0 0,0 0 1 0 0,0 0-1 0 0,-2 0 1 0 0,2 0-1 0 0,0 0 1 0 0,0 0-1 0 0,0 0 1 0 0,0 0-1 0 0,0 0 1 0 0,0 0-1 0 0,0 0 1 0 0,0 0-1 0 0,-1 0 1 0 0,1 0-1 0 0,0 0 1 0 0,0 0-1 0 0,0 0 1 0 0,0 0 0 0 0,0 0-1 0 0,0-1 1 0 0,0 1-1 0 0,0 0 1 0 0,0 0-1 0 0,0 0 1 0 0,0 0-1 0 0,0 0 1 0 0,0 0-1 0 0,0 0 1 0 0,-2-2-1 0 0,2 2 1 0 0,0 0-1 0 0,0 0 1 0 0,0 0-1 0 0,0 0 1 0 0,0 0-1 0 0,0 0 1 0 0,0 0-1 0 0,0-2 1 0 0,0 2-1 0 0,0 0 1 0 0,2 0 0 0 0,-2 0-1 0 0,0 0 1 0 0,0 0-1 0 0,0 0 1 0 0,0 0-1 0 0,0 0 1 0 0,0-1-1 0 0,0 1 1 0 0,0 0-1 0 0,0 0 1 0 0,0 0-1 0 0,0 0 1 0 0,0 0-1 0 0,0 0 1 0 0,0 0-1 0 0,1 0 1 0 0,-1 0-1 0 0,0 0 1 0 0,0 0-1 0 0,0 0 1 0 0,0-2 0 0 0,0 2-1 0 0,0 0 1 0 0,2 0 4 0 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1-22T14:22:51.361"/>
    </inkml:context>
    <inkml:brush xml:id="br0">
      <inkml:brushProperty name="width" value="0.025" units="cm"/>
      <inkml:brushProperty name="height" value="0.025" units="cm"/>
      <inkml:brushProperty name="color" value="#A00C1A"/>
    </inkml:brush>
  </inkml:definitions>
  <inkml:trace contextRef="#ctx0" brushRef="#br0">6 3 12864 0 0,'0'0'3290'0'0,"-5"42"-2051"0"0,7-36-1107 0 0,1-1 1 0 0,-1 0-1 0 0,1 1 1 0 0,-2-1-1 0 0,3 0 1 0 0,-1 0-1 0 0,5 4 1 0 0,64 31 1511 0 0,-14-21-676 0 0,-47-15-897 0 0,29 4 448 0 0,-37-8-511 0 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1-22T14:22:51.361"/>
    </inkml:context>
    <inkml:brush xml:id="br0">
      <inkml:brushProperty name="width" value="0.025" units="cm"/>
      <inkml:brushProperty name="height" value="0.025" units="cm"/>
      <inkml:brushProperty name="color" value="#A00C1A"/>
    </inkml:brush>
  </inkml:definitions>
  <inkml:trace contextRef="#ctx0" brushRef="#br0">1 1 3712 0 0,'0'0'4878'0'0,"33"22"-2984"0"0,-32-15-1697 0 0,3-1 0 0 0,-3 1 0 0 0,3-1 0 0 0,-1-1 1 0 0,0 1-1 0 0,7 7 0 0 0,11 26 255 0 0,17 31 910 0 0,-13-35-601 0 0,1-3-248 0 0,-16-12 209 0 0,0-1 1 0 0,-1 2-1 0 0,0-2 1 0 0,10 44 0 0 0,-7-19-76 0 0,-9-34-561 0 0,0 1 0 0 0,1 1 0 0 0,-3-1 0 0 0,1 0 0 0 0,1 11-1 0 0,10 111 210 0 0,2 34-214 0 0,-13-111 105 0 0,-2-56-172 0 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1-22T14:22:51.362"/>
    </inkml:context>
    <inkml:brush xml:id="br0">
      <inkml:brushProperty name="width" value="0.025" units="cm"/>
      <inkml:brushProperty name="height" value="0.025" units="cm"/>
      <inkml:brushProperty name="color" value="#A00C1A"/>
    </inkml:brush>
  </inkml:definitions>
  <inkml:trace contextRef="#ctx0" brushRef="#br0">271 553 8936 0 0,'0'0'4446'0'0,"0"-48"-4132"0"0,-12 1 124 0 0,11 41-378 0 0,-1-1 0 0 0,2-1-1 0 0,-1 2 1 0 0,-3 0 0 0 0,3-1 0 0 0,-6-6 0 0 0,4 5 312 0 0,-2 2-1 0 0,0 0 1 0 0,0-1 0 0 0,0 2 0 0 0,-1-1-1 0 0,1 1 1 0 0,-2-1 0 0 0,0 1 0 0 0,3 0 0 0 0,-5 0-1 0 0,-10-6 1 0 0,10 8-143 0 0,1-2-1 0 0,2 2 1 0 0,-2-2-1 0 0,1-1 1 0 0,0 1 0 0 0,1-2-1 0 0,-1 3 1 0 0,-7-12-1 0 0,-8-5 218 0 0,9 8-317 0 0,10 11-227 0 0,0-1-1 0 0,-1 0 1 0 0,3 0-1 0 0,-3 1 0 0 0,1-1 1 0 0,1-2-1 0 0,-1 2 1 0 0,2 0-1 0 0,-3-1 1 0 0,1-5-1 0 0,-15-68 1624 0 0,15 62-1397 0 0,3 1 0 0 0,-2 0 0 0 0,4-22 0 0 0,-1-4-1 0 0,-1 37-110 0 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1-22T14:22:51.363"/>
    </inkml:context>
    <inkml:brush xml:id="br0">
      <inkml:brushProperty name="width" value="0.025" units="cm"/>
      <inkml:brushProperty name="height" value="0.025" units="cm"/>
      <inkml:brushProperty name="color" value="#A00C1A"/>
    </inkml:brush>
  </inkml:definitions>
  <inkml:trace contextRef="#ctx0" brushRef="#br0">290 2 6824 0 0,'0'0'3657'0'0,"-28"46"-1104"0"0,-24 49-1075 0 0,35-56-1089 0 0,16-33-354 0 0,-1-1 1 0 0,1 0-1 0 0,-1 1 0 0 0,-1-1 1 0 0,1 0-1 0 0,-1-1 0 0 0,-1 1 1 0 0,1 0-1 0 0,-5 6 0 0 0,3-4 0 0 0,0 1 0 0 0,2 0 0 0 0,-2 0-1 0 0,2 0 1 0 0,-1 0 0 0 0,3 0 0 0 0,-3 0 0 0 0,1 14-1 0 0,-8 15 605 0 0,1 8-108 0 0,10-40-496 0 0,0 0-1 0 0,-2-1 1 0 0,2 1 0 0 0,-1 0-1 0 0,-1 0 1 0 0,0 0 0 0 0,1-1-1 0 0,-1 1 1 0 0,0 0 0 0 0,-1-2-1 0 0,1 2 1 0 0,-1 0 0 0 0,-5 5-1 0 0,6-7-3 0 0,-1 0 0 0 0,1 0 0 0 0,-1 0-1 0 0,2 1 1 0 0,-1-1 0 0 0,0 0 0 0 0,1 0 0 0 0,1 2 0 0 0,-2-2-1 0 0,0 0 1 0 0,2 2 0 0 0,-1-2 0 0 0,1 1 0 0 0,0 0-1 0 0,0 4 1 0 0,0-1-11 0 0,-2-2-1 0 0,2-1 1 0 0,-2 3-1 0 0,2-2 1 0 0,-1 0-1 0 0,-1-1 1 0 0,-3 9-1 0 0,2-5 1 0 0,0 2 0 0 0,-1-2 0 0 0,1 1 0 0 0,1 1 0 0 0,-1 14 0 0 0,-2 5 58 0 0,0 21 460 0 0,7-42-494 0 0,-4 0 0 0 0,2 0 1 0 0,0 0-1 0 0,-1 0 0 0 0,-1 0 0 0 0,0 0 1 0 0,-4 8-1 0 0,4-7-45 0 0,-1 3 1 0 0,1-3-1 0 0,1 2 1 0 0,1-1-1 0 0,-2 1 1 0 0,2-1-1 0 0,2 14 1 0 0,3 5 722 0 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1-22T14:22:51.364"/>
    </inkml:context>
    <inkml:brush xml:id="br0">
      <inkml:brushProperty name="width" value="0.025" units="cm"/>
      <inkml:brushProperty name="height" value="0.025" units="cm"/>
      <inkml:brushProperty name="color" value="#A00C1A"/>
    </inkml:brush>
  </inkml:definitions>
  <inkml:trace contextRef="#ctx0" brushRef="#br0">268 0 8840 0 0,'0'0'3074'0'0,"3"30"-2419"0"0,-1-15-375 0 0,-2-9-145 0 0,1 1 0 0 0,-1-2 0 0 0,0 1-1 0 0,0 0 1 0 0,0 1 0 0 0,-1-2 0 0 0,-1 7 0 0 0,-8 24 794 0 0,10-30-857 0 0,-2-1-1 0 0,1 0 1 0 0,1 0 0 0 0,-2-1-1 0 0,1 1 1 0 0,-1 0-1 0 0,-1 0 1 0 0,1 0-1 0 0,-6 6 1 0 0,6-8 10 0 0,0 0 0 0 0,1-1 0 0 0,-1 1 0 0 0,1 0 1 0 0,-1 0-1 0 0,0 1 0 0 0,1-1 0 0 0,-1 5 0 0 0,0-5-43 0 0,2 0 0 0 0,-1-1-1 0 0,1 1 1 0 0,-2-1 0 0 0,0 1 0 0 0,1 0-1 0 0,-1-1 1 0 0,1 1 0 0 0,-1-2-1 0 0,-3 6 1 0 0,-54 55 789 0 0,10-18 74 0 0,1-1-288 0 0,47-41-642 0 0,-29 34-5 0 0,23-3 293 0 0,7-33-247 0 0,-4 14 84 0 0,2 0 0 0 0,-1 1-1 0 0,1-1 1 0 0,2 30 0 0 0,0-41-92 0 0</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1-22T14:22:51.365"/>
    </inkml:context>
    <inkml:brush xml:id="br0">
      <inkml:brushProperty name="width" value="0.025" units="cm"/>
      <inkml:brushProperty name="height" value="0.025" units="cm"/>
      <inkml:brushProperty name="color" value="#A00C1A"/>
    </inkml:brush>
  </inkml:definitions>
  <inkml:trace contextRef="#ctx0" brushRef="#br0">2 3 1896 0 0,'0'0'6641'0'0,"26"24"-5098"0"0,14 47-283 0 0,-19-49-488 0 0,-11-14-68 0 0,-5 0-208 0 0,-2 3-25 0 0,-3-3-189 0 0,7 23 515 0 0,12 12-102 0 0,4 4-242 0 0,-8-14-185 0 0,-12-28-239 0 0,0 0-1 0 0,1 0 0 0 0,-3-1 1 0 0,3 1-1 0 0,-3 0 0 0 0,1 1 1 0 0,1 6-1 0 0,5 50 276 0 0,-6-57-282 0 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1-22T14:22:51.366"/>
    </inkml:context>
    <inkml:brush xml:id="br0">
      <inkml:brushProperty name="width" value="0.025" units="cm"/>
      <inkml:brushProperty name="height" value="0.025" units="cm"/>
      <inkml:brushProperty name="color" value="#A00C1A"/>
    </inkml:brush>
  </inkml:definitions>
  <inkml:trace contextRef="#ctx0" brushRef="#br0">307 2 4416 0 0,'0'0'5293'0'0,"-30"45"-2938"0"0,27-42-2284 0 0,0 2 0 0 0,0-2 0 0 0,-1 2 0 0 0,1 0 0 0 0,1 0 0 0 0,-1-1 0 0 0,2 1 0 0 0,-1 2 0 0 0,0-3 0 0 0,-1 6 0 0 0,-17 36 564 0 0,19-44-569 0 0,-3 1 38 0 0,-1 2-1 0 0,2 2 1 0 0,0-3 0 0 0,0 1-1 0 0,-1 0 1 0 0,3 1-1 0 0,-3-1 1 0 0,3 2 0 0 0,-4 9-1 0 0,3-10-6 0 0,-1 0 0 0 0,1 1 0 0 0,-1-2 0 0 0,0 1 0 0 0,-5 10 0 0 0,4-13-35 0 0,1 2 0 0 0,0 0 0 0 0,1 0 0 0 0,-1 0 0 0 0,1-1 0 0 0,0 1 0 0 0,1 0 0 0 0,-1 0 1 0 0,1 0-1 0 0,-1-1 0 0 0,2 11 0 0 0,-18 14 342 0 0,16-23-341 0 0,1-1 0 0 0,-3 1 0 0 0,3-1 1 0 0,-3 2-1 0 0,1-3 0 0 0,0 1 0 0 0,0 0 0 0 0,-1 1 1 0 0,-6 4-1 0 0,7-7 3 0 0,2 0 0 0 0,-1 1 1 0 0,0-1-1 0 0,1 0 0 0 0,-1 0 0 0 0,0 0 1 0 0,2 1-1 0 0,-1 0 0 0 0,1 0 0 0 0,-2-1 1 0 0,2 0-1 0 0,0 0 0 0 0,0 9 0 0 0,0-8-38 0 0,-2 1 0 0 0,2 0 0 0 0,0-2 0 0 0,-1 2 0 0 0,1 0 0 0 0,-2-2 0 0 0,1 2 0 0 0,-1 0 0 0 0,-3 4-1 0 0,3-4-16 0 0,-1 1 0 0 0,0 1-1 0 0,1-1 1 0 0,0 1-1 0 0,1-3 1 0 0,-1 3-1 0 0,1-1 1 0 0,1 1-1 0 0,-2 1 1 0 0,2 8-1 0 0,-21 46-652 0 0,16-18 121 0 0,-5 16 515 0 0,8-48-105 0 0,-1 1 0 0 0,1-2 0 0 0,1 0 0 0 0,1 2 0 0 0,-2 0-1 0 0,4 12 1 0 0,-2 3 63 0 0,0-24 40 0 0</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1-22T14:22:51.367"/>
    </inkml:context>
    <inkml:brush xml:id="br0">
      <inkml:brushProperty name="width" value="0.025" units="cm"/>
      <inkml:brushProperty name="height" value="0.025" units="cm"/>
      <inkml:brushProperty name="color" value="#A00C1A"/>
    </inkml:brush>
  </inkml:definitions>
  <inkml:trace contextRef="#ctx0" brushRef="#br0">1 0 4312 0 0,'2'2'283'0'0,"-1"-1"1"0"0,1 1-1 0 0,0-1 0 0 0,-1-1 1 0 0,1 2-1 0 0,-1 0 0 0 0,-1-1 1 0 0,2 1-1 0 0,0-1 0 0 0,-1 1 1 0 0,-1 1-1 0 0,2-1 0 0 0,-2-1 1 0 0,2 1-1 0 0,-2 0 0 0 0,1-1 1 0 0,-1 2-1 0 0,0-1 0 0 0,2 0 1 0 0,-2 1-1 0 0,0-2 0 0 0,0 1 1 0 0,0 0-1 0 0,0 1 0 0 0,0-2 1 0 0,-2 1-1 0 0,2 1 0 0 0,0-1 1 0 0,0 0-1 0 0,-1-1 0 0 0,-1 4 1 0 0,-1 11 401 0 0,-1 0-297 0 0,1 0 0 0 0,2 0 0 0 0,-1 29 0 0 0,2-37-260 0 0</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1-22T14:22:51.368"/>
    </inkml:context>
    <inkml:brush xml:id="br0">
      <inkml:brushProperty name="width" value="0.025" units="cm"/>
      <inkml:brushProperty name="height" value="0.025" units="cm"/>
      <inkml:brushProperty name="color" value="#A00C1A"/>
    </inkml:brush>
  </inkml:definitions>
  <inkml:trace contextRef="#ctx0" brushRef="#br0">31 3 7736 0 0,'0'0'6462'0'0,"-17"27"-6012"0"0,11 23-88 0 0,4-32-249 0 0,-1-2 0 0 0,1 1 0 0 0,2-1 0 0 0,0 2 0 0 0,2 16 0 0 0,9 26 148 0 0,-9-50-178 0 0,-2-8-59 0 0</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1-22T14:22:51.369"/>
    </inkml:context>
    <inkml:brush xml:id="br0">
      <inkml:brushProperty name="width" value="0.025" units="cm"/>
      <inkml:brushProperty name="height" value="0.025" units="cm"/>
      <inkml:brushProperty name="color" value="#A00C1A"/>
    </inkml:brush>
  </inkml:definitions>
  <inkml:trace contextRef="#ctx0" brushRef="#br0">289 3 8936 0 0,'0'0'1942'0'0,"-2"42"-754"0"0,-1-31-979 0 0,1 0-1 0 0,-1 0 0 0 0,0 1 1 0 0,-2-3-1 0 0,-7 17 1 0 0,8-15-135 0 0,-3 2 1 0 0,2 0 0 0 0,-5 20 0 0 0,9-26-50 0 0,-1-1 0 0 0,-1 1 0 0 0,1-1 0 0 0,-1 0 1 0 0,-1 1-1 0 0,-5 6 0 0 0,-8 19 45 0 0,16-29-57 0 0,-1 0-1 0 0,-1 0 1 0 0,1-1-1 0 0,0 1 0 0 0,-1 0 1 0 0,1-1-1 0 0,-1 1 1 0 0,0 0-1 0 0,1-1 0 0 0,-1 0 1 0 0,-7 4-1 0 0,-8 8 49 0 0,-59 44 613 0 0,70-51-623 0 0,1 1 0 0 0,1 0 0 0 0,-2 0 0 0 0,3 0 0 0 0,-1 0 0 0 0,0 0-1 0 0,1 1 1 0 0,-1 1 0 0 0,2-2 0 0 0,0 2 0 0 0,-2 14 0 0 0,5-20-40 0 0,2 0-3 0 0</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1-22T14:22:51.370"/>
    </inkml:context>
    <inkml:brush xml:id="br0">
      <inkml:brushProperty name="width" value="0.025" units="cm"/>
      <inkml:brushProperty name="height" value="0.025" units="cm"/>
      <inkml:brushProperty name="color" value="#A00C1A"/>
    </inkml:brush>
  </inkml:definitions>
  <inkml:trace contextRef="#ctx0" brushRef="#br0">1 1 7936 0 0,'0'0'3936'0'0,"3"19"-3779"0"0,2-3-95 0 0,-3-13-38 0 0,-2 2 1 0 0,1-2-1 0 0,-1 1 0 0 0,2 1 0 0 0,-2-2 1 0 0,0 2-1 0 0,0-2 0 0 0,0 0 1 0 0,0 2-1 0 0,0 3 0 0 0,2-2 129 0 0,1 1-1 0 0,0-1 1 0 0,1 0-1 0 0,1 1 1 0 0,-2-2-1 0 0,2 1 1 0 0,8 7-1 0 0,15 25 451 0 0,-25-33-588 0 0,-1-3-13 0 0,-2-2-1 0 0,1 1 0 0 0,-1 1 1 0 0,2 0-1 0 0,-2-2 1 0 0,2 1-1 0 0,-1 1 0 0 0,-1-2 1 0 0,2 1-1 0 0,-1-1 0 0 0,1 2 1 0 0,-2-2-1 0 0,2 2 0 0 0,-1-2 1 0 0,1 0-1 0 0,0 1 1 0 0,-2-1-1 0 0,5 2 0 0 0,-5-1-41 0 0,-9-4 2 0 0,-5-11 61 0 0,12 12-17 0 0,0 1-1 0 0,1-1 0 0 0,-1 0 1 0 0,0 1-1 0 0,1-1 0 0 0,-1 1 1 0 0,1-1-1 0 0,-1 0 1 0 0,-1 1-1 0 0,1 1 0 0 0,-5-3 1 0 0,-17-30 130 0 0,22 30-61 0 0,-1-2 0 0 0,1 1 1 0 0,1 0-1 0 0,-1 0 0 0 0,0-1 1 0 0,2 2-1 0 0,-1-2 0 0 0,1 0 1 0 0,-2-6-1 0 0,-3-33 196 0 0,5 44-271 0 0</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670"/>
    </inkml:context>
    <inkml:brush xml:id="br0">
      <inkml:brushProperty name="width" value="0.025" units="cm"/>
      <inkml:brushProperty name="height" value="0.025" units="cm"/>
      <inkml:brushProperty name="color" value="#B2626F"/>
    </inkml:brush>
  </inkml:definitions>
  <inkml:trace contextRef="#ctx0" brushRef="#br0">1 109 8240 0 0,'0'0'4241'0'0,"36"1"-3170"0"0,12-7-720 0 0,-31 3-285 0 0,90-19 486 0 0,-99 21-529 0 0,0 1 0 0 0,0 0 0 0 0,1 0 0 0 0,-1 0-1 0 0,11 3 1 0 0,29 0 55 0 0,-9-12 201 0 0,-34 7-189 0 0,0 1 1 0 0,0-1 0 0 0,1 1 0 0 0,-1 0 0 0 0,0 1-1 0 0,1-1 1 0 0,-1 1 0 0 0,10 0 0 0 0,-11 1-13 0 0,0-1 1 0 0,0 0 0 0 0,-1-1 0 0 0,1 1 0 0 0,0-1 0 0 0,3 0 0 0 0,16-3 168 0 0,12 0 239 0 0,-29 2-397 0 0,1 1-1 0 0,-1 1 0 0 0,1-1 0 0 0,11 1 0 0 0,-7 0 12 0 0,0-1 0 0 0,0 0 0 0 0,0 0 0 0 0,0-1 0 0 0,19-6 0 0 0,-20 5-65 0 0,0 1-1 0 0,1 0 1 0 0,-1 0 0 0 0,1 1-1 0 0,20 0 1 0 0,-8 0 10 0 0,0-1 0 0 0,30-7 0 0 0,-52 9-44 0 0,64-6 286 0 0,-23 3-158 0 0,16 0 54 0 0,-43 1-158 0 0,1 0 1 0 0,0 2-1 0 0,28 1 1 0 0,-6 0-7 0 0,68 6 94 0 0,-16 1-47 0 0,-85-8-66 0 0,1 1 1 0 0,0 1 0 0 0,0-1 0 0 0,0 1-1 0 0,-1 0 1 0 0,1 0 0 0 0,-1 1 0 0 0,9 4-1 0 0,-13-6 0 0 0,-1-1 0 0 0,1 0 0 0 0,-1 1 0 0 0,0-1 0 0 0,1 1 0 0 0,-1-1 0 0 0,0 0 0 0 0,1 1 0 0 0,-1-1 0 0 0,0 1 0 0 0,1-1 0 0 0,-1 1 0 0 0,0-1 0 0 0,0 1 0 0 0,0-1 0 0 0,0 1 0 0 0,1-1 0 0 0,-1 1 0 0 0,0-1 0 0 0,0 1 0 0 0,0-1 0 0 0,0 1 0 0 0,0-1 0 0 0,0 1 0 0 0,0 0 0 0 0,0-1 0 0 0,0 1 0 0 0,-1 0 0 0 0,-9 18 0 0 0,5-14 0 0 0,1 0 0 0 0,-1 0 0 0 0,0-1 0 0 0,-8 6 0 0 0,-3 1 87 0 0,0-2-1 0 0,-2 0 1 0 0,1 0-1 0 0,-1-2 1 0 0,0 0-1 0 0,0-1 1 0 0,-1-1 0 0 0,-30 4-1 0 0,40-8 142 0 0,0 1 0 0 0,0 0-1 0 0,1 1 1 0 0,-17 6 0 0 0,17-5-111 0 0,-1-1-1 0 0,0 0 1 0 0,1 0 0 0 0,-19 2 0 0 0,20-4-34 0 0,-10 0-167 0 0,1 1 0 0 0,-1 0 0 0 0,-26 8 1 0 0,-10 8-175 0 0,7-12 145 0 0,38-4 98 0 0,0-2 0 0 0,0 1 0 0 0,0-1 0 0 0,0 0 0 0 0,-15-2 0 0 0,-7 0-20 0 0,22 2 33 0 0,-3 0-13 0 0,0-1 0 0 0,0 2 0 0 0,0-1 0 0 0,0 2 0 0 0,1-1 0 0 0,-1 2 0 0 0,0-1-1 0 0,-20 9 1 0 0,22-6 13 0 0,5-4-1 0 0,-1 1 0 0 0,1 1 0 0 0,0-1 0 0 0,0 0 0 0 0,0 1 0 0 0,1 0 0 0 0,-1 0 0 0 0,1 0 0 0 0,-4 4 0 0 0,-30 45 3 0 0,33-47 0 0 0,0 0 0 0 0,-1 0 0 0 0,1 0 0 0 0,-1 0 0 0 0,0-1 0 0 0,0 0 0 0 0,0 0 0 0 0,-8 4 0 0 0,-14 10 19 0 0,0-2 1 0 0,-40 16-1 0 0,53-26-4 0 0,0-1 1 0 0,-1 0 0 0 0,0-1 0 0 0,-25 4-1 0 0,33-7-15 0 0,0 1 0 0 0,0 0 0 0 0,0 0 0 0 0,0 1 0 0 0,-8 4 0 0 0,-4 1 0 0 0,12-5 0 0 0,-1-1 0 0 0,1 0 0 0 0,-1 0 0 0 0,1-1 0 0 0,-1 0 0 0 0,-12 0 0 0 0,14 0 28 0 0,0 0-1 0 0,0 0 0 0 0,0 1 0 0 0,0-1 0 0 0,-6 4 1 0 0,-10 2 40 0 0,18-6-60 0 0</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671"/>
    </inkml:context>
    <inkml:brush xml:id="br0">
      <inkml:brushProperty name="width" value="0.025" units="cm"/>
      <inkml:brushProperty name="height" value="0.025" units="cm"/>
      <inkml:brushProperty name="color" value="#B2626F"/>
    </inkml:brush>
  </inkml:definitions>
  <inkml:trace contextRef="#ctx0" brushRef="#br0">19 120 9144 0 0,'0'0'3516'0'0,"31"-4"-600"0"0,86-22-2388 0 0,-94 19-560 0 0,1 1 0 0 0,34-3 1 0 0,-48 8 16 0 0,0-1 1 0 0,0 0-1 0 0,-1 0 0 0 0,1-1 1 0 0,13-6-1 0 0,-9 4 11 0 0,1-1 0 0 0,-1 1 0 0 0,1 1 0 0 0,0 1 0 0 0,31-3 0 0 0,8-2 440 0 0,-38 5-154 0 0,1 0-1 0 0,19 1 1 0 0,-7 0 238 0 0,-21 1-438 0 0,0 1 1 0 0,-1 0-1 0 0,1 0 1 0 0,0 0-1 0 0,9 3 1 0 0,-9-2-47 0 0,-1 0 0 0 0,1 0 0 0 0,0 0 1 0 0,0-1-1 0 0,0 0 0 0 0,13-3 0 0 0,-15 2-32 0 0,0 1 0 0 0,-1-1-1 0 0,1 1 1 0 0,-1 0 0 0 0,1 1-1 0 0,0-1 1 0 0,7 3 0 0 0,-7-2-1 0 0,0 0 0 0 0,1-1 1 0 0,-1 1-1 0 0,0-1 0 0 0,10-1 0 0 0,-10 2-3 0 0,1 0 0 0 0,-1 1 0 0 0,1 0 0 0 0,-1 0 0 0 0,10 4 0 0 0,58 20 34 0 0,-42-15 69 0 0,-1 1 0 0 0,46 24 0 0 0,-69-32-86 0 0,-1 1 0 0 0,1-1 1 0 0,-1 1-1 0 0,0 0 0 0 0,0 1 0 0 0,-1 0 0 0 0,9 9 0 0 0,-11-10-11 0 0,-1 0 0 0 0,0 0 0 0 0,0 0-1 0 0,0 1 1 0 0,-1-1 0 0 0,0 1-1 0 0,0-1 1 0 0,0 1 0 0 0,-1 0 0 0 0,0 0-1 0 0,0 0 1 0 0,0 0 0 0 0,-1 0 0 0 0,0 0-1 0 0,0 0 1 0 0,-1 8 0 0 0,0-10 3 0 0,-1-1 1 0 0,1 1-1 0 0,-1-1 0 0 0,0 0 1 0 0,1 0-1 0 0,-1 1 1 0 0,-1-1-1 0 0,1-1 1 0 0,0 1-1 0 0,-1 0 0 0 0,1 0 1 0 0,-1-1-1 0 0,0 1 1 0 0,-3 1-1 0 0,-5 3 107 0 0,1-1 0 0 0,-23 8 0 0 0,-6 4 179 0 0,32-15-236 0 0,0 0 1 0 0,0 0 0 0 0,-1 0 0 0 0,1-1-1 0 0,-1 0 1 0 0,0-1 0 0 0,-8 1-1 0 0,-59 0 261 0 0,59-2-253 0 0,5 0-104 0 0,0-1 0 0 0,1-1 0 0 0,-1 0-1 0 0,-16-5 1 0 0,-23-3-65 0 0,38 8 98 0 0,1 1 1 0 0,-1 0-1 0 0,0 1 1 0 0,-14 1-1 0 0,17 1 4 0 0,0 0 0 0 0,0 1 0 0 0,1 0 0 0 0,-1 0 0 0 0,1 0 0 0 0,0 1 0 0 0,0 1 0 0 0,0 0 0 0 0,0 0 0 0 0,1 0 0 0 0,0 1 0 0 0,-8 7 0 0 0,-11 18 6 0 0,21-25 3 0 0,0 1-1 0 0,0-1 0 0 0,-1 0 0 0 0,1 0 1 0 0,-2 0-1 0 0,-9 7 0 0 0,-85 56 96 0 0,19-34-72 0 0,75-31-27 0 0,0-1 0 0 0,-1 1 0 0 0,1-1 0 0 0,-1-1-1 0 0,0 1 1 0 0,0-1 0 0 0,0-1 0 0 0,0 0 0 0 0,-13 1-1 0 0,-72 9 60 0 0,81-11 10 0 0,1 2-1 0 0,-1-1 0 0 0,-19 7 1 0 0,20-5 5 0 0,-1 0 1 0 0,1-1 0 0 0,-23 1-1 0 0,29-3-15 0 0,4 0-7 0 0,0 0 0 0 0,-1 0 0 0 0,1 0 0 0 0,-1 0 0 0 0,1 0 0 0 0,0 0 0 0 0,-1 0 0 0 0,1 1 0 0 0,0-1 0 0 0,-1 0 0 0 0,0 2 0 0 0,0-1-1 0 0</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672"/>
    </inkml:context>
    <inkml:brush xml:id="br0">
      <inkml:brushProperty name="width" value="0.025" units="cm"/>
      <inkml:brushProperty name="height" value="0.025" units="cm"/>
      <inkml:brushProperty name="color" value="#B2626F"/>
    </inkml:brush>
  </inkml:definitions>
  <inkml:trace contextRef="#ctx0" brushRef="#br0">0 89 7736 0 0,'0'0'4554'0'0,"36"-11"-3459"0"0,29-13 100 0 0,-40 14-913 0 0,-8 4-141 0 0,0 0 0 0 0,1 2 0 0 0,0 0 0 0 0,0 1-1 0 0,0 1 1 0 0,0 0 0 0 0,21 2 0 0 0,-19 0 276 0 0,-1-2 0 0 0,0 0 0 0 0,35-8 0 0 0,-47 9-305 0 0,-1 0 1 0 0,1 1-1 0 0,-1 0 1 0 0,1 0-1 0 0,0 1 1 0 0,-1-1-1 0 0,12 4 1 0 0,25 2 340 0 0,-22-5-391 0 0,0 1 0 0 0,-1 2-1 0 0,29 7 1 0 0,-5-1-56 0 0,5 1 60 0 0,-20 1-2 0 0,-25-9-59 0 0,0-1 0 0 0,1 0-1 0 0,-1 0 1 0 0,0-1 0 0 0,1 1 0 0 0,0-1 0 0 0,5 1-1 0 0,-4 0 8 0 0,0 1 0 0 0,0 0 0 0 0,-1 0 0 0 0,1 1 0 0 0,-1 0-1 0 0,0 0 1 0 0,5 5 0 0 0,-4 24 52 0 0,-4-28-58 0 0,-1 1-1 0 0,0-1 1 0 0,0 0 0 0 0,-1 0-1 0 0,1 1 1 0 0,-1-1 0 0 0,-1 0-1 0 0,1 1 1 0 0,-1-1 0 0 0,1 0-1 0 0,-1 1 1 0 0,-1-1 0 0 0,1 0-1 0 0,-1 0 1 0 0,0 0 0 0 0,0 0-1 0 0,0 0 1 0 0,-1-1 0 0 0,-3 6-1 0 0,5-8-4 0 0,-1 2 8 0 0,0 1 0 0 0,-1 0-1 0 0,0-1 1 0 0,1 0 0 0 0,-1 1 0 0 0,-1-1 0 0 0,1 0 0 0 0,-1 0 0 0 0,1-1 0 0 0,-1 1 0 0 0,0-1 0 0 0,-1 0 0 0 0,1 0 0 0 0,-7 3 0 0 0,-64 38 250 0 0,62-38-193 0 0,1 1 0 0 0,0 0 1 0 0,-14 13-1 0 0,16-12-23 0 0,-1-1-1 0 0,0 0 0 0 0,0-1 1 0 0,-17 8-1 0 0,-17 17 126 0 0,34-26-128 0 0,0-1 0 0 0,-1 0 0 0 0,0-1 0 0 0,0 0 0 0 0,-13 2 0 0 0,23-5-35 0 0,0 0 0 0 0,0 0 0 0 0,0 0 0 0 0,0 1-1 0 0,1-1 1 0 0,-1 1 0 0 0,0-1 0 0 0,0 1 0 0 0,0 0 0 0 0,1 0 0 0 0,-3 1 0 0 0,3-1 1 0 0</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673"/>
    </inkml:context>
    <inkml:brush xml:id="br0">
      <inkml:brushProperty name="width" value="0.025" units="cm"/>
      <inkml:brushProperty name="height" value="0.025" units="cm"/>
      <inkml:brushProperty name="color" value="#B2626F"/>
    </inkml:brush>
  </inkml:definitions>
  <inkml:trace contextRef="#ctx0" brushRef="#br0">6 301 6824 0 0,'0'0'3640'0'0,"-5"1"-768"0"0,21 11-1866 0 0,-15-10-906 0 0,1-1 1 0 0,0 1 0 0 0,0-1-1 0 0,0 1 1 0 0,0-1 0 0 0,0 0-1 0 0,0 1 1 0 0,4 0 0 0 0,79 29 608 0 0,7 6-482 0 0,-88-35-219 0 0,7 3 50 0 0,0 0 1 0 0,18 12 0 0 0,-25-15-36 0 0,1 1 0 0 0,-1-1 0 0 0,1-1 0 0 0,0 1 0 0 0,0-1 0 0 0,0 1 0 0 0,-1-1 0 0 0,8 0-1 0 0,25 8 189 0 0,7 3 44 0 0,-36-11-134 0 0,1 1 1 0 0,-1 1-1 0 0,0-1 0 0 0,13 7 0 0 0,-12-5-50 0 0,-1-1 0 0 0,1 0-1 0 0,12 3 1 0 0,9 2 47 0 0,92 27 232 0 0,-93-28-157 0 0,101 29 758 0 0,-25-8-677 0 0,-43-19-146 0 0,23 13-177 0 0,-71-18 40 0 0,1-1 0 0 0,22 2 1 0 0,22 6-13 0 0,-45-7 21 0 0,1-1 0 0 0,0 0 0 0 0,0-1 0 0 0,19 1 0 0 0,72 0 787 0 0,6-8-59 0 0,-48-5-227 0 0,-59 10-462 0 0,0-1 0 0 0,0 0-1 0 0,0-1 1 0 0,0 1-1 0 0,5-3 1 0 0,9-3 36 0 0,3 1 40 0 0,-12 3 20 0 0,-1 1-1 0 0,0-1 1 0 0,1 2-1 0 0,16-2 1 0 0,4-7 71 0 0,-15 3-137 0 0,1 1 25 0 0,-11 4-52 0 0,0 0 1 0 0,0 0-1 0 0,1 0 0 0 0,-1 1 1 0 0,0 0-1 0 0,9 0 0 0 0,-28-29 22 0 0,12 24-55 0 0,0 1 0 0 0,1-1 0 0 0,-1 0 0 0 0,2-1 0 0 0,-1 1-1 0 0,1 0 1 0 0,0 0 0 0 0,0 0 0 0 0,0 0 0 0 0,2-6 0 0 0,-1 8-7 0 0,0 1 1 0 0,0 0-1 0 0,1 0 1 0 0,-1 0-1 0 0,1 0 1 0 0,-1 0-1 0 0,1 0 1 0 0,0 1-1 0 0,0-1 1 0 0,0 1 0 0 0,1-1-1 0 0,-1 1 1 0 0,1 0-1 0 0,-1 0 1 0 0,1 0-1 0 0,0 0 1 0 0,-1 0-1 0 0,1 0 1 0 0,0 1-1 0 0,0-1 1 0 0,1 1-1 0 0,-1 0 1 0 0,0 0-1 0 0,0 0 1 0 0,0 1 0 0 0,1-1-1 0 0,-1 1 1 0 0,0-1-1 0 0,1 1 1 0 0,4 1-1 0 0,-3-2-2 0 0,0 0 0 0 0,0 0 0 0 0,0 0 0 0 0,0-1 0 0 0,0 0 0 0 0,-1 0 0 0 0,1 0 0 0 0,0 0 0 0 0,5-5 0 0 0,-3 3 0 0 0,-1 1 0 0 0,1-1 0 0 0,0 1 0 0 0,7-2 0 0 0,-6 2 0 0 0,1 1 0 0 0,-1-2 0 0 0,0 1 0 0 0,0-1 0 0 0,0-1 0 0 0,-1 1 0 0 0,1-1 0 0 0,10-10 0 0 0,-6 6 0 0 0,-2 0 0 0 0,1-1 0 0 0,-1 0 0 0 0,-1-1 0 0 0,0 0 0 0 0,0 0 0 0 0,-1-1 0 0 0,7-14 0 0 0,-9-8 0 0 0,-5 30 0 0 0,0-1 0 0 0,-1 0 0 0 0,0 0 0 0 0,1 0 0 0 0,-2 0 0 0 0,1 0 0 0 0,0 1 0 0 0,-1-1 0 0 0,0 0 0 0 0,0 0 0 0 0,0 1 0 0 0,-1-1 0 0 0,0 0 0 0 0,0 1 0 0 0,-4-8 0 0 0,1 6 0 0 0,0 0 0 0 0,0 1 0 0 0,0 0 0 0 0,0 0 0 0 0,-1 0 0 0 0,0 1 0 0 0,0 0 0 0 0,0 0 0 0 0,-13-6 0 0 0,-9-1-28 0 0,0 1 0 0 0,0 1-1 0 0,-1 2 1 0 0,-47-7 0 0 0,16 4 3 0 0,45 7-1 0 0,0 2 1 0 0,-17 0 0 0 0,-18-2-27 0 0,20 1-10 0 0,-55 2 1 0 0,33 1 22 0 0,3-2 22 0 0,25 0-7 0 0,-47 3 1 0 0,57-1 23 0 0,0 0 0 0 0,-24-3 0 0 0,-2 0 0 0 0,-9 9 0 0 0,41-6 0 0 0,1 1 0 0 0,-1 0 0 0 0,1 1 0 0 0,-1-1 0 0 0,1 1 0 0 0,-11 7 0 0 0,-3 0 0 0 0,-18 13 0 0 0,34-19 0 0 0,0 0 0 0 0,0-1 0 0 0,-1 1 0 0 0,0-1 0 0 0,1-1 0 0 0,-1 1 0 0 0,0-1 0 0 0,0 0 0 0 0,0 0 0 0 0,-8 0 0 0 0,10-1 0 0 0,0 1 0 0 0,0-1 0 0 0,-1 1 0 0 0,1 0 0 0 0,0 0 0 0 0,0 0 0 0 0,1 0 0 0 0,-5 3 0 0 0,-15 9 0 0 0,-39 19 0 0 0,58-32 0 0 0,0 0 0 0 0,0 0 0 0 0,-1 0 0 0 0,1-1 0 0 0,0 1 0 0 0,-1-1 0 0 0,1 0 0 0 0,0 0 0 0 0,-1 0 0 0 0,1-1 0 0 0,0 0 0 0 0,-6-1 0 0 0,-7-3 0 0 0,-27-13 0 0 0,-29-16 0 0 0,-34 0 0 0 0,96 31 0 0 0,0 1 0 0 0,0 0 0 0 0,0 1 0 0 0,-14 0 0 0 0,17 2 0 0 0,-1 0 0 0 0,1 0 0 0 0,0 1 0 0 0,0 0 0 0 0,-11 4 0 0 0,-21 5 0 0 0,-8-6 0 0 0,-14 2 0 0 0,38-2 0 0 0,12-3 0 0 0,1 1 0 0 0,-21 7 0 0 0,-83 37 0 0 0,61-27 0 0 0,26-12 0 0 0,21-4 0 0 0,3-2 0 0 0,1 0 0 0 0,-1 0 0 0 0,1 1 0 0 0,-1-1 0 0 0,1 1 0 0 0,0 0 0 0 0,0 0 0 0 0,-3 3 0 0 0,5-2 0 0 0,0-1 0 0 0,0 1 0 0 0,0 0 0 0 0,0-1 0 0 0,1 1 0 0 0,-1 0 0 0 0,1 0 0 0 0,0 0 0 0 0,0-1 0 0 0,1 1 0 0 0,-1 0 0 0 0,2 5 0 0 0,0 13 0 0 0,-2-20 0 0 0</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674"/>
    </inkml:context>
    <inkml:brush xml:id="br0">
      <inkml:brushProperty name="width" value="0.025" units="cm"/>
      <inkml:brushProperty name="height" value="0.025" units="cm"/>
      <inkml:brushProperty name="color" value="#B2626F"/>
    </inkml:brush>
  </inkml:definitions>
  <inkml:trace contextRef="#ctx0" brushRef="#br0">0 415 4216 0 0,'0'0'1368'0'0,"5"11"-495"0"0,56 14 900 0 0,-39-18-1036 0 0,31 13 0 0 0,-35-12-523 0 0,1-2-1 0 0,27 8 1 0 0,21-8 391 0 0,-57-4-260 0 0,1-1 0 0 0,0 0 0 0 0,-1-1 0 0 0,23-2-1 0 0,0 1 364 0 0,-24 0-534 0 0,0 0 1 0 0,-1 0-1 0 0,1-1 0 0 0,0 0 0 0 0,14-6 1 0 0,4-7 134 0 0,-22 12-251 0 0,0 0-1 0 0,1 0 1 0 0,-1 0-1 0 0,1 1 0 0 0,-1 0 1 0 0,1 0-1 0 0,0 0 1 0 0,-1 1-1 0 0,10-1 1 0 0,-8 1 34 0 0,0 0 1 0 0,0 0 0 0 0,0 0 0 0 0,9-4 0 0 0,-9 3-34 0 0,0 0 0 0 0,-1 1 1 0 0,1 0-1 0 0,10-1 1 0 0,-15 2 24 0 0,1-1 1 0 0,0 0 0 0 0,0 1-1 0 0,0-1 1 0 0,-1 0-1 0 0,1-1 1 0 0,0 1-1 0 0,-1 0 1 0 0,1-1 0 0 0,-1 0-1 0 0,1 1 1 0 0,3-5-1 0 0,-4 4-2 0 0,1 0-1 0 0,-1 0 0 0 0,1 0 1 0 0,0 0-1 0 0,0 0 1 0 0,0 1-1 0 0,0-1 0 0 0,0 1 1 0 0,0 0-1 0 0,0 0 0 0 0,0 0 1 0 0,0 0-1 0 0,4 0 0 0 0,35 1 790 0 0,-41 0-836 0 0,28 0 298 0 0,-15 5-278 0 0,0 1-1 0 0,-1 1 1 0 0,0 0 0 0 0,-1 1-1 0 0,14 10 1 0 0,-20-15-49 0 0,-1 0 0 0 0,0 0 0 0 0,1-1 0 0 0,0 0 0 0 0,0 0 0 0 0,0 0 0 0 0,0 0 0 0 0,0-1 0 0 0,0 0 0 0 0,0-1 0 0 0,6 1 0 0 0,-9 0 0 0 0,-1 0 0 0 0,1 0 0 0 0,-1 0 0 0 0,1 1 0 0 0,-1-1 0 0 0,0 1-1 0 0,1 0 1 0 0,1 2 0 0 0,9 6 13 0 0,-4-5 10 0 0,0-1 0 0 0,0 0 1 0 0,0 0-1 0 0,1-1 0 0 0,-1 0 0 0 0,1 0 0 0 0,0-1 1 0 0,11 1-1 0 0,42 3 268 0 0,54 1 48 0 0,-46-20-297 0 0,-66 13-47 0 0,109-4 80 0 0,-4-8 69 0 0,-77 10 51 0 0,0 1-1 0 0,55 8 1 0 0,-44-3-64 0 0,47-2 1 0 0,-83-2-128 0 0,5-1 8 0 0,0 0 1 0 0,-1-1-1 0 0,15-4 1 0 0,-18 3-12 0 0,1 1 0 0 0,0 0 0 0 0,0 1 0 0 0,0 0 0 0 0,1 1 0 0 0,12 1 0 0 0,-10-1 0 0 0,0 0 0 0 0,0 0 0 0 0,0-1 1 0 0,0-1-1 0 0,-1 0 0 0 0,1-1 1 0 0,16-6-1 0 0,-13 5-6 0 0,-1 0 0 0 0,1 0 0 0 0,-1 2-1 0 0,20-1 1 0 0,-18 2-1 0 0,-1-1 0 0 0,0 0 0 0 0,0-1-1 0 0,27-8 1 0 0,-24 5-22 0 0,1 1-1 0 0,-1 1 1 0 0,1 0-1 0 0,24 0 1 0 0,-38 1 14 0 0,0 1 0 0 0,-1-2 0 0 0,1 1 1 0 0,-1 0-1 0 0,0-1 0 0 0,0 0 0 0 0,5-5 0 0 0,-9 8 8 0 0,0 0 0 0 0,0 0 0 0 0,-1 0 0 0 0,1 0 0 0 0,0 0 0 0 0,0 0 0 0 0,0 0 0 0 0,-1 0 0 0 0,1 0 0 0 0,-1-1 0 0 0,1 1 0 0 0,-1 0 0 0 0,1 0 0 0 0,-1-1 0 0 0,0 1 0 0 0,0 0 0 0 0,1-1 0 0 0,-1 1 0 0 0,0 0 0 0 0,0-1 0 0 0,0 1 0 0 0,0 0 0 0 0,-1 0 0 0 0,1-2 0 0 0,-1 0 0 0 0,0 1 0 0 0,-1-1 0 0 0,1 1 0 0 0,0 0 0 0 0,-1 0 0 0 0,1-1 0 0 0,-1 1 0 0 0,0 0 0 0 0,0 0 0 0 0,0 0 0 0 0,-3-2 0 0 0,-7-4 0 0 0,0 0 0 0 0,0 1 0 0 0,-21-9 0 0 0,31 15 0 0 0,-163-66 0 0 0,144 59 0 0 0,0 1 0 0 0,-23-5 0 0 0,-11-4 0 0 0,-46-5 0 0 0,82 16 0 0 0,-35-3 1 0 0,-2-1-3 0 0,-165-48-77 0 0,183 46 79 0 0,-71-10 0 0 0,2 1 0 0 0,92 17 0 0 0,-1 1 0 0 0,-31 0 0 0 0,29 1 0 0 0,-34-4 0 0 0,11-2 19 0 0,0 3 0 0 0,-63 0-1 0 0,63-1 110 0 0,34 4-70 0 0,-1 0 1 0 0,1 0 0 0 0,0 0 0 0 0,0 1-1 0 0,-1 0 1 0 0,-6 1 0 0 0,-19 1 6 0 0,26-2-30 0 0,0 0 0 0 0,0 1 0 0 0,-14 2 0 0 0,-26 4 66 0 0,37-7-83 0 0,1 1 0 0 0,-1 1 0 0 0,-13 3 1 0 0,-24 9 6 0 0,28-9-7 0 0,1 1 0 0 0,-1 1 1 0 0,-25 12-1 0 0,-15 9 88 0 0,25-15-46 0 0,-41 19 54 0 0,41-18-96 0 0,24-10-4 0 0,0 0-1 0 0,0 0 1 0 0,-10 8-1 0 0,11-8-5 0 0,0 1 0 0 0,0-1-1 0 0,0-1 1 0 0,-14 4-1 0 0,-9 4 27 0 0,-57 27 38 0 0,59-25-52 0 0,15-8 3 0 0,0 1-1 0 0,-24 16 1 0 0,28-15-23 0 0,-1 0 0 0 0,0-1 0 0 0,-16 6 0 0 0,25-10 0 0 0,0-1 0 0 0,0 1 0 0 0,0 0 0 0 0,0 0 0 0 0,0 0 0 0 0,1 1 0 0 0,-1-1 0 0 0,-2 4 0 0 0,-16 13 0 0 0,20-19 0 0 0,0 1 0 0 0,-1 0 0 0 0,1-1 0 0 0,0 1 0 0 0,0 0 0 0 0,0 0 0 0 0,0 0 0 0 0,-1 0 0 0 0,1 0 0 0 0,1 1 0 0 0,-1-1 0 0 0,0 0 0 0 0,0 0 0 0 0,-1 3 0 0 0,2-2 0 0 0,0-1 0 0 0,0 1 0 0 0,1 0 0 0 0,-1-1 0 0 0,1 1 0 0 0,-1 0 0 0 0,1-1 0 0 0,-1 1 0 0 0,1-1 0 0 0,0 1 0 0 0,0-1 0 0 0,-1 1 0 0 0,3 1 0 0 0,-1-1 0 0 0</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675"/>
    </inkml:context>
    <inkml:brush xml:id="br0">
      <inkml:brushProperty name="width" value="0.025" units="cm"/>
      <inkml:brushProperty name="height" value="0.025" units="cm"/>
      <inkml:brushProperty name="color" value="#B2626F"/>
    </inkml:brush>
  </inkml:definitions>
  <inkml:trace contextRef="#ctx0" brushRef="#br0">1 225 6520 0 0,'0'0'3342'0'0,"15"21"-2511"0"0,-12-17-675 0 0,1 0-1 0 0,0 0 1 0 0,0 0-1 0 0,0-1 1 0 0,1 0 0 0 0,-1 0-1 0 0,1 0 1 0 0,0 0 0 0 0,8 3-1 0 0,20 11 170 0 0,-21-9-156 0 0,1-1-1 0 0,19 8 0 0 0,-18-9-53 0 0,0 0-1 0 0,12 10 0 0 0,-14-8 115 0 0,-8-5-137 0 0,1 0 0 0 0,-1 0-1 0 0,1 0 1 0 0,-1-1 0 0 0,1 1 0 0 0,0-1-1 0 0,0-1 1 0 0,8 3 0 0 0,-7-2 60 0 0,-1-1 1 0 0,1 1-1 0 0,-1 0 0 0 0,1 0 1 0 0,-1 1-1 0 0,9 5 1 0 0,34 14 874 0 0,49 14-282 0 0,-82-31-524 0 0,34 14 236 0 0,55 16-220 0 0,-90-31-237 0 0,1 0 0 0 0,0-1 0 0 0,27 3 0 0 0,-24-4 0 0 0,34 8 0 0 0,-30-4 0 0 0,-8-1 0 0 0,0-1 0 0 0,0-1 0 0 0,0 0 0 0 0,1-1 0 0 0,18 1 0 0 0,-26-2 0 0 0,-1 0 1 0 0,0 0-1 0 0,1 1 0 0 0,7 2 0 0 0,8 3 25 0 0,5-1 13 0 0,51 13 373 0 0,-67-16-279 0 0,-1-1 0 0 0,1 0 1 0 0,18 0-1 0 0,1 1 38 0 0,168 7 528 0 0,-141-6-603 0 0,-39-3 9 0 0,0 0 0 0 0,35-2 0 0 0,2-3 133 0 0,59 2 0 0 0,-67 3-84 0 0,-25-2 80 0 0,0 0 1 0 0,37-8 0 0 0,23-11 231 0 0,-71 17-410 0 0,0-1 0 0 0,0 0 0 0 0,-1-1 0 0 0,0 0-1 0 0,0 0 1 0 0,0-1 0 0 0,16-13 0 0 0,-14 10 19 0 0,-6 6-36 0 0,-1-1 1 0 0,1 0 0 0 0,-1 0 0 0 0,0-1 0 0 0,0 1-1 0 0,7-11 1 0 0,-1 1 25 0 0,-10 14-57 0 0,-1-1 0 0 0,1 1 0 0 0,-1-1 0 0 0,1 1 0 0 0,-1-1 0 0 0,1 1 0 0 0,-1-1 0 0 0,1 1 0 0 0,-1-1 0 0 0,1 0 0 0 0,-1 1 0 0 0,1-1 0 0 0,-1 0 0 0 0,0 1 0 0 0,0-1 0 0 0,1 0 0 0 0,-1 1 0 0 0,0-1 0 0 0,0 0 0 0 0,0 0 0 0 0,0 0 0 0 0,0 1 0 0 0,0-1 0 0 0,0 0 0 0 0,0 0 0 0 0,0 1 0 0 0,0-1 0 0 0,0 0 0 0 0,0 0 0 0 0,0 1 0 0 0,-1-1 0 0 0,1 0 1 0 0,0 1-1 0 0,-1-1 0 0 0,1 0 0 0 0,0 1 0 0 0,-1-1 0 0 0,0 0 0 0 0,-3-5 15 0 0,0 0 0 0 0,-1 1 0 0 0,0-1 0 0 0,0 1 0 0 0,-1 0 0 0 0,1 1 1 0 0,-1 0-1 0 0,0-1 0 0 0,-10-4 0 0 0,6 4-4 0 0,0 0 1 0 0,0 1-1 0 0,-16-4 1 0 0,15 5-1 0 0,1-1 1 0 0,-1 0-1 0 0,-12-7 1 0 0,3 1 20 0 0,0 1 0 0 0,-1 0 1 0 0,0 2-1 0 0,-30-7 0 0 0,-62-21 88 0 0,69 20-67 0 0,4 0-16 0 0,-21-7-3 0 0,47 18-34 0 0,-1-2 0 0 0,1 0-1 0 0,-13-8 1 0 0,9 5 6 0 0,-81-32 49 0 0,40 18-29 0 0,50 19-30 0 0,0 0 0 0 0,0 1 1 0 0,-1 0-1 0 0,1 1 0 0 0,-1 0 1 0 0,0 0-1 0 0,-18 0 0 0 0,-21 3-3 0 0,9 13 0 0 0,20-10 0 0 0,-1 0 0 0 0,1-2 0 0 0,-40 1 0 0 0,50-3 0 0 0,0 0 0 0 0,0-1-1 0 0,0 0 1 0 0,-16-3 0 0 0,23 3 1 0 0,0-1 0 0 0,0 1 0 0 0,0 0 0 0 0,0-1 0 0 0,0 0 0 0 0,0 1 0 0 0,0-1 0 0 0,1 0 0 0 0,-1-1 0 0 0,1 1-1 0 0,-1 0 1 0 0,1-1 0 0 0,0 1 0 0 0,0-1 0 0 0,0 0 0 0 0,0 0 0 0 0,-2-4 0 0 0,2 2 1 0 0,1 3 2 0 0,0 0 1 0 0,-1 0 0 0 0,1-1 0 0 0,0 1 0 0 0,1-1 0 0 0,-1 1 0 0 0,0-1 0 0 0,1 1 0 0 0,0-1 0 0 0,-1-4 0 0 0,1 5-3 0 0,-1 0 0 0 0,0 1 0 0 0,0-1 0 0 0,1 0 0 0 0,-1 1 0 0 0,0-1 0 0 0,0 1 0 0 0,-1-1 0 0 0,1 1 0 0 0,0 0-1 0 0,0-1 1 0 0,-1 1 0 0 0,1 0 0 0 0,-1 0 0 0 0,-1-1 0 0 0,-24-16-1 0 0,15 14-1 0 0,1 1 0 0 0,-1 0 0 0 0,1 1 0 0 0,-1 0 0 0 0,0 1 0 0 0,0 0 0 0 0,0 1 0 0 0,0 0 0 0 0,-19 3 0 0 0,-84 8 0 0 0,99-9 0 0 0,0 1 0 0 0,-17 5 0 0 0,5-1 0 0 0,-68 16 0 0 0,6 2 0 0 0,-3 9 0 0 0,81-28 0 0 0,-1 0 0 0 0,1 0 0 0 0,0 1 0 0 0,-13 10 0 0 0,18-13 0 0 0,1 1 0 0 0,0 1 0 0 0,0-1 0 0 0,1 1 0 0 0,-1 0 0 0 0,1 0 0 0 0,1 0 0 0 0,-9 14 0 0 0,12-16 0 0 0,0 0 0 0 0</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676"/>
    </inkml:context>
    <inkml:brush xml:id="br0">
      <inkml:brushProperty name="width" value="0.025" units="cm"/>
      <inkml:brushProperty name="height" value="0.025" units="cm"/>
      <inkml:brushProperty name="color" value="#B2626F"/>
    </inkml:brush>
  </inkml:definitions>
  <inkml:trace contextRef="#ctx0" brushRef="#br0">0 227 4816 0 0,'0'0'136'0'0,"32"-7"850"0"0,-13 3 307 0 0,0-1-1 0 0,33-12 1 0 0,-42 13-1157 0 0,0 1 1 0 0,1 1-1 0 0,-1 0 1 0 0,12-1 0 0 0,12-3 113 0 0,-10 2-27 0 0,0 0-1 0 0,0 1 1 0 0,28 1 0 0 0,-23-1 193 0 0,-23 2-186 0 0,-1 0 1 0 0,0 0-1 0 0,1 1 0 0 0,10 0 1 0 0,5 2 432 0 0,40-2 0 0 0,-3 1-29 0 0,22 4-106 0 0,-73-5-486 0 0,-1 1 0 0 0,1 0 0 0 0,-1 1 0 0 0,0-1 0 0 0,10 4 0 0 0,-10-2 88 0 0,1-1 0 0 0,-1 0-1 0 0,1-1 1 0 0,-1 0 0 0 0,12 1-1 0 0,1 1 454 0 0,-17-3-472 0 0,1 1 0 0 0,0-1 1 0 0,-1 0-1 0 0,1 1 0 0 0,0-1 0 0 0,-1 0 1 0 0,1 0-1 0 0,5-2 0 0 0,10 0 300 0 0,-14 1-358 0 0,0 1 0 0 0,0-1-1 0 0,0 0 1 0 0,0 0 0 0 0,0 0-1 0 0,6-3 1 0 0,63-27 410 0 0,-66 27-378 0 0,-1 0 0 0 0,0-1 1 0 0,9-9-1 0 0,1 0 102 0 0,-4 4-81 0 0,-11 8-82 0 0,1 0 0 0 0,0 0-1 0 0,0 0 1 0 0,0 0 0 0 0,0 0 0 0 0,0 1 0 0 0,1-1 0 0 0,-1 1 0 0 0,0-1-1 0 0,1 1 1 0 0,-1 0 0 0 0,1 0 0 0 0,0 0 0 0 0,3 0 0 0 0,-3 0 7 0 0,0 0 0 0 0,0 0 0 0 0,0 0 1 0 0,-1 0-1 0 0,1-1 0 0 0,0 1 0 0 0,0-1 0 0 0,3-2 1 0 0,8-4 100 0 0,8-1 76 0 0,1 1 0 0 0,0 2 0 0 0,41-7 0 0 0,-37 10-25 0 0,46 3 0 0 0,10 0 228 0 0,-2-9 151 0 0,109 15 268 0 0,-166-4-780 0 0,33 4 1 0 0,-3 1 0 0 0,-43-6-42 0 0,0 0 0 0 0,-1 1 0 0 0,1 0 0 0 0,0 0 0 0 0,-1 1 0 0 0,1 1 0 0 0,-1 0 0 0 0,0 0 0 0 0,13 8 0 0 0,-20-10-8 0 0,-1 0 0 0 0,0 0 0 0 0,0 0 0 0 0,0 0 0 0 0,-1 0 0 0 0,1 0 0 0 0,0 1 0 0 0,-1-1 0 0 0,1 0 0 0 0,-1 1 1 0 0,0 0-1 0 0,0-1 0 0 0,0 1 0 0 0,1 5 0 0 0,-1-3 1 0 0,0 1 0 0 0,0 0 0 0 0,-1-1 0 0 0,0 1 0 0 0,0-1 0 0 0,-1 12 0 0 0,0-15-2 0 0,-1 1 0 0 0,1-1 0 0 0,0 0 0 0 0,-1 0 0 0 0,1 1 0 0 0,-1-1 0 0 0,0 0 0 0 0,1-1 0 0 0,-1 1 0 0 0,0 0 0 0 0,0 0 0 0 0,0-1 0 0 0,-1 1 0 0 0,-2 1 0 0 0,-33 17 0 0 0,31-17-1 0 0,1-1 0 0 0,-1 0 1 0 0,0 0-1 0 0,0-1 0 0 0,1 1 0 0 0,-1-2 0 0 0,0 1 0 0 0,-10-1 0 0 0,-3-2-3 0 0,-32-7 0 0 0,52 9 4 0 0,-3 0-2 0 0,-1 0 1 0 0,1 0-1 0 0,0 0 0 0 0,0 1 0 0 0,0-1 0 0 0,0 1 1 0 0,-1-1-1 0 0,1 1 0 0 0,0 0 0 0 0,0 0 0 0 0,1 1 1 0 0,-1-1-1 0 0,0 1 0 0 0,0-1 0 0 0,0 1 0 0 0,1 0 1 0 0,-1 0-1 0 0,1 0 0 0 0,0 0 0 0 0,0 0 0 0 0,-1 1 1 0 0,1-1-1 0 0,1 1 0 0 0,-1-1 0 0 0,0 1 0 0 0,1 0 0 0 0,-1 0 1 0 0,1 0-1 0 0,0 0 0 0 0,-2 5 0 0 0,3 24-24 0 0,1-29 23 0 0,-1 0 0 0 0,1 0-1 0 0,-1 0 1 0 0,0 0 0 0 0,0 0-1 0 0,0 0 1 0 0,-1 0 0 0 0,1-1 0 0 0,-1 1-1 0 0,0 0 1 0 0,1 0 0 0 0,-1 0 0 0 0,-2 3-1 0 0,-2 5-3 0 0,-1 0-1 0 0,0 0 1 0 0,0-1-1 0 0,-1 1 1 0 0,-1-2-1 0 0,0 1 1 0 0,0-1 0 0 0,-1 0-1 0 0,0 0 1 0 0,0-1-1 0 0,-1-1 1 0 0,0 0-1 0 0,0 0 1 0 0,-15 7-1 0 0,0-4 6 0 0,13-5-1 0 0,0-1 0 0 0,1 2 1 0 0,0 0-1 0 0,-18 11 0 0 0,23-12 3 0 0,-1-1 0 0 0,0 0 0 0 0,0 0 0 0 0,0-1 0 0 0,0 1 0 0 0,-11 2 0 0 0,8-3 0 0 0,1 0 0 0 0,0 1 0 0 0,-15 9 0 0 0,17-10 0 0 0,0 0 0 0 0,1 0 0 0 0,-1-1 0 0 0,0 0 0 0 0,0 0 0 0 0,0-1 0 0 0,-11 2 0 0 0,-25 5 0 0 0,30-5 0 0 0,-1-1 0 0 0,1 0 0 0 0,-1-1 0 0 0,1-1 0 0 0,-1 0 0 0 0,1-1 0 0 0,-26-5 0 0 0,-4 1 0 0 0,28 4 0 0 0,-1-1 0 0 0,0 0 0 0 0,1-1 0 0 0,0 0 0 0 0,-1-1 0 0 0,2-1 0 0 0,-1-1 0 0 0,-21-11 0 0 0,-5-3 0 0 0,33 17 0 0 0,0 0 0 0 0,1-1 0 0 0,-1 0 0 0 0,1 0 0 0 0,0-1 0 0 0,-11-9 0 0 0,-4-5 0 0 0,-25-18 0 0 0,35 28 0 0 0,3 3 0 0 0,0 0 0 0 0,0 0 0 0 0,-1 1 0 0 0,1 1 0 0 0,-1-1 0 0 0,0 2 0 0 0,-1-1 0 0 0,1 1 0 0 0,-15-2 0 0 0,-5 2 0 0 0,1 1 0 0 0,-32 3 0 0 0,-38-3 0 0 0,84 0 0 0 0,0-1 0 0 0,1-1 0 0 0,-1 0 0 0 0,1-1 0 0 0,0 0 0 0 0,0-1 0 0 0,1-1 0 0 0,-13-8 0 0 0,17 7 1 0 0,0 0 1 0 0,1 0-1 0 0,0-1 0 0 0,0-1 0 0 0,-7-11 1 0 0,5 8-2 0 0,2 1 9 0 0,2 1-1 0 0,-1-1 0 0 0,1-1 0 0 0,-6-20 1 0 0,11 32-3 0 0,1 0-6 0 0</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677"/>
    </inkml:context>
    <inkml:brush xml:id="br0">
      <inkml:brushProperty name="width" value="0.025" units="cm"/>
      <inkml:brushProperty name="height" value="0.025" units="cm"/>
      <inkml:brushProperty name="color" value="#B2626F"/>
    </inkml:brush>
  </inkml:definitions>
  <inkml:trace contextRef="#ctx0" brushRef="#br0">593 41 4008 0 0,'0'0'11033'0'0,"-6"-14"-10554"0"0,-2 10-470 0 0,0 0 1 0 0,0 1 0 0 0,0 0 0 0 0,0 0 0 0 0,-1 0 0 0 0,1 1-1 0 0,-17-1 1 0 0,9 2-43 0 0,-1 0-1 0 0,0 2 0 0 0,-18 3 1 0 0,-59 8-119 0 0,68-8 152 0 0,16-4 7 0 0,0 2 1 0 0,0-1-1 0 0,0 2 1 0 0,0-1-1 0 0,-13 6 1 0 0,-10 1 34 0 0,28-9-35 0 0,0 1-1 0 0,0 0 1 0 0,0 1 0 0 0,0-1 0 0 0,1 1-1 0 0,-7 3 1 0 0,-33 10 49 0 0,37-13 149 0 0,0 1-1 0 0,0 1 1 0 0,0-1-1 0 0,1 1 0 0 0,0 0 1 0 0,-1 1-1 0 0,2 0 1 0 0,-8 6-1 0 0,-18 22 1255 0 0,29-31-1400 0 0,1 0 1 0 0,-1 0 0 0 0,1 0-1 0 0,0 0 1 0 0,0 1 0 0 0,0-1-1 0 0,0 0 1 0 0,0 1 0 0 0,1-1-1 0 0,-1 1 1 0 0,1-1-1 0 0,-1 1 1 0 0,1-1 0 0 0,0 1-1 0 0,0-1 1 0 0,0 1 0 0 0,0-1-1 0 0,0 1 1 0 0,1-1 0 0 0,-1 1-1 0 0,1-1 1 0 0,0 0-1 0 0,0 1 1 0 0,0-1 0 0 0,1 4-1 0 0,8 9 213 0 0,-9-13-255 0 0,-1 0 1 0 0,1 0-1 0 0,0-1 0 0 0,0 1 1 0 0,1 0-1 0 0,-1-1 0 0 0,0 1 1 0 0,0-1-1 0 0,1 1 1 0 0,-1-1-1 0 0,1 0 0 0 0,1 2 1 0 0,7 3 38 0 0,-4-1-20 0 0,0-1 0 0 0,1 0 0 0 0,0 0 0 0 0,0-1 0 0 0,0 0 0 0 0,12 4 0 0 0,8 1 36 0 0,34 7 114 0 0,-39-13-121 0 0,0-1 0 0 0,40-3-1 0 0,-6 0 85 0 0,-45 1 42 0 0,0 0 0 0 0,0-1 0 0 0,-1-1-1 0 0,16-4 1 0 0,1-1-49 0 0,-7 3 84 0 0,1 0-162 0 0,0-1 0 0 0,21-8-1 0 0,-34 9-27 0 0,0 0 0 0 0,-1 0-1 0 0,1 0 1 0 0,11-12 0 0 0,6-5 89 0 0,-21 18-75 0 0,0 0-1 0 0,-1 0 0 0 0,1 0 0 0 0,-1 0 0 0 0,0 0 1 0 0,0-1-1 0 0,-1 1 0 0 0,1-1 0 0 0,-1 0 1 0 0,0 0-1 0 0,0 0 0 0 0,1-6 0 0 0,-3 8-34 0 0,1 1-1 0 0,-1 0 0 0 0,0 0 1 0 0,1 0-1 0 0,-1-1 1 0 0,0 1-1 0 0,0 0 1 0 0,-1 0-1 0 0,1 0 0 0 0,0-1 1 0 0,-1 1-1 0 0,0 0 1 0 0,1 0-1 0 0,-1 0 0 0 0,0 0 1 0 0,0 0-1 0 0,-1-3 1 0 0,-2 0 41 0 0,0-1 0 0 0,0 1 1 0 0,0 0-1 0 0,-6-6 1 0 0,5 6-34 0 0,0 0 1 0 0,0 1 0 0 0,-1 0-1 0 0,1 0 1 0 0,-1 0 0 0 0,0 1-1 0 0,0 0 1 0 0,-1 0 0 0 0,1 0-1 0 0,0 1 1 0 0,-1 0 0 0 0,0 0-1 0 0,1 1 1 0 0,-1-1 0 0 0,-10 1-1 0 0,8 1-15 0 0</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678"/>
    </inkml:context>
    <inkml:brush xml:id="br0">
      <inkml:brushProperty name="width" value="0.025" units="cm"/>
      <inkml:brushProperty name="height" value="0.025" units="cm"/>
      <inkml:brushProperty name="color" value="#B2626F"/>
    </inkml:brush>
  </inkml:definitions>
  <inkml:trace contextRef="#ctx0" brushRef="#br0">1 485 7528 0 0,'0'0'2481'0'0,"32"-13"-364"0"0,43-12-443 0 0,-68 23-1599 0 0,7-2 72 0 0,0 0-1 0 0,0 1 1 0 0,0 1 0 0 0,18-1 0 0 0,-25 3-53 0 0,0-1 0 0 0,1 0 0 0 0,-1 0 0 0 0,0-1 0 0 0,0 0 0 0 0,7-3 0 0 0,19-5 319 0 0,-6 3 479 0 0,-16 4-552 0 0,-1 1 0 0 0,1 0 0 0 0,0 0 0 0 0,12 0-1 0 0,-21 2-279 0 0,-1-1 0 0 0,0 1 0 0 0,1 0 0 0 0,-1-1 0 0 0,0 1 0 0 0,1 0-1 0 0,-1-1 1 0 0,0 0 0 0 0,1 1 0 0 0,-1-1 0 0 0,0 0 0 0 0,0 0-1 0 0,0 0 1 0 0,0 1 0 0 0,0-1 0 0 0,0 0 0 0 0,0 0 0 0 0,0-1 0 0 0,0 1-1 0 0,1-2 1 0 0,5-5 237 0 0,1 1-63 0 0,-7 6-154 0 0,1 0-1 0 0,-1 0 0 0 0,1 0 0 0 0,-1 0 1 0 0,0 0-1 0 0,1-1 0 0 0,-1 1 0 0 0,0-1 1 0 0,0 1-1 0 0,0 0 0 0 0,0-1 0 0 0,0 0 0 0 0,1-2 1 0 0,-2 4 1 0 0,7-33 1298 0 0,-10-19-34 0 0,21 27-664 0 0,-16 21-642 0 0,-1 0 0 0 0,1-1 0 0 0,0 1 0 0 0,0 0 0 0 0,0 0 0 0 0,1 0 0 0 0,0 1 0 0 0,-1-1 0 0 0,1 0 0 0 0,0 1 0 0 0,1 0 0 0 0,-1 0 1 0 0,1 0-1 0 0,3-3 0 0 0,116-30 257 0 0,-92 25-289 0 0,-20 6-5 0 0,0 1 1 0 0,21-4-1 0 0,124-26 77 0 0,-23 5-54 0 0,-67 21-25 0 0,-41 6 0 0 0,22-4 0 0 0,-20 3 0 0 0,32-1 0 0 0,15-3 0 0 0,0 0 0 0 0,-58 5 0 0 0,-1 1 0 0 0,1 1 0 0 0,0 0 0 0 0,29 5 0 0 0,22 0 0 0 0,-13 2 0 0 0,-10 2 0 0 0,-38-8 0 0 0,-6-1 0 0 0</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679"/>
    </inkml:context>
    <inkml:brush xml:id="br0">
      <inkml:brushProperty name="width" value="0.025" units="cm"/>
      <inkml:brushProperty name="height" value="0.025" units="cm"/>
      <inkml:brushProperty name="color" value="#B2626F"/>
    </inkml:brush>
  </inkml:definitions>
  <inkml:trace contextRef="#ctx0" brushRef="#br0">9 338 5824 0 0,'0'0'1462'0'0,"-8"-3"1156"0"0,12 4-2259 0 0,-1 0 1 0 0,1 0 0 0 0,0 0 0 0 0,-1 1-1 0 0,7 3 1 0 0,6 2 852 0 0,38 20 632 0 0,-45-23-1720 0 0,0-1 0 0 0,-1 1 0 0 0,10 7 0 0 0,19 8 535 0 0,-18-11-407 0 0,-8-4-54 0 0,0 1 1 0 0,1-1-1 0 0,-1-1 1 0 0,1 0-1 0 0,14 1 0 0 0,-24-3-177 0 0,1-1 0 0 0,0 1-1 0 0,-1 0 1 0 0,1 0-1 0 0,0 0 1 0 0,-1 0-1 0 0,1 0 1 0 0,-1 1-1 0 0,0-1 1 0 0,3 3-1 0 0,-3-2 0 0 0,1-1-1 0 0,-1 1 0 0 0,1-1 0 0 0,-1 1 0 0 0,0-1 0 0 0,1 0 0 0 0,0 0 0 0 0,-1 0 0 0 0,1 0 0 0 0,4 0 0 0 0,-3 0-18 0 0,0 0 0 0 0,-1 0-1 0 0,1 0 1 0 0,0 0-1 0 0,0 1 1 0 0,-1-1 0 0 0,7 5-1 0 0,18 7 3 0 0,-14-9-5 0 0,-1 0-1 0 0,19 9 0 0 0,-27-11 11 0 0,-1-1-1 0 0,1 0 0 0 0,0 0 0 0 0,-1 0 0 0 0,1 0 0 0 0,8-1 0 0 0,19 4 31 0 0,6 8 129 0 0,-3 0 13 0 0,47 8 0 0 0,-49-11-169 0 0,-26-7-15 0 0,0 0 1 0 0,1 0 0 0 0,-1-1 0 0 0,15 2 0 0 0,-17-3 0 0 0,-1 1 0 0 0,1 1 0 0 0,-1-1 0 0 0,1 1 0 0 0,5 2-1 0 0,8 3-3 0 0,-7-4 5 0 0,0-1-1 0 0,19 1 1 0 0,-20-2 0 0 0,1 0 0 0 0,0 1 0 0 0,13 4-1 0 0,15 7 3 0 0,55 17 0 0 0,-77-26 0 0 0,4 1 0 0 0,32 11 0 0 0,-26-6-5 0 0,1-1 0 0 0,45 8-1 0 0,131 27-10 0 0,-160-33 15 0 0,-19-4-2 0 0,30 3 1 0 0,69 13-32 0 0,-110-23 330 0 0,0 0 0 0 0,18-2 0 0 0,8 0 210 0 0,-1-6-216 0 0,-23 5-214 0 0,-13 1-58 0 0,0 1-1 0 0,-1 0 0 0 0,1-1 0 0 0,0 1 0 0 0,0-1 1 0 0,-1 0-1 0 0,1 0 0 0 0,-1 0 0 0 0,1 0 1 0 0,3-5-1 0 0,20-26 112 0 0,-27 31-125 0 0,0 1-1 0 0,0 0 1 0 0,0-1-1 0 0,0 1 1 0 0,0 0-1 0 0,0 0 1 0 0,0 0-1 0 0,0 0 1 0 0,-1 0-1 0 0,1 0 1 0 0,0 0-1 0 0,-1 0 1 0 0,1 0 0 0 0,-3 0-1 0 0,0-2 4 0 0,-97-61 173 0 0,11 28 591 0 0,63 22-433 0 0,1-1 1 0 0,0-1 0 0 0,-42-35-1 0 0,51 36-337 0 0,-1 1 0 0 0,-1 0 0 0 0,-21-11 0 0 0,38 23-36 0 0,0 0 0 0 0,0 0 0 0 0,0 0 0 0 0,0-1 0 0 0,0 1 0 0 0,0 0 0 0 0,1-1 0 0 0,-1 1 1 0 0,1-1-1 0 0,-2-4 0 0 0,-10-15-35 0 0,-18-26 45 0 0,23 34 17 0 0,-1 1 0 0 0,-10-12-1 0 0,-6-6 22 0 0,-31-33 29 0 0,-10-12 315 0 0,58 67-227 0 0,-11-12 272 0 0,-30-28 0 0 0,39 41-343 0 0,0 1 1 0 0,-1 0-1 0 0,0 0 1 0 0,0 1-1 0 0,0 0 1 0 0,-1 1-1 0 0,0 1 1 0 0,0 0-1 0 0,0 0 1 0 0,-20-2-1 0 0,15 2-15 0 0,5 1-27 0 0,0 1-1 0 0,1 0 1 0 0,-1 1 0 0 0,-14 0 0 0 0,14 2-9 0 0</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680"/>
    </inkml:context>
    <inkml:brush xml:id="br0">
      <inkml:brushProperty name="width" value="0.025" units="cm"/>
      <inkml:brushProperty name="height" value="0.025" units="cm"/>
      <inkml:brushProperty name="color" value="#B2626F"/>
    </inkml:brush>
  </inkml:definitions>
  <inkml:trace contextRef="#ctx0" brushRef="#br0">0 1 7936 0 0,'0'0'3536'0'0,"25"9"-2002"0"0,23 15 397 0 0,16 7-1062 0 0,-32-5 48 0 0,-27-21-751 0 0,1 0 0 0 0,0 0-1 0 0,13 7 1 0 0,48 30 751 0 0,-41-25-592 0 0,-21-13-238 0 0,0 0 1 0 0,0-1-1 0 0,1 0 1 0 0,-1 0-1 0 0,12 5 1 0 0,-11-6-7 0 0,3 4 17 0 0,-3-1-39 0 0,-1-2-19 0 0,-1-1 1 0 0,-1-1-11 0 0,22 6 4 0 0,10 9 67 0 0,11 2-19 0 0,3 0-620 0 0,-14-4 60 0 0,10 3 304 0 0,-26-12 70 0 0,71 16-336 0 0,-71-17 227 0 0,35 13 0 0 0,13 3-491 0 0,20 3 122 0 0,9 2 437 0 0,-80-22 128 0 0,2 1 338 0 0,0-2-1 0 0,24 2 1 0 0,-32-4-176 0 0,0 1 0 0 0,0 1 0 0 0,14 3 0 0 0,20 4 267 0 0,-12-6-71 0 0,73 3 334 0 0,-23 1-341 0 0,25-9-175 0 0,-78 2-126 0 0,-26 0-33 0 0</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681"/>
    </inkml:context>
    <inkml:brush xml:id="br0">
      <inkml:brushProperty name="width" value="0.025" units="cm"/>
      <inkml:brushProperty name="height" value="0.025" units="cm"/>
      <inkml:brushProperty name="color" value="#B2626F"/>
    </inkml:brush>
  </inkml:definitions>
  <inkml:trace contextRef="#ctx0" brushRef="#br0">1 197 5120 0 0,'0'0'1454'0'0,"28"5"45"0"0,-24-6-1358 0 0,0 1-1 0 0,0-1 1 0 0,0 0-1 0 0,0 0 1 0 0,-1 0-1 0 0,1 0 1 0 0,0-1-1 0 0,0 1 1 0 0,4-4 0 0 0,21-7 834 0 0,-25 11-933 0 0,0 0 0 0 0,0-1 0 0 0,0 0 0 0 0,-1 1 0 0 0,1-1-1 0 0,-1-1 1 0 0,5-2 0 0 0,-5 2-2 0 0,1 0 0 0 0,-1 1 1 0 0,1 0-1 0 0,0 0 0 0 0,0 0 0 0 0,7-3 0 0 0,-2 3 147 0 0,-1 0 1 0 0,0-1-1 0 0,0-1 0 0 0,-1 1 0 0 0,1-1 0 0 0,-1-1 0 0 0,0 1 0 0 0,13-11 0 0 0,2-1 665 0 0,7-7 135 0 0,-25 20-939 0 0,-1-1 1 0 0,1 0 0 0 0,0 1-1 0 0,0 0 1 0 0,0 0-1 0 0,0 0 1 0 0,1 0-1 0 0,-1 1 1 0 0,1 0 0 0 0,0 0-1 0 0,0 0 1 0 0,-1 0-1 0 0,10-1 1 0 0,18-2 45 0 0,-25 5-89 0 0,0-1 0 0 0,0 0 0 0 0,-1-1 1 0 0,12-3-1 0 0,-13 4 67 0 0,0-1 0 0 0,1 1 0 0 0,-1 1 0 0 0,0-1 0 0 0,0 1 0 0 0,0 0 0 0 0,0 0 0 0 0,1 0 0 0 0,-1 1 0 0 0,0 0 0 0 0,8 2 0 0 0,49 7 1142 0 0,-28-7-988 0 0,-34-3-188 0 0,30 0 458 0 0,-24 0-441 0 0,-1-1 0 0 0,1 1 0 0 0,-1-1 0 0 0,0 0 0 0 0,0 0-1 0 0,1 0 1 0 0,6-4 0 0 0,-2 5-46 0 0,-8 0-9 0 0</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682"/>
    </inkml:context>
    <inkml:brush xml:id="br0">
      <inkml:brushProperty name="width" value="0.025" units="cm"/>
      <inkml:brushProperty name="height" value="0.025" units="cm"/>
      <inkml:brushProperty name="color" value="#B2626F"/>
    </inkml:brush>
  </inkml:definitions>
  <inkml:trace contextRef="#ctx0" brushRef="#br0">87 4 488 0 0,'0'0'1899'0'0,"-23"-3"1543"0"0,-9 30-1142 0 0,31-26-2244 0 0,-1-1 1 0 0,0 1-1 0 0,0 0 0 0 0,1 0 1 0 0,-1 0-1 0 0,0 0 0 0 0,1 0 1 0 0,-1 0-1 0 0,1 1 0 0 0,-1-1 1 0 0,1 0-1 0 0,0 1 0 0 0,0-1 1 0 0,0 1-1 0 0,-1-1 0 0 0,1 1 1 0 0,1 0-1 0 0,-1-1 0 0 0,0 1 0 0 0,0 0 1 0 0,1 0-1 0 0,-1 0 0 0 0,1 0 1 0 0,-1 2-1 0 0,1-4-9 0 0,0 0-5 0 0,0 0 0 0 0,-1 1 0 0 0,1-1 0 0 0,0 1 0 0 0,0-1 0 0 0,0 0 0 0 0,0 1 0 0 0,0-1 0 0 0,0 1 0 0 0,0-1 0 0 0,0 0 0 0 0,0 1 1 0 0,0-1-1 0 0,0 0 0 0 0,0 1 0 0 0,0-1 0 0 0,0 1 0 0 0,0-1 0 0 0,1 0 0 0 0,-1 1 0 0 0,0-1 0 0 0,0 0 0 0 0,0 1 0 0 0,1-1 0 0 0,-1 0 0 0 0,0 1 0 0 0,0-1 0 0 0,1 0 1 0 0,-1 1-1 0 0,1-1 0 0 0,12 14 900 0 0,-4-4-126 0 0,24 16 1458 0 0,40 24-1041 0 0,-66-44-1104 0 0,1-2 0 0 0,0 1-1 0 0,0-1 1 0 0,0 0 0 0 0,16 5 0 0 0,-14-5-24 0 0,0 1-1 0 0,0 0 0 0 0,-1 1 1 0 0,16 11-1 0 0,-23-15-87 0 0,12 6 21 0 0,0 0 0 0 0,0-1 0 0 0,1-1 0 0 0,26 9 0 0 0,-18-7-23 0 0,-18-6-12 0 0,0 0 3 0 0,0-1 1 0 0,0 1 0 0 0,-1-1-1 0 0,1 0 1 0 0,0 0 0 0 0,10 0-1 0 0,-10 0 8 0 0,1 0-1 0 0,-1 1 1 0 0,0-1-1 0 0,1 1 1 0 0,-1 0-1 0 0,0 0 1 0 0,0 1-1 0 0,5 3 1 0 0,-7-4 3 0 0,1 0 1 0 0,0 0 0 0 0,-1-1-1 0 0,1 1 1 0 0,0-1 0 0 0,0 1-1 0 0,-1-1 1 0 0,1 0-1 0 0,0-1 1 0 0,0 1 0 0 0,0-1-1 0 0,0 1 1 0 0,6-2-1 0 0,-10 1-9 0 0,31 6 119 0 0,72 30 375 0 0,-24-8-292 0 0,23-1-113 0 0,-32-7-59 0 0,16 4 12 0 0,-42-21-50 0 0,-35-3 0 0 0,0 1 0 0 0,0 0 0 0 0,0 0 0 0 0,16 4 0 0 0,-4 1 0 0 0,30 4 0 0 0,-33-6 0 0 0,1-1 0 0 0,23 10 0 0 0,-35-12 0 0 0,-1 0 0 0 0,1 0 0 0 0,-1-1 0 0 0,1 0 0 0 0,-1 0 0 0 0,12-2 0 0 0,5 1 0 0 0,47 1 0 0 0,-31-4-1842 0 0,-38 4 1804 0 0</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683"/>
    </inkml:context>
    <inkml:brush xml:id="br0">
      <inkml:brushProperty name="width" value="0.025" units="cm"/>
      <inkml:brushProperty name="height" value="0.025" units="cm"/>
      <inkml:brushProperty name="color" value="#B2626F"/>
    </inkml:brush>
  </inkml:definitions>
  <inkml:trace contextRef="#ctx0" brushRef="#br0">0 42 1496 0 0,'0'0'2183'0'0,"27"-7"-614"0"0,-11 2-1073 0 0,2 0 1 0 0,19-3-1 0 0,-13 5-238 0 0,0 2 1 0 0,34 1-1 0 0,16-8 1164 0 0,33 4-60 0 0,-6 14-897 0 0,24-3 699 0 0,-119-6-1109 0 0,0-1 0 0 0,-1 0 1 0 0,1 0-1 0 0,0-1 0 0 0,-1 0 1 0 0,1 0-1 0 0,-1 0 0 0 0,9-3 0 0 0,-8 4-15 0 0,-1 0-1 0 0,1 0 1 0 0,-1 0-1 0 0,0 1 1 0 0,1-1-1 0 0,-1 2 1 0 0,1-1-1 0 0,-1 0 1 0 0,8 5 0 0 0,7 0 39 0 0,-1 3-8 0 0,-17-7-63 0 0</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684"/>
    </inkml:context>
    <inkml:brush xml:id="br0">
      <inkml:brushProperty name="width" value="0.025" units="cm"/>
      <inkml:brushProperty name="height" value="0.025" units="cm"/>
      <inkml:brushProperty name="color" value="#B2626F"/>
    </inkml:brush>
  </inkml:definitions>
  <inkml:trace contextRef="#ctx0" brushRef="#br0">0 25 2400 0 0,'0'0'1184'0'0,"33"-3"311"0"0,-28 3-1254 0 0,0-1 0 0 0,-1 0 0 0 0,1 0 1 0 0,-1 0-1 0 0,9-3 0 0 0,-9 2-126 0 0,1 1-1 0 0,0-1 0 0 0,-1 1 0 0 0,1 0 1 0 0,10-1-1 0 0,55-3 186 0 0,1 6-77 0 0,-39-1 214 0 0,15 8 1320 0 0,-35-5-1464 0 0,72 8 1526 0 0,-9 7-814 0 0,-36-8-730 0 0,-28-6-201 0 0,1-1 0 0 0,17 3 1 0 0,-1-5 41 0 0,33-2 0 0 0,-12-1-20 0 0,-39 2-86 0 0,0-2 1 0 0,0 1 0 0 0,11-4 0 0 0,-11 3 0 0 0,0 0 0 0 0,0 0 0 0 0,11 1 1 0 0,27-2-9 0 0,16 0 2 0 0,-40 5-5 0 0,-12-2 0 0 0,-1 1 0 0 0,1 0 0 0 0,-1 0 0 0 0,20 6 0 0 0,100 33 0 0 0,-64-18 0 0 0,-65-21 0 0 0</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685"/>
    </inkml:context>
    <inkml:brush xml:id="br0">
      <inkml:brushProperty name="width" value="0.025" units="cm"/>
      <inkml:brushProperty name="height" value="0.025" units="cm"/>
      <inkml:brushProperty name="color" value="#B2626F"/>
    </inkml:brush>
  </inkml:definitions>
  <inkml:trace contextRef="#ctx0" brushRef="#br0">0 248 7136 0 0,'0'0'5348'0'0,"27"-24"-4512"0"0,-20 20-698 0 0,-1 0 1 0 0,1 1 0 0 0,0 0 0 0 0,11-4 0 0 0,17-8 123 0 0,-17 4-55 0 0,-15 8-146 0 0,0 1 0 0 0,1 0 0 0 0,0-1 0 0 0,-1 2 0 0 0,1-1-1 0 0,0 0 1 0 0,8-2 0 0 0,-5 1 44 0 0,1 0 0 0 0,-1-1 1 0 0,0 0-1 0 0,0-1 0 0 0,6-5 0 0 0,-1 2 189 0 0,1 0 0 0 0,-1 1 0 0 0,20-9 0 0 0,36-6 627 0 0,13-7 212 0 0,-64 22-1014 0 0,22-5 212 0 0,52 5 82 0 0,-68 2-247 0 0,-12 2-75 0 0,1 1-1 0 0,0 1 1 0 0,-1 0-1 0 0,24 0 1 0 0,26 8 366 0 0,-48-4-376 0 0,0-2 0 0 0,17 2 0 0 0,24 2 51 0 0,33 6 82 0 0,21 9-15 0 0,-63-6-131 0 0,-35-10-58 0 0,0 0 0 0 0,1-1 0 0 0,18 3 0 0 0,-21-4 2 0 0,-1-1-1 0 0,1 1 1 0 0,11 5 0 0 0,20 4 26 0 0,13-1-23 0 0,-7 5-116 0 0,-37-12-30 0 0,8 3-71 0 0,0 0 0 0 0,19 12 1 0 0,-33-17 179 0 0,-1-1 0 0 0,1 1 0 0 0,-1 1 0 0 0,1-1 0 0 0,-1 0 0 0 0,0 0 0 0 0,0 0 0 0 0,1 1 0 0 0,-1-1 0 0 0,0 1 1 0 0,0-1-1 0 0,0 1 0 0 0,0-1 0 0 0,-1 1 0 0 0,1 0 0 0 0,0-1 0 0 0,-1 1 0 0 0,1 0 0 0 0,-1 0 0 0 0,1-1 0 0 0,-1 1 0 0 0,0 0 0 0 0,0 0 0 0 0,0-1 1 0 0,0 1-1 0 0,0 3 0 0 0,0-2 4 0 0</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686"/>
    </inkml:context>
    <inkml:brush xml:id="br0">
      <inkml:brushProperty name="width" value="0.025" units="cm"/>
      <inkml:brushProperty name="height" value="0.025" units="cm"/>
      <inkml:brushProperty name="color" value="#B2626F"/>
    </inkml:brush>
  </inkml:definitions>
  <inkml:trace contextRef="#ctx0" brushRef="#br0">0 0 11856 0 0,'0'0'0'0'0</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687"/>
    </inkml:context>
    <inkml:brush xml:id="br0">
      <inkml:brushProperty name="width" value="0.025" units="cm"/>
      <inkml:brushProperty name="height" value="0.025" units="cm"/>
      <inkml:brushProperty name="color" value="#B2626F"/>
    </inkml:brush>
  </inkml:definitions>
  <inkml:trace contextRef="#ctx0" brushRef="#br0">0 639 4912 0 0,'0'0'10096'0'0,"33"-15"-10056"0"0,19-29-56 0 0,-47 40 16 0 0,1 0 0 0 0,-1 0 0 0 0,0 0 0 0 0,1 1 0 0 0,9-4 0 0 0,-8 4 0 0 0,-1-1 0 0 0,1 1 0 0 0,-1-1 0 0 0,7-6 0 0 0,24-20 89 0 0,13-12 63 0 0,-31 26-33 0 0,-15 14-81 0 0,-1-1 1 0 0,1 0-1 0 0,-1 0 0 0 0,0 0 1 0 0,0-1-1 0 0,0 1 0 0 0,0-1 1 0 0,0 1-1 0 0,2-6 1 0 0,-1 3 83 0 0,1-1 1 0 0,0 1 0 0 0,0 1 0 0 0,0-1-1 0 0,0 1 1 0 0,1-1 0 0 0,7-4 0 0 0,-2 1 48 0 0,5-3 236 0 0,-12 9-310 0 0,0 0 0 0 0,0 0 0 0 0,-1 0 0 0 0,1 0 0 0 0,-1-1 0 0 0,4-3 0 0 0,-6 4-45 0 0,1 1 0 0 0,0 0-1 0 0,1 0 1 0 0,-1 1 0 0 0,0-1-1 0 0,1 0 1 0 0,-1 1 0 0 0,1-1 0 0 0,-1 1-1 0 0,1 0 1 0 0,-1 0 0 0 0,1 0-1 0 0,0 0 1 0 0,4 0 0 0 0,-4 0-19 0 0,0 1 0 0 0,-1-1 0 0 0,1 0 0 0 0,0 0 0 0 0,0 0 0 0 0,-1 0 0 0 0,1-1 1 0 0,-1 1-1 0 0,1-1 0 0 0,-1 1 0 0 0,0-1 0 0 0,0 0 0 0 0,1 0 0 0 0,1-3 0 0 0,0 0 55 0 0,0-1-1 0 0,0 1 1 0 0,0 0-1 0 0,1 0 1 0 0,0 1-1 0 0,0-1 1 0 0,0 1-1 0 0,0 0 0 0 0,1 1 1 0 0,-1-1-1 0 0,12-4 1 0 0,-11 5-25 0 0,-1 0 1 0 0,0 0 0 0 0,0-1-1 0 0,0 1 1 0 0,-1-1 0 0 0,1 0-1 0 0,-1-1 1 0 0,7-8 0 0 0,11-11 164 0 0,-19 23-215 0 0,-1 0 0 0 0,0 0 0 0 0,1 0 1 0 0,-1 0-1 0 0,1 1 0 0 0,0-1 0 0 0,-1 1 0 0 0,1-1 0 0 0,-1 1 0 0 0,1 0 0 0 0,4 0 0 0 0,17-2 62 0 0,-20 0-59 0 0,0 0-1 0 0,-1 1 1 0 0,1-2-1 0 0,-1 1 1 0 0,1 0 0 0 0,-1-1-1 0 0,1 1 1 0 0,2-5-1 0 0,-3 4-4 0 0,1 0 0 0 0,0 0 0 0 0,-1 0 0 0 0,1 1-1 0 0,5-4 1 0 0,25-5 41 0 0,-27 10-39 0 0,-1-1-1 0 0,0 0 1 0 0,1 0-1 0 0,-1-1 1 0 0,6-3-1 0 0,-6 3-6 0 0,-1 0 1 0 0,1 0-1 0 0,0 1 0 0 0,0-1 1 0 0,0 1-1 0 0,0 1 0 0 0,0-1 1 0 0,0 1-1 0 0,0 0 0 0 0,0 1 1 0 0,1-1-1 0 0,-1 1 0 0 0,9 1 1 0 0,-8-1-7 0 0,-3 0 2 0 0,1-1 0 0 0,0 0-1 0 0,-1 0 1 0 0,1 0 0 0 0,0 0 0 0 0,-1-1-1 0 0,0 0 1 0 0,8-4 0 0 0,-8 4 0 0 0,0 0 0 0 0,1 0 0 0 0,-1 0 0 0 0,1 0 0 0 0,0 1 0 0 0,0 0 0 0 0,-1 0 0 0 0,10-1 0 0 0,18-1 7 0 0,-25 2-7 0 0,1 0 1 0 0,-1 1 0 0 0,1 0 0 0 0,10 1-1 0 0,-6 2-2 0 0,-1 0 0 0 0,0 2 0 0 0,17 8 0 0 0,-26-12 0 0 0,1 1 0 0 0,-1 0 0 0 0,0-1 0 0 0,0 1 0 0 0,0 0 0 0 0,0 0 0 0 0,0 0 0 0 0,0 1 0 0 0,-1-1 0 0 0,1 0 0 0 0,-1 1 0 0 0,0-1 0 0 0,1 1 0 0 0,-1-1 0 0 0,0 1 0 0 0,0 0 0 0 0,-1-1 0 0 0,1 1 0 0 0,-1 0 0 0 0,1 0 0 0 0,-1-1 0 0 0,0 1 0 0 0,0 0 0 0 0,0 0 0 0 0,0 0 0 0 0,0 0 0 0 0,-1-1 0 0 0,1 1 0 0 0,-1 0 0 0 0,0-1 0 0 0,0 1 0 0 0,0 0 0 0 0,0-1 0 0 0,0 1 0 0 0,-1-1 0 0 0,1 1 0 0 0,-1-1 0 0 0,0 0 0 0 0,1 0 0 0 0,-1 0 0 0 0,0 0 0 0 0,0 0 0 0 0,-3 2 0 0 0,-95 61 0 0 0,-22 16 0 0 0,23 3 16 0 0,94-79-11 0 0,1 0 0 0 0,0 1 0 0 0,0-1 0 0 0,0 1 0 0 0,0 0 0 0 0,1 0 0 0 0,0 0 0 0 0,1 0 0 0 0,-3 9 0 0 0,-14 26 17 0 0,17-36-17 0 0,0 0 0 0 0,0 0 0 0 0,0 0 0 0 0,1 0 0 0 0,0 0 0 0 0,0 1-1 0 0,0-1 1 0 0,1 0 0 0 0,0 1 0 0 0,0 9 0 0 0,0-6-3 0 0,0-7-2 0 0</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688"/>
    </inkml:context>
    <inkml:brush xml:id="br0">
      <inkml:brushProperty name="width" value="0.025" units="cm"/>
      <inkml:brushProperty name="height" value="0.025" units="cm"/>
      <inkml:brushProperty name="color" value="#B2626F"/>
    </inkml:brush>
  </inkml:definitions>
  <inkml:trace contextRef="#ctx0" brushRef="#br0">1 266 10656 0 0,'0'0'3648'0'0,"35"-4"-2506"0"0,-21-1-949 0 0,-1 1-1 0 0,1 1 0 0 0,0 0 1 0 0,0 1-1 0 0,0 1 0 0 0,17-1 1 0 0,-27 3-175 0 0,1-1 0 0 0,-1 0 0 0 0,0 0 0 0 0,1 0 0 0 0,-1 0 0 0 0,0-1 0 0 0,0 1 0 0 0,0-1 0 0 0,1 0 0 0 0,-1-1 0 0 0,0 1 0 0 0,0-1 0 0 0,-1 0 0 0 0,1 0 0 0 0,0 0 0 0 0,0 0 0 0 0,-1-1 0 0 0,6-4 0 0 0,-2 1 19 0 0,-1 0 0 0 0,0-1 0 0 0,0 0 0 0 0,-1 0 0 0 0,7-10 0 0 0,26-32 637 0 0,-38 47-633 0 0,1 1 0 0 0,0 0 0 0 0,-1-1 0 0 0,1 1 0 0 0,0-1 0 0 0,-1 1 0 0 0,0-1 0 0 0,1 1 0 0 0,-1-1 0 0 0,0 0 0 0 0,0 1 0 0 0,0-1 0 0 0,0 1-1 0 0,-1-4 1 0 0,1-5 457 0 0,0 10-442 0 0,0-27 608 0 0,-7 6-426 0 0,6 19-194 0 0,1 1 0 0 0,-1-1 1 0 0,0 1-1 0 0,0-1 0 0 0,1 0 0 0 0,-1 0 0 0 0,1 1 0 0 0,0-1 1 0 0,-1 0-1 0 0,1 0 0 0 0,0 0 0 0 0,0 1 0 0 0,1-5 0 0 0,4 1 108 0 0,-5 4-128 0 0</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689"/>
    </inkml:context>
    <inkml:brush xml:id="br0">
      <inkml:brushProperty name="width" value="0.025" units="cm"/>
      <inkml:brushProperty name="height" value="0.025" units="cm"/>
      <inkml:brushProperty name="color" value="#B2626F"/>
    </inkml:brush>
  </inkml:definitions>
  <inkml:trace contextRef="#ctx0" brushRef="#br0">298 1 6128 0 0,'0'0'7145'0'0,"1"17"-6589"0"0,-9 1-519 0 0,7-14-31 0 0,0-1 1 0 0,-1 0 0 0 0,1 0 0 0 0,-1 0-1 0 0,1 0 1 0 0,-1-1 0 0 0,-4 6 0 0 0,-3 8 9 0 0,8-15-14 0 0,1 1 0 0 0,-1-1-1 0 0,1 0 1 0 0,-1 1 0 0 0,1-1-1 0 0,-1 0 1 0 0,0 0 0 0 0,0 0-1 0 0,0 1 1 0 0,1-1-1 0 0,-1 0 1 0 0,0 0 0 0 0,0 0-1 0 0,0 0 1 0 0,-1-1 0 0 0,1 1-1 0 0,0 0 1 0 0,-2 1 0 0 0,1-1 31 0 0,0 0 1 0 0,0 1-1 0 0,1-1 1 0 0,-1 1-1 0 0,1-1 1 0 0,-1 1-1 0 0,1 0 1 0 0,0-1 0 0 0,0 1-1 0 0,0 0 1 0 0,-1 0-1 0 0,2 0 1 0 0,-2 2-1 0 0,-10 15 284 0 0,4-12 190 0 0,0 0 0 0 0,-16 9 0 0 0,-1 1 81 0 0,21-14-391 0 0,0 0 0 0 0,-1-1 0 0 0,0 1 0 0 0,1-1 0 0 0,-1 0 0 0 0,0 0-1 0 0,0-1 1 0 0,-8 2 0 0 0,-2 1 241 0 0,-17 6 533 0 0,-18 5 202 0 0,46-15-1119 0 0</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690"/>
    </inkml:context>
    <inkml:brush xml:id="br0">
      <inkml:brushProperty name="width" value="0.025" units="cm"/>
      <inkml:brushProperty name="height" value="0.025" units="cm"/>
      <inkml:brushProperty name="color" value="#B2626F"/>
    </inkml:brush>
  </inkml:definitions>
  <inkml:trace contextRef="#ctx0" brushRef="#br0">656 8 5224 0 0,'0'0'9853'0'0,"-6"-8"-9188"0"0,-19 11-215 0 0,0 1-1 0 0,-35 11 0 0 0,54-13-414 0 0,1 0 0 0 0,0 1-1 0 0,0 0 1 0 0,0 0 0 0 0,0 0-1 0 0,-5 6 1 0 0,6-5-21 0 0,-1-1 0 0 0,1 0 0 0 0,0 0 1 0 0,-1 0-1 0 0,0 0 0 0 0,1-1 0 0 0,-11 4 0 0 0,11-5-10 0 0,-1 1 0 0 0,1 0 1 0 0,0 0-1 0 0,0 1 0 0 0,0-1 0 0 0,1 1 0 0 0,-1 0 1 0 0,0 0-1 0 0,1 0 0 0 0,0 0 0 0 0,-3 5 0 0 0,-22 16 45 0 0,9-1 48 0 0,4-5 68 0 0,-16 11 669 0 0,18-19-574 0 0,7-6-156 0 0,0 0 1 0 0,0 1-1 0 0,0 0 0 0 0,1 0 1 0 0,-1 1-1 0 0,-8 11 0 0 0,10-11-65 0 0,-1-1-1 0 0,0 0 1 0 0,0-1-1 0 0,0 1 0 0 0,-6 3 1 0 0,-5 5 113 0 0,12-10-114 0 0,0 1 1 0 0,-1 0 0 0 0,0 0 0 0 0,0-1 1 0 0,0 1-1 0 0,-6 2 0 0 0,7-4-24 0 0,0 0 0 0 0,0 1 1 0 0,0-1-1 0 0,0 1 0 0 0,1 0 0 0 0,-1 0 0 0 0,-3 4 0 0 0,-11 8 56 0 0,-36 40 56 0 0,51-52-121 0 0,0 0-1 0 0,0 0 1 0 0,1 1 0 0 0,-1-1 0 0 0,1 1-1 0 0,0-1 1 0 0,-3 6 0 0 0,-3 6 5 0 0,5-8 13 0 0,-1-1 0 0 0,1 1-1 0 0,0 1 1 0 0,1-1 0 0 0,-3 10-1 0 0,4-13-10 0 0,1 0-1 0 0,-1 0 0 0 0,1 1 0 0 0,-1-1 0 0 0,1 0 0 0 0,0 0 1 0 0,1 0-1 0 0,-1 0 0 0 0,1 1 0 0 0,0-1 0 0 0,2 6 0 0 0,19 24 156 0 0,-17-28-149 0 0,0 0 0 0 0,0 0 0 0 0,0-1 0 0 0,0 1 0 0 0,11 6 0 0 0,8 9 61 0 0,-15-14-69 0 0,0-1-1 0 0,1 0 1 0 0,-1 0 0 0 0,2-1 0 0 0,15 6 0 0 0,-22-9-6 0 0,109 39 45 0 0,-100-38-50 0 0,1 0-1 0 0,0 0 1 0 0,-1-1 0 0 0,1-1 0 0 0,0 0 0 0 0,23-2-1 0 0,16-7 1 0 0,58-18 0 0 0,-56 13 0 0 0,-38 8 0 0 0,32-14 0 0 0,-36 13 0 0 0,0 1 0 0 0,1 0 0 0 0,-1 1 0 0 0,18-3 0 0 0,-25 6 0 0 0,1-1 0 0 0,-1 0 0 0 0,0-1 0 0 0,0 1 0 0 0,0-1 0 0 0,-1-1 0 0 0,1 1 0 0 0,0-1 0 0 0,5-5 0 0 0,30-17 0 0 0,-17 17 22 0 0,1 0-1 0 0,30-6 1 0 0,11-4 9 0 0,-30 4-25 0 0,-26 11-4 0 0,-1 0 0 0 0,1 0 0 0 0,0 1 0 0 0,11-2 0 0 0,83-21 14 0 0,-85 22-16 0 0,-1-1 0 0 0,0-1 0 0 0,17-8 0 0 0,21-7 0 0 0,-47 18 0 0 0,13-3 0 0 0,0-2 0 0 0,24-11 0 0 0,-42 17 0 0 0,13-8 0 0 0,1 1 0 0 0,0 1 0 0 0,38-12 0 0 0,-46 17 0 0 0,-1-1 0 0 0,0 0 0 0 0,0 0 0 0 0,11-8 0 0 0,7-3 0 0 0,-1 1 9 0 0,-16 8-1 0 0,0 1 0 0 0,0 0 0 0 0,1 0 0 0 0,0 1 0 0 0,19-4 1 0 0,-21 6 4 0 0,0-1 0 0 0,0 1 0 0 0,0-2 0 0 0,0 1 0 0 0,11-7 0 0 0,-18 10-13 0 0,-2-1 0 0 0</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691"/>
    </inkml:context>
    <inkml:brush xml:id="br0">
      <inkml:brushProperty name="width" value="0.025" units="cm"/>
      <inkml:brushProperty name="height" value="0.025" units="cm"/>
      <inkml:brushProperty name="color" value="#B2626F"/>
    </inkml:brush>
  </inkml:definitions>
  <inkml:trace contextRef="#ctx0" brushRef="#br0">851 1 6224 0 0,'0'0'6160'0'0,"-2"1"-5696"0"0,-8 5 20 0 0,0 0-1 0 0,0-1 1 0 0,-19 7 0 0 0,-26 14 355 0 0,30-11-614 0 0,-65 37-98 0 0,54-33-112 0 0,25-13 7 0 0,0 0 0 0 0,0 0 0 0 0,0-2 0 0 0,-1 1 0 0 0,-15 3 0 0 0,15-5 83 0 0,0 0 1 0 0,0 1-1 0 0,1 0 0 0 0,-14 8 0 0 0,12-7 71 0 0,1 0 0 0 0,-1-1 0 0 0,0-1 0 0 0,-22 3 0 0 0,10-1 88 0 0,16-2-90 0 0,0 0 0 0 0,-1 0 0 0 0,2 1 0 0 0,-12 7 0 0 0,4-3 20 0 0,7-3-75 0 0,0-1 0 0 0,-1 0-1 0 0,1-1 1 0 0,-1 0 0 0 0,-12 2-1 0 0,-62 16 396 0 0,76-19-472 0 0,0 1 1 0 0,0-1-1 0 0,0 1 0 0 0,0 1 1 0 0,-11 7-1 0 0,16-9-19 0 0,0 0 0 0 0,0 0-1 0 0,0 1 1 0 0,0 0 0 0 0,0 0-1 0 0,1-1 1 0 0,-1 1 0 0 0,1 1-1 0 0,0-1 1 0 0,0 0 0 0 0,-3 7-1 0 0,6-9-14 0 0,-1 0 0 0 0,1 0 0 0 0,-1 0 0 0 0,1 0 0 0 0,0 0 0 0 0,-1 0 1 0 0,1-1-1 0 0,0 1 0 0 0,0 0 0 0 0,0 0 0 0 0,-1 0 0 0 0,1-1 0 0 0,0 1 0 0 0,0 0 0 0 0,0-1 0 0 0,0 1 0 0 0,0-1 0 0 0,0 1 0 0 0,0-1 0 0 0,0 0 0 0 0,0 1 0 0 0,1-1 0 0 0,-1 0 0 0 0,2 0 0 0 0,34 4 192 0 0,-24-3-217 0 0,65 4 241 0 0,29 3 56 0 0,-66-1-20 0 0,76 3 0 0 0,-40 0-114 0 0,-58-9-118 0 0,0 1 0 0 0,26 5 0 0 0,-15-1-2 0 0,74 10 45 0 0,-30 7-38 0 0,-48-14-33 0 0,-23-8 0 0 0</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692"/>
    </inkml:context>
    <inkml:brush xml:id="br0">
      <inkml:brushProperty name="width" value="0.025" units="cm"/>
      <inkml:brushProperty name="height" value="0.025" units="cm"/>
      <inkml:brushProperty name="color" value="#B2626F"/>
    </inkml:brush>
  </inkml:definitions>
  <inkml:trace contextRef="#ctx0" brushRef="#br0">1 112 10848 0 0,'0'0'2294'0'0,"27"-5"36"0"0,27 0-1611 0 0,-41 3-505 0 0,0 0 0 0 0,0 1 0 0 0,14 1 0 0 0,-15 0-214 0 0,0-1 0 0 0,-1 0 0 0 0,1 0 0 0 0,17-5 0 0 0,-16 3 0 0 0,0 0 0 0 0,27-1 0 0 0,15-5 48 0 0,-46 8-21 0 0,0 0-1 0 0,0 0 0 0 0,15-5 0 0 0,23-3 103 0 0,9 4 101 0 0,-31 3-114 0 0,37-1-1 0 0,-54 4-102 0 0,-5-1-8 0 0,-1 1-1 0 0,1-1 1 0 0,0 0 0 0 0,0 0-1 0 0,0 0 1 0 0,0 0 0 0 0,0-1 0 0 0,0 1-1 0 0,0-1 1 0 0,0 0 0 0 0,0 0-1 0 0,-1 0 1 0 0,1 0 0 0 0,0 0-1 0 0,3-3 1 0 0,1 0 5 0 0,1 1 0 0 0,-1 1 0 0 0,1-1-1 0 0,-1 1 1 0 0,1 0 0 0 0,0 1 0 0 0,0 0 0 0 0,0 0-1 0 0,10 1 1 0 0,5-2 4 0 0,82-6 241 0 0,-75 6-37 0 0,1 1 0 0 0,0 2 1 0 0,54 7-1 0 0,53 0 401 0 0,-80-8-121 0 0,-45-1-429 0 0,0 1 0 0 0,0 0-1 0 0,22 3 1 0 0,-21 1-4 0 0,3-1 28 0 0,33 4 0 0 0,3 2-52 0 0,-27-4-28 0 0,21-1-37 0 0,-36-5 16 0 0,0 2 0 0 0,0 0 0 0 0,14 3 0 0 0,32 5-8 0 0,-50-8 16 0 0,0 0 0 0 0,0 1 0 0 0,0 1 0 0 0,8 2 0 0 0,-9-2 0 0 0,1 0 0 0 0,0-1 0 0 0,0 0 0 0 0,8 1 0 0 0,-1-2-2 0 0,-1 1-1 0 0,0 1 0 0 0,0 0 1 0 0,0 1-1 0 0,0 0 0 0 0,0 1 1 0 0,-1 0-1 0 0,22 13 0 0 0,-31-16-10 0 0,-1-1 10 0 0</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693"/>
    </inkml:context>
    <inkml:brush xml:id="br0">
      <inkml:brushProperty name="width" value="0.025" units="cm"/>
      <inkml:brushProperty name="height" value="0.025" units="cm"/>
      <inkml:brushProperty name="color" value="#B2626F"/>
    </inkml:brush>
  </inkml:definitions>
  <inkml:trace contextRef="#ctx0" brushRef="#br0">251 1 96 0 0,'0'0'16'0'0,"-31"8"424"0"0,27-8-373 0 0,0 0 0 0 0,0 1-1 0 0,1 0 1 0 0,-1 0 0 0 0,0 0 0 0 0,-6 3-1 0 0,7-2 46 0 0,-1-1 0 0 0,0 0 0 0 0,0 1-1 0 0,0-1 1 0 0,-1-1 0 0 0,-7 2-1 0 0,4-2 540 0 0,-1 1 1 0 0,1 0-1 0 0,-1 1 0 0 0,1 0 0 0 0,0 0 1 0 0,-13 6-1 0 0,2-3 452 0 0,-6 2-348 0 0,23-6-693 0 0,0 0-1 0 0,0 0 0 0 0,0 0 0 0 0,0 1 0 0 0,1-1 0 0 0,-1 0 0 0 0,0 1 0 0 0,1 0 0 0 0,-1-1 0 0 0,1 1 1 0 0,0 0-1 0 0,-1 0 0 0 0,-1 4 0 0 0,0-1 18 0 0,2-4-18 0 0,0 0 1 0 0,1 1-1 0 0,-1-1 0 0 0,0 0 0 0 0,0 1 1 0 0,1-1-1 0 0,-1 0 0 0 0,1 1 0 0 0,-1-1 1 0 0,1 1-1 0 0,0-1 0 0 0,0 1 0 0 0,0-1 1 0 0,-1 1-1 0 0,1-1 0 0 0,0 1 0 0 0,1 1 1 0 0,0-1-18 0 0,-1-1 0 0 0,1 0 0 0 0,0 1 0 0 0,0-1 0 0 0,0 0 0 0 0,1 1 0 0 0,-1-1 0 0 0,0 0 0 0 0,0 0 0 0 0,1 0 1 0 0,-1 0-1 0 0,0 0 0 0 0,1 0 0 0 0,-1 0 0 0 0,1-1 0 0 0,1 2 0 0 0,20 7 438 0 0,9 4 57 0 0,-27-9-360 0 0,0-1 0 0 0,0 0 0 0 0,1 0 0 0 0,-1 0 0 0 0,1-1 0 0 0,0 1 0 0 0,-1-1 0 0 0,9 1 0 0 0,23 6 1177 0 0,20 1-360 0 0,-23-3-792 0 0,-21-4-170 0 0,-1-1-1 0 0,1 1 0 0 0,18-1 0 0 0,-18-1-32 0 0,1 0 0 0 0,-1 1 0 0 0,0 1 0 0 0,0 0 1 0 0,18 7-1 0 0,-12-3-27 0 0,28 4 0 0 0,-38-9 21 0 0,11 1-9 0 0,37 2 0 0 0,-54-4 14 0 0,1 0 0 0 0,0-1 0 0 0,-1 1 0 0 0,1 1 0 0 0,-1-1 0 0 0,0 0 0 0 0,5 3 0 0 0,16 6 0 0 0,44 8 1 0 0,-53-12-21 0 0,0-2-1 0 0,0 0 1 0 0,1 0-1 0 0,0-2 1 0 0,20 2-1 0 0,-5-3 4 0 0,-23-1 10 0 0,0 1 0 0 0,0-1 0 0 0,0 0 0 0 0,0-1 0 0 0,0 0 0 0 0,0 0-1 0 0,0 0 1 0 0,0-1 0 0 0,11-5 0 0 0,76-28-55 0 0,-89 34 42 0 0,0 0 0 0 0,0 1 1 0 0,1 0-1 0 0,-1 0 1 0 0,1 0-1 0 0,-1 1 1 0 0,0-1-1 0 0,1 2 1 0 0,9 2-1 0 0,-7-2-16 0 0,6 3-14 0 0,0 0 0 0 0,0 1 0 0 0,0 1 1 0 0,-1 1-1 0 0,0 0 0 0 0,18 13 0 0 0,-11-7-119 0 0,34 17 0 0 0,-49-28 45 0 0,0-1 1 0 0,1 0-1 0 0,-1 0 0 0 0,1 0 1 0 0,-1-1-1 0 0,12 1 1 0 0,48 6-715 0 0,-20-6 634 0 0,-29 0 160 0 0,0-1 0 0 0,23-3 0 0 0,24-1 395 0 0,-42 2 51 0 0,-1 0 0 0 0,41-9 1 0 0,-19 2-200 0 0,1 2 0 0 0,-1 2 0 0 0,81 3 0 0 0,-77 1-145 0 0,-18-5 24 0 0,-27 5-66 0 0</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694"/>
    </inkml:context>
    <inkml:brush xml:id="br0">
      <inkml:brushProperty name="width" value="0.025" units="cm"/>
      <inkml:brushProperty name="height" value="0.025" units="cm"/>
      <inkml:brushProperty name="color" value="#B2626F"/>
    </inkml:brush>
  </inkml:definitions>
  <inkml:trace contextRef="#ctx0" brushRef="#br0">1299 0 3408 0 0,'0'0'2089'0'0,"-30"2"-448"0"0,-42-2-1098 0 0,51 3-417 0 0,12-2-89 0 0,1 0 0 0 0,-1 0 0 0 0,-13-1-1 0 0,20-1 6 0 0,-7 0 153 0 0,1 0 1 0 0,-1 1-1 0 0,1-1 0 0 0,0 2 1 0 0,-1-1-1 0 0,1 1 1 0 0,0 0-1 0 0,-10 3 0 0 0,5 0 186 0 0,1-1-1 0 0,-1-1 1 0 0,0-1 0 0 0,0 1-1 0 0,0-2 1 0 0,-18-1-1 0 0,6 1 196 0 0,-12 8 270 0 0,14-2-629 0 0,-11 4 139 0 0,27-7-293 0 0,0-1 0 0 0,0 0-1 0 0,0 0 1 0 0,-11 1-1 0 0,5-1 58 0 0,0 0 1 0 0,-21 7-1 0 0,-9 1 191 0 0,38-9-270 0 0,0 1 0 0 0,-1 0 0 0 0,1 0-1 0 0,0 0 1 0 0,1 0 0 0 0,-1 1 0 0 0,0 0 0 0 0,-7 6 0 0 0,-19 9 339 0 0,-26 8-39 0 0,17-7-46 0 0,-3 12 1009 0 0,38-30-1196 0 0,1 1-1 0 0,-1-1 1 0 0,1 0-1 0 0,-1 0 1 0 0,-7 1-1 0 0,-15 3 137 0 0,21-4-190 0 0,1 1 0 0 0,-1-2 0 0 0,0 1 0 0 0,0-1 0 0 0,0 0 0 0 0,0 0-1 0 0,-7-1 1 0 0,7 0-20 0 0,-1 0 1 0 0,1 1-1 0 0,0 0 0 0 0,0 0 0 0 0,0 1 0 0 0,0 0 0 0 0,-8 2 0 0 0,3 1 40 0 0,1 1 0 0 0,0 0 0 0 0,0 0 0 0 0,-12 10 0 0 0,13-8-19 0 0,0-1-1 0 0,-1-1 0 0 0,0 1 0 0 0,-13 4 1 0 0,-29 15 135 0 0,29-13-87 0 0,18-9-74 0 0,1 0 0 0 0,-1 0-1 0 0,1 1 1 0 0,-1 0 0 0 0,-4 5 0 0 0,5-5 4 0 0,0 0 0 0 0,0 0 0 0 0,0 0 0 0 0,-1-1 0 0 0,-6 5 0 0 0,6-4 93 0 0,4-4-110 0 0</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695"/>
    </inkml:context>
    <inkml:brush xml:id="br0">
      <inkml:brushProperty name="width" value="0.025" units="cm"/>
      <inkml:brushProperty name="height" value="0.025" units="cm"/>
      <inkml:brushProperty name="color" value="#B2626F"/>
    </inkml:brush>
  </inkml:definitions>
  <inkml:trace contextRef="#ctx0" brushRef="#br0">841 421 4416 0 0,'0'0'8680'0'0,"31"-16"-7658"0"0,11-7-540 0 0,-31 19-479 0 0,-6 3 1 0 0,0-1 0 0 0,0 1 0 0 0,0-2 0 0 0,0 1 0 0 0,0 0 0 0 0,-1-1-1 0 0,1 0 1 0 0,6-5 0 0 0,-6 3-18 0 0,0 0-1 0 0,0 0 0 0 0,0 1 1 0 0,9-5-1 0 0,-8 5 1 0 0,0 0 0 0 0,0 0 0 0 0,-1-1-1 0 0,9-9 1 0 0,-9 11 10 0 0,-1 0 0 0 0,1 0 1 0 0,-1 0-1 0 0,1 0 0 0 0,0 1 0 0 0,0 0 0 0 0,0 0 0 0 0,0 0 0 0 0,1 0 0 0 0,-1 1 0 0 0,6-1 1 0 0,2-1 62 0 0,0-1 0 0 0,-1 0 1 0 0,1-1-1 0 0,11-6 1 0 0,39-26 612 0 0,-61 36-654 0 0,0-1 1 0 0,0 0-1 0 0,0 1 0 0 0,0-1 1 0 0,-1 0-1 0 0,1 0 1 0 0,0 0-1 0 0,1-3 0 0 0,12-12 54 0 0,-14 17-67 0 0,2-2 29 0 0,0 0-1 0 0,-1 0 1 0 0,1 0 0 0 0,-1 0 0 0 0,1 0 0 0 0,-1 0 0 0 0,0-1-1 0 0,0 1 1 0 0,0-1 0 0 0,0 0 0 0 0,2-4 0 0 0,-4 6-6 0 0,0-1 0 0 0,-1 1 0 0 0,1-1 0 0 0,0 1 0 0 0,-1-1 0 0 0,1 1 0 0 0,-1 0 0 0 0,0-1 0 0 0,1 1 0 0 0,-1 0 0 0 0,0 0 0 0 0,0-1 0 0 0,0 1 0 0 0,0 0 0 0 0,0 0 0 0 0,-2-2 0 0 0,-17-16 689 0 0,16 16-687 0 0,1 0-1 0 0,-1 0 1 0 0,0 1-1 0 0,0-1 1 0 0,0 1-1 0 0,-1 0 1 0 0,1 0-1 0 0,0 0 1 0 0,-1 0-1 0 0,1 1 1 0 0,-1 0-1 0 0,0 0 1 0 0,-5 0-1 0 0,-76-16-227 0 0,42 11 57 0 0,14 2 55 0 0,-37-1-1 0 0,43 4 71 0 0,1-2 0 0 0,0 0-1 0 0,-25-8 1 0 0,33 8 6 0 0,-1 1-1 0 0,0 1 1 0 0,1 1-1 0 0,-19 1 1 0 0,0 0-1 0 0,-175-10-253 0 0,203 10 179 0 0,0 0-1 0 0,1 0 1 0 0,-1 1-1 0 0,0-1 1 0 0,1 1-1 0 0,-8 4 1 0 0,-15 4-135 0 0,15-6 181 0 0,0 0 1 0 0,1 1-1 0 0,0 0 1 0 0,0 1-1 0 0,0 1 1 0 0,-12 8 0 0 0,10-7 20 0 0,-1 0 1 0 0,-25 9 0 0 0,-16 8-19 0 0,43-17 43 0 0,-1 0 1 0 0,1 1 0 0 0,1 1-1 0 0,-12 10 1 0 0,2 0 179 0 0,12-11 224 0 0,1 1-1 0 0,-12 14 1 0 0,-30 47 994 0 0,28-23-114 0 0,20-43-1218 0 0,0-1-1 0 0,0 0 1 0 0,1 1 0 0 0,0 0 0 0 0,0-1 0 0 0,0 1 0 0 0,-1 8-1 0 0,3-12-64 0 0</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696"/>
    </inkml:context>
    <inkml:brush xml:id="br0">
      <inkml:brushProperty name="width" value="0.025" units="cm"/>
      <inkml:brushProperty name="height" value="0.025" units="cm"/>
      <inkml:brushProperty name="color" value="#B2626F"/>
    </inkml:brush>
  </inkml:definitions>
  <inkml:trace contextRef="#ctx0" brushRef="#br0">1 0 7328 0 0,'0'0'3208'0'0,"4"33"-1860"0"0,-5 10-1177 0 0,1-21 15 0 0,0-22-107 0 0</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697"/>
    </inkml:context>
    <inkml:brush xml:id="br0">
      <inkml:brushProperty name="width" value="0.025" units="cm"/>
      <inkml:brushProperty name="height" value="0.025" units="cm"/>
      <inkml:brushProperty name="color" value="#B2626F"/>
    </inkml:brush>
  </inkml:definitions>
  <inkml:trace contextRef="#ctx0" brushRef="#br0">1 1 2704 0 0,'0'0'6264'0'0,"29"14"-5423"0"0,-19-11-636 0 0,0-1 0 0 0,0-1 0 0 0,0 0-1 0 0,1 0 1 0 0,-1-1 0 0 0,13-1 0 0 0,-9 1 20 0 0,0 0 0 0 0,22 2 0 0 0,1 8 351 0 0,-7-11-238 0 0,-17 0-166 0 0,1 1 0 0 0,-1 1 0 0 0,1 0 1 0 0,14 3-1 0 0,55 7 583 0 0,-68-10-690 0 0,-11 0-52 0 0,-1-1-1 0 0,1 0 0 0 0,-1 1 0 0 0,0 0 0 0 0,1 0 0 0 0,-1 0 0 0 0,4 2 0 0 0,11 1 378 0 0</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698"/>
    </inkml:context>
    <inkml:brush xml:id="br0">
      <inkml:brushProperty name="width" value="0.025" units="cm"/>
      <inkml:brushProperty name="height" value="0.025" units="cm"/>
      <inkml:brushProperty name="color" value="#B2626F"/>
    </inkml:brush>
  </inkml:definitions>
  <inkml:trace contextRef="#ctx0" brushRef="#br0">0 1 6128 0 0,'0'0'1985'0'0,"26"10"-1053"0"0,41-1-79 0 0,6 3-351 0 0,-29-9 156 0 0,-8 0 38 0 0,37 3 1718 0 0,-33-1-1316 0 0,-28-4-804 0 0,0 0-1 0 0,-1 1 1 0 0,16 4 0 0 0,-20-2-114 0 0,-6-3-154 0 0</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699"/>
    </inkml:context>
    <inkml:brush xml:id="br0">
      <inkml:brushProperty name="width" value="0.025" units="cm"/>
      <inkml:brushProperty name="height" value="0.025" units="cm"/>
      <inkml:brushProperty name="color" value="#B2626F"/>
    </inkml:brush>
  </inkml:definitions>
  <inkml:trace contextRef="#ctx0" brushRef="#br0">0 66 96 0 0,'0'0'5898'0'0,"33"-7"-4747"0"0,-18 4-745 0 0,0 1-1 0 0,1 0 1 0 0,20 1 0 0 0,54-3 2232 0 0,-86 4-2371 0 0,1-1-1 0 0,-1 1 0 0 0,1-1 1 0 0,-1 0-1 0 0,0-1 0 0 0,7-2 0 0 0,-7 2-108 0 0,1 0 1 0 0,-1 1-1 0 0,0 0 0 0 0,1 0 0 0 0,-1 0 0 0 0,8-1 0 0 0,73-5 1047 0 0,14-6-829 0 0,-69 9-336 0 0,-26 3-32 0 0,1 0 0 0 0,0 0 0 0 0,-1 1 1 0 0,1-1-1 0 0,0 1 0 0 0,-1 0 0 0 0,7 2 1 0 0,26-1 18 0 0,-32-1-20 0 0,1-1 0 0 0,-1 1 0 0 0,0 1-1 0 0,0-1 1 0 0,0 1 0 0 0,0 0 0 0 0,0 0 0 0 0,10 3 0 0 0,-6-2 927 0 0</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00"/>
    </inkml:context>
    <inkml:brush xml:id="br0">
      <inkml:brushProperty name="width" value="0.025" units="cm"/>
      <inkml:brushProperty name="height" value="0.025" units="cm"/>
      <inkml:brushProperty name="color" value="#B2626F"/>
    </inkml:brush>
  </inkml:definitions>
  <inkml:trace contextRef="#ctx0" brushRef="#br0">1 207 96 0 0,'0'0'7896'0'0,"33"1"-5614"0"0,10-17-1114 0 0,-30 10-1030 0 0,-1 1 0 0 0,1 1-1 0 0,14-3 1 0 0,-9 5 216 0 0,-1-2 1 0 0,0 0-1 0 0,0 0 1 0 0,0-2-1 0 0,28-13 1 0 0,-31 12 237 0 0,0 0 0 0 0,0 1 0 0 0,0 1-1 0 0,19-5 1 0 0,-27 8-431 0 0,48-14 497 0 0,-40 10-471 0 0,-11 5-169 0 0,1 0-1 0 0,-1-1 1 0 0,0 1 0 0 0,0-1-1 0 0,0 0 1 0 0,4-3 0 0 0,29-28 147 0 0,-35 32-152 0 0,0 0 0 0 0,1-1 0 0 0,-1 1 0 0 0,0 0 0 0 0,1 0 0 0 0,0 0 0 0 0,-1 0 0 0 0,1 1 0 0 0,-1-1 0 0 0,1 0 0 0 0,0 1 0 0 0,0-1-1 0 0,-1 1 1 0 0,1 0 0 0 0,3-1 0 0 0,16-5 148 0 0,-19 5-155 0 0,2-2 34 0 0,-6 2-13 0 0,1 1-27 0 0</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01"/>
    </inkml:context>
    <inkml:brush xml:id="br0">
      <inkml:brushProperty name="width" value="0.025" units="cm"/>
      <inkml:brushProperty name="height" value="0.025" units="cm"/>
      <inkml:brushProperty name="color" value="#B2626F"/>
    </inkml:brush>
  </inkml:definitions>
  <inkml:trace contextRef="#ctx0" brushRef="#br0">38 1 192 0 0,'0'0'1455'0'0,"-20"10"73"0"0,18-8-1428 0 0,0 0 1 0 0,1 0 0 0 0,-1 0 0 0 0,1 0 0 0 0,0 0 0 0 0,-1 0 0 0 0,1 1 0 0 0,0-1 0 0 0,0 0 0 0 0,0 1 0 0 0,1-1 0 0 0,-1 1 0 0 0,1-1 0 0 0,-1 1-1 0 0,1-1 1 0 0,0 1 0 0 0,0 0 0 0 0,0-1 0 0 0,0 1 0 0 0,0-1 0 0 0,1 1 0 0 0,-1-1 0 0 0,1 1 0 0 0,0-1 0 0 0,-1 1 0 0 0,1-1 0 0 0,0 0 0 0 0,0 1-1 0 0,1-1 1 0 0,-1 0 0 0 0,0 0 0 0 0,4 4 0 0 0,34 44 876 0 0,-34-45-718 0 0,0 1 0 0 0,0 0-1 0 0,-1 0 1 0 0,1 0 0 0 0,-1 0-1 0 0,-1 1 1 0 0,6 11 0 0 0,-6-13-119 0 0,0 0 1 0 0,0 0 0 0 0,0-1-1 0 0,1 0 1 0 0,-1 1 0 0 0,1-1 0 0 0,0 0-1 0 0,1-1 1 0 0,4 4 0 0 0,20 20 490 0 0,-25-22-514 0 0,1-1 0 0 0,0 1 0 0 0,0-1 0 0 0,0-1 0 0 0,0 1 0 0 0,11 5 0 0 0,14 9 540 0 0,3-1 369 0 0,-28-15-961 0 0,1 0-1 0 0,0 1 1 0 0,-1 0-1 0 0,1 0 1 0 0,7 6 0 0 0,-7-2-7 0 0,1 1 1 0 0,-1-1-1 0 0,0 1 0 0 0,0 0 1 0 0,-1 1-1 0 0,5 10 1 0 0,-5-12-42 0 0,0 1 1 0 0,0-1 0 0 0,0 0-1 0 0,12 12 1 0 0,-4-1 90 0 0,-12-16-89 0 0,0 0 0 0 0,1 1-1 0 0,-1-1 1 0 0,1 0 0 0 0,-1 0 0 0 0,1 0 0 0 0,0 0-1 0 0,2 2 1 0 0,24 28 216 0 0,8-5-135 0 0,-26-21-89 0 0,-6-4-4 0 0,0 0 0 0 0,1-1 1 0 0,-1 0-1 0 0,1 0 0 0 0,-1 0 1 0 0,1 0-1 0 0,-1 0 0 0 0,9-1 1 0 0,16 3 32 0 0,-25-2 10 0 0,1 0-1 0 0,-1-1 1 0 0,1 0 0 0 0,-1 0-1 0 0,1-1 1 0 0,-1 1-1 0 0,1-1 1 0 0,-1 0 0 0 0,1 0-1 0 0,-1 0 1 0 0,0-1-1 0 0,0 0 1 0 0,5-2 0 0 0,-4 2 81 0 0,1 0 1 0 0,-1 0-1 0 0,1 0 0 0 0,0 1 1 0 0,0-1-1 0 0,10 0 1 0 0,8-1 158 0 0,-20 2-265 0 0,0 0-1 0 0,-1 1 1 0 0,1-1 0 0 0,0 1 0 0 0,0 0-1 0 0,0 0 1 0 0,5 1 0 0 0,-5 0-24 0 0,1 0 1 0 0,0 0-1 0 0,-1 0 1 0 0,1 1-1 0 0,-1-1 1 0 0,0 1 0 0 0,1 0-1 0 0,-1 1 1 0 0,0-1-1 0 0,0 1 1 0 0,0 0-1 0 0,0-1 1 0 0,-1 2-1 0 0,1-1 1 0 0,-1 0-1 0 0,0 1 1 0 0,0 0-1 0 0,0-1 1 0 0,4 8-1 0 0,15 20-30 0 0,-12-19 28 0 0,-4-5 75 0 0,-1-1 0 0 0,2 0 0 0 0,-1-1 0 0 0,0 0 0 0 0,1 0 0 0 0,14 8 0 0 0,48 21 151 0 0,-63-31-232 0 0,9 2 39 0 0,1 0 1 0 0,-1-1-1 0 0,31 5 1 0 0,-30-7-11 0 0,6 1 119 0 0,0 0 0 0 0,0-2-1 0 0,0 0 1 0 0,0-2 0 0 0,37-5 0 0 0,86-11 307 0 0,-55 2 171 0 0,-51 3-322 0 0,-24 7-77 0 0,0 0 1 0 0,25-4-1 0 0,-31 7-220 0 0,-1 1 0 0 0,1-1 0 0 0,-1-1 0 0 0,0 0 0 0 0,0 0 0 0 0,14-8 0 0 0,-20 10 0 0 0</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02"/>
    </inkml:context>
    <inkml:brush xml:id="br0">
      <inkml:brushProperty name="width" value="0.025" units="cm"/>
      <inkml:brushProperty name="height" value="0.025" units="cm"/>
      <inkml:brushProperty name="color" value="#B2626F"/>
    </inkml:brush>
  </inkml:definitions>
  <inkml:trace contextRef="#ctx0" brushRef="#br0">0 1 11048 0 0,'0'0'3460'0'0,"17"3"-3194"0"0,-7 4-284 0 0,0 0 0 0 0,0-1 0 0 0,0 0-1 0 0,0-1 1 0 0,19 6 0 0 0,16 4-430 0 0,17-2-65 0 0,-50-10 484 0 0,0 0 1 0 0,0 1-1 0 0,0 0 0 0 0,15 9 1 0 0,-19-9 242 0 0,0 0 0 0 0,0 0 0 0 0,14 3 0 0 0,-11-3 319 0 0,33 9 125 0 0,8 3-354 0 0,-38-12-150 0 0,-1-1 1 0 0,0-1 0 0 0,1 0 0 0 0,23-1 0 0 0,-33 4 78 0 0</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03"/>
    </inkml:context>
    <inkml:brush xml:id="br0">
      <inkml:brushProperty name="width" value="0.025" units="cm"/>
      <inkml:brushProperty name="height" value="0.025" units="cm"/>
      <inkml:brushProperty name="color" value="#B2626F"/>
    </inkml:brush>
  </inkml:definitions>
  <inkml:trace contextRef="#ctx0" brushRef="#br0">0 1024 296 0 0,'0'0'105'0'0,"3"7"1575"0"0,1-9-1559 0 0,0-1 0 0 0,0 0 0 0 0,0 0 0 0 0,-1 0 0 0 0,0 0 0 0 0,1 0 0 0 0,-1-1 0 0 0,0 0 0 0 0,4-7 0 0 0,-2 4 20 0 0,14-17 666 0 0,22-23 1 0 0,-33 38-566 0 0,-1 4 193 0 0,-1-2 1 0 0,0 1-1 0 0,0-1 0 0 0,0 0 0 0 0,-1 0 1 0 0,7-13-1 0 0,19-45 1146 0 0,-28 59-1360 0 0,-1 0 0 0 0,0-1 0 0 0,0 1 0 0 0,2-13 0 0 0,-3 18-187 0 0,30-124 1627 0 0,-18 74-1318 0 0,-7 23-80 0 0,15-42-1 0 0,-17 59-184 0 0,0-1 0 0 0,-1-1 0 0 0,0 1-1 0 0,1-23 1 0 0,12-18 82 0 0,-12-4 58 0 0,0-20 131 0 0,-8 2 390 0 0,3 71-651 0 0,0 0 1 0 0,-1-1 0 0 0,1 1 0 0 0,-1 0-1 0 0,-3-6 1 0 0,-5-19 212 0 0,8 23-160 0 0,-1 0 0 0 0,0 1 1 0 0,0-1-1 0 0,0 1 0 0 0,0-1 1 0 0,-1 1-1 0 0,0 0 0 0 0,-7-7 1 0 0,11 11-96 0 0</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04"/>
    </inkml:context>
    <inkml:brush xml:id="br0">
      <inkml:brushProperty name="width" value="0.025" units="cm"/>
      <inkml:brushProperty name="height" value="0.025" units="cm"/>
      <inkml:brushProperty name="color" value="#B2626F"/>
    </inkml:brush>
  </inkml:definitions>
  <inkml:trace contextRef="#ctx0" brushRef="#br0">0 1039 8136 0 0,'0'0'4216'0'0,"24"14"-3992"0"0,-23-14-228 0 0,0 0 0 0 0,1 0 0 0 0,-1 0 1 0 0,0 0-1 0 0,0 0 0 0 0,0 0 1 0 0,0 0-1 0 0,0 0 0 0 0,1 0 0 0 0,-1-1 1 0 0,0 1-1 0 0,0-1 0 0 0,0 1 1 0 0,0 0-1 0 0,0-1 0 0 0,0 0 0 0 0,0 1 1 0 0,0-1-1 0 0,0 0 0 0 0,0 1 0 0 0,0-1 1 0 0,-1 0-1 0 0,1 0 0 0 0,0 0 1 0 0,0 0-1 0 0,0-1 0 0 0,16-32-174 0 0,-5 10 105 0 0,29-40-127 0 0,-35 52 221 0 0,10-16 360 0 0,23-55-1 0 0,-39 81-366 0 0,48-116 1588 0 0,-17 36-1007 0 0,-24 65-544 0 0,-5 11-23 0 0,0 1 1 0 0,0-1 0 0 0,1 1-1 0 0,0-1 1 0 0,6-9 0 0 0,-5 9 7 0 0,0 0 0 0 0,0-1 0 0 0,-1 1 1 0 0,3-11-1 0 0,4-5 31 0 0,30-55-98 0 0,-19 26 22 0 0,26-43 726 0 0,-46 90-712 0 0,0 0 0 0 0,0 0 1 0 0,0 0-1 0 0,-1 0 0 0 0,1 0 0 0 0,-1 0 1 0 0,0-5-1 0 0,1-15 10 0 0,1 12-1 0 0,-1-1 0 0 0,0 1 0 0 0,0-1 0 0 0,-1 0 0 0 0,-1 1 0 0 0,-2-13 0 0 0,0 14 117 0 0,0 1 1 0 0,-2 0-1 0 0,1 0 1 0 0,-1 0-1 0 0,-9-13 1 0 0,12 20-90 0 0,-5-4 134 0 0,6 6-152 0 0</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05"/>
    </inkml:context>
    <inkml:brush xml:id="br0">
      <inkml:brushProperty name="width" value="0.025" units="cm"/>
      <inkml:brushProperty name="height" value="0.025" units="cm"/>
      <inkml:brushProperty name="color" value="#B2626F"/>
    </inkml:brush>
  </inkml:definitions>
  <inkml:trace contextRef="#ctx0" brushRef="#br0">0 666 3616 0 0,'0'0'5624'0'0,"5"-18"-5591"0"0,2 6-12 0 0,-1-1 0 0 0,-1-1 0 0 0,6-17 0 0 0,-2 5 38 0 0,-1-2-3 0 0,-4 15 123 0 0,0 1-1 0 0,1-1 1 0 0,9-16-1 0 0,4-5 1008 0 0,-13 23-807 0 0,0 1 0 0 0,1-1 0 0 0,9-12 0 0 0,4-11 547 0 0,-2 3-452 0 0,-14 25-396 0 0,1 0 1 0 0,-1-1 0 0 0,-1 1 0 0 0,5-13-1 0 0,4-11 210 0 0,36-47 119 0 0,-43 71-398 0 0,0 0 1 0 0,0 1 0 0 0,0-1-1 0 0,1 1 1 0 0,5-5 0 0 0,16-19 28 0 0,4-5 10 0 0,-12 15-26 0 0,18-3 77 0 0,-35 21-94 0 0,0 0 1 0 0,0 0 0 0 0,0 0-1 0 0,0 1 1 0 0,0-1 0 0 0,0 0-1 0 0,0 1 1 0 0,0-1 0 0 0,0 1-1 0 0,1-1 1 0 0,-1 1-1 0 0,0 0 1 0 0,0-1 0 0 0,1 1-1 0 0,-1 0 1 0 0,0 0 0 0 0,0 0-1 0 0,1 0 1 0 0,-1 0 0 0 0,0 0-1 0 0,1 0 1 0 0,-1 1-1 0 0,0-1 1 0 0,0 0 0 0 0,0 1-1 0 0,1-1 1 0 0,-1 1 0 0 0,0-1-1 0 0,0 1 1 0 0,1 0 0 0 0,-1 0 4 0 0,0 0 0 0 0,0 0 1 0 0,1 0-1 0 0,-1-1 0 0 0,0 1 1 0 0,0 0-1 0 0,0-1 0 0 0,1 1 1 0 0,-1-1-1 0 0,0 1 0 0 0,1-1 1 0 0,-1 0-1 0 0,2 1 0 0 0,16 6 94 0 0,27 23 89 0 0,1 4-11 0 0,-45-32-142 0 0,-1 0-1 0 0,1-1 0 0 0,0 1 0 0 0,0-1 0 0 0,0 1 0 0 0,1-1 0 0 0,-1 0 0 0 0,3 2 16 0 0</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06"/>
    </inkml:context>
    <inkml:brush xml:id="br0">
      <inkml:brushProperty name="width" value="0.025" units="cm"/>
      <inkml:brushProperty name="height" value="0.025" units="cm"/>
      <inkml:brushProperty name="color" value="#B2626F"/>
    </inkml:brush>
  </inkml:definitions>
  <inkml:trace contextRef="#ctx0" brushRef="#br0">124 451 6328 0 0,'0'0'4608'0'0,"-16"-1"-3176"0"0,10-3-1250 0 0,0 0 1 0 0,0 1 0 0 0,-1-1-1 0 0,-11-3 1 0 0,14 5-155 0 0,1 0 1 0 0,0 0-1 0 0,1 1 0 0 0,-1-2 1 0 0,0 1-1 0 0,1 0 0 0 0,-1-1 1 0 0,1 1-1 0 0,-1-1 0 0 0,1 0 1 0 0,0 1-1 0 0,0-1 0 0 0,1 0 1 0 0,-1 0-1 0 0,1-1 0 0 0,-1 1 1 0 0,1 0-1 0 0,0 0 0 0 0,-1-7 1 0 0,-8-11 65 0 0,9 19-71 0 0,0-1-1 0 0,-1 1 0 0 0,1-1 1 0 0,0 0-1 0 0,0 1 1 0 0,1-1-1 0 0,-1 0 1 0 0,0 0-1 0 0,1 0 0 0 0,-1-4 1 0 0,1-9 116 0 0,0 12-75 0 0,-1-1 0 0 0,1 1 0 0 0,0-1 0 0 0,1 0 1 0 0,-1 1-1 0 0,1-1 0 0 0,0 1 0 0 0,0-1 0 0 0,0 1 0 0 0,0-1 0 0 0,4-6 0 0 0,28-60 861 0 0,-27 60-701 0 0,-1 1-1 0 0,6-18 1 0 0,-1 2 98 0 0,22-59 417 0 0,-28 80-430 0 0</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07"/>
    </inkml:context>
    <inkml:brush xml:id="br0">
      <inkml:brushProperty name="width" value="0.025" units="cm"/>
      <inkml:brushProperty name="height" value="0.025" units="cm"/>
      <inkml:brushProperty name="color" value="#B2626F"/>
    </inkml:brush>
  </inkml:definitions>
  <inkml:trace contextRef="#ctx0" brushRef="#br0">385 0 5016 0 0,'0'0'2745'0'0,"-13"37"902"0"0,8-18-3122 0 0,-1 0 1 0 0,-13 27-1 0 0,16-39-484 0 0,-36 77 62 0 0,1-26 92 0 0,26-41-157 0 0,11-17-23 0 0,0 3 61 0 0,-1-1 1 0 0,1 1 0 0 0,-1-1 0 0 0,0 0-1 0 0,1 0 1 0 0,-1 1 0 0 0,-1-1-1 0 0,1 0 1 0 0,0 0 0 0 0,0-1-1 0 0,-1 1 1 0 0,1 0 0 0 0,-1-1-1 0 0,1 0 1 0 0,-1 1 0 0 0,1-1-1 0 0,-1 0 1 0 0,-5 1 0 0 0,-12 21 498 0 0,17-21-463 0 0,0 0 0 0 0,1 0 0 0 0,-2-1 0 0 0,1 1 0 0 0,0-1 0 0 0,0 0 0 0 0,0 0 0 0 0,0 0-1 0 0,-1 0 1 0 0,1-1 0 0 0,-1 1 0 0 0,1-1 0 0 0,0 0 0 0 0,-6 0 0 0 0,6 0-30 0 0,-1 0 0 0 0,1-1 0 0 0,-1 1-1 0 0,1-1 1 0 0,-1 1 0 0 0,1-1 0 0 0,0 0-1 0 0,-1 0 1 0 0,1 0 0 0 0,0-1 0 0 0,0 1-1 0 0,-5-4 1 0 0,1 0 104 0 0,0 0 0 0 0,1-1 0 0 0,-9-9 0 0 0,15 14-163 0 0,0-1 0 0 0,-1 0 0 0 0,1 0 0 0 0,-1 1 0 0 0,0-1 0 0 0,1 1 0 0 0,-1-1 0 0 0,0 0 0 0 0,0 1 0 0 0,0-1-1 0 0,0 1 1 0 0,0 0 0 0 0,0-1 0 0 0,0 1 0 0 0,-1 0 0 0 0,1 0 0 0 0,0-1 0 0 0,-1 1 0 0 0,1 0 0 0 0,-1 1 0 0 0,1-1 0 0 0,-1 0 0 0 0,-1 0 0 0 0,-10-7 155 0 0,12 7-164 0 0,0 0 0 0 0,1 1 0 0 0,-1-1-1 0 0,0 0 1 0 0,1 0 0 0 0,-1 0-1 0 0,1 0 1 0 0,-1 0 0 0 0,1 0 0 0 0,0 0-1 0 0,-1 0 1 0 0,1 0 0 0 0,0 0-1 0 0,0 0 1 0 0,0 0 0 0 0,0 0 0 0 0,0 0-1 0 0,0 0 1 0 0,0 0 0 0 0,0 0-1 0 0,0 0 1 0 0,0 0 0 0 0,0 0 0 0 0,1 0-1 0 0,-1 0 1 0 0,0 0 0 0 0,2-2-1 0 0,-1 3 3 0 0</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08"/>
    </inkml:context>
    <inkml:brush xml:id="br0">
      <inkml:brushProperty name="width" value="0.025" units="cm"/>
      <inkml:brushProperty name="height" value="0.025" units="cm"/>
      <inkml:brushProperty name="color" value="#B2626F"/>
    </inkml:brush>
  </inkml:definitions>
  <inkml:trace contextRef="#ctx0" brushRef="#br0">15 224 1896 0 0,'0'0'1069'0'0,"13"-30"1600"0"0,-12 26-2441 0 0,1 1-1 0 0,-1-1 1 0 0,1 1-1 0 0,-1 0 1 0 0,1 0-1 0 0,3-4 1 0 0,8-17 514 0 0,-7 18-534 0 0,1 1 0 0 0,-1-1 0 0 0,1 2 0 0 0,0-1 0 0 0,9-4 0 0 0,16-4 802 0 0,-14 8-419 0 0,8 1-8 0 0,-23 4-500 0 0,0-1 0 0 0,0 1 0 0 0,1 0-1 0 0,-1-1 1 0 0,0 1 0 0 0,0-1 0 0 0,0 0-1 0 0,0 0 1 0 0,0 0 0 0 0,3-2 0 0 0,-3 0 35 0 0,1 1 0 0 0,0 0-1 0 0,-1-1 1 0 0,1 2 0 0 0,0-1 0 0 0,0 0 0 0 0,5 0 0 0 0,-5 1-87 0 0,0-1 1 0 0,0 1-1 0 0,0-1 0 0 0,-1 1 0 0 0,1-1 1 0 0,-1 0-1 0 0,1 0 0 0 0,-1-1 0 0 0,4-2 1 0 0,-5 3-11 0 0,1 0 1 0 0,-1 0-1 0 0,1 1 0 0 0,-1-1 1 0 0,1 1-1 0 0,0-1 1 0 0,-1 1-1 0 0,1 0 1 0 0,0 0-1 0 0,0 0 1 0 0,6 0-1 0 0,7-4 224 0 0,-8 2-160 0 0,-5 2-26 0 0,0 0-1 0 0,0 0 1 0 0,0 0-1 0 0,1 0 1 0 0,-1 1-1 0 0,5-1 1 0 0,11-3 131 0 0,-18 4-182 0 0,1-1 1 0 0,-1 1-1 0 0,0-1 0 0 0,0 1 1 0 0,0-1-1 0 0,1 1 1 0 0,-1 0-1 0 0,0 0 1 0 0,0 0-1 0 0,1 0 1 0 0,-1 0-1 0 0,0 0 1 0 0,0 0-1 0 0,1 0 1 0 0,-1 0-1 0 0,0 0 1 0 0,0 1-1 0 0,1-1 1 0 0,-1 0-1 0 0,0 1 1 0 0,0-1-1 0 0,0 1 1 0 0,0-1-1 0 0,0 1 0 0 0,0 0 1 0 0,1 0-1 0 0,-1-1 1 0 0,-1 1-1 0 0,2 1 1 0 0,7 7 71 0 0,-8-9-55 0 0,0 1 1 0 0,0 0-1 0 0,0 0 1 0 0,0 0-1 0 0,0 0 1 0 0,-1 0 0 0 0,1 0-1 0 0,0 0 1 0 0,0 1-1 0 0,-1-1 1 0 0,1 0-1 0 0,-1 0 1 0 0,1 0-1 0 0,-1 1 1 0 0,1-1-1 0 0,-1 0 1 0 0,0 1-1 0 0,1-1 1 0 0,-1 2 0 0 0,0-3 38 0 0,-1 30-16 0 0,0-25-43 0 0,1-1 0 0 0,-1 1 0 0 0,0 0 1 0 0,0-1-1 0 0,-1 1 0 0 0,-2 5 1 0 0,-5 18 19 0 0,7-22-16 0 0,0 0-1 0 0,0 0 1 0 0,0 0-1 0 0,-1-1 1 0 0,0 0-1 0 0,0 1 1 0 0,-8 8-1 0 0,-10 20 23 0 0,-32 69 129 0 0,42-77 79 0 0,1-1 0 0 0,-9 38 0 0 0,13-38 157 0 0,-1-1-1 0 0,-17 41 1 0 0,21-59-393 0 0,0-1-1 0 0,0 1 1 0 0,0-1 0 0 0,0 0 0 0 0,-1-1-1 0 0,0 1 1 0 0,0-1 0 0 0,0 1 0 0 0,-1-1-1 0 0,0 0 1 0 0,1-1 0 0 0,-1 1 0 0 0,-10 4-1 0 0,14-7-1 0 0,-1-1 0 0 0,0 0 0 0 0,0 0 0 0 0,0 1 0 0 0,1-1 0 0 0,-1 0 0 0 0,0-1 0 0 0,0 1 0 0 0,1 0 0 0 0,-1 0 0 0 0,0-1 0 0 0,0 1 0 0 0,1-1 0 0 0,-1 1 0 0 0,0-1 0 0 0,1 0 0 0 0,-1 0 0 0 0,1 0 0 0 0,-3-1 0 0 0,1 0 1 0 0,1 0 0 0 0,0 0 0 0 0,0 0 0 0 0,0 0 0 0 0,0 0-1 0 0,0-1 1 0 0,0 1 0 0 0,0-1 0 0 0,1 1 0 0 0,-3-5-1 0 0,-13-39 331 0 0,-18-81 0 0 0,34 120-191 0 0,-2 0 0 0 0,1 1-1 0 0,-1-1 1 0 0,0 1-1 0 0,-6-10 1 0 0,3 6-7 0 0,-45-70 994 0 0,51 77-1098 0 0,-1 0 1 0 0,0 0 0 0 0,1-1-1 0 0,-1 1 1 0 0,1 0-1 0 0,0 0 1 0 0,0 0 0 0 0,0-1-1 0 0,0 1 1 0 0,1 0-1 0 0,1-6 1 0 0,12-33 98 0 0,7 9-70 0 0,-7 14-48 0 0,-13 17-11 0 0</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09"/>
    </inkml:context>
    <inkml:brush xml:id="br0">
      <inkml:brushProperty name="width" value="0.025" units="cm"/>
      <inkml:brushProperty name="height" value="0.025" units="cm"/>
      <inkml:brushProperty name="color" value="#B2626F"/>
    </inkml:brush>
  </inkml:definitions>
  <inkml:trace contextRef="#ctx0" brushRef="#br0">1 705 2704 0 0,'0'0'2984'0'0,"-1"9"1106"0"0,31-84-2635 0 0,-26 62-1403 0 0,1 1 1 0 0,0 0-1 0 0,1 0 0 0 0,8-12 1 0 0,12-27 2 0 0,-21 41-9 0 0,0 0-1 0 0,13-16 0 0 0,-13 19 15 0 0,0 0 0 0 0,0-1-1 0 0,-1 0 1 0 0,0 0-1 0 0,4-11 1 0 0,-6 15 20 0 0,-1 1 1 0 0,1-1 0 0 0,0 1 0 0 0,0-1 0 0 0,0 1 0 0 0,4-5-1 0 0,-4 6 26 0 0,0-1-1 0 0,0 1 0 0 0,0-1 1 0 0,0 0-1 0 0,-1 1 0 0 0,1-1 0 0 0,-1 0 1 0 0,0 0-1 0 0,1 0 0 0 0,-2 0 1 0 0,2-6-1 0 0,8-31 603 0 0,-7 33-624 0 0,-1 0-1 0 0,-1 1 0 0 0,1-1 1 0 0,0-10-1 0 0,-1 12-21 0 0,0 0-1 0 0,1 0 0 0 0,0 0 0 0 0,-1 1 1 0 0,1-1-1 0 0,1 0 0 0 0,2-4 1 0 0,8-19 253 0 0,-8 10-150 0 0,-4 11-77 0 0,1 0-1 0 0,0 0 1 0 0,1 0 0 0 0,0 1-1 0 0,0-1 1 0 0,6-10-1 0 0,27-31 1065 0 0,-34 44-1033 0 0,1 1 1 0 0,0 0-1 0 0,0-1 0 0 0,0 1 0 0 0,0 1 1 0 0,0-1-1 0 0,1 0 0 0 0,0 1 1 0 0,-1 0-1 0 0,6-3 0 0 0,21-15 1264 0 0,-25 18-1368 0 0,-1 0 1 0 0,1 1-1 0 0,0-1 1 0 0,0 1 0 0 0,0 0-1 0 0,0 1 1 0 0,0-1-1 0 0,0 1 1 0 0,0 0-1 0 0,6 1 1 0 0,-2-1-9 0 0,0 2 11 0 0,-7-2-12 0 0</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10"/>
    </inkml:context>
    <inkml:brush xml:id="br0">
      <inkml:brushProperty name="width" value="0.025" units="cm"/>
      <inkml:brushProperty name="height" value="0.025" units="cm"/>
      <inkml:brushProperty name="color" value="#B2626F"/>
    </inkml:brush>
  </inkml:definitions>
  <inkml:trace contextRef="#ctx0" brushRef="#br0">70 236 5016 0 0,'0'0'4400'0'0,"-16"8"-3031"0"0,14-8-1302 0 0,0 0 0 0 0,0 0 0 0 0,1-1 0 0 0,-1 1 0 0 0,0-1 0 0 0,1 0 0 0 0,-1 1 0 0 0,1-1 0 0 0,-1 0 0 0 0,1 0 0 0 0,-1 0 1 0 0,1 0-1 0 0,-1 0 0 0 0,1-1 0 0 0,0 1 0 0 0,0 0 0 0 0,0 0 0 0 0,0-1 0 0 0,0 1 0 0 0,0-1 0 0 0,0 1 0 0 0,0-1 0 0 0,0 1 0 0 0,1-1 0 0 0,-2-3 0 0 0,-10-15 5 0 0,11 19-34 0 0,0-1 1 0 0,1 1 0 0 0,-1-1 0 0 0,0 0 0 0 0,1 0-1 0 0,-1 0 1 0 0,1 1 0 0 0,-1-1 0 0 0,1 0-1 0 0,0 0 1 0 0,0 0 0 0 0,0 0 0 0 0,0 1 0 0 0,0-1-1 0 0,0 0 1 0 0,1 0 0 0 0,-1 0 0 0 0,1 0-1 0 0,-1 1 1 0 0,1-1 0 0 0,0 0 0 0 0,-1 0 0 0 0,1 1-1 0 0,0-1 1 0 0,0 1 0 0 0,1-2 0 0 0,6-16 506 0 0,-9 9 477 0 0,0 9-989 0 0,1 1 0 0 0,0-1 0 0 0,-1 0 0 0 0,1 1-1 0 0,0-1 1 0 0,0 0 0 0 0,0 1 0 0 0,0-1 0 0 0,0 0 0 0 0,0 0-1 0 0,0 1 1 0 0,0-1 0 0 0,0 0 0 0 0,0 1 0 0 0,0-1-1 0 0,0 0 1 0 0,0 0 0 0 0,0 1 0 0 0,1-1 0 0 0,-1-1 0 0 0,3-2 87 0 0,0-1 0 0 0,-1 0 0 0 0,1 1 0 0 0,7-7 0 0 0,1-3 175 0 0,3-12-12 0 0,-13 22-201 0 0,1 0-1 0 0,0 0 1 0 0,1 0 0 0 0,-1 0 0 0 0,6-7 0 0 0,-7 11 152 0 0</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11"/>
    </inkml:context>
    <inkml:brush xml:id="br0">
      <inkml:brushProperty name="width" value="0.025" units="cm"/>
      <inkml:brushProperty name="height" value="0.025" units="cm"/>
      <inkml:brushProperty name="color" value="#B2626F"/>
    </inkml:brush>
  </inkml:definitions>
  <inkml:trace contextRef="#ctx0" brushRef="#br0">643 1 4216 0 0,'0'0'6609'0'0,"-11"6"-6218"0"0,-27 32 151 0 0,31-29-527 0 0,0 0 0 0 0,0-1 0 0 0,-1 0 0 0 0,0 0 1 0 0,-1-1-1 0 0,-11 9 0 0 0,10-9 267 0 0,0 1 0 0 0,-13 16 0 0 0,8-9-87 0 0,8-9 293 0 0,0 0 0 0 0,0-1 0 0 0,-10 6 0 0 0,9-6-151 0 0,0 0 1 0 0,1 0-1 0 0,-9 8 0 0 0,7-5-106 0 0,1-1-1 0 0,-2 0 1 0 0,1 0 0 0 0,-11 5-1 0 0,-34 14 424 0 0,46-22-538 0 0,6-3-101 0 0,1 0 1 0 0,0 0-1 0 0,0-1 0 0 0,-1 1 0 0 0,1 0 0 0 0,0-1 0 0 0,-1 0 0 0 0,1 1 0 0 0,-1-1 0 0 0,-2 1 0 0 0,-2 0 1 0 0,0 0-1 0 0,-1 0 1 0 0,1 1-1 0 0,0 0 1 0 0,0 0-1 0 0,0 1 1 0 0,-7 4-1 0 0,-4 1-11 0 0,-31 5 107 0 0,30-7-12 0 0,14-4-58 0 0,-1-1 0 0 0,1 0 0 0 0,0 1 0 0 0,0-2 0 0 0,0 1 0 0 0,-6 0-1 0 0,-27 15 184 0 0,30-14-121 0 0,0-1-1 0 0,-1 1 1 0 0,1-2-1 0 0,-8 1 0 0 0,15-1 42 0 0,0 0-136 0 0,-1 0 0 0 0,1 0 24 0 0</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12"/>
    </inkml:context>
    <inkml:brush xml:id="br0">
      <inkml:brushProperty name="width" value="0.025" units="cm"/>
      <inkml:brushProperty name="height" value="0.025" units="cm"/>
      <inkml:brushProperty name="color" value="#B2626F"/>
    </inkml:brush>
  </inkml:definitions>
  <inkml:trace contextRef="#ctx0" brushRef="#br0">94 28 96 0 0,'-2'2'-313'0'0,"-8"9"2323"0"0,10-11-1935 0 0,0 0-1 0 0,0 0 1 0 0,0 0 0 0 0,0 0 0 0 0,0 0-1 0 0,-1 0 1 0 0,1 1 0 0 0,0-1 0 0 0,0 0-1 0 0,0 0 1 0 0,0 0 0 0 0,0 0 0 0 0,-1 0-1 0 0,1 0 1 0 0,0 0 0 0 0,0 0 0 0 0,0 0-1 0 0,0 0 1 0 0,-1 0 0 0 0,1 0 0 0 0,0 0-1 0 0,0 0 1 0 0,0 0 0 0 0,0 0 0 0 0,0 0-1 0 0,-1 0 1 0 0,1 0 0 0 0,0 0-1 0 0,0 0 1 0 0,0 0 0 0 0,0 0 0 0 0,-1 0-1 0 0,1 0 1 0 0,0 0 0 0 0,0 0 0 0 0,0-1-1 0 0,0 1 1 0 0,0 0 0 0 0,0 0 0 0 0,-1 0-1 0 0,1 0 1 0 0,0 0 0 0 0,0 0 0 0 0,0-1-1 0 0,0 1 1 0 0,0 0 0 0 0,0 0 0 0 0,0 0-1 0 0,0 0 1 0 0,0 0 0 0 0,0-1 0 0 0,0 1-1 0 0,0 0 1 0 0,0 0 0 0 0,0 0 0 0 0,0 0-1 0 0,0-1 1 0 0,0 1 0 0 0,0 0 0 0 0,0 0-1 0 0,0 0 1 0 0,0 0 0 0 0,0 0 0 0 0,0-1-1 0 0,0 1 1 0 0,0 0 0 0 0,0 0 0 0 0,0 0 337 0 0,9-13 2026 0 0,-7 10-2306 0 0,1 1-1 0 0,0 0 1 0 0,-1 0-1 0 0,1 0 1 0 0,1 0-1 0 0,-1 0 0 0 0,0 1 1 0 0,0-1-1 0 0,0 1 1 0 0,1 0-1 0 0,-1 0 1 0 0,1 0-1 0 0,-1 1 1 0 0,1-1-1 0 0,-1 1 0 0 0,1-1 1 0 0,-1 1-1 0 0,1 1 1 0 0,-1-1-1 0 0,1 0 1 0 0,-1 1-1 0 0,1-1 0 0 0,4 3 1 0 0,3-1 203 0 0,-9-2-202 0 0,1 0 0 0 0,0 0 0 0 0,-1 1 0 0 0,1-1 0 0 0,0 1 0 0 0,-1-1 0 0 0,1 1 0 0 0,-1 0 0 0 0,1 0 0 0 0,-1 1 0 0 0,0-1 0 0 0,1 0 0 0 0,-1 1 0 0 0,0 0 0 0 0,4 3 0 0 0,-4-2 34 0 0,0 0 0 0 0,0 0 1 0 0,-1 0-1 0 0,1 0 0 0 0,-1 1 0 0 0,0-1 1 0 0,0 1-1 0 0,0-1 0 0 0,0 1 1 0 0,-1-1-1 0 0,1 7 0 0 0,9 28 1131 0 0,-8 42 1371 0 0,-1-79-2650 0 0,-1 1 1 0 0,1-1-1 0 0,-1 0 1 0 0,1 0-1 0 0,0 0 1 0 0,0 0-1 0 0,-1 0 1 0 0,1 0-1 0 0,0 0 1 0 0,0 0-1 0 0,0 0 1 0 0,0-1-1 0 0,0 1 0 0 0,0 0 1 0 0,0-1-1 0 0,3 2 1 0 0,19 9 194 0 0,13 3 41 0 0,-34-14-248 0 0,-1 1-1 0 0,1-1 1 0 0,-1 1 0 0 0,0-1-1 0 0,1 1 1 0 0,-1 0 0 0 0,0 0-1 0 0,1-1 1 0 0,-1 1 0 0 0,0 0-1 0 0,0 0 1 0 0,0 0 0 0 0,0 0-1 0 0,0 0 1 0 0,0 0 0 0 0,0 1-1 0 0,0-1 1 0 0,0 0 0 0 0,-1 0 0 0 0,1 1-1 0 0,0-1 1 0 0,-1 1 0 0 0,1-1-1 0 0,-1 2 1 0 0,9 16 99 0 0,-6-13-76 0 0,1 0 1 0 0,-1 0-1 0 0,0 0 0 0 0,-1 0 0 0 0,1 1 0 0 0,-1-1 0 0 0,-1 1 0 0 0,1 0 0 0 0,-1 0 0 0 0,0-1 1 0 0,-1 12-1 0 0,7 29 26 0 0,-4-29-42 0 0,0 4-66 0 0,-1 34 0 0 0,-12 3-274 0 0,9-50 283 0 0,0 0 1 0 0,0 0 0 0 0,-1 0-1 0 0,-1 0 1 0 0,0 0 0 0 0,0 0-1 0 0,-6 11 1 0 0,-3 8-32 0 0,9-20 62 0 0,0-1-1 0 0,-1 0 1 0 0,1 0 0 0 0,-1 0 0 0 0,0 0-1 0 0,-1-1 1 0 0,-7 9 0 0 0,11-14 11 0 0,-1 0-1 0 0,1 1 1 0 0,-1-1-1 0 0,0 0 1 0 0,0 0-1 0 0,0 0 1 0 0,1 0-1 0 0,-1-1 1 0 0,0 1 0 0 0,0 0-1 0 0,0-1 1 0 0,0 1-1 0 0,0-1 1 0 0,0 0-1 0 0,-1 0 1 0 0,1 0 0 0 0,0 0-1 0 0,0 0 1 0 0,0 0-1 0 0,0 0 1 0 0,0-1-1 0 0,0 1 1 0 0,0-1-1 0 0,0 1 1 0 0,0-1 0 0 0,0 0-1 0 0,-2-1 1 0 0,-7-4 8 0 0,0 0 1 0 0,1-1-1 0 0,-16-12 1 0 0,4 2 47 0 0,-31-20 291 0 0,8-1-82 0 0,7-2-127 0 0,14 13-74 0 0,17 22-42 0 0,6 5-19 0 0,0 0 1 0 0,0-1-1 0 0,0 1 0 0 0,1-1 1 0 0,-1 1-1 0 0,0-1 1 0 0,0 1-1 0 0,1-1 1 0 0,-1 0-1 0 0,0 1 0 0 0,1-1 1 0 0,-1 0-1 0 0,0 0 1 0 0,1 1-1 0 0,-1-1 1 0 0,1 0-1 0 0,0 0 0 0 0,-1 0 1 0 0,1 0-1 0 0,-1-1 1 0 0,1 2 3 0 0</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13"/>
    </inkml:context>
    <inkml:brush xml:id="br0">
      <inkml:brushProperty name="width" value="0.025" units="cm"/>
      <inkml:brushProperty name="height" value="0.025" units="cm"/>
      <inkml:brushProperty name="color" value="#B2626F"/>
    </inkml:brush>
  </inkml:definitions>
  <inkml:trace contextRef="#ctx0" brushRef="#br0">1 0 4312 0 0,'0'0'8710'0'0,"11"19"-8162"0"0,-6-18-531 0 0,-1 1-1 0 0,1 0 1 0 0,-1 0 0 0 0,0 1-1 0 0,1-1 1 0 0,-1 1-1 0 0,0 0 1 0 0,4 4 0 0 0,32 27-25 0 0,-40-34 8 0 0,2 2 48 0 0,0 0 0 0 0,-1 0 0 0 0,1 0 0 0 0,0-1 0 0 0,0 1 0 0 0,1-1 0 0 0,-1 1 0 0 0,0-1 0 0 0,0 0 0 0 0,1 0 0 0 0,-1 0 0 0 0,4 1 0 0 0,-5-1 4 0 0,0 0 1 0 0,0 0 0 0 0,0 0-1 0 0,0 0 1 0 0,0 0 0 0 0,0 0-1 0 0,0 1 1 0 0,0-1 0 0 0,0 0 0 0 0,0 0-1 0 0,-1 1 1 0 0,1-1 0 0 0,0 0-1 0 0,-1 1 1 0 0,1-1 0 0 0,-1 1-1 0 0,0-1 1 0 0,1 1 0 0 0,-1-1 0 0 0,0 3-1 0 0,4 10 112 0 0,-3-12-135 0 0,0 0-1 0 0,0 0 1 0 0,-1 0-1 0 0,1 0 1 0 0,-1 0-1 0 0,1 0 1 0 0,-1 0 0 0 0,1 1-1 0 0,-1-1 1 0 0,0 0-1 0 0,0 0 1 0 0,0 0-1 0 0,-1 1 1 0 0,1-1-1 0 0,0 0 1 0 0,-1 0 0 0 0,0 0-1 0 0,1 0 1 0 0,-1 0-1 0 0,-2 4 1 0 0,-2 3 114 0 0,0-1 0 0 0,-1 0 0 0 0,-9 11 0 0 0,11-14-128 0 0,-53 67 631 0 0,55-68-605 0 0,0-1 0 0 0,0 1 0 0 0,0 0-1 0 0,0 0 1 0 0,0 0 0 0 0,-1 7-1 0 0,-5 11 170 0 0,7-20-193 0 0</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14"/>
    </inkml:context>
    <inkml:brush xml:id="br0">
      <inkml:brushProperty name="width" value="0.025" units="cm"/>
      <inkml:brushProperty name="height" value="0.025" units="cm"/>
      <inkml:brushProperty name="color" value="#B2626F"/>
    </inkml:brush>
  </inkml:definitions>
  <inkml:trace contextRef="#ctx0" brushRef="#br0">3 359 3408 0 0,'0'0'6904'0'0,"16"-37"-4591"0"0,8-16-1817 0 0,-13 29-472 0 0,2 1-1 0 0,0-1 1 0 0,18-22 0 0 0,-19 31-22 0 0,-6 5 3 0 0,1 1-1 0 0,0 0 1 0 0,1 0 0 0 0,0 1 0 0 0,9-7-1 0 0,45-27 255 0 0,-21 12 76 0 0,-39 29-298 0 0,1 1 0 0 0,-1-1 0 0 0,0 0 0 0 0,1 1 1 0 0,-1-1-1 0 0,1 1 0 0 0,-1 0 0 0 0,0-1 1 0 0,1 1-1 0 0,-1 0 0 0 0,1 1 0 0 0,-1-1 0 0 0,5 1 1 0 0,21 0 681 0 0,-2-3-220 0 0,-13 3-208 0 0,-11-1-258 0 0,1-1 1 0 0,0 1-1 0 0,0 0 0 0 0,-1 1 0 0 0,1-1 0 0 0,0 0 1 0 0,-1 1-1 0 0,1 0 0 0 0,0-1 0 0 0,-1 1 0 0 0,1 0 1 0 0,-1 0-1 0 0,1 1 0 0 0,-1-1 0 0 0,1 0 0 0 0,-1 1 1 0 0,0-1-1 0 0,0 1 0 0 0,0 0 0 0 0,4 4 0 0 0,5 2 104 0 0,-10-8-130 0 0,0 1 0 0 0,0-1 0 0 0,0 1-1 0 0,0-1 1 0 0,0 1 0 0 0,-1-1 0 0 0,1 1 0 0 0,0 0 0 0 0,0-1-1 0 0,-1 1 1 0 0,1 0 0 0 0,0 0 0 0 0,-1 0 0 0 0,1-1 0 0 0,-1 1-1 0 0,1 0 1 0 0,-1 0 0 0 0,1 0 0 0 0,-1 0 0 0 0,1 2-1 0 0,6 14 34 0 0,-6-14-20 0 0,1-1-1 0 0,-1 1 0 0 0,0 0 1 0 0,0-1-1 0 0,-1 1 0 0 0,1 0 1 0 0,0 0-1 0 0,-1 0 0 0 0,1 5 1 0 0,-3-2 109 0 0,1 1 0 0 0,-1-1 1 0 0,0 0-1 0 0,-1 0 0 0 0,0 0 0 0 0,1 0 1 0 0,-2 0-1 0 0,1-1 0 0 0,-1 1 0 0 0,0-1 1 0 0,-7 8-1 0 0,-6 10 33 0 0,-86 124 387 0 0,66-87-265 0 0,24-36-37 0 0,-32 41 0 0 0,-49 60-30 0 0,86-117-180 0 0,0 0-1 0 0,0-1 1 0 0,-16 11 0 0 0,9-7 51 0 0,-26 24 477 0 0,39-34-534 0 0,0 0 0 0 0,1 0 1 0 0,-1 0-1 0 0,0 0 0 0 0,0 0 0 0 0,0 0 0 0 0,0 0 0 0 0,0-1 1 0 0,0 1-1 0 0,0-1 0 0 0,0 1 0 0 0,-2-1 0 0 0,4 0-15 0 0</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15"/>
    </inkml:context>
    <inkml:brush xml:id="br0">
      <inkml:brushProperty name="width" value="0.025" units="cm"/>
      <inkml:brushProperty name="height" value="0.025" units="cm"/>
      <inkml:brushProperty name="color" value="#B2626F"/>
    </inkml:brush>
  </inkml:definitions>
  <inkml:trace contextRef="#ctx0" brushRef="#br0">1 20 7432 0 0,'0'0'2726'0'0,"20"-19"-1700"0"0,-17 19-1023 0 0,1 1 0 0 0,-1 0 0 0 0,0-1 1 0 0,0 1-1 0 0,1 0 0 0 0,-1 1 0 0 0,5 2 0 0 0,-5-3 5 0 0,0 1 0 0 0,0-1 0 0 0,0 0 0 0 0,0 0 0 0 0,0 0 0 0 0,1 0 0 0 0,4 0 0 0 0,-4 0 188 0 0,-1-1 0 0 0,0 1 1 0 0,0 0-1 0 0,0 0 0 0 0,0 1 0 0 0,0-1 1 0 0,0 1-1 0 0,0-1 0 0 0,0 1 0 0 0,0 0 0 0 0,0 0 1 0 0,3 3-1 0 0,16 10 1692 0 0,11 5 135 0 0,-31-20-1989 0 0,-1 1 0 0 0,0 0-1 0 0,1 0 1 0 0,-1 0-1 0 0,0 0 1 0 0,0 0 0 0 0,0 0-1 0 0,0 1 1 0 0,0-1-1 0 0,0 0 1 0 0,0 1 0 0 0,-1-1-1 0 0,1 0 1 0 0,0 1-1 0 0,-1-1 1 0 0,1 1 0 0 0,-1-1-1 0 0,1 1 1 0 0,-1 1-1 0 0,11 30 311 0 0,-11-34-336 0 0</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16"/>
    </inkml:context>
    <inkml:brush xml:id="br0">
      <inkml:brushProperty name="width" value="0.025" units="cm"/>
      <inkml:brushProperty name="height" value="0.025" units="cm"/>
      <inkml:brushProperty name="color" value="#B2626F"/>
    </inkml:brush>
  </inkml:definitions>
  <inkml:trace contextRef="#ctx0" brushRef="#br0">65 375 2808 0 0,'0'0'6257'0'0,"-14"4"-5388"0"0,12-6-800 0 0,1-1 0 0 0,-1 1 0 0 0,1-1 0 0 0,0 0 0 0 0,0 1 0 0 0,0-1 0 0 0,0 0 0 0 0,0-5 0 0 0,-3-4 6 0 0,-6-5 144 0 0,8 15-200 0 0,1 0-1 0 0,-1 0 0 0 0,1 0 0 0 0,0 0 0 0 0,0 0 0 0 0,0-1 0 0 0,0 1 0 0 0,0-1 0 0 0,-1-3 0 0 0,-4-18 141 0 0,5 21-61 0 0,-1 0 0 0 0,2 0 1 0 0,-1-1-1 0 0,0 1 0 0 0,0 0 1 0 0,1 0-1 0 0,0 0 1 0 0,0-1-1 0 0,0 1 0 0 0,0 0 1 0 0,0 0-1 0 0,0 0 1 0 0,1-1-1 0 0,0 1 0 0 0,0 0 1 0 0,0 0-1 0 0,2-5 1 0 0,-2 4 8 0 0,0 1 0 0 0,0-1 0 0 0,0 1 0 0 0,0-1 0 0 0,-1 0 1 0 0,1 1-1 0 0,-1-6 0 0 0,4-20 524 0 0,13-9 272 0 0,-13 29-637 0 0,1-1-1 0 0,5-19 1 0 0,-8 26-126 0 0,1 0 1 0 0,-1 0 0 0 0,1 0 0 0 0,0 0-1 0 0,0 0 1 0 0,5-3 0 0 0,1-2-59 0 0,12-17 168 0 0,-21 25-122 0 0,32-2 158 0 0,-27 2-161 0 0,-1 1 0 0 0,0-1-1 0 0,0 1 1 0 0,0 0-1 0 0,1 0 1 0 0,-1 1 0 0 0,0-1-1 0 0,7 4 1 0 0,-4 1 18 0 0,-7-5-128 0 0,1 0 0 0 0,-1-1 0 0 0,1 1 0 0 0,-1-1-1 0 0,1 1 1 0 0,0-1 0 0 0,-1 1 0 0 0,1-1 0 0 0,0 0 0 0 0,-1 1 0 0 0,1-1 0 0 0,0 0 0 0 0,0 0-1 0 0,-1 1 1 0 0,1-1 0 0 0,0 0 0 0 0,0 0 0 0 0,-1 0 0 0 0,1 0 0 0 0,1 0 0 0 0,0 3 15 0 0,-1 1-1 0 0,1-1 1 0 0,0 0 0 0 0,-1 1 0 0 0,0 0 0 0 0,0-1 0 0 0,0 1 0 0 0,0 6-1 0 0,-1-10-25 0 0,2 14 54 0 0,-2-13-22 0 0,0 1-1 0 0,0-1 1 0 0,0 0 0 0 0,0 1-1 0 0,1-1 1 0 0,-1 1 0 0 0,1-1-1 0 0,-1 0 1 0 0,1 1 0 0 0,-1-1 0 0 0,1 0-1 0 0,0 1 1 0 0,0-1 0 0 0,-1 0-1 0 0,3 2 1 0 0,0 3 2 0 0,0-1 0 0 0,0 1 0 0 0,0-1 1 0 0,-1 1-1 0 0,4 11 0 0 0,2 6 45 0 0,-8-10 14 0 0</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17"/>
    </inkml:context>
    <inkml:brush xml:id="br0">
      <inkml:brushProperty name="width" value="0.025" units="cm"/>
      <inkml:brushProperty name="height" value="0.025" units="cm"/>
      <inkml:brushProperty name="color" value="#B2626F"/>
    </inkml:brush>
  </inkml:definitions>
  <inkml:trace contextRef="#ctx0" brushRef="#br0">94 453 2000 0 0,'0'0'5406'0'0,"-8"-38"-3740"0"0,2 26-1196 0 0,2 0 0 0 0,0 0 0 0 0,-4-20 0 0 0,5 20 180 0 0,0 0 1 0 0,-1 1-1 0 0,0-1 1 0 0,-8-14-1 0 0,4 9-26 0 0,-1 1-90 0 0,8 13-455 0 0,-1 1 1 0 0,1 0 0 0 0,-1-1-1 0 0,1 0 1 0 0,0 1 0 0 0,0-1-1 0 0,0 0 1 0 0,0 1 0 0 0,0-1-1 0 0,0-4 1 0 0,-3-9 427 0 0,4 14-481 0 0,-1 0 1 0 0,0 0-1 0 0,1 0 1 0 0,-1 0-1 0 0,1 0 1 0 0,0 0-1 0 0,0-1 1 0 0,0-3-1 0 0,0-93 598 0 0,0 96-619 0 0,1 0-1 0 0,0 0 1 0 0,-1 0-1 0 0,1 0 1 0 0,1 0-1 0 0,-1 0 0 0 0,0 1 1 0 0,0-1-1 0 0,1 0 1 0 0,0 1-1 0 0,-1-1 0 0 0,4-2 1 0 0,-4 5-4 0 0,0-1 1 0 0,-1 0 0 0 0,1 0-1 0 0,0 0 1 0 0,0 0 0 0 0,-1 0-1 0 0,1 0 1 0 0,-1 0 0 0 0,1 0-1 0 0,0 0 1 0 0,-1 0 0 0 0,0 0-1 0 0,1 0 1 0 0,-1-1 0 0 0,0 1 17 0 0,0 0 1 0 0,1 1-1 0 0,-1-1 1 0 0,0 0-1 0 0,0 1 1 0 0,1-1-1 0 0,-1 0 1 0 0,0 1-1 0 0,0-1 1 0 0,1 1-1 0 0,-1-1 1 0 0,1 0-1 0 0,-1 1 1 0 0,1-1-1 0 0,-1 1 1 0 0,1-1-1 0 0,-1 1 1 0 0,1-1-1 0 0,-1 1 1 0 0,1 0-1 0 0,-1-1 1 0 0,1 1-1 0 0,0 0 1 0 0,-1-1-1 0 0,1 1 1 0 0,0 0-1 0 0,-1 0 1 0 0,1 0-1 0 0,0 0 1 0 0,-1-1-1 0 0,1 1 1 0 0,0 0-1 0 0,0 0 1 0 0,-1 0-1 0 0,1 0 1 0 0,1 1-1 0 0,6-2 278 0 0,-7 1-262 0 0,0 0 1 0 0,1 0 0 0 0,-1 0-1 0 0,0 0 1 0 0,1 0 0 0 0,-1 0-1 0 0,0 0 1 0 0,1 0 0 0 0,-1 0-1 0 0,0 1 1 0 0,1-1-1 0 0,-1 0 1 0 0,0 1 0 0 0,1-1-1 0 0,-1 1 1 0 0,0 0 0 0 0,0-1-1 0 0,2 3 1 0 0,3 4 63 0 0,0 0 1 0 0,0 0 0 0 0,7 15-1 0 0,-9-16-76 0 0,-1 0-1 0 0,-1 0 0 0 0,1 0 0 0 0,-1 1 1 0 0,0-1-1 0 0,-1 1 0 0 0,1-1 1 0 0,-1 1-1 0 0,0 6 0 0 0,5 18 58 0 0,-5-23-40 0 0,1 0 0 0 0,-1-1-1 0 0,1 1 1 0 0,0-1 0 0 0,1 1 0 0 0,3 7 0 0 0,4 9 42 0 0,-8-17-36 0 0,1 0 0 0 0,0-1 0 0 0,1 1-1 0 0,0-1 1 0 0,0 1 0 0 0,8 8-1 0 0,12-2 139 0 0,-23-12-176 0 0</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18"/>
    </inkml:context>
    <inkml:brush xml:id="br0">
      <inkml:brushProperty name="width" value="0.025" units="cm"/>
      <inkml:brushProperty name="height" value="0.025" units="cm"/>
      <inkml:brushProperty name="color" value="#B2626F"/>
    </inkml:brush>
  </inkml:definitions>
  <inkml:trace contextRef="#ctx0" brushRef="#br0">200 779 8136 0 0,'0'0'3137'0'0,"-10"8"838"0"0,4-11-3880 0 0,-1-1 0 0 0,1 1 1 0 0,0-1-1 0 0,1 0 0 0 0,-1 0 1 0 0,1 0-1 0 0,0-1 0 0 0,0 0 1 0 0,-9-11-1 0 0,4-1-80 0 0,5 9-15 0 0,0-1 0 0 0,-1 1 0 0 0,-7-8 0 0 0,7 9 23 0 0,0 0 1 0 0,1 0 0 0 0,0-1 0 0 0,0 1 0 0 0,1-1 0 0 0,0-1-1 0 0,0 1 1 0 0,-3-11 0 0 0,3 8 82 0 0,0 2 24 0 0,0-1 0 0 0,1 0 1 0 0,0 0-1 0 0,1 0 0 0 0,0 0 0 0 0,-1-11 0 0 0,-9-31 677 0 0,11 33-717 0 0,1 13-35 0 0,-1 0-1 0 0,1 0 0 0 0,0 1 1 0 0,0-1-1 0 0,3-11 0 0 0,10-14 187 0 0,-10 21-198 0 0,-1 4 21 0 0,0-1-1 0 0,-1 1 1 0 0,1 0 0 0 0,-1 0 0 0 0,0-8 0 0 0,11-7 75 0 0,-2 3-120 0 0,-4 0-2 0 0,-5 13-9 0 0,0 0 0 0 0,1 1 1 0 0,0-1-1 0 0,-1 0 0 0 0,2 1 0 0 0,-1-1 0 0 0,0 1 0 0 0,5-6 0 0 0,-3 5 12 0 0,1 0 0 0 0,-2-1 0 0 0,1 1-1 0 0,5-12 1 0 0,-4 8 6 0 0,2 1 1 0 0,0 1 1 0 0,1 0-1 0 0,0 0 0 0 0,0 1 0 0 0,0 0 1 0 0,17-9-1 0 0,-23 15-19 0 0,5-5-3 0 0,-3 2 2 0 0,0 1-1 0 0,-1-1 0 0 0,1 1 0 0 0,0 0 0 0 0,0 1 0 0 0,1-1 0 0 0,-1 1 0 0 0,0-1 0 0 0,9 0 0 0 0,-10 1 16 0 0,-1 1 1 0 0,0-1-1 0 0,1 1 0 0 0,-1-1 0 0 0,1 0 0 0 0,-1 0 0 0 0,0 0 0 0 0,0 0 0 0 0,3-2 0 0 0,-3 2 3 0 0,0 0 0 0 0,1-1 0 0 0,-1 1 0 0 0,1 0 0 0 0,-1 0 0 0 0,1 1 0 0 0,-1-1 0 0 0,1 0 0 0 0,3 1 0 0 0,22-10 272 0 0,-15 4-97 0 0,53-22 63 0 0,-14 21-190 0 0,-46 6-65 0 0,-5 1-8 0 0</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19"/>
    </inkml:context>
    <inkml:brush xml:id="br0">
      <inkml:brushProperty name="width" value="0.025" units="cm"/>
      <inkml:brushProperty name="height" value="0.025" units="cm"/>
      <inkml:brushProperty name="color" value="#B2626F"/>
    </inkml:brush>
  </inkml:definitions>
  <inkml:trace contextRef="#ctx0" brushRef="#br0">10 625 3712 0 0,'0'0'5472'0'0,"-10"3"-2767"0"0,60-43-3121 0 0,-38 29 376 0 0,-1-1-1 0 0,17-21 1 0 0,-3 9 281 0 0,-21 19-17 0 0,0 0 0 0 0,0 1-1 0 0,0 0 1 0 0,0-1 0 0 0,1 1 0 0 0,0 1 0 0 0,10-7 0 0 0,-8 4-30 0 0,1-1 1 0 0,-1 1-1 0 0,-1-1 1 0 0,1-1-1 0 0,-1 1 1 0 0,0-1-1 0 0,-1 0 1 0 0,7-14-1 0 0,32-47 953 0 0,-20 37-750 0 0,-5-3-59 0 0,-15 26-128 0 0,1 0 0 0 0,0 1 0 0 0,9-12-1 0 0,-11 13-15 0 0,1 0 0 0 0,-1 0-1 0 0,0 0 1 0 0,0-1-1 0 0,1-9 1 0 0,-1 9-73 0 0,0 0-1 0 0,0 0 1 0 0,1 0 0 0 0,6-9 0 0 0,20-46 145 0 0,-19 29-20 0 0,-7 27 244 0 0</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20"/>
    </inkml:context>
    <inkml:brush xml:id="br0">
      <inkml:brushProperty name="width" value="0.025" units="cm"/>
      <inkml:brushProperty name="height" value="0.025" units="cm"/>
      <inkml:brushProperty name="color" value="#B2626F"/>
    </inkml:brush>
  </inkml:definitions>
  <inkml:trace contextRef="#ctx0" brushRef="#br0">55 0 5416 0 0,'0'0'4858'0'0,"-13"34"-3430"0"0,11-22-1376 0 0,0 0-1 0 0,-1 0 0 0 0,0 0 0 0 0,-6 14 0 0 0,5-17-29 0 0,1 1-1 0 0,0 0 1 0 0,-1 12 0 0 0,1-9 37 0 0,1-5 151 0 0,1 0 1 0 0,0 0-1 0 0,0 1 1 0 0,1-1-1 0 0,0 1 0 0 0,2 12 1 0 0,-1-16-76 0 0,0 0-1 0 0,0 0 1 0 0,-1 0 0 0 0,0 0 0 0 0,0 0-1 0 0,0 1 1 0 0,0-1 0 0 0,-2 9-1 0 0,-1 17 245 0 0,3-29-345 0 0,0 0 1 0 0,0 0 0 0 0,0-1 0 0 0,0 1 0 0 0,0 0 0 0 0,1 0 0 0 0,-1-1 0 0 0,1 1 0 0 0,-1 0 0 0 0,1 0 0 0 0,-1-1-1 0 0,1 1 1 0 0,0-1 0 0 0,0 1 0 0 0,0-1 0 0 0,0 1 0 0 0,0-1 0 0 0,0 1 0 0 0,1-1 0 0 0,-1 0 0 0 0,0 0 0 0 0,1 0 0 0 0,-1 0-1 0 0,1 0 1 0 0,-1 0 0 0 0,3 2 0 0 0,32 27 918 0 0,-34-28-810 0 0,-2-1-110 0 0</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21"/>
    </inkml:context>
    <inkml:brush xml:id="br0">
      <inkml:brushProperty name="width" value="0.025" units="cm"/>
      <inkml:brushProperty name="height" value="0.025" units="cm"/>
      <inkml:brushProperty name="color" value="#B2626F"/>
    </inkml:brush>
  </inkml:definitions>
  <inkml:trace contextRef="#ctx0" brushRef="#br0">161 188 4720 0 0,'0'0'737'0'0,"-3"16"5479"0"0,1-15-6190 0 0,1-1 1 0 0,-1 0-1 0 0,1 1 0 0 0,-1 0 1 0 0,1-1-1 0 0,-1 1 0 0 0,1 0 1 0 0,0-1-1 0 0,-1 1 0 0 0,1 0 0 0 0,-2 2 1 0 0,1-2-13 0 0,1 1-1 0 0,0-1 1 0 0,-1 0 0 0 0,1 0 0 0 0,-1-1-1 0 0,1 1 1 0 0,-1 0 0 0 0,1 0 0 0 0,-1-1-1 0 0,0 1 1 0 0,1-1 0 0 0,-3 1 0 0 0,-16 5 215 0 0,19-5-222 0 0,-1 0 0 0 0,1-1 0 0 0,0 1 0 0 0,-1 0 1 0 0,1-1-1 0 0,0 1 0 0 0,-1-1 0 0 0,1 0 0 0 0,-1 0 1 0 0,1 1-1 0 0,-1-1 0 0 0,1 0 0 0 0,-1 0 0 0 0,1 0 0 0 0,-3-1 1 0 0,-25-2 428 0 0,28 2-381 0 0,0 0 1 0 0,-1 1 0 0 0,1-1 0 0 0,0 0 0 0 0,-1 0 0 0 0,1 0 0 0 0,0 0-1 0 0,0 0 1 0 0,0 0 0 0 0,0-1 0 0 0,0 1 0 0 0,0 0 0 0 0,0-1 0 0 0,0 1 0 0 0,1 0-1 0 0,-1-1 1 0 0,1 1 0 0 0,-1-1 0 0 0,1 1 0 0 0,-1-4 0 0 0,-9-12 656 0 0,9 15-652 0 0,0 1 1 0 0,0-1-1 0 0,-1 0 0 0 0,1 0 1 0 0,0 1-1 0 0,0-1 0 0 0,1 0 1 0 0,-1 0-1 0 0,0 0 0 0 0,1 0 1 0 0,-1 0-1 0 0,1 0 0 0 0,-1 0 1 0 0,1 0-1 0 0,0-2 0 0 0,1-38 946 0 0,-1 22-812 0 0,1 17-184 0 0,0 0-1 0 0,0 0 1 0 0,-1 0 0 0 0,2 0-1 0 0,-1 0 1 0 0,0 0 0 0 0,1 0-1 0 0,-1 1 1 0 0,1-1 0 0 0,0 0-1 0 0,0 1 1 0 0,0-1 0 0 0,0 1-1 0 0,4-4 1 0 0,8-9-2 0 0,6-14-8 0 0,-17 25 0 0 0</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22"/>
    </inkml:context>
    <inkml:brush xml:id="br0">
      <inkml:brushProperty name="width" value="0.025" units="cm"/>
      <inkml:brushProperty name="height" value="0.025" units="cm"/>
      <inkml:brushProperty name="color" value="#B2626F"/>
    </inkml:brush>
  </inkml:definitions>
  <inkml:trace contextRef="#ctx0" brushRef="#br0">9 319 2704 0 0,'0'0'1329'0'0,"30"7"851"0"0,-1 1-791 0 0,31 13-1 0 0,-54-19-1170 0 0,1-1 1 0 0,-1 1-1 0 0,0-1 0 0 0,0 0 0 0 0,0-1 0 0 0,1 1 0 0 0,-1-1 0 0 0,13-2 0 0 0,3-5 1140 0 0,13-6-379 0 0,-3-11-27 0 0,-8-13-546 0 0,-21 27 13 0 0,-3 9-396 0 0,0 1 0 0 0,0-1 0 0 0,0 0 0 0 0,0 1 0 0 0,0-1 0 0 0,1 0 0 0 0,-1 1 0 0 0,0-1 0 0 0,0 0 0 0 0,1 1 1 0 0,-1-1-1 0 0,0 0 0 0 0,1 1 0 0 0,-1-1 0 0 0,0 1 0 0 0,1-1 0 0 0,0 0 0 0 0,0 0-12 0 0,0 1 0 0 0,0 0 0 0 0,-1 0 0 0 0,1 0 0 0 0,0 0 0 0 0,0 0 0 0 0,0 0 1 0 0,0 0-1 0 0,-1 0 0 0 0,1 0 0 0 0,0 0 0 0 0,0 0 0 0 0,0 0 0 0 0,-1 0 0 0 0,1 1 0 0 0,0-1 0 0 0,0 0 0 0 0,0 1 0 0 0,-1-1 0 0 0,1 1 0 0 0,0-1 0 0 0,-1 0 0 0 0,1 1 0 0 0,0 0 0 0 0,-1-1 0 0 0,1 1 0 0 0,0 0 0 0 0,19 20 128 0 0,-17-16-62 0 0,1 0-1 0 0,0-1 1 0 0,0 1-1 0 0,0-1 1 0 0,1 0-1 0 0,-1-1 1 0 0,1 1-1 0 0,0-1 1 0 0,0 0-1 0 0,1 0 1 0 0,-1 0-1 0 0,0-1 1 0 0,1 0-1 0 0,0 0 1 0 0,-1 0-1 0 0,1-1 1 0 0,0 1-1 0 0,10-1 0 0 0,3 0-69 0 0,-15 0-7 0 0,0-1 1 0 0,0 0-1 0 0,0 0 0 0 0,1 0 0 0 0,-1 0 0 0 0,0-1 0 0 0,0 1 0 0 0,0-1 0 0 0,0 0 0 0 0,0-1 0 0 0,0 1 0 0 0,0-1 0 0 0,6-3 0 0 0,15-7 427 0 0,-22 11-370 0 0,0 0 1 0 0,-1 0-1 0 0,1 0 0 0 0,0-1 1 0 0,0 1-1 0 0,-1-1 1 0 0,1 1-1 0 0,-1-1 1 0 0,0 0-1 0 0,1 0 1 0 0,-1 0-1 0 0,0 0 0 0 0,0-1 1 0 0,0 1-1 0 0,3-5 1 0 0,-5 5-51 0 0,1 0 1 0 0,-1 1 0 0 0,0-1 0 0 0,1 0-1 0 0,-1 1 1 0 0,0-1 0 0 0,0 0 0 0 0,0 1-1 0 0,0-1 1 0 0,0 0 0 0 0,-1 0 0 0 0,1 1-1 0 0,0-1 1 0 0,-1 0 0 0 0,0 1 0 0 0,1-1-1 0 0,-1 0 1 0 0,0 1 0 0 0,1-1 0 0 0,-1 1-1 0 0,0 0 1 0 0,0-1 0 0 0,0 1-1 0 0,-2-2 1 0 0,1 0 4 0 0,0 0-5 0 0,1-1 1 0 0,0 1-1 0 0,0 0 0 0 0,0-1 0 0 0,1 1 1 0 0,-1-1-1 0 0,0-5 0 0 0,-2-12 26 0 0,2 13-21 0 0,-1 0 0 0 0,1 0-1 0 0,1-1 1 0 0,-1 1 0 0 0,3-17 0 0 0,-2 15 18 0 0,1 0 0 0 0,-1-1 0 0 0,-2-11-1 0 0,1 20-28 0 0,0 0-1 0 0,1 0 1 0 0,-1 0-1 0 0,0 0 1 0 0,0 0-1 0 0,0 0 0 0 0,0 0 1 0 0,-1 0-1 0 0,1 1 1 0 0,0-1-1 0 0,-1 0 1 0 0,1 1-1 0 0,-1-1 1 0 0,1 1-1 0 0,-1 0 0 0 0,0 0 1 0 0,0-1-1 0 0,0 1 1 0 0,-2-1-1 0 0,-45-16-1 0 0,28 12 1 0 0,12 3 0 0 0,1 1 0 0 0,-1 0 0 0 0,0 0 0 0 0,0 1 0 0 0,0 0 0 0 0,1 0 0 0 0,-19 2 0 0 0,22 1 0 0 0,1-1 0 0 0,0 1 1 0 0,-1 0-1 0 0,1 0 0 0 0,0 0 0 0 0,0 1 0 0 0,0-1 0 0 0,0 1 0 0 0,1 0 0 0 0,-1 0 0 0 0,1 0 0 0 0,0 1 0 0 0,-4 4 0 0 0,-15 14-26 0 0,19-20 25 0 0,-1 1 0 0 0,1-1-1 0 0,0 1 1 0 0,1 0 0 0 0,-1 0 0 0 0,1 0 0 0 0,-1 0-1 0 0,1 1 1 0 0,0-1 0 0 0,0 1 0 0 0,-2 4-1 0 0,4-8 3 0 0,0 0-1 0 0,0 0 0 0 0,0 0 0 0 0,0 1 0 0 0,0-1 0 0 0,0 0 0 0 0,0 0 0 0 0,0 0 0 0 0,0 1 1 0 0,0-1-1 0 0,0 0 0 0 0,0 0 0 0 0,0 0 0 0 0,-1 0 0 0 0,1 1 0 0 0,0-1 0 0 0,0 0 0 0 0,0 0 1 0 0,0 0-1 0 0,0 0 0 0 0,0 0 0 0 0,-1 1 0 0 0,1-1 0 0 0,0 0 0 0 0,0 0 0 0 0,0 0 0 0 0,-1 0 1 0 0,1 0-1 0 0,0 0 0 0 0,0 0 0 0 0,0 0 0 0 0,-1 0 0 0 0,1 0 0 0 0,0 0 0 0 0,0 0 0 0 0,0 0 1 0 0,-1 0-1 0 0,1 0 0 0 0,-6-6 10 0 0,-1-13 6 0 0,7 17-17 0 0,0 0 1 0 0,0 0-1 0 0,0 0 0 0 0,0-1 0 0 0,0 1 0 0 0,-1 0 1 0 0,1 0-1 0 0,-1 0 0 0 0,1 0 0 0 0,-1 0 1 0 0,0 0-1 0 0,0 0 0 0 0,1 0 0 0 0,-2 1 1 0 0,1-1-1 0 0,0 0 0 0 0,0 0 0 0 0,0 1 1 0 0,-1-1-1 0 0,1 1 0 0 0,-1-1 0 0 0,1 1 1 0 0,-3-2-1 0 0,-1 1-1 0 0,1 0 0 0 0,-1 1 0 0 0,1-1 0 0 0,-1 1 0 0 0,0 0 0 0 0,1 0 0 0 0,-1 1-1 0 0,0 0 1 0 0,-7 0 0 0 0,-39-6-83 0 0,20 1 42 0 0,-19 4-37 0 0,49 1 78 0 0,-1 1-1 0 0,0-1 0 0 0,1 1 0 0 0,-1-1 1 0 0,1 1-1 0 0,-1-1 0 0 0,1 1 0 0 0,-1 0 1 0 0,1 0-1 0 0,-1 0 0 0 0,1 0 0 0 0,0 0 1 0 0,0 0-1 0 0,-1 0 0 0 0,1 0 0 0 0,0 1 1 0 0,0-1-1 0 0,0 0 0 0 0,0 1 0 0 0,0-1 1 0 0,1 0-1 0 0,-1 1 0 0 0,0-1 0 0 0,1 1 0 0 0,-1 0 1 0 0,1-1-1 0 0,-1 1 0 0 0,1 1 0 0 0,-2 19-27 0 0,2-18 17 0 0,-1 1-1 0 0,1 0 1 0 0,0 0 0 0 0,0 0 0 0 0,1 0 0 0 0,0 0 0 0 0,1 8-1 0 0,-1-8 13 0 0,0 0 0 0 0,-1 0 0 0 0,0 1-1 0 0,0-1 1 0 0,0 0 0 0 0,0 0 0 0 0,-1 0-1 0 0,0 0 1 0 0,-2 6 0 0 0,-1 13-1 0 0,2-9 27 0 0,0 1 0 0 0,-1-1 0 0 0,-1 0 0 0 0,-7 19 0 0 0,11-30-8 0 0,0-3-17 0 0</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23"/>
    </inkml:context>
    <inkml:brush xml:id="br0">
      <inkml:brushProperty name="width" value="0.025" units="cm"/>
      <inkml:brushProperty name="height" value="0.025" units="cm"/>
      <inkml:brushProperty name="color" value="#B2626F"/>
    </inkml:brush>
  </inkml:definitions>
  <inkml:trace contextRef="#ctx0" brushRef="#br0">136 11 3912 0 0,'0'0'4721'0'0,"-21"-11"-1505"0"0,14 12-3228 0 0,-1 0 1 0 0,1 0-1 0 0,0 0 1 0 0,0 1-1 0 0,0 0 1 0 0,0 0-1 0 0,0 0 1 0 0,-12 7-1 0 0,17-7 2 0 0,-1-1 0 0 0,1 1 0 0 0,-1-1 0 0 0,1 1 0 0 0,-1 0 0 0 0,1 0 0 0 0,0 0 0 0 0,0 0 0 0 0,0 1 0 0 0,0-1 0 0 0,0 0 0 0 0,1 1 0 0 0,-1-1 0 0 0,1 1 0 0 0,0 0 0 0 0,-1-1 0 0 0,1 1 0 0 0,0 0 0 0 0,1 0 1 0 0,-1 0-1 0 0,0 0 0 0 0,1 0 0 0 0,0 0 0 0 0,-1 4 0 0 0,2-5 29 0 0,0 0 0 0 0,0 1 1 0 0,0-1-1 0 0,0 0 0 0 0,0 0 1 0 0,0 0-1 0 0,1 1 0 0 0,-1-1 1 0 0,1 0-1 0 0,-1-1 0 0 0,1 1 1 0 0,0 0-1 0 0,0 0 0 0 0,0-1 1 0 0,0 1-1 0 0,0-1 0 0 0,0 0 1 0 0,0 0-1 0 0,0 1 0 0 0,1-1 1 0 0,-1-1-1 0 0,0 1 0 0 0,4 1 1 0 0,2 0 49 0 0,0 0 1 0 0,-1-1 0 0 0,1 0-1 0 0,0 0 1 0 0,0-1 0 0 0,11 0 0 0 0,-14-1 17 0 0,0 0 0 0 0,0 0 0 0 0,0 0 1 0 0,-1-1-1 0 0,1 0 0 0 0,0 0 1 0 0,-1 0-1 0 0,1 0 0 0 0,-1-1 0 0 0,8-6 1 0 0,-9 4-15 0 0,-1 0 1 0 0,0-1-1 0 0,-1 1 0 0 0,1-1 1 0 0,-1 0-1 0 0,0 1 1 0 0,-1-1-1 0 0,1 0 1 0 0,-1-9-1 0 0,-1 15-44 0 0,1-1 1 0 0,0 0-1 0 0,-1 0 0 0 0,1 0 0 0 0,-1 0 0 0 0,1 0 0 0 0,-1 0 1 0 0,1 1-1 0 0,-1-1 0 0 0,1 0 0 0 0,-1 0 0 0 0,0 1 0 0 0,0-1 1 0 0,1 0-1 0 0,-1 1 0 0 0,0-1 0 0 0,0 1 0 0 0,0-1 1 0 0,1 1-1 0 0,-1-1 0 0 0,0 1 0 0 0,-2-1 0 0 0,-25-8 303 0 0,20 7-119 0 0,7 1-188 0 0,0 1 0 0 0,0 0 0 0 0,0-1 0 0 0,0 1 0 0 0,0 0 0 0 0,0 0 0 0 0,0 0 0 0 0,0 0 0 0 0,0 0 0 0 0,0 0-1 0 0,0 0 1 0 0,0 0 0 0 0,0 0 0 0 0,0 0 0 0 0,0 1 0 0 0,1-1 0 0 0,-1 0 0 0 0,0 1 0 0 0,-1 0 0 0 0,0 0 38 0 0</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24"/>
    </inkml:context>
    <inkml:brush xml:id="br0">
      <inkml:brushProperty name="width" value="0.025" units="cm"/>
      <inkml:brushProperty name="height" value="0.025" units="cm"/>
      <inkml:brushProperty name="color" value="#B2626F"/>
    </inkml:brush>
  </inkml:definitions>
  <inkml:trace contextRef="#ctx0" brushRef="#br0">134 14 3000 0 0,'0'0'2439'0'0,"-17"-10"-949"0"0,12 9-1449 0 0,-1 0 1 0 0,0 0-1 0 0,1 1 0 0 0,-1 0 0 0 0,0 0 1 0 0,1 0-1 0 0,-1 0 0 0 0,0 1 0 0 0,1 0 1 0 0,-1 0-1 0 0,1 1 0 0 0,-1 0 0 0 0,1-1 1 0 0,0 2-1 0 0,-1-1 0 0 0,1 1 1 0 0,-8 5-1 0 0,12-7-36 0 0,0 1 1 0 0,0-1-1 0 0,0 0 1 0 0,1 1-1 0 0,-1-1 1 0 0,0 0-1 0 0,0 1 1 0 0,1-1-1 0 0,-1 1 1 0 0,1 0-1 0 0,0-1 1 0 0,-1 1-1 0 0,1-1 1 0 0,0 1-1 0 0,0 0 1 0 0,0-1-1 0 0,0 1 1 0 0,0-1-1 0 0,0 1 1 0 0,0 0-1 0 0,1-1 1 0 0,-1 1-1 0 0,1-1 1 0 0,-1 1-1 0 0,1-1 1 0 0,-1 1-1 0 0,1-1 1 0 0,0 1-1 0 0,0-1 1 0 0,2 3-1 0 0,-1-1 15 0 0,1 1 0 0 0,-1-1 0 0 0,1 1-1 0 0,0-1 1 0 0,0 0 0 0 0,1-1 0 0 0,-1 1-1 0 0,0 0 1 0 0,1-1 0 0 0,5 3 0 0 0,-4-3 88 0 0,0-1 0 0 0,0 0 0 0 0,1 0 0 0 0,-1 0 0 0 0,0-1 0 0 0,1 0 0 0 0,-1 0 0 0 0,0 0 0 0 0,0-1 0 0 0,1 1 0 0 0,-1-1 0 0 0,10-4 0 0 0,-13 5-62 0 0,-1 0 1 0 0,1-1-1 0 0,0 1 1 0 0,-1-1-1 0 0,1 0 1 0 0,-1 1-1 0 0,1-1 1 0 0,-1 0-1 0 0,1 0 1 0 0,-1 0-1 0 0,1 0 1 0 0,-1 0-1 0 0,0-1 0 0 0,0 1 1 0 0,1 0-1 0 0,-1-1 1 0 0,0 1-1 0 0,0 0 1 0 0,0-1-1 0 0,0 1 1 0 0,-1-1-1 0 0,1 0 1 0 0,0 1-1 0 0,-1-1 1 0 0,1 0-1 0 0,-1 1 1 0 0,1-1-1 0 0,-1 0 1 0 0,0 1-1 0 0,0-1 1 0 0,0 0-1 0 0,0 0 1 0 0,0 1-1 0 0,0-1 1 0 0,0 0-1 0 0,-1 0 0 0 0,1 1 1 0 0,-1-1-1 0 0,1 0 1 0 0,-1 1-1 0 0,0-1 1 0 0,0-2-1 0 0,-1 2 22 0 0,1-1 1 0 0,-1 0-1 0 0,1 1 0 0 0,-1-1 0 0 0,0 1 0 0 0,0 0 0 0 0,0-1 0 0 0,0 1 0 0 0,0 0 1 0 0,-1 0-1 0 0,1 0 0 0 0,-1 1 0 0 0,-2-3 0 0 0,3 3-34 0 0,0 1 0 0 0,0-1 0 0 0,0 0 0 0 0,1 1 1 0 0,-1 0-1 0 0,0-1 0 0 0,0 1 0 0 0,0 0 0 0 0,0 0 0 0 0,0 0 0 0 0,0 0 0 0 0,0 0 0 0 0,0 0 0 0 0,0 1 1 0 0,0-1-1 0 0,0 0 0 0 0,0 1 0 0 0,0 0 0 0 0,0 0 0 0 0,1-1 0 0 0,-4 3 0 0 0,2-1 16 0 0</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25"/>
    </inkml:context>
    <inkml:brush xml:id="br0">
      <inkml:brushProperty name="width" value="0.025" units="cm"/>
      <inkml:brushProperty name="height" value="0.025" units="cm"/>
      <inkml:brushProperty name="color" value="#B2626F"/>
    </inkml:brush>
  </inkml:definitions>
  <inkml:trace contextRef="#ctx0" brushRef="#br0">0 15 6824 0 0,'0'0'208'0'0,"30"-5"1977"0"0,48-1-522 0 0,-50 4-1711 0 0,-21 1 24 0 0,0 1 1 0 0,1-1-1 0 0,-1 1 1 0 0,13 2-1 0 0,46 11-344 0 0,-64-12 390 0 0,0-1 1 0 0,1 1-1 0 0,-1 0 0 0 0,1 0 0 0 0,-1 0 0 0 0,0 0 0 0 0,0 0 0 0 0,0 0 1 0 0,0 0-1 0 0,0 1 0 0 0,0-1 0 0 0,0 1 0 0 0,0-1 0 0 0,0 1 0 0 0,-1 0 1 0 0,1 0-1 0 0,0 0 0 0 0,-1 0 0 0 0,0 0 0 0 0,0 0 0 0 0,1 0 0 0 0,-1 0 1 0 0,0 1-1 0 0,-1-1 0 0 0,1 0 0 0 0,0 1 0 0 0,0 3 0 0 0,10 31 796 0 0,-3 37 54 0 0,-8-66-770 0 0,0 0 1 0 0,-1 0 0 0 0,1 0-1 0 0,-2 0 1 0 0,1 0 0 0 0,-3 9-1 0 0,0 2-8 0 0,4-17-86 0 0,0 0 0 0 0,0 0 1 0 0,-1-1-1 0 0,1 1 0 0 0,-1 0 1 0 0,1 0-1 0 0,-1-1 0 0 0,1 1 1 0 0,-1 0-1 0 0,0-1 0 0 0,0 1 0 0 0,0 0 1 0 0,0-1-1 0 0,0 1 0 0 0,0-1 1 0 0,-2 2-1 0 0,-2 1 10 0 0,0 0 1 0 0,0 0-1 0 0,0-1 1 0 0,-1 1-1 0 0,0-1 0 0 0,1-1 1 0 0,-1 1-1 0 0,0-1 1 0 0,0 0-1 0 0,-1 0 0 0 0,1-1 1 0 0,0 0-1 0 0,-1 0 1 0 0,1 0-1 0 0,0-1 0 0 0,-1 0 1 0 0,1 0-1 0 0,-1-1 1 0 0,-7-1-1 0 0,-2-2 49 0 0,-27-12 1 0 0,7 2-14 0 0,33 12-42 0 0,0 1 1 0 0,0-1-1 0 0,0 0 0 0 0,0-1 0 0 0,0 1 0 0 0,0-1 0 0 0,-2-2 1 0 0,3 4-5 0 0</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26"/>
    </inkml:context>
    <inkml:brush xml:id="br0">
      <inkml:brushProperty name="width" value="0.025" units="cm"/>
      <inkml:brushProperty name="height" value="0.025" units="cm"/>
      <inkml:brushProperty name="color" value="#B2626F"/>
    </inkml:brush>
  </inkml:definitions>
  <inkml:trace contextRef="#ctx0" brushRef="#br0">93 11 2608 0 0,'0'0'3352'0'0,"-23"-10"-1427"0"0,19 10-1882 0 0,1 0-1 0 0,-1 0 1 0 0,0 1-1 0 0,1 0 1 0 0,-1 0-1 0 0,1 0 1 0 0,-1 0-1 0 0,1 0 1 0 0,0 0-1 0 0,-1 1 1 0 0,1 0 0 0 0,-4 2-1 0 0,5-3-38 0 0,1 1 0 0 0,-1-1-1 0 0,1 1 1 0 0,-1-1 0 0 0,1 1 0 0 0,0-1 0 0 0,-1 1-1 0 0,1 0 1 0 0,0-1 0 0 0,0 1 0 0 0,0 0-1 0 0,0 0 1 0 0,0 0 0 0 0,1 0 0 0 0,-1 0 0 0 0,1 0-1 0 0,-1 0 1 0 0,1 0 0 0 0,0 0 0 0 0,-1 0 0 0 0,1 0-1 0 0,1 3 1 0 0,-1 0-2 0 0,0-2 4 0 0,0 1-1 0 0,1-1 1 0 0,-1 0 0 0 0,1 0-1 0 0,-1 0 1 0 0,1 1 0 0 0,0-1-1 0 0,2 3 1 0 0,-2-5-3 0 0,0 0 0 0 0,0 0 0 0 0,0 0 0 0 0,0 0 0 0 0,0 0 1 0 0,0-1-1 0 0,0 1 0 0 0,0 0 0 0 0,0 0 0 0 0,0-1 0 0 0,1 1 0 0 0,-1-1 0 0 0,0 1 0 0 0,1-1 0 0 0,-1 0 0 0 0,0 1 1 0 0,1-1-1 0 0,-1 0 0 0 0,0 0 0 0 0,1 0 0 0 0,-1 0 0 0 0,3 0 0 0 0,4-1 74 0 0,1 1 1 0 0,0-1-1 0 0,0-1 0 0 0,-1 0 1 0 0,1 0-1 0 0,8-4 0 0 0,-16 6-46 0 0,0-1 0 0 0,0 1 0 0 0,0 0 0 0 0,0-1 0 0 0,0 0 0 0 0,0 1 0 0 0,0-1 0 0 0,-1 1 0 0 0,1-1 0 0 0,0 0 0 0 0,0 0 0 0 0,-1 0 0 0 0,1 1 0 0 0,0-1 0 0 0,-1 0 0 0 0,1 0 0 0 0,-1 0 0 0 0,1 0 0 0 0,-1 0 0 0 0,0 0 0 0 0,1 0 0 0 0,-1 0 0 0 0,0 0 0 0 0,1-2 0 0 0,-1 2 10 0 0,-1-1 0 0 0,1 0 0 0 0,0 0 0 0 0,0 0 0 0 0,-1 1-1 0 0,0-1 1 0 0,1 0 0 0 0,-1 0 0 0 0,0 1 0 0 0,1-1 0 0 0,-1 1 0 0 0,0-1-1 0 0,-2-2 1 0 0,1 2 15 0 0,0-1 0 0 0,0 1 0 0 0,0-1 0 0 0,-1 1 0 0 0,1 0 0 0 0,-1 0 0 0 0,1 0 0 0 0,-1 0 0 0 0,0 0 0 0 0,0 1 0 0 0,0-1 0 0 0,0 1 0 0 0,0 0 0 0 0,0 0 0 0 0,0 0 0 0 0,-4-1 0 0 0,2 2 151 0 0,4 0-127 0 0</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27"/>
    </inkml:context>
    <inkml:brush xml:id="br0">
      <inkml:brushProperty name="width" value="0.025" units="cm"/>
      <inkml:brushProperty name="height" value="0.025" units="cm"/>
      <inkml:brushProperty name="color" value="#B2626F"/>
    </inkml:brush>
  </inkml:definitions>
  <inkml:trace contextRef="#ctx0" brushRef="#br0">7 248 4616 0 0,'0'0'120'0'0,"28"14"1600"0"0,25 16-175 0 0,-50-28-1524 0 0,-1-1 0 0 0,1 0-1 0 0,0 0 1 0 0,0 0 0 0 0,0 0 0 0 0,0 0-1 0 0,1-1 1 0 0,2 1 0 0 0,16 3 224 0 0,-13-3 12 0 0,1 1 1 0 0,-1-1-1 0 0,1 0 1 0 0,0-1-1 0 0,-1 0 0 0 0,15-3 1 0 0,12 1 939 0 0,-1-4-144 0 0,-34 6-1012 0 0,1-1 0 0 0,0 1 0 0 0,-1-1 0 0 0,1 1 0 0 0,0-1 0 0 0,-1 0 0 0 0,1 0 0 0 0,0 0 0 0 0,-1 0 0 0 0,0 0 0 0 0,1 0 0 0 0,-1 0 0 0 0,1-1 0 0 0,-1 1 0 0 0,0 0 0 0 0,2-3 0 0 0,4-8 247 0 0,3-5-86 0 0,-10 13-146 0 0,0 0 0 0 0,0 0 1 0 0,-1 1-1 0 0,0-1 1 0 0,1 0-1 0 0,-1 0 0 0 0,-2-4 1 0 0,-2-11 206 0 0,4 14-224 0 0,-1-1-1 0 0,0 0 0 0 0,0 1 1 0 0,-4-8-1 0 0,-5-14 57 0 0,10 24-83 0 0,0 0-1 0 0,0 0 1 0 0,1 0 0 0 0,0-1 0 0 0,-1 1 0 0 0,1 0-1 0 0,1 0 1 0 0,-1-1 0 0 0,0 1 0 0 0,1 0-1 0 0,-1 0 1 0 0,1 0 0 0 0,0-1 0 0 0,3-4 0 0 0,1-9 8 0 0,-4 15-19 0 0,-1 1-1 0 0,0 0 1 0 0,1-1-1 0 0,-1 1 1 0 0,0-1-1 0 0,0 1 1 0 0,0-1 0 0 0,0 1-1 0 0,0-1 1 0 0,0 1-1 0 0,-1-1 1 0 0,1 1-1 0 0,0-1 1 0 0,-1 1-1 0 0,1 0 1 0 0,-1-1 0 0 0,1 1-1 0 0,-1 0 1 0 0,0-1-1 0 0,0 1 1 0 0,1 0-1 0 0,-3-2 1 0 0,1 1 1 0 0,-1 0 1 0 0,1 0-1 0 0,-1 0 1 0 0,0 0-1 0 0,0 0 1 0 0,0 0-1 0 0,0 1 1 0 0,0 0-1 0 0,-5-2 1 0 0,-4 0 4 0 0,0 0 0 0 0,0 1 0 0 0,0 0 0 0 0,-20 1 1 0 0,-62 0-8 0 0,37 0 0 0 0,19 1 0 0 0,37 0 0 0 0</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28"/>
    </inkml:context>
    <inkml:brush xml:id="br0">
      <inkml:brushProperty name="width" value="0.025" units="cm"/>
      <inkml:brushProperty name="height" value="0.025" units="cm"/>
      <inkml:brushProperty name="color" value="#B2626F"/>
    </inkml:brush>
  </inkml:definitions>
  <inkml:trace contextRef="#ctx0" brushRef="#br0">116 20 4008 0 0,'0'0'3521'0'0,"-7"-10"-18"0"0,3 8-3481 0 0,0 1 0 0 0,0-1 0 0 0,-1 1 0 0 0,1 0 0 0 0,-1 0 0 0 0,1 1 0 0 0,-1-1 1 0 0,1 1-1 0 0,-1 0 0 0 0,1 0 0 0 0,-1 0 0 0 0,0 1 0 0 0,1 0 0 0 0,-1 0 0 0 0,1 0 1 0 0,-5 2-1 0 0,7-2-21 0 0,0 1 0 0 0,0-1 0 0 0,0 1 0 0 0,0 0 0 0 0,0 0 0 0 0,0 0 0 0 0,1 0 1 0 0,-1 0-1 0 0,1 0 0 0 0,-1 0 0 0 0,1 0 0 0 0,0 0 0 0 0,0 1 0 0 0,0-1 0 0 0,0 1 1 0 0,0-1-1 0 0,1 0 0 0 0,-1 1 0 0 0,0 4 0 0 0,1-5 4 0 0,0-1-1 0 0,0 1 0 0 0,-1 0 1 0 0,1 0-1 0 0,0 0 1 0 0,0 0-1 0 0,1-1 1 0 0,-1 1-1 0 0,0 0 1 0 0,1 0-1 0 0,-1-1 1 0 0,1 1-1 0 0,-1 0 1 0 0,1 0-1 0 0,0-1 1 0 0,0 1-1 0 0,-1-1 0 0 0,1 1 1 0 0,1-1-1 0 0,-1 1 1 0 0,0-1-1 0 0,0 1 1 0 0,0-1-1 0 0,1 0 1 0 0,-1 0-1 0 0,1 0 1 0 0,-1 0-1 0 0,2 1 1 0 0,1 0 22 0 0,-1 0 0 0 0,1-1 0 0 0,-1 0 1 0 0,1 0-1 0 0,-1 0 0 0 0,1 0 0 0 0,-1 0 1 0 0,1-1-1 0 0,0 1 0 0 0,0-1 0 0 0,-1 0 1 0 0,1 0-1 0 0,0-1 0 0 0,-1 1 0 0 0,1-1 1 0 0,0 0-1 0 0,-1 0 0 0 0,1 0 0 0 0,-1 0 1 0 0,1 0-1 0 0,-1-1 0 0 0,0 0 0 0 0,0 0 1 0 0,5-2-1 0 0,-6 2-8 0 0,-1 0 0 0 0,1 1 0 0 0,0-1 0 0 0,-1 0 0 0 0,1 0 0 0 0,-1 1 0 0 0,0-1 0 0 0,1 0 0 0 0,-1-1 0 0 0,0 1 0 0 0,0 0 0 0 0,0 0 0 0 0,-1 0 0 0 0,1-1 0 0 0,0 1 0 0 0,-1 0 0 0 0,0-1 0 0 0,1 1 0 0 0,-1 0 0 0 0,0-1 0 0 0,-1-3 0 0 0,1 5-10 0 0,0 0 0 0 0,0 0 0 0 0,-1-1 0 0 0,1 1 0 0 0,-1 0 0 0 0,1 0-1 0 0,-1-1 1 0 0,1 1 0 0 0,-1 0 0 0 0,0 0 0 0 0,0 0 0 0 0,1 0-1 0 0,-1 0 1 0 0,0 0 0 0 0,0 0 0 0 0,0 0 0 0 0,0 0 0 0 0,0 1-1 0 0,0-1 1 0 0,0 0 0 0 0,0 0 0 0 0,-1 1 0 0 0,1-1 0 0 0,0 1-1 0 0,0-1 1 0 0,-1 1 0 0 0,1 0 0 0 0,0-1 0 0 0,-1 1 0 0 0,1 0-1 0 0,0 0 1 0 0,0 0 0 0 0,-1 0 0 0 0,1 0 0 0 0,0 0 0 0 0,-1 0-1 0 0,1 1 1 0 0,0-1 0 0 0,-2 1 0 0 0,-11 5 56 0 0,11-3-47 0 0</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29"/>
    </inkml:context>
    <inkml:brush xml:id="br0">
      <inkml:brushProperty name="width" value="0.025" units="cm"/>
      <inkml:brushProperty name="height" value="0.025" units="cm"/>
      <inkml:brushProperty name="color" value="#B2626F"/>
    </inkml:brush>
  </inkml:definitions>
  <inkml:trace contextRef="#ctx0" brushRef="#br0">55 311 7832 0 0,'0'0'1384'0'0,"25"6"-695"0"0,38 6-236 0 0,-15 3-283 0 0,-27-8 63 0 0,-20-6-200 0 0,0-1 1 0 0,1 1-1 0 0,-1-1 0 0 0,0 1 1 0 0,1-1-1 0 0,-1 0 0 0 0,0 0 1 0 0,1 0-1 0 0,-1 0 1 0 0,1 0-1 0 0,-1 0 0 0 0,0 0 1 0 0,1 0-1 0 0,-1 0 0 0 0,0-1 1 0 0,1 1-1 0 0,-1-1 0 0 0,0 1 1 0 0,2-1-1 0 0,-1-1 28 0 0,0 1 0 0 0,-1-1 0 0 0,1 0-1 0 0,-1 1 1 0 0,1-1 0 0 0,-1 0 0 0 0,0 0 0 0 0,0 0-1 0 0,0 0 1 0 0,1-2 0 0 0,19-19 1079 0 0,-10-14-403 0 0,-10 33-692 0 0,0 0-1 0 0,0 1 1 0 0,0-1-1 0 0,-1 0 1 0 0,1 0-1 0 0,-1 0 1 0 0,0 0-1 0 0,0 1 1 0 0,-1-1-1 0 0,1 0 0 0 0,-1 0 1 0 0,0 0-1 0 0,-1-4 1 0 0,-3-25 131 0 0,7-10 59 0 0,-4-8 142 0 0,2 49-349 0 0,0 0 0 0 0,0 0 0 0 0,0-1 0 0 0,0 1 0 0 0,-1 0 0 0 0,1 0 0 0 0,-1 0 0 0 0,1-1 0 0 0,-1 1 1 0 0,0 0-1 0 0,0 0 0 0 0,0 0 0 0 0,0 0 0 0 0,0 0 0 0 0,0 0 0 0 0,0 1 0 0 0,-1-1 0 0 0,1 0 0 0 0,-1 1 0 0 0,1-1 0 0 0,-1 1 0 0 0,0-1 0 0 0,0 1 0 0 0,1 0 1 0 0,-4-2-1 0 0,-1 1-12 0 0,0 0 1 0 0,0 0-1 0 0,0 1 1 0 0,0-1-1 0 0,0 1 1 0 0,0 1-1 0 0,0-1 1 0 0,-8 2 0 0 0,-1-2 12 0 0,-1-1 0 0 0,1 0 0 0 0,-18-5 0 0 0,-17-3 13 0 0,47 9-40 0 0,1 1-1 0 0,-1 0 0 0 0,1-1 1 0 0,-1 1-1 0 0,1 0 1 0 0,-1 0-1 0 0,1 1 1 0 0,0-1-1 0 0,-1 1 1 0 0,1-1-1 0 0,-1 1 0 0 0,1-1 1 0 0,0 1-1 0 0,-3 1 1 0 0,3 0-1 0 0,1-1 0 0 0,-1 1 1 0 0,1-1-1 0 0,-1 1 0 0 0,1 0 0 0 0,0-1 0 0 0,0 1 1 0 0,0 0-1 0 0,0 0 0 0 0,0 0 0 0 0,0 0 1 0 0,0 0-1 0 0,0 0 0 0 0,1 0 0 0 0,-1 4 1 0 0,-1 0-2 0 0,1 0 0 0 0,0 1 0 0 0,0-1 0 0 0,0 0-1 0 0,1 1 1 0 0,0-1 0 0 0,1 10 0 0 0,0-14 0 0 0</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30"/>
    </inkml:context>
    <inkml:brush xml:id="br0">
      <inkml:brushProperty name="width" value="0.025" units="cm"/>
      <inkml:brushProperty name="height" value="0.025" units="cm"/>
      <inkml:brushProperty name="color" value="#B2626F"/>
    </inkml:brush>
  </inkml:definitions>
  <inkml:trace contextRef="#ctx0" brushRef="#br0">113 6 1104 0 0,'0'0'4385'0'0,"-20"0"-2833"0"0,18 1-1467 0 0,-1 1 1 0 0,1-1-1 0 0,-1 1 0 0 0,0-1 1 0 0,0 0-1 0 0,0-1 0 0 0,0 1 1 0 0,-3 0-1 0 0,3 0 127 0 0,-1 0 0 0 0,1-1 0 0 0,0 1-1 0 0,0 0 1 0 0,0 1 0 0 0,0-1 0 0 0,-5 3 0 0 0,4-1 100 0 0,0-1 77 0 0,1 1 0 0 0,-1 0 0 0 0,1-1-1 0 0,0 1 1 0 0,0 0 0 0 0,-4 5 0 0 0,6-7-335 0 0,1 0 0 0 0,-1 0 0 0 0,1 0 0 0 0,-1 0 1 0 0,1 0-1 0 0,0 0 0 0 0,0 0 0 0 0,-1 0 0 0 0,1 0 0 0 0,0 0 0 0 0,0 0 1 0 0,0 0-1 0 0,0 0 0 0 0,0 0 0 0 0,0 0 0 0 0,0 0 0 0 0,1 0 1 0 0,-1 0-1 0 0,0 0 0 0 0,0 0 0 0 0,1 0 0 0 0,-1 0 0 0 0,1 0 1 0 0,-1 0-1 0 0,1 0 0 0 0,-1 0 0 0 0,1-1 0 0 0,0 1 0 0 0,-1 0 0 0 0,1 0 1 0 0,0 0-1 0 0,1 0 0 0 0,0 2-20 0 0,0-1 0 0 0,1 0 1 0 0,-1 0-1 0 0,1-1 0 0 0,-1 1 0 0 0,1 0 1 0 0,0-1-1 0 0,-1 1 0 0 0,1-1 0 0 0,0 0 1 0 0,0 0-1 0 0,0 0 0 0 0,0-1 1 0 0,0 1-1 0 0,0-1 0 0 0,0 1 0 0 0,0-1 1 0 0,1 0-1 0 0,-1 0 0 0 0,0 0 0 0 0,0-1 1 0 0,6-1-1 0 0,-3 1 102 0 0,0-1 0 0 0,1 1 0 0 0,-1-2 0 0 0,0 1 0 0 0,-1-1 0 0 0,11-5 0 0 0,-15 7-102 0 0,0 0 0 0 0,0 0 0 0 0,-1-1 0 0 0,1 1 0 0 0,0 0 0 0 0,-1 0 0 0 0,1 0 0 0 0,-1-1 0 0 0,1 1 0 0 0,-1 0 0 0 0,1-1 1 0 0,-1 1-1 0 0,0-1 0 0 0,0 1 0 0 0,0 0 0 0 0,0-3 0 0 0,-1-24 428 0 0,1 26-413 0 0,-1 1 0 0 0,1-1 0 0 0,-1 1 0 0 0,1 0 0 0 0,-1-1-1 0 0,0 1 1 0 0,1 0 0 0 0,-1-1 0 0 0,0 1 0 0 0,0 0 0 0 0,0 0 0 0 0,0 0 0 0 0,0-1 0 0 0,0 1-1 0 0,-1 0 1 0 0,1 1 0 0 0,0-1 0 0 0,0 0 0 0 0,-1 0 0 0 0,1 0 0 0 0,0 1 0 0 0,-3-2 0 0 0,0 1 55 0 0,0 0-1 0 0,-1-1 1 0 0,1 1 0 0 0,0 1 0 0 0,-1-1 0 0 0,-6 0 0 0 0,11 3 12 0 0,0-1-79 0 0</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31"/>
    </inkml:context>
    <inkml:brush xml:id="br0">
      <inkml:brushProperty name="width" value="0.025" units="cm"/>
      <inkml:brushProperty name="height" value="0.025" units="cm"/>
      <inkml:brushProperty name="color" value="#B2626F"/>
    </inkml:brush>
  </inkml:definitions>
  <inkml:trace contextRef="#ctx0" brushRef="#br0">44 14 9848 0 0,'0'0'900'0'0,"28"-4"1297"0"0,-17 2-1794 0 0,0 0 0 0 0,0 0 0 0 0,0 1 0 0 0,21 2 1 0 0,-17-1-253 0 0,6-2 36 0 0,-18 2-158 0 0,1-1-1 0 0,0 1 0 0 0,0-1 1 0 0,-1 1-1 0 0,1 1 0 0 0,0-1 1 0 0,0 0-1 0 0,-1 1 0 0 0,1 0 1 0 0,0 0-1 0 0,6 2 1 0 0,6-1 128 0 0,-15-2-131 0 0,0 0 1 0 0,0 0-1 0 0,-1-1 0 0 0,1 1 0 0 0,0 0 0 0 0,0 0 1 0 0,0 0-1 0 0,0 0 0 0 0,0 1 0 0 0,-1-1 0 0 0,1 0 0 0 0,0 0 1 0 0,0 0-1 0 0,0 1 0 0 0,-1-1 0 0 0,1 0 0 0 0,0 1 1 0 0,0-1-1 0 0,-1 1 0 0 0,1-1 0 0 0,0 1 0 0 0,0 0 0 0 0,12 9 138 0 0,-12-9-141 0 0,0-1 0 0 0,0 1 0 0 0,0-1 0 0 0,0 1 0 0 0,0-1 0 0 0,0 1 0 0 0,0 0 0 0 0,0 0 0 0 0,0-1 0 0 0,-1 1 0 0 0,1 0 0 0 0,0 0 0 0 0,0 0 0 0 0,-1 0 0 0 0,1 0 0 0 0,0 2 0 0 0,9 10 150 0 0,-9-12-166 0 0,0 0-1 0 0,0 0 1 0 0,0 1 0 0 0,0-1-1 0 0,0 0 1 0 0,0 0 0 0 0,0 1 0 0 0,0-1-1 0 0,-1 1 1 0 0,1-1 0 0 0,0 1-1 0 0,-1-1 1 0 0,1 1 0 0 0,-1-1-1 0 0,0 1 1 0 0,1 1 0 0 0,-2-2-4 0 0,1 1-1 0 0,-1-1 1 0 0,1 1 0 0 0,0-1 0 0 0,-1 1-1 0 0,1-1 1 0 0,0 1 0 0 0,0-1 0 0 0,0 1 0 0 0,0-1-1 0 0,0 1 1 0 0,0 0 0 0 0,1-1 0 0 0,-1 1 0 0 0,0-1-1 0 0,1 0 1 0 0,-1 1 0 0 0,1-1 0 0 0,0 1-1 0 0,-1-1 1 0 0,2 3 0 0 0,3 6-8 0 0,-5-9-1 0 0,1 0 1 0 0,-1 0-1 0 0,0 0 1 0 0,0 0-1 0 0,0 1 1 0 0,0-1-1 0 0,0 0 1 0 0,0 0-1 0 0,0 0 1 0 0,0 1 0 0 0,0-1-1 0 0,0 0 1 0 0,-1 2-1 0 0,0-2 3 0 0,1 0 0 0 0,-1 0-1 0 0,1 0 1 0 0,0 0 0 0 0,0 0-1 0 0,0 0 1 0 0,-1 0 0 0 0,1 0 0 0 0,0 0-1 0 0,0 0 1 0 0,1 1 0 0 0,-1-1 0 0 0,0 0-1 0 0,0 0 1 0 0,0 0 0 0 0,1 0-1 0 0,-1 0 1 0 0,1 0 0 0 0,-1 0 0 0 0,0 0-1 0 0,1 0 1 0 0,1 1 0 0 0,0 27-23 0 0,0-25 34 0 0,-1-1-1 0 0,0 1 0 0 0,0 0 0 0 0,0-1 0 0 0,0 1 0 0 0,0 0 1 0 0,-1 0-1 0 0,1 0 0 0 0,-1 0 0 0 0,-1 7 0 0 0,1 1 1 0 0,-1-8 7 0 0,-1 0 0 0 0,0 0-1 0 0,1-1 1 0 0,-1 1 0 0 0,-4 5-1 0 0,-1 2 51 0 0,6-9-51 0 0,0-1-1 0 0,0 1 0 0 0,-1 0 0 0 0,1-1 1 0 0,0 0-1 0 0,-1 1 0 0 0,1-1 0 0 0,-1 0 1 0 0,0 1-1 0 0,1-1 0 0 0,-1 0 0 0 0,0 0 1 0 0,0-1-1 0 0,0 1 0 0 0,0 0 0 0 0,0-1 1 0 0,0 1-1 0 0,0-1 0 0 0,0 1 0 0 0,-3-1 0 0 0,-6 1 201 0 0,-1 0-1 0 0,-17-3 1 0 0,8 1 379 0 0,15 0-547 0 0,1 0-1 0 0,0 0 0 0 0,-1-1 0 0 0,1 1 0 0 0,0-2 0 0 0,0 1 0 0 0,0 0 0 0 0,0-1 0 0 0,1 0 0 0 0,-9-6 0 0 0,-4-3 11 0 0,3 1 120 0 0,-7-5 338 0 0,12 12-254 0 0,-6-1-10 0 0,15 5-218 0 0,-2 0-3 0 0,1-1 0 0 0,-1 1 1 0 0,1 1-1 0 0,-1-1 0 0 0,1 0 0 0 0,-1 0 0 0 0,1 0 0 0 0,-1 1 0 0 0,1-1 0 0 0,-1 1 0 0 0,1-1 0 0 0,-1 1 0 0 0,-1 1 0 0 0,-42 35 435 0 0,44-35-455 0 0</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32"/>
    </inkml:context>
    <inkml:brush xml:id="br0">
      <inkml:brushProperty name="width" value="0.025" units="cm"/>
      <inkml:brushProperty name="height" value="0.025" units="cm"/>
      <inkml:brushProperty name="color" value="#B2626F"/>
    </inkml:brush>
  </inkml:definitions>
  <inkml:trace contextRef="#ctx0" brushRef="#br0">122 15 9744 0 0,'0'0'2832'0'0,"-28"-12"592"0"0,25 11-3407 0 0,0 1 1 0 0,-1-1 0 0 0,1 1 0 0 0,0 0 0 0 0,-1 0-1 0 0,1 0 1 0 0,0 0 0 0 0,-1 1 0 0 0,1-1 0 0 0,0 1 0 0 0,0 0-1 0 0,-1 0 1 0 0,1 0 0 0 0,0 1 0 0 0,0-1 0 0 0,0 1-1 0 0,0-1 1 0 0,1 1 0 0 0,-1 0 0 0 0,0 0 0 0 0,-4 5 0 0 0,5-5-7 0 0,0 0 1 0 0,0 0 0 0 0,1 0 0 0 0,-1 0 0 0 0,1 0 0 0 0,-1 1-1 0 0,1-1 1 0 0,-1 0 0 0 0,1 1 0 0 0,0 0 0 0 0,0-1 0 0 0,1 1 0 0 0,-1-1-1 0 0,0 1 1 0 0,1 0 0 0 0,0 0 0 0 0,-1-1 0 0 0,1 1 0 0 0,0 0 0 0 0,1 0-1 0 0,-1-1 1 0 0,0 1 0 0 0,1 0 0 0 0,-1 0 0 0 0,1-1 0 0 0,2 5-1 0 0,-2-5-10 0 0,1-1-1 0 0,-1 1 0 0 0,1-1 0 0 0,-1 1 0 0 0,1-1 0 0 0,0 1 0 0 0,0-1 0 0 0,0 0 1 0 0,0 0-1 0 0,0 0 0 0 0,0 0 0 0 0,0 0 0 0 0,0 0 0 0 0,0-1 0 0 0,1 1 0 0 0,-1-1 1 0 0,0 1-1 0 0,3-1 0 0 0,42 4 4 0 0,-44-4 6 0 0,0 0-1 0 0,0 0 1 0 0,0-1-1 0 0,-1 1 1 0 0,1-1 0 0 0,0 1-1 0 0,0-1 1 0 0,0 0-1 0 0,0 0 1 0 0,-1 0-1 0 0,1-1 1 0 0,0 1 0 0 0,-1 0-1 0 0,1-1 1 0 0,-1 0-1 0 0,3-2 1 0 0,-3 2 10 0 0,-1 0 1 0 0,1 0 0 0 0,-1 0-1 0 0,0 0 1 0 0,0 0-1 0 0,0 0 1 0 0,0 0-1 0 0,0 0 1 0 0,0-1 0 0 0,0 1-1 0 0,-1 0 1 0 0,1-1-1 0 0,-1 1 1 0 0,0-1-1 0 0,0 1 1 0 0,0 0 0 0 0,0-1-1 0 0,0 1 1 0 0,0-1-1 0 0,-1-3 1 0 0,0 5 0 0 0,1-1 0 0 0,-1 0 0 0 0,1 1 0 0 0,-1-1 0 0 0,0 0 0 0 0,0 1 0 0 0,0-1 0 0 0,0 1 0 0 0,0-1 0 0 0,0 1 0 0 0,0-1 0 0 0,0 1 0 0 0,0 0 0 0 0,-1 0 0 0 0,1 0 0 0 0,-1-1 0 0 0,1 1 0 0 0,-1 0 0 0 0,1 1 0 0 0,-1-1 0 0 0,0 0 0 0 0,1 0 0 0 0,-1 1 0 0 0,0-1 0 0 0,1 1 0 0 0,-3-1 0 0 0,1 1 11 0 0,0-1-1 0 0,0 1 1 0 0,-1 0-1 0 0,1-1 1 0 0,0 2-1 0 0,0-1 1 0 0,0 0-1 0 0,0 1 1 0 0,0-1-1 0 0,0 1 1 0 0,0 0-1 0 0,0 0 1 0 0,0 0-1 0 0,-3 2 1 0 0,0 1 22 0 0</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33"/>
    </inkml:context>
    <inkml:brush xml:id="br0">
      <inkml:brushProperty name="width" value="0.025" units="cm"/>
      <inkml:brushProperty name="height" value="0.025" units="cm"/>
      <inkml:brushProperty name="color" value="#B2626F"/>
    </inkml:brush>
  </inkml:definitions>
  <inkml:trace contextRef="#ctx0" brushRef="#br0">0 278 4416 0 0,'0'0'4213'0'0,"34"16"-1992"0"0,12-9 25 0 0,-21 2-1560 0 0,-23-8-600 0 0,0 0 0 0 0,0 0-1 0 0,0 0 1 0 0,1 0-1 0 0,-1-1 1 0 0,0 1-1 0 0,1 0 1 0 0,-1-1 0 0 0,5 1-1 0 0,-5-2 47 0 0,1 0 0 0 0,0 1 0 0 0,-1-1 0 0 0,1 0 0 0 0,0 0 0 0 0,-1-1 0 0 0,1 1 0 0 0,-1 0 0 0 0,0-1 0 0 0,0 1-1 0 0,1-1 1 0 0,-1 0 0 0 0,0 0 0 0 0,2-3 0 0 0,-2 4-115 0 0,-1-1 0 0 0,0 1 0 0 0,1-1 0 0 0,-1 0-1 0 0,0 1 1 0 0,0-1 0 0 0,0 0 0 0 0,0 0 0 0 0,0 0 0 0 0,-1 0 0 0 0,1 0-1 0 0,-1 0 1 0 0,1 0 0 0 0,-1 0 0 0 0,0 0 0 0 0,1 0 0 0 0,-1 0-1 0 0,0 0 1 0 0,-1-4 0 0 0,0 1-63 0 0,0-1 0 0 0,1 0 0 0 0,0 0 0 0 0,0 0 0 0 0,0 0 0 0 0,1 0-1 0 0,-1 0 1 0 0,4-9 0 0 0,-3 8-49 0 0,1 1 0 0 0,-2-1 0 0 0,1 0 0 0 0,0 0 0 0 0,-2-10 0 0 0,-2-19 177 0 0,-1-9-548 0 0,4 40 397 0 0,0 2 69 0 0,-1 1 1 0 0,1-1 0 0 0,0 1-1 0 0,-1-1 1 0 0,1 1 0 0 0,-1-1-1 0 0,0 1 1 0 0,0 0 0 0 0,1-1-1 0 0,-2 1 1 0 0,1 0 0 0 0,0 0-1 0 0,0 0 1 0 0,-1 0 0 0 0,1 0-1 0 0,-1 0 1 0 0,-2-3 0 0 0,3 5-9 0 0,1 0-5 0 0,0-1 9 0 0,0 1 0 0 0,-1 0 0 0 0,1-1 0 0 0,0 1 0 0 0,-1-1 0 0 0,1 1 0 0 0,0 0 0 0 0,-1-1 0 0 0,1 1 0 0 0,-1 0-1 0 0,1-1 1 0 0,-1 1 0 0 0,1 0 0 0 0,-1 0 0 0 0,1-1 0 0 0,-1 1 0 0 0,1 0 0 0 0,-1 0 0 0 0,1 0 0 0 0,-1 0 0 0 0,1 0 0 0 0,-1-1-1 0 0,1 1 1 0 0,-1 0 0 0 0,-15-2-64 0 0,-4 1-79 0 0,4 1 947 0 0,0 0 1 0 0,-15 3-1 0 0,13 1-99 0 0,-13 1-155 0 0,31-5-537 0 0</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34"/>
    </inkml:context>
    <inkml:brush xml:id="br0">
      <inkml:brushProperty name="width" value="0.025" units="cm"/>
      <inkml:brushProperty name="height" value="0.025" units="cm"/>
      <inkml:brushProperty name="color" value="#B2626F"/>
    </inkml:brush>
  </inkml:definitions>
  <inkml:trace contextRef="#ctx0" brushRef="#br0">26 73 4616 0 0,'0'0'4050'0'0,"-9"-10"-3950"0"0,9 11-94 0 0,-1 0 0 0 0,1 0-1 0 0,0 0 1 0 0,-1 0 0 0 0,1 0 0 0 0,0 0-1 0 0,0 0 1 0 0,0 0 0 0 0,0 0-1 0 0,0 0 1 0 0,0 1 0 0 0,0-1-1 0 0,0 0 1 0 0,0 0 0 0 0,1 0-1 0 0,-1 0 1 0 0,0 0 0 0 0,1 0 0 0 0,-1 0-1 0 0,1 0 1 0 0,-1 0 0 0 0,1 0-1 0 0,-1 0 1 0 0,1 0 0 0 0,0 0-1 0 0,-1 0 1 0 0,2 1 0 0 0,-1-2 10 0 0,0 0 0 0 0,0 1 1 0 0,0-1-1 0 0,0 0 0 0 0,0 1 1 0 0,0-1-1 0 0,0 0 1 0 0,0 0-1 0 0,0 0 0 0 0,0 0 1 0 0,0 0-1 0 0,0 0 0 0 0,0 0 1 0 0,0 0-1 0 0,0 0 0 0 0,0 0 1 0 0,0-1-1 0 0,0 1 0 0 0,0 0 1 0 0,0-1-1 0 0,0 1 0 0 0,-1 0 1 0 0,1-1-1 0 0,0 0 0 0 0,0 1 1 0 0,0-1-1 0 0,0 1 0 0 0,-1-1 1 0 0,1 0-1 0 0,0 1 0 0 0,-1-1 1 0 0,1-1-1 0 0,2 0 156 0 0,-1-1-1 0 0,0 1 1 0 0,0-1 0 0 0,-1 0 0 0 0,1 1-1 0 0,-1-1 1 0 0,1 0 0 0 0,-1 0-1 0 0,0 0 1 0 0,0 0 0 0 0,0 0-1 0 0,0-6 1 0 0,0 8-66 0 0,-1-1 0 0 0,0 1 1 0 0,0-1-1 0 0,0 1 0 0 0,-1-1 0 0 0,1 1 0 0 0,0-1 1 0 0,-1 1-1 0 0,1-1 0 0 0,0 1 0 0 0,-1 0 0 0 0,0-1 1 0 0,1 1-1 0 0,-1 0 0 0 0,0-1 0 0 0,0 1 1 0 0,1 0-1 0 0,-1 0 0 0 0,0 0 0 0 0,0 0 0 0 0,0 0 1 0 0,0 0-1 0 0,-1 0 0 0 0,1 0 0 0 0,0 0 0 0 0,0 0 1 0 0,-1 1-1 0 0,1-1 0 0 0,0 0 0 0 0,-1 1 0 0 0,-2-1 1 0 0,-18-4 577 0 0,20 5-633 0 0,1 0 0 0 0,0-1 0 0 0,0 1 0 0 0,0 0 0 0 0,-1 0 1 0 0,1 1-1 0 0,0-1 0 0 0,0 0 0 0 0,0 0 0 0 0,0 1 0 0 0,-1-1 0 0 0,1 0 1 0 0,0 1-1 0 0,0-1 0 0 0,0 1 0 0 0,0 0 0 0 0,0-1 0 0 0,-2 2 0 0 0,3 0-18 0 0,0 1 0 0 0,-1-1 0 0 0,1 0 0 0 0,0 0 0 0 0,0 0 0 0 0,0 0 0 0 0,1 1 0 0 0,-1-1 0 0 0,1 0 0 0 0,-1 0 0 0 0,1 0 0 0 0,-1 0 0 0 0,1 0 0 0 0,0 0 0 0 0,1 2 0 0 0,-2-3-23 0 0,4 6 52 0 0</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35"/>
    </inkml:context>
    <inkml:brush xml:id="br0">
      <inkml:brushProperty name="width" value="0.025" units="cm"/>
      <inkml:brushProperty name="height" value="0.025" units="cm"/>
      <inkml:brushProperty name="color" value="#B2626F"/>
    </inkml:brush>
  </inkml:definitions>
  <inkml:trace contextRef="#ctx0" brushRef="#br0">11 85 96 0 0,'0'0'5690'0'0,"-11"-9"-5052"0"0,11 7-608 0 0,1 1 0 0 0,-1 0 0 0 0,1 0 0 0 0,-1 0 0 0 0,0 0 0 0 0,1 0 1 0 0,0 0-1 0 0,-1 0 0 0 0,1 0 0 0 0,0 0 0 0 0,-1 0 0 0 0,1 0 0 0 0,0 0 0 0 0,0 0 1 0 0,0 0-1 0 0,0 1 0 0 0,1-2 0 0 0,24-14 219 0 0,-10 6 153 0 0,21-20 2021 0 0,-37 31-2306 0 0,0-1 1 0 0,0 1-1 0 0,0 0 1 0 0,0 0-1 0 0,0 0 1 0 0,0 0-1 0 0,1 0 1 0 0,-1-1-1 0 0,0 1 1 0 0,0 0-1 0 0,1 0 1 0 0,-1 0-1 0 0,0 0 0 0 0,1-1 1 0 0,-1 1-1 0 0,1 0 1 0 0,-1-1-1 0 0,1 1 1 0 0,0 1-1 0 0,3 5 326 0 0,-2 1-264 0 0,-1 0 0 0 0,0 0 0 0 0,0 0 0 0 0,-1 1 0 0 0,0-1 0 0 0,-1 0 0 0 0,-1 13 1 0 0,-2 21 355 0 0,2 64-471 0 0,2-104-44 0 0,-1 0 1 0 0,1-1 0 0 0,-1 1 0 0 0,1-1 0 0 0,-1 1 0 0 0,0-1 0 0 0,1 0 0 0 0,-1 1 0 0 0,0-1-1 0 0,0 0 1 0 0,0 1 0 0 0,0-1 0 0 0,0 0 0 0 0,0 0 0 0 0,0 0 0 0 0,-3 2 0 0 0,-26 17 506 0 0,20-13-448 0 0,-8-1 178 0 0,17-6-235 0 0</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36"/>
    </inkml:context>
    <inkml:brush xml:id="br0">
      <inkml:brushProperty name="width" value="0.025" units="cm"/>
      <inkml:brushProperty name="height" value="0.025" units="cm"/>
      <inkml:brushProperty name="color" value="#B2626F"/>
    </inkml:brush>
  </inkml:definitions>
  <inkml:trace contextRef="#ctx0" brushRef="#br0">1 91 6328 0 0,'0'0'4360'0'0,"21"-22"-3464"0"0,18-17-826 0 0,-34 33-162 0 0,-3 4 44 0 0,0-1 0 0 0,0 1 0 0 0,0 0 0 0 0,-1 1 0 0 0,2-1 0 0 0,-1 0 0 0 0,0 0-1 0 0,0 1 1 0 0,1-1 0 0 0,-1 1 0 0 0,0 0 0 0 0,5-2 0 0 0,0 36-113 0 0,-6-32 161 0 0,0 0 0 0 0,-1 0 0 0 0,1 0 0 0 0,0 1 0 0 0,-1-1 0 0 0,1 0 0 0 0,-1 0 0 0 0,1 0 0 0 0,-1 1 0 0 0,1-1 0 0 0,-1 0 0 0 0,0 1 0 0 0,0-1 0 0 0,0 0 0 0 0,0 3 0 0 0,0 24 0 0 0,-1-15 0 0 0,2 9 42 0 0,0-16-19 0 0,-1 0 1 0 0,0 1-1 0 0,0-1 1 0 0,0 1 0 0 0,-1-1-1 0 0,0 0 1 0 0,-2 9-1 0 0,2-11-21 0 0,0 0-1 0 0,0 1 1 0 0,1-1-1 0 0,0 0 0 0 0,-1 0 1 0 0,2 1-1 0 0,-1-1 1 0 0,1 6-1 0 0,0 19 62 0 0,-1-28 11 0 0,-1 1 0 0 0,0-1-1 0 0,0 0 1 0 0,1 1 0 0 0,-1-1-1 0 0,0 0 1 0 0,0 0 0 0 0,0 0-1 0 0,0 1 1 0 0,-1-1 0 0 0,1 0-1 0 0,0 0 1 0 0,0-1 0 0 0,-1 1 0 0 0,1 0-1 0 0,-2 1 1 0 0,-27 9 432 0 0,-2-1 779 0 0,32-10-1251 0 0</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37"/>
    </inkml:context>
    <inkml:brush xml:id="br0">
      <inkml:brushProperty name="width" value="0.025" units="cm"/>
      <inkml:brushProperty name="height" value="0.025" units="cm"/>
      <inkml:brushProperty name="color" value="#B2626F"/>
    </inkml:brush>
  </inkml:definitions>
  <inkml:trace contextRef="#ctx0" brushRef="#br0">8 96 6928 0 0,'0'0'776'0'0,"-8"10"3798"0"0,11-11-4562 0 0,0-1-1 0 0,-1 1 1 0 0,1-1-1 0 0,0 0 0 0 0,-1 0 1 0 0,0 0-1 0 0,1 0 1 0 0,-1 0-1 0 0,4-5 0 0 0,14-12-19 0 0,-17 16-9 0 0,1 1-1 0 0,-1-1 1 0 0,0 0 0 0 0,0 0 0 0 0,5-6 0 0 0,12-11-208 0 0,-9 9 158 0 0,-11 10 62 0 0,1 1-1 0 0,-1-1 1 0 0,0 1-1 0 0,0-1 1 0 0,0 1-1 0 0,1-1 1 0 0,-1 1-1 0 0,0-1 1 0 0,1 1-1 0 0,-1 0 1 0 0,0-1-1 0 0,1 1 1 0 0,-1 0 0 0 0,0-1-1 0 0,1 1 1 0 0,-1 0-1 0 0,1-1 1 0 0,-1 1-1 0 0,1 0 1 0 0,-1 0-1 0 0,0 0 1 0 0,1-1-1 0 0,-1 1 1 0 0,1 0-1 0 0,-1 0 1 0 0,1 0-1 0 0,-1 0 1 0 0,1 0-1 0 0,-1 0 1 0 0,1 0-1 0 0,-1 0 1 0 0,1 0-1 0 0,0 0 1 0 0,-1 0-1 0 0,1 0 1 0 0,-1 0-1 0 0,0 1 1 0 0,1-1-1 0 0,-1 0 1 0 0,1 0-1 0 0,-1 0 1 0 0,1 1-1 0 0,-1-1 1 0 0,1 0-1 0 0,-1 1 1 0 0,2 1-1 0 0,0 1 0 0 0,0 0 0 0 0,0 0 0 0 0,-1 0-1 0 0,1 0 1 0 0,-1 0 0 0 0,0 0 0 0 0,0 0 0 0 0,0 0 0 0 0,0 0 0 0 0,-1 0 0 0 0,1 6 0 0 0,1 3-4 0 0,5 59 10 0 0,-4-60 50 0 0,-1-6 3 0 0,-1-1-1 0 0,1 1 0 0 0,-1-1 1 0 0,0 1-1 0 0,0 0 1 0 0,-1-1-1 0 0,0 1 0 0 0,0 0 1 0 0,0-1-1 0 0,0 1 0 0 0,0 0 1 0 0,-1-1-1 0 0,-2 7 1 0 0,0 0 12 0 0,3-9-62 0 0,-1-1 1 0 0,1 0 0 0 0,0 0-1 0 0,0 0 1 0 0,-1 0-1 0 0,1 0 1 0 0,-1 0-1 0 0,1 0 1 0 0,-1 0 0 0 0,1 0-1 0 0,-1 0 1 0 0,0 0-1 0 0,0 0 1 0 0,1 0 0 0 0,-3 1-1 0 0,-5 5 45 0 0,2 0 17 0 0,-1-1 0 0 0,-1 0 0 0 0,1 0 0 0 0,-1-1 0 0 0,0 0 0 0 0,-13 6 0 0 0,7-5 263 0 0,10-4-208 0 0,0-1 0 0 0,-1 1 0 0 0,1-1-1 0 0,-1 1 1 0 0,0-1 0 0 0,-4 0 192 0 0</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38"/>
    </inkml:context>
    <inkml:brush xml:id="br0">
      <inkml:brushProperty name="width" value="0.025" units="cm"/>
      <inkml:brushProperty name="height" value="0.025" units="cm"/>
      <inkml:brushProperty name="color" value="#B2626F"/>
    </inkml:brush>
  </inkml:definitions>
  <inkml:trace contextRef="#ctx0" brushRef="#br0">0 101 7432 0 0,'0'0'2638'0'0,"22"-22"-1587"0"0,-19 18-986 0 0,0 0-1 0 0,0 0 1 0 0,0 1-1 0 0,1 0 1 0 0,0-1-1 0 0,7-4 1 0 0,-8 5-70 0 0,31-23-3 0 0,-24 18-86 0 0,6-3-102 0 0,-16 11 191 0 0,1 0-1 0 0,-1 0 0 0 0,1 0 0 0 0,-1-1 0 0 0,1 1 0 0 0,-1 0 0 0 0,1 0 0 0 0,-1 0 0 0 0,1 0 0 0 0,-1 1 1 0 0,1-1-1 0 0,-1 0 0 0 0,1 0 0 0 0,-1 0 0 0 0,1 0 0 0 0,-1 0 0 0 0,1 1 0 0 0,-1-1 0 0 0,0 0 0 0 0,1 0 1 0 0,-1 1-1 0 0,1-1 0 0 0,-1 0 0 0 0,0 1 0 0 0,1-1 0 0 0,-1 0 0 0 0,0 1 0 0 0,1-1 0 0 0,-1 1 0 0 0,0-1 0 0 0,1 0 1 0 0,-1 2-1 0 0,2 1-12 0 0,0 0-41 0 0,1 0 0 0 0,-1 0 1 0 0,-1 1-1 0 0,1-1 0 0 0,0 1 0 0 0,-1 0 1 0 0,0-1-1 0 0,1 5 0 0 0,-1-3 22 0 0,0-1 0 0 0,1 0 0 0 0,-1 0 0 0 0,1 0 0 0 0,0 0 0 0 0,4 6 0 0 0,6 14 192 0 0,-9-16-194 0 0,-2-6 241 0 0,-1-1-1 0 0,1 1 1 0 0,-1 0-1 0 0,1-1 1 0 0,-1 1-1 0 0,1 0 1 0 0,-1 0-1 0 0,0-1 1 0 0,0 1-1 0 0,0 0 1 0 0,0 0-1 0 0,0-1 1 0 0,-1 1-1 0 0,0 3 1 0 0,-1 1 33 0 0,0-1 1 0 0,0 1-1 0 0,-1-1 1 0 0,-4 7-1 0 0,-4 9 547 0 0,9-18-727 0 0,0 1 1 0 0,0-1 0 0 0,0 1-1 0 0,-1-1 1 0 0,1 0 0 0 0,-1 0 0 0 0,0 0-1 0 0,0 0 1 0 0,0-1 0 0 0,-6 5 0 0 0,-39 18 806 0 0,30-16-754 0 0,14-8-108 0 0,3-1 0 0 0</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39"/>
    </inkml:context>
    <inkml:brush xml:id="br0">
      <inkml:brushProperty name="width" value="0.025" units="cm"/>
      <inkml:brushProperty name="height" value="0.025" units="cm"/>
      <inkml:brushProperty name="color" value="#B2626F"/>
    </inkml:brush>
  </inkml:definitions>
  <inkml:trace contextRef="#ctx0" brushRef="#br0">0 151 600 0 0,'0'0'1792'0'0,"15"-21"1304"0"0,16-21-1634 0 0,-15 17-894 0 0,-9 17-209 0 0,0 1 0 0 0,0-1-1 0 0,0 1 1 0 0,9-6 0 0 0,-7 6 505 0 0,-8 6-733 0 0,1 0 0 0 0,-1-1 0 0 0,1 1 1 0 0,-1 0-1 0 0,1 0 0 0 0,-1 0 0 0 0,1 1 1 0 0,0-1-1 0 0,0 0 0 0 0,-1 0 0 0 0,1 1 1 0 0,0-1-1 0 0,0 1 0 0 0,0 0 0 0 0,0 0 1 0 0,0-1-1 0 0,0 1 0 0 0,-1 0 0 0 0,1 1 0 0 0,0-1 1 0 0,0 0-1 0 0,0 0 0 0 0,0 1 0 0 0,0-1 1 0 0,-1 1-1 0 0,1 0 0 0 0,0-1 0 0 0,0 1 1 0 0,-1 0-1 0 0,1 0 0 0 0,-1 0 0 0 0,1 0 1 0 0,-1 1-1 0 0,1-1 0 0 0,-1 0 0 0 0,2 2 1 0 0,-1 0-111 0 0,0-1 0 0 0,1 1 0 0 0,-1 0 0 0 0,-1 0 0 0 0,1 0 0 0 0,0 1 0 0 0,-1-1 0 0 0,0 0 0 0 0,1 1 0 0 0,-1-1 0 0 0,-1 1 0 0 0,1-1 0 0 0,0 1 0 0 0,-1-1 0 0 0,0 7 0 0 0,7 45 389 0 0,-6-43-351 0 0,0-10-45 0 0,-1 0-1 0 0,1 0 0 0 0,-1-1 1 0 0,0 1-1 0 0,0 0 0 0 0,0 0 0 0 0,0 0 1 0 0,0 0-1 0 0,-1 0 0 0 0,1 0 1 0 0,0 0-1 0 0,-1 0 0 0 0,0 2 1 0 0,-5 8-14 0 0,6-11 0 0 0,0 1 0 0 0,-1-1 0 0 0,1 1 0 0 0,-1-1 0 0 0,0 1 0 0 0,0-1 0 0 0,1 0 0 0 0,-1 0 0 0 0,0 1 0 0 0,0-1 0 0 0,0 0 0 0 0,0 0 0 0 0,-2 1 0 0 0,-57 40 606 0 0,57-40-540 0 0,0 0-21 0 0,1 0 1 0 0,-1 0-1 0 0,0 0 0 0 0,0-1 0 0 0,1 1 0 0 0,-1-1 0 0 0,0 0 1 0 0,0 0-1 0 0,0 0 0 0 0,-1 0 0 0 0,1 0 0 0 0,0-1 1 0 0,-4 1-1 0 0,6-1-31 0 0</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40"/>
    </inkml:context>
    <inkml:brush xml:id="br0">
      <inkml:brushProperty name="width" value="0.025" units="cm"/>
      <inkml:brushProperty name="height" value="0.025" units="cm"/>
      <inkml:brushProperty name="color" value="#B2626F"/>
    </inkml:brush>
  </inkml:definitions>
  <inkml:trace contextRef="#ctx0" brushRef="#br0">38 208 8640 0 0,'0'0'1464'0'0,"15"20"366"0"0,-10-20-1758 0 0,0 0 0 0 0,0 0 0 0 0,0-1 0 0 0,0 0 0 0 0,0 1 0 0 0,0-2 0 0 0,-1 1 0 0 0,1 0-1 0 0,0-1 1 0 0,0 0 0 0 0,-1 0 0 0 0,1-1 0 0 0,-1 1 0 0 0,4-4 0 0 0,18-19 925 0 0,-25 25-967 0 0,-10-30 1071 0 0,5 22-1067 0 0,1 0-1 0 0,0 0 1 0 0,0 0 0 0 0,1 0 0 0 0,-2-10 0 0 0,3 15-33 0 0,-1 0 0 0 0,1 0 0 0 0,-1 0 1 0 0,1 0-1 0 0,-1 0 0 0 0,0 0 0 0 0,0 0 1 0 0,-4-4-1 0 0,3 5 0 0 0,1-1 0 0 0,0 1 0 0 0,0-1 1 0 0,0 0-1 0 0,1 1 0 0 0,-1-1 0 0 0,0 0 0 0 0,1 0 0 0 0,0 0 0 0 0,-1-4 1 0 0,2 6-2 0 0,0-1 0 0 0,-1 1 0 0 0,1 0 0 0 0,0-1 0 0 0,-1 1 0 0 0,1 0 0 0 0,0-1 0 0 0,-1 1 0 0 0,0 0 0 0 0,1 0 0 0 0,-1-1 0 0 0,0 1 0 0 0,1 0 0 0 0,-1 0 0 0 0,0 0 0 0 0,0 0 0 0 0,0 0 0 0 0,0 0 0 0 0,-2-1 0 0 0,2 2 0 0 0,0-1 0 0 0,-1 1 0 0 0,1 0 0 0 0,0 0 0 0 0,0 0 0 0 0,0 0 0 0 0,0 0 0 0 0,0 0 0 0 0,0 0 0 0 0,0 1 0 0 0,-1-1 0 0 0,1 0 0 0 0,0 1 0 0 0,0-1 0 0 0,0 0 0 0 0,0 1 0 0 0,0-1 0 0 0,0 1 0 0 0,0 0 0 0 0,0-1 0 0 0,0 1 0 0 0,1 0 0 0 0,-3 1 0 0 0,-14 10 0 0 0,14-10 0 0 0,0-1 0 0 0,0 1 0 0 0,0 0 0 0 0,1 1 0 0 0,-1-1 0 0 0,0 0 0 0 0,1 1 0 0 0,0-1 0 0 0,-3 4 0 0 0,5-5 0 0 0</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41"/>
    </inkml:context>
    <inkml:brush xml:id="br0">
      <inkml:brushProperty name="width" value="0.025" units="cm"/>
      <inkml:brushProperty name="height" value="0.025" units="cm"/>
      <inkml:brushProperty name="color" value="#B2626F"/>
    </inkml:brush>
  </inkml:definitions>
  <inkml:trace contextRef="#ctx0" brushRef="#br0">0 126 8432 0 0,'0'0'1528'0'0,"22"-24"-466"0"0,-11 18-1072 0 0,-1-1 0 0 0,0-1 0 0 0,0 0-1 0 0,0 0 1 0 0,13-16 0 0 0,-19 19-46 0 0,1 1 0 0 0,-1 0-1 0 0,1 0 1 0 0,0 0 0 0 0,8-4 0 0 0,-6 0 41 0 0,-4 5 3 0 0,-1 4 7 0 0,9 26 66 0 0,-3-1 50 0 0,-7-23-95 0 0,0 1-1 0 0,1-1 1 0 0,-1 1-1 0 0,0-1 0 0 0,-1 1 1 0 0,1-1-1 0 0,0 6 1 0 0,-1-7-5 0 0,0 1 1 0 0,0-1 0 0 0,1 1-1 0 0,0-1 1 0 0,-1 1-1 0 0,1-1 1 0 0,0 1 0 0 0,0-1-1 0 0,2 3 1 0 0,5 17 118 0 0,-2-8 40 0 0,-5-13-136 0 0,0 1-1 0 0,0-1 0 0 0,-1 0 0 0 0,1 0 0 0 0,-1 1 0 0 0,1-1 1 0 0,-1 1-1 0 0,1-1 0 0 0,-1 0 0 0 0,1 1 0 0 0,-1 2 0 0 0,0-1 79 0 0,0-1 0 0 0,0 1 0 0 0,0-1 0 0 0,0 1-1 0 0,-1-1 1 0 0,1 1 0 0 0,-1-1 0 0 0,0 1 0 0 0,0-1-1 0 0,0 0 1 0 0,0 1 0 0 0,0-1 0 0 0,0 0 0 0 0,0 0 0 0 0,-1 0-1 0 0,1 0 1 0 0,-1 0 0 0 0,0 0 0 0 0,1 0 0 0 0,-1 0-1 0 0,-2 1 1 0 0,1-1-10 0 0,0 1 0 0 0,0-1-1 0 0,0 0 1 0 0,0 0 0 0 0,0-1-1 0 0,0 1 1 0 0,-1-1 0 0 0,1 0-1 0 0,-5 2 1 0 0,-15 5 533 0 0,22-7-569 0 0</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42"/>
    </inkml:context>
    <inkml:brush xml:id="br0">
      <inkml:brushProperty name="width" value="0.025" units="cm"/>
      <inkml:brushProperty name="height" value="0.025" units="cm"/>
      <inkml:brushProperty name="color" value="#B2626F"/>
    </inkml:brush>
  </inkml:definitions>
  <inkml:trace contextRef="#ctx0" brushRef="#br0">1 155 7024 0 0,'0'0'1809'0'0,"15"-24"-1218"0"0,-4 6-494 0 0,11-15 70 0 0,-21 32-169 0 0,0 0 1 0 0,0 0-1 0 0,-1-1 1 0 0,1 1 0 0 0,0 0-1 0 0,-1-1 1 0 0,1 1-1 0 0,-1 0 1 0 0,1-1-1 0 0,-1 1 1 0 0,0-1-1 0 0,0-2 1 0 0,0 3 0 0 0,1 0 0 0 0,-1-1 0 0 0,0 1 0 0 0,0 0 0 0 0,1-1 0 0 0,-1 1 0 0 0,0 0 0 0 0,1 0 0 0 0,0-1 0 0 0,-1 1 0 0 0,1 0 0 0 0,1-2 0 0 0,4-12 410 0 0,-6 14-311 0 0,0-1-1 0 0,0 1 1 0 0,0 0-1 0 0,0 0 1 0 0,1 0-1 0 0,-1 0 1 0 0,1 0-1 0 0,-1 0 0 0 0,0 0 1 0 0,1 0-1 0 0,0 0 1 0 0,-1 0-1 0 0,1 0 1 0 0,0 0-1 0 0,-1 0 1 0 0,1 0-1 0 0,2-1 1 0 0,3-5 463 0 0,-5 7 42 0 0,5 4-405 0 0,-1 2-126 0 0,0-1-1 0 0,0 1 0 0 0,0-1 1 0 0,-1 1-1 0 0,0 1 1 0 0,0-1-1 0 0,4 9 1 0 0,-7-14-65 0 0,3 7 74 0 0,-1 1 1 0 0,0-1-1 0 0,0 0 1 0 0,-1 1-1 0 0,0 0 1 0 0,1 12-1 0 0,0-6 112 0 0,-2-9 32 0 0,0 0 71 0 0,0-1-1 0 0,0 0 1 0 0,-1 1-1 0 0,1-1 1 0 0,-1 0-1 0 0,0 1 1 0 0,-1-1-1 0 0,1 0 1 0 0,-1 1-1 0 0,-2 7 0 0 0,0-7-214 0 0,1 0-1 0 0,0-1 1 0 0,-1 1-1 0 0,0-1 1 0 0,-1 0-1 0 0,1 0 1 0 0,-1 0-1 0 0,0-1 1 0 0,0 1-1 0 0,0-1 1 0 0,-1 0-1 0 0,1 0 1 0 0,-1 0-1 0 0,0-1 0 0 0,0 1 1 0 0,-10 3-1 0 0,13-5-62 0 0,2-2-4 0 0</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43"/>
    </inkml:context>
    <inkml:brush xml:id="br0">
      <inkml:brushProperty name="width" value="0.025" units="cm"/>
      <inkml:brushProperty name="height" value="0.025" units="cm"/>
      <inkml:brushProperty name="color" value="#B2626F"/>
    </inkml:brush>
  </inkml:definitions>
  <inkml:trace contextRef="#ctx0" brushRef="#br0">1 172 8240 0 0,'0'0'3433'0'0,"11"-33"-1436"0"0,-10 28-1968 0 0,0 0 0 0 0,1 0 1 0 0,-1 1-1 0 0,1-1 0 0 0,0 0 0 0 0,0 1 0 0 0,1-1 0 0 0,-1 1 0 0 0,1 0 0 0 0,5-6 0 0 0,-7 9-20 0 0,0 0 0 0 0,0 1 0 0 0,0-1 0 0 0,0 0 0 0 0,0 1 0 0 0,0-1 0 0 0,1 1 0 0 0,-1-1 0 0 0,0 1 0 0 0,0 0 0 0 0,1-1 0 0 0,-1 1 0 0 0,0 0 0 0 0,0 0 0 0 0,1 0 0 0 0,-1 0 0 0 0,0 0 0 0 0,0 0 0 0 0,1 0 0 0 0,-1 0 0 0 0,0 1 0 0 0,0-1 0 0 0,3 1 0 0 0,-2 0 32 0 0,0-1 0 0 0,0 1 0 0 0,0 0-1 0 0,-1-1 1 0 0,1 1 0 0 0,0 0-1 0 0,0 0 1 0 0,-1 0 0 0 0,1 0-1 0 0,0 1 1 0 0,-1-1 0 0 0,1 0-1 0 0,-1 1 1 0 0,3 2 0 0 0,-4-4-9 0 0,0 0 0 0 0,0 0 0 0 0,0 0 0 0 0,0 0 1 0 0,0-1-1 0 0,0 1 0 0 0,0 0 0 0 0,0 0 0 0 0,0 0 0 0 0,0 0 1 0 0,0 0-1 0 0,0 0 0 0 0,0 0 0 0 0,0-1 0 0 0,0 1 0 0 0,0 0 0 0 0,0 0 1 0 0,1 0-1 0 0,-1 0 0 0 0,0 0 0 0 0,0 0 0 0 0,0 0 0 0 0,0 0 1 0 0,0 0-1 0 0,0 0 0 0 0,0-1 0 0 0,0 1 0 0 0,1 0 0 0 0,-1 0 0 0 0,0 0 1 0 0,0 0-1 0 0,0 0 0 0 0,0 0 0 0 0,0 0 0 0 0,0 0 0 0 0,1 0 1 0 0,-1 0-1 0 0,0 0 0 0 0,0 0 0 0 0,0 0 0 0 0,0 0 0 0 0,0 0 0 0 0,0 0 1 0 0,1 0-1 0 0,-1 0 0 0 0,0 0 0 0 0,0 1 0 0 0,0-1 0 0 0,0 0 0 0 0,0 0 1 0 0,0 0-1 0 0,0 0 0 0 0,1 0 0 0 0,-1 0 0 0 0,0 0 0 0 0,0 0 1 0 0,0 0-1 0 0,0 1 0 0 0,3-23 506 0 0,3-8-191 0 0,-4 26-347 0 0,-1 0-1 0 0,1 1 1 0 0,1 0-1 0 0,-1-1 1 0 0,0 1-1 0 0,1 0 1 0 0,0 0-1 0 0,0 0 0 0 0,0 1 1 0 0,0-1-1 0 0,6-3 1 0 0,-8 5-17 0 0,0 1 1 0 0,0 0-1 0 0,0 0 0 0 0,0-1 1 0 0,0 1-1 0 0,0 0 0 0 0,0 0 1 0 0,0 0-1 0 0,0 0 1 0 0,0 1-1 0 0,0-1 0 0 0,0 0 1 0 0,0 0-1 0 0,0 0 0 0 0,0 1 1 0 0,-1-1-1 0 0,1 1 1 0 0,2 0-1 0 0,-2-1 11 0 0,-1 1 0 0 0,1-1 1 0 0,0 1-1 0 0,0-1 0 0 0,0 0 0 0 0,0 1 1 0 0,-1-1-1 0 0,1 0 0 0 0,0 0 0 0 0,0 0 1 0 0,0 0-1 0 0,0 0 0 0 0,0 0 1 0 0,0 0-1 0 0,0 0 0 0 0,-1 0 0 0 0,1 0 1 0 0,0 0-1 0 0,0 0 0 0 0,0-1 0 0 0,0 1 1 0 0,1-1-1 0 0,14 35 1510 0 0,-15-30-1491 0 0,1 0-1 0 0,-1 0 1 0 0,0 0 0 0 0,0 0 0 0 0,0 1 0 0 0,-1-1 0 0 0,1 0 0 0 0,-1 1 0 0 0,0-1-1 0 0,-1 5 1 0 0,0-4-5 0 0,1 1 0 0 0,0-1 0 0 0,1 1 0 0 0,-1-1 0 0 0,3 9 0 0 0,-2-11-5 0 0,0 1-1 0 0,0-1 1 0 0,-1 1-1 0 0,1-1 1 0 0,-1 0-1 0 0,0 1 1 0 0,0-1-1 0 0,0 1 1 0 0,0-1-1 0 0,0 1 1 0 0,-1-1-1 0 0,1 1 1 0 0,-1-1-1 0 0,0 0 1 0 0,0 1-1 0 0,-1-1 1 0 0,1 0-1 0 0,-1 0 1 0 0,1 0-1 0 0,-1 0 1 0 0,0 0-1 0 0,0 0 1 0 0,0 0-1 0 0,0-1 1 0 0,-5 5-1 0 0,-13 12-2 0 0,8-8 0 0 0,-20 23 0 0 0,27-27 7 0 0,0 0-1 0 0,-1 0 1 0 0,0-1 0 0 0,0 0-1 0 0,-1 0 1 0 0,0-1-1 0 0,0 1 1 0 0,0-1-1 0 0,-8 4 1 0 0,5-3 33 0 0,9-6-34 0 0</inkml:trace>
</inkml:ink>
</file>

<file path=ppt/ink/ink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44"/>
    </inkml:context>
    <inkml:brush xml:id="br0">
      <inkml:brushProperty name="width" value="0.025" units="cm"/>
      <inkml:brushProperty name="height" value="0.025" units="cm"/>
      <inkml:brushProperty name="color" value="#B2626F"/>
    </inkml:brush>
  </inkml:definitions>
  <inkml:trace contextRef="#ctx0" brushRef="#br0">60 1 5824 0 0,'0'0'2960'0'0,"-26"22"882"0"0,13-3-3453 0 0,11-16-359 0 0,0-1 0 0 0,0 1 0 0 0,0 0-1 0 0,0 0 1 0 0,0 0 0 0 0,0 0 0 0 0,1 0 0 0 0,-1 1-1 0 0,1-1 1 0 0,0 0 0 0 0,-1 6 0 0 0,3-9-28 0 0,-1 0 1 0 0,1 1-1 0 0,-1-1 1 0 0,1 0-1 0 0,0 1 1 0 0,-1-1-1 0 0,1 0 1 0 0,0 0-1 0 0,-1 0 1 0 0,1 1-1 0 0,0-1 1 0 0,-1 0-1 0 0,1 0 1 0 0,0 0-1 0 0,-1 0 1 0 0,1 0-1 0 0,0 0 1 0 0,-1 0-1 0 0,1 0 1 0 0,0-1-1 0 0,-1 1 1 0 0,2 0-1 0 0,17-4 30 0 0,-16 1-23 0 0,0 1-1 0 0,0-1 1 0 0,1 0-1 0 0,-1 1 1 0 0,-1-1-1 0 0,1-1 0 0 0,0 1 1 0 0,-1 0-1 0 0,0-1 1 0 0,4-6-1 0 0,-4 7 32 0 0,-1 0-1 0 0,0 0 0 0 0,0 0 0 0 0,0 0 1 0 0,0 0-1 0 0,0 0 0 0 0,0 0 1 0 0,0-5-1 0 0,-2 8-19 0 0,1 0 0 0 0,0-1 1 0 0,-1 1-1 0 0,1 0 0 0 0,0-1 1 0 0,-1 1-1 0 0,1 0 0 0 0,0 0 0 0 0,-1 0 1 0 0,1-1-1 0 0,-1 1 0 0 0,1 0 1 0 0,0 0-1 0 0,-1 0 0 0 0,1 0 0 0 0,-1-1 1 0 0,1 1-1 0 0,-1 0 0 0 0,1 0 1 0 0,-1 0-1 0 0,1 0 0 0 0,0 0 0 0 0,-1 0 1 0 0,1 0-1 0 0,-1 0 0 0 0,1 1 1 0 0,-1-1-1 0 0,1 0 0 0 0,0 0 0 0 0,-1 0 1 0 0,1 0-1 0 0,-1 1 0 0 0,1-1 0 0 0,0 0 1 0 0,-1 0-1 0 0,0 1 0 0 0,-23 9 127 0 0,20-8-64 0 0,3-2-64 0 0,0 1 0 0 0,-1-1 1 0 0,1 1-1 0 0,0-1 0 0 0,0 1 0 0 0,0 0 1 0 0,0-1-1 0 0,0 1 0 0 0,0 0 0 0 0,1 0 0 0 0,-1 0 1 0 0,0 0-1 0 0,-1 1 0 0 0,2 0 15 0 0</inkml:trace>
</inkml:ink>
</file>

<file path=ppt/ink/ink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45"/>
    </inkml:context>
    <inkml:brush xml:id="br0">
      <inkml:brushProperty name="width" value="0.025" units="cm"/>
      <inkml:brushProperty name="height" value="0.025" units="cm"/>
      <inkml:brushProperty name="color" value="#B2626F"/>
    </inkml:brush>
  </inkml:definitions>
  <inkml:trace contextRef="#ctx0" brushRef="#br0">46 13 7632 0 0,'0'0'2634'0'0,"-14"5"-1624"0"0,-12 30-236 0 0,20-26-672 0 0,28-17 48 0 0,-1-13-111 0 0,-20 20-35 0 0,0 0-1 0 0,-1 0 0 0 0,1 0 0 0 0,0 1 1 0 0,-1-1-1 0 0,1 0 0 0 0,0 0 0 0 0,-1 0 0 0 0,1 0 1 0 0,-1 0-1 0 0,0 0 0 0 0,1 0 0 0 0,-1 0 1 0 0,0 0-1 0 0,1-1 0 0 0,-1 1 0 0 0,0 0 1 0 0,0 0-1 0 0,0 0 0 0 0,0 0 0 0 0,0 0 1 0 0,0 0-1 0 0,0 0 0 0 0,-1-2 0 0 0,1 2-1 0 0,-1 1 0 0 0,1 0 0 0 0,0-1 0 0 0,-1 1 0 0 0,1 0 0 0 0,0-1 0 0 0,-1 1 0 0 0,1 0 0 0 0,-1-1-1 0 0,1 1 1 0 0,-1 0 0 0 0,1 0 0 0 0,-1-1 0 0 0,1 1 0 0 0,-1 0 0 0 0,1 0 0 0 0,-1 0 0 0 0,1 0 0 0 0,-1 0 0 0 0,1 0-1 0 0,-1 0 1 0 0,1 0 0 0 0,-1 0 0 0 0,1 0 0 0 0,-1 0 0 0 0,1 0 0 0 0,-1 0 0 0 0,1 0 0 0 0,-1 0 0 0 0,1 1 0 0 0,-1-1 0 0 0,1 0-1 0 0,-1 0 1 0 0,1 0 0 0 0,0 1 0 0 0,-1-1 0 0 0,1 0 0 0 0,-1 1 0 0 0,1-1 0 0 0,0 0 0 0 0,-1 1 0 0 0,1-1 0 0 0,0 1-1 0 0,-1-1 1 0 0,1 0 0 0 0,0 1 0 0 0,0-1 0 0 0,-1 1 0 0 0,-12 22 96 0 0,11-15-67 0 0,2-4-20 0 0</inkml:trace>
</inkml:ink>
</file>

<file path=ppt/ink/ink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46"/>
    </inkml:context>
    <inkml:brush xml:id="br0">
      <inkml:brushProperty name="width" value="0.025" units="cm"/>
      <inkml:brushProperty name="height" value="0.025" units="cm"/>
      <inkml:brushProperty name="color" value="#B2626F"/>
    </inkml:brush>
  </inkml:definitions>
  <inkml:trace contextRef="#ctx0" brushRef="#br0">37 8 5920 0 0,'0'0'846'0'0,"-24"21"-291"0"0,22-19-483 0 0,1-1 0 0 0,0 1-1 0 0,0-1 1 0 0,0 1 0 0 0,0-1-1 0 0,0 1 1 0 0,0 0 0 0 0,1-1-1 0 0,-1 1 1 0 0,0 0 0 0 0,1 0-1 0 0,-1 2 1 0 0,1-4-45 0 0,0 0 0 0 0,0 0 0 0 0,0 1 0 0 0,0-1 0 0 0,0 0 0 0 0,0 0 0 0 0,1 1 0 0 0,-1-1 0 0 0,0 0 1 0 0,0 0-1 0 0,0 0 0 0 0,0 1 0 0 0,0-1 0 0 0,0 0 0 0 0,1 0 0 0 0,-1 0 0 0 0,0 0 0 0 0,0 1 0 0 0,0-1 0 0 0,1 0 0 0 0,-1 0 0 0 0,0 0 0 0 0,0 0 0 0 0,1 0 0 0 0,-1 0 0 0 0,0 0 0 0 0,0 1 0 0 0,0-1 0 0 0,1 0 0 0 0,-1 0 0 0 0,1 0 0 0 0,15-3 165 0 0,-13 2-154 0 0,-1 0-1 0 0,0-1 0 0 0,0 1 0 0 0,0-1 1 0 0,0 1-1 0 0,0-1 0 0 0,-1 0 1 0 0,1 1-1 0 0,0-1 0 0 0,1-3 0 0 0,-2 4 20 0 0,0 0-1 0 0,-1 1 0 0 0,1-1 0 0 0,0 0 0 0 0,-1 0 1 0 0,1 0-1 0 0,-1 0 0 0 0,0 1 0 0 0,1-1 1 0 0,-1 0-1 0 0,0 0 0 0 0,1 0 0 0 0,-1 0 0 0 0,0 0 1 0 0,0 0-1 0 0,0 0 0 0 0,0 0 0 0 0,0 0 0 0 0,0 0 1 0 0,0 0-1 0 0,0 0 0 0 0,0 0 0 0 0,0 0 0 0 0,-1 0 1 0 0,1 0-1 0 0,0 0 0 0 0,-1-2 0 0 0,0 3-27 0 0,1-1-1 0 0,-1 1 1 0 0,1-1-1 0 0,0 1 0 0 0,-1-1 1 0 0,1 1-1 0 0,-1-1 1 0 0,0 1-1 0 0,1 0 0 0 0,-1-1 1 0 0,1 1-1 0 0,-1 0 1 0 0,1-1-1 0 0,-1 1 0 0 0,0 0 1 0 0,1 0-1 0 0,-1 0 1 0 0,0 0-1 0 0,1-1 0 0 0,-1 1 1 0 0,0 0-1 0 0,1 0 1 0 0,-1 0-1 0 0,0 0 0 0 0,1 0 1 0 0,-1 1-1 0 0,0-1 1 0 0,1 0-1 0 0,-1 0 1 0 0,0 0-1 0 0,1 0 0 0 0,-1 1 1 0 0,0-1-1 0 0,0 1 18 0 0,-1 0-1 0 0,1 0 0 0 0,0 0 1 0 0,0 0-1 0 0,0 0 0 0 0,0 0 1 0 0,0 1-1 0 0,1-1 1 0 0,-1 0-1 0 0,0 0 0 0 0,0 1 1 0 0,1-1-1 0 0,-2 2 1 0 0,2-1 10 0 0</inkml:trace>
</inkml:ink>
</file>

<file path=ppt/ink/ink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47"/>
    </inkml:context>
    <inkml:brush xml:id="br0">
      <inkml:brushProperty name="width" value="0.025" units="cm"/>
      <inkml:brushProperty name="height" value="0.025" units="cm"/>
      <inkml:brushProperty name="color" value="#B2626F"/>
    </inkml:brush>
  </inkml:definitions>
  <inkml:trace contextRef="#ctx0" brushRef="#br0">27 11 4720 0 0,'0'0'2673'0'0,"-20"14"-1380"0"0,20-13-1264 0 0,-1-1 0 0 0,1 0 0 0 0,-1 1 0 0 0,1-1 0 0 0,0 0-1 0 0,-1 1 1 0 0,1-1 0 0 0,-1 1 0 0 0,1-1 0 0 0,0 1 0 0 0,-1-1-1 0 0,1 1 1 0 0,0-1 0 0 0,0 1 0 0 0,-1-1 0 0 0,1 1 0 0 0,0-1 0 0 0,0 1-1 0 0,0-1 1 0 0,0 1 0 0 0,0-1 0 0 0,0 1 0 0 0,0-1 0 0 0,0 1-1 0 0,0 0 1 0 0,0-1 0 0 0,0 1 0 0 0,0-1 0 0 0,0 1 0 0 0,0 0-1 0 0,1-1-6 0 0,0 1-1 0 0,-1-1 1 0 0,1 0-1 0 0,0 0 0 0 0,-1 0 1 0 0,1 1-1 0 0,0-1 0 0 0,0 0 1 0 0,-1 0-1 0 0,1 0 0 0 0,0 0 1 0 0,0 0-1 0 0,-1 0 1 0 0,1-1-1 0 0,0 1 0 0 0,-1 0 1 0 0,1 0-1 0 0,0 0 0 0 0,0-1 1 0 0,0 1 2 0 0,1 0-1 0 0,-1-1 1 0 0,0 1 0 0 0,0 0-1 0 0,0-1 1 0 0,0 1 0 0 0,0-1-1 0 0,0 1 1 0 0,1-1 0 0 0,-1 0-1 0 0,0 1 1 0 0,-1-1 0 0 0,1 0 0 0 0,0 0-1 0 0,0 0 1 0 0,0 1 0 0 0,0-1-1 0 0,-1 0 1 0 0,1 0 0 0 0,0 0-1 0 0,-1-1 1 0 0,1 1 0 0 0,-1 0-1 0 0,1 0 1 0 0,-1 0 0 0 0,1 0 0 0 0,-1 0-1 0 0,0-1 1 0 0,0 1 0 0 0,1-2-1 0 0,-2 2 12 0 0,1 0 0 0 0,0 1-1 0 0,0-1 1 0 0,-1 0 0 0 0,1 1 0 0 0,-1-1-1 0 0,1 0 1 0 0,0 1 0 0 0,-1-1-1 0 0,1 1 1 0 0,-1-1 0 0 0,0 0 0 0 0,1 1-1 0 0,-1 0 1 0 0,1-1 0 0 0,-1 1-1 0 0,0-1 1 0 0,1 1 0 0 0,-1 0 0 0 0,0-1-1 0 0,1 1 1 0 0,-1 0 0 0 0,0 0-1 0 0,0-1 1 0 0,1 1 0 0 0,-1 0 0 0 0,0 0-1 0 0,0 0 1 0 0,1 0 0 0 0,-1 0-1 0 0,0 0 1 0 0,0 0 0 0 0,1 0 0 0 0,-1 0-1 0 0,0 1 1 0 0,0-1 0 0 0,1 0-1 0 0,-1 0 1 0 0,0 1 0 0 0,1-1 0 0 0,-1 0-1 0 0,0 1 1 0 0,1-1 0 0 0,-1 1-1 0 0,0-1 1 0 0,1 1 0 0 0,-1-1 0 0 0,1 1-1 0 0,-1-1 1 0 0,1 1 0 0 0,-1-1-1 0 0,1 1 1 0 0,0 0 0 0 0,-1-1 0 0 0,1 2-1 0 0,-1 0 40 0 0</inkml:trace>
</inkml:ink>
</file>

<file path=ppt/ink/ink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48"/>
    </inkml:context>
    <inkml:brush xml:id="br0">
      <inkml:brushProperty name="width" value="0.025" units="cm"/>
      <inkml:brushProperty name="height" value="0.025" units="cm"/>
      <inkml:brushProperty name="color" value="#B2626F"/>
    </inkml:brush>
  </inkml:definitions>
  <inkml:trace contextRef="#ctx0" brushRef="#br0">31 68 6016 0 0,'0'-6'88'0'0,"0"4"-13"0"0,1 0 1 0 0,-1 0-1 0 0,0 1 0 0 0,1-1 1 0 0,-1 0-1 0 0,0 0 0 0 0,-1 0 1 0 0,1 0-1 0 0,0 0 1 0 0,0 0-1 0 0,-1 0 0 0 0,1 0 1 0 0,-1 0-1 0 0,0 0 0 0 0,0 1 1 0 0,1-1-1 0 0,-1 0 0 0 0,-2-2 1 0 0,-14 32 2924 0 0,16-26-2965 0 0,0-1 1 0 0,0 1-1 0 0,1-1 1 0 0,-1 1-1 0 0,1-1 1 0 0,-1 1-1 0 0,1 0 1 0 0,-1-1-1 0 0,1 1 0 0 0,0 0 1 0 0,0 0-1 0 0,0-1 1 0 0,0 1-1 0 0,0 3 1 0 0,0-5-31 0 0,0 0-1 0 0,1 1 1 0 0,-1-1-1 0 0,0 0 1 0 0,0 0 0 0 0,0 1-1 0 0,0-1 1 0 0,0 0 0 0 0,1 0-1 0 0,-1 1 1 0 0,0-1 0 0 0,0 0-1 0 0,0 0 1 0 0,1 0 0 0 0,-1 1-1 0 0,0-1 1 0 0,0 0 0 0 0,1 0-1 0 0,-1 0 1 0 0,0 0 0 0 0,1 0-1 0 0,-1 1 1 0 0,0-1 0 0 0,0 0-1 0 0,1 0 1 0 0,-1 0 0 0 0,0 0-1 0 0,1 0 1 0 0,14-6 49 0 0,19-24 17 0 0,-31 27-63 0 0,-1 1 0 0 0,0-1 0 0 0,0 0 0 0 0,0 1 0 0 0,-1-1 0 0 0,1 0 0 0 0,-1 0 0 0 0,1 0 0 0 0,-1-1 0 0 0,0 1 0 0 0,1-5 0 0 0,-2 7-6 0 0,0 1 0 0 0,-1-1 0 0 0,1 1 1 0 0,0-1-1 0 0,-1 1 0 0 0,1-1 0 0 0,-1 1 0 0 0,1-1 1 0 0,-1 1-1 0 0,1-1 0 0 0,-1 1 0 0 0,1 0 1 0 0,-1-1-1 0 0,1 1 0 0 0,-1 0 0 0 0,1-1 1 0 0,-1 1-1 0 0,0 0 0 0 0,1 0 0 0 0,-1 0 0 0 0,1 0 1 0 0,-1-1-1 0 0,0 1 0 0 0,1 0 0 0 0,-1 0 1 0 0,0 0-1 0 0,1 0 0 0 0,-1 0 0 0 0,0 1 0 0 0,1-1 1 0 0,-1 0-1 0 0,1 0 0 0 0,-2 1 0 0 0,0-1 2 0 0,0 0 0 0 0,0 0-1 0 0,-1 0 1 0 0,1 1 0 0 0,0-1-1 0 0,0 1 1 0 0,0-1-1 0 0,0 1 1 0 0,-3 1 0 0 0,4 0 8 0 0,0-1 0 0 0,0 0 0 0 0,0 0 0 0 0,0 1 1 0 0,0-1-1 0 0,0 0 0 0 0,0 1 0 0 0,0-1 0 0 0,1 1 1 0 0,-1-1-1 0 0,0 1 0 0 0,1 0 0 0 0,0-1 0 0 0,-1 1 0 0 0,1 0 1 0 0,0-1-1 0 0,0 1 0 0 0,0 0 0 0 0,0-1 0 0 0,0 4 1 0 0,1-3 11 0 0</inkml:trace>
</inkml:ink>
</file>

<file path=ppt/ink/ink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49"/>
    </inkml:context>
    <inkml:brush xml:id="br0">
      <inkml:brushProperty name="width" value="0.025" units="cm"/>
      <inkml:brushProperty name="height" value="0.025" units="cm"/>
      <inkml:brushProperty name="color" value="#B2626F"/>
    </inkml:brush>
  </inkml:definitions>
  <inkml:trace contextRef="#ctx0" brushRef="#br0">35 24 3312 0 0,'0'0'313'0'0,"-19"19"2038"0"0,17-16-2129 0 0,0 0-1 0 0,0 0 1 0 0,0 0 0 0 0,1 1-1 0 0,-1-1 1 0 0,1 0 0 0 0,0 1 0 0 0,0-1-1 0 0,-1 8 241 0 0,24-17 94 0 0,-17 4-536 0 0,-1 1 1 0 0,1-2-1 0 0,-1 1 0 0 0,0 0 1 0 0,0-1-1 0 0,0 0 1 0 0,4-4-1 0 0,-7 6-1 0 0,0 0 0 0 0,0 0 1 0 0,0 0-1 0 0,0 0 0 0 0,0 0 0 0 0,0 0 1 0 0,0-1-1 0 0,0 1 0 0 0,0 0 0 0 0,-1-1 1 0 0,1 1-1 0 0,0 0 0 0 0,-1-1 0 0 0,1 1 1 0 0,-1-1-1 0 0,0 1 0 0 0,0-1 0 0 0,1 1 1 0 0,-1-1-1 0 0,0 1 0 0 0,0-1 0 0 0,0 1 1 0 0,-1-1-1 0 0,1 1 0 0 0,0-1 0 0 0,-1-2 1 0 0,1 3 3 0 0,-1 0 1 0 0,1 1 0 0 0,0-1-1 0 0,-1 0 1 0 0,1 0 0 0 0,-1 0-1 0 0,1 1 1 0 0,-1-1-1 0 0,1 0 1 0 0,-1 1 0 0 0,1-1-1 0 0,-1 1 1 0 0,0-1 0 0 0,1 0-1 0 0,-1 1 1 0 0,0-1 0 0 0,1 1-1 0 0,-1 0 1 0 0,0-1 0 0 0,0 1-1 0 0,0 0 1 0 0,1-1-1 0 0,-1 1 1 0 0,0 0 0 0 0,0 0-1 0 0,0 0 1 0 0,0 0 0 0 0,1-1-1 0 0,-1 1 1 0 0,0 0 0 0 0,0 1-1 0 0,0-1 1 0 0,0 0 0 0 0,1 0-1 0 0,-1 0 1 0 0,0 0-1 0 0,0 1 1 0 0,0-1 0 0 0,0 0-1 0 0,1 1 1 0 0,-1-1 0 0 0,0 1-1 0 0,1-1 1 0 0,-1 1 0 0 0,0-1-1 0 0,1 1 1 0 0,-2 0 0 0 0,0 1 42 0 0,-1 0 0 0 0,1 0 0 0 0,0 0-1 0 0,1 0 1 0 0,-1 0 0 0 0,0 1 0 0 0,0-1 0 0 0,1 0 0 0 0,0 1 0 0 0,-1-1 0 0 0,1 1 0 0 0,0 0 0 0 0,-1 3 0 0 0,2-4-6 0 0,-1-1-38 0 0,1 0-1 0 0,0 0 0 0 0,0-1 0 0 0,0 1 0 0 0,-1 0 1 0 0,1 0-1 0 0,0 0 0 0 0,0-1 0 0 0,0 1 1 0 0,0 0-1 0 0,1 0 0 0 0,-1 0 0 0 0,0 0 1 0 0,0-1-1 0 0,0 1 0 0 0,1 0 0 0 0,-1 0 0 0 0,0-1 1 0 0,1 1-1 0 0,-1 0 0 0 0,1 0 0 0 0,-1-1 1 0 0,0 1-1 0 0,1 0 0 0 0,0 0 0 0 0,0-1 61 0 0</inkml:trace>
</inkml:ink>
</file>

<file path=ppt/ink/ink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50"/>
    </inkml:context>
    <inkml:brush xml:id="br0">
      <inkml:brushProperty name="width" value="0.025" units="cm"/>
      <inkml:brushProperty name="height" value="0.025" units="cm"/>
      <inkml:brushProperty name="color" value="#B2626F"/>
    </inkml:brush>
  </inkml:definitions>
  <inkml:trace contextRef="#ctx0" brushRef="#br0">40 13 2608 0 0,'0'0'576'0'0,"-26"18"1592"0"0,19 4-1331 0 0,7-21-831 0 0,0-1 0 0 0,0 0 0 0 0,-1 1 0 0 0,1-1 0 0 0,0 1 0 0 0,0-1 0 0 0,0 0 0 0 0,0 1 0 0 0,0-1 0 0 0,0 1 0 0 0,0-1-1 0 0,0 0 1 0 0,0 1 0 0 0,0-1 0 0 0,0 1 0 0 0,0-1 0 0 0,0 0 0 0 0,0 1 0 0 0,0-1 0 0 0,1 0 0 0 0,-1 1 0 0 0,0-1 0 0 0,0 0 0 0 0,0 1-1 0 0,1-1 1 0 0,-1 0 0 0 0,0 1 0 0 0,0-1 0 0 0,1 0 0 0 0,-1 1 0 0 0,0-1 0 0 0,0 0 0 0 0,1 0 0 0 0,-1 1 0 0 0,0-1 0 0 0,1 0 0 0 0,-1 0-1 0 0,1 0 1 0 0,-1 0 0 0 0,0 1 0 0 0,1-1 0 0 0,-1 0 0 0 0,0 0 0 0 0,1 0 0 0 0,-1 0 0 0 0,1 0 0 0 0,-1 0 0 0 0,0 0 0 0 0,1 0 0 0 0,-1 0 0 0 0,1 0-1 0 0,-1 0 1 0 0,0 0 0 0 0,1 0 0 0 0,0-1 0 0 0,1 0 6 0 0,1 0 0 0 0,-1 0 1 0 0,0 0-1 0 0,1-1 0 0 0,-1 1 0 0 0,0-1 0 0 0,0 1 0 0 0,0-1 1 0 0,0 0-1 0 0,0 0 0 0 0,-1 0 0 0 0,1 0 0 0 0,0 0 0 0 0,-1 0 0 0 0,0 0 1 0 0,3-4-1 0 0,-4 5-7 0 0,0 0 0 0 0,1 0 0 0 0,-1 0 0 0 0,0 0 0 0 0,1 0 0 0 0,-1 0 0 0 0,0 0-1 0 0,0 0 1 0 0,0 0 0 0 0,0 1 0 0 0,0-1 0 0 0,0 0 0 0 0,0 0 0 0 0,0 0 0 0 0,0 0 0 0 0,0 0 0 0 0,-1 0 0 0 0,1 0 0 0 0,0 0 0 0 0,-1 0 0 0 0,1 0 0 0 0,0 1 0 0 0,-1-1 0 0 0,1 0 0 0 0,-1 0 0 0 0,0 0 0 0 0,1 1 0 0 0,-1-1 0 0 0,1 0 0 0 0,-1 1 0 0 0,0-1 0 0 0,0 0 0 0 0,1 1 0 0 0,-1-1 0 0 0,0 1-1 0 0,0 0 1 0 0,0-1 0 0 0,0 1 0 0 0,1-1 0 0 0,-1 1 0 0 0,0 0 0 0 0,0 0 0 0 0,0 0 0 0 0,0-1 0 0 0,0 1 0 0 0,-2 0 0 0 0,2 0 12 0 0,0 0-1 0 0,0 0 1 0 0,0-1-1 0 0,0 1 1 0 0,0 0 0 0 0,0 0-1 0 0,0 0 1 0 0,0 0-1 0 0,0 1 1 0 0,-1-1 0 0 0,1 0-1 0 0,0 0 1 0 0,0 1-1 0 0,0-1 1 0 0,0 0 0 0 0,0 1-1 0 0,0-1 1 0 0,0 1-1 0 0,1-1 1 0 0,-1 1 0 0 0,0 0-1 0 0,0-1 1 0 0,-1 2-1 0 0,1 0 47 0 0,0-1 0 0 0,0 1-1 0 0,0 0 1 0 0,0 0-1 0 0,1 0 1 0 0,-1 0-1 0 0,1 0 1 0 0,-1 0 0 0 0,1-1-1 0 0,0 1 1 0 0,-1 4-1 0 0,1-4 76 0 0</inkml:trace>
</inkml:ink>
</file>

<file path=ppt/ink/ink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51"/>
    </inkml:context>
    <inkml:brush xml:id="br0">
      <inkml:brushProperty name="width" value="0.025" units="cm"/>
      <inkml:brushProperty name="height" value="0.025" units="cm"/>
      <inkml:brushProperty name="color" value="#B2626F"/>
    </inkml:brush>
  </inkml:definitions>
  <inkml:trace contextRef="#ctx0" brushRef="#br0">30 12 7136 0 0,'0'0'760'0'0,"-19"21"-71"0"0,18-19-631 0 0,0-1 0 0 0,0 1 0 0 0,-1 0 0 0 0,1 0 0 0 0,1 0 0 0 0,-1 0 0 0 0,0 1 0 0 0,0-1 0 0 0,0 3 0 0 0,1-5-46 0 0,0 1 1 0 0,0-1 0 0 0,0 0-1 0 0,0 0 1 0 0,0 1 0 0 0,0-1-1 0 0,0 0 1 0 0,0 0 0 0 0,0 1-1 0 0,0-1 1 0 0,1 0-1 0 0,-1 0 1 0 0,0 0 0 0 0,0 1-1 0 0,0-1 1 0 0,0 0 0 0 0,0 0-1 0 0,0 0 1 0 0,1 0 0 0 0,-1 1-1 0 0,0-1 1 0 0,0 0-1 0 0,0 0 1 0 0,1 0 0 0 0,-1 0-1 0 0,0 0 1 0 0,0 0 0 0 0,0 1-1 0 0,1-1 1 0 0,-1 0 0 0 0,0 0-1 0 0,15-2 156 0 0,-13 1-159 0 0,0 0 0 0 0,1-1-1 0 0,-1 1 1 0 0,0-1 0 0 0,0 0 0 0 0,0 1 0 0 0,-1-1-1 0 0,1 0 1 0 0,0 0 0 0 0,2-4 0 0 0,-3 5 4 0 0,-1 0 1 0 0,1 0 0 0 0,0 0-1 0 0,-1 0 1 0 0,1 0-1 0 0,0 0 1 0 0,-1 0-1 0 0,0 0 1 0 0,1 0-1 0 0,-1 0 1 0 0,1 0 0 0 0,-1 0-1 0 0,0 0 1 0 0,0-1-1 0 0,0 1 1 0 0,0 0-1 0 0,0 0 1 0 0,0 0-1 0 0,0 0 1 0 0,0-1 0 0 0,0 1-1 0 0,0 0 1 0 0,-1 0-1 0 0,1 0 1 0 0,-1-2-1 0 0,0 2 3 0 0,1 1 0 0 0,-1-1 0 0 0,0 0-1 0 0,1 1 1 0 0,-1-1 0 0 0,0 1-1 0 0,1-1 1 0 0,-1 1 0 0 0,0 0 0 0 0,0-1-1 0 0,0 1 1 0 0,1 0 0 0 0,-1-1-1 0 0,0 1 1 0 0,0 0 0 0 0,0 0 0 0 0,0 0-1 0 0,0 0 1 0 0,1 0 0 0 0,-1 0 0 0 0,0 0-1 0 0,0 0 1 0 0,0 0 0 0 0,0 0-1 0 0,0 0 1 0 0,1 1 0 0 0,-1-1 0 0 0,0 0-1 0 0,0 1 1 0 0,0-1 0 0 0,1 0-1 0 0,-1 1 1 0 0,0-1 0 0 0,0 1 0 0 0,0 0-1 0 0,-1 0 26 0 0,1 0 0 0 0,0 0 0 0 0,0 1 0 0 0,-1-1 0 0 0,1 0 0 0 0,0 0 0 0 0,0 1 0 0 0,0-1 0 0 0,0 1 0 0 0,1-1 0 0 0,-1 0-1 0 0,0 1 1 0 0,0 0 0 0 0,1-1 0 0 0,-1 1 0 0 0,1-1 0 0 0,-1 4 0 0 0,1-3 36 0 0,0 0-3 0 0</inkml:trace>
</inkml:ink>
</file>

<file path=ppt/ink/ink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52"/>
    </inkml:context>
    <inkml:brush xml:id="br0">
      <inkml:brushProperty name="width" value="0.025" units="cm"/>
      <inkml:brushProperty name="height" value="0.025" units="cm"/>
      <inkml:brushProperty name="color" value="#B2626F"/>
    </inkml:brush>
  </inkml:definitions>
  <inkml:trace contextRef="#ctx0" brushRef="#br0">22 5 3712 0 0,'-16'26'4728'0'0,"11"-5"-3346"0"0,8-16-499 0 0,10-11-651 0 0,-10 4-170 0 0,1-1 1 0 0,-1 0-1 0 0,0 0 1 0 0,0 0-1 0 0,0 0 1 0 0,0 0-1 0 0,0-1 1 0 0,-1 1-1 0 0,1-1 0 0 0,-1 0 1 0 0,3-5-1 0 0,-6 9-52 0 0,1-1 0 0 0,0 1 0 0 0,-1-1 0 0 0,1 1 0 0 0,0-1 0 0 0,-1 1 0 0 0,1 0 0 0 0,-1-1 0 0 0,1 1 0 0 0,-1 0 0 0 0,1-1 0 0 0,-1 1 0 0 0,1 0 0 0 0,-1 0 0 0 0,1-1 0 0 0,-1 1 0 0 0,1 0 0 0 0,-1 0 0 0 0,1 0 0 0 0,-1 0 0 0 0,1 0 0 0 0,-1 0 0 0 0,1 0 0 0 0,-1 0 0 0 0,0 0 0 0 0,1 0 0 0 0,-1 0 0 0 0,1 0 0 0 0,-1 0 0 0 0,1 0 0 0 0,-1 1 0 0 0,-20 2 74 0 0,20-2-66 0 0,-1-1 0 0 0,1 1 0 0 0,0 0 0 0 0,0 0 0 0 0,0-1 0 0 0,0 1 0 0 0,0 0 0 0 0,0 0 0 0 0,1 0 0 0 0,-1 0 0 0 0,0 0 0 0 0,0 0 0 0 0,1 1 0 0 0,-1-1 0 0 0,0 2-1 0 0,0-2-9 0 0,1-1-1 0 0,0 1 0 0 0,0-1 1 0 0,0 1-1 0 0,0-1 0 0 0,0 1 0 0 0,0-1 1 0 0,0 1-1 0 0,0-1 0 0 0,0 1 0 0 0,0-1 1 0 0,0 1-1 0 0,0-1 0 0 0,0 1 0 0 0,1-1 1 0 0,-1 1-1 0 0,0-1 0 0 0,0 1 0 0 0,0-1 1 0 0,1 0-1 0 0,-1 1 0 0 0,0-1 0 0 0,1 1 1 0 0,-1-1-1 0 0,0 0 0 0 0,1 1 1 0 0,-1-1-1 0 0,0 0 0 0 0,1 1 0 0 0,-1-1 1 0 0,1 0-1 0 0,-1 0 0 0 0,0 1 0 0 0,1-1 1 0 0,-1 0-1 0 0,1 0 0 0 0,-1 0 0 0 0,1 0 1 0 0,-1 0-1 0 0,1 1 0 0 0,-1-1 0 0 0,1 0 1 0 0,0 0-1 0 0,2 0 32 0 0</inkml:trace>
</inkml:ink>
</file>

<file path=ppt/ink/ink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53"/>
    </inkml:context>
    <inkml:brush xml:id="br0">
      <inkml:brushProperty name="width" value="0.025" units="cm"/>
      <inkml:brushProperty name="height" value="0.025" units="cm"/>
      <inkml:brushProperty name="color" value="#B2626F"/>
    </inkml:brush>
  </inkml:definitions>
  <inkml:trace contextRef="#ctx0" brushRef="#br0">1 172 4816 0 0,'0'0'4304'0'0,"16"9"-3570"0"0,49-13 1098 0 0,-62 4-1801 0 0,0-1 1 0 0,0 1-1 0 0,0-1 0 0 0,-1 0 0 0 0,1 0 0 0 0,0 0 0 0 0,0-1 1 0 0,2-1-1 0 0,19-7 172 0 0,23-2 149 0 0,-38 9-290 0 0,0 0 0 0 0,1 0 0 0 0,-1 1 0 0 0,19-1 0 0 0,-24 2-44 0 0,0 1 0 0 0,0-1 0 0 0,0 0 1 0 0,0 0-1 0 0,0 0 0 0 0,0-1 0 0 0,0 1 1 0 0,6-5-1 0 0,20-6 42 0 0,-21 10-25 0 0,1-1 0 0 0,18-8 0 0 0,-10 3-16 0 0,37-9 1 0 0,-29 14-23 0 0,-22 2-7 0 0,1 1-1 0 0,-1-1 1 0 0,1 1 0 0 0,-1-1 0 0 0,0 0 0 0 0,1-1 0 0 0,5-2 0 0 0,43-23-530 0 0,-15 5 148 0 0,-36 21 344 0 0</inkml:trace>
</inkml:ink>
</file>

<file path=ppt/ink/ink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54"/>
    </inkml:context>
    <inkml:brush xml:id="br0">
      <inkml:brushProperty name="width" value="0.025" units="cm"/>
      <inkml:brushProperty name="height" value="0.025" units="cm"/>
      <inkml:brushProperty name="color" value="#B2626F"/>
    </inkml:brush>
  </inkml:definitions>
  <inkml:trace contextRef="#ctx0" brushRef="#br0">493 387 4416 0 0,'7'0'50'0'0,"0"-1"1"0"0,-1-1-1 0 0,1 1 0 0 0,0-1 0 0 0,-1 0 1 0 0,11-5-1 0 0,11-4 78 0 0,24-12 311 0 0,-48 22-429 0 0,8-5 390 0 0,-10 6-314 0 0,0-1 0 0 0,-1 0 0 0 0,1 0 0 0 0,0 0 0 0 0,0 0-1 0 0,0 0 1 0 0,-1 0 0 0 0,1-1 0 0 0,0 1 0 0 0,-1-1 0 0 0,3-2 0 0 0,-2 1 162 0 0,1 0 0 0 0,-1 0 1 0 0,0 0-1 0 0,0 0 0 0 0,0 0 1 0 0,0-1-1 0 0,2-6 0 0 0,-4 10-66 0 0,0-4-32 0 0,0 0 1 0 0,0 0 0 0 0,0 1-1 0 0,-1-1 1 0 0,1 0 0 0 0,-1 0-1 0 0,-1-3 1 0 0,-1 2-18 0 0,-1 0-1 0 0,1 1 1 0 0,-1-1-1 0 0,0 1 1 0 0,0 0-1 0 0,0 0 0 0 0,-7-4 1 0 0,6 4 49 0 0,2 1-51 0 0,0 1 0 0 0,0-1-1 0 0,0 1 1 0 0,0 0 0 0 0,-1 0 0 0 0,1 1 0 0 0,-1-1 0 0 0,-6-2 0 0 0,-37-5 718 0 0,45 9-808 0 0,1-1-1 0 0,0 1 0 0 0,-1-1 1 0 0,1 0-1 0 0,0 1 0 0 0,-1-1 1 0 0,1 0-1 0 0,0 0 1 0 0,0 0-1 0 0,0 0 0 0 0,0 0 1 0 0,0 0-1 0 0,0 0 0 0 0,0 0 1 0 0,0 0-1 0 0,0 0 0 0 0,0-1 1 0 0,0 1-1 0 0,1 0 1 0 0,-1-2-1 0 0,0 1 0 0 0,0 0 0 0 0,0 1 0 0 0,0-1 0 0 0,0 0 0 0 0,0 1 1 0 0,0-1-1 0 0,-1 1 0 0 0,1 0 0 0 0,-1-1 0 0 0,1 1 0 0 0,-1 0 0 0 0,1 0 0 0 0,-1 0 0 0 0,-2-2 1 0 0,-7-3 218 0 0,10 5-207 0 0,0 0-1 0 0,0 0 0 0 0,0 1 1 0 0,-1-1-1 0 0,1 0 0 0 0,0 1 1 0 0,0-1-1 0 0,-1 1 0 0 0,1-1 1 0 0,0 1-1 0 0,-3-1 1 0 0,0 0-7 0 0,0 0 1 0 0,0 0 0 0 0,0-1-1 0 0,0 1 1 0 0,0-1 0 0 0,1 0 0 0 0,-1 0-1 0 0,-4-4 1 0 0,-18-9 182 0 0,-40-14 574 0 0,66 29-802 0 0,-7-2 23 0 0,-1-1-1 0 0,1 1 0 0 0,-1 1 1 0 0,1-1-1 0 0,-16 0 0 0 0,-17-8-62 0 0,-52 1 858 0 0,32 3-317 0 0,37 2-336 0 0,-1 2-58 0 0,18 2-30 0 0,1 0 0 0 0,-1-1 0 0 0,1 0-1 0 0,-1 0 1 0 0,1 0 0 0 0,-1-1 0 0 0,-9-3 0 0 0,13 4-59 0 0</inkml:trace>
</inkml:ink>
</file>

<file path=ppt/ink/ink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55"/>
    </inkml:context>
    <inkml:brush xml:id="br0">
      <inkml:brushProperty name="width" value="0.025" units="cm"/>
      <inkml:brushProperty name="height" value="0.025" units="cm"/>
      <inkml:brushProperty name="color" value="#B2626F"/>
    </inkml:brush>
  </inkml:definitions>
  <inkml:trace contextRef="#ctx0" brushRef="#br0">0 1 4120 0 0,'0'0'172'0'0,"14"3"2504"0"0,-6 6 1860 0 0,16 5-4316 0 0,-16-9 253 0 0,62 34 410 0 0,-44-29-433 0 0,1-2 0 0 0,47 10 0 0 0,-72-17-440 0 0,32 5 312 0 0,-20-4 72 0 0,0 1-1 0 0,21 6 0 0 0,-5-4 563 0 0,-5-2-464 0 0,4-1-38 0 0,-25-2-385 0 0,0-1 0 0 0,0 1 0 0 0,0 1 0 0 0,-1-1 0 0 0,1 1 0 0 0,6 1 0 0 0,-1 0 14 0 0,0-1 0 0 0,-1 0 0 0 0,1 0 0 0 0,0 0 0 0 0,0-1 0 0 0,-1-1 0 0 0,1 0 0 0 0,15-3 0 0 0,27-1 48 0 0,-28 7-107 0 0,-20-1-23 0 0,1 0 0 0 0,-1-1 0 0 0,1 0 0 0 0,-1 0 1 0 0,1 0-1 0 0,-1 0 0 0 0,1 0 0 0 0,4-1 0 0 0,37-6-23 0 0,-42 7 20 0 0</inkml:trace>
</inkml:ink>
</file>

<file path=ppt/ink/ink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56"/>
    </inkml:context>
    <inkml:brush xml:id="br0">
      <inkml:brushProperty name="width" value="0.025" units="cm"/>
      <inkml:brushProperty name="height" value="0.025" units="cm"/>
      <inkml:brushProperty name="color" value="#B2626F"/>
    </inkml:brush>
  </inkml:definitions>
  <inkml:trace contextRef="#ctx0" brushRef="#br0">0 3 10152 0 0,'0'0'1340'0'0,"30"-1"26"0"0,-25 2-1138 0 0,1-1 0 0 0,-1 1 0 0 0,1-1 0 0 0,-1 0 0 0 0,8-2 0 0 0,11 0 120 0 0,46 9 103 0 0,-42-8-242 0 0,-18 0-150 0 0,-1 1 1 0 0,1 0 0 0 0,-1 1 0 0 0,1 0 0 0 0,16 3 0 0 0,2 4 87 0 0,35 4 1 0 0,-38-10-34 0 0,-16-2-35 0 0,-1 1 0 0 0,1 0 1 0 0,-1 1-1 0 0,10 2 0 0 0,5 4 91 0 0,-12-5-110 0 0,-1 0 1 0 0,1 1-1 0 0,-1 0 1 0 0,13 8-1 0 0,-8-3-38 0 0,-1 0 0 0 0,31 12-1 0 0,-45-16-21 0 0,0 0 0 0 0,0 1 0 0 0,0-1 0 0 0,1 0 0 0 0,2 9 0 0 0,-3-12 14 0 0,0-1-1 0 0,0 0 1 0 0,-1 0-1 0 0,1 1 0 0 0,0-1 1 0 0,-1 0-1 0 0,1 1 1 0 0,-1-1-1 0 0,1 0 0 0 0,-1 0 1 0 0,0 0-1 0 0,1 0 0 0 0,-1 0 1 0 0,0 0-1 0 0,0 0 1 0 0,0 0-1 0 0,0 0 0 0 0,0 0 1 0 0,0 0-1 0 0,0 0 1 0 0,-2 1-1 0 0,-9 12 150 0 0,11-12-97 0 0,0 0 0 0 0,0 0 0 0 0,0-1 0 0 0,0 1 0 0 0,0 0 0 0 0,0-1 0 0 0,0 1 0 0 0,0-1 0 0 0,-1 1 0 0 0,1-1 0 0 0,-1 0 0 0 0,1 0 0 0 0,-1 1 0 0 0,1-1 0 0 0,-1 0 0 0 0,0 0 0 0 0,-3 1 1 0 0,-6 5 93 0 0,6-5-144 0 0,1 1-1 0 0,-1-1 1 0 0,0 0-1 0 0,0-1 1 0 0,-9 3-1 0 0,-16 6 37 0 0,-33 14 44 0 0,60-22-93 0 0,-1 0 7 0 0,0 1 1 0 0,-1-1 0 0 0,0 0-1 0 0,1 0 1 0 0,-1 0 0 0 0,0-1 0 0 0,-8 2-1 0 0,8-2 2 0 0,1-1-1 0 0,0 1 0 0 0,-1 1 0 0 0,1-1 0 0 0,0 1 0 0 0,0 0 0 0 0,-8 4 1 0 0,-16 7 52 0 0,-9-3 376 0 0,-35 9 77 0 0,19-1 6 0 0,-21 5-69 0 0,71-23-438 0 0</inkml:trace>
</inkml:ink>
</file>

<file path=ppt/ink/ink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57"/>
    </inkml:context>
    <inkml:brush xml:id="br0">
      <inkml:brushProperty name="width" value="0.025" units="cm"/>
      <inkml:brushProperty name="height" value="0.025" units="cm"/>
      <inkml:brushProperty name="color" value="#B2626F"/>
    </inkml:brush>
  </inkml:definitions>
  <inkml:trace contextRef="#ctx0" brushRef="#br0">0 0 5920 0 0,'0'0'4649'0'0,"33"1"-3082"0"0,51 9-102 0 0,-68-8-1367 0 0,0 2 0 0 0,-1-1 0 0 0,17 8 0 0 0,-2-2 30 0 0,11 0 360 0 0,9 3 967 0 0,-33-1-134 0 0,-17-10-1251 0 0</inkml:trace>
</inkml:ink>
</file>

<file path=ppt/ink/ink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58"/>
    </inkml:context>
    <inkml:brush xml:id="br0">
      <inkml:brushProperty name="width" value="0.025" units="cm"/>
      <inkml:brushProperty name="height" value="0.025" units="cm"/>
      <inkml:brushProperty name="color" value="#B2626F"/>
    </inkml:brush>
  </inkml:definitions>
  <inkml:trace contextRef="#ctx0" brushRef="#br0">3 35 10656 0 0,'0'0'1526'0'0,"34"-2"1060"0"0,77 8-2233 0 0,28 4 782 0 0,-131-10-946 0 0,-1 0 1 0 0,1 0 0 0 0,14-3 0 0 0,9-1 490 0 0,0 0 0 0 0,45 1-1 0 0,-67 3-456 0 0,1-1 0 0 0,-1-1 0 0 0,10-2 0 0 0,-12 2-155 0 0,0 0-1 0 0,-1 1 0 0 0,1 0 1 0 0,0 1-1 0 0,0-1 1 0 0,0 1-1 0 0,-1 0 0 0 0,9 2 1 0 0,-11-2-1 0 0,0 1 1 0 0,1-1-1 0 0,-1 0 1 0 0,1 0-1 0 0,5-1 1 0 0,10 0 131 0 0,-28 0 152 0 0,2 1-308 0 0,1-1-1 0 0,0 1 1 0 0,0 0-1 0 0,-1 0 0 0 0,1 1 1 0 0,0-1-1 0 0,-6 2 0 0 0,0 1-23 0 0,-1 0 0 0 0,0-2 0 0 0,0 1 1 0 0,0-1-1 0 0,-15-2 0 0 0,-27 4 34 0 0,39-1-54 0 0,-1-1-1 0 0,1 0 1 0 0,-1-1-1 0 0,-29-4 0 0 0,-6 3-177 0 0,28 2 120 0 0,12-1-56 0 0,-1-1-1 0 0,-20-5 1 0 0,-4 0-90 0 0,-14 6 17 0 0,38 1 114 0 0,0-1 0 0 0,-22-2-1 0 0,28 0 62 0 0,0 1 1 0 0,0-1-1 0 0,0-1 0 0 0,0 1 0 0 0,-8-5 0 0 0,9 5 10 0 0,-6 1-21 0 0,9 1 24 0 0</inkml:trace>
</inkml:ink>
</file>

<file path=ppt/ink/ink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59"/>
    </inkml:context>
    <inkml:brush xml:id="br0">
      <inkml:brushProperty name="width" value="0.025" units="cm"/>
      <inkml:brushProperty name="height" value="0.025" units="cm"/>
      <inkml:brushProperty name="color" value="#B2626F"/>
    </inkml:brush>
  </inkml:definitions>
  <inkml:trace contextRef="#ctx0" brushRef="#br0">556 384 96 0 0,'0'0'16'0'0,"-2"-2"-8"0"0,-65-43 1783 0 0,61 41-1449 0 0,0 1 1 0 0,-1-1 0 0 0,1 1 0 0 0,-1 0 0 0 0,-8-2 0 0 0,-23-12 265 0 0,-48-42 576 0 0,14 16 109 0 0,41 20-1019 0 0,27 19-176 0 0,-1 0 0 0 0,0 0-1 0 0,0 0 1 0 0,-1 1-1 0 0,-5-4 1 0 0,0 1 163 0 0,0 0 0 0 0,0-1-1 0 0,1-1 1 0 0,-10-8 0 0 0,-16-11 27 0 0,-4-3 40 0 0,34 24-264 0 0,0 0-1 0 0,1-1 0 0 0,0 0 1 0 0,-8-12-1 0 0,10 18-23 0 0,3 1-30 0 0</inkml:trace>
</inkml:ink>
</file>

<file path=ppt/ink/ink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60"/>
    </inkml:context>
    <inkml:brush xml:id="br0">
      <inkml:brushProperty name="width" value="0.025" units="cm"/>
      <inkml:brushProperty name="height" value="0.025" units="cm"/>
      <inkml:brushProperty name="color" value="#B2626F"/>
    </inkml:brush>
  </inkml:definitions>
  <inkml:trace contextRef="#ctx0" brushRef="#br0">453 311 4312 0 0,'0'0'192'0'0,"-24"-12"251"0"0,-65-32 346 0 0,31 11-741 0 0,41 24 0 0 0,1 0 0 0 0,-26-20 0 0 0,25 16 88 0 0,3 4-50 0 0,1 0 560 0 0,-1 0 1 0 0,2-1-1 0 0,0 0 1 0 0,-20-21-1 0 0,27 25-402 0 0,0 1 0 0 0,0-1-1 0 0,0 2 1 0 0,-8-6-1 0 0,-17-17 875 0 0,3 4-612 0 0,25 21-490 0 0</inkml:trace>
</inkml:ink>
</file>

<file path=ppt/ink/ink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61"/>
    </inkml:context>
    <inkml:brush xml:id="br0">
      <inkml:brushProperty name="width" value="0.025" units="cm"/>
      <inkml:brushProperty name="height" value="0.025" units="cm"/>
      <inkml:brushProperty name="color" value="#B2626F"/>
    </inkml:brush>
  </inkml:definitions>
  <inkml:trace contextRef="#ctx0" brushRef="#br0">336 229 5520 0 0,'0'0'886'0'0,"-23"-24"201"0"0,14 15-885 0 0,-1 1 0 0 0,0 0-1 0 0,-21-12 1 0 0,-4-3-152 0 0,27 17-34 0 0,-1 2 0 0 0,0-1 0 0 0,0 1 0 0 0,-11-3 0 0 0,13 4-1 0 0,0 1 1 0 0,0-1-1 0 0,0 0 0 0 0,0-1 1 0 0,1 1-1 0 0,-1-1 0 0 0,1-1 0 0 0,-10-8 1 0 0,13 11 19 0 0,0-1 1 0 0,0 1 0 0 0,0-1 0 0 0,-1 1-1 0 0,1 0 1 0 0,-1 1 0 0 0,-6-4-1 0 0,6 4 12 0 0,0-1-1 0 0,1 1 1 0 0,-1-1-1 0 0,1 0 1 0 0,-1 0-1 0 0,1-1 1 0 0,0 1-1 0 0,-6-6 1 0 0,-13-18 679 0 0,22 24-676 0 0</inkml:trace>
</inkml:ink>
</file>

<file path=ppt/ink/ink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62"/>
    </inkml:context>
    <inkml:brush xml:id="br0">
      <inkml:brushProperty name="width" value="0.025" units="cm"/>
      <inkml:brushProperty name="height" value="0.025" units="cm"/>
      <inkml:brushProperty name="color" value="#B2626F"/>
    </inkml:brush>
  </inkml:definitions>
  <inkml:trace contextRef="#ctx0" brushRef="#br0">0 1 96 0 0,'0'0'3712'0'0,"2"12"-895"0"0,4-12-2779 0 0,0 1-1 0 0,0 0 1 0 0,1 1 0 0 0,-1 0-1 0 0,0-1 1 0 0,-1 2 0 0 0,8 3-1 0 0,-7-3 2 0 0,1-1 0 0 0,-1 1 0 0 0,0-1 0 0 0,1 0 0 0 0,12 1 0 0 0,-10-2-39 0 0,-1 1 0 0 0,0-1 0 0 0,11 5 0 0 0,-12-4 0 0 0,1 0 0 0 0,-1 0 0 0 0,0 0 0 0 0,14 0 0 0 0,5 1 46 0 0,-22-2-34 0 0,0 0 0 0 0,0-1 1 0 0,0 1-1 0 0,1-1 0 0 0,-1 0 0 0 0,0 0 1 0 0,7-1-1 0 0,-4 0 35 0 0,0 1 0 0 0,0 0 0 0 0,0 0 0 0 0,0 1 1 0 0,-1 0-1 0 0,1 0 0 0 0,0 0 0 0 0,0 1 0 0 0,7 3 0 0 0,25 5 136 0 0,-7-1 188 0 0,-25-8-219 0 0,0-1 1 0 0,0 1-1 0 0,1-1 1 0 0,12-1-1 0 0,21 1 959 0 0,-21 7-566 0 0,-17-6-469 0 0,-1 0 0 0 0,0 0 0 0 0,1 0 0 0 0,-1 0 0 0 0,1-1 0 0 0,0 1 0 0 0,-1 0 1 0 0,5-1-1 0 0,47 10 1362 0 0,-23-9-738 0 0,-6 6-278 0 0,-21-6-369 0 0,-1 0-1 0 0,0 0 1 0 0,0 0-1 0 0,1 0 1 0 0,-1-1-1 0 0,0 1 1 0 0,1-1-1 0 0,4 0 1 0 0,-3 0 139 0 0,0 0-1 0 0,0 1 1 0 0,0 0 0 0 0,1 0 0 0 0,-1 0 0 0 0,8 4 0 0 0,-12-5-79 0 0,17 7 356 0 0,-18-7-451 0 0</inkml:trace>
</inkml:ink>
</file>

<file path=ppt/ink/ink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63"/>
    </inkml:context>
    <inkml:brush xml:id="br0">
      <inkml:brushProperty name="width" value="0.025" units="cm"/>
      <inkml:brushProperty name="height" value="0.025" units="cm"/>
      <inkml:brushProperty name="color" value="#B2626F"/>
    </inkml:brush>
  </inkml:definitions>
  <inkml:trace contextRef="#ctx0" brushRef="#br0">34 329 96 0 0,'0'0'1399'0'0,"30"20"773"0"0,37-2-6 0 0,-51-15-1410 0 0,0 1 309 0 0,1-2 0 0 0,25 3 0 0 0,-37-6-893 0 0,-1 1 0 0 0,0-1 0 0 0,1 0 0 0 0,-1 0 0 0 0,6-3 0 0 0,14-2 330 0 0,-21 5-449 0 0,0-1-1 0 0,0 1 0 0 0,0-1 0 0 0,0 0 1 0 0,0 0-1 0 0,0 0 0 0 0,0 0 0 0 0,0 0 1 0 0,-1-1-1 0 0,1 1 0 0 0,3-6 0 0 0,2 0-52 0 0,-6 4-3 0 0,0 1 0 0 0,0-1 0 0 0,0 0 0 0 0,0 0 0 0 0,0 0 0 0 0,-1 0 0 0 0,0 0 0 0 0,0 0 0 0 0,0-1 0 0 0,0 1 0 0 0,-1 0 0 0 0,1-1 0 0 0,-1 1 0 0 0,0 0 0 0 0,-1-5 0 0 0,3-26 435 0 0,-5-12 89 0 0,3-19-9 0 0,-1 53-342 0 0,1 9-126 0 0,0 0 0 0 0,0 0 0 0 0,0 1 0 0 0,-1-1 0 0 0,1 1 1 0 0,-1-1-1 0 0,0 0 0 0 0,-2-4 0 0 0,-1 3-11 0 0,-1 0 0 0 0,0 0 0 0 0,0 1 0 0 0,0-1 0 0 0,0 1 0 0 0,-1 0 0 0 0,1 1 0 0 0,-1-1 0 0 0,0 1 0 0 0,0 0 0 0 0,-13-3 0 0 0,8 3-20 0 0,0 0 0 0 0,0 2 1 0 0,0-1-1 0 0,0 1 0 0 0,-21 1 1 0 0,20 0-11 0 0,3 0-3 0 0,1 0 0 0 0,1 0 0 0 0,0 0 0 0 0,0 1 0 0 0,0 0 0 0 0,0 0 0 0 0,-8 3 0 0 0,-2-1-57 0 0,15-3 47 0 0,1 0 1 0 0,-1 1 0 0 0,0-1-1 0 0,0 0 1 0 0,1 1-1 0 0,-1-1 1 0 0,1 1 0 0 0,-1 0-1 0 0,0-1 1 0 0,1 1 0 0 0,-1 0-1 0 0,1 0 1 0 0,-1 0 0 0 0,1 0-1 0 0,-3 2 1 0 0,0 2-5 0 0,0 1 0 0 0,0-1 0 0 0,1 0 0 0 0,-1 1 0 0 0,1 0 0 0 0,0 0 0 0 0,0 0 0 0 0,1 0 0 0 0,0 0 0 0 0,0 0 0 0 0,1 1 0 0 0,-1-1 0 0 0,1 7 0 0 0,-3 7 1 0 0,3-14 5 0 0,0 1 1 0 0,0-1 0 0 0,1 1-1 0 0,0-1 1 0 0,1 1 0 0 0,-1-1 0 0 0,1 1-1 0 0,0-1 1 0 0,1 1 0 0 0,3 9-1 0 0,0 3 1 0 0,-3-11 7 0 0,-1-1 0 0 0,0 0 0 0 0,0 15 0 0 0,-1-17 0 0 0</inkml:trace>
</inkml:ink>
</file>

<file path=ppt/ink/ink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64"/>
    </inkml:context>
    <inkml:brush xml:id="br0">
      <inkml:brushProperty name="width" value="0.025" units="cm"/>
      <inkml:brushProperty name="height" value="0.025" units="cm"/>
      <inkml:brushProperty name="color" value="#B2626F"/>
    </inkml:brush>
  </inkml:definitions>
  <inkml:trace contextRef="#ctx0" brushRef="#br0">133 16 3912 0 0,'0'0'2358'0'0,"-25"-13"-2214"0"0,13 12-135 0 0,-20 0 24 0 0,26 4 193 0 0,1 0 0 0 0,-1 0 0 0 0,1 0 0 0 0,0 1 0 0 0,0 0 1 0 0,1 0-1 0 0,-1 0 0 0 0,1 1 0 0 0,-7 7 0 0 0,10-10-198 0 0,0-1 1 0 0,0 1-1 0 0,1 0 0 0 0,-1-1 0 0 0,0 1 0 0 0,0 0 1 0 0,1 0-1 0 0,-1-1 0 0 0,1 1 0 0 0,0 0 1 0 0,-1 0-1 0 0,1 0 0 0 0,0 0 0 0 0,0 0 1 0 0,0-1-1 0 0,1 1 0 0 0,-1 0 0 0 0,0 0 0 0 0,1 0 1 0 0,-1 0-1 0 0,1-1 0 0 0,-1 1 0 0 0,1 0 1 0 0,0 0-1 0 0,0-1 0 0 0,0 1 0 0 0,0-1 1 0 0,0 1-1 0 0,0-1 0 0 0,0 1 0 0 0,0-1 1 0 0,1 1-1 0 0,-1-1 0 0 0,0 0 0 0 0,1 0 0 0 0,-1 0 1 0 0,1 0-1 0 0,0 0 0 0 0,3 2 0 0 0,0-1 110 0 0,0 0-1 0 0,0-1 0 0 0,0 1 0 0 0,1-1 0 0 0,-1 0 0 0 0,0 0 0 0 0,1-1 0 0 0,-1 1 1 0 0,0-1-1 0 0,1 0 0 0 0,-1-1 0 0 0,1 1 0 0 0,10-4 0 0 0,-13 3-84 0 0,0 0 0 0 0,0 0 0 0 0,0 0 0 0 0,0-1 0 0 0,0 0 0 0 0,0 1 0 0 0,-1-1-1 0 0,1 0 1 0 0,-1 0 0 0 0,1-1 0 0 0,-1 1 0 0 0,4-5 0 0 0,-5 5-35 0 0,0 0-1 0 0,0 0 1 0 0,0 1 0 0 0,0-1 0 0 0,0 0-1 0 0,-1 0 1 0 0,1 0 0 0 0,-1 0 0 0 0,0 0-1 0 0,1 0 1 0 0,-1 0 0 0 0,0 0 0 0 0,0 0-1 0 0,0 0 1 0 0,0 0 0 0 0,-1 0 0 0 0,1 0-1 0 0,0 0 1 0 0,-1 0 0 0 0,0 0 0 0 0,1 0 0 0 0,-2-3-1 0 0,1 4-2 0 0,1-1-1 0 0,-1 1 1 0 0,1-1 0 0 0,-1 0-1 0 0,0 1 1 0 0,0-1-1 0 0,0 1 1 0 0,0-1 0 0 0,0 1-1 0 0,0 0 1 0 0,0-1-1 0 0,0 1 1 0 0,0 0-1 0 0,0 0 1 0 0,-1 0 0 0 0,1 0-1 0 0,-1 0 1 0 0,1 0-1 0 0,0 0 1 0 0,-1 0 0 0 0,0 1-1 0 0,1-1 1 0 0,-1 0-1 0 0,1 1 1 0 0,-1 0-1 0 0,0-1 1 0 0,1 1 0 0 0,-1 0-1 0 0,0 0 1 0 0,0 0-1 0 0,1 0 1 0 0,-4 0 0 0 0,-11 3 66 0 0,14-3-58 0 0</inkml:trace>
</inkml:ink>
</file>

<file path=ppt/ink/ink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65"/>
    </inkml:context>
    <inkml:brush xml:id="br0">
      <inkml:brushProperty name="width" value="0.025" units="cm"/>
      <inkml:brushProperty name="height" value="0.025" units="cm"/>
      <inkml:brushProperty name="color" value="#B2626F"/>
    </inkml:brush>
  </inkml:definitions>
  <inkml:trace contextRef="#ctx0" brushRef="#br0">0 310 5416 0 0,'0'0'2217'0'0,"30"14"-1102"0"0,-30-14-1103 0 0,4 3-4 0 0,1-1 0 0 0,-1 0-1 0 0,1 0 1 0 0,-1 0-1 0 0,1 0 1 0 0,0-1-1 0 0,7 2 1 0 0,76 3-615 0 0,-43-10 631 0 0,-10-16 1546 0 0,-31 19-1447 0 0,0-1 0 0 0,0 0 0 0 0,-1 0 1 0 0,1 0-1 0 0,0 0 0 0 0,-1 0 0 0 0,0-1 0 0 0,0 0 1 0 0,0 0-1 0 0,0 0 0 0 0,0 0 0 0 0,0 0 1 0 0,-1 0-1 0 0,0-1 0 0 0,1 1 0 0 0,-1-1 1 0 0,-1 0-1 0 0,3-5 0 0 0,-1-2 129 0 0,0 0-1 0 0,-1 0 1 0 0,0 0 0 0 0,0-21 0 0 0,1 16-110 0 0,-3 15-129 0 0,1-1 1 0 0,-1 1-1 0 0,1-1 1 0 0,-1 0-1 0 0,0 1 1 0 0,0-1-1 0 0,0 0 1 0 0,0 0-1 0 0,0 1 1 0 0,0-1-1 0 0,0-2 1 0 0,-1-2 20 0 0,0 0 0 0 0,1 0 1 0 0,0 0-1 0 0,1 0 0 0 0,1-12 1 0 0,1-13 69 0 0,-6 28-97 0 0,0 0-1 0 0,1 0 1 0 0,-1 0-1 0 0,-1 0 1 0 0,1 1-1 0 0,0-1 1 0 0,-1 1-1 0 0,-5-3 1 0 0,-1 0-4 0 0,1 0 4 0 0,0 1 0 0 0,1 0 1 0 0,-2 0-1 0 0,-16-4 0 0 0,-4 5-7 0 0,-18-3 0 0 0,41 4 0 0 0,1 1 0 0 0,0 0 0 0 0,-1 0 0 0 0,1 0 0 0 0,-1 1 0 0 0,1 0 0 0 0,-1 0 0 0 0,-11 3 0 0 0,14-1 0 0 0,1-1 0 0 0,0 1 1 0 0,0 0-1 0 0,0 0 1 0 0,0 0-1 0 0,0 1 1 0 0,0-1-1 0 0,0 1 1 0 0,1 0-1 0 0,0-1 1 0 0,-1 1-1 0 0,-3 7 0 0 0,-11 11 3 0 0,17-20-2 0 0,-1-1 6 0 0</inkml:trace>
</inkml:ink>
</file>

<file path=ppt/ink/ink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66"/>
    </inkml:context>
    <inkml:brush xml:id="br0">
      <inkml:brushProperty name="width" value="0.025" units="cm"/>
      <inkml:brushProperty name="height" value="0.025" units="cm"/>
      <inkml:brushProperty name="color" value="#B2626F"/>
    </inkml:brush>
  </inkml:definitions>
  <inkml:trace contextRef="#ctx0" brushRef="#br0">139 26 3616 0 0,'0'0'2800'0'0,"-21"-15"-2322"0"0,16 13-452 0 0,-1 0 0 0 0,1 0 0 0 0,-1 1-1 0 0,0 0 1 0 0,0 0 0 0 0,0 0 0 0 0,1 1-1 0 0,-1 0 1 0 0,-8 1 0 0 0,-8 13 54 0 0,20-13-17 0 0,0 1 0 0 0,0-1 0 0 0,-1 1 0 0 0,1 0 1 0 0,1-1-1 0 0,-1 1 0 0 0,0 0 0 0 0,0 0 0 0 0,1 0 0 0 0,-1 0 1 0 0,1 1-1 0 0,0-1 0 0 0,-1 0 0 0 0,1 1 0 0 0,0-1 0 0 0,0 1 1 0 0,1-1-1 0 0,-1 1 0 0 0,1-1 0 0 0,-1 1 0 0 0,1-1 1 0 0,0 1-1 0 0,-1 0 0 0 0,2-1 0 0 0,-1 1 0 0 0,0 0 0 0 0,0-1 1 0 0,1 1-1 0 0,-1-1 0 0 0,1 1 0 0 0,0-1 0 0 0,0 1 0 0 0,0-1 1 0 0,0 1-1 0 0,0-1 0 0 0,3 3 0 0 0,-3-3 11 0 0,1 0-1 0 0,0-1 1 0 0,0 1 0 0 0,0-1-1 0 0,0 1 1 0 0,0-1-1 0 0,0 0 1 0 0,1 0 0 0 0,-1 0-1 0 0,0 0 1 0 0,1 0-1 0 0,-1 0 1 0 0,0-1 0 0 0,1 1-1 0 0,-1-1 1 0 0,5 1 0 0 0,-3-1-17 0 0,0 0 1 0 0,-1 1 0 0 0,1-1 0 0 0,0-1 0 0 0,-1 1-1 0 0,1 0 1 0 0,-1-1 0 0 0,1 0 0 0 0,-1 0 0 0 0,1 0 0 0 0,3-1-1 0 0,-4-1-8 0 0,0 0 1 0 0,1 0-1 0 0,-1 0 0 0 0,0 0 0 0 0,-1 0 0 0 0,1-1 0 0 0,-1 0 0 0 0,1 1 1 0 0,-1-1-1 0 0,0 0 0 0 0,3-8 0 0 0,-4 10-31 0 0,0 0 0 0 0,-1 0 0 0 0,1 0 0 0 0,0 0 0 0 0,-1 0 0 0 0,0 0 0 0 0,1 0 0 0 0,-1 0 0 0 0,0-1 0 0 0,0 1 0 0 0,0 0 0 0 0,0 0 0 0 0,0 0 0 0 0,-1 0 0 0 0,1-1 0 0 0,-1 1 0 0 0,0 0 0 0 0,1 0 0 0 0,-1 0 0 0 0,0 0 0 0 0,0 0 0 0 0,0 0 0 0 0,0 1 0 0 0,0-1 0 0 0,-3-3 0 0 0,3 5 1 0 0,0-1 0 0 0,-1 1 1 0 0,1-1-1 0 0,0 0 0 0 0,-1 1 1 0 0,1 0-1 0 0,-1-1 0 0 0,1 1 1 0 0,0 0-1 0 0,-1 0 0 0 0,1 0 1 0 0,-1 0-1 0 0,1 0 0 0 0,-1 0 1 0 0,1 0-1 0 0,0 0 0 0 0,-1 1 1 0 0,1-1-1 0 0,-2 1 0 0 0,-3 2 31 0 0</inkml:trace>
</inkml:ink>
</file>

<file path=ppt/ink/ink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67"/>
    </inkml:context>
    <inkml:brush xml:id="br0">
      <inkml:brushProperty name="width" value="0.025" units="cm"/>
      <inkml:brushProperty name="height" value="0.025" units="cm"/>
      <inkml:brushProperty name="color" value="#B2626F"/>
    </inkml:brush>
  </inkml:definitions>
  <inkml:trace contextRef="#ctx0" brushRef="#br0">12 53 4312 0 0,'0'0'2121'0'0,"3"-9"-590"0"0,1 6-1300 0 0,0 1 0 0 0,0-1-1 0 0,0 1 1 0 0,0 0 0 0 0,0 0 0 0 0,0 0 0 0 0,0 1 0 0 0,1 0 0 0 0,-1-1 0 0 0,1 2-1 0 0,7-2 1 0 0,-5 1-147 0 0,1 1 0 0 0,-1-2-1 0 0,1 1 1 0 0,7-3-1 0 0,-8 2 33 0 0,1 0 0 0 0,0 0-1 0 0,0 1 1 0 0,10 0-1 0 0,4-2 69 0 0,-18 2-157 0 0,0 1 0 0 0,0-1 1 0 0,0 1-1 0 0,0 0 0 0 0,0 0 1 0 0,0 0-1 0 0,0 0 0 0 0,9 2 1 0 0,41 24-75 0 0,-52-24 103 0 0,0 0-1 0 0,-1 0 1 0 0,1-1-1 0 0,-1 1 1 0 0,0 0 0 0 0,0 0-1 0 0,1 0 1 0 0,-1 0-1 0 0,0 0 1 0 0,-1 1-1 0 0,1-1 1 0 0,0 0 0 0 0,-1 0-1 0 0,1 1 1 0 0,-1-1-1 0 0,0 0 1 0 0,0 1 0 0 0,0-1-1 0 0,0 0 1 0 0,0 0-1 0 0,0 1 1 0 0,-1 3 0 0 0,10 25 282 0 0,-6 130 66 0 0,-3-158-380 0 0,-1-1 1 0 0,0 1-1 0 0,1 0 0 0 0,-1 0 0 0 0,0 0 0 0 0,0-1 0 0 0,0 1 1 0 0,-1-1-1 0 0,1 1 0 0 0,-1-1 0 0 0,-2 4 0 0 0,-22 24 256 0 0,23-27-253 0 0,-1 0 1 0 0,0 1-1 0 0,0-1 1 0 0,0-1 0 0 0,0 1-1 0 0,-1-1 1 0 0,1 0 0 0 0,-1 0-1 0 0,1 0 1 0 0,-1 0 0 0 0,-9 1-1 0 0,-1-1 51 0 0,0 0-1 0 0,-24-2 1 0 0,27 0-52 0 0,-35-7 98 0 0,41 4-60 0 0,0 0 0 0 0,0-1 0 0 0,0 0 0 0 0,1 0 0 0 0,-1 0-1 0 0,1-1 1 0 0,0 1 0 0 0,0-1 0 0 0,1 0 0 0 0,-1-1 0 0 0,-4-7 0 0 0,-6-6 13 0 0,12 11 86 0 0,3 8-149 0 0</inkml:trace>
</inkml:ink>
</file>

<file path=ppt/ink/ink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68"/>
    </inkml:context>
    <inkml:brush xml:id="br0">
      <inkml:brushProperty name="width" value="0.025" units="cm"/>
      <inkml:brushProperty name="height" value="0.025" units="cm"/>
      <inkml:brushProperty name="color" value="#B2626F"/>
    </inkml:brush>
  </inkml:definitions>
  <inkml:trace contextRef="#ctx0" brushRef="#br0">174 23 4720 0 0,'0'0'5297'0'0,"-17"-13"-4706"0"0,13 11-567 0 0,-1 1 1 0 0,1-1 0 0 0,-1 1-1 0 0,1 0 1 0 0,-1 0-1 0 0,1 1 1 0 0,-1-1 0 0 0,1 1-1 0 0,-1 0 1 0 0,0 0-1 0 0,1 1 1 0 0,-8 1 0 0 0,-56 39 165 0 0,67-40-160 0 0,-1 0 0 0 0,1 0 1 0 0,-1 0-1 0 0,1 0 0 0 0,-1 0 0 0 0,1 0 0 0 0,0 1 0 0 0,-1-1 0 0 0,1 0 0 0 0,0 1 0 0 0,0-1 0 0 0,0 1 0 0 0,0-1 0 0 0,0 1 1 0 0,1 0-1 0 0,-1-1 0 0 0,0 1 0 0 0,1 0 0 0 0,-1 0 0 0 0,1-1 0 0 0,0 1 0 0 0,-1 0 0 0 0,1 0 0 0 0,0 0 0 0 0,0-1 0 0 0,0 1 1 0 0,1 0-1 0 0,-1 0 0 0 0,0 0 0 0 0,1-1 0 0 0,-1 1 0 0 0,1 0 0 0 0,-1 0 0 0 0,1-1 0 0 0,1 3 0 0 0,-1-1 21 0 0,0-1 0 0 0,0 1 0 0 0,1 0-1 0 0,-1 0 1 0 0,1-1 0 0 0,-1 1 0 0 0,1-1 0 0 0,0 0-1 0 0,0 1 1 0 0,1-1 0 0 0,-1 0 0 0 0,0 0-1 0 0,1 0 1 0 0,-1 0 0 0 0,1-1 0 0 0,-1 1-1 0 0,1-1 1 0 0,0 0 0 0 0,0 1 0 0 0,3 0 0 0 0,14 1 246 0 0,-17-2-211 0 0,1 0-1 0 0,-1 0 1 0 0,1-1 0 0 0,-1 1 0 0 0,1-1-1 0 0,-1 0 1 0 0,1 0 0 0 0,-1 0 0 0 0,1 0-1 0 0,-1-1 1 0 0,0 0 0 0 0,1 1 0 0 0,-1-1-1 0 0,1-1 1 0 0,5-2 0 0 0,-7 3 0 0 0,0 0 0 0 0,1 0 1 0 0,-1-1-1 0 0,0 1 0 0 0,0-1 0 0 0,0 1 1 0 0,-1-1-1 0 0,1 0 0 0 0,0 0 0 0 0,-1 0 1 0 0,1 0-1 0 0,-1 0 0 0 0,1 0 1 0 0,-1-1-1 0 0,0 1 0 0 0,0 0 0 0 0,1-3 1 0 0,7-14 117 0 0,-8 16-171 0 0,1 1-1 0 0,-1-1 1 0 0,0 0 0 0 0,0 0-1 0 0,0 1 1 0 0,-1-1 0 0 0,1 0 0 0 0,-1 0-1 0 0,1 0 1 0 0,-1 0 0 0 0,0 0-1 0 0,0 0 1 0 0,0 0 0 0 0,-1 1-1 0 0,0-6 1 0 0,0 7-29 0 0,1-1-1 0 0,-1 0 1 0 0,1 1 0 0 0,-1-1 0 0 0,0 1 0 0 0,0-1-1 0 0,0 1 1 0 0,0 0 0 0 0,0-1 0 0 0,0 1 0 0 0,0 0-1 0 0,0 0 1 0 0,-1-1 0 0 0,1 1 0 0 0,0 0 0 0 0,-1 0-1 0 0,1 1 1 0 0,-1-1 0 0 0,1 0 0 0 0,-1 0 0 0 0,1 1-1 0 0,-1-1 1 0 0,0 1 0 0 0,1-1 0 0 0,-1 1 0 0 0,-3-1-1 0 0,2 1 2 0 0,0 0-1 0 0,-1-1 0 0 0,1 1 0 0 0,0 0 0 0 0,0 1 0 0 0,-1-1 0 0 0,1 1 0 0 0,0-1 0 0 0,0 1 1 0 0,0 0-1 0 0,-6 2 0 0 0,2 1 2 0 0</inkml:trace>
</inkml:ink>
</file>

<file path=ppt/ink/ink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69"/>
    </inkml:context>
    <inkml:brush xml:id="br0">
      <inkml:brushProperty name="width" value="0.025" units="cm"/>
      <inkml:brushProperty name="height" value="0.025" units="cm"/>
      <inkml:brushProperty name="color" value="#B2626F"/>
    </inkml:brush>
  </inkml:definitions>
  <inkml:trace contextRef="#ctx0" brushRef="#br0">20 323 96 0 0,'0'0'3840'0'0,"18"13"-3145"0"0,-3-7-68 0 0,-1 1 0 0 0,15 8 0 0 0,-25-13-506 0 0,0-1 1 0 0,0 1-1 0 0,0-1 1 0 0,0 0-1 0 0,1-1 0 0 0,-1 1 1 0 0,0-1-1 0 0,0 0 1 0 0,1 0-1 0 0,-1 0 1 0 0,0 0-1 0 0,6-2 1 0 0,14 0 788 0 0,-20 2-845 0 0,-1 0-1 0 0,1-1 1 0 0,-1 0-1 0 0,0 0 1 0 0,1 0-1 0 0,-1 0 1 0 0,0 0 0 0 0,1-1-1 0 0,-1 1 1 0 0,0-1-1 0 0,0 0 1 0 0,0 0-1 0 0,3-3 1 0 0,20-11 815 0 0,-24 15-817 0 0,0-1-1 0 0,1 1 1 0 0,-1-1-1 0 0,0 0 1 0 0,0 1-1 0 0,0-1 1 0 0,0 0-1 0 0,0 0 1 0 0,0 0 0 0 0,-1 0-1 0 0,1-1 1 0 0,-1 1-1 0 0,0 0 1 0 0,1-1-1 0 0,0-3 1 0 0,0 0 38 0 0,0 1 1 0 0,0-1-1 0 0,-1 1 0 0 0,0-1 1 0 0,0 1-1 0 0,0-9 1 0 0,-4-20 652 0 0,2 25-536 0 0,1 1 0 0 0,-1-1 0 0 0,1 0 0 0 0,2-15 0 0 0,-2-1 439 0 0,-1 22-530 0 0,1 0-1 0 0,-1 0 1 0 0,1 0 0 0 0,0 0-1 0 0,0 0 1 0 0,1 0 0 0 0,0-6-1 0 0,-1 5-10 0 0,1 0 0 0 0,-1 0 0 0 0,0-1 1 0 0,0 1-1 0 0,0 0 0 0 0,-1 0 0 0 0,0 0 0 0 0,1 0 0 0 0,-1-1 0 0 0,-1 1 0 0 0,1 0 0 0 0,-1 1 0 0 0,1-1 0 0 0,-4-5 0 0 0,0 6-139 0 0,1 1 0 0 0,-1 0 0 0 0,0 0 0 0 0,1 1 0 0 0,-1-1 0 0 0,0 1 0 0 0,-5-1-1 0 0,-13-4-45 0 0,14 4 237 0 0,0 0 0 0 0,0 0 0 0 0,0 1 0 0 0,0 1 0 0 0,-16 0 0 0 0,18 0-146 0 0,-29-4-17 0 0,29 3-3 0 0,0 0 0 0 0,-1 0-1 0 0,1 1 1 0 0,-1 0-1 0 0,1 0 1 0 0,-12 2-1 0 0,17-1-1 0 0,-1 0 0 0 0,1 1-1 0 0,0-1 1 0 0,-1 1 0 0 0,1-1-1 0 0,0 1 1 0 0,0 0 0 0 0,0 0-1 0 0,1 0 1 0 0,-1 0 0 0 0,0 0-1 0 0,1 0 1 0 0,-1 0 0 0 0,1 0-1 0 0,0 1 1 0 0,-1-1 0 0 0,1 1-1 0 0,1-1 1 0 0,-1 1-1 0 0,0-1 1 0 0,0 1 0 0 0,0 3-1 0 0,1-4 1 0 0</inkml:trace>
</inkml:ink>
</file>

<file path=ppt/ink/ink1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70"/>
    </inkml:context>
    <inkml:brush xml:id="br0">
      <inkml:brushProperty name="width" value="0.025" units="cm"/>
      <inkml:brushProperty name="height" value="0.025" units="cm"/>
      <inkml:brushProperty name="color" value="#B2626F"/>
    </inkml:brush>
  </inkml:definitions>
  <inkml:trace contextRef="#ctx0" brushRef="#br0">152 26 6128 0 0,'0'0'3176'0'0,"-12"-12"-2760"0"0,0 9-412 0 0,-1 0 0 0 0,0 1 0 0 0,-22-1 0 0 0,30 3-4 0 0,0 0 0 0 0,0 1 0 0 0,0-1 0 0 0,0 1 0 0 0,0 0 0 0 0,0 0 0 0 0,0 1 0 0 0,-8 3 0 0 0,12-5 17 0 0,0 1-1 0 0,0-1 1 0 0,0 1 0 0 0,1 0 0 0 0,-1 0 0 0 0,0-1-1 0 0,0 1 1 0 0,0 0 0 0 0,1 0 0 0 0,-1 0 0 0 0,0 0-1 0 0,1 0 1 0 0,-1 0 0 0 0,1 0 0 0 0,-1 0 0 0 0,1 0 0 0 0,0 0-1 0 0,-1 0 1 0 0,1 0 0 0 0,0 0 0 0 0,0 1 0 0 0,0-1-1 0 0,0 0 1 0 0,0 0 0 0 0,0 0 0 0 0,0 0 0 0 0,0 0-1 0 0,0 0 1 0 0,0 1 0 0 0,1-1 0 0 0,-1 0 0 0 0,0 0 0 0 0,1 0-1 0 0,-1 0 1 0 0,1 0 0 0 0,-1 0 0 0 0,1 0 0 0 0,0 0-1 0 0,-1 0 1 0 0,1 0 0 0 0,0-1 0 0 0,1 2 0 0 0,1 2 66 0 0,1 0 1 0 0,-1 0 0 0 0,1 0-1 0 0,0-1 1 0 0,0 0 0 0 0,0 0-1 0 0,0 0 1 0 0,6 3 0 0 0,-7-5 1 0 0,1 1 1 0 0,0-1-1 0 0,-1 0 1 0 0,1 0-1 0 0,0 0 0 0 0,0 0 1 0 0,0 0-1 0 0,0-1 1 0 0,0 0-1 0 0,0 0 1 0 0,0 0-1 0 0,0 0 1 0 0,0-1-1 0 0,0 0 1 0 0,0 1-1 0 0,0-1 1 0 0,-1-1-1 0 0,1 1 0 0 0,4-2 1 0 0,-5 2-37 0 0,0 0 1 0 0,0-1-1 0 0,-1 1 0 0 0,1 0 0 0 0,0-1 1 0 0,-1 0-1 0 0,1 1 0 0 0,-1-1 0 0 0,0 0 1 0 0,1 0-1 0 0,2-4 0 0 0,-4 4-25 0 0,0 0-1 0 0,-1 0 1 0 0,1 0-1 0 0,-1 0 1 0 0,0 0-1 0 0,1 0 1 0 0,-1 0-1 0 0,0 0 1 0 0,0 0-1 0 0,-1 1 1 0 0,1-1-1 0 0,0 0 1 0 0,0 0-1 0 0,-1 0 1 0 0,1 0-1 0 0,-1 0 1 0 0,0 0-1 0 0,0 0 1 0 0,-1-2-1 0 0,1 2-3 0 0,0 1 1 0 0,0-1-1 0 0,-1 0 0 0 0,1 0 0 0 0,0 1 1 0 0,-1-1-1 0 0,1 1 0 0 0,-1 0 0 0 0,0-1 0 0 0,1 1 1 0 0,-1 0-1 0 0,0 0 0 0 0,0 0 0 0 0,0 0 0 0 0,0 0 1 0 0,0 0-1 0 0,0 1 0 0 0,0-1 0 0 0,0 1 1 0 0,0-1-1 0 0,0 1 0 0 0,0 0 0 0 0,0 0 0 0 0,0 0 1 0 0,0 0-1 0 0,0 0 0 0 0,0 0 0 0 0,0 0 0 0 0,-1 1 1 0 0,-2 0-1 0 0,2 0 11 0 0</inkml:trace>
</inkml:ink>
</file>

<file path=ppt/ink/ink1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71"/>
    </inkml:context>
    <inkml:brush xml:id="br0">
      <inkml:brushProperty name="width" value="0.025" units="cm"/>
      <inkml:brushProperty name="height" value="0.025" units="cm"/>
      <inkml:brushProperty name="color" value="#B2626F"/>
    </inkml:brush>
  </inkml:definitions>
  <inkml:trace contextRef="#ctx0" brushRef="#br0">0 40 3000 0 0,'0'0'423'0'0,"14"-9"2003"0"0,-8 6-2242 0 0,0-1 0 0 0,0 1-1 0 0,0 0 1 0 0,0 1 0 0 0,1-1 0 0 0,-1 1-1 0 0,1 0 1 0 0,0 1 0 0 0,-1 0 0 0 0,9-1-1 0 0,15-1 484 0 0,11 1 156 0 0,27 16 155 0 0,-5-6 588 0 0,-61-8-1533 0 0,-1 1 0 0 0,0-1 0 0 0,0 0-1 0 0,0 0 1 0 0,0 1 0 0 0,0-1 0 0 0,0 0 0 0 0,1 1 0 0 0,-1-1 0 0 0,0 1 0 0 0,0 0 0 0 0,0-1 0 0 0,-1 1 0 0 0,1 0 0 0 0,0-1 0 0 0,0 1 0 0 0,0 0 0 0 0,0 0 0 0 0,-1 0 0 0 0,1 0 0 0 0,0 0 0 0 0,-1 0 0 0 0,1 0 0 0 0,-1 0 0 0 0,1 0 0 0 0,-1 0 0 0 0,0 0 0 0 0,1 0 0 0 0,-1 0-1 0 0,0 1 1 0 0,0-1 0 0 0,1 0 0 0 0,-1 0 0 0 0,0 0 0 0 0,0 0 0 0 0,-1 1 0 0 0,1 0 0 0 0,0 1-12 0 0,0 0 0 0 0,1-1-1 0 0,-1 1 1 0 0,1 0 0 0 0,0 0-1 0 0,-1-1 1 0 0,1 1 0 0 0,2 4-1 0 0,-2-5-7 0 0,0 1 0 0 0,0-1-1 0 0,0 0 1 0 0,0 1 0 0 0,-1-1-1 0 0,1 1 1 0 0,-1-1 0 0 0,0 1-1 0 0,1-1 1 0 0,-1 1 0 0 0,0-1-1 0 0,-1 1 1 0 0,1-1 0 0 0,-1 3-1 0 0,1-2 1 0 0,-1 0-1 0 0,1 0 1 0 0,0 0-1 0 0,0 0 1 0 0,0 0-1 0 0,0 0 1 0 0,1 0-1 0 0,-1 0 0 0 0,2 3 1 0 0,-1-1 9 0 0,0 0 1 0 0,-1-1-1 0 0,1 1 1 0 0,-1 0-1 0 0,0 0 1 0 0,0 0-1 0 0,-1 9 0 0 0,0-8-7 0 0,0 0-1 0 0,1 0 0 0 0,0 0 0 0 0,1 0 0 0 0,0 9 0 0 0,0-12-10 0 0,-1 0 0 0 0,0 0 0 0 0,0 1 1 0 0,0-1-1 0 0,-1 0 0 0 0,1 0 0 0 0,-1 1 0 0 0,0-1 1 0 0,0 0-1 0 0,-1 4 0 0 0,-16 32 44 0 0,17-37-47 0 0,0 1 0 0 0,-1 0 1 0 0,0 1-1 0 0,-1-1 0 0 0,1 0 1 0 0,0 0-1 0 0,-1 0 1 0 0,0-1-1 0 0,0 1 1 0 0,1-1-1 0 0,-2 1 1 0 0,1-1-1 0 0,0 0 1 0 0,0 0-1 0 0,-1 0 1 0 0,1-1-1 0 0,-1 1 1 0 0,1-1-1 0 0,-1 0 1 0 0,-5 1-1 0 0,-6 1 10 0 0,1-2 0 0 0,0 0 0 0 0,-29-3 0 0 0,9 1-4 0 0,27 1 41 0 0,0-1 1 0 0,0 0-1 0 0,1 0 1 0 0,-1-1 0 0 0,1 0-1 0 0,-1 0 1 0 0,1 0 0 0 0,-1-1-1 0 0,1 0 1 0 0,0 0-1 0 0,1-1 1 0 0,-1 0 0 0 0,0 0-1 0 0,-8-8 1 0 0,10 7 50 0 0,2 3-27 0 0,0-1 0 0 0,0 1-1 0 0,1 0 1 0 0,-1 0 0 0 0,1-1-1 0 0,0 1 1 0 0,-1 0 0 0 0,1-1-1 0 0,-1-2 1 0 0,2 4-33 0 0</inkml:trace>
</inkml:ink>
</file>

<file path=ppt/ink/ink1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72"/>
    </inkml:context>
    <inkml:brush xml:id="br0">
      <inkml:brushProperty name="width" value="0.025" units="cm"/>
      <inkml:brushProperty name="height" value="0.025" units="cm"/>
      <inkml:brushProperty name="color" value="#B2626F"/>
    </inkml:brush>
  </inkml:definitions>
  <inkml:trace contextRef="#ctx0" brushRef="#br0">164 35 4216 0 0,'0'0'4137'0'0,"-19"-13"-3241"0"0,10 10-890 0 0,0 0 0 0 0,0 1 0 0 0,0-1 1 0 0,-15 0-1 0 0,18 3-10 0 0,-1 1 0 0 0,1 0 0 0 0,0 0 0 0 0,-1 0 0 0 0,1 1 0 0 0,0 0 0 0 0,0 1 0 0 0,0-1 0 0 0,-6 4 0 0 0,11-5 14 0 0,0 0 0 0 0,0-1 0 0 0,0 1-1 0 0,0 0 1 0 0,0 0 0 0 0,0-1 0 0 0,0 1 0 0 0,0 0 0 0 0,0 0 0 0 0,1 0 0 0 0,-1 0 0 0 0,0 0 0 0 0,1 0 0 0 0,-1 0 0 0 0,0 1 0 0 0,1-1 0 0 0,0 0 0 0 0,-1 0-1 0 0,1 0 1 0 0,0 0 0 0 0,-1 1 0 0 0,1-1 0 0 0,0 0 0 0 0,0 0 0 0 0,0 1 0 0 0,0-1 0 0 0,0 0 0 0 0,0 0 0 0 0,1 3 0 0 0,0-2 8 0 0,-1 0 1 0 0,1-1-1 0 0,0 1 1 0 0,0 0-1 0 0,0 0 1 0 0,0-1 0 0 0,0 1-1 0 0,0 0 1 0 0,0-1-1 0 0,0 1 1 0 0,1-1-1 0 0,-1 0 1 0 0,1 1-1 0 0,-1-1 1 0 0,1 0 0 0 0,-1 0-1 0 0,3 1 1 0 0,11 6 241 0 0,-11-6-129 0 0,0 1 0 0 0,0-1 0 0 0,1 0 0 0 0,-1 0 0 0 0,1 0 0 0 0,-1-1 0 0 0,1 1 1 0 0,0-1-1 0 0,0 0 0 0 0,-1-1 0 0 0,1 1 0 0 0,0-1 0 0 0,0 0 0 0 0,0 0 0 0 0,0-1 0 0 0,8-1 0 0 0,-9 1-57 0 0,-1 0 0 0 0,1-1 0 0 0,-1 1 1 0 0,0-1-1 0 0,0 0 0 0 0,0 0 1 0 0,0 0-1 0 0,0 0 0 0 0,0-1 0 0 0,4-4 1 0 0,-6 6-47 0 0,1-1 0 0 0,-1 1 0 0 0,0-1 0 0 0,0 1 0 0 0,0-1 0 0 0,0 0 0 0 0,0 1 0 0 0,-1-1 0 0 0,1 0 0 0 0,0 0 0 0 0,-1 0 1 0 0,1 0-1 0 0,-1 1 0 0 0,0-1 0 0 0,0 0 0 0 0,0 0 0 0 0,0 0 0 0 0,0 0 0 0 0,0 0 0 0 0,0 0 0 0 0,0 0 0 0 0,-2-3 0 0 0,1 3 15 0 0,0-1-1 0 0,-1 1 1 0 0,1 0-1 0 0,-1 0 1 0 0,1 0-1 0 0,-1 0 1 0 0,0 0-1 0 0,0 1 1 0 0,0-1-1 0 0,0 0 1 0 0,0 1-1 0 0,0-1 0 0 0,0 1 1 0 0,-1 0-1 0 0,-2-1 1 0 0,-37-13 192 0 0,25 16-100 0 0,15 1-111 0 0</inkml:trace>
</inkml:ink>
</file>

<file path=ppt/ink/ink1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73"/>
    </inkml:context>
    <inkml:brush xml:id="br0">
      <inkml:brushProperty name="width" value="0.025" units="cm"/>
      <inkml:brushProperty name="height" value="0.025" units="cm"/>
      <inkml:brushProperty name="color" value="#B2626F"/>
    </inkml:brush>
  </inkml:definitions>
  <inkml:trace contextRef="#ctx0" brushRef="#br0">1 291 7328 0 0,'0'0'1750'0'0,"4"13"-795"0"0,50 25 196 0 0,-49-36-1134 0 0,1 0-1 0 0,-1 0 1 0 0,1 0 0 0 0,0-1 0 0 0,-1 0 0 0 0,1-1 0 0 0,0 1 0 0 0,0-1 0 0 0,0 0 0 0 0,0 0 0 0 0,-1-1 0 0 0,1 0 0 0 0,0 0-1 0 0,0 0 1 0 0,-1 0 0 0 0,1-1 0 0 0,-1 0 0 0 0,7-4 0 0 0,40-25 439 0 0,-49 30-357 0 0,0-1 0 0 0,0 0-1 0 0,0-1 1 0 0,0 1 0 0 0,0 0 0 0 0,0-1 0 0 0,0 1-1 0 0,-1-1 1 0 0,0 0 0 0 0,1 0 0 0 0,-1 0 0 0 0,0 0-1 0 0,0-1 1 0 0,-1 1 0 0 0,1 0 0 0 0,-1-1 0 0 0,1 1-1 0 0,-1-1 1 0 0,1-6 0 0 0,-8-47 533 0 0,5 24-497 0 0,1 28-93 0 0,0 1-1 0 0,0-1 1 0 0,0 1 0 0 0,0-1 0 0 0,-1 1-1 0 0,1 0 1 0 0,-1-1 0 0 0,-1 1-1 0 0,-2-8 1 0 0,3 8-26 0 0,0 1-1 0 0,0-1 1 0 0,0 0-1 0 0,0 0 1 0 0,1 0 0 0 0,-1-1-1 0 0,1 1 1 0 0,0 0 0 0 0,0 0-1 0 0,2-6 1 0 0,-1-11-13 0 0,-2 20-3 0 0,1 0 0 0 0,-1 0 0 0 0,1 1 0 0 0,-1-1 0 0 0,0 0 0 0 0,1 0 0 0 0,-1 0 0 0 0,0 1 0 0 0,0-1 0 0 0,1 0 0 0 0,-1 1 0 0 0,0-1 0 0 0,0 1 0 0 0,0-1 0 0 0,0 1 0 0 0,0-1 0 0 0,-2 1 0 0 0,-17-8 0 0 0,-47-1 0 0 0,-15 7-56 0 0,56 2-15 0 0,26 0 70 0 0</inkml:trace>
</inkml:ink>
</file>

<file path=ppt/ink/ink1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74"/>
    </inkml:context>
    <inkml:brush xml:id="br0">
      <inkml:brushProperty name="width" value="0.025" units="cm"/>
      <inkml:brushProperty name="height" value="0.025" units="cm"/>
      <inkml:brushProperty name="color" value="#B2626F"/>
    </inkml:brush>
  </inkml:definitions>
  <inkml:trace contextRef="#ctx0" brushRef="#br0">127 14 3408 0 0,'0'0'977'0'0,"-8"-8"2416"0"0,-19 6-2448 0 0,24 1-920 0 0,0 0-1 0 0,0 1 1 0 0,0-1 0 0 0,0 1 0 0 0,0 0 0 0 0,0 0 0 0 0,-1 0 0 0 0,1 0 0 0 0,0 1 0 0 0,0-1 0 0 0,0 1 0 0 0,0 0 0 0 0,0 0 0 0 0,0 0 0 0 0,0 0 0 0 0,0 1 0 0 0,1-1 0 0 0,-1 1-1 0 0,0 0 1 0 0,-2 2 0 0 0,2-2-21 0 0,0 1-1 0 0,0-1 0 0 0,1 1 1 0 0,-1 0-1 0 0,1 0 0 0 0,0 0 0 0 0,0 0 1 0 0,-2 5-1 0 0,3-6-1 0 0,1 0-1 0 0,-1-1 0 0 0,1 1 1 0 0,0 0-1 0 0,0 0 1 0 0,0 0-1 0 0,0 0 1 0 0,0 0-1 0 0,0 0 1 0 0,0 0-1 0 0,0 0 1 0 0,1 0-1 0 0,-1-1 0 0 0,1 1 1 0 0,0 0-1 0 0,0 0 1 0 0,-1 0-1 0 0,3 2 1 0 0,-2-3 25 0 0,0 1-1 0 0,0-1 1 0 0,0 1 0 0 0,0-1 0 0 0,0 1 0 0 0,0-1-1 0 0,0 0 1 0 0,1 1 0 0 0,-1-1 0 0 0,0 0 0 0 0,1 0 0 0 0,-1 0-1 0 0,1 0 1 0 0,-1 0 0 0 0,1-1 0 0 0,0 1 0 0 0,-1 0 0 0 0,1-1-1 0 0,0 1 1 0 0,0-1 0 0 0,-1 1 0 0 0,1-1 0 0 0,0 0 0 0 0,0 0-1 0 0,0 0 1 0 0,-1 0 0 0 0,1 0 0 0 0,2-1 0 0 0,4 2 11 0 0,11 0 433 0 0,-15 0-377 0 0,-1 0 0 0 0,1-1 0 0 0,-1 0 0 0 0,1 0 0 0 0,0 0 0 0 0,-1 0 0 0 0,1 0 0 0 0,-1-1 0 0 0,1 0 0 0 0,-1 0 1 0 0,7-2-1 0 0,-8 2-53 0 0,-1 0 1 0 0,1 0-1 0 0,-1 0 0 0 0,1-1 1 0 0,-1 1-1 0 0,1 0 1 0 0,-1-1-1 0 0,0 1 1 0 0,0-1-1 0 0,0 1 0 0 0,0-1 1 0 0,0 0-1 0 0,0 1 1 0 0,0-1-1 0 0,0 0 1 0 0,-1 0-1 0 0,1 1 0 0 0,-1-1 1 0 0,1 0-1 0 0,-1 0 1 0 0,0 0-1 0 0,0 0 1 0 0,0 0-1 0 0,0 0 0 0 0,0 0 1 0 0,0 1-1 0 0,0-1 1 0 0,-1 0-1 0 0,1 0 1 0 0,-2-3-1 0 0,2 3 19 0 0,-1-1-1 0 0,0 1 1 0 0,1 0 0 0 0,-1-1-1 0 0,0 1 1 0 0,0 0 0 0 0,-1 0 0 0 0,1 0-1 0 0,0 0 1 0 0,-1 0 0 0 0,0 0-1 0 0,1 0 1 0 0,-1 0 0 0 0,0 0 0 0 0,0 1-1 0 0,0-1 1 0 0,0 1 0 0 0,0-1-1 0 0,0 1 1 0 0,0 0 0 0 0,-1 0-1 0 0,1 0 1 0 0,-3-1 0 0 0,-5 0 73 0 0,8 1-87 0 0,0 0 0 0 0,0 1 0 0 0,0-1 0 0 0,0 1 0 0 0,0 0 0 0 0,0 0 0 0 0,0 0 0 0 0,0 0 0 0 0,-3 0 0 0 0,2 1 84 0 0</inkml:trace>
</inkml:ink>
</file>

<file path=ppt/ink/ink1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75"/>
    </inkml:context>
    <inkml:brush xml:id="br0">
      <inkml:brushProperty name="width" value="0.025" units="cm"/>
      <inkml:brushProperty name="height" value="0.025" units="cm"/>
      <inkml:brushProperty name="color" value="#B2626F"/>
    </inkml:brush>
  </inkml:definitions>
  <inkml:trace contextRef="#ctx0" brushRef="#br0">9 48 4616 0 0,'0'0'4278'0'0,"16"-22"-3779"0"0,-15 21-497 0 0,0 0 1 0 0,0-1-1 0 0,0 1 1 0 0,0 0-1 0 0,0 0 1 0 0,1 0-1 0 0,-1 0 0 0 0,0 0 1 0 0,1 0-1 0 0,-1 0 1 0 0,0 1-1 0 0,1-1 0 0 0,-1 0 1 0 0,1 1-1 0 0,-1-1 1 0 0,1 1-1 0 0,-1-1 1 0 0,1 1-1 0 0,2-1 0 0 0,33-3 37 0 0,-13 2 281 0 0,-20 1-224 0 0,0 0 0 0 0,1 1 0 0 0,-1-1 0 0 0,0 1 1 0 0,1 0-1 0 0,-1 1 0 0 0,8 0 0 0 0,-4 1 44 0 0,1 0-1 0 0,0-1 1 0 0,-1-1-1 0 0,18 0 1 0 0,6 1-57 0 0,-20-1-70 0 0,-10 0-15 0 0,0-1-1 0 0,0 1 1 0 0,0 0 0 0 0,-1 0-1 0 0,1 0 1 0 0,0 0-1 0 0,0 1 1 0 0,0-1-1 0 0,0 0 1 0 0,0 1-1 0 0,0-1 1 0 0,-1 1 0 0 0,1 0-1 0 0,0 0 1 0 0,-1-1-1 0 0,1 1 1 0 0,0 0-1 0 0,2 3 1 0 0,4 1-80 0 0,-7-5 79 0 0,0 1 0 0 0,0-1 0 0 0,0 0 0 0 0,-1 1 0 0 0,1-1 0 0 0,0 1 0 0 0,0-1 0 0 0,-1 1 0 0 0,1-1 0 0 0,0 1 0 0 0,-1-1 0 0 0,1 1 0 0 0,0 0 0 0 0,-1 0 0 0 0,1-1 0 0 0,0 2 0 0 0,6 13-59 0 0,-5-11 47 0 0,0 0 0 0 0,0 1 0 0 0,-1-1 1 0 0,1 0-1 0 0,-1 0 0 0 0,0 1 0 0 0,0-1 1 0 0,-1 1-1 0 0,1 7 0 0 0,4 12-6 0 0,-4 81 1706 0 0,0-88-1430 0 0,0-13-172 0 0,-1 0-1 0 0,0 0 1 0 0,0 0 0 0 0,0 0 0 0 0,0 0 0 0 0,0 0-1 0 0,-1 0 1 0 0,1-1 0 0 0,-1 1 0 0 0,0 0-1 0 0,-4 7 1 0 0,3-9-53 0 0,0 1-1 0 0,0-1 0 0 0,0-1 0 0 0,-1 1 1 0 0,1 0-1 0 0,-1 0 0 0 0,1-1 1 0 0,-1 0-1 0 0,0 1 0 0 0,1-1 1 0 0,-1 0-1 0 0,0 0 0 0 0,-5 0 0 0 0,-47 8 132 0 0,34-6 14 0 0,6-1 12 0 0,1-1 0 0 0,-1-1 0 0 0,-20-2 0 0 0,-9 0 113 0 0,41 1-287 0 0,0 0 1 0 0,0 1-1 0 0,0-1 1 0 0,0 0-1 0 0,0 0 1 0 0,0-1-1 0 0,0 1 1 0 0,1-1-1 0 0,-1 1 1 0 0,0-1-1 0 0,1 0 1 0 0,-4-3 0 0 0,-27-28 170 0 0,28 27-145 0 0,2 4-6 0 0,1-1-1 0 0,-1 1 0 0 0,1-1 1 0 0,0 1-1 0 0,0-1 0 0 0,0 0 1 0 0,0 0-1 0 0,-1-4 0 0 0,3 7-2 0 0</inkml:trace>
</inkml:ink>
</file>

<file path=ppt/ink/ink1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76"/>
    </inkml:context>
    <inkml:brush xml:id="br0">
      <inkml:brushProperty name="width" value="0.025" units="cm"/>
      <inkml:brushProperty name="height" value="0.025" units="cm"/>
      <inkml:brushProperty name="color" value="#B2626F"/>
    </inkml:brush>
  </inkml:definitions>
  <inkml:trace contextRef="#ctx0" brushRef="#br0">175 26 3408 0 0,'0'0'1393'0'0,"-7"-9"-236"0"0,-49-5-923 0 0,53 13-224 0 0,0 1-1 0 0,-1-1 1 0 0,1 1-1 0 0,0 0 1 0 0,0 0-1 0 0,-1 0 1 0 0,1 1 0 0 0,0-1-1 0 0,0 1 1 0 0,-1-1-1 0 0,1 1 1 0 0,0 0-1 0 0,0 0 1 0 0,0 1 0 0 0,-3 1-1 0 0,-14 9 68 0 0,17-11-10 0 0,0 1 1 0 0,0-1-1 0 0,0 1 1 0 0,0 0-1 0 0,0 0 1 0 0,0 0-1 0 0,0 1 1 0 0,1-1-1 0 0,-1 0 1 0 0,1 1-1 0 0,-4 5 1 0 0,6-6 13 0 0,-1 0 0 0 0,1 0 1 0 0,0 0-1 0 0,0 0 0 0 0,0 0 1 0 0,0 0-1 0 0,0 0 0 0 0,1 0 1 0 0,-1 0-1 0 0,1-1 0 0 0,-1 1 1 0 0,1 0-1 0 0,0 0 0 0 0,0 0 1 0 0,-1 0-1 0 0,1-1 0 0 0,0 1 1 0 0,3 3-1 0 0,-3-3 11 0 0,1 0-1 0 0,0 0 0 0 0,0 0 1 0 0,-1 0-1 0 0,1 0 1 0 0,0 0-1 0 0,0-1 1 0 0,1 1-1 0 0,-1-1 0 0 0,0 1 1 0 0,0-1-1 0 0,1 0 1 0 0,2 2-1 0 0,21 3 603 0 0,-18-3-492 0 0,1-1 0 0 0,-1 0 0 0 0,0 0 0 0 0,1-1 1 0 0,-1 0-1 0 0,1 0 0 0 0,15-2 0 0 0,-22 1-151 0 0,-1 0 0 0 0,0-1 0 0 0,0 1 0 0 0,1-1 0 0 0,-1 1 0 0 0,0-1 0 0 0,0 0 0 0 0,1 1 0 0 0,-1-1 0 0 0,0 0 0 0 0,0 0 0 0 0,0 0 0 0 0,0 0 0 0 0,0 0-1 0 0,0 0 1 0 0,0 0 0 0 0,-1 0 0 0 0,1 0 0 0 0,0 0 0 0 0,-1 0 0 0 0,1-1 0 0 0,0 1 0 0 0,-1 0 0 0 0,0-1 0 0 0,1 1 0 0 0,-1 0 0 0 0,0-1 0 0 0,1 1 0 0 0,-1 0 0 0 0,0-1 0 0 0,0 1 0 0 0,0 0 0 0 0,0-1 0 0 0,-1-1 0 0 0,1 1 8 0 0,-1-1 0 0 0,1 1 0 0 0,-1 0 0 0 0,1-1 0 0 0,-1 1 0 0 0,0 0 0 0 0,0-1 0 0 0,0 1-1 0 0,0 0 1 0 0,0 0 0 0 0,-1 0 0 0 0,1 0 0 0 0,-1 0 0 0 0,1 0 0 0 0,-1 1 0 0 0,0-1 0 0 0,0 0 0 0 0,-3-1 0 0 0,2 1 4 0 0,0 1 1 0 0,0 0 0 0 0,0 0-1 0 0,0 0 1 0 0,-1 0 0 0 0,1 0-1 0 0,0 1 1 0 0,-1 0 0 0 0,1-1 0 0 0,0 1-1 0 0,-1 0 1 0 0,1 1 0 0 0,-1-1-1 0 0,1 1 1 0 0,0-1 0 0 0,0 1-1 0 0,-5 2 1 0 0,3 0 53 0 0</inkml:trace>
</inkml:ink>
</file>

<file path=ppt/ink/ink1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77"/>
    </inkml:context>
    <inkml:brush xml:id="br0">
      <inkml:brushProperty name="width" value="0.025" units="cm"/>
      <inkml:brushProperty name="height" value="0.025" units="cm"/>
      <inkml:brushProperty name="color" value="#B2626F"/>
    </inkml:brush>
  </inkml:definitions>
  <inkml:trace contextRef="#ctx0" brushRef="#br0">1 7 3408 0 0,'0'0'3326'0'0,"26"-6"-459"0"0,-2 5-2041 0 0,24 2-7 0 0,-35 1-545 0 0,-7 0-44 0 0,1-1 1 0 0,-1 0-1 0 0,1-1 0 0 0,-1 0 1 0 0,1 0-1 0 0,-1 0 1 0 0,1 0-1 0 0,-1-1 0 0 0,10-3 1 0 0,-14 4-105 0 0,1-1 0 0 0,0 1 0 0 0,0 0 0 0 0,-1 0 1 0 0,1 0-1 0 0,0 0 0 0 0,-1 0 0 0 0,1 0 0 0 0,0 1 1 0 0,0-1-1 0 0,4 3 0 0 0,-4-2-19 0 0,0-1 0 0 0,1 1 1 0 0,-1 0-1 0 0,0-1 0 0 0,1 0 0 0 0,-1 1 0 0 0,6-2 1 0 0,26 1 513 0 0,-30 1-552 0 0,1-1 0 0 0,-1 0 0 0 0,1 0 0 0 0,-1 0 0 0 0,10-3 0 0 0,-13 3-46 0 0,1 0-1 0 0,-1 0 0 0 0,1 0 0 0 0,-1 0 0 0 0,1 0 0 0 0,-1 0 0 0 0,5 1 0 0 0,-5 0-6 0 0,-1-1 0 0 0,1 1 0 0 0,0-1 0 0 0,-1 0 0 0 0,1 0 0 0 0,0 0 0 0 0,-1 0 0 0 0,1 0 0 0 0,0 0 0 0 0,-1 0 0 0 0,1 0 0 0 0,0-1 0 0 0,-1 1 0 0 0,1-1 0 0 0,0 1 0 0 0,1-2-1 0 0,-2 2 14 0 0,1-1 0 0 0,-1 1-1 0 0,0 0 1 0 0,0 0-1 0 0,0 0 1 0 0,0 0 0 0 0,0 0-1 0 0,0 1 1 0 0,0-1-1 0 0,0 0 1 0 0,0 0 0 0 0,0 1-1 0 0,0-1 1 0 0,0 0 0 0 0,-1 1-1 0 0,1-1 1 0 0,1 2-1 0 0,0-2 2 0 0,-1 1 0 0 0,0 0 0 0 0,0-1-1 0 0,1 1 1 0 0,-1-1 0 0 0,0 1-1 0 0,1-1 1 0 0,-1 0 0 0 0,1 1 0 0 0,-1-1-1 0 0,0 0 1 0 0,1 0 0 0 0,-1 0 0 0 0,1 0-1 0 0,1-1 1 0 0,-2 1 2 0 0,1-1 1 0 0,-1 1-1 0 0,1 0 0 0 0,-1-1 1 0 0,1 1-1 0 0,0 0 0 0 0,-1 0 0 0 0,1 0 1 0 0,-1 0-1 0 0,1 0 0 0 0,-1 0 1 0 0,1 1-1 0 0,0-1 0 0 0,-1 0 1 0 0,1 1-1 0 0,1 0 0 0 0,-2 0 2 0 0,1-1 0 0 0,0 1-1 0 0,-1-1 1 0 0,1 1 0 0 0,0-1-1 0 0,-1 0 1 0 0,1 0 0 0 0,-1 0-1 0 0,1 0 1 0 0,0 0 0 0 0,2 0-1 0 0,4-2-25 0 0,0 1-1 0 0,1 0 1 0 0,-1 1-1 0 0,0 0 1 0 0,1 0-1 0 0,-1 1 1 0 0,1 0-1 0 0,-1 1 0 0 0,0-1 1 0 0,0 2-1 0 0,14 5 1 0 0,-20-8-9 0 0,-1 0 1 0 0,0 1-1 0 0,1-1 0 0 0,-1 1 1 0 0,0-1-1 0 0,0 1 1 0 0,0 0-1 0 0,0-1 0 0 0,0 1 1 0 0,1 0-1 0 0,-1 0 1 0 0,-1 0-1 0 0,1 0 1 0 0,1 1-1 0 0,-1-1 0 0 0,-1-1 0 0 0,0 1 1 0 0,0-1-1 0 0,0 1 0 0 0,1-1 1 0 0,-1 1-1 0 0,0 0 0 0 0,0-1 0 0 0,0 1 1 0 0,0-1-1 0 0,0 1 0 0 0,0 0 0 0 0,0-1 1 0 0,0 1-1 0 0,0-1 0 0 0,-1 1 0 0 0,1 0 1 0 0,0-1-1 0 0,0 1 0 0 0,0-1 1 0 0,-1 1-1 0 0,1 0 0 0 0,-2 2-1 0 0,0-1 0 0 0,0 1 0 0 0,-1-1-1 0 0,1 0 1 0 0,0 0 0 0 0,-1 0 0 0 0,0 0 0 0 0,1 0 0 0 0,-1 0 0 0 0,-4 1-1 0 0,-73 44 902 0 0,54-28-827 0 0,-22 12 93 0 0,23-12-117 0 0,24-18-48 0 0</inkml:trace>
</inkml:ink>
</file>

<file path=ppt/ink/ink1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78"/>
    </inkml:context>
    <inkml:brush xml:id="br0">
      <inkml:brushProperty name="width" value="0.025" units="cm"/>
      <inkml:brushProperty name="height" value="0.025" units="cm"/>
      <inkml:brushProperty name="color" value="#B2626F"/>
    </inkml:brush>
  </inkml:definitions>
  <inkml:trace contextRef="#ctx0" brushRef="#br0">0 190 4720 0 0,'0'0'8'0'0,"22"-16"241"0"0,6-3 668 0 0,-19 12-701 0 0,1 0 1 0 0,-1 1-1 0 0,1 0 1 0 0,0 1-1 0 0,1 0 0 0 0,-1 1 1 0 0,21-7-1 0 0,-16 9-84 0 0,-1-2-1 0 0,1 0 1 0 0,21-9-1 0 0,-27 9-82 0 0,4 0 151 0 0,1 1 0 0 0,-1 0 1 0 0,28-2-1 0 0,-11 2 280 0 0,31 4 672 0 0,1-5-121 0 0,-20-2-593 0 0,0-6-246 0 0,-35 12-129 0 0,1 0 0 0 0,0-1 0 0 0,0 0 0 0 0,0 0 0 0 0,13-5 0 0 0,-8 3 45 0 0,10-7 126 0 0,-19 8-91 0 0,-1 1-1 0 0,1-1 1 0 0,0 1-1 0 0,0 0 1 0 0,0 0-1 0 0,0 0 1 0 0,0 1-1 0 0,4-1 1 0 0,-7 1 64 0 0,30-2 1021 0 0,-5-1-579 0 0,-25 3-622 0 0</inkml:trace>
</inkml:ink>
</file>

<file path=ppt/ink/ink1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654"/>
    </inkml:context>
    <inkml:brush xml:id="br0">
      <inkml:brushProperty name="width" value="0.025" units="cm"/>
      <inkml:brushProperty name="height" value="0.025" units="cm"/>
      <inkml:brushProperty name="color" value="#A00C1A"/>
    </inkml:brush>
  </inkml:definitions>
  <inkml:trace contextRef="#ctx0" brushRef="#br0">493 7 112 0 0,'0'0'4867'0'0,"-26"0"-3568"0"0,19 1 2731 0 0,-33-2-874 0 0,7 8-1102 0 0,18-2-1655 0 0,14-5-340 0 0,-1 0-1 0 0,1 1 1 0 0,-1-1 0 0 0,1 1-1 0 0,-1-1 1 0 0,1 1 0 0 0,-1-1-1 0 0,1 1 1 0 0,0 0 0 0 0,-1 0-1 0 0,1-1 1 0 0,0 1 0 0 0,0 0-1 0 0,0 0 1 0 0,-2 3-1 0 0,-12 11 382 0 0,14-13-392 0 0,0 0-1 0 0,0-1 0 0 0,0 1 1 0 0,1-1-1 0 0,-1 1 0 0 0,0 0 1 0 0,1 0-1 0 0,0-1 0 0 0,-1 1 1 0 0,1 0-1 0 0,0 3 160 0 0,-8 25 872 0 0,7-26-1006 0 0,0 1-1 0 0,1-1 1 0 0,-1 1-1 0 0,1-1 1 0 0,0 0 0 0 0,0 1-1 0 0,1 6 1 0 0,0 4 350 0 0,-1-9-222 0 0,0-1-1 0 0,0 1 1 0 0,-1 0 0 0 0,0-1-1 0 0,-2 11 1 0 0,-11 15 667 0 0,13-29-852 0 0,0 0-1 0 0,-1 0 0 0 0,1 0 0 0 0,0 0 0 0 0,-1 0 1 0 0,1-1-1 0 0,-1 1 0 0 0,0 0 0 0 0,1-1 1 0 0,-1 0-1 0 0,0 1 0 0 0,0-1 0 0 0,-3 2 0 0 0,-2-2 14 0 0,0 1-1 0 0,-1-2 0 0 0,1 1 1 0 0,0-1-1 0 0,0 0 0 0 0,-1 0 1 0 0,-7-2-1 0 0,11 0 5 0 0,-1-1 0 0 0,1 1 0 0 0,0-1 0 0 0,0 0 0 0 0,0 0 0 0 0,0-1 0 0 0,0 1 0 0 0,0-1 0 0 0,1 0 0 0 0,0 0 0 0 0,0 0 0 0 0,-3-5 0 0 0,1-30-129 0 0,1-29 552 0 0,3 64-405 0 0,1 1 0 0 0,-1-1 0 0 0,0 0 0 0 0,0 0 0 0 0,0 0 0 0 0,0 1 0 0 0,-1-1 0 0 0,-2-4 0 0 0,-5-12 92 0 0,9 19-138 0 0,-1-1 0 0 0,1 0 0 0 0,-1 0 1 0 0,0 1-1 0 0,0-1 0 0 0,0 0 0 0 0,0 1 1 0 0,0-1-1 0 0,0 1 0 0 0,0 0 1 0 0,0-1-1 0 0,0 1 0 0 0,-1 0 0 0 0,1-1 1 0 0,-1 1-1 0 0,1 0 0 0 0,-1 0 0 0 0,1 0 1 0 0,-1 1-1 0 0,-3-2 0 0 0,-9-6-153 0 0,13 7 130 0 0,0 0 0 0 0,-1 0 0 0 0,1 0 0 0 0,0 0 0 0 0,-1 1 1 0 0,1-1-1 0 0,-1 0 0 0 0,1 1 0 0 0,-1-1 0 0 0,1 1 0 0 0,-1 0 0 0 0,1-1 0 0 0,-3 1 1 0 0,-25 0 71 0 0,-4-1-3279 0 0</inkml:trace>
</inkml:ink>
</file>

<file path=ppt/ink/ink1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655"/>
    </inkml:context>
    <inkml:brush xml:id="br0">
      <inkml:brushProperty name="width" value="0.025" units="cm"/>
      <inkml:brushProperty name="height" value="0.025" units="cm"/>
      <inkml:brushProperty name="color" value="#A00C1A"/>
    </inkml:brush>
  </inkml:definitions>
  <inkml:trace contextRef="#ctx0" brushRef="#br0">146 1 5824 0 0,'0'0'3972'0'0,"-25"3"-2624"0"0,15-3-995 0 0,7 0-272 0 0,1-1 0 0 0,0 1 1 0 0,0 0-1 0 0,0 0 0 0 0,-1 0 0 0 0,1 1 1 0 0,0-1-1 0 0,0 1 0 0 0,0-1 0 0 0,0 1 0 0 0,-3 0 1 0 0,2 0 30 0 0,0 0 0 0 0,0 0 0 0 0,0-1 0 0 0,0 1 0 0 0,0-1 0 0 0,0 0 0 0 0,-4 0 0 0 0,3 0-18 0 0,4 0-59 0 0,-4 2 92 0 0,0-1 1 0 0,-1 1 0 0 0,1-1-1 0 0,-1 0 1 0 0,-7 1-1 0 0,-3 1 185 0 0,28-5-376 0 0,19-2-148 0 0,-7 3 178 0 0,32-2-1257 0 0,-43 3 1039 0 0,-14 0 240 0 0</inkml:trace>
</inkml:ink>
</file>

<file path=ppt/ink/ink1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656"/>
    </inkml:context>
    <inkml:brush xml:id="br0">
      <inkml:brushProperty name="width" value="0.025" units="cm"/>
      <inkml:brushProperty name="height" value="0.025" units="cm"/>
      <inkml:brushProperty name="color" value="#A00C1A"/>
    </inkml:brush>
  </inkml:definitions>
  <inkml:trace contextRef="#ctx0" brushRef="#br0">126 80 13648 0 0,'0'0'310'0'0,"-5"-29"2717"0"0,-4 10-2210 0 0,6 15-741 0 0,-3-7 318 0 0,6 11-339 0 0,0-1-1 0 0,-1 0 0 0 0,1 0 1 0 0,-1 0-1 0 0,1 1 1 0 0,-1-1-1 0 0,1 0 0 0 0,-1 1 1 0 0,0-1-1 0 0,1 0 0 0 0,-1 1 1 0 0,0-1-1 0 0,0 1 0 0 0,1-1 1 0 0,-1 1-1 0 0,0-1 1 0 0,0 1-1 0 0,0-1 0 0 0,0 1 1 0 0,-1-1-1 0 0,-1 1 114 0 0,1-1 1 0 0,-1 0-1 0 0,0 1 0 0 0,0-1 0 0 0,0 1 0 0 0,0 0 1 0 0,0 0-1 0 0,-4 0 0 0 0,6 0-111 0 0,-1 0-1 0 0,1 0 0 0 0,0 1 1 0 0,-1-1-1 0 0,1 0 0 0 0,-1 0 1 0 0,1 1-1 0 0,0-1 0 0 0,-1 1 1 0 0,1-1-1 0 0,0 1 0 0 0,0 0 1 0 0,0 0-1 0 0,-1-1 1 0 0,1 1-1 0 0,0 0 0 0 0,0 0 1 0 0,0 0-1 0 0,-1 2 0 0 0,-23 32 1255 0 0,21 1-871 0 0,4-36-431 0 0,-2 0 23 0 0,1 0-24 0 0</inkml:trace>
</inkml:ink>
</file>

<file path=ppt/ink/ink1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657"/>
    </inkml:context>
    <inkml:brush xml:id="br0">
      <inkml:brushProperty name="width" value="0.025" units="cm"/>
      <inkml:brushProperty name="height" value="0.025" units="cm"/>
      <inkml:brushProperty name="color" value="#A00C1A"/>
    </inkml:brush>
  </inkml:definitions>
  <inkml:trace contextRef="#ctx0" brushRef="#br0">1 120 20631 0 0,'0'0'167'0'0,"8"-5"82"0"0,-8 2-249 0 0,-1 1 0 0 0,1-1 0 0 0,0 1 0 0 0,0 0 0 0 0,0-1 0 0 0,0 1 0 0 0,0-1 0 0 0,0 1 0 0 0,0-1 0 0 0,1 1 0 0 0,0 0 0 0 0,-1-1 0 0 0,1 1 0 0 0,0 0 0 0 0,0-1 0 0 0,0 1 0 0 0,0 0 0 0 0,1 0 0 0 0,1-2 0 0 0,-2 1-2 0 0,1 1 1 0 0,0 0-1 0 0,0 0 0 0 0,1 0 0 0 0,-1 0 0 0 0,0 0 0 0 0,3-2 0 0 0,11-8-7 0 0,-14 10 20 0 0,0 1 0 0 0,0-1 0 0 0,0 1 0 0 0,0 0 0 0 0,1-1 0 0 0,-1 1 0 0 0,0 1 0 0 0,1-1 0 0 0,-1 0 0 0 0,4 0 0 0 0,13-5 51 0 0,-11 2-5 0 0,0 1-1 0 0,0 0 1 0 0,17-3 0 0 0,-25 6-51 0 0</inkml:trace>
</inkml:ink>
</file>

<file path=ppt/ink/ink1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658"/>
    </inkml:context>
    <inkml:brush xml:id="br0">
      <inkml:brushProperty name="width" value="0.025" units="cm"/>
      <inkml:brushProperty name="height" value="0.025" units="cm"/>
      <inkml:brushProperty name="color" value="#A00C1A"/>
    </inkml:brush>
  </inkml:definitions>
  <inkml:trace contextRef="#ctx0" brushRef="#br0">120 100 6632 0 0,'0'0'8888'0'0,"3"-31"-8216"0"0,-3 28-534 0 0,0 1 1 0 0,0 0 0 0 0,0-1 0 0 0,0 1 0 0 0,0-1-1 0 0,-1 1 1 0 0,1 0 0 0 0,-1-1 0 0 0,1 1 0 0 0,-1 0 0 0 0,0 0-1 0 0,0 0 1 0 0,0-1 0 0 0,0 1 0 0 0,-1 0 0 0 0,1 0 0 0 0,0 0-1 0 0,-1 1 1 0 0,1-1 0 0 0,-1 0 0 0 0,0 0 0 0 0,0 1 0 0 0,-3-3-1 0 0,-1-1 269 0 0,5 4-355 0 0,0 1-1 0 0,1-1 1 0 0,-1 0 0 0 0,0 0 0 0 0,0 0-1 0 0,0 1 1 0 0,0-1 0 0 0,0 0-1 0 0,0 1 1 0 0,-1-1 0 0 0,1 1 0 0 0,0-1-1 0 0,0 1 1 0 0,0 0 0 0 0,0 0-1 0 0,-1-1 1 0 0,1 1 0 0 0,0 0-1 0 0,0 0 1 0 0,0 0 0 0 0,-1 0 0 0 0,1 0-1 0 0,0 0 1 0 0,0 1 0 0 0,-1-1-1 0 0,1 0 1 0 0,0 0 0 0 0,0 1 0 0 0,0-1-1 0 0,0 1 1 0 0,-2 1 0 0 0,-5 1 279 0 0,-14 10 275 0 0,22-12-570 0 0,-1-1-4 0 0,0 1 1 0 0,0 0-1 0 0,0 1 0 0 0,0-1 1 0 0,0 0-1 0 0,0 0 1 0 0,0 0-1 0 0,0 1 0 0 0,0-1 1 0 0,0 0-1 0 0,1 1 0 0 0,-1-1 1 0 0,1 1-1 0 0,-1-1 1 0 0,1 1-1 0 0,-1 1 0 0 0,-2 6 125 0 0,1-5-113 0 0,1-1 0 0 0,0 1 0 0 0,0-1 0 0 0,0 1 0 0 0,0 0 1 0 0,1 0-1 0 0,0-1 0 0 0,-1 6 0 0 0,2-9-43 0 0,-1 0 1 0 0,0 0 0 0 0,0 0-1 0 0,0 0 1 0 0,0 0-1 0 0,0 0 1 0 0,0 0-1 0 0,1 0 1 0 0,-1 0-1 0 0,0 0 1 0 0,0 0-1 0 0,0 0 1 0 0,0 0-1 0 0,0 0 1 0 0,0 0-1 0 0,0 0 1 0 0,0 0-1 0 0,1 0 1 0 0,-1 0-1 0 0,0 0 1 0 0,0 0-1 0 0,0 0 1 0 0,0 0 0 0 0,0 0-1 0 0,0 1 1 0 0,0-1-1 0 0,0 0 1 0 0,0 0-1 0 0,0 0 1 0 0,0 0-1 0 0,0 0 1 0 0,0 0-1 0 0,0 0 1 0 0,1 1-1 0 0,-1-1 1 0 0,0 0-1 0 0,0 0 1 0 0,0 0-1 0 0,0 0 1 0 0,0 0-1 0 0,0 0 1 0 0,0 0-1 0 0,0 1 1 0 0,0-1-1 0 0,0 0 1 0 0,-1 0 0 0 0,1 0-1 0 0,0 0 1 0 0,0 0-1 0 0,0 0 1 0 0,0 0-1 0 0,0 0 1 0 0,0 1-1 0 0,0-1 1 0 0,0 0-1 0 0,0 0 1 0 0,0 0-1 0 0,0 0 1 0 0,0 0-1 0 0,0 0 1 0 0,0 0-1 0 0,-1 0 1 0 0,1 0-1 0 0,0 0 1 0 0,0 0-1 0 0,0 0 1 0 0,0 1 0 0 0,0-1-1 0 0,0 0 1 0 0,-1 0 4 0 0</inkml:trace>
</inkml:ink>
</file>

<file path=ppt/ink/ink1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659"/>
    </inkml:context>
    <inkml:brush xml:id="br0">
      <inkml:brushProperty name="width" value="0.025" units="cm"/>
      <inkml:brushProperty name="height" value="0.025" units="cm"/>
      <inkml:brushProperty name="color" value="#A00C1A"/>
    </inkml:brush>
  </inkml:definitions>
  <inkml:trace contextRef="#ctx0" brushRef="#br0">125 100 12864 0 0,'0'0'3290'0'0,"3"-26"-2051"0"0,-4 22-1107 0 0,-1 1 1 0 0,1 0-1 0 0,-1-1 1 0 0,1 1-1 0 0,-1 0 1 0 0,0 0-1 0 0,-3-3 1 0 0,-39-19 1511 0 0,9 13-676 0 0,28 10-897 0 0,-17-3 448 0 0,22 5-511 0 0</inkml:trace>
</inkml:ink>
</file>

<file path=ppt/ink/ink1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660"/>
    </inkml:context>
    <inkml:brush xml:id="br0">
      <inkml:brushProperty name="width" value="0.025" units="cm"/>
      <inkml:brushProperty name="height" value="0.025" units="cm"/>
      <inkml:brushProperty name="color" value="#A00C1A"/>
    </inkml:brush>
  </inkml:definitions>
  <inkml:trace contextRef="#ctx0" brushRef="#br0">173 541 3712 0 0,'0'0'4878'0'0,"-20"-14"-2984"0"0,19 10-1697 0 0,-1 0 0 0 0,1 0 0 0 0,-1 0 0 0 0,0 1 1 0 0,0-1-1 0 0,-4-4 0 0 0,-7-16 255 0 0,-10-20 910 0 0,8 22-601 0 0,-1 2-248 0 0,10 8 209 0 0,0 0 1 0 0,0-1-1 0 0,1 1 1 0 0,-7-27 0 0 0,5 11-76 0 0,5 22-561 0 0,0-1 0 0 0,0 0 0 0 0,1 0 0 0 0,0 0 0 0 0,-1-7-1 0 0,-6-69 210 0 0,-1-21-214 0 0,8 69 105 0 0,1 35-172 0 0</inkml:trace>
</inkml:ink>
</file>

<file path=ppt/ink/ink1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661"/>
    </inkml:context>
    <inkml:brush xml:id="br0">
      <inkml:brushProperty name="width" value="0.025" units="cm"/>
      <inkml:brushProperty name="height" value="0.025" units="cm"/>
      <inkml:brushProperty name="color" value="#A00C1A"/>
    </inkml:brush>
  </inkml:definitions>
  <inkml:trace contextRef="#ctx0" brushRef="#br0">1 1 8936 0 0,'0'0'4446'0'0,"0"30"-4132"0"0,7-1 124 0 0,-6-25-378 0 0,0 0 0 0 0,-1 1-1 0 0,1-1 1 0 0,1 0 0 0 0,-1 0 0 0 0,3 4 0 0 0,-2-3 312 0 0,1-1-1 0 0,0 0 1 0 0,0 0 0 0 0,0-1 0 0 0,1 1-1 0 0,-1-1 1 0 0,1 1 0 0 0,0-1 0 0 0,-1 0 0 0 0,2 0-1 0 0,7 4 1 0 0,-7-5-143 0 0,0 1-1 0 0,-1-1 1 0 0,1 1-1 0 0,-1 1 1 0 0,0-1 0 0 0,0 1-1 0 0,0-1 1 0 0,5 7-1 0 0,4 3 218 0 0,-5-5-317 0 0,-6-7-227 0 0,0 1-1 0 0,0 0 1 0 0,-1 0-1 0 0,1-1 0 0 0,0 1 1 0 0,-1 1-1 0 0,1-1 1 0 0,-1 0-1 0 0,1 0 1 0 0,0 4-1 0 0,9 42 1624 0 0,-9-39-1397 0 0,-2 0 0 0 0,1 0 0 0 0,-2 13 0 0 0,0 3-1 0 0,1-23-110 0 0</inkml:trace>
</inkml:ink>
</file>

<file path=ppt/ink/ink1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662"/>
    </inkml:context>
    <inkml:brush xml:id="br0">
      <inkml:brushProperty name="width" value="0.025" units="cm"/>
      <inkml:brushProperty name="height" value="0.025" units="cm"/>
      <inkml:brushProperty name="color" value="#A00C1A"/>
    </inkml:brush>
  </inkml:definitions>
  <inkml:trace contextRef="#ctx0" brushRef="#br0">0 581 6824 0 0,'0'0'3657'0'0,"17"-29"-1104"0"0,15-30-1075 0 0,-22 35-1089 0 0,-9 20-354 0 0,0 1 1 0 0,0 0-1 0 0,0-1 0 0 0,1 1 1 0 0,-1 0-1 0 0,1 0 0 0 0,0 0 1 0 0,0 0-1 0 0,3-4 0 0 0,-2 3 0 0 0,0-1 0 0 0,-1 0 0 0 0,1 0-1 0 0,-1 0 1 0 0,0 0 0 0 0,-1 0 0 0 0,1 0 0 0 0,0-9-1 0 0,5-9 605 0 0,-1-5-108 0 0,-6 25-496 0 0,0 0-1 0 0,1 0 1 0 0,-1 0 0 0 0,1 0-1 0 0,0 0 1 0 0,0 0 0 0 0,0 0-1 0 0,0 0 1 0 0,0 0 0 0 0,1 1-1 0 0,-1-1 1 0 0,1 0 0 0 0,3-3-1 0 0,-4 4-3 0 0,1 0 0 0 0,-1 0 0 0 0,1 0-1 0 0,-1 0 1 0 0,0 0 0 0 0,0 0 0 0 0,0 0 0 0 0,-1-1 0 0 0,1 1-1 0 0,0 0 1 0 0,-1-1 0 0 0,1 1 0 0 0,-1 0 0 0 0,0-1-1 0 0,0-2 1 0 0,0 1-11 0 0,1 1-1 0 0,-1 0 1 0 0,1-1-1 0 0,-1 1 1 0 0,1 0-1 0 0,0 0 1 0 0,2-5-1 0 0,-1 3 1 0 0,0-1 0 0 0,0 1 0 0 0,0-1 0 0 0,-1 0 0 0 0,1-9 0 0 0,1-3 58 0 0,0-13 460 0 0,-4 26-494 0 0,2 0 0 0 0,-1 0 1 0 0,0 0-1 0 0,1 0 0 0 0,0 0 0 0 0,0 0 1 0 0,3-5-1 0 0,-3 4-45 0 0,1-1 1 0 0,-1 1-1 0 0,0-1 1 0 0,-1 1-1 0 0,1-1 1 0 0,-1 1-1 0 0,-1-9 1 0 0,-2-3 722 0 0</inkml:trace>
</inkml:ink>
</file>

<file path=ppt/ink/ink1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663"/>
    </inkml:context>
    <inkml:brush xml:id="br0">
      <inkml:brushProperty name="width" value="0.025" units="cm"/>
      <inkml:brushProperty name="height" value="0.025" units="cm"/>
      <inkml:brushProperty name="color" value="#A00C1A"/>
    </inkml:brush>
  </inkml:definitions>
  <inkml:trace contextRef="#ctx0" brushRef="#br0">5 361 8840 0 0,'0'0'3074'0'0,"-2"-19"-2419"0"0,1 10-375 0 0,1 5-145 0 0,-1 0 0 0 0,1 1 0 0 0,0-1-1 0 0,0 0 1 0 0,0 0 0 0 0,1 1 0 0 0,0-5 0 0 0,5-14 794 0 0,-6 18-857 0 0,1 1-1 0 0,0 0 1 0 0,-1 0 0 0 0,1 0-1 0 0,0 0 1 0 0,0 0-1 0 0,1 0 1 0 0,-1 0-1 0 0,4-4 1 0 0,-4 5 10 0 0,0 0 0 0 0,0 1 0 0 0,0-1 0 0 0,0 0 1 0 0,0 0-1 0 0,0 0 0 0 0,0 0 0 0 0,0-3 0 0 0,0 3-43 0 0,-1 0 0 0 0,1 1-1 0 0,-1-1 1 0 0,1 1 0 0 0,0-1 0 0 0,0 0-1 0 0,0 1 1 0 0,0-1 0 0 0,0 1-1 0 0,2-3 1 0 0,33-35 789 0 0,-6 12 74 0 0,-1 0-288 0 0,-28 26-642 0 0,17-22-5 0 0,-14 3 293 0 0,-4 20-247 0 0,3-9 84 0 0,-2 0 0 0 0,1 0-1 0 0,-1 0 1 0 0,-1-18 0 0 0,0 25-92 0 0</inkml:trace>
</inkml:ink>
</file>

<file path=ppt/ink/ink1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664"/>
    </inkml:context>
    <inkml:brush xml:id="br0">
      <inkml:brushProperty name="width" value="0.025" units="cm"/>
      <inkml:brushProperty name="height" value="0.025" units="cm"/>
      <inkml:brushProperty name="color" value="#A00C1A"/>
    </inkml:brush>
  </inkml:definitions>
  <inkml:trace contextRef="#ctx0" brushRef="#br0">123 263 1896 0 0,'0'0'6641'0'0,"-16"-15"-5098"0"0,-8-29-283 0 0,11 30-488 0 0,7 9-68 0 0,3 0-208 0 0,1-2-25 0 0,2 2-189 0 0,-4-14 515 0 0,-8-8-102 0 0,-2-2-242 0 0,5 8-185 0 0,7 18-239 0 0,0 0-1 0 0,0 0 0 0 0,1 0 1 0 0,-1 0-1 0 0,1 0 0 0 0,0-1 1 0 0,-1-3-1 0 0,-3-32 276 0 0,4 36-282 0 0</inkml:trace>
</inkml:ink>
</file>

<file path=ppt/ink/ink1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665"/>
    </inkml:context>
    <inkml:brush xml:id="br0">
      <inkml:brushProperty name="width" value="0.025" units="cm"/>
      <inkml:brushProperty name="height" value="0.025" units="cm"/>
      <inkml:brushProperty name="color" value="#A00C1A"/>
    </inkml:brush>
  </inkml:definitions>
  <inkml:trace contextRef="#ctx0" brushRef="#br0">1 557 4416 0 0,'0'0'5293'0'0,"18"-28"-2938"0"0,-16 26-2284 0 0,0-1 0 0 0,0 1 0 0 0,0-1 0 0 0,0 0 0 0 0,-1 0 0 0 0,1 0 0 0 0,-1 0 0 0 0,0-1 0 0 0,0 1 0 0 0,1-3 0 0 0,10-23 564 0 0,-11 28-569 0 0,1-1 38 0 0,1-1-1 0 0,-1-1 1 0 0,0 1 0 0 0,0 0-1 0 0,0 0 1 0 0,-1-1-1 0 0,1 1 1 0 0,-1-1 0 0 0,2-6-1 0 0,-2 6-6 0 0,1 0 0 0 0,-1 0 0 0 0,1 1 0 0 0,0-1 0 0 0,3-6 0 0 0,-3 8-35 0 0,0-1 0 0 0,0 0 0 0 0,-1 0 0 0 0,1 0 0 0 0,-1 0 0 0 0,0 0 0 0 0,0 0 0 0 0,0 0 1 0 0,0 0-1 0 0,0 0 0 0 0,-1-6 0 0 0,11-9 342 0 0,-10 14-341 0 0,0 1 0 0 0,1-1 0 0 0,-1 1 1 0 0,1-1-1 0 0,0 1 0 0 0,0 0 0 0 0,0 0 0 0 0,0-1 1 0 0,4-2-1 0 0,-4 4 3 0 0,-1 0 0 0 0,0 0 1 0 0,0 0-1 0 0,0 0 0 0 0,0 0 0 0 0,0 0 1 0 0,-1 0-1 0 0,1-1 0 0 0,-1 1 0 0 0,1 0 1 0 0,-1 0-1 0 0,0 0 0 0 0,0-5 0 0 0,0 4-38 0 0,1 0 0 0 0,-1 0 0 0 0,0 1 0 0 0,1-1 0 0 0,-1 0 0 0 0,1 1 0 0 0,0-1 0 0 0,0 0 0 0 0,2-3-1 0 0,-2 3-16 0 0,1-1 0 0 0,0 0-1 0 0,-1 0 1 0 0,0 0-1 0 0,0 1 1 0 0,0-1-1 0 0,0 0 1 0 0,-1 0-1 0 0,1-1 1 0 0,-1-5-1 0 0,13-29-652 0 0,-10 12 121 0 0,3-11 515 0 0,-5 31-105 0 0,1-1 0 0 0,-1 1 0 0 0,0 0 0 0 0,-1-1 0 0 0,1 0-1 0 0,-2-8 1 0 0,1-1 63 0 0,0 14 40 0 0</inkml:trace>
</inkml:ink>
</file>

<file path=ppt/ink/ink1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666"/>
    </inkml:context>
    <inkml:brush xml:id="br0">
      <inkml:brushProperty name="width" value="0.025" units="cm"/>
      <inkml:brushProperty name="height" value="0.025" units="cm"/>
      <inkml:brushProperty name="color" value="#A00C1A"/>
    </inkml:brush>
  </inkml:definitions>
  <inkml:trace contextRef="#ctx0" brushRef="#br0">14 111 4312 0 0,'-1'-1'283'0'0,"0"0"1"0"0,0 0-1 0 0,0 0 0 0 0,0 1 1 0 0,0-1-1 0 0,0 0 0 0 0,1 0 1 0 0,-1 0-1 0 0,0 0 0 0 0,0 0 1 0 0,1-1-1 0 0,-1 1 0 0 0,1 0 1 0 0,-1 0-1 0 0,1 0 0 0 0,-1 0 1 0 0,1-1-1 0 0,0 1 0 0 0,-1 0 1 0 0,1-1-1 0 0,0 1 0 0 0,0 0 1 0 0,0 0-1 0 0,0-1 0 0 0,0 1 1 0 0,1 0-1 0 0,-1-1 0 0 0,0 1 1 0 0,0 0-1 0 0,1 0 0 0 0,0-2 1 0 0,1-7 401 0 0,0 0-297 0 0,0 0 0 0 0,-1 0 0 0 0,0-18 0 0 0,-1 23-260 0 0</inkml:trace>
</inkml:ink>
</file>

<file path=ppt/ink/ink1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667"/>
    </inkml:context>
    <inkml:brush xml:id="br0">
      <inkml:brushProperty name="width" value="0.025" units="cm"/>
      <inkml:brushProperty name="height" value="0.025" units="cm"/>
      <inkml:brushProperty name="color" value="#A00C1A"/>
    </inkml:brush>
  </inkml:definitions>
  <inkml:trace contextRef="#ctx0" brushRef="#br0">0 168 7736 0 0,'0'0'6462'0'0,"10"-17"-6012"0"0,-6-14-88 0 0,-3 20-249 0 0,1 1 0 0 0,-1-1 0 0 0,-1 1 0 0 0,0-1 0 0 0,-1-10 0 0 0,-6-17 148 0 0,6 32-178 0 0,1 5-59 0 0</inkml:trace>
</inkml:ink>
</file>

<file path=ppt/ink/ink1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668"/>
    </inkml:context>
    <inkml:brush xml:id="br0">
      <inkml:brushProperty name="width" value="0.025" units="cm"/>
      <inkml:brushProperty name="height" value="0.025" units="cm"/>
      <inkml:brushProperty name="color" value="#A00C1A"/>
    </inkml:brush>
  </inkml:definitions>
  <inkml:trace contextRef="#ctx0" brushRef="#br0">1 317 8936 0 0,'0'0'1942'0'0,"1"-26"-754"0"0,1 19-979 0 0,-1 0-1 0 0,1 0 0 0 0,0 0 1 0 0,1 1-1 0 0,4-10 1 0 0,-4 9-135 0 0,1-1 1 0 0,-1 0 0 0 0,3-13 0 0 0,-5 17-50 0 0,0 0 0 0 0,1 0 0 0 0,-1 0 0 0 0,1 0 1 0 0,0 0-1 0 0,4-4 0 0 0,4-12 45 0 0,-9 18-57 0 0,0 0-1 0 0,1 0 1 0 0,-1 1-1 0 0,0-1 0 0 0,1 0 1 0 0,-1 1-1 0 0,1-1 1 0 0,0 0-1 0 0,-1 1 0 0 0,1 0 1 0 0,4-3-1 0 0,5-5 49 0 0,36-27 613 0 0,-43 32-623 0 0,0-1 0 0 0,-1 0 0 0 0,1 0 0 0 0,-1 0 0 0 0,0 0 0 0 0,0 0-1 0 0,-1-1 1 0 0,1 0 0 0 0,-1 1 0 0 0,0-1 0 0 0,1-9 0 0 0,-3 12-40 0 0,-1 1-3 0 0</inkml:trace>
</inkml:ink>
</file>

<file path=ppt/ink/ink1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669"/>
    </inkml:context>
    <inkml:brush xml:id="br0">
      <inkml:brushProperty name="width" value="0.025" units="cm"/>
      <inkml:brushProperty name="height" value="0.025" units="cm"/>
      <inkml:brushProperty name="color" value="#A00C1A"/>
    </inkml:brush>
  </inkml:definitions>
  <inkml:trace contextRef="#ctx0" brushRef="#br0">65 125 7936 0 0,'0'0'3936'0'0,"-2"-12"-3779"0"0,-1 2-95 0 0,2 8-38 0 0,1-1 1 0 0,-1 1-1 0 0,1 0 0 0 0,-1-1 0 0 0,1 1 1 0 0,0-1-1 0 0,0 1 0 0 0,0 0 1 0 0,0-1-1 0 0,0-2 0 0 0,-1 1 129 0 0,-1 0-1 0 0,0 0 1 0 0,0 0-1 0 0,-1 0 1 0 0,1 1-1 0 0,-1-1 1 0 0,-5-4-1 0 0,-9-16 451 0 0,15 21-588 0 0,1 2-13 0 0,1 1-1 0 0,-1-1 0 0 0,1 0 1 0 0,-1 0-1 0 0,1 1 1 0 0,-1-1-1 0 0,0 0 0 0 0,1 1 1 0 0,-1-1-1 0 0,0 1 0 0 0,0-1 1 0 0,1 1-1 0 0,-1-1 0 0 0,0 1 1 0 0,0 0-1 0 0,0-1 1 0 0,1 1-1 0 0,-3-1 0 0 0,3 0-41 0 0,5 3 2 0 0,4 7 61 0 0,-8-8-17 0 0,0 0-1 0 0,0 0 0 0 0,0 0 1 0 0,0 0-1 0 0,0 0 0 0 0,0 0 1 0 0,0 0-1 0 0,0 0 1 0 0,1 0-1 0 0,-1-1 0 0 0,3 2 1 0 0,11 18 130 0 0,-14-18-61 0 0,1 1 0 0 0,-1 0 1 0 0,0-1-1 0 0,0 1 0 0 0,0 0 1 0 0,-1-1-1 0 0,1 1 0 0 0,-1 0 1 0 0,1 4-1 0 0,2 20 196 0 0,-3-27-271 0 0</inkml:trace>
</inkml:ink>
</file>

<file path=ppt/ink/ink1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638"/>
    </inkml:context>
    <inkml:brush xml:id="br0">
      <inkml:brushProperty name="width" value="0.025" units="cm"/>
      <inkml:brushProperty name="height" value="0.025" units="cm"/>
      <inkml:brushProperty name="color" value="#A00C1A"/>
    </inkml:brush>
  </inkml:definitions>
  <inkml:trace contextRef="#ctx0" brushRef="#br0">493 7 112 0 0,'0'0'4867'0'0,"-26"0"-3568"0"0,19 1 2731 0 0,-33-2-874 0 0,7 8-1102 0 0,18-2-1655 0 0,14-5-340 0 0,-1 0-1 0 0,1 1 1 0 0,-1-1 0 0 0,1 1-1 0 0,-1-1 1 0 0,1 1 0 0 0,-1-1-1 0 0,1 1 1 0 0,0 0 0 0 0,-1 0-1 0 0,1-1 1 0 0,0 1 0 0 0,0 0-1 0 0,0 0 1 0 0,-2 3-1 0 0,-12 11 382 0 0,14-13-392 0 0,0 0-1 0 0,0-1 0 0 0,0 1 1 0 0,1-1-1 0 0,-1 1 0 0 0,0 0 1 0 0,1 0-1 0 0,0-1 0 0 0,-1 1 1 0 0,1 0-1 0 0,0 3 160 0 0,-8 25 872 0 0,7-26-1006 0 0,0 1-1 0 0,1-1 1 0 0,-1 1-1 0 0,1-1 1 0 0,0 0 0 0 0,0 1-1 0 0,1 6 1 0 0,0 4 350 0 0,-1-9-222 0 0,0-1-1 0 0,0 1 1 0 0,-1 0 0 0 0,0-1-1 0 0,-2 11 1 0 0,-11 15 667 0 0,13-29-852 0 0,0 0-1 0 0,-1 0 0 0 0,1 0 0 0 0,0 0 0 0 0,-1 0 1 0 0,1-1-1 0 0,-1 1 0 0 0,0 0 0 0 0,1-1 1 0 0,-1 0-1 0 0,0 1 0 0 0,0-1 0 0 0,-3 2 0 0 0,-2-2 14 0 0,0 1-1 0 0,-1-2 0 0 0,1 1 1 0 0,0-1-1 0 0,0 0 0 0 0,-1 0 1 0 0,-7-2-1 0 0,11 0 5 0 0,-1-1 0 0 0,1 1 0 0 0,0-1 0 0 0,0 0 0 0 0,0 0 0 0 0,0-1 0 0 0,0 1 0 0 0,0-1 0 0 0,1 0 0 0 0,0 0 0 0 0,0 0 0 0 0,-3-5 0 0 0,1-30-129 0 0,1-29 552 0 0,3 64-405 0 0,1 1 0 0 0,-1-1 0 0 0,0 0 0 0 0,0 0 0 0 0,0 0 0 0 0,0 1 0 0 0,-1-1 0 0 0,-2-4 0 0 0,-5-12 92 0 0,9 19-138 0 0,-1-1 0 0 0,1 0 0 0 0,-1 0 1 0 0,0 1-1 0 0,0-1 0 0 0,0 0 0 0 0,0 1 1 0 0,0-1-1 0 0,0 1 0 0 0,0 0 1 0 0,0-1-1 0 0,0 1 0 0 0,-1 0 0 0 0,1-1 1 0 0,-1 1-1 0 0,1 0 0 0 0,-1 0 0 0 0,1 0 1 0 0,-1 1-1 0 0,-3-2 0 0 0,-9-6-153 0 0,13 7 130 0 0,0 0 0 0 0,-1 0 0 0 0,1 0 0 0 0,0 0 0 0 0,-1 1 1 0 0,1-1-1 0 0,-1 0 0 0 0,1 1 0 0 0,-1-1 0 0 0,1 1 0 0 0,-1 0 0 0 0,1-1 0 0 0,-3 1 1 0 0,-25 0 71 0 0,-4-1-3279 0 0</inkml:trace>
</inkml:ink>
</file>

<file path=ppt/ink/ink1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639"/>
    </inkml:context>
    <inkml:brush xml:id="br0">
      <inkml:brushProperty name="width" value="0.025" units="cm"/>
      <inkml:brushProperty name="height" value="0.025" units="cm"/>
      <inkml:brushProperty name="color" value="#A00C1A"/>
    </inkml:brush>
  </inkml:definitions>
  <inkml:trace contextRef="#ctx0" brushRef="#br0">146 1 5824 0 0,'0'0'3972'0'0,"-25"3"-2624"0"0,15-3-995 0 0,7 0-272 0 0,1-1 0 0 0,0 1 1 0 0,0 0-1 0 0,0 0 0 0 0,-1 0 0 0 0,1 1 1 0 0,0-1-1 0 0,0 1 0 0 0,0-1 0 0 0,0 1 0 0 0,-3 0 1 0 0,2 0 30 0 0,0 0 0 0 0,0 0 0 0 0,0-1 0 0 0,0 1 0 0 0,0-1 0 0 0,0 0 0 0 0,-4 0 0 0 0,3 0-18 0 0,4 0-59 0 0,-4 2 92 0 0,0-1 1 0 0,-1 1 0 0 0,1-1-1 0 0,-1 0 1 0 0,-7 1-1 0 0,-3 1 185 0 0,28-5-376 0 0,19-2-148 0 0,-7 3 178 0 0,32-2-1257 0 0,-43 3 1039 0 0,-14 0 240 0 0</inkml:trace>
</inkml:ink>
</file>

<file path=ppt/ink/ink1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640"/>
    </inkml:context>
    <inkml:brush xml:id="br0">
      <inkml:brushProperty name="width" value="0.025" units="cm"/>
      <inkml:brushProperty name="height" value="0.025" units="cm"/>
      <inkml:brushProperty name="color" value="#A00C1A"/>
    </inkml:brush>
  </inkml:definitions>
  <inkml:trace contextRef="#ctx0" brushRef="#br0">126 80 13648 0 0,'0'0'310'0'0,"-5"-29"2717"0"0,-4 10-2210 0 0,6 15-741 0 0,-3-7 318 0 0,6 11-339 0 0,0-1-1 0 0,-1 0 0 0 0,1 0 1 0 0,-1 0-1 0 0,1 1 1 0 0,-1-1-1 0 0,1 0 0 0 0,-1 1 1 0 0,0-1-1 0 0,1 0 0 0 0,-1 1 1 0 0,0-1-1 0 0,0 1 0 0 0,1-1 1 0 0,-1 1-1 0 0,0-1 1 0 0,0 1-1 0 0,0-1 0 0 0,0 1 1 0 0,-1-1-1 0 0,-1 1 114 0 0,1-1 1 0 0,-1 0-1 0 0,0 1 0 0 0,0-1 0 0 0,0 1 0 0 0,0 0 1 0 0,0 0-1 0 0,-4 0 0 0 0,6 0-111 0 0,-1 0-1 0 0,1 0 0 0 0,0 1 1 0 0,-1-1-1 0 0,1 0 0 0 0,-1 0 1 0 0,1 1-1 0 0,0-1 0 0 0,-1 1 1 0 0,1-1-1 0 0,0 1 0 0 0,0 0 1 0 0,0 0-1 0 0,-1-1 1 0 0,1 1-1 0 0,0 0 0 0 0,0 0 1 0 0,0 0-1 0 0,-1 2 0 0 0,-23 32 1255 0 0,21 1-871 0 0,4-36-431 0 0,-2 0 23 0 0,1 0-24 0 0</inkml:trace>
</inkml:ink>
</file>

<file path=ppt/ink/ink1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641"/>
    </inkml:context>
    <inkml:brush xml:id="br0">
      <inkml:brushProperty name="width" value="0.025" units="cm"/>
      <inkml:brushProperty name="height" value="0.025" units="cm"/>
      <inkml:brushProperty name="color" value="#A00C1A"/>
    </inkml:brush>
  </inkml:definitions>
  <inkml:trace contextRef="#ctx0" brushRef="#br0">1 120 20631 0 0,'0'0'167'0'0,"8"-5"82"0"0,-8 2-249 0 0,-1 1 0 0 0,1-1 0 0 0,0 1 0 0 0,0 0 0 0 0,0-1 0 0 0,0 1 0 0 0,0-1 0 0 0,0 1 0 0 0,0-1 0 0 0,1 1 0 0 0,0 0 0 0 0,-1-1 0 0 0,1 1 0 0 0,0 0 0 0 0,0-1 0 0 0,0 1 0 0 0,0 0 0 0 0,1 0 0 0 0,1-2 0 0 0,-2 1-2 0 0,1 1 1 0 0,0 0-1 0 0,0 0 0 0 0,1 0 0 0 0,-1 0 0 0 0,0 0 0 0 0,3-2 0 0 0,11-8-7 0 0,-14 10 20 0 0,0 1 0 0 0,0-1 0 0 0,0 1 0 0 0,0 0 0 0 0,1-1 0 0 0,-1 1 0 0 0,0 1 0 0 0,1-1 0 0 0,-1 0 0 0 0,4 0 0 0 0,13-5 51 0 0,-11 2-5 0 0,0 1-1 0 0,0 0 1 0 0,17-3 0 0 0,-25 6-51 0 0</inkml:trace>
</inkml:ink>
</file>

<file path=ppt/ink/ink1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642"/>
    </inkml:context>
    <inkml:brush xml:id="br0">
      <inkml:brushProperty name="width" value="0.025" units="cm"/>
      <inkml:brushProperty name="height" value="0.025" units="cm"/>
      <inkml:brushProperty name="color" value="#A00C1A"/>
    </inkml:brush>
  </inkml:definitions>
  <inkml:trace contextRef="#ctx0" brushRef="#br0">120 100 6632 0 0,'0'0'8888'0'0,"3"-31"-8216"0"0,-3 28-534 0 0,0 1 1 0 0,0 0 0 0 0,0-1 0 0 0,0 1 0 0 0,0-1-1 0 0,-1 1 1 0 0,1 0 0 0 0,-1-1 0 0 0,1 1 0 0 0,-1 0 0 0 0,0 0-1 0 0,0 0 1 0 0,0-1 0 0 0,0 1 0 0 0,-1 0 0 0 0,1 0 0 0 0,0 0-1 0 0,-1 1 1 0 0,1-1 0 0 0,-1 0 0 0 0,0 0 0 0 0,0 1 0 0 0,-3-3-1 0 0,-1-1 269 0 0,5 4-355 0 0,0 1-1 0 0,1-1 1 0 0,-1 0 0 0 0,0 0 0 0 0,0 0-1 0 0,0 1 1 0 0,0-1 0 0 0,0 0-1 0 0,0 1 1 0 0,-1-1 0 0 0,1 1 0 0 0,0-1-1 0 0,0 1 1 0 0,0 0 0 0 0,0 0-1 0 0,-1-1 1 0 0,1 1 0 0 0,0 0-1 0 0,0 0 1 0 0,0 0 0 0 0,-1 0 0 0 0,1 0-1 0 0,0 0 1 0 0,0 1 0 0 0,-1-1-1 0 0,1 0 1 0 0,0 0 0 0 0,0 1 0 0 0,0-1-1 0 0,0 1 1 0 0,-2 1 0 0 0,-5 1 279 0 0,-14 10 275 0 0,22-12-570 0 0,-1-1-4 0 0,0 1 1 0 0,0 0-1 0 0,0 1 0 0 0,0-1 1 0 0,0 0-1 0 0,0 0 1 0 0,0 0-1 0 0,0 1 0 0 0,0-1 1 0 0,0 0-1 0 0,1 1 0 0 0,-1-1 1 0 0,1 1-1 0 0,-1-1 1 0 0,1 1-1 0 0,-1 1 0 0 0,-2 6 125 0 0,1-5-113 0 0,1-1 0 0 0,0 1 0 0 0,0-1 0 0 0,0 1 0 0 0,0 0 1 0 0,1 0-1 0 0,0-1 0 0 0,-1 6 0 0 0,2-9-43 0 0,-1 0 1 0 0,0 0 0 0 0,0 0-1 0 0,0 0 1 0 0,0 0-1 0 0,0 0 1 0 0,0 0-1 0 0,1 0 1 0 0,-1 0-1 0 0,0 0 1 0 0,0 0-1 0 0,0 0 1 0 0,0 0-1 0 0,0 0 1 0 0,0 0-1 0 0,0 0 1 0 0,0 0-1 0 0,1 0 1 0 0,-1 0-1 0 0,0 0 1 0 0,0 0-1 0 0,0 0 1 0 0,0 0 0 0 0,0 0-1 0 0,0 1 1 0 0,0-1-1 0 0,0 0 1 0 0,0 0-1 0 0,0 0 1 0 0,0 0-1 0 0,0 0 1 0 0,0 0-1 0 0,0 0 1 0 0,1 1-1 0 0,-1-1 1 0 0,0 0-1 0 0,0 0 1 0 0,0 0-1 0 0,0 0 1 0 0,0 0-1 0 0,0 0 1 0 0,0 0-1 0 0,0 1 1 0 0,0-1-1 0 0,0 0 1 0 0,-1 0 0 0 0,1 0-1 0 0,0 0 1 0 0,0 0-1 0 0,0 0 1 0 0,0 0-1 0 0,0 0 1 0 0,0 1-1 0 0,0-1 1 0 0,0 0-1 0 0,0 0 1 0 0,0 0-1 0 0,0 0 1 0 0,0 0-1 0 0,0 0 1 0 0,0 0-1 0 0,-1 0 1 0 0,1 0-1 0 0,0 0 1 0 0,0 0-1 0 0,0 0 1 0 0,0 1 0 0 0,0-1-1 0 0,0 0 1 0 0,-1 0 4 0 0</inkml:trace>
</inkml:ink>
</file>

<file path=ppt/ink/ink1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643"/>
    </inkml:context>
    <inkml:brush xml:id="br0">
      <inkml:brushProperty name="width" value="0.025" units="cm"/>
      <inkml:brushProperty name="height" value="0.025" units="cm"/>
      <inkml:brushProperty name="color" value="#A00C1A"/>
    </inkml:brush>
  </inkml:definitions>
  <inkml:trace contextRef="#ctx0" brushRef="#br0">125 100 12864 0 0,'0'0'3290'0'0,"3"-26"-2051"0"0,-4 22-1107 0 0,-1 1 1 0 0,1 0-1 0 0,-1-1 1 0 0,1 1-1 0 0,-1 0 1 0 0,0 0-1 0 0,-3-3 1 0 0,-39-19 1511 0 0,9 13-676 0 0,28 10-897 0 0,-17-3 448 0 0,22 5-511 0 0</inkml:trace>
</inkml:ink>
</file>

<file path=ppt/ink/ink1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644"/>
    </inkml:context>
    <inkml:brush xml:id="br0">
      <inkml:brushProperty name="width" value="0.025" units="cm"/>
      <inkml:brushProperty name="height" value="0.025" units="cm"/>
      <inkml:brushProperty name="color" value="#A00C1A"/>
    </inkml:brush>
  </inkml:definitions>
  <inkml:trace contextRef="#ctx0" brushRef="#br0">173 541 3712 0 0,'0'0'4878'0'0,"-20"-14"-2984"0"0,19 10-1697 0 0,-1 0 0 0 0,1 0 0 0 0,-1 0 0 0 0,0 1 1 0 0,0-1-1 0 0,-4-4 0 0 0,-7-16 255 0 0,-10-20 910 0 0,8 22-601 0 0,-1 2-248 0 0,10 8 209 0 0,0 0 1 0 0,0-1-1 0 0,1 1 1 0 0,-7-27 0 0 0,5 11-76 0 0,5 22-561 0 0,0-1 0 0 0,0 0 0 0 0,1 0 0 0 0,0 0 0 0 0,-1-7-1 0 0,-6-69 210 0 0,-1-21-214 0 0,8 69 105 0 0,1 35-172 0 0</inkml:trace>
</inkml:ink>
</file>

<file path=ppt/ink/ink1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645"/>
    </inkml:context>
    <inkml:brush xml:id="br0">
      <inkml:brushProperty name="width" value="0.025" units="cm"/>
      <inkml:brushProperty name="height" value="0.025" units="cm"/>
      <inkml:brushProperty name="color" value="#A00C1A"/>
    </inkml:brush>
  </inkml:definitions>
  <inkml:trace contextRef="#ctx0" brushRef="#br0">1 1 8936 0 0,'0'0'4446'0'0,"0"30"-4132"0"0,7-1 124 0 0,-6-25-378 0 0,0 0 0 0 0,-1 1-1 0 0,1-1 1 0 0,1 0 0 0 0,-1 0 0 0 0,3 4 0 0 0,-2-3 312 0 0,1-1-1 0 0,0 0 1 0 0,0 0 0 0 0,0-1 0 0 0,1 1-1 0 0,-1-1 1 0 0,1 1 0 0 0,0-1 0 0 0,-1 0 0 0 0,2 0-1 0 0,7 4 1 0 0,-7-5-143 0 0,0 1-1 0 0,-1-1 1 0 0,1 1-1 0 0,-1 1 1 0 0,0-1 0 0 0,0 1-1 0 0,0-1 1 0 0,5 7-1 0 0,4 3 218 0 0,-5-5-317 0 0,-6-7-227 0 0,0 1-1 0 0,0 0 1 0 0,-1 0-1 0 0,1-1 0 0 0,0 1 1 0 0,-1 1-1 0 0,1-1 1 0 0,-1 0-1 0 0,1 0 1 0 0,0 4-1 0 0,9 42 1624 0 0,-9-39-1397 0 0,-2 0 0 0 0,1 0 0 0 0,-2 13 0 0 0,0 3-1 0 0,1-23-110 0 0</inkml:trace>
</inkml:ink>
</file>

<file path=ppt/ink/ink1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646"/>
    </inkml:context>
    <inkml:brush xml:id="br0">
      <inkml:brushProperty name="width" value="0.025" units="cm"/>
      <inkml:brushProperty name="height" value="0.025" units="cm"/>
      <inkml:brushProperty name="color" value="#A00C1A"/>
    </inkml:brush>
  </inkml:definitions>
  <inkml:trace contextRef="#ctx0" brushRef="#br0">0 581 6824 0 0,'0'0'3657'0'0,"17"-29"-1104"0"0,15-30-1075 0 0,-22 35-1089 0 0,-9 20-354 0 0,0 1 1 0 0,0 0-1 0 0,0-1 0 0 0,1 1 1 0 0,-1 0-1 0 0,1 0 0 0 0,0 0 1 0 0,0 0-1 0 0,3-4 0 0 0,-2 3 0 0 0,0-1 0 0 0,-1 0 0 0 0,1 0-1 0 0,-1 0 1 0 0,0 0 0 0 0,-1 0 0 0 0,1 0 0 0 0,0-9-1 0 0,5-9 605 0 0,-1-5-108 0 0,-6 25-496 0 0,0 0-1 0 0,1 0 1 0 0,-1 0 0 0 0,1 0-1 0 0,0 0 1 0 0,0 0 0 0 0,0 0-1 0 0,0 0 1 0 0,0 0 0 0 0,1 1-1 0 0,-1-1 1 0 0,1 0 0 0 0,3-3-1 0 0,-4 4-3 0 0,1 0 0 0 0,-1 0 0 0 0,1 0-1 0 0,-1 0 1 0 0,0 0 0 0 0,0 0 0 0 0,0 0 0 0 0,-1-1 0 0 0,1 1-1 0 0,0 0 1 0 0,-1-1 0 0 0,1 1 0 0 0,-1 0 0 0 0,0-1-1 0 0,0-2 1 0 0,0 1-11 0 0,1 1-1 0 0,-1 0 1 0 0,1-1-1 0 0,-1 1 1 0 0,1 0-1 0 0,0 0 1 0 0,2-5-1 0 0,-1 3 1 0 0,0-1 0 0 0,0 1 0 0 0,0-1 0 0 0,-1 0 0 0 0,1-9 0 0 0,1-3 58 0 0,0-13 460 0 0,-4 26-494 0 0,2 0 0 0 0,-1 0 1 0 0,0 0-1 0 0,1 0 0 0 0,0 0 0 0 0,0 0 1 0 0,3-5-1 0 0,-3 4-45 0 0,1-1 1 0 0,-1 1-1 0 0,0-1 1 0 0,-1 1-1 0 0,1-1 1 0 0,-1 1-1 0 0,-1-9 1 0 0,-2-3 722 0 0</inkml:trace>
</inkml:ink>
</file>

<file path=ppt/ink/ink1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647"/>
    </inkml:context>
    <inkml:brush xml:id="br0">
      <inkml:brushProperty name="width" value="0.025" units="cm"/>
      <inkml:brushProperty name="height" value="0.025" units="cm"/>
      <inkml:brushProperty name="color" value="#A00C1A"/>
    </inkml:brush>
  </inkml:definitions>
  <inkml:trace contextRef="#ctx0" brushRef="#br0">5 361 8840 0 0,'0'0'3074'0'0,"-2"-19"-2419"0"0,1 10-375 0 0,1 5-145 0 0,-1 0 0 0 0,1 1 0 0 0,0-1-1 0 0,0 0 1 0 0,0 0 0 0 0,1 1 0 0 0,0-5 0 0 0,5-14 794 0 0,-6 18-857 0 0,1 1-1 0 0,0 0 1 0 0,-1 0 0 0 0,1 0-1 0 0,0 0 1 0 0,0 0-1 0 0,1 0 1 0 0,-1 0-1 0 0,4-4 1 0 0,-4 5 10 0 0,0 0 0 0 0,0 1 0 0 0,0-1 0 0 0,0 0 1 0 0,0 0-1 0 0,0 0 0 0 0,0 0 0 0 0,0-3 0 0 0,0 3-43 0 0,-1 0 0 0 0,1 1-1 0 0,-1-1 1 0 0,1 1 0 0 0,0-1 0 0 0,0 0-1 0 0,0 1 1 0 0,0-1 0 0 0,0 1-1 0 0,2-3 1 0 0,33-35 789 0 0,-6 12 74 0 0,-1 0-288 0 0,-28 26-642 0 0,17-22-5 0 0,-14 3 293 0 0,-4 20-247 0 0,3-9 84 0 0,-2 0 0 0 0,1 0-1 0 0,-1 0 1 0 0,-1-18 0 0 0,0 25-92 0 0</inkml:trace>
</inkml:ink>
</file>

<file path=ppt/ink/ink1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648"/>
    </inkml:context>
    <inkml:brush xml:id="br0">
      <inkml:brushProperty name="width" value="0.025" units="cm"/>
      <inkml:brushProperty name="height" value="0.025" units="cm"/>
      <inkml:brushProperty name="color" value="#A00C1A"/>
    </inkml:brush>
  </inkml:definitions>
  <inkml:trace contextRef="#ctx0" brushRef="#br0">123 263 1896 0 0,'0'0'6641'0'0,"-16"-15"-5098"0"0,-8-29-283 0 0,11 30-488 0 0,7 9-68 0 0,3 0-208 0 0,1-2-25 0 0,2 2-189 0 0,-4-14 515 0 0,-8-8-102 0 0,-2-2-242 0 0,5 8-185 0 0,7 18-239 0 0,0 0-1 0 0,0 0 0 0 0,1 0 1 0 0,-1 0-1 0 0,1 0 0 0 0,0-1 1 0 0,-1-3-1 0 0,-3-32 276 0 0,4 36-282 0 0</inkml:trace>
</inkml:ink>
</file>

<file path=ppt/ink/ink1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649"/>
    </inkml:context>
    <inkml:brush xml:id="br0">
      <inkml:brushProperty name="width" value="0.025" units="cm"/>
      <inkml:brushProperty name="height" value="0.025" units="cm"/>
      <inkml:brushProperty name="color" value="#A00C1A"/>
    </inkml:brush>
  </inkml:definitions>
  <inkml:trace contextRef="#ctx0" brushRef="#br0">1 557 4416 0 0,'0'0'5293'0'0,"18"-28"-2938"0"0,-16 26-2284 0 0,0-1 0 0 0,0 1 0 0 0,0-1 0 0 0,0 0 0 0 0,-1 0 0 0 0,1 0 0 0 0,-1 0 0 0 0,0-1 0 0 0,0 1 0 0 0,1-3 0 0 0,10-23 564 0 0,-11 28-569 0 0,1-1 38 0 0,1-1-1 0 0,-1-1 1 0 0,0 1 0 0 0,0 0-1 0 0,0 0 1 0 0,-1-1-1 0 0,1 1 1 0 0,-1-1 0 0 0,2-6-1 0 0,-2 6-6 0 0,1 0 0 0 0,-1 0 0 0 0,1 1 0 0 0,0-1 0 0 0,3-6 0 0 0,-3 8-35 0 0,0-1 0 0 0,0 0 0 0 0,-1 0 0 0 0,1 0 0 0 0,-1 0 0 0 0,0 0 0 0 0,0 0 0 0 0,0 0 1 0 0,0 0-1 0 0,0 0 0 0 0,-1-6 0 0 0,11-9 342 0 0,-10 14-341 0 0,0 1 0 0 0,1-1 0 0 0,-1 1 1 0 0,1-1-1 0 0,0 1 0 0 0,0 0 0 0 0,0 0 0 0 0,0-1 1 0 0,4-2-1 0 0,-4 4 3 0 0,-1 0 0 0 0,0 0 1 0 0,0 0-1 0 0,0 0 0 0 0,0 0 0 0 0,0 0 1 0 0,-1 0-1 0 0,1-1 0 0 0,-1 1 0 0 0,1 0 1 0 0,-1 0-1 0 0,0 0 0 0 0,0-5 0 0 0,0 4-38 0 0,1 0 0 0 0,-1 0 0 0 0,0 1 0 0 0,1-1 0 0 0,-1 0 0 0 0,1 1 0 0 0,0-1 0 0 0,0 0 0 0 0,2-3-1 0 0,-2 3-16 0 0,1-1 0 0 0,0 0-1 0 0,-1 0 1 0 0,0 0-1 0 0,0 1 1 0 0,0-1-1 0 0,0 0 1 0 0,-1 0-1 0 0,1-1 1 0 0,-1-5-1 0 0,13-29-652 0 0,-10 12 121 0 0,3-11 515 0 0,-5 31-105 0 0,1-1 0 0 0,-1 1 0 0 0,0 0 0 0 0,-1-1 0 0 0,1 0-1 0 0,-2-8 1 0 0,1-1 63 0 0,0 14 40 0 0</inkml:trace>
</inkml:ink>
</file>

<file path=ppt/ink/ink1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650"/>
    </inkml:context>
    <inkml:brush xml:id="br0">
      <inkml:brushProperty name="width" value="0.025" units="cm"/>
      <inkml:brushProperty name="height" value="0.025" units="cm"/>
      <inkml:brushProperty name="color" value="#A00C1A"/>
    </inkml:brush>
  </inkml:definitions>
  <inkml:trace contextRef="#ctx0" brushRef="#br0">14 111 4312 0 0,'-1'-1'283'0'0,"0"0"1"0"0,0 0-1 0 0,0 0 0 0 0,0 1 1 0 0,0-1-1 0 0,0 0 0 0 0,1 0 1 0 0,-1 0-1 0 0,0 0 0 0 0,0 0 1 0 0,1-1-1 0 0,-1 1 0 0 0,1 0 1 0 0,-1 0-1 0 0,1 0 0 0 0,-1 0 1 0 0,1-1-1 0 0,0 1 0 0 0,-1 0 1 0 0,1-1-1 0 0,0 1 0 0 0,0 0 1 0 0,0 0-1 0 0,0-1 0 0 0,0 1 1 0 0,1 0-1 0 0,-1-1 0 0 0,0 1 1 0 0,0 0-1 0 0,1 0 0 0 0,0-2 1 0 0,1-7 401 0 0,0 0-297 0 0,0 0 0 0 0,-1 0 0 0 0,0-18 0 0 0,-1 23-260 0 0</inkml:trace>
</inkml:ink>
</file>

<file path=ppt/ink/ink1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651"/>
    </inkml:context>
    <inkml:brush xml:id="br0">
      <inkml:brushProperty name="width" value="0.025" units="cm"/>
      <inkml:brushProperty name="height" value="0.025" units="cm"/>
      <inkml:brushProperty name="color" value="#A00C1A"/>
    </inkml:brush>
  </inkml:definitions>
  <inkml:trace contextRef="#ctx0" brushRef="#br0">0 168 7736 0 0,'0'0'6462'0'0,"10"-17"-6012"0"0,-6-14-88 0 0,-3 20-249 0 0,1 1 0 0 0,-1-1 0 0 0,-1 1 0 0 0,0-1 0 0 0,-1-10 0 0 0,-6-17 148 0 0,6 32-178 0 0,1 5-59 0 0</inkml:trace>
</inkml:ink>
</file>

<file path=ppt/ink/ink1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652"/>
    </inkml:context>
    <inkml:brush xml:id="br0">
      <inkml:brushProperty name="width" value="0.025" units="cm"/>
      <inkml:brushProperty name="height" value="0.025" units="cm"/>
      <inkml:brushProperty name="color" value="#A00C1A"/>
    </inkml:brush>
  </inkml:definitions>
  <inkml:trace contextRef="#ctx0" brushRef="#br0">1 317 8936 0 0,'0'0'1942'0'0,"1"-26"-754"0"0,1 19-979 0 0,-1 0-1 0 0,1 0 0 0 0,0 0 1 0 0,1 1-1 0 0,4-10 1 0 0,-4 9-135 0 0,1-1 1 0 0,-1 0 0 0 0,3-13 0 0 0,-5 17-50 0 0,0 0 0 0 0,1 0 0 0 0,-1 0 0 0 0,1 0 1 0 0,0 0-1 0 0,4-4 0 0 0,4-12 45 0 0,-9 18-57 0 0,0 0-1 0 0,1 0 1 0 0,-1 1-1 0 0,0-1 0 0 0,1 0 1 0 0,-1 1-1 0 0,1-1 1 0 0,0 0-1 0 0,-1 1 0 0 0,1 0 1 0 0,4-3-1 0 0,5-5 49 0 0,36-27 613 0 0,-43 32-623 0 0,0-1 0 0 0,-1 0 0 0 0,1 0 0 0 0,-1 0 0 0 0,0 0 0 0 0,0 0-1 0 0,-1-1 1 0 0,1 0 0 0 0,-1 1 0 0 0,0-1 0 0 0,1-9 0 0 0,-3 12-40 0 0,-1 1-3 0 0</inkml:trace>
</inkml:ink>
</file>

<file path=ppt/ink/ink1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653"/>
    </inkml:context>
    <inkml:brush xml:id="br0">
      <inkml:brushProperty name="width" value="0.025" units="cm"/>
      <inkml:brushProperty name="height" value="0.025" units="cm"/>
      <inkml:brushProperty name="color" value="#A00C1A"/>
    </inkml:brush>
  </inkml:definitions>
  <inkml:trace contextRef="#ctx0" brushRef="#br0">65 125 7936 0 0,'0'0'3936'0'0,"-2"-12"-3779"0"0,-1 2-95 0 0,2 8-38 0 0,1-1 1 0 0,-1 1-1 0 0,1 0 0 0 0,-1-1 0 0 0,1 1 1 0 0,0-1-1 0 0,0 1 0 0 0,0 0 1 0 0,0-1-1 0 0,0-2 0 0 0,-1 1 129 0 0,-1 0-1 0 0,0 0 1 0 0,0 0-1 0 0,-1 0 1 0 0,1 1-1 0 0,-1-1 1 0 0,-5-4-1 0 0,-9-16 451 0 0,15 21-588 0 0,1 2-13 0 0,1 1-1 0 0,-1-1 0 0 0,1 0 1 0 0,-1 0-1 0 0,1 1 1 0 0,-1-1-1 0 0,0 0 0 0 0,1 1 1 0 0,-1-1-1 0 0,0 1 0 0 0,0-1 1 0 0,1 1-1 0 0,-1-1 0 0 0,0 1 1 0 0,0 0-1 0 0,0-1 1 0 0,1 1-1 0 0,-3-1 0 0 0,3 0-41 0 0,5 3 2 0 0,4 7 61 0 0,-8-8-17 0 0,0 0-1 0 0,0 0 0 0 0,0 0 1 0 0,0 0-1 0 0,0 0 0 0 0,0 0 1 0 0,0 0-1 0 0,0 0 1 0 0,1 0-1 0 0,-1-1 0 0 0,3 2 1 0 0,11 18 130 0 0,-14-18-61 0 0,1 1 0 0 0,-1 0 1 0 0,0-1-1 0 0,0 1 0 0 0,0 0 1 0 0,-1-1-1 0 0,1 1 0 0 0,-1 0 1 0 0,1 4-1 0 0,2 20 196 0 0,-3-27-271 0 0</inkml:trace>
</inkml:ink>
</file>

<file path=ppt/ink/ink1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623"/>
    </inkml:context>
    <inkml:brush xml:id="br0">
      <inkml:brushProperty name="width" value="0.025" units="cm"/>
      <inkml:brushProperty name="height" value="0.025" units="cm"/>
      <inkml:brushProperty name="color" value="#A00C1A"/>
    </inkml:brush>
  </inkml:definitions>
  <inkml:trace contextRef="#ctx0" brushRef="#br0">493 7 112 0 0,'0'0'4867'0'0,"-26"0"-3568"0"0,19 1 2731 0 0,-33-2-874 0 0,7 8-1102 0 0,18-2-1655 0 0,14-5-340 0 0,-1 0-1 0 0,1 1 1 0 0,-1-1 0 0 0,1 1-1 0 0,-1-1 1 0 0,1 1 0 0 0,-1-1-1 0 0,1 1 1 0 0,0 0 0 0 0,-1 0-1 0 0,1-1 1 0 0,0 1 0 0 0,0 0-1 0 0,0 0 1 0 0,-2 3-1 0 0,-12 11 382 0 0,14-13-392 0 0,0 0-1 0 0,0-1 0 0 0,0 1 1 0 0,1-1-1 0 0,-1 1 0 0 0,0 0 1 0 0,1 0-1 0 0,0-1 0 0 0,-1 1 1 0 0,1 0-1 0 0,0 3 160 0 0,-8 25 872 0 0,7-26-1006 0 0,0 1-1 0 0,1-1 1 0 0,-1 1-1 0 0,1-1 1 0 0,0 0 0 0 0,0 1-1 0 0,1 6 1 0 0,0 4 350 0 0,-1-9-222 0 0,0-1-1 0 0,0 1 1 0 0,-1 0 0 0 0,0-1-1 0 0,-2 11 1 0 0,-11 15 667 0 0,13-29-852 0 0,0 0-1 0 0,-1 0 0 0 0,1 0 0 0 0,0 0 0 0 0,-1 0 1 0 0,1-1-1 0 0,-1 1 0 0 0,0 0 0 0 0,1-1 1 0 0,-1 0-1 0 0,0 1 0 0 0,0-1 0 0 0,-3 2 0 0 0,-2-2 14 0 0,0 1-1 0 0,-1-2 0 0 0,1 1 1 0 0,0-1-1 0 0,0 0 0 0 0,-1 0 1 0 0,-7-2-1 0 0,11 0 5 0 0,-1-1 0 0 0,1 1 0 0 0,0-1 0 0 0,0 0 0 0 0,0 0 0 0 0,0-1 0 0 0,0 1 0 0 0,0-1 0 0 0,1 0 0 0 0,0 0 0 0 0,0 0 0 0 0,-3-5 0 0 0,1-30-129 0 0,1-29 552 0 0,3 64-405 0 0,1 1 0 0 0,-1-1 0 0 0,0 0 0 0 0,0 0 0 0 0,0 0 0 0 0,0 1 0 0 0,-1-1 0 0 0,-2-4 0 0 0,-5-12 92 0 0,9 19-138 0 0,-1-1 0 0 0,1 0 0 0 0,-1 0 1 0 0,0 1-1 0 0,0-1 0 0 0,0 0 0 0 0,0 1 1 0 0,0-1-1 0 0,0 1 0 0 0,0 0 1 0 0,0-1-1 0 0,0 1 0 0 0,-1 0 0 0 0,1-1 1 0 0,-1 1-1 0 0,1 0 0 0 0,-1 0 0 0 0,1 0 1 0 0,-1 1-1 0 0,-3-2 0 0 0,-9-6-153 0 0,13 7 130 0 0,0 0 0 0 0,-1 0 0 0 0,1 0 0 0 0,0 0 0 0 0,-1 1 1 0 0,1-1-1 0 0,-1 0 0 0 0,1 1 0 0 0,-1-1 0 0 0,1 1 0 0 0,-1 0 0 0 0,1-1 0 0 0,-3 1 1 0 0,-25 0 71 0 0,-4-1-3279 0 0</inkml:trace>
</inkml:ink>
</file>

<file path=ppt/ink/ink1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624"/>
    </inkml:context>
    <inkml:brush xml:id="br0">
      <inkml:brushProperty name="width" value="0.025" units="cm"/>
      <inkml:brushProperty name="height" value="0.025" units="cm"/>
      <inkml:brushProperty name="color" value="#A00C1A"/>
    </inkml:brush>
  </inkml:definitions>
  <inkml:trace contextRef="#ctx0" brushRef="#br0">146 1 5824 0 0,'0'0'3972'0'0,"-25"3"-2624"0"0,15-3-995 0 0,7 0-272 0 0,1-1 0 0 0,0 1 1 0 0,0 0-1 0 0,0 0 0 0 0,-1 0 0 0 0,1 1 1 0 0,0-1-1 0 0,0 1 0 0 0,0-1 0 0 0,0 1 0 0 0,-3 0 1 0 0,2 0 30 0 0,0 0 0 0 0,0 0 0 0 0,0-1 0 0 0,0 1 0 0 0,0-1 0 0 0,0 0 0 0 0,-4 0 0 0 0,3 0-18 0 0,4 0-59 0 0,-4 2 92 0 0,0-1 1 0 0,-1 1 0 0 0,1-1-1 0 0,-1 0 1 0 0,-7 1-1 0 0,-3 1 185 0 0,28-5-376 0 0,19-2-148 0 0,-7 3 178 0 0,32-2-1257 0 0,-43 3 1039 0 0,-14 0 240 0 0</inkml:trace>
</inkml:ink>
</file>

<file path=ppt/ink/ink1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624"/>
    </inkml:context>
    <inkml:brush xml:id="br0">
      <inkml:brushProperty name="width" value="0.025" units="cm"/>
      <inkml:brushProperty name="height" value="0.025" units="cm"/>
      <inkml:brushProperty name="color" value="#A00C1A"/>
    </inkml:brush>
  </inkml:definitions>
  <inkml:trace contextRef="#ctx0" brushRef="#br0">126 80 13648 0 0,'0'0'310'0'0,"-5"-29"2717"0"0,-4 10-2210 0 0,6 15-741 0 0,-3-7 318 0 0,6 11-339 0 0,0-1-1 0 0,-1 0 0 0 0,1 0 1 0 0,-1 0-1 0 0,1 1 1 0 0,-1-1-1 0 0,1 0 0 0 0,-1 1 1 0 0,0-1-1 0 0,1 0 0 0 0,-1 1 1 0 0,0-1-1 0 0,0 1 0 0 0,1-1 1 0 0,-1 1-1 0 0,0-1 1 0 0,0 1-1 0 0,0-1 0 0 0,0 1 1 0 0,-1-1-1 0 0,-1 1 114 0 0,1-1 1 0 0,-1 0-1 0 0,0 1 0 0 0,0-1 0 0 0,0 1 0 0 0,0 0 1 0 0,0 0-1 0 0,-4 0 0 0 0,6 0-111 0 0,-1 0-1 0 0,1 0 0 0 0,0 1 1 0 0,-1-1-1 0 0,1 0 0 0 0,-1 0 1 0 0,1 1-1 0 0,0-1 0 0 0,-1 1 1 0 0,1-1-1 0 0,0 1 0 0 0,0 0 1 0 0,0 0-1 0 0,-1-1 1 0 0,1 1-1 0 0,0 0 0 0 0,0 0 1 0 0,0 0-1 0 0,-1 2 0 0 0,-23 32 1255 0 0,21 1-871 0 0,4-36-431 0 0,-2 0 23 0 0,1 0-24 0 0</inkml:trace>
</inkml:ink>
</file>

<file path=ppt/ink/ink1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625"/>
    </inkml:context>
    <inkml:brush xml:id="br0">
      <inkml:brushProperty name="width" value="0.025" units="cm"/>
      <inkml:brushProperty name="height" value="0.025" units="cm"/>
      <inkml:brushProperty name="color" value="#A00C1A"/>
    </inkml:brush>
  </inkml:definitions>
  <inkml:trace contextRef="#ctx0" brushRef="#br0">1 120 20631 0 0,'0'0'167'0'0,"8"-5"82"0"0,-8 2-249 0 0,-1 1 0 0 0,1-1 0 0 0,0 1 0 0 0,0 0 0 0 0,0-1 0 0 0,0 1 0 0 0,0-1 0 0 0,0 1 0 0 0,0-1 0 0 0,1 1 0 0 0,0 0 0 0 0,-1-1 0 0 0,1 1 0 0 0,0 0 0 0 0,0-1 0 0 0,0 1 0 0 0,0 0 0 0 0,1 0 0 0 0,1-2 0 0 0,-2 1-2 0 0,1 1 1 0 0,0 0-1 0 0,0 0 0 0 0,1 0 0 0 0,-1 0 0 0 0,0 0 0 0 0,3-2 0 0 0,11-8-7 0 0,-14 10 20 0 0,0 1 0 0 0,0-1 0 0 0,0 1 0 0 0,0 0 0 0 0,1-1 0 0 0,-1 1 0 0 0,0 1 0 0 0,1-1 0 0 0,-1 0 0 0 0,4 0 0 0 0,13-5 51 0 0,-11 2-5 0 0,0 1-1 0 0,0 0 1 0 0,17-3 0 0 0,-25 6-51 0 0</inkml:trace>
</inkml:ink>
</file>

<file path=ppt/ink/ink1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626"/>
    </inkml:context>
    <inkml:brush xml:id="br0">
      <inkml:brushProperty name="width" value="0.025" units="cm"/>
      <inkml:brushProperty name="height" value="0.025" units="cm"/>
      <inkml:brushProperty name="color" value="#A00C1A"/>
    </inkml:brush>
  </inkml:definitions>
  <inkml:trace contextRef="#ctx0" brushRef="#br0">120 100 6632 0 0,'0'0'8888'0'0,"3"-31"-8216"0"0,-3 28-534 0 0,0 1 1 0 0,0 0 0 0 0,0-1 0 0 0,0 1 0 0 0,0-1-1 0 0,-1 1 1 0 0,1 0 0 0 0,-1-1 0 0 0,1 1 0 0 0,-1 0 0 0 0,0 0-1 0 0,0 0 1 0 0,0-1 0 0 0,0 1 0 0 0,-1 0 0 0 0,1 0 0 0 0,0 0-1 0 0,-1 1 1 0 0,1-1 0 0 0,-1 0 0 0 0,0 0 0 0 0,0 1 0 0 0,-3-3-1 0 0,-1-1 269 0 0,5 4-355 0 0,0 1-1 0 0,1-1 1 0 0,-1 0 0 0 0,0 0 0 0 0,0 0-1 0 0,0 1 1 0 0,0-1 0 0 0,0 0-1 0 0,0 1 1 0 0,-1-1 0 0 0,1 1 0 0 0,0-1-1 0 0,0 1 1 0 0,0 0 0 0 0,0 0-1 0 0,-1-1 1 0 0,1 1 0 0 0,0 0-1 0 0,0 0 1 0 0,0 0 0 0 0,-1 0 0 0 0,1 0-1 0 0,0 0 1 0 0,0 1 0 0 0,-1-1-1 0 0,1 0 1 0 0,0 0 0 0 0,0 1 0 0 0,0-1-1 0 0,0 1 1 0 0,-2 1 0 0 0,-5 1 279 0 0,-14 10 275 0 0,22-12-570 0 0,-1-1-4 0 0,0 1 1 0 0,0 0-1 0 0,0 1 0 0 0,0-1 1 0 0,0 0-1 0 0,0 0 1 0 0,0 0-1 0 0,0 1 0 0 0,0-1 1 0 0,0 0-1 0 0,1 1 0 0 0,-1-1 1 0 0,1 1-1 0 0,-1-1 1 0 0,1 1-1 0 0,-1 1 0 0 0,-2 6 125 0 0,1-5-113 0 0,1-1 0 0 0,0 1 0 0 0,0-1 0 0 0,0 1 0 0 0,0 0 1 0 0,1 0-1 0 0,0-1 0 0 0,-1 6 0 0 0,2-9-43 0 0,-1 0 1 0 0,0 0 0 0 0,0 0-1 0 0,0 0 1 0 0,0 0-1 0 0,0 0 1 0 0,0 0-1 0 0,1 0 1 0 0,-1 0-1 0 0,0 0 1 0 0,0 0-1 0 0,0 0 1 0 0,0 0-1 0 0,0 0 1 0 0,0 0-1 0 0,0 0 1 0 0,0 0-1 0 0,1 0 1 0 0,-1 0-1 0 0,0 0 1 0 0,0 0-1 0 0,0 0 1 0 0,0 0 0 0 0,0 0-1 0 0,0 1 1 0 0,0-1-1 0 0,0 0 1 0 0,0 0-1 0 0,0 0 1 0 0,0 0-1 0 0,0 0 1 0 0,0 0-1 0 0,0 0 1 0 0,1 1-1 0 0,-1-1 1 0 0,0 0-1 0 0,0 0 1 0 0,0 0-1 0 0,0 0 1 0 0,0 0-1 0 0,0 0 1 0 0,0 0-1 0 0,0 1 1 0 0,0-1-1 0 0,0 0 1 0 0,-1 0 0 0 0,1 0-1 0 0,0 0 1 0 0,0 0-1 0 0,0 0 1 0 0,0 0-1 0 0,0 0 1 0 0,0 1-1 0 0,0-1 1 0 0,0 0-1 0 0,0 0 1 0 0,0 0-1 0 0,0 0 1 0 0,0 0-1 0 0,0 0 1 0 0,0 0-1 0 0,-1 0 1 0 0,1 0-1 0 0,0 0 1 0 0,0 0-1 0 0,0 0 1 0 0,0 1 0 0 0,0-1-1 0 0,0 0 1 0 0,-1 0 4 0 0</inkml:trace>
</inkml:ink>
</file>

<file path=ppt/ink/ink1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627"/>
    </inkml:context>
    <inkml:brush xml:id="br0">
      <inkml:brushProperty name="width" value="0.025" units="cm"/>
      <inkml:brushProperty name="height" value="0.025" units="cm"/>
      <inkml:brushProperty name="color" value="#A00C1A"/>
    </inkml:brush>
  </inkml:definitions>
  <inkml:trace contextRef="#ctx0" brushRef="#br0">125 100 12864 0 0,'0'0'3290'0'0,"3"-26"-2051"0"0,-4 22-1107 0 0,-1 1 1 0 0,1 0-1 0 0,-1-1 1 0 0,1 1-1 0 0,-1 0 1 0 0,0 0-1 0 0,-3-3 1 0 0,-39-19 1511 0 0,9 13-676 0 0,28 10-897 0 0,-17-3 448 0 0,22 5-511 0 0</inkml:trace>
</inkml:ink>
</file>

<file path=ppt/ink/ink1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628"/>
    </inkml:context>
    <inkml:brush xml:id="br0">
      <inkml:brushProperty name="width" value="0.025" units="cm"/>
      <inkml:brushProperty name="height" value="0.025" units="cm"/>
      <inkml:brushProperty name="color" value="#A00C1A"/>
    </inkml:brush>
  </inkml:definitions>
  <inkml:trace contextRef="#ctx0" brushRef="#br0">173 541 3712 0 0,'0'0'4878'0'0,"-20"-14"-2984"0"0,19 10-1697 0 0,-1 0 0 0 0,1 0 0 0 0,-1 0 0 0 0,0 1 1 0 0,0-1-1 0 0,-4-4 0 0 0,-7-16 255 0 0,-10-20 910 0 0,8 22-601 0 0,-1 2-248 0 0,10 8 209 0 0,0 0 1 0 0,0-1-1 0 0,1 1 1 0 0,-7-27 0 0 0,5 11-76 0 0,5 22-561 0 0,0-1 0 0 0,0 0 0 0 0,1 0 0 0 0,0 0 0 0 0,-1-7-1 0 0,-6-69 210 0 0,-1-21-214 0 0,8 69 105 0 0,1 35-172 0 0</inkml:trace>
</inkml:ink>
</file>

<file path=ppt/ink/ink1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629"/>
    </inkml:context>
    <inkml:brush xml:id="br0">
      <inkml:brushProperty name="width" value="0.025" units="cm"/>
      <inkml:brushProperty name="height" value="0.025" units="cm"/>
      <inkml:brushProperty name="color" value="#A00C1A"/>
    </inkml:brush>
  </inkml:definitions>
  <inkml:trace contextRef="#ctx0" brushRef="#br0">1 1 8936 0 0,'0'0'4446'0'0,"0"30"-4132"0"0,7-1 124 0 0,-6-25-378 0 0,0 0 0 0 0,-1 1-1 0 0,1-1 1 0 0,1 0 0 0 0,-1 0 0 0 0,3 4 0 0 0,-2-3 312 0 0,1-1-1 0 0,0 0 1 0 0,0 0 0 0 0,0-1 0 0 0,1 1-1 0 0,-1-1 1 0 0,1 1 0 0 0,0-1 0 0 0,-1 0 0 0 0,2 0-1 0 0,7 4 1 0 0,-7-5-143 0 0,0 1-1 0 0,-1-1 1 0 0,1 1-1 0 0,-1 1 1 0 0,0-1 0 0 0,0 1-1 0 0,0-1 1 0 0,5 7-1 0 0,4 3 218 0 0,-5-5-317 0 0,-6-7-227 0 0,0 1-1 0 0,0 0 1 0 0,-1 0-1 0 0,1-1 0 0 0,0 1 1 0 0,-1 1-1 0 0,1-1 1 0 0,-1 0-1 0 0,1 0 1 0 0,0 4-1 0 0,9 42 1624 0 0,-9-39-1397 0 0,-2 0 0 0 0,1 0 0 0 0,-2 13 0 0 0,0 3-1 0 0,1-23-110 0 0</inkml:trace>
</inkml:ink>
</file>

<file path=ppt/ink/ink1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630"/>
    </inkml:context>
    <inkml:brush xml:id="br0">
      <inkml:brushProperty name="width" value="0.025" units="cm"/>
      <inkml:brushProperty name="height" value="0.025" units="cm"/>
      <inkml:brushProperty name="color" value="#A00C1A"/>
    </inkml:brush>
  </inkml:definitions>
  <inkml:trace contextRef="#ctx0" brushRef="#br0">0 581 6824 0 0,'0'0'3657'0'0,"17"-29"-1104"0"0,15-30-1075 0 0,-22 35-1089 0 0,-9 20-354 0 0,0 1 1 0 0,0 0-1 0 0,0-1 0 0 0,1 1 1 0 0,-1 0-1 0 0,1 0 0 0 0,0 0 1 0 0,0 0-1 0 0,3-4 0 0 0,-2 3 0 0 0,0-1 0 0 0,-1 0 0 0 0,1 0-1 0 0,-1 0 1 0 0,0 0 0 0 0,-1 0 0 0 0,1 0 0 0 0,0-9-1 0 0,5-9 605 0 0,-1-5-108 0 0,-6 25-496 0 0,0 0-1 0 0,1 0 1 0 0,-1 0 0 0 0,1 0-1 0 0,0 0 1 0 0,0 0 0 0 0,0 0-1 0 0,0 0 1 0 0,0 0 0 0 0,1 1-1 0 0,-1-1 1 0 0,1 0 0 0 0,3-3-1 0 0,-4 4-3 0 0,1 0 0 0 0,-1 0 0 0 0,1 0-1 0 0,-1 0 1 0 0,0 0 0 0 0,0 0 0 0 0,0 0 0 0 0,-1-1 0 0 0,1 1-1 0 0,0 0 1 0 0,-1-1 0 0 0,1 1 0 0 0,-1 0 0 0 0,0-1-1 0 0,0-2 1 0 0,0 1-11 0 0,1 1-1 0 0,-1 0 1 0 0,1-1-1 0 0,-1 1 1 0 0,1 0-1 0 0,0 0 1 0 0,2-5-1 0 0,-1 3 1 0 0,0-1 0 0 0,0 1 0 0 0,0-1 0 0 0,-1 0 0 0 0,1-9 0 0 0,1-3 58 0 0,0-13 460 0 0,-4 26-494 0 0,2 0 0 0 0,-1 0 1 0 0,0 0-1 0 0,1 0 0 0 0,0 0 0 0 0,0 0 1 0 0,3-5-1 0 0,-3 4-45 0 0,1-1 1 0 0,-1 1-1 0 0,0-1 1 0 0,-1 1-1 0 0,1-1 1 0 0,-1 1-1 0 0,-1-9 1 0 0,-2-3 722 0 0</inkml:trace>
</inkml:ink>
</file>

<file path=ppt/ink/ink1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631"/>
    </inkml:context>
    <inkml:brush xml:id="br0">
      <inkml:brushProperty name="width" value="0.025" units="cm"/>
      <inkml:brushProperty name="height" value="0.025" units="cm"/>
      <inkml:brushProperty name="color" value="#A00C1A"/>
    </inkml:brush>
  </inkml:definitions>
  <inkml:trace contextRef="#ctx0" brushRef="#br0">5 361 8840 0 0,'0'0'3074'0'0,"-2"-19"-2419"0"0,1 10-375 0 0,1 5-145 0 0,-1 0 0 0 0,1 1 0 0 0,0-1-1 0 0,0 0 1 0 0,0 0 0 0 0,1 1 0 0 0,0-5 0 0 0,5-14 794 0 0,-6 18-857 0 0,1 1-1 0 0,0 0 1 0 0,-1 0 0 0 0,1 0-1 0 0,0 0 1 0 0,0 0-1 0 0,1 0 1 0 0,-1 0-1 0 0,4-4 1 0 0,-4 5 10 0 0,0 0 0 0 0,0 1 0 0 0,0-1 0 0 0,0 0 1 0 0,0 0-1 0 0,0 0 0 0 0,0 0 0 0 0,0-3 0 0 0,0 3-43 0 0,-1 0 0 0 0,1 1-1 0 0,-1-1 1 0 0,1 1 0 0 0,0-1 0 0 0,0 0-1 0 0,0 1 1 0 0,0-1 0 0 0,0 1-1 0 0,2-3 1 0 0,33-35 789 0 0,-6 12 74 0 0,-1 0-288 0 0,-28 26-642 0 0,17-22-5 0 0,-14 3 293 0 0,-4 20-247 0 0,3-9 84 0 0,-2 0 0 0 0,1 0-1 0 0,-1 0 1 0 0,-1-18 0 0 0,0 25-92 0 0</inkml:trace>
</inkml:ink>
</file>

<file path=ppt/ink/ink1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632"/>
    </inkml:context>
    <inkml:brush xml:id="br0">
      <inkml:brushProperty name="width" value="0.025" units="cm"/>
      <inkml:brushProperty name="height" value="0.025" units="cm"/>
      <inkml:brushProperty name="color" value="#A00C1A"/>
    </inkml:brush>
  </inkml:definitions>
  <inkml:trace contextRef="#ctx0" brushRef="#br0">123 263 1896 0 0,'0'0'6641'0'0,"-16"-15"-5098"0"0,-8-29-283 0 0,11 30-488 0 0,7 9-68 0 0,3 0-208 0 0,1-2-25 0 0,2 2-189 0 0,-4-14 515 0 0,-8-8-102 0 0,-2-2-242 0 0,5 8-185 0 0,7 18-239 0 0,0 0-1 0 0,0 0 0 0 0,1 0 1 0 0,-1 0-1 0 0,1 0 0 0 0,0-1 1 0 0,-1-3-1 0 0,-3-32 276 0 0,4 36-282 0 0</inkml:trace>
</inkml:ink>
</file>

<file path=ppt/ink/ink1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633"/>
    </inkml:context>
    <inkml:brush xml:id="br0">
      <inkml:brushProperty name="width" value="0.025" units="cm"/>
      <inkml:brushProperty name="height" value="0.025" units="cm"/>
      <inkml:brushProperty name="color" value="#A00C1A"/>
    </inkml:brush>
  </inkml:definitions>
  <inkml:trace contextRef="#ctx0" brushRef="#br0">1 557 4416 0 0,'0'0'5293'0'0,"18"-28"-2938"0"0,-16 26-2284 0 0,0-1 0 0 0,0 1 0 0 0,0-1 0 0 0,0 0 0 0 0,-1 0 0 0 0,1 0 0 0 0,-1 0 0 0 0,0-1 0 0 0,0 1 0 0 0,1-3 0 0 0,10-23 564 0 0,-11 28-569 0 0,1-1 38 0 0,1-1-1 0 0,-1-1 1 0 0,0 1 0 0 0,0 0-1 0 0,0 0 1 0 0,-1-1-1 0 0,1 1 1 0 0,-1-1 0 0 0,2-6-1 0 0,-2 6-6 0 0,1 0 0 0 0,-1 0 0 0 0,1 1 0 0 0,0-1 0 0 0,3-6 0 0 0,-3 8-35 0 0,0-1 0 0 0,0 0 0 0 0,-1 0 0 0 0,1 0 0 0 0,-1 0 0 0 0,0 0 0 0 0,0 0 0 0 0,0 0 1 0 0,0 0-1 0 0,0 0 0 0 0,-1-6 0 0 0,11-9 342 0 0,-10 14-341 0 0,0 1 0 0 0,1-1 0 0 0,-1 1 1 0 0,1-1-1 0 0,0 1 0 0 0,0 0 0 0 0,0 0 0 0 0,0-1 1 0 0,4-2-1 0 0,-4 4 3 0 0,-1 0 0 0 0,0 0 1 0 0,0 0-1 0 0,0 0 0 0 0,0 0 0 0 0,0 0 1 0 0,-1 0-1 0 0,1-1 0 0 0,-1 1 0 0 0,1 0 1 0 0,-1 0-1 0 0,0 0 0 0 0,0-5 0 0 0,0 4-38 0 0,1 0 0 0 0,-1 0 0 0 0,0 1 0 0 0,1-1 0 0 0,-1 0 0 0 0,1 1 0 0 0,0-1 0 0 0,0 0 0 0 0,2-3-1 0 0,-2 3-16 0 0,1-1 0 0 0,0 0-1 0 0,-1 0 1 0 0,0 0-1 0 0,0 1 1 0 0,0-1-1 0 0,0 0 1 0 0,-1 0-1 0 0,1-1 1 0 0,-1-5-1 0 0,13-29-652 0 0,-10 12 121 0 0,3-11 515 0 0,-5 31-105 0 0,1-1 0 0 0,-1 1 0 0 0,0 0 0 0 0,-1-1 0 0 0,1 0-1 0 0,-2-8 1 0 0,1-1 63 0 0,0 14 40 0 0</inkml:trace>
</inkml:ink>
</file>

<file path=ppt/ink/ink1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634"/>
    </inkml:context>
    <inkml:brush xml:id="br0">
      <inkml:brushProperty name="width" value="0.025" units="cm"/>
      <inkml:brushProperty name="height" value="0.025" units="cm"/>
      <inkml:brushProperty name="color" value="#A00C1A"/>
    </inkml:brush>
  </inkml:definitions>
  <inkml:trace contextRef="#ctx0" brushRef="#br0">14 111 4312 0 0,'-1'-1'283'0'0,"0"0"1"0"0,0 0-1 0 0,0 0 0 0 0,0 1 1 0 0,0-1-1 0 0,0 0 0 0 0,1 0 1 0 0,-1 0-1 0 0,0 0 0 0 0,0 0 1 0 0,1-1-1 0 0,-1 1 0 0 0,1 0 1 0 0,-1 0-1 0 0,1 0 0 0 0,-1 0 1 0 0,1-1-1 0 0,0 1 0 0 0,-1 0 1 0 0,1-1-1 0 0,0 1 0 0 0,0 0 1 0 0,0 0-1 0 0,0-1 0 0 0,0 1 1 0 0,1 0-1 0 0,-1-1 0 0 0,0 1 1 0 0,0 0-1 0 0,1 0 0 0 0,0-2 1 0 0,1-7 401 0 0,0 0-297 0 0,0 0 0 0 0,-1 0 0 0 0,0-18 0 0 0,-1 23-260 0 0</inkml:trace>
</inkml:ink>
</file>

<file path=ppt/ink/ink1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635"/>
    </inkml:context>
    <inkml:brush xml:id="br0">
      <inkml:brushProperty name="width" value="0.025" units="cm"/>
      <inkml:brushProperty name="height" value="0.025" units="cm"/>
      <inkml:brushProperty name="color" value="#A00C1A"/>
    </inkml:brush>
  </inkml:definitions>
  <inkml:trace contextRef="#ctx0" brushRef="#br0">0 168 7736 0 0,'0'0'6462'0'0,"10"-17"-6012"0"0,-6-14-88 0 0,-3 20-249 0 0,1 1 0 0 0,-1-1 0 0 0,-1 1 0 0 0,0-1 0 0 0,-1-10 0 0 0,-6-17 148 0 0,6 32-178 0 0,1 5-59 0 0</inkml:trace>
</inkml:ink>
</file>

<file path=ppt/ink/ink1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636"/>
    </inkml:context>
    <inkml:brush xml:id="br0">
      <inkml:brushProperty name="width" value="0.025" units="cm"/>
      <inkml:brushProperty name="height" value="0.025" units="cm"/>
      <inkml:brushProperty name="color" value="#A00C1A"/>
    </inkml:brush>
  </inkml:definitions>
  <inkml:trace contextRef="#ctx0" brushRef="#br0">1 317 8936 0 0,'0'0'1942'0'0,"1"-26"-754"0"0,1 19-979 0 0,-1 0-1 0 0,1 0 0 0 0,0 0 1 0 0,1 1-1 0 0,4-10 1 0 0,-4 9-135 0 0,1-1 1 0 0,-1 0 0 0 0,3-13 0 0 0,-5 17-50 0 0,0 0 0 0 0,1 0 0 0 0,-1 0 0 0 0,1 0 1 0 0,0 0-1 0 0,4-4 0 0 0,4-12 45 0 0,-9 18-57 0 0,0 0-1 0 0,1 0 1 0 0,-1 1-1 0 0,0-1 0 0 0,1 0 1 0 0,-1 1-1 0 0,1-1 1 0 0,0 0-1 0 0,-1 1 0 0 0,1 0 1 0 0,4-3-1 0 0,5-5 49 0 0,36-27 613 0 0,-43 32-623 0 0,0-1 0 0 0,-1 0 0 0 0,1 0 0 0 0,-1 0 0 0 0,0 0 0 0 0,0 0-1 0 0,-1-1 1 0 0,1 0 0 0 0,-1 1 0 0 0,0-1 0 0 0,1-9 0 0 0,-3 12-40 0 0,-1 1-3 0 0</inkml:trace>
</inkml:ink>
</file>

<file path=ppt/ink/ink1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637"/>
    </inkml:context>
    <inkml:brush xml:id="br0">
      <inkml:brushProperty name="width" value="0.025" units="cm"/>
      <inkml:brushProperty name="height" value="0.025" units="cm"/>
      <inkml:brushProperty name="color" value="#A00C1A"/>
    </inkml:brush>
  </inkml:definitions>
  <inkml:trace contextRef="#ctx0" brushRef="#br0">65 125 7936 0 0,'0'0'3936'0'0,"-2"-12"-3779"0"0,-1 2-95 0 0,2 8-38 0 0,1-1 1 0 0,-1 1-1 0 0,1 0 0 0 0,-1-1 0 0 0,1 1 1 0 0,0-1-1 0 0,0 1 0 0 0,0 0 1 0 0,0-1-1 0 0,0-2 0 0 0,-1 1 129 0 0,-1 0-1 0 0,0 0 1 0 0,0 0-1 0 0,-1 0 1 0 0,1 1-1 0 0,-1-1 1 0 0,-5-4-1 0 0,-9-16 451 0 0,15 21-588 0 0,1 2-13 0 0,1 1-1 0 0,-1-1 0 0 0,1 0 1 0 0,-1 0-1 0 0,1 1 1 0 0,-1-1-1 0 0,0 0 0 0 0,1 1 1 0 0,-1-1-1 0 0,0 1 0 0 0,0-1 1 0 0,1 1-1 0 0,-1-1 0 0 0,0 1 1 0 0,0 0-1 0 0,0-1 1 0 0,1 1-1 0 0,-3-1 0 0 0,3 0-41 0 0,5 3 2 0 0,4 7 61 0 0,-8-8-17 0 0,0 0-1 0 0,0 0 0 0 0,0 0 1 0 0,0 0-1 0 0,0 0 0 0 0,0 0 1 0 0,0 0-1 0 0,0 0 1 0 0,1 0-1 0 0,-1-1 0 0 0,3 2 1 0 0,11 18 130 0 0,-14-18-61 0 0,1 1 0 0 0,-1 0 1 0 0,0-1-1 0 0,0 1 0 0 0,0 0 1 0 0,-1-1-1 0 0,1 1 0 0 0,-1 0 1 0 0,1 4-1 0 0,2 20 196 0 0,-3-27-271 0 0</inkml:trace>
</inkml:ink>
</file>

<file path=ppt/ink/ink1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79"/>
    </inkml:context>
    <inkml:brush xml:id="br0">
      <inkml:brushProperty name="width" value="0.025" units="cm"/>
      <inkml:brushProperty name="height" value="0.025" units="cm"/>
      <inkml:brushProperty name="color" value="#A00C1A"/>
    </inkml:brush>
  </inkml:definitions>
  <inkml:trace contextRef="#ctx0" brushRef="#br0">493 7 112 0 0,'0'0'4867'0'0,"-26"0"-3568"0"0,19 1 2731 0 0,-33-2-874 0 0,7 8-1102 0 0,18-2-1655 0 0,14-5-340 0 0,-1 0-1 0 0,1 1 1 0 0,-1-1 0 0 0,1 1-1 0 0,-1-1 1 0 0,1 1 0 0 0,-1-1-1 0 0,1 1 1 0 0,0 0 0 0 0,-1 0-1 0 0,1-1 1 0 0,0 1 0 0 0,0 0-1 0 0,0 0 1 0 0,-2 3-1 0 0,-12 11 382 0 0,14-13-392 0 0,0 0-1 0 0,0-1 0 0 0,0 1 1 0 0,1-1-1 0 0,-1 1 0 0 0,0 0 1 0 0,1 0-1 0 0,0-1 0 0 0,-1 1 1 0 0,1 0-1 0 0,0 3 160 0 0,-8 25 872 0 0,7-26-1006 0 0,0 1-1 0 0,1-1 1 0 0,-1 1-1 0 0,1-1 1 0 0,0 0 0 0 0,0 1-1 0 0,1 6 1 0 0,0 4 350 0 0,-1-9-222 0 0,0-1-1 0 0,0 1 1 0 0,-1 0 0 0 0,0-1-1 0 0,-2 11 1 0 0,-11 15 667 0 0,13-29-852 0 0,0 0-1 0 0,-1 0 0 0 0,1 0 0 0 0,0 0 0 0 0,-1 0 1 0 0,1-1-1 0 0,-1 1 0 0 0,0 0 0 0 0,1-1 1 0 0,-1 0-1 0 0,0 1 0 0 0,0-1 0 0 0,-3 2 0 0 0,-2-2 14 0 0,0 1-1 0 0,-1-2 0 0 0,1 1 1 0 0,0-1-1 0 0,0 0 0 0 0,-1 0 1 0 0,-7-2-1 0 0,11 0 5 0 0,-1-1 0 0 0,1 1 0 0 0,0-1 0 0 0,0 0 0 0 0,0 0 0 0 0,0-1 0 0 0,0 1 0 0 0,0-1 0 0 0,1 0 0 0 0,0 0 0 0 0,0 0 0 0 0,-3-5 0 0 0,1-30-129 0 0,1-29 552 0 0,3 64-405 0 0,1 1 0 0 0,-1-1 0 0 0,0 0 0 0 0,0 0 0 0 0,0 0 0 0 0,0 1 0 0 0,-1-1 0 0 0,-2-4 0 0 0,-5-12 92 0 0,9 19-138 0 0,-1-1 0 0 0,1 0 0 0 0,-1 0 1 0 0,0 1-1 0 0,0-1 0 0 0,0 0 0 0 0,0 1 1 0 0,0-1-1 0 0,0 1 0 0 0,0 0 1 0 0,0-1-1 0 0,0 1 0 0 0,-1 0 0 0 0,1-1 1 0 0,-1 1-1 0 0,1 0 0 0 0,-1 0 0 0 0,1 0 1 0 0,-1 1-1 0 0,-3-2 0 0 0,-9-6-153 0 0,13 7 130 0 0,0 0 0 0 0,-1 0 0 0 0,1 0 0 0 0,0 0 0 0 0,-1 1 1 0 0,1-1-1 0 0,-1 0 0 0 0,1 1 0 0 0,-1-1 0 0 0,1 1 0 0 0,-1 0 0 0 0,1-1 0 0 0,-3 1 1 0 0,-25 0 71 0 0,-4-1-3279 0 0</inkml:trace>
</inkml:ink>
</file>

<file path=ppt/ink/ink1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80"/>
    </inkml:context>
    <inkml:brush xml:id="br0">
      <inkml:brushProperty name="width" value="0.025" units="cm"/>
      <inkml:brushProperty name="height" value="0.025" units="cm"/>
      <inkml:brushProperty name="color" value="#A00C1A"/>
    </inkml:brush>
  </inkml:definitions>
  <inkml:trace contextRef="#ctx0" brushRef="#br0">146 1 5824 0 0,'0'0'3972'0'0,"-25"3"-2624"0"0,15-3-995 0 0,7 0-272 0 0,1-1 0 0 0,0 1 1 0 0,0 0-1 0 0,0 0 0 0 0,-1 0 0 0 0,1 1 1 0 0,0-1-1 0 0,0 1 0 0 0,0-1 0 0 0,0 1 0 0 0,-3 0 1 0 0,2 0 30 0 0,0 0 0 0 0,0 0 0 0 0,0-1 0 0 0,0 1 0 0 0,0-1 0 0 0,0 0 0 0 0,-4 0 0 0 0,3 0-18 0 0,4 0-59 0 0,-4 2 92 0 0,0-1 1 0 0,-1 1 0 0 0,1-1-1 0 0,-1 0 1 0 0,-7 1-1 0 0,-3 1 185 0 0,28-5-376 0 0,19-2-148 0 0,-7 3 178 0 0,32-2-1257 0 0,-43 3 1039 0 0,-14 0 240 0 0</inkml:trace>
</inkml:ink>
</file>

<file path=ppt/ink/ink1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81"/>
    </inkml:context>
    <inkml:brush xml:id="br0">
      <inkml:brushProperty name="width" value="0.025" units="cm"/>
      <inkml:brushProperty name="height" value="0.025" units="cm"/>
      <inkml:brushProperty name="color" value="#A00C1A"/>
    </inkml:brush>
  </inkml:definitions>
  <inkml:trace contextRef="#ctx0" brushRef="#br0">126 80 13648 0 0,'0'0'310'0'0,"-5"-29"2717"0"0,-4 10-2210 0 0,6 15-741 0 0,-3-7 318 0 0,6 11-339 0 0,0-1-1 0 0,-1 0 0 0 0,1 0 1 0 0,-1 0-1 0 0,1 1 1 0 0,-1-1-1 0 0,1 0 0 0 0,-1 1 1 0 0,0-1-1 0 0,1 0 0 0 0,-1 1 1 0 0,0-1-1 0 0,0 1 0 0 0,1-1 1 0 0,-1 1-1 0 0,0-1 1 0 0,0 1-1 0 0,0-1 0 0 0,0 1 1 0 0,-1-1-1 0 0,-1 1 114 0 0,1-1 1 0 0,-1 0-1 0 0,0 1 0 0 0,0-1 0 0 0,0 1 0 0 0,0 0 1 0 0,0 0-1 0 0,-4 0 0 0 0,6 0-111 0 0,-1 0-1 0 0,1 0 0 0 0,0 1 1 0 0,-1-1-1 0 0,1 0 0 0 0,-1 0 1 0 0,1 1-1 0 0,0-1 0 0 0,-1 1 1 0 0,1-1-1 0 0,0 1 0 0 0,0 0 1 0 0,0 0-1 0 0,-1-1 1 0 0,1 1-1 0 0,0 0 0 0 0,0 0 1 0 0,0 0-1 0 0,-1 2 0 0 0,-23 32 1255 0 0,21 1-871 0 0,4-36-431 0 0,-2 0 23 0 0,1 0-24 0 0</inkml:trace>
</inkml:ink>
</file>

<file path=ppt/ink/ink1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82"/>
    </inkml:context>
    <inkml:brush xml:id="br0">
      <inkml:brushProperty name="width" value="0.025" units="cm"/>
      <inkml:brushProperty name="height" value="0.025" units="cm"/>
      <inkml:brushProperty name="color" value="#A00C1A"/>
    </inkml:brush>
  </inkml:definitions>
  <inkml:trace contextRef="#ctx0" brushRef="#br0">1 120 20631 0 0,'0'0'167'0'0,"8"-5"82"0"0,-8 2-249 0 0,-1 1 0 0 0,1-1 0 0 0,0 1 0 0 0,0 0 0 0 0,0-1 0 0 0,0 1 0 0 0,0-1 0 0 0,0 1 0 0 0,0-1 0 0 0,1 1 0 0 0,0 0 0 0 0,-1-1 0 0 0,1 1 0 0 0,0 0 0 0 0,0-1 0 0 0,0 1 0 0 0,0 0 0 0 0,1 0 0 0 0,1-2 0 0 0,-2 1-2 0 0,1 1 1 0 0,0 0-1 0 0,0 0 0 0 0,1 0 0 0 0,-1 0 0 0 0,0 0 0 0 0,3-2 0 0 0,11-8-7 0 0,-14 10 20 0 0,0 1 0 0 0,0-1 0 0 0,0 1 0 0 0,0 0 0 0 0,1-1 0 0 0,-1 1 0 0 0,0 1 0 0 0,1-1 0 0 0,-1 0 0 0 0,4 0 0 0 0,13-5 51 0 0,-11 2-5 0 0,0 1-1 0 0,0 0 1 0 0,17-3 0 0 0,-25 6-51 0 0</inkml:trace>
</inkml:ink>
</file>

<file path=ppt/ink/ink1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83"/>
    </inkml:context>
    <inkml:brush xml:id="br0">
      <inkml:brushProperty name="width" value="0.025" units="cm"/>
      <inkml:brushProperty name="height" value="0.025" units="cm"/>
      <inkml:brushProperty name="color" value="#A00C1A"/>
    </inkml:brush>
  </inkml:definitions>
  <inkml:trace contextRef="#ctx0" brushRef="#br0">120 100 6632 0 0,'0'0'8888'0'0,"3"-31"-8216"0"0,-3 28-534 0 0,0 1 1 0 0,0 0 0 0 0,0-1 0 0 0,0 1 0 0 0,0-1-1 0 0,-1 1 1 0 0,1 0 0 0 0,-1-1 0 0 0,1 1 0 0 0,-1 0 0 0 0,0 0-1 0 0,0 0 1 0 0,0-1 0 0 0,0 1 0 0 0,-1 0 0 0 0,1 0 0 0 0,0 0-1 0 0,-1 1 1 0 0,1-1 0 0 0,-1 0 0 0 0,0 0 0 0 0,0 1 0 0 0,-3-3-1 0 0,-1-1 269 0 0,5 4-355 0 0,0 1-1 0 0,1-1 1 0 0,-1 0 0 0 0,0 0 0 0 0,0 0-1 0 0,0 1 1 0 0,0-1 0 0 0,0 0-1 0 0,0 1 1 0 0,-1-1 0 0 0,1 1 0 0 0,0-1-1 0 0,0 1 1 0 0,0 0 0 0 0,0 0-1 0 0,-1-1 1 0 0,1 1 0 0 0,0 0-1 0 0,0 0 1 0 0,0 0 0 0 0,-1 0 0 0 0,1 0-1 0 0,0 0 1 0 0,0 1 0 0 0,-1-1-1 0 0,1 0 1 0 0,0 0 0 0 0,0 1 0 0 0,0-1-1 0 0,0 1 1 0 0,-2 1 0 0 0,-5 1 279 0 0,-14 10 275 0 0,22-12-570 0 0,-1-1-4 0 0,0 1 1 0 0,0 0-1 0 0,0 1 0 0 0,0-1 1 0 0,0 0-1 0 0,0 0 1 0 0,0 0-1 0 0,0 1 0 0 0,0-1 1 0 0,0 0-1 0 0,1 1 0 0 0,-1-1 1 0 0,1 1-1 0 0,-1-1 1 0 0,1 1-1 0 0,-1 1 0 0 0,-2 6 125 0 0,1-5-113 0 0,1-1 0 0 0,0 1 0 0 0,0-1 0 0 0,0 1 0 0 0,0 0 1 0 0,1 0-1 0 0,0-1 0 0 0,-1 6 0 0 0,2-9-43 0 0,-1 0 1 0 0,0 0 0 0 0,0 0-1 0 0,0 0 1 0 0,0 0-1 0 0,0 0 1 0 0,0 0-1 0 0,1 0 1 0 0,-1 0-1 0 0,0 0 1 0 0,0 0-1 0 0,0 0 1 0 0,0 0-1 0 0,0 0 1 0 0,0 0-1 0 0,0 0 1 0 0,0 0-1 0 0,1 0 1 0 0,-1 0-1 0 0,0 0 1 0 0,0 0-1 0 0,0 0 1 0 0,0 0 0 0 0,0 0-1 0 0,0 1 1 0 0,0-1-1 0 0,0 0 1 0 0,0 0-1 0 0,0 0 1 0 0,0 0-1 0 0,0 0 1 0 0,0 0-1 0 0,0 0 1 0 0,1 1-1 0 0,-1-1 1 0 0,0 0-1 0 0,0 0 1 0 0,0 0-1 0 0,0 0 1 0 0,0 0-1 0 0,0 0 1 0 0,0 0-1 0 0,0 1 1 0 0,0-1-1 0 0,0 0 1 0 0,-1 0 0 0 0,1 0-1 0 0,0 0 1 0 0,0 0-1 0 0,0 0 1 0 0,0 0-1 0 0,0 0 1 0 0,0 1-1 0 0,0-1 1 0 0,0 0-1 0 0,0 0 1 0 0,0 0-1 0 0,0 0 1 0 0,0 0-1 0 0,0 0 1 0 0,0 0-1 0 0,-1 0 1 0 0,1 0-1 0 0,0 0 1 0 0,0 0-1 0 0,0 0 1 0 0,0 1 0 0 0,0-1-1 0 0,0 0 1 0 0,-1 0 4 0 0</inkml:trace>
</inkml:ink>
</file>

<file path=ppt/ink/ink1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84"/>
    </inkml:context>
    <inkml:brush xml:id="br0">
      <inkml:brushProperty name="width" value="0.025" units="cm"/>
      <inkml:brushProperty name="height" value="0.025" units="cm"/>
      <inkml:brushProperty name="color" value="#A00C1A"/>
    </inkml:brush>
  </inkml:definitions>
  <inkml:trace contextRef="#ctx0" brushRef="#br0">125 100 12864 0 0,'0'0'3290'0'0,"3"-26"-2051"0"0,-4 22-1107 0 0,-1 1 1 0 0,1 0-1 0 0,-1-1 1 0 0,1 1-1 0 0,-1 0 1 0 0,0 0-1 0 0,-3-3 1 0 0,-39-19 1511 0 0,9 13-676 0 0,28 10-897 0 0,-17-3 448 0 0,22 5-511 0 0</inkml:trace>
</inkml:ink>
</file>

<file path=ppt/ink/ink1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85"/>
    </inkml:context>
    <inkml:brush xml:id="br0">
      <inkml:brushProperty name="width" value="0.025" units="cm"/>
      <inkml:brushProperty name="height" value="0.025" units="cm"/>
      <inkml:brushProperty name="color" value="#A00C1A"/>
    </inkml:brush>
  </inkml:definitions>
  <inkml:trace contextRef="#ctx0" brushRef="#br0">173 541 3712 0 0,'0'0'4878'0'0,"-20"-14"-2984"0"0,19 10-1697 0 0,-1 0 0 0 0,1 0 0 0 0,-1 0 0 0 0,0 1 1 0 0,0-1-1 0 0,-4-4 0 0 0,-7-16 255 0 0,-10-20 910 0 0,8 22-601 0 0,-1 2-248 0 0,10 8 209 0 0,0 0 1 0 0,0-1-1 0 0,1 1 1 0 0,-7-27 0 0 0,5 11-76 0 0,5 22-561 0 0,0-1 0 0 0,0 0 0 0 0,1 0 0 0 0,0 0 0 0 0,-1-7-1 0 0,-6-69 210 0 0,-1-21-214 0 0,8 69 105 0 0,1 35-172 0 0</inkml:trace>
</inkml:ink>
</file>

<file path=ppt/ink/ink1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86"/>
    </inkml:context>
    <inkml:brush xml:id="br0">
      <inkml:brushProperty name="width" value="0.025" units="cm"/>
      <inkml:brushProperty name="height" value="0.025" units="cm"/>
      <inkml:brushProperty name="color" value="#A00C1A"/>
    </inkml:brush>
  </inkml:definitions>
  <inkml:trace contextRef="#ctx0" brushRef="#br0">1 1 8936 0 0,'0'0'4446'0'0,"0"30"-4132"0"0,7-1 124 0 0,-6-25-378 0 0,0 0 0 0 0,-1 1-1 0 0,1-1 1 0 0,1 0 0 0 0,-1 0 0 0 0,3 4 0 0 0,-2-3 312 0 0,1-1-1 0 0,0 0 1 0 0,0 0 0 0 0,0-1 0 0 0,1 1-1 0 0,-1-1 1 0 0,1 1 0 0 0,0-1 0 0 0,-1 0 0 0 0,2 0-1 0 0,7 4 1 0 0,-7-5-143 0 0,0 1-1 0 0,-1-1 1 0 0,1 1-1 0 0,-1 1 1 0 0,0-1 0 0 0,0 1-1 0 0,0-1 1 0 0,5 7-1 0 0,4 3 218 0 0,-5-5-317 0 0,-6-7-227 0 0,0 1-1 0 0,0 0 1 0 0,-1 0-1 0 0,1-1 0 0 0,0 1 1 0 0,-1 1-1 0 0,1-1 1 0 0,-1 0-1 0 0,1 0 1 0 0,0 4-1 0 0,9 42 1624 0 0,-9-39-1397 0 0,-2 0 0 0 0,1 0 0 0 0,-2 13 0 0 0,0 3-1 0 0,1-23-110 0 0</inkml:trace>
</inkml:ink>
</file>

<file path=ppt/ink/ink1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87"/>
    </inkml:context>
    <inkml:brush xml:id="br0">
      <inkml:brushProperty name="width" value="0.025" units="cm"/>
      <inkml:brushProperty name="height" value="0.025" units="cm"/>
      <inkml:brushProperty name="color" value="#A00C1A"/>
    </inkml:brush>
  </inkml:definitions>
  <inkml:trace contextRef="#ctx0" brushRef="#br0">0 581 6824 0 0,'0'0'3657'0'0,"17"-29"-1104"0"0,15-30-1075 0 0,-22 35-1089 0 0,-9 20-354 0 0,0 1 1 0 0,0 0-1 0 0,0-1 0 0 0,1 1 1 0 0,-1 0-1 0 0,1 0 0 0 0,0 0 1 0 0,0 0-1 0 0,3-4 0 0 0,-2 3 0 0 0,0-1 0 0 0,-1 0 0 0 0,1 0-1 0 0,-1 0 1 0 0,0 0 0 0 0,-1 0 0 0 0,1 0 0 0 0,0-9-1 0 0,5-9 605 0 0,-1-5-108 0 0,-6 25-496 0 0,0 0-1 0 0,1 0 1 0 0,-1 0 0 0 0,1 0-1 0 0,0 0 1 0 0,0 0 0 0 0,0 0-1 0 0,0 0 1 0 0,0 0 0 0 0,1 1-1 0 0,-1-1 1 0 0,1 0 0 0 0,3-3-1 0 0,-4 4-3 0 0,1 0 0 0 0,-1 0 0 0 0,1 0-1 0 0,-1 0 1 0 0,0 0 0 0 0,0 0 0 0 0,0 0 0 0 0,-1-1 0 0 0,1 1-1 0 0,0 0 1 0 0,-1-1 0 0 0,1 1 0 0 0,-1 0 0 0 0,0-1-1 0 0,0-2 1 0 0,0 1-11 0 0,1 1-1 0 0,-1 0 1 0 0,1-1-1 0 0,-1 1 1 0 0,1 0-1 0 0,0 0 1 0 0,2-5-1 0 0,-1 3 1 0 0,0-1 0 0 0,0 1 0 0 0,0-1 0 0 0,-1 0 0 0 0,1-9 0 0 0,1-3 58 0 0,0-13 460 0 0,-4 26-494 0 0,2 0 0 0 0,-1 0 1 0 0,0 0-1 0 0,1 0 0 0 0,0 0 0 0 0,0 0 1 0 0,3-5-1 0 0,-3 4-45 0 0,1-1 1 0 0,-1 1-1 0 0,0-1 1 0 0,-1 1-1 0 0,1-1 1 0 0,-1 1-1 0 0,-1-9 1 0 0,-2-3 722 0 0</inkml:trace>
</inkml:ink>
</file>

<file path=ppt/ink/ink1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88"/>
    </inkml:context>
    <inkml:brush xml:id="br0">
      <inkml:brushProperty name="width" value="0.025" units="cm"/>
      <inkml:brushProperty name="height" value="0.025" units="cm"/>
      <inkml:brushProperty name="color" value="#A00C1A"/>
    </inkml:brush>
  </inkml:definitions>
  <inkml:trace contextRef="#ctx0" brushRef="#br0">5 361 8840 0 0,'0'0'3074'0'0,"-2"-19"-2419"0"0,1 10-375 0 0,1 5-145 0 0,-1 0 0 0 0,1 1 0 0 0,0-1-1 0 0,0 0 1 0 0,0 0 0 0 0,1 1 0 0 0,0-5 0 0 0,5-14 794 0 0,-6 18-857 0 0,1 1-1 0 0,0 0 1 0 0,-1 0 0 0 0,1 0-1 0 0,0 0 1 0 0,0 0-1 0 0,1 0 1 0 0,-1 0-1 0 0,4-4 1 0 0,-4 5 10 0 0,0 0 0 0 0,0 1 0 0 0,0-1 0 0 0,0 0 1 0 0,0 0-1 0 0,0 0 0 0 0,0 0 0 0 0,0-3 0 0 0,0 3-43 0 0,-1 0 0 0 0,1 1-1 0 0,-1-1 1 0 0,1 1 0 0 0,0-1 0 0 0,0 0-1 0 0,0 1 1 0 0,0-1 0 0 0,0 1-1 0 0,2-3 1 0 0,33-35 789 0 0,-6 12 74 0 0,-1 0-288 0 0,-28 26-642 0 0,17-22-5 0 0,-14 3 293 0 0,-4 20-247 0 0,3-9 84 0 0,-2 0 0 0 0,1 0-1 0 0,-1 0 1 0 0,-1-18 0 0 0,0 25-92 0 0</inkml:trace>
</inkml:ink>
</file>

<file path=ppt/ink/ink2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89"/>
    </inkml:context>
    <inkml:brush xml:id="br0">
      <inkml:brushProperty name="width" value="0.025" units="cm"/>
      <inkml:brushProperty name="height" value="0.025" units="cm"/>
      <inkml:brushProperty name="color" value="#A00C1A"/>
    </inkml:brush>
  </inkml:definitions>
  <inkml:trace contextRef="#ctx0" brushRef="#br0">123 263 1896 0 0,'0'0'6641'0'0,"-16"-15"-5098"0"0,-8-29-283 0 0,11 30-488 0 0,7 9-68 0 0,3 0-208 0 0,1-2-25 0 0,2 2-189 0 0,-4-14 515 0 0,-8-8-102 0 0,-2-2-242 0 0,5 8-185 0 0,7 18-239 0 0,0 0-1 0 0,0 0 0 0 0,1 0 1 0 0,-1 0-1 0 0,1 0 0 0 0,0-1 1 0 0,-1-3-1 0 0,-3-32 276 0 0,4 36-282 0 0</inkml:trace>
</inkml:ink>
</file>

<file path=ppt/ink/ink2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90"/>
    </inkml:context>
    <inkml:brush xml:id="br0">
      <inkml:brushProperty name="width" value="0.025" units="cm"/>
      <inkml:brushProperty name="height" value="0.025" units="cm"/>
      <inkml:brushProperty name="color" value="#A00C1A"/>
    </inkml:brush>
  </inkml:definitions>
  <inkml:trace contextRef="#ctx0" brushRef="#br0">1 557 4416 0 0,'0'0'5293'0'0,"18"-28"-2938"0"0,-16 26-2284 0 0,0-1 0 0 0,0 1 0 0 0,0-1 0 0 0,0 0 0 0 0,-1 0 0 0 0,1 0 0 0 0,-1 0 0 0 0,0-1 0 0 0,0 1 0 0 0,1-3 0 0 0,10-23 564 0 0,-11 28-569 0 0,1-1 38 0 0,1-1-1 0 0,-1-1 1 0 0,0 1 0 0 0,0 0-1 0 0,0 0 1 0 0,-1-1-1 0 0,1 1 1 0 0,-1-1 0 0 0,2-6-1 0 0,-2 6-6 0 0,1 0 0 0 0,-1 0 0 0 0,1 1 0 0 0,0-1 0 0 0,3-6 0 0 0,-3 8-35 0 0,0-1 0 0 0,0 0 0 0 0,-1 0 0 0 0,1 0 0 0 0,-1 0 0 0 0,0 0 0 0 0,0 0 0 0 0,0 0 1 0 0,0 0-1 0 0,0 0 0 0 0,-1-6 0 0 0,11-9 342 0 0,-10 14-341 0 0,0 1 0 0 0,1-1 0 0 0,-1 1 1 0 0,1-1-1 0 0,0 1 0 0 0,0 0 0 0 0,0 0 0 0 0,0-1 1 0 0,4-2-1 0 0,-4 4 3 0 0,-1 0 0 0 0,0 0 1 0 0,0 0-1 0 0,0 0 0 0 0,0 0 0 0 0,0 0 1 0 0,-1 0-1 0 0,1-1 0 0 0,-1 1 0 0 0,1 0 1 0 0,-1 0-1 0 0,0 0 0 0 0,0-5 0 0 0,0 4-38 0 0,1 0 0 0 0,-1 0 0 0 0,0 1 0 0 0,1-1 0 0 0,-1 0 0 0 0,1 1 0 0 0,0-1 0 0 0,0 0 0 0 0,2-3-1 0 0,-2 3-16 0 0,1-1 0 0 0,0 0-1 0 0,-1 0 1 0 0,0 0-1 0 0,0 1 1 0 0,0-1-1 0 0,0 0 1 0 0,-1 0-1 0 0,1-1 1 0 0,-1-5-1 0 0,13-29-652 0 0,-10 12 121 0 0,3-11 515 0 0,-5 31-105 0 0,1-1 0 0 0,-1 1 0 0 0,0 0 0 0 0,-1-1 0 0 0,1 0-1 0 0,-2-8 1 0 0,1-1 63 0 0,0 14 40 0 0</inkml:trace>
</inkml:ink>
</file>

<file path=ppt/ink/ink2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91"/>
    </inkml:context>
    <inkml:brush xml:id="br0">
      <inkml:brushProperty name="width" value="0.025" units="cm"/>
      <inkml:brushProperty name="height" value="0.025" units="cm"/>
      <inkml:brushProperty name="color" value="#A00C1A"/>
    </inkml:brush>
  </inkml:definitions>
  <inkml:trace contextRef="#ctx0" brushRef="#br0">14 111 4312 0 0,'-1'-1'283'0'0,"0"0"1"0"0,0 0-1 0 0,0 0 0 0 0,0 1 1 0 0,0-1-1 0 0,0 0 0 0 0,1 0 1 0 0,-1 0-1 0 0,0 0 0 0 0,0 0 1 0 0,1-1-1 0 0,-1 1 0 0 0,1 0 1 0 0,-1 0-1 0 0,1 0 0 0 0,-1 0 1 0 0,1-1-1 0 0,0 1 0 0 0,-1 0 1 0 0,1-1-1 0 0,0 1 0 0 0,0 0 1 0 0,0 0-1 0 0,0-1 0 0 0,0 1 1 0 0,1 0-1 0 0,-1-1 0 0 0,0 1 1 0 0,0 0-1 0 0,1 0 0 0 0,0-2 1 0 0,1-7 401 0 0,0 0-297 0 0,0 0 0 0 0,-1 0 0 0 0,0-18 0 0 0,-1 23-260 0 0</inkml:trace>
</inkml:ink>
</file>

<file path=ppt/ink/ink2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92"/>
    </inkml:context>
    <inkml:brush xml:id="br0">
      <inkml:brushProperty name="width" value="0.025" units="cm"/>
      <inkml:brushProperty name="height" value="0.025" units="cm"/>
      <inkml:brushProperty name="color" value="#A00C1A"/>
    </inkml:brush>
  </inkml:definitions>
  <inkml:trace contextRef="#ctx0" brushRef="#br0">0 168 7736 0 0,'0'0'6462'0'0,"10"-17"-6012"0"0,-6-14-88 0 0,-3 20-249 0 0,1 1 0 0 0,-1-1 0 0 0,-1 1 0 0 0,0-1 0 0 0,-1-10 0 0 0,-6-17 148 0 0,6 32-178 0 0,1 5-59 0 0</inkml:trace>
</inkml:ink>
</file>

<file path=ppt/ink/ink2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93"/>
    </inkml:context>
    <inkml:brush xml:id="br0">
      <inkml:brushProperty name="width" value="0.025" units="cm"/>
      <inkml:brushProperty name="height" value="0.025" units="cm"/>
      <inkml:brushProperty name="color" value="#A00C1A"/>
    </inkml:brush>
  </inkml:definitions>
  <inkml:trace contextRef="#ctx0" brushRef="#br0">1 317 8936 0 0,'0'0'1942'0'0,"1"-26"-754"0"0,1 19-979 0 0,-1 0-1 0 0,1 0 0 0 0,0 0 1 0 0,1 1-1 0 0,4-10 1 0 0,-4 9-135 0 0,1-1 1 0 0,-1 0 0 0 0,3-13 0 0 0,-5 17-50 0 0,0 0 0 0 0,1 0 0 0 0,-1 0 0 0 0,1 0 1 0 0,0 0-1 0 0,4-4 0 0 0,4-12 45 0 0,-9 18-57 0 0,0 0-1 0 0,1 0 1 0 0,-1 1-1 0 0,0-1 0 0 0,1 0 1 0 0,-1 1-1 0 0,1-1 1 0 0,0 0-1 0 0,-1 1 0 0 0,1 0 1 0 0,4-3-1 0 0,5-5 49 0 0,36-27 613 0 0,-43 32-623 0 0,0-1 0 0 0,-1 0 0 0 0,1 0 0 0 0,-1 0 0 0 0,0 0 0 0 0,0 0-1 0 0,-1-1 1 0 0,1 0 0 0 0,-1 1 0 0 0,0-1 0 0 0,1-9 0 0 0,-3 12-40 0 0,-1 1-3 0 0</inkml:trace>
</inkml:ink>
</file>

<file path=ppt/ink/ink2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94"/>
    </inkml:context>
    <inkml:brush xml:id="br0">
      <inkml:brushProperty name="width" value="0.025" units="cm"/>
      <inkml:brushProperty name="height" value="0.025" units="cm"/>
      <inkml:brushProperty name="color" value="#A00C1A"/>
    </inkml:brush>
  </inkml:definitions>
  <inkml:trace contextRef="#ctx0" brushRef="#br0">65 125 7936 0 0,'0'0'3936'0'0,"-2"-12"-3779"0"0,-1 2-95 0 0,2 8-38 0 0,1-1 1 0 0,-1 1-1 0 0,1 0 0 0 0,-1-1 0 0 0,1 1 1 0 0,0-1-1 0 0,0 1 0 0 0,0 0 1 0 0,0-1-1 0 0,0-2 0 0 0,-1 1 129 0 0,-1 0-1 0 0,0 0 1 0 0,0 0-1 0 0,-1 0 1 0 0,1 1-1 0 0,-1-1 1 0 0,-5-4-1 0 0,-9-16 451 0 0,15 21-588 0 0,1 2-13 0 0,1 1-1 0 0,-1-1 0 0 0,1 0 1 0 0,-1 0-1 0 0,1 1 1 0 0,-1-1-1 0 0,0 0 0 0 0,1 1 1 0 0,-1-1-1 0 0,0 1 0 0 0,0-1 1 0 0,1 1-1 0 0,-1-1 0 0 0,0 1 1 0 0,0 0-1 0 0,0-1 1 0 0,1 1-1 0 0,-3-1 0 0 0,3 0-41 0 0,5 3 2 0 0,4 7 61 0 0,-8-8-17 0 0,0 0-1 0 0,0 0 0 0 0,0 0 1 0 0,0 0-1 0 0,0 0 0 0 0,0 0 1 0 0,0 0-1 0 0,0 0 1 0 0,1 0-1 0 0,-1-1 0 0 0,3 2 1 0 0,11 18 130 0 0,-14-18-61 0 0,1 1 0 0 0,-1 0 1 0 0,0-1-1 0 0,0 1 0 0 0,0 0 1 0 0,-1-1-1 0 0,1 1 0 0 0,-1 0 1 0 0,1 4-1 0 0,2 20 196 0 0,-3-27-271 0 0</inkml:trace>
</inkml:ink>
</file>

<file path=ppt/ink/ink2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95"/>
    </inkml:context>
    <inkml:brush xml:id="br0">
      <inkml:brushProperty name="width" value="0.025" units="cm"/>
      <inkml:brushProperty name="height" value="0.025" units="cm"/>
      <inkml:brushProperty name="color" value="#A00C1A"/>
    </inkml:brush>
  </inkml:definitions>
  <inkml:trace contextRef="#ctx0" brushRef="#br0">493 7 112 0 0,'0'0'4867'0'0,"-26"0"-3568"0"0,19 1 2731 0 0,-33-2-874 0 0,7 8-1102 0 0,18-2-1655 0 0,14-5-340 0 0,-1 0-1 0 0,1 1 1 0 0,-1-1 0 0 0,1 1-1 0 0,-1-1 1 0 0,1 1 0 0 0,-1-1-1 0 0,1 1 1 0 0,0 0 0 0 0,-1 0-1 0 0,1-1 1 0 0,0 1 0 0 0,0 0-1 0 0,0 0 1 0 0,-2 3-1 0 0,-12 11 382 0 0,14-13-392 0 0,0 0-1 0 0,0-1 0 0 0,0 1 1 0 0,1-1-1 0 0,-1 1 0 0 0,0 0 1 0 0,1 0-1 0 0,0-1 0 0 0,-1 1 1 0 0,1 0-1 0 0,0 3 160 0 0,-8 25 872 0 0,7-26-1006 0 0,0 1-1 0 0,1-1 1 0 0,-1 1-1 0 0,1-1 1 0 0,0 0 0 0 0,0 1-1 0 0,1 6 1 0 0,0 4 350 0 0,-1-9-222 0 0,0-1-1 0 0,0 1 1 0 0,-1 0 0 0 0,0-1-1 0 0,-2 11 1 0 0,-11 15 667 0 0,13-29-852 0 0,0 0-1 0 0,-1 0 0 0 0,1 0 0 0 0,0 0 0 0 0,-1 0 1 0 0,1-1-1 0 0,-1 1 0 0 0,0 0 0 0 0,1-1 1 0 0,-1 0-1 0 0,0 1 0 0 0,0-1 0 0 0,-3 2 0 0 0,-2-2 14 0 0,0 1-1 0 0,-1-2 0 0 0,1 1 1 0 0,0-1-1 0 0,0 0 0 0 0,-1 0 1 0 0,-7-2-1 0 0,11 0 5 0 0,-1-1 0 0 0,1 1 0 0 0,0-1 0 0 0,0 0 0 0 0,0 0 0 0 0,0-1 0 0 0,0 1 0 0 0,0-1 0 0 0,1 0 0 0 0,0 0 0 0 0,0 0 0 0 0,-3-5 0 0 0,1-30-129 0 0,1-29 552 0 0,3 64-405 0 0,1 1 0 0 0,-1-1 0 0 0,0 0 0 0 0,0 0 0 0 0,0 0 0 0 0,0 1 0 0 0,-1-1 0 0 0,-2-4 0 0 0,-5-12 92 0 0,9 19-138 0 0,-1-1 0 0 0,1 0 0 0 0,-1 0 1 0 0,0 1-1 0 0,0-1 0 0 0,0 0 0 0 0,0 1 1 0 0,0-1-1 0 0,0 1 0 0 0,0 0 1 0 0,0-1-1 0 0,0 1 0 0 0,-1 0 0 0 0,1-1 1 0 0,-1 1-1 0 0,1 0 0 0 0,-1 0 0 0 0,1 0 1 0 0,-1 1-1 0 0,-3-2 0 0 0,-9-6-153 0 0,13 7 130 0 0,0 0 0 0 0,-1 0 0 0 0,1 0 0 0 0,0 0 0 0 0,-1 1 1 0 0,1-1-1 0 0,-1 0 0 0 0,1 1 0 0 0,-1-1 0 0 0,1 1 0 0 0,-1 0 0 0 0,1-1 0 0 0,-3 1 1 0 0,-25 0 71 0 0,-4-1-3279 0 0</inkml:trace>
</inkml:ink>
</file>

<file path=ppt/ink/ink2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96"/>
    </inkml:context>
    <inkml:brush xml:id="br0">
      <inkml:brushProperty name="width" value="0.025" units="cm"/>
      <inkml:brushProperty name="height" value="0.025" units="cm"/>
      <inkml:brushProperty name="color" value="#A00C1A"/>
    </inkml:brush>
  </inkml:definitions>
  <inkml:trace contextRef="#ctx0" brushRef="#br0">146 1 5824 0 0,'0'0'3972'0'0,"-25"3"-2624"0"0,15-3-995 0 0,7 0-272 0 0,1-1 0 0 0,0 1 1 0 0,0 0-1 0 0,0 0 0 0 0,-1 0 0 0 0,1 1 1 0 0,0-1-1 0 0,0 1 0 0 0,0-1 0 0 0,0 1 0 0 0,-3 0 1 0 0,2 0 30 0 0,0 0 0 0 0,0 0 0 0 0,0-1 0 0 0,0 1 0 0 0,0-1 0 0 0,0 0 0 0 0,-4 0 0 0 0,3 0-18 0 0,4 0-59 0 0,-4 2 92 0 0,0-1 1 0 0,-1 1 0 0 0,1-1-1 0 0,-1 0 1 0 0,-7 1-1 0 0,-3 1 185 0 0,28-5-376 0 0,19-2-148 0 0,-7 3 178 0 0,32-2-1257 0 0,-43 3 1039 0 0,-14 0 240 0 0</inkml:trace>
</inkml:ink>
</file>

<file path=ppt/ink/ink2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97"/>
    </inkml:context>
    <inkml:brush xml:id="br0">
      <inkml:brushProperty name="width" value="0.025" units="cm"/>
      <inkml:brushProperty name="height" value="0.025" units="cm"/>
      <inkml:brushProperty name="color" value="#A00C1A"/>
    </inkml:brush>
  </inkml:definitions>
  <inkml:trace contextRef="#ctx0" brushRef="#br0">126 80 13648 0 0,'0'0'310'0'0,"-5"-29"2717"0"0,-4 10-2210 0 0,6 15-741 0 0,-3-7 318 0 0,6 11-339 0 0,0-1-1 0 0,-1 0 0 0 0,1 0 1 0 0,-1 0-1 0 0,1 1 1 0 0,-1-1-1 0 0,1 0 0 0 0,-1 1 1 0 0,0-1-1 0 0,1 0 0 0 0,-1 1 1 0 0,0-1-1 0 0,0 1 0 0 0,1-1 1 0 0,-1 1-1 0 0,0-1 1 0 0,0 1-1 0 0,0-1 0 0 0,0 1 1 0 0,-1-1-1 0 0,-1 1 114 0 0,1-1 1 0 0,-1 0-1 0 0,0 1 0 0 0,0-1 0 0 0,0 1 0 0 0,0 0 1 0 0,0 0-1 0 0,-4 0 0 0 0,6 0-111 0 0,-1 0-1 0 0,1 0 0 0 0,0 1 1 0 0,-1-1-1 0 0,1 0 0 0 0,-1 0 1 0 0,1 1-1 0 0,0-1 0 0 0,-1 1 1 0 0,1-1-1 0 0,0 1 0 0 0,0 0 1 0 0,0 0-1 0 0,-1-1 1 0 0,1 1-1 0 0,0 0 0 0 0,0 0 1 0 0,0 0-1 0 0,-1 2 0 0 0,-23 32 1255 0 0,21 1-871 0 0,4-36-431 0 0,-2 0 23 0 0,1 0-24 0 0</inkml:trace>
</inkml:ink>
</file>

<file path=ppt/ink/ink2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98"/>
    </inkml:context>
    <inkml:brush xml:id="br0">
      <inkml:brushProperty name="width" value="0.025" units="cm"/>
      <inkml:brushProperty name="height" value="0.025" units="cm"/>
      <inkml:brushProperty name="color" value="#A00C1A"/>
    </inkml:brush>
  </inkml:definitions>
  <inkml:trace contextRef="#ctx0" brushRef="#br0">1 120 20631 0 0,'0'0'167'0'0,"8"-5"82"0"0,-8 2-249 0 0,-1 1 0 0 0,1-1 0 0 0,0 1 0 0 0,0 0 0 0 0,0-1 0 0 0,0 1 0 0 0,0-1 0 0 0,0 1 0 0 0,0-1 0 0 0,1 1 0 0 0,0 0 0 0 0,-1-1 0 0 0,1 1 0 0 0,0 0 0 0 0,0-1 0 0 0,0 1 0 0 0,0 0 0 0 0,1 0 0 0 0,1-2 0 0 0,-2 1-2 0 0,1 1 1 0 0,0 0-1 0 0,0 0 0 0 0,1 0 0 0 0,-1 0 0 0 0,0 0 0 0 0,3-2 0 0 0,11-8-7 0 0,-14 10 20 0 0,0 1 0 0 0,0-1 0 0 0,0 1 0 0 0,0 0 0 0 0,1-1 0 0 0,-1 1 0 0 0,0 1 0 0 0,1-1 0 0 0,-1 0 0 0 0,4 0 0 0 0,13-5 51 0 0,-11 2-5 0 0,0 1-1 0 0,0 0 1 0 0,17-3 0 0 0,-25 6-51 0 0</inkml:trace>
</inkml:ink>
</file>

<file path=ppt/ink/ink2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99"/>
    </inkml:context>
    <inkml:brush xml:id="br0">
      <inkml:brushProperty name="width" value="0.025" units="cm"/>
      <inkml:brushProperty name="height" value="0.025" units="cm"/>
      <inkml:brushProperty name="color" value="#A00C1A"/>
    </inkml:brush>
  </inkml:definitions>
  <inkml:trace contextRef="#ctx0" brushRef="#br0">120 100 6632 0 0,'0'0'8888'0'0,"3"-31"-8216"0"0,-3 28-534 0 0,0 1 1 0 0,0 0 0 0 0,0-1 0 0 0,0 1 0 0 0,0-1-1 0 0,-1 1 1 0 0,1 0 0 0 0,-1-1 0 0 0,1 1 0 0 0,-1 0 0 0 0,0 0-1 0 0,0 0 1 0 0,0-1 0 0 0,0 1 0 0 0,-1 0 0 0 0,1 0 0 0 0,0 0-1 0 0,-1 1 1 0 0,1-1 0 0 0,-1 0 0 0 0,0 0 0 0 0,0 1 0 0 0,-3-3-1 0 0,-1-1 269 0 0,5 4-355 0 0,0 1-1 0 0,1-1 1 0 0,-1 0 0 0 0,0 0 0 0 0,0 0-1 0 0,0 1 1 0 0,0-1 0 0 0,0 0-1 0 0,0 1 1 0 0,-1-1 0 0 0,1 1 0 0 0,0-1-1 0 0,0 1 1 0 0,0 0 0 0 0,0 0-1 0 0,-1-1 1 0 0,1 1 0 0 0,0 0-1 0 0,0 0 1 0 0,0 0 0 0 0,-1 0 0 0 0,1 0-1 0 0,0 0 1 0 0,0 1 0 0 0,-1-1-1 0 0,1 0 1 0 0,0 0 0 0 0,0 1 0 0 0,0-1-1 0 0,0 1 1 0 0,-2 1 0 0 0,-5 1 279 0 0,-14 10 275 0 0,22-12-570 0 0,-1-1-4 0 0,0 1 1 0 0,0 0-1 0 0,0 1 0 0 0,0-1 1 0 0,0 0-1 0 0,0 0 1 0 0,0 0-1 0 0,0 1 0 0 0,0-1 1 0 0,0 0-1 0 0,1 1 0 0 0,-1-1 1 0 0,1 1-1 0 0,-1-1 1 0 0,1 1-1 0 0,-1 1 0 0 0,-2 6 125 0 0,1-5-113 0 0,1-1 0 0 0,0 1 0 0 0,0-1 0 0 0,0 1 0 0 0,0 0 1 0 0,1 0-1 0 0,0-1 0 0 0,-1 6 0 0 0,2-9-43 0 0,-1 0 1 0 0,0 0 0 0 0,0 0-1 0 0,0 0 1 0 0,0 0-1 0 0,0 0 1 0 0,0 0-1 0 0,1 0 1 0 0,-1 0-1 0 0,0 0 1 0 0,0 0-1 0 0,0 0 1 0 0,0 0-1 0 0,0 0 1 0 0,0 0-1 0 0,0 0 1 0 0,0 0-1 0 0,1 0 1 0 0,-1 0-1 0 0,0 0 1 0 0,0 0-1 0 0,0 0 1 0 0,0 0 0 0 0,0 0-1 0 0,0 1 1 0 0,0-1-1 0 0,0 0 1 0 0,0 0-1 0 0,0 0 1 0 0,0 0-1 0 0,0 0 1 0 0,0 0-1 0 0,0 0 1 0 0,1 1-1 0 0,-1-1 1 0 0,0 0-1 0 0,0 0 1 0 0,0 0-1 0 0,0 0 1 0 0,0 0-1 0 0,0 0 1 0 0,0 0-1 0 0,0 1 1 0 0,0-1-1 0 0,0 0 1 0 0,-1 0 0 0 0,1 0-1 0 0,0 0 1 0 0,0 0-1 0 0,0 0 1 0 0,0 0-1 0 0,0 0 1 0 0,0 1-1 0 0,0-1 1 0 0,0 0-1 0 0,0 0 1 0 0,0 0-1 0 0,0 0 1 0 0,0 0-1 0 0,0 0 1 0 0,0 0-1 0 0,-1 0 1 0 0,1 0-1 0 0,0 0 1 0 0,0 0-1 0 0,0 0 1 0 0,0 1 0 0 0,0-1-1 0 0,0 0 1 0 0,-1 0 4 0 0</inkml:trace>
</inkml:ink>
</file>

<file path=ppt/ink/ink2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800"/>
    </inkml:context>
    <inkml:brush xml:id="br0">
      <inkml:brushProperty name="width" value="0.025" units="cm"/>
      <inkml:brushProperty name="height" value="0.025" units="cm"/>
      <inkml:brushProperty name="color" value="#A00C1A"/>
    </inkml:brush>
  </inkml:definitions>
  <inkml:trace contextRef="#ctx0" brushRef="#br0">125 100 12864 0 0,'0'0'3290'0'0,"3"-26"-2051"0"0,-4 22-1107 0 0,-1 1 1 0 0,1 0-1 0 0,-1-1 1 0 0,1 1-1 0 0,-1 0 1 0 0,0 0-1 0 0,-3-3 1 0 0,-39-19 1511 0 0,9 13-676 0 0,28 10-897 0 0,-17-3 448 0 0,22 5-511 0 0</inkml:trace>
</inkml:ink>
</file>

<file path=ppt/ink/ink2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801"/>
    </inkml:context>
    <inkml:brush xml:id="br0">
      <inkml:brushProperty name="width" value="0.025" units="cm"/>
      <inkml:brushProperty name="height" value="0.025" units="cm"/>
      <inkml:brushProperty name="color" value="#A00C1A"/>
    </inkml:brush>
  </inkml:definitions>
  <inkml:trace contextRef="#ctx0" brushRef="#br0">173 541 3712 0 0,'0'0'4878'0'0,"-20"-14"-2984"0"0,19 10-1697 0 0,-1 0 0 0 0,1 0 0 0 0,-1 0 0 0 0,0 1 1 0 0,0-1-1 0 0,-4-4 0 0 0,-7-16 255 0 0,-10-20 910 0 0,8 22-601 0 0,-1 2-248 0 0,10 8 209 0 0,0 0 1 0 0,0-1-1 0 0,1 1 1 0 0,-7-27 0 0 0,5 11-76 0 0,5 22-561 0 0,0-1 0 0 0,0 0 0 0 0,1 0 0 0 0,0 0 0 0 0,-1-7-1 0 0,-6-69 210 0 0,-1-21-214 0 0,8 69 105 0 0,1 35-172 0 0</inkml:trace>
</inkml:ink>
</file>

<file path=ppt/ink/ink2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802"/>
    </inkml:context>
    <inkml:brush xml:id="br0">
      <inkml:brushProperty name="width" value="0.025" units="cm"/>
      <inkml:brushProperty name="height" value="0.025" units="cm"/>
      <inkml:brushProperty name="color" value="#A00C1A"/>
    </inkml:brush>
  </inkml:definitions>
  <inkml:trace contextRef="#ctx0" brushRef="#br0">1 1 8936 0 0,'0'0'4446'0'0,"0"30"-4132"0"0,7-1 124 0 0,-6-25-378 0 0,0 0 0 0 0,-1 1-1 0 0,1-1 1 0 0,1 0 0 0 0,-1 0 0 0 0,3 4 0 0 0,-2-3 312 0 0,1-1-1 0 0,0 0 1 0 0,0 0 0 0 0,0-1 0 0 0,1 1-1 0 0,-1-1 1 0 0,1 1 0 0 0,0-1 0 0 0,-1 0 0 0 0,2 0-1 0 0,7 4 1 0 0,-7-5-143 0 0,0 1-1 0 0,-1-1 1 0 0,1 1-1 0 0,-1 1 1 0 0,0-1 0 0 0,0 1-1 0 0,0-1 1 0 0,5 7-1 0 0,4 3 218 0 0,-5-5-317 0 0,-6-7-227 0 0,0 1-1 0 0,0 0 1 0 0,-1 0-1 0 0,1-1 0 0 0,0 1 1 0 0,-1 1-1 0 0,1-1 1 0 0,-1 0-1 0 0,1 0 1 0 0,0 4-1 0 0,9 42 1624 0 0,-9-39-1397 0 0,-2 0 0 0 0,1 0 0 0 0,-2 13 0 0 0,0 3-1 0 0,1-23-110 0 0</inkml:trace>
</inkml:ink>
</file>

<file path=ppt/ink/ink2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803"/>
    </inkml:context>
    <inkml:brush xml:id="br0">
      <inkml:brushProperty name="width" value="0.025" units="cm"/>
      <inkml:brushProperty name="height" value="0.025" units="cm"/>
      <inkml:brushProperty name="color" value="#A00C1A"/>
    </inkml:brush>
  </inkml:definitions>
  <inkml:trace contextRef="#ctx0" brushRef="#br0">0 581 6824 0 0,'0'0'3657'0'0,"17"-29"-1104"0"0,15-30-1075 0 0,-22 35-1089 0 0,-9 20-354 0 0,0 1 1 0 0,0 0-1 0 0,0-1 0 0 0,1 1 1 0 0,-1 0-1 0 0,1 0 0 0 0,0 0 1 0 0,0 0-1 0 0,3-4 0 0 0,-2 3 0 0 0,0-1 0 0 0,-1 0 0 0 0,1 0-1 0 0,-1 0 1 0 0,0 0 0 0 0,-1 0 0 0 0,1 0 0 0 0,0-9-1 0 0,5-9 605 0 0,-1-5-108 0 0,-6 25-496 0 0,0 0-1 0 0,1 0 1 0 0,-1 0 0 0 0,1 0-1 0 0,0 0 1 0 0,0 0 0 0 0,0 0-1 0 0,0 0 1 0 0,0 0 0 0 0,1 1-1 0 0,-1-1 1 0 0,1 0 0 0 0,3-3-1 0 0,-4 4-3 0 0,1 0 0 0 0,-1 0 0 0 0,1 0-1 0 0,-1 0 1 0 0,0 0 0 0 0,0 0 0 0 0,0 0 0 0 0,-1-1 0 0 0,1 1-1 0 0,0 0 1 0 0,-1-1 0 0 0,1 1 0 0 0,-1 0 0 0 0,0-1-1 0 0,0-2 1 0 0,0 1-11 0 0,1 1-1 0 0,-1 0 1 0 0,1-1-1 0 0,-1 1 1 0 0,1 0-1 0 0,0 0 1 0 0,2-5-1 0 0,-1 3 1 0 0,0-1 0 0 0,0 1 0 0 0,0-1 0 0 0,-1 0 0 0 0,1-9 0 0 0,1-3 58 0 0,0-13 460 0 0,-4 26-494 0 0,2 0 0 0 0,-1 0 1 0 0,0 0-1 0 0,1 0 0 0 0,0 0 0 0 0,0 0 1 0 0,3-5-1 0 0,-3 4-45 0 0,1-1 1 0 0,-1 1-1 0 0,0-1 1 0 0,-1 1-1 0 0,1-1 1 0 0,-1 1-1 0 0,-1-9 1 0 0,-2-3 722 0 0</inkml:trace>
</inkml:ink>
</file>

<file path=ppt/ink/ink2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804"/>
    </inkml:context>
    <inkml:brush xml:id="br0">
      <inkml:brushProperty name="width" value="0.025" units="cm"/>
      <inkml:brushProperty name="height" value="0.025" units="cm"/>
      <inkml:brushProperty name="color" value="#A00C1A"/>
    </inkml:brush>
  </inkml:definitions>
  <inkml:trace contextRef="#ctx0" brushRef="#br0">5 361 8840 0 0,'0'0'3074'0'0,"-2"-19"-2419"0"0,1 10-375 0 0,1 5-145 0 0,-1 0 0 0 0,1 1 0 0 0,0-1-1 0 0,0 0 1 0 0,0 0 0 0 0,1 1 0 0 0,0-5 0 0 0,5-14 794 0 0,-6 18-857 0 0,1 1-1 0 0,0 0 1 0 0,-1 0 0 0 0,1 0-1 0 0,0 0 1 0 0,0 0-1 0 0,1 0 1 0 0,-1 0-1 0 0,4-4 1 0 0,-4 5 10 0 0,0 0 0 0 0,0 1 0 0 0,0-1 0 0 0,0 0 1 0 0,0 0-1 0 0,0 0 0 0 0,0 0 0 0 0,0-3 0 0 0,0 3-43 0 0,-1 0 0 0 0,1 1-1 0 0,-1-1 1 0 0,1 1 0 0 0,0-1 0 0 0,0 0-1 0 0,0 1 1 0 0,0-1 0 0 0,0 1-1 0 0,2-3 1 0 0,33-35 789 0 0,-6 12 74 0 0,-1 0-288 0 0,-28 26-642 0 0,17-22-5 0 0,-14 3 293 0 0,-4 20-247 0 0,3-9 84 0 0,-2 0 0 0 0,1 0-1 0 0,-1 0 1 0 0,-1-18 0 0 0,0 25-92 0 0</inkml:trace>
</inkml:ink>
</file>

<file path=ppt/ink/ink2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805"/>
    </inkml:context>
    <inkml:brush xml:id="br0">
      <inkml:brushProperty name="width" value="0.025" units="cm"/>
      <inkml:brushProperty name="height" value="0.025" units="cm"/>
      <inkml:brushProperty name="color" value="#A00C1A"/>
    </inkml:brush>
  </inkml:definitions>
  <inkml:trace contextRef="#ctx0" brushRef="#br0">123 263 1896 0 0,'0'0'6641'0'0,"-16"-15"-5098"0"0,-8-29-283 0 0,11 30-488 0 0,7 9-68 0 0,3 0-208 0 0,1-2-25 0 0,2 2-189 0 0,-4-14 515 0 0,-8-8-102 0 0,-2-2-242 0 0,5 8-185 0 0,7 18-239 0 0,0 0-1 0 0,0 0 0 0 0,1 0 1 0 0,-1 0-1 0 0,1 0 0 0 0,0-1 1 0 0,-1-3-1 0 0,-3-32 276 0 0,4 36-282 0 0</inkml:trace>
</inkml:ink>
</file>

<file path=ppt/ink/ink2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806"/>
    </inkml:context>
    <inkml:brush xml:id="br0">
      <inkml:brushProperty name="width" value="0.025" units="cm"/>
      <inkml:brushProperty name="height" value="0.025" units="cm"/>
      <inkml:brushProperty name="color" value="#A00C1A"/>
    </inkml:brush>
  </inkml:definitions>
  <inkml:trace contextRef="#ctx0" brushRef="#br0">1 557 4416 0 0,'0'0'5293'0'0,"18"-28"-2938"0"0,-16 26-2284 0 0,0-1 0 0 0,0 1 0 0 0,0-1 0 0 0,0 0 0 0 0,-1 0 0 0 0,1 0 0 0 0,-1 0 0 0 0,0-1 0 0 0,0 1 0 0 0,1-3 0 0 0,10-23 564 0 0,-11 28-569 0 0,1-1 38 0 0,1-1-1 0 0,-1-1 1 0 0,0 1 0 0 0,0 0-1 0 0,0 0 1 0 0,-1-1-1 0 0,1 1 1 0 0,-1-1 0 0 0,2-6-1 0 0,-2 6-6 0 0,1 0 0 0 0,-1 0 0 0 0,1 1 0 0 0,0-1 0 0 0,3-6 0 0 0,-3 8-35 0 0,0-1 0 0 0,0 0 0 0 0,-1 0 0 0 0,1 0 0 0 0,-1 0 0 0 0,0 0 0 0 0,0 0 0 0 0,0 0 1 0 0,0 0-1 0 0,0 0 0 0 0,-1-6 0 0 0,11-9 342 0 0,-10 14-341 0 0,0 1 0 0 0,1-1 0 0 0,-1 1 1 0 0,1-1-1 0 0,0 1 0 0 0,0 0 0 0 0,0 0 0 0 0,0-1 1 0 0,4-2-1 0 0,-4 4 3 0 0,-1 0 0 0 0,0 0 1 0 0,0 0-1 0 0,0 0 0 0 0,0 0 0 0 0,0 0 1 0 0,-1 0-1 0 0,1-1 0 0 0,-1 1 0 0 0,1 0 1 0 0,-1 0-1 0 0,0 0 0 0 0,0-5 0 0 0,0 4-38 0 0,1 0 0 0 0,-1 0 0 0 0,0 1 0 0 0,1-1 0 0 0,-1 0 0 0 0,1 1 0 0 0,0-1 0 0 0,0 0 0 0 0,2-3-1 0 0,-2 3-16 0 0,1-1 0 0 0,0 0-1 0 0,-1 0 1 0 0,0 0-1 0 0,0 1 1 0 0,0-1-1 0 0,0 0 1 0 0,-1 0-1 0 0,1-1 1 0 0,-1-5-1 0 0,13-29-652 0 0,-10 12 121 0 0,3-11 515 0 0,-5 31-105 0 0,1-1 0 0 0,-1 1 0 0 0,0 0 0 0 0,-1-1 0 0 0,1 0-1 0 0,-2-8 1 0 0,1-1 63 0 0,0 14 40 0 0</inkml:trace>
</inkml:ink>
</file>

<file path=ppt/ink/ink2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807"/>
    </inkml:context>
    <inkml:brush xml:id="br0">
      <inkml:brushProperty name="width" value="0.025" units="cm"/>
      <inkml:brushProperty name="height" value="0.025" units="cm"/>
      <inkml:brushProperty name="color" value="#A00C1A"/>
    </inkml:brush>
  </inkml:definitions>
  <inkml:trace contextRef="#ctx0" brushRef="#br0">14 111 4312 0 0,'-1'-1'283'0'0,"0"0"1"0"0,0 0-1 0 0,0 0 0 0 0,0 1 1 0 0,0-1-1 0 0,0 0 0 0 0,1 0 1 0 0,-1 0-1 0 0,0 0 0 0 0,0 0 1 0 0,1-1-1 0 0,-1 1 0 0 0,1 0 1 0 0,-1 0-1 0 0,1 0 0 0 0,-1 0 1 0 0,1-1-1 0 0,0 1 0 0 0,-1 0 1 0 0,1-1-1 0 0,0 1 0 0 0,0 0 1 0 0,0 0-1 0 0,0-1 0 0 0,0 1 1 0 0,1 0-1 0 0,-1-1 0 0 0,0 1 1 0 0,0 0-1 0 0,1 0 0 0 0,0-2 1 0 0,1-7 401 0 0,0 0-297 0 0,0 0 0 0 0,-1 0 0 0 0,0-18 0 0 0,-1 23-260 0 0</inkml:trace>
</inkml:ink>
</file>

<file path=ppt/ink/ink2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808"/>
    </inkml:context>
    <inkml:brush xml:id="br0">
      <inkml:brushProperty name="width" value="0.025" units="cm"/>
      <inkml:brushProperty name="height" value="0.025" units="cm"/>
      <inkml:brushProperty name="color" value="#A00C1A"/>
    </inkml:brush>
  </inkml:definitions>
  <inkml:trace contextRef="#ctx0" brushRef="#br0">0 168 7736 0 0,'0'0'6462'0'0,"10"-17"-6012"0"0,-6-14-88 0 0,-3 20-249 0 0,1 1 0 0 0,-1-1 0 0 0,-1 1 0 0 0,0-1 0 0 0,-1-10 0 0 0,-6-17 148 0 0,6 32-178 0 0,1 5-59 0 0</inkml:trace>
</inkml:ink>
</file>

<file path=ppt/ink/ink2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809"/>
    </inkml:context>
    <inkml:brush xml:id="br0">
      <inkml:brushProperty name="width" value="0.025" units="cm"/>
      <inkml:brushProperty name="height" value="0.025" units="cm"/>
      <inkml:brushProperty name="color" value="#A00C1A"/>
    </inkml:brush>
  </inkml:definitions>
  <inkml:trace contextRef="#ctx0" brushRef="#br0">1 317 8936 0 0,'0'0'1942'0'0,"1"-26"-754"0"0,1 19-979 0 0,-1 0-1 0 0,1 0 0 0 0,0 0 1 0 0,1 1-1 0 0,4-10 1 0 0,-4 9-135 0 0,1-1 1 0 0,-1 0 0 0 0,3-13 0 0 0,-5 17-50 0 0,0 0 0 0 0,1 0 0 0 0,-1 0 0 0 0,1 0 1 0 0,0 0-1 0 0,4-4 0 0 0,4-12 45 0 0,-9 18-57 0 0,0 0-1 0 0,1 0 1 0 0,-1 1-1 0 0,0-1 0 0 0,1 0 1 0 0,-1 1-1 0 0,1-1 1 0 0,0 0-1 0 0,-1 1 0 0 0,1 0 1 0 0,4-3-1 0 0,5-5 49 0 0,36-27 613 0 0,-43 32-623 0 0,0-1 0 0 0,-1 0 0 0 0,1 0 0 0 0,-1 0 0 0 0,0 0 0 0 0,0 0-1 0 0,-1-1 1 0 0,1 0 0 0 0,-1 1 0 0 0,0-1 0 0 0,1-9 0 0 0,-3 12-40 0 0,-1 1-3 0 0</inkml:trace>
</inkml:ink>
</file>

<file path=ppt/ink/ink2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810"/>
    </inkml:context>
    <inkml:brush xml:id="br0">
      <inkml:brushProperty name="width" value="0.025" units="cm"/>
      <inkml:brushProperty name="height" value="0.025" units="cm"/>
      <inkml:brushProperty name="color" value="#A00C1A"/>
    </inkml:brush>
  </inkml:definitions>
  <inkml:trace contextRef="#ctx0" brushRef="#br0">65 125 7936 0 0,'0'0'3936'0'0,"-2"-12"-3779"0"0,-1 2-95 0 0,2 8-38 0 0,1-1 1 0 0,-1 1-1 0 0,1 0 0 0 0,-1-1 0 0 0,1 1 1 0 0,0-1-1 0 0,0 1 0 0 0,0 0 1 0 0,0-1-1 0 0,0-2 0 0 0,-1 1 129 0 0,-1 0-1 0 0,0 0 1 0 0,0 0-1 0 0,-1 0 1 0 0,1 1-1 0 0,-1-1 1 0 0,-5-4-1 0 0,-9-16 451 0 0,15 21-588 0 0,1 2-13 0 0,1 1-1 0 0,-1-1 0 0 0,1 0 1 0 0,-1 0-1 0 0,1 1 1 0 0,-1-1-1 0 0,0 0 0 0 0,1 1 1 0 0,-1-1-1 0 0,0 1 0 0 0,0-1 1 0 0,1 1-1 0 0,-1-1 0 0 0,0 1 1 0 0,0 0-1 0 0,0-1 1 0 0,1 1-1 0 0,-3-1 0 0 0,3 0-41 0 0,5 3 2 0 0,4 7 61 0 0,-8-8-17 0 0,0 0-1 0 0,0 0 0 0 0,0 0 1 0 0,0 0-1 0 0,0 0 0 0 0,0 0 1 0 0,0 0-1 0 0,0 0 1 0 0,1 0-1 0 0,-1-1 0 0 0,3 2 1 0 0,11 18 130 0 0,-14-18-61 0 0,1 1 0 0 0,-1 0 1 0 0,0-1-1 0 0,0 1 0 0 0,0 0 1 0 0,-1-1-1 0 0,1 1 0 0 0,-1 0 1 0 0,1 4-1 0 0,2 20 196 0 0,-3-27-271 0 0</inkml:trace>
</inkml:ink>
</file>

<file path=ppt/ink/ink2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811"/>
    </inkml:context>
    <inkml:brush xml:id="br0">
      <inkml:brushProperty name="width" value="0.025" units="cm"/>
      <inkml:brushProperty name="height" value="0.025" units="cm"/>
      <inkml:brushProperty name="color" value="#A00C1A"/>
    </inkml:brush>
  </inkml:definitions>
  <inkml:trace contextRef="#ctx0" brushRef="#br0">493 7 112 0 0,'0'0'4867'0'0,"-26"0"-3568"0"0,19 1 2731 0 0,-33-2-874 0 0,7 8-1102 0 0,18-2-1655 0 0,14-5-340 0 0,-1 0-1 0 0,1 1 1 0 0,-1-1 0 0 0,1 1-1 0 0,-1-1 1 0 0,1 1 0 0 0,-1-1-1 0 0,1 1 1 0 0,0 0 0 0 0,-1 0-1 0 0,1-1 1 0 0,0 1 0 0 0,0 0-1 0 0,0 0 1 0 0,-2 3-1 0 0,-12 11 382 0 0,14-13-392 0 0,0 0-1 0 0,0-1 0 0 0,0 1 1 0 0,1-1-1 0 0,-1 1 0 0 0,0 0 1 0 0,1 0-1 0 0,0-1 0 0 0,-1 1 1 0 0,1 0-1 0 0,0 3 160 0 0,-8 25 872 0 0,7-26-1006 0 0,0 1-1 0 0,1-1 1 0 0,-1 1-1 0 0,1-1 1 0 0,0 0 0 0 0,0 1-1 0 0,1 6 1 0 0,0 4 350 0 0,-1-9-222 0 0,0-1-1 0 0,0 1 1 0 0,-1 0 0 0 0,0-1-1 0 0,-2 11 1 0 0,-11 15 667 0 0,13-29-852 0 0,0 0-1 0 0,-1 0 0 0 0,1 0 0 0 0,0 0 0 0 0,-1 0 1 0 0,1-1-1 0 0,-1 1 0 0 0,0 0 0 0 0,1-1 1 0 0,-1 0-1 0 0,0 1 0 0 0,0-1 0 0 0,-3 2 0 0 0,-2-2 14 0 0,0 1-1 0 0,-1-2 0 0 0,1 1 1 0 0,0-1-1 0 0,0 0 0 0 0,-1 0 1 0 0,-7-2-1 0 0,11 0 5 0 0,-1-1 0 0 0,1 1 0 0 0,0-1 0 0 0,0 0 0 0 0,0 0 0 0 0,0-1 0 0 0,0 1 0 0 0,0-1 0 0 0,1 0 0 0 0,0 0 0 0 0,0 0 0 0 0,-3-5 0 0 0,1-30-129 0 0,1-29 552 0 0,3 64-405 0 0,1 1 0 0 0,-1-1 0 0 0,0 0 0 0 0,0 0 0 0 0,0 0 0 0 0,0 1 0 0 0,-1-1 0 0 0,-2-4 0 0 0,-5-12 92 0 0,9 19-138 0 0,-1-1 0 0 0,1 0 0 0 0,-1 0 1 0 0,0 1-1 0 0,0-1 0 0 0,0 0 0 0 0,0 1 1 0 0,0-1-1 0 0,0 1 0 0 0,0 0 1 0 0,0-1-1 0 0,0 1 0 0 0,-1 0 0 0 0,1-1 1 0 0,-1 1-1 0 0,1 0 0 0 0,-1 0 0 0 0,1 0 1 0 0,-1 1-1 0 0,-3-2 0 0 0,-9-6-153 0 0,13 7 130 0 0,0 0 0 0 0,-1 0 0 0 0,1 0 0 0 0,0 0 0 0 0,-1 1 1 0 0,1-1-1 0 0,-1 0 0 0 0,1 1 0 0 0,-1-1 0 0 0,1 1 0 0 0,-1 0 0 0 0,1-1 0 0 0,-3 1 1 0 0,-25 0 71 0 0,-4-1-3279 0 0</inkml:trace>
</inkml:ink>
</file>

<file path=ppt/ink/ink2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812"/>
    </inkml:context>
    <inkml:brush xml:id="br0">
      <inkml:brushProperty name="width" value="0.025" units="cm"/>
      <inkml:brushProperty name="height" value="0.025" units="cm"/>
      <inkml:brushProperty name="color" value="#A00C1A"/>
    </inkml:brush>
  </inkml:definitions>
  <inkml:trace contextRef="#ctx0" brushRef="#br0">146 1 5824 0 0,'0'0'3972'0'0,"-25"3"-2624"0"0,15-3-995 0 0,7 0-272 0 0,1-1 0 0 0,0 1 1 0 0,0 0-1 0 0,0 0 0 0 0,-1 0 0 0 0,1 1 1 0 0,0-1-1 0 0,0 1 0 0 0,0-1 0 0 0,0 1 0 0 0,-3 0 1 0 0,2 0 30 0 0,0 0 0 0 0,0 0 0 0 0,0-1 0 0 0,0 1 0 0 0,0-1 0 0 0,0 0 0 0 0,-4 0 0 0 0,3 0-18 0 0,4 0-59 0 0,-4 2 92 0 0,0-1 1 0 0,-1 1 0 0 0,1-1-1 0 0,-1 0 1 0 0,-7 1-1 0 0,-3 1 185 0 0,28-5-376 0 0,19-2-148 0 0,-7 3 178 0 0,32-2-1257 0 0,-43 3 1039 0 0,-14 0 240 0 0</inkml:trace>
</inkml:ink>
</file>

<file path=ppt/ink/ink2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813"/>
    </inkml:context>
    <inkml:brush xml:id="br0">
      <inkml:brushProperty name="width" value="0.025" units="cm"/>
      <inkml:brushProperty name="height" value="0.025" units="cm"/>
      <inkml:brushProperty name="color" value="#A00C1A"/>
    </inkml:brush>
  </inkml:definitions>
  <inkml:trace contextRef="#ctx0" brushRef="#br0">126 80 13648 0 0,'0'0'310'0'0,"-5"-29"2717"0"0,-4 10-2210 0 0,6 15-741 0 0,-3-7 318 0 0,6 11-339 0 0,0-1-1 0 0,-1 0 0 0 0,1 0 1 0 0,-1 0-1 0 0,1 1 1 0 0,-1-1-1 0 0,1 0 0 0 0,-1 1 1 0 0,0-1-1 0 0,1 0 0 0 0,-1 1 1 0 0,0-1-1 0 0,0 1 0 0 0,1-1 1 0 0,-1 1-1 0 0,0-1 1 0 0,0 1-1 0 0,0-1 0 0 0,0 1 1 0 0,-1-1-1 0 0,-1 1 114 0 0,1-1 1 0 0,-1 0-1 0 0,0 1 0 0 0,0-1 0 0 0,0 1 0 0 0,0 0 1 0 0,0 0-1 0 0,-4 0 0 0 0,6 0-111 0 0,-1 0-1 0 0,1 0 0 0 0,0 1 1 0 0,-1-1-1 0 0,1 0 0 0 0,-1 0 1 0 0,1 1-1 0 0,0-1 0 0 0,-1 1 1 0 0,1-1-1 0 0,0 1 0 0 0,0 0 1 0 0,0 0-1 0 0,-1-1 1 0 0,1 1-1 0 0,0 0 0 0 0,0 0 1 0 0,0 0-1 0 0,-1 2 0 0 0,-23 32 1255 0 0,21 1-871 0 0,4-36-431 0 0,-2 0 23 0 0,1 0-24 0 0</inkml:trace>
</inkml:ink>
</file>

<file path=ppt/ink/ink2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814"/>
    </inkml:context>
    <inkml:brush xml:id="br0">
      <inkml:brushProperty name="width" value="0.025" units="cm"/>
      <inkml:brushProperty name="height" value="0.025" units="cm"/>
      <inkml:brushProperty name="color" value="#A00C1A"/>
    </inkml:brush>
  </inkml:definitions>
  <inkml:trace contextRef="#ctx0" brushRef="#br0">1 120 20631 0 0,'0'0'167'0'0,"8"-5"82"0"0,-8 2-249 0 0,-1 1 0 0 0,1-1 0 0 0,0 1 0 0 0,0 0 0 0 0,0-1 0 0 0,0 1 0 0 0,0-1 0 0 0,0 1 0 0 0,0-1 0 0 0,1 1 0 0 0,0 0 0 0 0,-1-1 0 0 0,1 1 0 0 0,0 0 0 0 0,0-1 0 0 0,0 1 0 0 0,0 0 0 0 0,1 0 0 0 0,1-2 0 0 0,-2 1-2 0 0,1 1 1 0 0,0 0-1 0 0,0 0 0 0 0,1 0 0 0 0,-1 0 0 0 0,0 0 0 0 0,3-2 0 0 0,11-8-7 0 0,-14 10 20 0 0,0 1 0 0 0,0-1 0 0 0,0 1 0 0 0,0 0 0 0 0,1-1 0 0 0,-1 1 0 0 0,0 1 0 0 0,1-1 0 0 0,-1 0 0 0 0,4 0 0 0 0,13-5 51 0 0,-11 2-5 0 0,0 1-1 0 0,0 0 1 0 0,17-3 0 0 0,-25 6-51 0 0</inkml:trace>
</inkml:ink>
</file>

<file path=ppt/ink/ink2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815"/>
    </inkml:context>
    <inkml:brush xml:id="br0">
      <inkml:brushProperty name="width" value="0.025" units="cm"/>
      <inkml:brushProperty name="height" value="0.025" units="cm"/>
      <inkml:brushProperty name="color" value="#A00C1A"/>
    </inkml:brush>
  </inkml:definitions>
  <inkml:trace contextRef="#ctx0" brushRef="#br0">120 100 6632 0 0,'0'0'8888'0'0,"3"-31"-8216"0"0,-3 28-534 0 0,0 1 1 0 0,0 0 0 0 0,0-1 0 0 0,0 1 0 0 0,0-1-1 0 0,-1 1 1 0 0,1 0 0 0 0,-1-1 0 0 0,1 1 0 0 0,-1 0 0 0 0,0 0-1 0 0,0 0 1 0 0,0-1 0 0 0,0 1 0 0 0,-1 0 0 0 0,1 0 0 0 0,0 0-1 0 0,-1 1 1 0 0,1-1 0 0 0,-1 0 0 0 0,0 0 0 0 0,0 1 0 0 0,-3-3-1 0 0,-1-1 269 0 0,5 4-355 0 0,0 1-1 0 0,1-1 1 0 0,-1 0 0 0 0,0 0 0 0 0,0 0-1 0 0,0 1 1 0 0,0-1 0 0 0,0 0-1 0 0,0 1 1 0 0,-1-1 0 0 0,1 1 0 0 0,0-1-1 0 0,0 1 1 0 0,0 0 0 0 0,0 0-1 0 0,-1-1 1 0 0,1 1 0 0 0,0 0-1 0 0,0 0 1 0 0,0 0 0 0 0,-1 0 0 0 0,1 0-1 0 0,0 0 1 0 0,0 1 0 0 0,-1-1-1 0 0,1 0 1 0 0,0 0 0 0 0,0 1 0 0 0,0-1-1 0 0,0 1 1 0 0,-2 1 0 0 0,-5 1 279 0 0,-14 10 275 0 0,22-12-570 0 0,-1-1-4 0 0,0 1 1 0 0,0 0-1 0 0,0 1 0 0 0,0-1 1 0 0,0 0-1 0 0,0 0 1 0 0,0 0-1 0 0,0 1 0 0 0,0-1 1 0 0,0 0-1 0 0,1 1 0 0 0,-1-1 1 0 0,1 1-1 0 0,-1-1 1 0 0,1 1-1 0 0,-1 1 0 0 0,-2 6 125 0 0,1-5-113 0 0,1-1 0 0 0,0 1 0 0 0,0-1 0 0 0,0 1 0 0 0,0 0 1 0 0,1 0-1 0 0,0-1 0 0 0,-1 6 0 0 0,2-9-43 0 0,-1 0 1 0 0,0 0 0 0 0,0 0-1 0 0,0 0 1 0 0,0 0-1 0 0,0 0 1 0 0,0 0-1 0 0,1 0 1 0 0,-1 0-1 0 0,0 0 1 0 0,0 0-1 0 0,0 0 1 0 0,0 0-1 0 0,0 0 1 0 0,0 0-1 0 0,0 0 1 0 0,0 0-1 0 0,1 0 1 0 0,-1 0-1 0 0,0 0 1 0 0,0 0-1 0 0,0 0 1 0 0,0 0 0 0 0,0 0-1 0 0,0 1 1 0 0,0-1-1 0 0,0 0 1 0 0,0 0-1 0 0,0 0 1 0 0,0 0-1 0 0,0 0 1 0 0,0 0-1 0 0,0 0 1 0 0,1 1-1 0 0,-1-1 1 0 0,0 0-1 0 0,0 0 1 0 0,0 0-1 0 0,0 0 1 0 0,0 0-1 0 0,0 0 1 0 0,0 0-1 0 0,0 1 1 0 0,0-1-1 0 0,0 0 1 0 0,-1 0 0 0 0,1 0-1 0 0,0 0 1 0 0,0 0-1 0 0,0 0 1 0 0,0 0-1 0 0,0 0 1 0 0,0 1-1 0 0,0-1 1 0 0,0 0-1 0 0,0 0 1 0 0,0 0-1 0 0,0 0 1 0 0,0 0-1 0 0,0 0 1 0 0,0 0-1 0 0,-1 0 1 0 0,1 0-1 0 0,0 0 1 0 0,0 0-1 0 0,0 0 1 0 0,0 1 0 0 0,0-1-1 0 0,0 0 1 0 0,-1 0 4 0 0</inkml:trace>
</inkml:ink>
</file>

<file path=ppt/ink/ink2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816"/>
    </inkml:context>
    <inkml:brush xml:id="br0">
      <inkml:brushProperty name="width" value="0.025" units="cm"/>
      <inkml:brushProperty name="height" value="0.025" units="cm"/>
      <inkml:brushProperty name="color" value="#A00C1A"/>
    </inkml:brush>
  </inkml:definitions>
  <inkml:trace contextRef="#ctx0" brushRef="#br0">125 100 12864 0 0,'0'0'3290'0'0,"3"-26"-2051"0"0,-4 22-1107 0 0,-1 1 1 0 0,1 0-1 0 0,-1-1 1 0 0,1 1-1 0 0,-1 0 1 0 0,0 0-1 0 0,-3-3 1 0 0,-39-19 1511 0 0,9 13-676 0 0,28 10-897 0 0,-17-3 448 0 0,22 5-511 0 0</inkml:trace>
</inkml:ink>
</file>

<file path=ppt/ink/ink2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817"/>
    </inkml:context>
    <inkml:brush xml:id="br0">
      <inkml:brushProperty name="width" value="0.025" units="cm"/>
      <inkml:brushProperty name="height" value="0.025" units="cm"/>
      <inkml:brushProperty name="color" value="#A00C1A"/>
    </inkml:brush>
  </inkml:definitions>
  <inkml:trace contextRef="#ctx0" brushRef="#br0">173 541 3712 0 0,'0'0'4878'0'0,"-20"-14"-2984"0"0,19 10-1697 0 0,-1 0 0 0 0,1 0 0 0 0,-1 0 0 0 0,0 1 1 0 0,0-1-1 0 0,-4-4 0 0 0,-7-16 255 0 0,-10-20 910 0 0,8 22-601 0 0,-1 2-248 0 0,10 8 209 0 0,0 0 1 0 0,0-1-1 0 0,1 1 1 0 0,-7-27 0 0 0,5 11-76 0 0,5 22-561 0 0,0-1 0 0 0,0 0 0 0 0,1 0 0 0 0,0 0 0 0 0,-1-7-1 0 0,-6-69 210 0 0,-1-21-214 0 0,8 69 105 0 0,1 35-172 0 0</inkml:trace>
</inkml:ink>
</file>

<file path=ppt/ink/ink2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818"/>
    </inkml:context>
    <inkml:brush xml:id="br0">
      <inkml:brushProperty name="width" value="0.025" units="cm"/>
      <inkml:brushProperty name="height" value="0.025" units="cm"/>
      <inkml:brushProperty name="color" value="#A00C1A"/>
    </inkml:brush>
  </inkml:definitions>
  <inkml:trace contextRef="#ctx0" brushRef="#br0">1 1 8936 0 0,'0'0'4446'0'0,"0"30"-4132"0"0,7-1 124 0 0,-6-25-378 0 0,0 0 0 0 0,-1 1-1 0 0,1-1 1 0 0,1 0 0 0 0,-1 0 0 0 0,3 4 0 0 0,-2-3 312 0 0,1-1-1 0 0,0 0 1 0 0,0 0 0 0 0,0-1 0 0 0,1 1-1 0 0,-1-1 1 0 0,1 1 0 0 0,0-1 0 0 0,-1 0 0 0 0,2 0-1 0 0,7 4 1 0 0,-7-5-143 0 0,0 1-1 0 0,-1-1 1 0 0,1 1-1 0 0,-1 1 1 0 0,0-1 0 0 0,0 1-1 0 0,0-1 1 0 0,5 7-1 0 0,4 3 218 0 0,-5-5-317 0 0,-6-7-227 0 0,0 1-1 0 0,0 0 1 0 0,-1 0-1 0 0,1-1 0 0 0,0 1 1 0 0,-1 1-1 0 0,1-1 1 0 0,-1 0-1 0 0,1 0 1 0 0,0 4-1 0 0,9 42 1624 0 0,-9-39-1397 0 0,-2 0 0 0 0,1 0 0 0 0,-2 13 0 0 0,0 3-1 0 0,1-23-110 0 0</inkml:trace>
</inkml:ink>
</file>

<file path=ppt/ink/ink2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819"/>
    </inkml:context>
    <inkml:brush xml:id="br0">
      <inkml:brushProperty name="width" value="0.025" units="cm"/>
      <inkml:brushProperty name="height" value="0.025" units="cm"/>
      <inkml:brushProperty name="color" value="#A00C1A"/>
    </inkml:brush>
  </inkml:definitions>
  <inkml:trace contextRef="#ctx0" brushRef="#br0">0 581 6824 0 0,'0'0'3657'0'0,"17"-29"-1104"0"0,15-30-1075 0 0,-22 35-1089 0 0,-9 20-354 0 0,0 1 1 0 0,0 0-1 0 0,0-1 0 0 0,1 1 1 0 0,-1 0-1 0 0,1 0 0 0 0,0 0 1 0 0,0 0-1 0 0,3-4 0 0 0,-2 3 0 0 0,0-1 0 0 0,-1 0 0 0 0,1 0-1 0 0,-1 0 1 0 0,0 0 0 0 0,-1 0 0 0 0,1 0 0 0 0,0-9-1 0 0,5-9 605 0 0,-1-5-108 0 0,-6 25-496 0 0,0 0-1 0 0,1 0 1 0 0,-1 0 0 0 0,1 0-1 0 0,0 0 1 0 0,0 0 0 0 0,0 0-1 0 0,0 0 1 0 0,0 0 0 0 0,1 1-1 0 0,-1-1 1 0 0,1 0 0 0 0,3-3-1 0 0,-4 4-3 0 0,1 0 0 0 0,-1 0 0 0 0,1 0-1 0 0,-1 0 1 0 0,0 0 0 0 0,0 0 0 0 0,0 0 0 0 0,-1-1 0 0 0,1 1-1 0 0,0 0 1 0 0,-1-1 0 0 0,1 1 0 0 0,-1 0 0 0 0,0-1-1 0 0,0-2 1 0 0,0 1-11 0 0,1 1-1 0 0,-1 0 1 0 0,1-1-1 0 0,-1 1 1 0 0,1 0-1 0 0,0 0 1 0 0,2-5-1 0 0,-1 3 1 0 0,0-1 0 0 0,0 1 0 0 0,0-1 0 0 0,-1 0 0 0 0,1-9 0 0 0,1-3 58 0 0,0-13 460 0 0,-4 26-494 0 0,2 0 0 0 0,-1 0 1 0 0,0 0-1 0 0,1 0 0 0 0,0 0 0 0 0,0 0 1 0 0,3-5-1 0 0,-3 4-45 0 0,1-1 1 0 0,-1 1-1 0 0,0-1 1 0 0,-1 1-1 0 0,1-1 1 0 0,-1 1-1 0 0,-1-9 1 0 0,-2-3 722 0 0</inkml:trace>
</inkml:ink>
</file>

<file path=ppt/ink/ink2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820"/>
    </inkml:context>
    <inkml:brush xml:id="br0">
      <inkml:brushProperty name="width" value="0.025" units="cm"/>
      <inkml:brushProperty name="height" value="0.025" units="cm"/>
      <inkml:brushProperty name="color" value="#A00C1A"/>
    </inkml:brush>
  </inkml:definitions>
  <inkml:trace contextRef="#ctx0" brushRef="#br0">5 361 8840 0 0,'0'0'3074'0'0,"-2"-19"-2419"0"0,1 10-375 0 0,1 5-145 0 0,-1 0 0 0 0,1 1 0 0 0,0-1-1 0 0,0 0 1 0 0,0 0 0 0 0,1 1 0 0 0,0-5 0 0 0,5-14 794 0 0,-6 18-857 0 0,1 1-1 0 0,0 0 1 0 0,-1 0 0 0 0,1 0-1 0 0,0 0 1 0 0,0 0-1 0 0,1 0 1 0 0,-1 0-1 0 0,4-4 1 0 0,-4 5 10 0 0,0 0 0 0 0,0 1 0 0 0,0-1 0 0 0,0 0 1 0 0,0 0-1 0 0,0 0 0 0 0,0 0 0 0 0,0-3 0 0 0,0 3-43 0 0,-1 0 0 0 0,1 1-1 0 0,-1-1 1 0 0,1 1 0 0 0,0-1 0 0 0,0 0-1 0 0,0 1 1 0 0,0-1 0 0 0,0 1-1 0 0,2-3 1 0 0,33-35 789 0 0,-6 12 74 0 0,-1 0-288 0 0,-28 26-642 0 0,17-22-5 0 0,-14 3 293 0 0,-4 20-247 0 0,3-9 84 0 0,-2 0 0 0 0,1 0-1 0 0,-1 0 1 0 0,-1-18 0 0 0,0 25-92 0 0</inkml:trace>
</inkml:ink>
</file>

<file path=ppt/ink/ink2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821"/>
    </inkml:context>
    <inkml:brush xml:id="br0">
      <inkml:brushProperty name="width" value="0.025" units="cm"/>
      <inkml:brushProperty name="height" value="0.025" units="cm"/>
      <inkml:brushProperty name="color" value="#A00C1A"/>
    </inkml:brush>
  </inkml:definitions>
  <inkml:trace contextRef="#ctx0" brushRef="#br0">123 263 1896 0 0,'0'0'6641'0'0,"-16"-15"-5098"0"0,-8-29-283 0 0,11 30-488 0 0,7 9-68 0 0,3 0-208 0 0,1-2-25 0 0,2 2-189 0 0,-4-14 515 0 0,-8-8-102 0 0,-2-2-242 0 0,5 8-185 0 0,7 18-239 0 0,0 0-1 0 0,0 0 0 0 0,1 0 1 0 0,-1 0-1 0 0,1 0 0 0 0,0-1 1 0 0,-1-3-1 0 0,-3-32 276 0 0,4 36-282 0 0</inkml:trace>
</inkml:ink>
</file>

<file path=ppt/ink/ink2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822"/>
    </inkml:context>
    <inkml:brush xml:id="br0">
      <inkml:brushProperty name="width" value="0.025" units="cm"/>
      <inkml:brushProperty name="height" value="0.025" units="cm"/>
      <inkml:brushProperty name="color" value="#A00C1A"/>
    </inkml:brush>
  </inkml:definitions>
  <inkml:trace contextRef="#ctx0" brushRef="#br0">1 557 4416 0 0,'0'0'5293'0'0,"18"-28"-2938"0"0,-16 26-2284 0 0,0-1 0 0 0,0 1 0 0 0,0-1 0 0 0,0 0 0 0 0,-1 0 0 0 0,1 0 0 0 0,-1 0 0 0 0,0-1 0 0 0,0 1 0 0 0,1-3 0 0 0,10-23 564 0 0,-11 28-569 0 0,1-1 38 0 0,1-1-1 0 0,-1-1 1 0 0,0 1 0 0 0,0 0-1 0 0,0 0 1 0 0,-1-1-1 0 0,1 1 1 0 0,-1-1 0 0 0,2-6-1 0 0,-2 6-6 0 0,1 0 0 0 0,-1 0 0 0 0,1 1 0 0 0,0-1 0 0 0,3-6 0 0 0,-3 8-35 0 0,0-1 0 0 0,0 0 0 0 0,-1 0 0 0 0,1 0 0 0 0,-1 0 0 0 0,0 0 0 0 0,0 0 0 0 0,0 0 1 0 0,0 0-1 0 0,0 0 0 0 0,-1-6 0 0 0,11-9 342 0 0,-10 14-341 0 0,0 1 0 0 0,1-1 0 0 0,-1 1 1 0 0,1-1-1 0 0,0 1 0 0 0,0 0 0 0 0,0 0 0 0 0,0-1 1 0 0,4-2-1 0 0,-4 4 3 0 0,-1 0 0 0 0,0 0 1 0 0,0 0-1 0 0,0 0 0 0 0,0 0 0 0 0,0 0 1 0 0,-1 0-1 0 0,1-1 0 0 0,-1 1 0 0 0,1 0 1 0 0,-1 0-1 0 0,0 0 0 0 0,0-5 0 0 0,0 4-38 0 0,1 0 0 0 0,-1 0 0 0 0,0 1 0 0 0,1-1 0 0 0,-1 0 0 0 0,1 1 0 0 0,0-1 0 0 0,0 0 0 0 0,2-3-1 0 0,-2 3-16 0 0,1-1 0 0 0,0 0-1 0 0,-1 0 1 0 0,0 0-1 0 0,0 1 1 0 0,0-1-1 0 0,0 0 1 0 0,-1 0-1 0 0,1-1 1 0 0,-1-5-1 0 0,13-29-652 0 0,-10 12 121 0 0,3-11 515 0 0,-5 31-105 0 0,1-1 0 0 0,-1 1 0 0 0,0 0 0 0 0,-1-1 0 0 0,1 0-1 0 0,-2-8 1 0 0,1-1 63 0 0,0 14 40 0 0</inkml:trace>
</inkml:ink>
</file>

<file path=ppt/ink/ink2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823"/>
    </inkml:context>
    <inkml:brush xml:id="br0">
      <inkml:brushProperty name="width" value="0.025" units="cm"/>
      <inkml:brushProperty name="height" value="0.025" units="cm"/>
      <inkml:brushProperty name="color" value="#A00C1A"/>
    </inkml:brush>
  </inkml:definitions>
  <inkml:trace contextRef="#ctx0" brushRef="#br0">14 111 4312 0 0,'-1'-1'283'0'0,"0"0"1"0"0,0 0-1 0 0,0 0 0 0 0,0 1 1 0 0,0-1-1 0 0,0 0 0 0 0,1 0 1 0 0,-1 0-1 0 0,0 0 0 0 0,0 0 1 0 0,1-1-1 0 0,-1 1 0 0 0,1 0 1 0 0,-1 0-1 0 0,1 0 0 0 0,-1 0 1 0 0,1-1-1 0 0,0 1 0 0 0,-1 0 1 0 0,1-1-1 0 0,0 1 0 0 0,0 0 1 0 0,0 0-1 0 0,0-1 0 0 0,0 1 1 0 0,1 0-1 0 0,-1-1 0 0 0,0 1 1 0 0,0 0-1 0 0,1 0 0 0 0,0-2 1 0 0,1-7 401 0 0,0 0-297 0 0,0 0 0 0 0,-1 0 0 0 0,0-18 0 0 0,-1 23-260 0 0</inkml:trace>
</inkml:ink>
</file>

<file path=ppt/ink/ink2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824"/>
    </inkml:context>
    <inkml:brush xml:id="br0">
      <inkml:brushProperty name="width" value="0.025" units="cm"/>
      <inkml:brushProperty name="height" value="0.025" units="cm"/>
      <inkml:brushProperty name="color" value="#A00C1A"/>
    </inkml:brush>
  </inkml:definitions>
  <inkml:trace contextRef="#ctx0" brushRef="#br0">0 168 7736 0 0,'0'0'6462'0'0,"10"-17"-6012"0"0,-6-14-88 0 0,-3 20-249 0 0,1 1 0 0 0,-1-1 0 0 0,-1 1 0 0 0,0-1 0 0 0,-1-10 0 0 0,-6-17 148 0 0,6 32-178 0 0,1 5-59 0 0</inkml:trace>
</inkml:ink>
</file>

<file path=ppt/ink/ink2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825"/>
    </inkml:context>
    <inkml:brush xml:id="br0">
      <inkml:brushProperty name="width" value="0.025" units="cm"/>
      <inkml:brushProperty name="height" value="0.025" units="cm"/>
      <inkml:brushProperty name="color" value="#A00C1A"/>
    </inkml:brush>
  </inkml:definitions>
  <inkml:trace contextRef="#ctx0" brushRef="#br0">1 317 8936 0 0,'0'0'1942'0'0,"1"-26"-754"0"0,1 19-979 0 0,-1 0-1 0 0,1 0 0 0 0,0 0 1 0 0,1 1-1 0 0,4-10 1 0 0,-4 9-135 0 0,1-1 1 0 0,-1 0 0 0 0,3-13 0 0 0,-5 17-50 0 0,0 0 0 0 0,1 0 0 0 0,-1 0 0 0 0,1 0 1 0 0,0 0-1 0 0,4-4 0 0 0,4-12 45 0 0,-9 18-57 0 0,0 0-1 0 0,1 0 1 0 0,-1 1-1 0 0,0-1 0 0 0,1 0 1 0 0,-1 1-1 0 0,1-1 1 0 0,0 0-1 0 0,-1 1 0 0 0,1 0 1 0 0,4-3-1 0 0,5-5 49 0 0,36-27 613 0 0,-43 32-623 0 0,0-1 0 0 0,-1 0 0 0 0,1 0 0 0 0,-1 0 0 0 0,0 0 0 0 0,0 0-1 0 0,-1-1 1 0 0,1 0 0 0 0,-1 1 0 0 0,0-1 0 0 0,1-9 0 0 0,-3 12-40 0 0,-1 1-3 0 0</inkml:trace>
</inkml:ink>
</file>

<file path=ppt/ink/ink2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826"/>
    </inkml:context>
    <inkml:brush xml:id="br0">
      <inkml:brushProperty name="width" value="0.025" units="cm"/>
      <inkml:brushProperty name="height" value="0.025" units="cm"/>
      <inkml:brushProperty name="color" value="#A00C1A"/>
    </inkml:brush>
  </inkml:definitions>
  <inkml:trace contextRef="#ctx0" brushRef="#br0">65 125 7936 0 0,'0'0'3936'0'0,"-2"-12"-3779"0"0,-1 2-95 0 0,2 8-38 0 0,1-1 1 0 0,-1 1-1 0 0,1 0 0 0 0,-1-1 0 0 0,1 1 1 0 0,0-1-1 0 0,0 1 0 0 0,0 0 1 0 0,0-1-1 0 0,0-2 0 0 0,-1 1 129 0 0,-1 0-1 0 0,0 0 1 0 0,0 0-1 0 0,-1 0 1 0 0,1 1-1 0 0,-1-1 1 0 0,-5-4-1 0 0,-9-16 451 0 0,15 21-588 0 0,1 2-13 0 0,1 1-1 0 0,-1-1 0 0 0,1 0 1 0 0,-1 0-1 0 0,1 1 1 0 0,-1-1-1 0 0,0 0 0 0 0,1 1 1 0 0,-1-1-1 0 0,0 1 0 0 0,0-1 1 0 0,1 1-1 0 0,-1-1 0 0 0,0 1 1 0 0,0 0-1 0 0,0-1 1 0 0,1 1-1 0 0,-3-1 0 0 0,3 0-41 0 0,5 3 2 0 0,4 7 61 0 0,-8-8-17 0 0,0 0-1 0 0,0 0 0 0 0,0 0 1 0 0,0 0-1 0 0,0 0 0 0 0,0 0 1 0 0,0 0-1 0 0,0 0 1 0 0,1 0-1 0 0,-1-1 0 0 0,3 2 1 0 0,11 18 130 0 0,-14-18-61 0 0,1 1 0 0 0,-1 0 1 0 0,0-1-1 0 0,0 1 0 0 0,0 0 1 0 0,-1-1-1 0 0,1 1 0 0 0,-1 0 1 0 0,1 4-1 0 0,2 20 196 0 0,-3-27-271 0 0</inkml:trace>
</inkml:ink>
</file>

<file path=ppt/ink/ink2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827"/>
    </inkml:context>
    <inkml:brush xml:id="br0">
      <inkml:brushProperty name="width" value="0.025" units="cm"/>
      <inkml:brushProperty name="height" value="0.025" units="cm"/>
      <inkml:brushProperty name="color" value="#A00C1A"/>
    </inkml:brush>
  </inkml:definitions>
  <inkml:trace contextRef="#ctx0" brushRef="#br0">493 7 112 0 0,'0'0'4867'0'0,"-26"0"-3568"0"0,19 1 2731 0 0,-33-2-874 0 0,7 8-1102 0 0,18-2-1655 0 0,14-5-340 0 0,-1 0-1 0 0,1 1 1 0 0,-1-1 0 0 0,1 1-1 0 0,-1-1 1 0 0,1 1 0 0 0,-1-1-1 0 0,1 1 1 0 0,0 0 0 0 0,-1 0-1 0 0,1-1 1 0 0,0 1 0 0 0,0 0-1 0 0,0 0 1 0 0,-2 3-1 0 0,-12 11 382 0 0,14-13-392 0 0,0 0-1 0 0,0-1 0 0 0,0 1 1 0 0,1-1-1 0 0,-1 1 0 0 0,0 0 1 0 0,1 0-1 0 0,0-1 0 0 0,-1 1 1 0 0,1 0-1 0 0,0 3 160 0 0,-8 25 872 0 0,7-26-1006 0 0,0 1-1 0 0,1-1 1 0 0,-1 1-1 0 0,1-1 1 0 0,0 0 0 0 0,0 1-1 0 0,1 6 1 0 0,0 4 350 0 0,-1-9-222 0 0,0-1-1 0 0,0 1 1 0 0,-1 0 0 0 0,0-1-1 0 0,-2 11 1 0 0,-11 15 667 0 0,13-29-852 0 0,0 0-1 0 0,-1 0 0 0 0,1 0 0 0 0,0 0 0 0 0,-1 0 1 0 0,1-1-1 0 0,-1 1 0 0 0,0 0 0 0 0,1-1 1 0 0,-1 0-1 0 0,0 1 0 0 0,0-1 0 0 0,-3 2 0 0 0,-2-2 14 0 0,0 1-1 0 0,-1-2 0 0 0,1 1 1 0 0,0-1-1 0 0,0 0 0 0 0,-1 0 1 0 0,-7-2-1 0 0,11 0 5 0 0,-1-1 0 0 0,1 1 0 0 0,0-1 0 0 0,0 0 0 0 0,0 0 0 0 0,0-1 0 0 0,0 1 0 0 0,0-1 0 0 0,1 0 0 0 0,0 0 0 0 0,0 0 0 0 0,-3-5 0 0 0,1-30-129 0 0,1-29 552 0 0,3 64-405 0 0,1 1 0 0 0,-1-1 0 0 0,0 0 0 0 0,0 0 0 0 0,0 0 0 0 0,0 1 0 0 0,-1-1 0 0 0,-2-4 0 0 0,-5-12 92 0 0,9 19-138 0 0,-1-1 0 0 0,1 0 0 0 0,-1 0 1 0 0,0 1-1 0 0,0-1 0 0 0,0 0 0 0 0,0 1 1 0 0,0-1-1 0 0,0 1 0 0 0,0 0 1 0 0,0-1-1 0 0,0 1 0 0 0,-1 0 0 0 0,1-1 1 0 0,-1 1-1 0 0,1 0 0 0 0,-1 0 0 0 0,1 0 1 0 0,-1 1-1 0 0,-3-2 0 0 0,-9-6-153 0 0,13 7 130 0 0,0 0 0 0 0,-1 0 0 0 0,1 0 0 0 0,0 0 0 0 0,-1 1 1 0 0,1-1-1 0 0,-1 0 0 0 0,1 1 0 0 0,-1-1 0 0 0,1 1 0 0 0,-1 0 0 0 0,1-1 0 0 0,-3 1 1 0 0,-25 0 71 0 0,-4-1-3279 0 0</inkml:trace>
</inkml:ink>
</file>

<file path=ppt/ink/ink2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828"/>
    </inkml:context>
    <inkml:brush xml:id="br0">
      <inkml:brushProperty name="width" value="0.025" units="cm"/>
      <inkml:brushProperty name="height" value="0.025" units="cm"/>
      <inkml:brushProperty name="color" value="#A00C1A"/>
    </inkml:brush>
  </inkml:definitions>
  <inkml:trace contextRef="#ctx0" brushRef="#br0">146 1 5824 0 0,'0'0'3972'0'0,"-25"3"-2624"0"0,15-3-995 0 0,7 0-272 0 0,1-1 0 0 0,0 1 1 0 0,0 0-1 0 0,0 0 0 0 0,-1 0 0 0 0,1 1 1 0 0,0-1-1 0 0,0 1 0 0 0,0-1 0 0 0,0 1 0 0 0,-3 0 1 0 0,2 0 30 0 0,0 0 0 0 0,0 0 0 0 0,0-1 0 0 0,0 1 0 0 0,0-1 0 0 0,0 0 0 0 0,-4 0 0 0 0,3 0-18 0 0,4 0-59 0 0,-4 2 92 0 0,0-1 1 0 0,-1 1 0 0 0,1-1-1 0 0,-1 0 1 0 0,-7 1-1 0 0,-3 1 185 0 0,28-5-376 0 0,19-2-148 0 0,-7 3 178 0 0,32-2-1257 0 0,-43 3 1039 0 0,-14 0 240 0 0</inkml:trace>
</inkml:ink>
</file>

<file path=ppt/ink/ink2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829"/>
    </inkml:context>
    <inkml:brush xml:id="br0">
      <inkml:brushProperty name="width" value="0.025" units="cm"/>
      <inkml:brushProperty name="height" value="0.025" units="cm"/>
      <inkml:brushProperty name="color" value="#A00C1A"/>
    </inkml:brush>
  </inkml:definitions>
  <inkml:trace contextRef="#ctx0" brushRef="#br0">126 80 13648 0 0,'0'0'310'0'0,"-5"-29"2717"0"0,-4 10-2210 0 0,6 15-741 0 0,-3-7 318 0 0,6 11-339 0 0,0-1-1 0 0,-1 0 0 0 0,1 0 1 0 0,-1 0-1 0 0,1 1 1 0 0,-1-1-1 0 0,1 0 0 0 0,-1 1 1 0 0,0-1-1 0 0,1 0 0 0 0,-1 1 1 0 0,0-1-1 0 0,0 1 0 0 0,1-1 1 0 0,-1 1-1 0 0,0-1 1 0 0,0 1-1 0 0,0-1 0 0 0,0 1 1 0 0,-1-1-1 0 0,-1 1 114 0 0,1-1 1 0 0,-1 0-1 0 0,0 1 0 0 0,0-1 0 0 0,0 1 0 0 0,0 0 1 0 0,0 0-1 0 0,-4 0 0 0 0,6 0-111 0 0,-1 0-1 0 0,1 0 0 0 0,0 1 1 0 0,-1-1-1 0 0,1 0 0 0 0,-1 0 1 0 0,1 1-1 0 0,0-1 0 0 0,-1 1 1 0 0,1-1-1 0 0,0 1 0 0 0,0 0 1 0 0,0 0-1 0 0,-1-1 1 0 0,1 1-1 0 0,0 0 0 0 0,0 0 1 0 0,0 0-1 0 0,-1 2 0 0 0,-23 32 1255 0 0,21 1-871 0 0,4-36-431 0 0,-2 0 23 0 0,1 0-24 0 0</inkml:trace>
</inkml:ink>
</file>

<file path=ppt/ink/ink2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830"/>
    </inkml:context>
    <inkml:brush xml:id="br0">
      <inkml:brushProperty name="width" value="0.025" units="cm"/>
      <inkml:brushProperty name="height" value="0.025" units="cm"/>
      <inkml:brushProperty name="color" value="#A00C1A"/>
    </inkml:brush>
  </inkml:definitions>
  <inkml:trace contextRef="#ctx0" brushRef="#br0">1 120 20631 0 0,'0'0'167'0'0,"8"-5"82"0"0,-8 2-249 0 0,-1 1 0 0 0,1-1 0 0 0,0 1 0 0 0,0 0 0 0 0,0-1 0 0 0,0 1 0 0 0,0-1 0 0 0,0 1 0 0 0,0-1 0 0 0,1 1 0 0 0,0 0 0 0 0,-1-1 0 0 0,1 1 0 0 0,0 0 0 0 0,0-1 0 0 0,0 1 0 0 0,0 0 0 0 0,1 0 0 0 0,1-2 0 0 0,-2 1-2 0 0,1 1 1 0 0,0 0-1 0 0,0 0 0 0 0,1 0 0 0 0,-1 0 0 0 0,0 0 0 0 0,3-2 0 0 0,11-8-7 0 0,-14 10 20 0 0,0 1 0 0 0,0-1 0 0 0,0 1 0 0 0,0 0 0 0 0,1-1 0 0 0,-1 1 0 0 0,0 1 0 0 0,1-1 0 0 0,-1 0 0 0 0,4 0 0 0 0,13-5 51 0 0,-11 2-5 0 0,0 1-1 0 0,0 0 1 0 0,17-3 0 0 0,-25 6-51 0 0</inkml:trace>
</inkml:ink>
</file>

<file path=ppt/ink/ink2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831"/>
    </inkml:context>
    <inkml:brush xml:id="br0">
      <inkml:brushProperty name="width" value="0.025" units="cm"/>
      <inkml:brushProperty name="height" value="0.025" units="cm"/>
      <inkml:brushProperty name="color" value="#A00C1A"/>
    </inkml:brush>
  </inkml:definitions>
  <inkml:trace contextRef="#ctx0" brushRef="#br0">120 100 6632 0 0,'0'0'8888'0'0,"3"-31"-8216"0"0,-3 28-534 0 0,0 1 1 0 0,0 0 0 0 0,0-1 0 0 0,0 1 0 0 0,0-1-1 0 0,-1 1 1 0 0,1 0 0 0 0,-1-1 0 0 0,1 1 0 0 0,-1 0 0 0 0,0 0-1 0 0,0 0 1 0 0,0-1 0 0 0,0 1 0 0 0,-1 0 0 0 0,1 0 0 0 0,0 0-1 0 0,-1 1 1 0 0,1-1 0 0 0,-1 0 0 0 0,0 0 0 0 0,0 1 0 0 0,-3-3-1 0 0,-1-1 269 0 0,5 4-355 0 0,0 1-1 0 0,1-1 1 0 0,-1 0 0 0 0,0 0 0 0 0,0 0-1 0 0,0 1 1 0 0,0-1 0 0 0,0 0-1 0 0,0 1 1 0 0,-1-1 0 0 0,1 1 0 0 0,0-1-1 0 0,0 1 1 0 0,0 0 0 0 0,0 0-1 0 0,-1-1 1 0 0,1 1 0 0 0,0 0-1 0 0,0 0 1 0 0,0 0 0 0 0,-1 0 0 0 0,1 0-1 0 0,0 0 1 0 0,0 1 0 0 0,-1-1-1 0 0,1 0 1 0 0,0 0 0 0 0,0 1 0 0 0,0-1-1 0 0,0 1 1 0 0,-2 1 0 0 0,-5 1 279 0 0,-14 10 275 0 0,22-12-570 0 0,-1-1-4 0 0,0 1 1 0 0,0 0-1 0 0,0 1 0 0 0,0-1 1 0 0,0 0-1 0 0,0 0 1 0 0,0 0-1 0 0,0 1 0 0 0,0-1 1 0 0,0 0-1 0 0,1 1 0 0 0,-1-1 1 0 0,1 1-1 0 0,-1-1 1 0 0,1 1-1 0 0,-1 1 0 0 0,-2 6 125 0 0,1-5-113 0 0,1-1 0 0 0,0 1 0 0 0,0-1 0 0 0,0 1 0 0 0,0 0 1 0 0,1 0-1 0 0,0-1 0 0 0,-1 6 0 0 0,2-9-43 0 0,-1 0 1 0 0,0 0 0 0 0,0 0-1 0 0,0 0 1 0 0,0 0-1 0 0,0 0 1 0 0,0 0-1 0 0,1 0 1 0 0,-1 0-1 0 0,0 0 1 0 0,0 0-1 0 0,0 0 1 0 0,0 0-1 0 0,0 0 1 0 0,0 0-1 0 0,0 0 1 0 0,0 0-1 0 0,1 0 1 0 0,-1 0-1 0 0,0 0 1 0 0,0 0-1 0 0,0 0 1 0 0,0 0 0 0 0,0 0-1 0 0,0 1 1 0 0,0-1-1 0 0,0 0 1 0 0,0 0-1 0 0,0 0 1 0 0,0 0-1 0 0,0 0 1 0 0,0 0-1 0 0,0 0 1 0 0,1 1-1 0 0,-1-1 1 0 0,0 0-1 0 0,0 0 1 0 0,0 0-1 0 0,0 0 1 0 0,0 0-1 0 0,0 0 1 0 0,0 0-1 0 0,0 1 1 0 0,0-1-1 0 0,0 0 1 0 0,-1 0 0 0 0,1 0-1 0 0,0 0 1 0 0,0 0-1 0 0,0 0 1 0 0,0 0-1 0 0,0 0 1 0 0,0 1-1 0 0,0-1 1 0 0,0 0-1 0 0,0 0 1 0 0,0 0-1 0 0,0 0 1 0 0,0 0-1 0 0,0 0 1 0 0,0 0-1 0 0,-1 0 1 0 0,1 0-1 0 0,0 0 1 0 0,0 0-1 0 0,0 0 1 0 0,0 1 0 0 0,0-1-1 0 0,0 0 1 0 0,-1 0 4 0 0</inkml:trace>
</inkml:ink>
</file>

<file path=ppt/ink/ink2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832"/>
    </inkml:context>
    <inkml:brush xml:id="br0">
      <inkml:brushProperty name="width" value="0.025" units="cm"/>
      <inkml:brushProperty name="height" value="0.025" units="cm"/>
      <inkml:brushProperty name="color" value="#A00C1A"/>
    </inkml:brush>
  </inkml:definitions>
  <inkml:trace contextRef="#ctx0" brushRef="#br0">125 100 12864 0 0,'0'0'3290'0'0,"3"-26"-2051"0"0,-4 22-1107 0 0,-1 1 1 0 0,1 0-1 0 0,-1-1 1 0 0,1 1-1 0 0,-1 0 1 0 0,0 0-1 0 0,-3-3 1 0 0,-39-19 1511 0 0,9 13-676 0 0,28 10-897 0 0,-17-3 448 0 0,22 5-511 0 0</inkml:trace>
</inkml:ink>
</file>

<file path=ppt/ink/ink2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833"/>
    </inkml:context>
    <inkml:brush xml:id="br0">
      <inkml:brushProperty name="width" value="0.025" units="cm"/>
      <inkml:brushProperty name="height" value="0.025" units="cm"/>
      <inkml:brushProperty name="color" value="#A00C1A"/>
    </inkml:brush>
  </inkml:definitions>
  <inkml:trace contextRef="#ctx0" brushRef="#br0">173 541 3712 0 0,'0'0'4878'0'0,"-20"-14"-2984"0"0,19 10-1697 0 0,-1 0 0 0 0,1 0 0 0 0,-1 0 0 0 0,0 1 1 0 0,0-1-1 0 0,-4-4 0 0 0,-7-16 255 0 0,-10-20 910 0 0,8 22-601 0 0,-1 2-248 0 0,10 8 209 0 0,0 0 1 0 0,0-1-1 0 0,1 1 1 0 0,-7-27 0 0 0,5 11-76 0 0,5 22-561 0 0,0-1 0 0 0,0 0 0 0 0,1 0 0 0 0,0 0 0 0 0,-1-7-1 0 0,-6-69 210 0 0,-1-21-214 0 0,8 69 105 0 0,1 35-172 0 0</inkml:trace>
</inkml:ink>
</file>

<file path=ppt/ink/ink2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834"/>
    </inkml:context>
    <inkml:brush xml:id="br0">
      <inkml:brushProperty name="width" value="0.025" units="cm"/>
      <inkml:brushProperty name="height" value="0.025" units="cm"/>
      <inkml:brushProperty name="color" value="#A00C1A"/>
    </inkml:brush>
  </inkml:definitions>
  <inkml:trace contextRef="#ctx0" brushRef="#br0">1 1 8936 0 0,'0'0'4446'0'0,"0"30"-4132"0"0,7-1 124 0 0,-6-25-378 0 0,0 0 0 0 0,-1 1-1 0 0,1-1 1 0 0,1 0 0 0 0,-1 0 0 0 0,3 4 0 0 0,-2-3 312 0 0,1-1-1 0 0,0 0 1 0 0,0 0 0 0 0,0-1 0 0 0,1 1-1 0 0,-1-1 1 0 0,1 1 0 0 0,0-1 0 0 0,-1 0 0 0 0,2 0-1 0 0,7 4 1 0 0,-7-5-143 0 0,0 1-1 0 0,-1-1 1 0 0,1 1-1 0 0,-1 1 1 0 0,0-1 0 0 0,0 1-1 0 0,0-1 1 0 0,5 7-1 0 0,4 3 218 0 0,-5-5-317 0 0,-6-7-227 0 0,0 1-1 0 0,0 0 1 0 0,-1 0-1 0 0,1-1 0 0 0,0 1 1 0 0,-1 1-1 0 0,1-1 1 0 0,-1 0-1 0 0,1 0 1 0 0,0 4-1 0 0,9 42 1624 0 0,-9-39-1397 0 0,-2 0 0 0 0,1 0 0 0 0,-2 13 0 0 0,0 3-1 0 0,1-23-110 0 0</inkml:trace>
</inkml:ink>
</file>

<file path=ppt/ink/ink2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835"/>
    </inkml:context>
    <inkml:brush xml:id="br0">
      <inkml:brushProperty name="width" value="0.025" units="cm"/>
      <inkml:brushProperty name="height" value="0.025" units="cm"/>
      <inkml:brushProperty name="color" value="#A00C1A"/>
    </inkml:brush>
  </inkml:definitions>
  <inkml:trace contextRef="#ctx0" brushRef="#br0">0 581 6824 0 0,'0'0'3657'0'0,"17"-29"-1104"0"0,15-30-1075 0 0,-22 35-1089 0 0,-9 20-354 0 0,0 1 1 0 0,0 0-1 0 0,0-1 0 0 0,1 1 1 0 0,-1 0-1 0 0,1 0 0 0 0,0 0 1 0 0,0 0-1 0 0,3-4 0 0 0,-2 3 0 0 0,0-1 0 0 0,-1 0 0 0 0,1 0-1 0 0,-1 0 1 0 0,0 0 0 0 0,-1 0 0 0 0,1 0 0 0 0,0-9-1 0 0,5-9 605 0 0,-1-5-108 0 0,-6 25-496 0 0,0 0-1 0 0,1 0 1 0 0,-1 0 0 0 0,1 0-1 0 0,0 0 1 0 0,0 0 0 0 0,0 0-1 0 0,0 0 1 0 0,0 0 0 0 0,1 1-1 0 0,-1-1 1 0 0,1 0 0 0 0,3-3-1 0 0,-4 4-3 0 0,1 0 0 0 0,-1 0 0 0 0,1 0-1 0 0,-1 0 1 0 0,0 0 0 0 0,0 0 0 0 0,0 0 0 0 0,-1-1 0 0 0,1 1-1 0 0,0 0 1 0 0,-1-1 0 0 0,1 1 0 0 0,-1 0 0 0 0,0-1-1 0 0,0-2 1 0 0,0 1-11 0 0,1 1-1 0 0,-1 0 1 0 0,1-1-1 0 0,-1 1 1 0 0,1 0-1 0 0,0 0 1 0 0,2-5-1 0 0,-1 3 1 0 0,0-1 0 0 0,0 1 0 0 0,0-1 0 0 0,-1 0 0 0 0,1-9 0 0 0,1-3 58 0 0,0-13 460 0 0,-4 26-494 0 0,2 0 0 0 0,-1 0 1 0 0,0 0-1 0 0,1 0 0 0 0,0 0 0 0 0,0 0 1 0 0,3-5-1 0 0,-3 4-45 0 0,1-1 1 0 0,-1 1-1 0 0,0-1 1 0 0,-1 1-1 0 0,1-1 1 0 0,-1 1-1 0 0,-1-9 1 0 0,-2-3 722 0 0</inkml:trace>
</inkml:ink>
</file>

<file path=ppt/ink/ink2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836"/>
    </inkml:context>
    <inkml:brush xml:id="br0">
      <inkml:brushProperty name="width" value="0.025" units="cm"/>
      <inkml:brushProperty name="height" value="0.025" units="cm"/>
      <inkml:brushProperty name="color" value="#A00C1A"/>
    </inkml:brush>
  </inkml:definitions>
  <inkml:trace contextRef="#ctx0" brushRef="#br0">5 361 8840 0 0,'0'0'3074'0'0,"-2"-19"-2419"0"0,1 10-375 0 0,1 5-145 0 0,-1 0 0 0 0,1 1 0 0 0,0-1-1 0 0,0 0 1 0 0,0 0 0 0 0,1 1 0 0 0,0-5 0 0 0,5-14 794 0 0,-6 18-857 0 0,1 1-1 0 0,0 0 1 0 0,-1 0 0 0 0,1 0-1 0 0,0 0 1 0 0,0 0-1 0 0,1 0 1 0 0,-1 0-1 0 0,4-4 1 0 0,-4 5 10 0 0,0 0 0 0 0,0 1 0 0 0,0-1 0 0 0,0 0 1 0 0,0 0-1 0 0,0 0 0 0 0,0 0 0 0 0,0-3 0 0 0,0 3-43 0 0,-1 0 0 0 0,1 1-1 0 0,-1-1 1 0 0,1 1 0 0 0,0-1 0 0 0,0 0-1 0 0,0 1 1 0 0,0-1 0 0 0,0 1-1 0 0,2-3 1 0 0,33-35 789 0 0,-6 12 74 0 0,-1 0-288 0 0,-28 26-642 0 0,17-22-5 0 0,-14 3 293 0 0,-4 20-247 0 0,3-9 84 0 0,-2 0 0 0 0,1 0-1 0 0,-1 0 1 0 0,-1-18 0 0 0,0 25-92 0 0</inkml:trace>
</inkml:ink>
</file>

<file path=ppt/ink/ink2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837"/>
    </inkml:context>
    <inkml:brush xml:id="br0">
      <inkml:brushProperty name="width" value="0.025" units="cm"/>
      <inkml:brushProperty name="height" value="0.025" units="cm"/>
      <inkml:brushProperty name="color" value="#A00C1A"/>
    </inkml:brush>
  </inkml:definitions>
  <inkml:trace contextRef="#ctx0" brushRef="#br0">123 263 1896 0 0,'0'0'6641'0'0,"-16"-15"-5098"0"0,-8-29-283 0 0,11 30-488 0 0,7 9-68 0 0,3 0-208 0 0,1-2-25 0 0,2 2-189 0 0,-4-14 515 0 0,-8-8-102 0 0,-2-2-242 0 0,5 8-185 0 0,7 18-239 0 0,0 0-1 0 0,0 0 0 0 0,1 0 1 0 0,-1 0-1 0 0,1 0 0 0 0,0-1 1 0 0,-1-3-1 0 0,-3-32 276 0 0,4 36-282 0 0</inkml:trace>
</inkml:ink>
</file>

<file path=ppt/ink/ink2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838"/>
    </inkml:context>
    <inkml:brush xml:id="br0">
      <inkml:brushProperty name="width" value="0.025" units="cm"/>
      <inkml:brushProperty name="height" value="0.025" units="cm"/>
      <inkml:brushProperty name="color" value="#A00C1A"/>
    </inkml:brush>
  </inkml:definitions>
  <inkml:trace contextRef="#ctx0" brushRef="#br0">1 557 4416 0 0,'0'0'5293'0'0,"18"-28"-2938"0"0,-16 26-2284 0 0,0-1 0 0 0,0 1 0 0 0,0-1 0 0 0,0 0 0 0 0,-1 0 0 0 0,1 0 0 0 0,-1 0 0 0 0,0-1 0 0 0,0 1 0 0 0,1-3 0 0 0,10-23 564 0 0,-11 28-569 0 0,1-1 38 0 0,1-1-1 0 0,-1-1 1 0 0,0 1 0 0 0,0 0-1 0 0,0 0 1 0 0,-1-1-1 0 0,1 1 1 0 0,-1-1 0 0 0,2-6-1 0 0,-2 6-6 0 0,1 0 0 0 0,-1 0 0 0 0,1 1 0 0 0,0-1 0 0 0,3-6 0 0 0,-3 8-35 0 0,0-1 0 0 0,0 0 0 0 0,-1 0 0 0 0,1 0 0 0 0,-1 0 0 0 0,0 0 0 0 0,0 0 0 0 0,0 0 1 0 0,0 0-1 0 0,0 0 0 0 0,-1-6 0 0 0,11-9 342 0 0,-10 14-341 0 0,0 1 0 0 0,1-1 0 0 0,-1 1 1 0 0,1-1-1 0 0,0 1 0 0 0,0 0 0 0 0,0 0 0 0 0,0-1 1 0 0,4-2-1 0 0,-4 4 3 0 0,-1 0 0 0 0,0 0 1 0 0,0 0-1 0 0,0 0 0 0 0,0 0 0 0 0,0 0 1 0 0,-1 0-1 0 0,1-1 0 0 0,-1 1 0 0 0,1 0 1 0 0,-1 0-1 0 0,0 0 0 0 0,0-5 0 0 0,0 4-38 0 0,1 0 0 0 0,-1 0 0 0 0,0 1 0 0 0,1-1 0 0 0,-1 0 0 0 0,1 1 0 0 0,0-1 0 0 0,0 0 0 0 0,2-3-1 0 0,-2 3-16 0 0,1-1 0 0 0,0 0-1 0 0,-1 0 1 0 0,0 0-1 0 0,0 1 1 0 0,0-1-1 0 0,0 0 1 0 0,-1 0-1 0 0,1-1 1 0 0,-1-5-1 0 0,13-29-652 0 0,-10 12 121 0 0,3-11 515 0 0,-5 31-105 0 0,1-1 0 0 0,-1 1 0 0 0,0 0 0 0 0,-1-1 0 0 0,1 0-1 0 0,-2-8 1 0 0,1-1 63 0 0,0 14 40 0 0</inkml:trace>
</inkml:ink>
</file>

<file path=ppt/ink/ink2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839"/>
    </inkml:context>
    <inkml:brush xml:id="br0">
      <inkml:brushProperty name="width" value="0.025" units="cm"/>
      <inkml:brushProperty name="height" value="0.025" units="cm"/>
      <inkml:brushProperty name="color" value="#A00C1A"/>
    </inkml:brush>
  </inkml:definitions>
  <inkml:trace contextRef="#ctx0" brushRef="#br0">14 111 4312 0 0,'-1'-1'283'0'0,"0"0"1"0"0,0 0-1 0 0,0 0 0 0 0,0 1 1 0 0,0-1-1 0 0,0 0 0 0 0,1 0 1 0 0,-1 0-1 0 0,0 0 0 0 0,0 0 1 0 0,1-1-1 0 0,-1 1 0 0 0,1 0 1 0 0,-1 0-1 0 0,1 0 0 0 0,-1 0 1 0 0,1-1-1 0 0,0 1 0 0 0,-1 0 1 0 0,1-1-1 0 0,0 1 0 0 0,0 0 1 0 0,0 0-1 0 0,0-1 0 0 0,0 1 1 0 0,1 0-1 0 0,-1-1 0 0 0,0 1 1 0 0,0 0-1 0 0,1 0 0 0 0,0-2 1 0 0,1-7 401 0 0,0 0-297 0 0,0 0 0 0 0,-1 0 0 0 0,0-18 0 0 0,-1 23-260 0 0</inkml:trace>
</inkml:ink>
</file>

<file path=ppt/ink/ink2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840"/>
    </inkml:context>
    <inkml:brush xml:id="br0">
      <inkml:brushProperty name="width" value="0.025" units="cm"/>
      <inkml:brushProperty name="height" value="0.025" units="cm"/>
      <inkml:brushProperty name="color" value="#A00C1A"/>
    </inkml:brush>
  </inkml:definitions>
  <inkml:trace contextRef="#ctx0" brushRef="#br0">0 168 7736 0 0,'0'0'6462'0'0,"10"-17"-6012"0"0,-6-14-88 0 0,-3 20-249 0 0,1 1 0 0 0,-1-1 0 0 0,-1 1 0 0 0,0-1 0 0 0,-1-10 0 0 0,-6-17 148 0 0,6 32-178 0 0,1 5-59 0 0</inkml:trace>
</inkml:ink>
</file>

<file path=ppt/ink/ink2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841"/>
    </inkml:context>
    <inkml:brush xml:id="br0">
      <inkml:brushProperty name="width" value="0.025" units="cm"/>
      <inkml:brushProperty name="height" value="0.025" units="cm"/>
      <inkml:brushProperty name="color" value="#A00C1A"/>
    </inkml:brush>
  </inkml:definitions>
  <inkml:trace contextRef="#ctx0" brushRef="#br0">1 317 8936 0 0,'0'0'1942'0'0,"1"-26"-754"0"0,1 19-979 0 0,-1 0-1 0 0,1 0 0 0 0,0 0 1 0 0,1 1-1 0 0,4-10 1 0 0,-4 9-135 0 0,1-1 1 0 0,-1 0 0 0 0,3-13 0 0 0,-5 17-50 0 0,0 0 0 0 0,1 0 0 0 0,-1 0 0 0 0,1 0 1 0 0,0 0-1 0 0,4-4 0 0 0,4-12 45 0 0,-9 18-57 0 0,0 0-1 0 0,1 0 1 0 0,-1 1-1 0 0,0-1 0 0 0,1 0 1 0 0,-1 1-1 0 0,1-1 1 0 0,0 0-1 0 0,-1 1 0 0 0,1 0 1 0 0,4-3-1 0 0,5-5 49 0 0,36-27 613 0 0,-43 32-623 0 0,0-1 0 0 0,-1 0 0 0 0,1 0 0 0 0,-1 0 0 0 0,0 0 0 0 0,0 0-1 0 0,-1-1 1 0 0,1 0 0 0 0,-1 1 0 0 0,0-1 0 0 0,1-9 0 0 0,-3 12-40 0 0,-1 1-3 0 0</inkml:trace>
</inkml:ink>
</file>

<file path=ppt/ink/ink2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842"/>
    </inkml:context>
    <inkml:brush xml:id="br0">
      <inkml:brushProperty name="width" value="0.025" units="cm"/>
      <inkml:brushProperty name="height" value="0.025" units="cm"/>
      <inkml:brushProperty name="color" value="#A00C1A"/>
    </inkml:brush>
  </inkml:definitions>
  <inkml:trace contextRef="#ctx0" brushRef="#br0">65 125 7936 0 0,'0'0'3936'0'0,"-2"-12"-3779"0"0,-1 2-95 0 0,2 8-38 0 0,1-1 1 0 0,-1 1-1 0 0,1 0 0 0 0,-1-1 0 0 0,1 1 1 0 0,0-1-1 0 0,0 1 0 0 0,0 0 1 0 0,0-1-1 0 0,0-2 0 0 0,-1 1 129 0 0,-1 0-1 0 0,0 0 1 0 0,0 0-1 0 0,-1 0 1 0 0,1 1-1 0 0,-1-1 1 0 0,-5-4-1 0 0,-9-16 451 0 0,15 21-588 0 0,1 2-13 0 0,1 1-1 0 0,-1-1 0 0 0,1 0 1 0 0,-1 0-1 0 0,1 1 1 0 0,-1-1-1 0 0,0 0 0 0 0,1 1 1 0 0,-1-1-1 0 0,0 1 0 0 0,0-1 1 0 0,1 1-1 0 0,-1-1 0 0 0,0 1 1 0 0,0 0-1 0 0,0-1 1 0 0,1 1-1 0 0,-3-1 0 0 0,3 0-41 0 0,5 3 2 0 0,4 7 61 0 0,-8-8-17 0 0,0 0-1 0 0,0 0 0 0 0,0 0 1 0 0,0 0-1 0 0,0 0 0 0 0,0 0 1 0 0,0 0-1 0 0,0 0 1 0 0,1 0-1 0 0,-1-1 0 0 0,3 2 1 0 0,11 18 130 0 0,-14-18-61 0 0,1 1 0 0 0,-1 0 1 0 0,0-1-1 0 0,0 1 0 0 0,0 0 1 0 0,-1-1-1 0 0,1 1 0 0 0,-1 0 1 0 0,1 4-1 0 0,2 20 196 0 0,-3-27-271 0 0</inkml:trace>
</inkml:ink>
</file>

<file path=ppt/ink/ink2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19T06:56:53.739"/>
    </inkml:context>
    <inkml:brush xml:id="br0">
      <inkml:brushProperty name="width" value="0.025" units="cm"/>
      <inkml:brushProperty name="height" value="0.025" units="cm"/>
      <inkml:brushProperty name="color" value="#A00C1A"/>
    </inkml:brush>
  </inkml:definitions>
  <inkml:trace contextRef="#ctx0" brushRef="#br0">493 7 112 0 0,'0'0'4867'0'0,"-26"0"-3568"0"0,19 1 2731 0 0,-33-2-874 0 0,7 8-1102 0 0,18-2-1655 0 0,14-5-340 0 0,-1 0-1 0 0,1 1 1 0 0,-1-1 0 0 0,1 1-1 0 0,-1-1 1 0 0,1 1 0 0 0,-1-1-1 0 0,1 1 1 0 0,0 0 0 0 0,-1 0-1 0 0,1-1 1 0 0,0 1 0 0 0,0 0-1 0 0,0 0 1 0 0,-2 3-1 0 0,-12 11 382 0 0,14-13-392 0 0,0 0-1 0 0,0-1 0 0 0,0 1 1 0 0,1-1-1 0 0,-1 1 0 0 0,0 0 1 0 0,1 0-1 0 0,0-1 0 0 0,-1 1 1 0 0,1 0-1 0 0,0 3 160 0 0,-8 25 872 0 0,7-26-1006 0 0,0 1-1 0 0,1-1 1 0 0,-1 1-1 0 0,1-1 1 0 0,0 0 0 0 0,0 1-1 0 0,1 6 1 0 0,0 4 350 0 0,-1-9-222 0 0,0-1-1 0 0,0 1 1 0 0,-1 0 0 0 0,0-1-1 0 0,-2 11 1 0 0,-11 15 667 0 0,13-29-852 0 0,0 0-1 0 0,-1 0 0 0 0,1 0 0 0 0,0 0 0 0 0,-1 0 1 0 0,1-1-1 0 0,-1 1 0 0 0,0 0 0 0 0,1-1 1 0 0,-1 0-1 0 0,0 1 0 0 0,0-1 0 0 0,-3 2 0 0 0,-2-2 14 0 0,0 1-1 0 0,-1-2 0 0 0,1 1 1 0 0,0-1-1 0 0,0 0 0 0 0,-1 0 1 0 0,-7-2-1 0 0,11 0 5 0 0,-1-1 0 0 0,1 1 0 0 0,0-1 0 0 0,0 0 0 0 0,0 0 0 0 0,0-1 0 0 0,0 1 0 0 0,0-1 0 0 0,1 0 0 0 0,0 0 0 0 0,0 0 0 0 0,-3-5 0 0 0,1-30-129 0 0,1-29 552 0 0,3 64-405 0 0,1 1 0 0 0,-1-1 0 0 0,0 0 0 0 0,0 0 0 0 0,0 0 0 0 0,0 1 0 0 0,-1-1 0 0 0,-2-4 0 0 0,-5-12 92 0 0,9 19-138 0 0,-1-1 0 0 0,1 0 0 0 0,-1 0 1 0 0,0 1-1 0 0,0-1 0 0 0,0 0 0 0 0,0 1 1 0 0,0-1-1 0 0,0 1 0 0 0,0 0 1 0 0,0-1-1 0 0,0 1 0 0 0,-1 0 0 0 0,1-1 1 0 0,-1 1-1 0 0,1 0 0 0 0,-1 0 0 0 0,1 0 1 0 0,-1 1-1 0 0,-3-2 0 0 0,-9-6-153 0 0,13 7 130 0 0,0 0 0 0 0,-1 0 0 0 0,1 0 0 0 0,0 0 0 0 0,-1 1 1 0 0,1-1-1 0 0,-1 0 0 0 0,1 1 0 0 0,-1-1 0 0 0,1 1 0 0 0,-1 0 0 0 0,1-1 0 0 0,-3 1 1 0 0,-25 0 71 0 0,-4-1-3279 0 0</inkml:trace>
</inkml:ink>
</file>

<file path=ppt/ink/ink2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19T06:56:53.740"/>
    </inkml:context>
    <inkml:brush xml:id="br0">
      <inkml:brushProperty name="width" value="0.025" units="cm"/>
      <inkml:brushProperty name="height" value="0.025" units="cm"/>
      <inkml:brushProperty name="color" value="#A00C1A"/>
    </inkml:brush>
  </inkml:definitions>
  <inkml:trace contextRef="#ctx0" brushRef="#br0">146 1 5824 0 0,'0'0'3972'0'0,"-25"3"-2624"0"0,15-3-995 0 0,7 0-272 0 0,1-1 0 0 0,0 1 1 0 0,0 0-1 0 0,0 0 0 0 0,-1 0 0 0 0,1 1 1 0 0,0-1-1 0 0,0 1 0 0 0,0-1 0 0 0,0 1 0 0 0,-3 0 1 0 0,2 0 30 0 0,0 0 0 0 0,0 0 0 0 0,0-1 0 0 0,0 1 0 0 0,0-1 0 0 0,0 0 0 0 0,-4 0 0 0 0,3 0-18 0 0,4 0-59 0 0,-4 2 92 0 0,0-1 1 0 0,-1 1 0 0 0,1-1-1 0 0,-1 0 1 0 0,-7 1-1 0 0,-3 1 185 0 0,28-5-376 0 0,19-2-148 0 0,-7 3 178 0 0,32-2-1257 0 0,-43 3 1039 0 0,-14 0 240 0 0</inkml:trace>
</inkml:ink>
</file>

<file path=ppt/ink/ink2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19T06:56:53.741"/>
    </inkml:context>
    <inkml:brush xml:id="br0">
      <inkml:brushProperty name="width" value="0.025" units="cm"/>
      <inkml:brushProperty name="height" value="0.025" units="cm"/>
      <inkml:brushProperty name="color" value="#A00C1A"/>
    </inkml:brush>
  </inkml:definitions>
  <inkml:trace contextRef="#ctx0" brushRef="#br0">126 80 13648 0 0,'0'0'310'0'0,"-5"-29"2717"0"0,-4 10-2210 0 0,6 15-741 0 0,-3-7 318 0 0,6 11-339 0 0,0-1-1 0 0,-1 0 0 0 0,1 0 1 0 0,-1 0-1 0 0,1 1 1 0 0,-1-1-1 0 0,1 0 0 0 0,-1 1 1 0 0,0-1-1 0 0,1 0 0 0 0,-1 1 1 0 0,0-1-1 0 0,0 1 0 0 0,1-1 1 0 0,-1 1-1 0 0,0-1 1 0 0,0 1-1 0 0,0-1 0 0 0,0 1 1 0 0,-1-1-1 0 0,-1 1 114 0 0,1-1 1 0 0,-1 0-1 0 0,0 1 0 0 0,0-1 0 0 0,0 1 0 0 0,0 0 1 0 0,0 0-1 0 0,-4 0 0 0 0,6 0-111 0 0,-1 0-1 0 0,1 0 0 0 0,0 1 1 0 0,-1-1-1 0 0,1 0 0 0 0,-1 0 1 0 0,1 1-1 0 0,0-1 0 0 0,-1 1 1 0 0,1-1-1 0 0,0 1 0 0 0,0 0 1 0 0,0 0-1 0 0,-1-1 1 0 0,1 1-1 0 0,0 0 0 0 0,0 0 1 0 0,0 0-1 0 0,-1 2 0 0 0,-23 32 1255 0 0,21 1-871 0 0,4-36-431 0 0,-2 0 23 0 0,1 0-24 0 0</inkml:trace>
</inkml:ink>
</file>

<file path=ppt/ink/ink2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19T06:56:53.742"/>
    </inkml:context>
    <inkml:brush xml:id="br0">
      <inkml:brushProperty name="width" value="0.025" units="cm"/>
      <inkml:brushProperty name="height" value="0.025" units="cm"/>
      <inkml:brushProperty name="color" value="#A00C1A"/>
    </inkml:brush>
  </inkml:definitions>
  <inkml:trace contextRef="#ctx0" brushRef="#br0">1 120 20631 0 0,'0'0'167'0'0,"8"-5"82"0"0,-8 2-249 0 0,-1 1 0 0 0,1-1 0 0 0,0 1 0 0 0,0 0 0 0 0,0-1 0 0 0,0 1 0 0 0,0-1 0 0 0,0 1 0 0 0,0-1 0 0 0,1 1 0 0 0,0 0 0 0 0,-1-1 0 0 0,1 1 0 0 0,0 0 0 0 0,0-1 0 0 0,0 1 0 0 0,0 0 0 0 0,1 0 0 0 0,1-2 0 0 0,-2 1-2 0 0,1 1 1 0 0,0 0-1 0 0,0 0 0 0 0,1 0 0 0 0,-1 0 0 0 0,0 0 0 0 0,3-2 0 0 0,11-8-7 0 0,-14 10 20 0 0,0 1 0 0 0,0-1 0 0 0,0 1 0 0 0,0 0 0 0 0,1-1 0 0 0,-1 1 0 0 0,0 1 0 0 0,1-1 0 0 0,-1 0 0 0 0,4 0 0 0 0,13-5 51 0 0,-11 2-5 0 0,0 1-1 0 0,0 0 1 0 0,17-3 0 0 0,-25 6-51 0 0</inkml:trace>
</inkml:ink>
</file>

<file path=ppt/ink/ink2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19T06:56:53.743"/>
    </inkml:context>
    <inkml:brush xml:id="br0">
      <inkml:brushProperty name="width" value="0.025" units="cm"/>
      <inkml:brushProperty name="height" value="0.025" units="cm"/>
      <inkml:brushProperty name="color" value="#A00C1A"/>
    </inkml:brush>
  </inkml:definitions>
  <inkml:trace contextRef="#ctx0" brushRef="#br0">120 100 6632 0 0,'0'0'8888'0'0,"3"-31"-8216"0"0,-3 28-534 0 0,0 1 1 0 0,0 0 0 0 0,0-1 0 0 0,0 1 0 0 0,0-1-1 0 0,-1 1 1 0 0,1 0 0 0 0,-1-1 0 0 0,1 1 0 0 0,-1 0 0 0 0,0 0-1 0 0,0 0 1 0 0,0-1 0 0 0,0 1 0 0 0,-1 0 0 0 0,1 0 0 0 0,0 0-1 0 0,-1 1 1 0 0,1-1 0 0 0,-1 0 0 0 0,0 0 0 0 0,0 1 0 0 0,-3-3-1 0 0,-1-1 269 0 0,5 4-355 0 0,0 1-1 0 0,1-1 1 0 0,-1 0 0 0 0,0 0 0 0 0,0 0-1 0 0,0 1 1 0 0,0-1 0 0 0,0 0-1 0 0,0 1 1 0 0,-1-1 0 0 0,1 1 0 0 0,0-1-1 0 0,0 1 1 0 0,0 0 0 0 0,0 0-1 0 0,-1-1 1 0 0,1 1 0 0 0,0 0-1 0 0,0 0 1 0 0,0 0 0 0 0,-1 0 0 0 0,1 0-1 0 0,0 0 1 0 0,0 1 0 0 0,-1-1-1 0 0,1 0 1 0 0,0 0 0 0 0,0 1 0 0 0,0-1-1 0 0,0 1 1 0 0,-2 1 0 0 0,-5 1 279 0 0,-14 10 275 0 0,22-12-570 0 0,-1-1-4 0 0,0 1 1 0 0,0 0-1 0 0,0 1 0 0 0,0-1 1 0 0,0 0-1 0 0,0 0 1 0 0,0 0-1 0 0,0 1 0 0 0,0-1 1 0 0,0 0-1 0 0,1 1 0 0 0,-1-1 1 0 0,1 1-1 0 0,-1-1 1 0 0,1 1-1 0 0,-1 1 0 0 0,-2 6 125 0 0,1-5-113 0 0,1-1 0 0 0,0 1 0 0 0,0-1 0 0 0,0 1 0 0 0,0 0 1 0 0,1 0-1 0 0,0-1 0 0 0,-1 6 0 0 0,2-9-43 0 0,-1 0 1 0 0,0 0 0 0 0,0 0-1 0 0,0 0 1 0 0,0 0-1 0 0,0 0 1 0 0,0 0-1 0 0,1 0 1 0 0,-1 0-1 0 0,0 0 1 0 0,0 0-1 0 0,0 0 1 0 0,0 0-1 0 0,0 0 1 0 0,0 0-1 0 0,0 0 1 0 0,0 0-1 0 0,1 0 1 0 0,-1 0-1 0 0,0 0 1 0 0,0 0-1 0 0,0 0 1 0 0,0 0 0 0 0,0 0-1 0 0,0 1 1 0 0,0-1-1 0 0,0 0 1 0 0,0 0-1 0 0,0 0 1 0 0,0 0-1 0 0,0 0 1 0 0,0 0-1 0 0,0 0 1 0 0,1 1-1 0 0,-1-1 1 0 0,0 0-1 0 0,0 0 1 0 0,0 0-1 0 0,0 0 1 0 0,0 0-1 0 0,0 0 1 0 0,0 0-1 0 0,0 1 1 0 0,0-1-1 0 0,0 0 1 0 0,-1 0 0 0 0,1 0-1 0 0,0 0 1 0 0,0 0-1 0 0,0 0 1 0 0,0 0-1 0 0,0 0 1 0 0,0 1-1 0 0,0-1 1 0 0,0 0-1 0 0,0 0 1 0 0,0 0-1 0 0,0 0 1 0 0,0 0-1 0 0,0 0 1 0 0,0 0-1 0 0,-1 0 1 0 0,1 0-1 0 0,0 0 1 0 0,0 0-1 0 0,0 0 1 0 0,0 1 0 0 0,0-1-1 0 0,0 0 1 0 0,-1 0 4 0 0</inkml:trace>
</inkml:ink>
</file>

<file path=ppt/ink/ink2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19T06:56:53.744"/>
    </inkml:context>
    <inkml:brush xml:id="br0">
      <inkml:brushProperty name="width" value="0.025" units="cm"/>
      <inkml:brushProperty name="height" value="0.025" units="cm"/>
      <inkml:brushProperty name="color" value="#A00C1A"/>
    </inkml:brush>
  </inkml:definitions>
  <inkml:trace contextRef="#ctx0" brushRef="#br0">125 100 12864 0 0,'0'0'3290'0'0,"3"-26"-2051"0"0,-4 22-1107 0 0,-1 1 1 0 0,1 0-1 0 0,-1-1 1 0 0,1 1-1 0 0,-1 0 1 0 0,0 0-1 0 0,-3-3 1 0 0,-39-19 1511 0 0,9 13-676 0 0,28 10-897 0 0,-17-3 448 0 0,22 5-511 0 0</inkml:trace>
</inkml:ink>
</file>

<file path=ppt/ink/ink2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19T06:56:53.745"/>
    </inkml:context>
    <inkml:brush xml:id="br0">
      <inkml:brushProperty name="width" value="0.025" units="cm"/>
      <inkml:brushProperty name="height" value="0.025" units="cm"/>
      <inkml:brushProperty name="color" value="#A00C1A"/>
    </inkml:brush>
  </inkml:definitions>
  <inkml:trace contextRef="#ctx0" brushRef="#br0">173 541 3712 0 0,'0'0'4878'0'0,"-20"-14"-2984"0"0,19 10-1697 0 0,-1 0 0 0 0,1 0 0 0 0,-1 0 0 0 0,0 1 1 0 0,0-1-1 0 0,-4-4 0 0 0,-7-16 255 0 0,-10-20 910 0 0,8 22-601 0 0,-1 2-248 0 0,10 8 209 0 0,0 0 1 0 0,0-1-1 0 0,1 1 1 0 0,-7-27 0 0 0,5 11-76 0 0,5 22-561 0 0,0-1 0 0 0,0 0 0 0 0,1 0 0 0 0,0 0 0 0 0,-1-7-1 0 0,-6-69 210 0 0,-1-21-214 0 0,8 69 105 0 0,1 35-172 0 0</inkml:trace>
</inkml:ink>
</file>

<file path=ppt/ink/ink2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19T06:56:53.746"/>
    </inkml:context>
    <inkml:brush xml:id="br0">
      <inkml:brushProperty name="width" value="0.025" units="cm"/>
      <inkml:brushProperty name="height" value="0.025" units="cm"/>
      <inkml:brushProperty name="color" value="#A00C1A"/>
    </inkml:brush>
  </inkml:definitions>
  <inkml:trace contextRef="#ctx0" brushRef="#br0">1 1 8936 0 0,'0'0'4446'0'0,"0"30"-4132"0"0,7-1 124 0 0,-6-25-378 0 0,0 0 0 0 0,-1 1-1 0 0,1-1 1 0 0,1 0 0 0 0,-1 0 0 0 0,3 4 0 0 0,-2-3 312 0 0,1-1-1 0 0,0 0 1 0 0,0 0 0 0 0,0-1 0 0 0,1 1-1 0 0,-1-1 1 0 0,1 1 0 0 0,0-1 0 0 0,-1 0 0 0 0,2 0-1 0 0,7 4 1 0 0,-7-5-143 0 0,0 1-1 0 0,-1-1 1 0 0,1 1-1 0 0,-1 1 1 0 0,0-1 0 0 0,0 1-1 0 0,0-1 1 0 0,5 7-1 0 0,4 3 218 0 0,-5-5-317 0 0,-6-7-227 0 0,0 1-1 0 0,0 0 1 0 0,-1 0-1 0 0,1-1 0 0 0,0 1 1 0 0,-1 1-1 0 0,1-1 1 0 0,-1 0-1 0 0,1 0 1 0 0,0 4-1 0 0,9 42 1624 0 0,-9-39-1397 0 0,-2 0 0 0 0,1 0 0 0 0,-2 13 0 0 0,0 3-1 0 0,1-23-110 0 0</inkml:trace>
</inkml:ink>
</file>

<file path=ppt/ink/ink2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19T06:56:53.747"/>
    </inkml:context>
    <inkml:brush xml:id="br0">
      <inkml:brushProperty name="width" value="0.025" units="cm"/>
      <inkml:brushProperty name="height" value="0.025" units="cm"/>
      <inkml:brushProperty name="color" value="#A00C1A"/>
    </inkml:brush>
  </inkml:definitions>
  <inkml:trace contextRef="#ctx0" brushRef="#br0">0 581 6824 0 0,'0'0'3657'0'0,"17"-29"-1104"0"0,15-30-1075 0 0,-22 35-1089 0 0,-9 20-354 0 0,0 1 1 0 0,0 0-1 0 0,0-1 0 0 0,1 1 1 0 0,-1 0-1 0 0,1 0 0 0 0,0 0 1 0 0,0 0-1 0 0,3-4 0 0 0,-2 3 0 0 0,0-1 0 0 0,-1 0 0 0 0,1 0-1 0 0,-1 0 1 0 0,0 0 0 0 0,-1 0 0 0 0,1 0 0 0 0,0-9-1 0 0,5-9 605 0 0,-1-5-108 0 0,-6 25-496 0 0,0 0-1 0 0,1 0 1 0 0,-1 0 0 0 0,1 0-1 0 0,0 0 1 0 0,0 0 0 0 0,0 0-1 0 0,0 0 1 0 0,0 0 0 0 0,1 1-1 0 0,-1-1 1 0 0,1 0 0 0 0,3-3-1 0 0,-4 4-3 0 0,1 0 0 0 0,-1 0 0 0 0,1 0-1 0 0,-1 0 1 0 0,0 0 0 0 0,0 0 0 0 0,0 0 0 0 0,-1-1 0 0 0,1 1-1 0 0,0 0 1 0 0,-1-1 0 0 0,1 1 0 0 0,-1 0 0 0 0,0-1-1 0 0,0-2 1 0 0,0 1-11 0 0,1 1-1 0 0,-1 0 1 0 0,1-1-1 0 0,-1 1 1 0 0,1 0-1 0 0,0 0 1 0 0,2-5-1 0 0,-1 3 1 0 0,0-1 0 0 0,0 1 0 0 0,0-1 0 0 0,-1 0 0 0 0,1-9 0 0 0,1-3 58 0 0,0-13 460 0 0,-4 26-494 0 0,2 0 0 0 0,-1 0 1 0 0,0 0-1 0 0,1 0 0 0 0,0 0 0 0 0,0 0 1 0 0,3-5-1 0 0,-3 4-45 0 0,1-1 1 0 0,-1 1-1 0 0,0-1 1 0 0,-1 1-1 0 0,1-1 1 0 0,-1 1-1 0 0,-1-9 1 0 0,-2-3 722 0 0</inkml:trace>
</inkml:ink>
</file>

<file path=ppt/ink/ink2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19T06:56:53.748"/>
    </inkml:context>
    <inkml:brush xml:id="br0">
      <inkml:brushProperty name="width" value="0.025" units="cm"/>
      <inkml:brushProperty name="height" value="0.025" units="cm"/>
      <inkml:brushProperty name="color" value="#A00C1A"/>
    </inkml:brush>
  </inkml:definitions>
  <inkml:trace contextRef="#ctx0" brushRef="#br0">5 361 8840 0 0,'0'0'3074'0'0,"-2"-19"-2419"0"0,1 10-375 0 0,1 5-145 0 0,-1 0 0 0 0,1 1 0 0 0,0-1-1 0 0,0 0 1 0 0,0 0 0 0 0,1 1 0 0 0,0-5 0 0 0,5-14 794 0 0,-6 18-857 0 0,1 1-1 0 0,0 0 1 0 0,-1 0 0 0 0,1 0-1 0 0,0 0 1 0 0,0 0-1 0 0,1 0 1 0 0,-1 0-1 0 0,4-4 1 0 0,-4 5 10 0 0,0 0 0 0 0,0 1 0 0 0,0-1 0 0 0,0 0 1 0 0,0 0-1 0 0,0 0 0 0 0,0 0 0 0 0,0-3 0 0 0,0 3-43 0 0,-1 0 0 0 0,1 1-1 0 0,-1-1 1 0 0,1 1 0 0 0,0-1 0 0 0,0 0-1 0 0,0 1 1 0 0,0-1 0 0 0,0 1-1 0 0,2-3 1 0 0,33-35 789 0 0,-6 12 74 0 0,-1 0-288 0 0,-28 26-642 0 0,17-22-5 0 0,-14 3 293 0 0,-4 20-247 0 0,3-9 84 0 0,-2 0 0 0 0,1 0-1 0 0,-1 0 1 0 0,-1-18 0 0 0,0 25-92 0 0</inkml:trace>
</inkml:ink>
</file>

<file path=ppt/ink/ink2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19T06:56:53.749"/>
    </inkml:context>
    <inkml:brush xml:id="br0">
      <inkml:brushProperty name="width" value="0.025" units="cm"/>
      <inkml:brushProperty name="height" value="0.025" units="cm"/>
      <inkml:brushProperty name="color" value="#A00C1A"/>
    </inkml:brush>
  </inkml:definitions>
  <inkml:trace contextRef="#ctx0" brushRef="#br0">123 263 1896 0 0,'0'0'6641'0'0,"-16"-15"-5098"0"0,-8-29-283 0 0,11 30-488 0 0,7 9-68 0 0,3 0-208 0 0,1-2-25 0 0,2 2-189 0 0,-4-14 515 0 0,-8-8-102 0 0,-2-2-242 0 0,5 8-185 0 0,7 18-239 0 0,0 0-1 0 0,0 0 0 0 0,1 0 1 0 0,-1 0-1 0 0,1 0 0 0 0,0-1 1 0 0,-1-3-1 0 0,-3-32 276 0 0,4 36-282 0 0</inkml:trace>
</inkml:ink>
</file>

<file path=ppt/ink/ink2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19T06:56:53.750"/>
    </inkml:context>
    <inkml:brush xml:id="br0">
      <inkml:brushProperty name="width" value="0.025" units="cm"/>
      <inkml:brushProperty name="height" value="0.025" units="cm"/>
      <inkml:brushProperty name="color" value="#A00C1A"/>
    </inkml:brush>
  </inkml:definitions>
  <inkml:trace contextRef="#ctx0" brushRef="#br0">1 557 4416 0 0,'0'0'5293'0'0,"18"-28"-2938"0"0,-16 26-2284 0 0,0-1 0 0 0,0 1 0 0 0,0-1 0 0 0,0 0 0 0 0,-1 0 0 0 0,1 0 0 0 0,-1 0 0 0 0,0-1 0 0 0,0 1 0 0 0,1-3 0 0 0,10-23 564 0 0,-11 28-569 0 0,1-1 38 0 0,1-1-1 0 0,-1-1 1 0 0,0 1 0 0 0,0 0-1 0 0,0 0 1 0 0,-1-1-1 0 0,1 1 1 0 0,-1-1 0 0 0,2-6-1 0 0,-2 6-6 0 0,1 0 0 0 0,-1 0 0 0 0,1 1 0 0 0,0-1 0 0 0,3-6 0 0 0,-3 8-35 0 0,0-1 0 0 0,0 0 0 0 0,-1 0 0 0 0,1 0 0 0 0,-1 0 0 0 0,0 0 0 0 0,0 0 0 0 0,0 0 1 0 0,0 0-1 0 0,0 0 0 0 0,-1-6 0 0 0,11-9 342 0 0,-10 14-341 0 0,0 1 0 0 0,1-1 0 0 0,-1 1 1 0 0,1-1-1 0 0,0 1 0 0 0,0 0 0 0 0,0 0 0 0 0,0-1 1 0 0,4-2-1 0 0,-4 4 3 0 0,-1 0 0 0 0,0 0 1 0 0,0 0-1 0 0,0 0 0 0 0,0 0 0 0 0,0 0 1 0 0,-1 0-1 0 0,1-1 0 0 0,-1 1 0 0 0,1 0 1 0 0,-1 0-1 0 0,0 0 0 0 0,0-5 0 0 0,0 4-38 0 0,1 0 0 0 0,-1 0 0 0 0,0 1 0 0 0,1-1 0 0 0,-1 0 0 0 0,1 1 0 0 0,0-1 0 0 0,0 0 0 0 0,2-3-1 0 0,-2 3-16 0 0,1-1 0 0 0,0 0-1 0 0,-1 0 1 0 0,0 0-1 0 0,0 1 1 0 0,0-1-1 0 0,0 0 1 0 0,-1 0-1 0 0,1-1 1 0 0,-1-5-1 0 0,13-29-652 0 0,-10 12 121 0 0,3-11 515 0 0,-5 31-105 0 0,1-1 0 0 0,-1 1 0 0 0,0 0 0 0 0,-1-1 0 0 0,1 0-1 0 0,-2-8 1 0 0,1-1 63 0 0,0 14 40 0 0</inkml:trace>
</inkml:ink>
</file>

<file path=ppt/ink/ink2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19T06:56:53.751"/>
    </inkml:context>
    <inkml:brush xml:id="br0">
      <inkml:brushProperty name="width" value="0.025" units="cm"/>
      <inkml:brushProperty name="height" value="0.025" units="cm"/>
      <inkml:brushProperty name="color" value="#A00C1A"/>
    </inkml:brush>
  </inkml:definitions>
  <inkml:trace contextRef="#ctx0" brushRef="#br0">14 111 4312 0 0,'-1'-1'283'0'0,"0"0"1"0"0,0 0-1 0 0,0 0 0 0 0,0 1 1 0 0,0-1-1 0 0,0 0 0 0 0,1 0 1 0 0,-1 0-1 0 0,0 0 0 0 0,0 0 1 0 0,1-1-1 0 0,-1 1 0 0 0,1 0 1 0 0,-1 0-1 0 0,1 0 0 0 0,-1 0 1 0 0,1-1-1 0 0,0 1 0 0 0,-1 0 1 0 0,1-1-1 0 0,0 1 0 0 0,0 0 1 0 0,0 0-1 0 0,0-1 0 0 0,0 1 1 0 0,1 0-1 0 0,-1-1 0 0 0,0 1 1 0 0,0 0-1 0 0,1 0 0 0 0,0-2 1 0 0,1-7 401 0 0,0 0-297 0 0,0 0 0 0 0,-1 0 0 0 0,0-18 0 0 0,-1 23-260 0 0</inkml:trace>
</inkml:ink>
</file>

<file path=ppt/ink/ink2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19T06:56:53.752"/>
    </inkml:context>
    <inkml:brush xml:id="br0">
      <inkml:brushProperty name="width" value="0.025" units="cm"/>
      <inkml:brushProperty name="height" value="0.025" units="cm"/>
      <inkml:brushProperty name="color" value="#A00C1A"/>
    </inkml:brush>
  </inkml:definitions>
  <inkml:trace contextRef="#ctx0" brushRef="#br0">0 168 7736 0 0,'0'0'6462'0'0,"10"-17"-6012"0"0,-6-14-88 0 0,-3 20-249 0 0,1 1 0 0 0,-1-1 0 0 0,-1 1 0 0 0,0-1 0 0 0,-1-10 0 0 0,-6-17 148 0 0,6 32-178 0 0,1 5-59 0 0</inkml:trace>
</inkml:ink>
</file>

<file path=ppt/ink/ink2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19T06:56:53.753"/>
    </inkml:context>
    <inkml:brush xml:id="br0">
      <inkml:brushProperty name="width" value="0.025" units="cm"/>
      <inkml:brushProperty name="height" value="0.025" units="cm"/>
      <inkml:brushProperty name="color" value="#A00C1A"/>
    </inkml:brush>
  </inkml:definitions>
  <inkml:trace contextRef="#ctx0" brushRef="#br0">1 317 8936 0 0,'0'0'1942'0'0,"1"-26"-754"0"0,1 19-979 0 0,-1 0-1 0 0,1 0 0 0 0,0 0 1 0 0,1 1-1 0 0,4-10 1 0 0,-4 9-135 0 0,1-1 1 0 0,-1 0 0 0 0,3-13 0 0 0,-5 17-50 0 0,0 0 0 0 0,1 0 0 0 0,-1 0 0 0 0,1 0 1 0 0,0 0-1 0 0,4-4 0 0 0,4-12 45 0 0,-9 18-57 0 0,0 0-1 0 0,1 0 1 0 0,-1 1-1 0 0,0-1 0 0 0,1 0 1 0 0,-1 1-1 0 0,1-1 1 0 0,0 0-1 0 0,-1 1 0 0 0,1 0 1 0 0,4-3-1 0 0,5-5 49 0 0,36-27 613 0 0,-43 32-623 0 0,0-1 0 0 0,-1 0 0 0 0,1 0 0 0 0,-1 0 0 0 0,0 0 0 0 0,0 0-1 0 0,-1-1 1 0 0,1 0 0 0 0,-1 1 0 0 0,0-1 0 0 0,1-9 0 0 0,-3 12-40 0 0,-1 1-3 0 0</inkml:trace>
</inkml:ink>
</file>

<file path=ppt/ink/ink2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19T06:56:53.754"/>
    </inkml:context>
    <inkml:brush xml:id="br0">
      <inkml:brushProperty name="width" value="0.025" units="cm"/>
      <inkml:brushProperty name="height" value="0.025" units="cm"/>
      <inkml:brushProperty name="color" value="#A00C1A"/>
    </inkml:brush>
  </inkml:definitions>
  <inkml:trace contextRef="#ctx0" brushRef="#br0">65 125 7936 0 0,'0'0'3936'0'0,"-2"-12"-3779"0"0,-1 2-95 0 0,2 8-38 0 0,1-1 1 0 0,-1 1-1 0 0,1 0 0 0 0,-1-1 0 0 0,1 1 1 0 0,0-1-1 0 0,0 1 0 0 0,0 0 1 0 0,0-1-1 0 0,0-2 0 0 0,-1 1 129 0 0,-1 0-1 0 0,0 0 1 0 0,0 0-1 0 0,-1 0 1 0 0,1 1-1 0 0,-1-1 1 0 0,-5-4-1 0 0,-9-16 451 0 0,15 21-588 0 0,1 2-13 0 0,1 1-1 0 0,-1-1 0 0 0,1 0 1 0 0,-1 0-1 0 0,1 1 1 0 0,-1-1-1 0 0,0 0 0 0 0,1 1 1 0 0,-1-1-1 0 0,0 1 0 0 0,0-1 1 0 0,1 1-1 0 0,-1-1 0 0 0,0 1 1 0 0,0 0-1 0 0,0-1 1 0 0,1 1-1 0 0,-3-1 0 0 0,3 0-41 0 0,5 3 2 0 0,4 7 61 0 0,-8-8-17 0 0,0 0-1 0 0,0 0 0 0 0,0 0 1 0 0,0 0-1 0 0,0 0 0 0 0,0 0 1 0 0,0 0-1 0 0,0 0 1 0 0,1 0-1 0 0,-1-1 0 0 0,3 2 1 0 0,11 18 130 0 0,-14-18-61 0 0,1 1 0 0 0,-1 0 1 0 0,0-1-1 0 0,0 1 0 0 0,0 0 1 0 0,-1-1-1 0 0,1 1 0 0 0,-1 0 1 0 0,1 4-1 0 0,2 20 196 0 0,-3-27-271 0 0</inkml:trace>
</inkml:ink>
</file>

<file path=ppt/ink/ink2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670"/>
    </inkml:context>
    <inkml:brush xml:id="br0">
      <inkml:brushProperty name="width" value="0.025" units="cm"/>
      <inkml:brushProperty name="height" value="0.025" units="cm"/>
      <inkml:brushProperty name="color" value="#B2626F"/>
    </inkml:brush>
  </inkml:definitions>
  <inkml:trace contextRef="#ctx0" brushRef="#br0">1 109 8240 0 0,'0'0'4241'0'0,"36"1"-3170"0"0,12-7-720 0 0,-31 3-285 0 0,90-19 486 0 0,-99 21-529 0 0,0 1 0 0 0,0 0 0 0 0,1 0 0 0 0,-1 0-1 0 0,11 3 1 0 0,29 0 55 0 0,-9-12 201 0 0,-34 7-189 0 0,0 1 1 0 0,0-1 0 0 0,1 1 0 0 0,-1 0 0 0 0,0 1-1 0 0,1-1 1 0 0,-1 1 0 0 0,10 0 0 0 0,-11 1-13 0 0,0-1 1 0 0,0 0 0 0 0,-1-1 0 0 0,1 1 0 0 0,0-1 0 0 0,3 0 0 0 0,16-3 168 0 0,12 0 239 0 0,-29 2-397 0 0,1 1-1 0 0,-1 1 0 0 0,1-1 0 0 0,11 1 0 0 0,-7 0 12 0 0,0-1 0 0 0,0 0 0 0 0,0 0 0 0 0,0-1 0 0 0,19-6 0 0 0,-20 5-65 0 0,0 1-1 0 0,1 0 1 0 0,-1 0 0 0 0,1 1-1 0 0,20 0 1 0 0,-8 0 10 0 0,0-1 0 0 0,30-7 0 0 0,-52 9-44 0 0,64-6 286 0 0,-23 3-158 0 0,16 0 54 0 0,-43 1-158 0 0,1 0 1 0 0,0 2-1 0 0,28 1 1 0 0,-6 0-7 0 0,68 6 94 0 0,-16 1-47 0 0,-85-8-66 0 0,1 1 1 0 0,0 1 0 0 0,0-1 0 0 0,0 1-1 0 0,-1 0 1 0 0,1 0 0 0 0,-1 1 0 0 0,9 4-1 0 0,-13-6 0 0 0,-1-1 0 0 0,1 0 0 0 0,-1 1 0 0 0,0-1 0 0 0,1 1 0 0 0,-1-1 0 0 0,0 0 0 0 0,1 1 0 0 0,-1-1 0 0 0,0 1 0 0 0,1-1 0 0 0,-1 1 0 0 0,0-1 0 0 0,0 1 0 0 0,0-1 0 0 0,0 1 0 0 0,1-1 0 0 0,-1 1 0 0 0,0-1 0 0 0,0 1 0 0 0,0-1 0 0 0,0 1 0 0 0,0-1 0 0 0,0 1 0 0 0,0 0 0 0 0,0-1 0 0 0,0 1 0 0 0,-1 0 0 0 0,-9 18 0 0 0,5-14 0 0 0,1 0 0 0 0,-1 0 0 0 0,0-1 0 0 0,-8 6 0 0 0,-3 1 87 0 0,0-2-1 0 0,-2 0 1 0 0,1 0-1 0 0,-1-2 1 0 0,0 0-1 0 0,0-1 1 0 0,-1-1 0 0 0,-30 4-1 0 0,40-8 142 0 0,0 1 0 0 0,0 0-1 0 0,1 1 1 0 0,-17 6 0 0 0,17-5-111 0 0,-1-1-1 0 0,0 0 1 0 0,1 0 0 0 0,-19 2 0 0 0,20-4-34 0 0,-10 0-167 0 0,1 1 0 0 0,-1 0 0 0 0,-26 8 1 0 0,-10 8-175 0 0,7-12 145 0 0,38-4 98 0 0,0-2 0 0 0,0 1 0 0 0,0-1 0 0 0,0 0 0 0 0,-15-2 0 0 0,-7 0-20 0 0,22 2 33 0 0,-3 0-13 0 0,0-1 0 0 0,0 2 0 0 0,0-1 0 0 0,0 2 0 0 0,1-1 0 0 0,-1 2 0 0 0,0-1-1 0 0,-20 9 1 0 0,22-6 13 0 0,5-4-1 0 0,-1 1 0 0 0,1 1 0 0 0,0-1 0 0 0,0 0 0 0 0,0 1 0 0 0,1 0 0 0 0,-1 0 0 0 0,1 0 0 0 0,-4 4 0 0 0,-30 45 3 0 0,33-47 0 0 0,0 0 0 0 0,-1 0 0 0 0,1 0 0 0 0,-1 0 0 0 0,0-1 0 0 0,0 0 0 0 0,0 0 0 0 0,-8 4 0 0 0,-14 10 19 0 0,0-2 1 0 0,-40 16-1 0 0,53-26-4 0 0,0-1 1 0 0,-1 0 0 0 0,0-1 0 0 0,-25 4-1 0 0,33-7-15 0 0,0 1 0 0 0,0 0 0 0 0,0 0 0 0 0,0 1 0 0 0,-8 4 0 0 0,-4 1 0 0 0,12-5 0 0 0,-1-1 0 0 0,1 0 0 0 0,-1 0 0 0 0,1-1 0 0 0,-1 0 0 0 0,-12 0 0 0 0,14 0 28 0 0,0 0-1 0 0,0 0 0 0 0,0 1 0 0 0,0-1 0 0 0,-6 4 1 0 0,-10 2 40 0 0,18-6-60 0 0</inkml:trace>
</inkml:ink>
</file>

<file path=ppt/ink/ink2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671"/>
    </inkml:context>
    <inkml:brush xml:id="br0">
      <inkml:brushProperty name="width" value="0.025" units="cm"/>
      <inkml:brushProperty name="height" value="0.025" units="cm"/>
      <inkml:brushProperty name="color" value="#B2626F"/>
    </inkml:brush>
  </inkml:definitions>
  <inkml:trace contextRef="#ctx0" brushRef="#br0">19 120 9144 0 0,'0'0'3516'0'0,"31"-4"-600"0"0,86-22-2388 0 0,-94 19-560 0 0,1 1 0 0 0,34-3 1 0 0,-48 8 16 0 0,0-1 1 0 0,0 0-1 0 0,-1 0 0 0 0,1-1 1 0 0,13-6-1 0 0,-9 4 11 0 0,1-1 0 0 0,-1 1 0 0 0,1 1 0 0 0,0 1 0 0 0,31-3 0 0 0,8-2 440 0 0,-38 5-154 0 0,1 0-1 0 0,19 1 1 0 0,-7 0 238 0 0,-21 1-438 0 0,0 1 1 0 0,-1 0-1 0 0,1 0 1 0 0,0 0-1 0 0,9 3 1 0 0,-9-2-47 0 0,-1 0 0 0 0,1 0 0 0 0,0 0 1 0 0,0-1-1 0 0,0 0 0 0 0,13-3 0 0 0,-15 2-32 0 0,0 1 0 0 0,-1-1-1 0 0,1 1 1 0 0,-1 0 0 0 0,1 1-1 0 0,0-1 1 0 0,7 3 0 0 0,-7-2-1 0 0,0 0 0 0 0,1-1 1 0 0,-1 1-1 0 0,0-1 0 0 0,10-1 0 0 0,-10 2-3 0 0,1 0 0 0 0,-1 1 0 0 0,1 0 0 0 0,-1 0 0 0 0,10 4 0 0 0,58 20 34 0 0,-42-15 69 0 0,-1 1 0 0 0,46 24 0 0 0,-69-32-86 0 0,-1 1 0 0 0,1-1 1 0 0,-1 1-1 0 0,0 0 0 0 0,0 1 0 0 0,-1 0 0 0 0,9 9 0 0 0,-11-10-11 0 0,-1 0 0 0 0,0 0 0 0 0,0 0-1 0 0,0 1 1 0 0,-1-1 0 0 0,0 1-1 0 0,0-1 1 0 0,0 1 0 0 0,-1 0 0 0 0,0 0-1 0 0,0 0 1 0 0,0 0 0 0 0,-1 0 0 0 0,0 0-1 0 0,0 0 1 0 0,-1 8 0 0 0,0-10 3 0 0,-1-1 1 0 0,1 1-1 0 0,-1-1 0 0 0,0 0 1 0 0,1 0-1 0 0,-1 1 1 0 0,-1-1-1 0 0,1-1 1 0 0,0 1-1 0 0,-1 0 0 0 0,1 0 1 0 0,-1-1-1 0 0,0 1 1 0 0,-3 1-1 0 0,-5 3 107 0 0,1-1 0 0 0,-23 8 0 0 0,-6 4 179 0 0,32-15-236 0 0,0 0 1 0 0,0 0 0 0 0,-1 0 0 0 0,1-1-1 0 0,-1 0 1 0 0,0-1 0 0 0,-8 1-1 0 0,-59 0 261 0 0,59-2-253 0 0,5 0-104 0 0,0-1 0 0 0,1-1 0 0 0,-1 0-1 0 0,-16-5 1 0 0,-23-3-65 0 0,38 8 98 0 0,1 1 1 0 0,-1 0-1 0 0,0 1 1 0 0,-14 1-1 0 0,17 1 4 0 0,0 0 0 0 0,0 1 0 0 0,1 0 0 0 0,-1 0 0 0 0,1 0 0 0 0,0 1 0 0 0,0 1 0 0 0,0 0 0 0 0,0 0 0 0 0,1 0 0 0 0,0 1 0 0 0,-8 7 0 0 0,-11 18 6 0 0,21-25 3 0 0,0 1-1 0 0,0-1 0 0 0,-1 0 0 0 0,1 0 1 0 0,-2 0-1 0 0,-9 7 0 0 0,-85 56 96 0 0,19-34-72 0 0,75-31-27 0 0,0-1 0 0 0,-1 1 0 0 0,1-1 0 0 0,-1-1-1 0 0,0 1 1 0 0,0-1 0 0 0,0-1 0 0 0,0 0 0 0 0,-13 1-1 0 0,-72 9 60 0 0,81-11 10 0 0,1 2-1 0 0,-1-1 0 0 0,-19 7 1 0 0,20-5 5 0 0,-1 0 1 0 0,1-1 0 0 0,-23 1-1 0 0,29-3-15 0 0,4 0-7 0 0,0 0 0 0 0,-1 0 0 0 0,1 0 0 0 0,-1 0 0 0 0,1 0 0 0 0,0 0 0 0 0,-1 0 0 0 0,1 1 0 0 0,0-1 0 0 0,-1 0 0 0 0,0 2 0 0 0,0-1-1 0 0</inkml:trace>
</inkml:ink>
</file>

<file path=ppt/ink/ink2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672"/>
    </inkml:context>
    <inkml:brush xml:id="br0">
      <inkml:brushProperty name="width" value="0.025" units="cm"/>
      <inkml:brushProperty name="height" value="0.025" units="cm"/>
      <inkml:brushProperty name="color" value="#B2626F"/>
    </inkml:brush>
  </inkml:definitions>
  <inkml:trace contextRef="#ctx0" brushRef="#br0">0 89 7736 0 0,'0'0'4554'0'0,"36"-11"-3459"0"0,29-13 100 0 0,-40 14-913 0 0,-8 4-141 0 0,0 0 0 0 0,1 2 0 0 0,0 0 0 0 0,0 1-1 0 0,0 1 1 0 0,0 0 0 0 0,21 2 0 0 0,-19 0 276 0 0,-1-2 0 0 0,0 0 0 0 0,35-8 0 0 0,-47 9-305 0 0,-1 0 1 0 0,1 1-1 0 0,-1 0 1 0 0,1 0-1 0 0,0 1 1 0 0,-1-1-1 0 0,12 4 1 0 0,25 2 340 0 0,-22-5-391 0 0,0 1 0 0 0,-1 2-1 0 0,29 7 1 0 0,-5-1-56 0 0,5 1 60 0 0,-20 1-2 0 0,-25-9-59 0 0,0-1 0 0 0,1 0-1 0 0,-1 0 1 0 0,0-1 0 0 0,1 1 0 0 0,0-1 0 0 0,5 1-1 0 0,-4 0 8 0 0,0 1 0 0 0,0 0 0 0 0,-1 0 0 0 0,1 1 0 0 0,-1 0-1 0 0,0 0 1 0 0,5 5 0 0 0,-4 24 52 0 0,-4-28-58 0 0,-1 1-1 0 0,0-1 1 0 0,0 0 0 0 0,-1 0-1 0 0,1 1 1 0 0,-1-1 0 0 0,-1 0-1 0 0,1 1 1 0 0,-1-1 0 0 0,1 0-1 0 0,-1 1 1 0 0,-1-1 0 0 0,1 0-1 0 0,-1 0 1 0 0,0 0 0 0 0,0 0-1 0 0,0 0 1 0 0,-1-1 0 0 0,-3 6-1 0 0,5-8-4 0 0,-1 2 8 0 0,0 1 0 0 0,-1 0-1 0 0,0-1 1 0 0,1 0 0 0 0,-1 1 0 0 0,-1-1 0 0 0,1 0 0 0 0,-1 0 0 0 0,1-1 0 0 0,-1 1 0 0 0,0-1 0 0 0,-1 0 0 0 0,1 0 0 0 0,-7 3 0 0 0,-64 38 250 0 0,62-38-193 0 0,1 1 0 0 0,0 0 1 0 0,-14 13-1 0 0,16-12-23 0 0,-1-1-1 0 0,0 0 0 0 0,0-1 1 0 0,-17 8-1 0 0,-17 17 126 0 0,34-26-128 0 0,0-1 0 0 0,-1 0 0 0 0,0-1 0 0 0,0 0 0 0 0,-13 2 0 0 0,23-5-35 0 0,0 0 0 0 0,0 0 0 0 0,0 0 0 0 0,0 1-1 0 0,1-1 1 0 0,-1 1 0 0 0,0-1 0 0 0,0 1 0 0 0,0 0 0 0 0,1 0 0 0 0,-3 1 0 0 0,3-1 1 0 0</inkml:trace>
</inkml:ink>
</file>

<file path=ppt/ink/ink2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673"/>
    </inkml:context>
    <inkml:brush xml:id="br0">
      <inkml:brushProperty name="width" value="0.025" units="cm"/>
      <inkml:brushProperty name="height" value="0.025" units="cm"/>
      <inkml:brushProperty name="color" value="#B2626F"/>
    </inkml:brush>
  </inkml:definitions>
  <inkml:trace contextRef="#ctx0" brushRef="#br0">6 301 6824 0 0,'0'0'3640'0'0,"-5"1"-768"0"0,21 11-1866 0 0,-15-10-906 0 0,1-1 1 0 0,0 1 0 0 0,0-1-1 0 0,0 1 1 0 0,0-1 0 0 0,0 0-1 0 0,0 1 1 0 0,4 0 0 0 0,79 29 608 0 0,7 6-482 0 0,-88-35-219 0 0,7 3 50 0 0,0 0 1 0 0,18 12 0 0 0,-25-15-36 0 0,1 1 0 0 0,-1-1 0 0 0,1-1 0 0 0,0 1 0 0 0,0-1 0 0 0,0 1 0 0 0,-1-1 0 0 0,8 0-1 0 0,25 8 189 0 0,7 3 44 0 0,-36-11-134 0 0,1 1 1 0 0,-1 1-1 0 0,0-1 0 0 0,13 7 0 0 0,-12-5-50 0 0,-1-1 0 0 0,1 0-1 0 0,12 3 1 0 0,9 2 47 0 0,92 27 232 0 0,-93-28-157 0 0,101 29 758 0 0,-25-8-677 0 0,-43-19-146 0 0,23 13-177 0 0,-71-18 40 0 0,1-1 0 0 0,22 2 1 0 0,22 6-13 0 0,-45-7 21 0 0,1-1 0 0 0,0 0 0 0 0,0-1 0 0 0,19 1 0 0 0,72 0 787 0 0,6-8-59 0 0,-48-5-227 0 0,-59 10-462 0 0,0-1 0 0 0,0 0-1 0 0,0-1 1 0 0,0 1-1 0 0,5-3 1 0 0,9-3 36 0 0,3 1 40 0 0,-12 3 20 0 0,-1 1-1 0 0,0-1 1 0 0,1 2-1 0 0,16-2 1 0 0,4-7 71 0 0,-15 3-137 0 0,1 1 25 0 0,-11 4-52 0 0,0 0 1 0 0,0 0-1 0 0,1 0 0 0 0,-1 1 1 0 0,0 0-1 0 0,9 0 0 0 0,-28-29 22 0 0,12 24-55 0 0,0 1 0 0 0,1-1 0 0 0,-1 0 0 0 0,2-1 0 0 0,-1 1-1 0 0,1 0 1 0 0,0 0 0 0 0,0 0 0 0 0,0 0 0 0 0,2-6 0 0 0,-1 8-7 0 0,0 1 1 0 0,0 0-1 0 0,1 0 1 0 0,-1 0-1 0 0,1 0 1 0 0,-1 0-1 0 0,1 0 1 0 0,0 1-1 0 0,0-1 1 0 0,0 1 0 0 0,1-1-1 0 0,-1 1 1 0 0,1 0-1 0 0,-1 0 1 0 0,1 0-1 0 0,0 0 1 0 0,-1 0-1 0 0,1 0 1 0 0,0 1-1 0 0,0-1 1 0 0,1 1-1 0 0,-1 0 1 0 0,0 0-1 0 0,0 0 1 0 0,0 1 0 0 0,1-1-1 0 0,-1 1 1 0 0,0-1-1 0 0,1 1 1 0 0,4 1-1 0 0,-3-2-2 0 0,0 0 0 0 0,0 0 0 0 0,0 0 0 0 0,0-1 0 0 0,0 0 0 0 0,-1 0 0 0 0,1 0 0 0 0,0 0 0 0 0,5-5 0 0 0,-3 3 0 0 0,-1 1 0 0 0,1-1 0 0 0,0 1 0 0 0,7-2 0 0 0,-6 2 0 0 0,1 1 0 0 0,-1-2 0 0 0,0 1 0 0 0,0-1 0 0 0,0-1 0 0 0,-1 1 0 0 0,1-1 0 0 0,10-10 0 0 0,-6 6 0 0 0,-2 0 0 0 0,1-1 0 0 0,-1 0 0 0 0,-1-1 0 0 0,0 0 0 0 0,0 0 0 0 0,-1-1 0 0 0,7-14 0 0 0,-9-8 0 0 0,-5 30 0 0 0,0-1 0 0 0,-1 0 0 0 0,0 0 0 0 0,1 0 0 0 0,-2 0 0 0 0,1 0 0 0 0,0 1 0 0 0,-1-1 0 0 0,0 0 0 0 0,0 0 0 0 0,0 1 0 0 0,-1-1 0 0 0,0 0 0 0 0,0 1 0 0 0,-4-8 0 0 0,1 6 0 0 0,0 0 0 0 0,0 1 0 0 0,0 0 0 0 0,0 0 0 0 0,-1 0 0 0 0,0 1 0 0 0,0 0 0 0 0,0 0 0 0 0,-13-6 0 0 0,-9-1-28 0 0,0 1 0 0 0,0 1-1 0 0,-1 2 1 0 0,-47-7 0 0 0,16 4 3 0 0,45 7-1 0 0,0 2 1 0 0,-17 0 0 0 0,-18-2-27 0 0,20 1-10 0 0,-55 2 1 0 0,33 1 22 0 0,3-2 22 0 0,25 0-7 0 0,-47 3 1 0 0,57-1 23 0 0,0 0 0 0 0,-24-3 0 0 0,-2 0 0 0 0,-9 9 0 0 0,41-6 0 0 0,1 1 0 0 0,-1 0 0 0 0,1 1 0 0 0,-1-1 0 0 0,1 1 0 0 0,-11 7 0 0 0,-3 0 0 0 0,-18 13 0 0 0,34-19 0 0 0,0 0 0 0 0,0-1 0 0 0,-1 1 0 0 0,0-1 0 0 0,1-1 0 0 0,-1 1 0 0 0,0-1 0 0 0,0 0 0 0 0,0 0 0 0 0,-8 0 0 0 0,10-1 0 0 0,0 1 0 0 0,0-1 0 0 0,-1 1 0 0 0,1 0 0 0 0,0 0 0 0 0,0 0 0 0 0,1 0 0 0 0,-5 3 0 0 0,-15 9 0 0 0,-39 19 0 0 0,58-32 0 0 0,0 0 0 0 0,0 0 0 0 0,-1 0 0 0 0,1-1 0 0 0,0 1 0 0 0,-1-1 0 0 0,1 0 0 0 0,0 0 0 0 0,-1 0 0 0 0,1-1 0 0 0,0 0 0 0 0,-6-1 0 0 0,-7-3 0 0 0,-27-13 0 0 0,-29-16 0 0 0,-34 0 0 0 0,96 31 0 0 0,0 1 0 0 0,0 0 0 0 0,0 1 0 0 0,-14 0 0 0 0,17 2 0 0 0,-1 0 0 0 0,1 0 0 0 0,0 1 0 0 0,0 0 0 0 0,-11 4 0 0 0,-21 5 0 0 0,-8-6 0 0 0,-14 2 0 0 0,38-2 0 0 0,12-3 0 0 0,1 1 0 0 0,-21 7 0 0 0,-83 37 0 0 0,61-27 0 0 0,26-12 0 0 0,21-4 0 0 0,3-2 0 0 0,1 0 0 0 0,-1 0 0 0 0,1 1 0 0 0,-1-1 0 0 0,1 1 0 0 0,0 0 0 0 0,0 0 0 0 0,-3 3 0 0 0,5-2 0 0 0,0-1 0 0 0,0 1 0 0 0,0 0 0 0 0,0-1 0 0 0,1 1 0 0 0,-1 0 0 0 0,1 0 0 0 0,0 0 0 0 0,0-1 0 0 0,1 1 0 0 0,-1 0 0 0 0,2 5 0 0 0,0 13 0 0 0,-2-20 0 0 0</inkml:trace>
</inkml:ink>
</file>

<file path=ppt/ink/ink2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674"/>
    </inkml:context>
    <inkml:brush xml:id="br0">
      <inkml:brushProperty name="width" value="0.025" units="cm"/>
      <inkml:brushProperty name="height" value="0.025" units="cm"/>
      <inkml:brushProperty name="color" value="#B2626F"/>
    </inkml:brush>
  </inkml:definitions>
  <inkml:trace contextRef="#ctx0" brushRef="#br0">0 415 4216 0 0,'0'0'1368'0'0,"5"11"-495"0"0,56 14 900 0 0,-39-18-1036 0 0,31 13 0 0 0,-35-12-523 0 0,1-2-1 0 0,27 8 1 0 0,21-8 391 0 0,-57-4-260 0 0,1-1 0 0 0,0 0 0 0 0,-1-1 0 0 0,23-2-1 0 0,0 1 364 0 0,-24 0-534 0 0,0 0 1 0 0,-1 0-1 0 0,1-1 0 0 0,0 0 0 0 0,14-6 1 0 0,4-7 134 0 0,-22 12-251 0 0,0 0-1 0 0,1 0 1 0 0,-1 0-1 0 0,1 1 0 0 0,-1 0 1 0 0,1 0-1 0 0,0 0 1 0 0,-1 1-1 0 0,10-1 1 0 0,-8 1 34 0 0,0 0 1 0 0,0 0 0 0 0,0 0 0 0 0,9-4 0 0 0,-9 3-34 0 0,0 0 0 0 0,-1 1 1 0 0,1 0-1 0 0,10-1 1 0 0,-15 2 24 0 0,1-1 1 0 0,0 0 0 0 0,0 1-1 0 0,0-1 1 0 0,-1 0-1 0 0,1-1 1 0 0,0 1-1 0 0,-1 0 1 0 0,1-1 0 0 0,-1 0-1 0 0,1 1 1 0 0,3-5-1 0 0,-4 4-2 0 0,1 0-1 0 0,-1 0 0 0 0,1 0 1 0 0,0 0-1 0 0,0 0 1 0 0,0 1-1 0 0,0-1 0 0 0,0 1 1 0 0,0 0-1 0 0,0 0 0 0 0,0 0 1 0 0,0 0-1 0 0,4 0 0 0 0,35 1 790 0 0,-41 0-836 0 0,28 0 298 0 0,-15 5-278 0 0,0 1-1 0 0,-1 1 1 0 0,0 0 0 0 0,-1 1-1 0 0,14 10 1 0 0,-20-15-49 0 0,-1 0 0 0 0,0 0 0 0 0,1-1 0 0 0,0 0 0 0 0,0 0 0 0 0,0 0 0 0 0,0 0 0 0 0,0-1 0 0 0,0 0 0 0 0,0-1 0 0 0,6 1 0 0 0,-9 0 0 0 0,-1 0 0 0 0,1 0 0 0 0,-1 0 0 0 0,1 1 0 0 0,-1-1 0 0 0,0 1-1 0 0,1 0 1 0 0,1 2 0 0 0,9 6 13 0 0,-4-5 10 0 0,0-1 0 0 0,0 0 1 0 0,0 0-1 0 0,1-1 0 0 0,-1 0 0 0 0,1 0 0 0 0,0-1 1 0 0,11 1-1 0 0,42 3 268 0 0,54 1 48 0 0,-46-20-297 0 0,-66 13-47 0 0,109-4 80 0 0,-4-8 69 0 0,-77 10 51 0 0,0 1-1 0 0,55 8 1 0 0,-44-3-64 0 0,47-2 1 0 0,-83-2-128 0 0,5-1 8 0 0,0 0 1 0 0,-1-1-1 0 0,15-4 1 0 0,-18 3-12 0 0,1 1 0 0 0,0 0 0 0 0,0 1 0 0 0,0 0 0 0 0,1 1 0 0 0,12 1 0 0 0,-10-1 0 0 0,0 0 0 0 0,0 0 0 0 0,0-1 1 0 0,0-1-1 0 0,-1 0 0 0 0,1-1 1 0 0,16-6-1 0 0,-13 5-6 0 0,-1 0 0 0 0,1 0 0 0 0,-1 2-1 0 0,20-1 1 0 0,-18 2-1 0 0,-1-1 0 0 0,0 0 0 0 0,0-1-1 0 0,27-8 1 0 0,-24 5-22 0 0,1 1-1 0 0,-1 1 1 0 0,1 0-1 0 0,24 0 1 0 0,-38 1 14 0 0,0 1 0 0 0,-1-2 0 0 0,1 1 1 0 0,-1 0-1 0 0,0-1 0 0 0,0 0 0 0 0,5-5 0 0 0,-9 8 8 0 0,0 0 0 0 0,0 0 0 0 0,-1 0 0 0 0,1 0 0 0 0,0 0 0 0 0,0 0 0 0 0,0 0 0 0 0,-1 0 0 0 0,1 0 0 0 0,-1-1 0 0 0,1 1 0 0 0,-1 0 0 0 0,1 0 0 0 0,-1-1 0 0 0,0 1 0 0 0,0 0 0 0 0,1-1 0 0 0,-1 1 0 0 0,0 0 0 0 0,0-1 0 0 0,0 1 0 0 0,0 0 0 0 0,-1 0 0 0 0,1-2 0 0 0,-1 0 0 0 0,0 1 0 0 0,-1-1 0 0 0,1 1 0 0 0,0 0 0 0 0,-1 0 0 0 0,1-1 0 0 0,-1 1 0 0 0,0 0 0 0 0,0 0 0 0 0,0 0 0 0 0,-3-2 0 0 0,-7-4 0 0 0,0 0 0 0 0,0 1 0 0 0,-21-9 0 0 0,31 15 0 0 0,-163-66 0 0 0,144 59 0 0 0,0 1 0 0 0,-23-5 0 0 0,-11-4 0 0 0,-46-5 0 0 0,82 16 0 0 0,-35-3 1 0 0,-2-1-3 0 0,-165-48-77 0 0,183 46 79 0 0,-71-10 0 0 0,2 1 0 0 0,92 17 0 0 0,-1 1 0 0 0,-31 0 0 0 0,29 1 0 0 0,-34-4 0 0 0,11-2 19 0 0,0 3 0 0 0,-63 0-1 0 0,63-1 110 0 0,34 4-70 0 0,-1 0 1 0 0,1 0 0 0 0,0 0 0 0 0,0 1-1 0 0,-1 0 1 0 0,-6 1 0 0 0,-19 1 6 0 0,26-2-30 0 0,0 0 0 0 0,0 1 0 0 0,-14 2 0 0 0,-26 4 66 0 0,37-7-83 0 0,1 1 0 0 0,-1 1 0 0 0,-13 3 1 0 0,-24 9 6 0 0,28-9-7 0 0,1 1 0 0 0,-1 1 1 0 0,-25 12-1 0 0,-15 9 88 0 0,25-15-46 0 0,-41 19 54 0 0,41-18-96 0 0,24-10-4 0 0,0 0-1 0 0,0 0 1 0 0,-10 8-1 0 0,11-8-5 0 0,0 1 0 0 0,0-1-1 0 0,0-1 1 0 0,-14 4-1 0 0,-9 4 27 0 0,-57 27 38 0 0,59-25-52 0 0,15-8 3 0 0,0 1-1 0 0,-24 16 1 0 0,28-15-23 0 0,-1 0 0 0 0,0-1 0 0 0,-16 6 0 0 0,25-10 0 0 0,0-1 0 0 0,0 1 0 0 0,0 0 0 0 0,0 0 0 0 0,0 0 0 0 0,1 1 0 0 0,-1-1 0 0 0,-2 4 0 0 0,-16 13 0 0 0,20-19 0 0 0,0 1 0 0 0,-1 0 0 0 0,1-1 0 0 0,0 1 0 0 0,0 0 0 0 0,0 0 0 0 0,0 0 0 0 0,-1 0 0 0 0,1 0 0 0 0,1 1 0 0 0,-1-1 0 0 0,0 0 0 0 0,0 0 0 0 0,-1 3 0 0 0,2-2 0 0 0,0-1 0 0 0,0 1 0 0 0,1 0 0 0 0,-1-1 0 0 0,1 1 0 0 0,-1 0 0 0 0,1-1 0 0 0,-1 1 0 0 0,1-1 0 0 0,0 1 0 0 0,0-1 0 0 0,-1 1 0 0 0,3 1 0 0 0,-1-1 0 0 0</inkml:trace>
</inkml:ink>
</file>

<file path=ppt/ink/ink2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675"/>
    </inkml:context>
    <inkml:brush xml:id="br0">
      <inkml:brushProperty name="width" value="0.025" units="cm"/>
      <inkml:brushProperty name="height" value="0.025" units="cm"/>
      <inkml:brushProperty name="color" value="#B2626F"/>
    </inkml:brush>
  </inkml:definitions>
  <inkml:trace contextRef="#ctx0" brushRef="#br0">1 225 6520 0 0,'0'0'3342'0'0,"15"21"-2511"0"0,-12-17-675 0 0,1 0-1 0 0,0 0 1 0 0,0 0-1 0 0,0-1 1 0 0,1 0 0 0 0,-1 0-1 0 0,1 0 1 0 0,0 0 0 0 0,8 3-1 0 0,20 11 170 0 0,-21-9-156 0 0,1-1-1 0 0,19 8 0 0 0,-18-9-53 0 0,0 0-1 0 0,12 10 0 0 0,-14-8 115 0 0,-8-5-137 0 0,1 0 0 0 0,-1 0-1 0 0,1 0 1 0 0,-1-1 0 0 0,1 1 0 0 0,0-1-1 0 0,0-1 1 0 0,8 3 0 0 0,-7-2 60 0 0,-1-1 1 0 0,1 1-1 0 0,-1 0 0 0 0,1 0 1 0 0,-1 1-1 0 0,9 5 1 0 0,34 14 874 0 0,49 14-282 0 0,-82-31-524 0 0,34 14 236 0 0,55 16-220 0 0,-90-31-237 0 0,1 0 0 0 0,0-1 0 0 0,27 3 0 0 0,-24-4 0 0 0,34 8 0 0 0,-30-4 0 0 0,-8-1 0 0 0,0-1 0 0 0,0-1 0 0 0,0 0 0 0 0,1-1 0 0 0,18 1 0 0 0,-26-2 0 0 0,-1 0 1 0 0,0 0-1 0 0,1 1 0 0 0,7 2 0 0 0,8 3 25 0 0,5-1 13 0 0,51 13 373 0 0,-67-16-279 0 0,-1-1 0 0 0,1 0 1 0 0,18 0-1 0 0,1 1 38 0 0,168 7 528 0 0,-141-6-603 0 0,-39-3 9 0 0,0 0 0 0 0,35-2 0 0 0,2-3 133 0 0,59 2 0 0 0,-67 3-84 0 0,-25-2 80 0 0,0 0 1 0 0,37-8 0 0 0,23-11 231 0 0,-71 17-410 0 0,0-1 0 0 0,0 0 0 0 0,-1-1 0 0 0,0 0-1 0 0,0 0 1 0 0,0-1 0 0 0,16-13 0 0 0,-14 10 19 0 0,-6 6-36 0 0,-1-1 1 0 0,1 0 0 0 0,-1 0 0 0 0,0-1 0 0 0,0 1-1 0 0,7-11 1 0 0,-1 1 25 0 0,-10 14-57 0 0,-1-1 0 0 0,1 1 0 0 0,-1-1 0 0 0,1 1 0 0 0,-1-1 0 0 0,1 1 0 0 0,-1-1 0 0 0,1 1 0 0 0,-1-1 0 0 0,1 0 0 0 0,-1 1 0 0 0,1-1 0 0 0,-1 0 0 0 0,0 1 0 0 0,0-1 0 0 0,1 0 0 0 0,-1 1 0 0 0,0-1 0 0 0,0 0 0 0 0,0 0 0 0 0,0 0 0 0 0,0 1 0 0 0,0-1 0 0 0,0 0 0 0 0,0 0 0 0 0,0 1 0 0 0,0-1 0 0 0,0 0 0 0 0,0 0 0 0 0,0 1 0 0 0,-1-1 0 0 0,1 0 1 0 0,0 1-1 0 0,-1-1 0 0 0,1 0 0 0 0,0 1 0 0 0,-1-1 0 0 0,0 0 0 0 0,-3-5 15 0 0,0 0 0 0 0,-1 1 0 0 0,0-1 0 0 0,0 1 0 0 0,-1 0 0 0 0,1 1 1 0 0,-1 0-1 0 0,0-1 0 0 0,-10-4 0 0 0,6 4-4 0 0,0 0 1 0 0,0 1-1 0 0,-16-4 1 0 0,15 5-1 0 0,1-1 1 0 0,-1 0-1 0 0,-12-7 1 0 0,3 1 20 0 0,0 1 0 0 0,-1 0 1 0 0,0 2-1 0 0,-30-7 0 0 0,-62-21 88 0 0,69 20-67 0 0,4 0-16 0 0,-21-7-3 0 0,47 18-34 0 0,-1-2 0 0 0,1 0-1 0 0,-13-8 1 0 0,9 5 6 0 0,-81-32 49 0 0,40 18-29 0 0,50 19-30 0 0,0 0 0 0 0,0 1 1 0 0,-1 0-1 0 0,1 1 0 0 0,-1 0 1 0 0,0 0-1 0 0,-18 0 0 0 0,-21 3-3 0 0,9 13 0 0 0,20-10 0 0 0,-1 0 0 0 0,1-2 0 0 0,-40 1 0 0 0,50-3 0 0 0,0 0 0 0 0,0-1-1 0 0,0 0 1 0 0,-16-3 0 0 0,23 3 1 0 0,0-1 0 0 0,0 1 0 0 0,0 0 0 0 0,0-1 0 0 0,0 0 0 0 0,0 1 0 0 0,0-1 0 0 0,1 0 0 0 0,-1-1 0 0 0,1 1-1 0 0,-1 0 1 0 0,1-1 0 0 0,0 1 0 0 0,0-1 0 0 0,0 0 0 0 0,0 0 0 0 0,-2-4 0 0 0,2 2 1 0 0,1 3 2 0 0,0 0 1 0 0,-1 0 0 0 0,1-1 0 0 0,0 1 0 0 0,1-1 0 0 0,-1 1 0 0 0,0-1 0 0 0,1 1 0 0 0,0-1 0 0 0,-1-4 0 0 0,1 5-3 0 0,-1 0 0 0 0,0 1 0 0 0,0-1 0 0 0,1 0 0 0 0,-1 1 0 0 0,0-1 0 0 0,0 1 0 0 0,-1-1 0 0 0,1 1 0 0 0,0 0-1 0 0,0-1 1 0 0,-1 1 0 0 0,1 0 0 0 0,-1 0 0 0 0,-1-1 0 0 0,-24-16-1 0 0,15 14-1 0 0,1 1 0 0 0,-1 0 0 0 0,1 1 0 0 0,-1 0 0 0 0,0 1 0 0 0,0 0 0 0 0,0 1 0 0 0,0 0 0 0 0,-19 3 0 0 0,-84 8 0 0 0,99-9 0 0 0,0 1 0 0 0,-17 5 0 0 0,5-1 0 0 0,-68 16 0 0 0,6 2 0 0 0,-3 9 0 0 0,81-28 0 0 0,-1 0 0 0 0,1 0 0 0 0,0 1 0 0 0,-13 10 0 0 0,18-13 0 0 0,1 1 0 0 0,0 1 0 0 0,0-1 0 0 0,1 1 0 0 0,-1 0 0 0 0,1 0 0 0 0,1 0 0 0 0,-9 14 0 0 0,12-16 0 0 0,0 0 0 0 0</inkml:trace>
</inkml:ink>
</file>

<file path=ppt/ink/ink2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676"/>
    </inkml:context>
    <inkml:brush xml:id="br0">
      <inkml:brushProperty name="width" value="0.025" units="cm"/>
      <inkml:brushProperty name="height" value="0.025" units="cm"/>
      <inkml:brushProperty name="color" value="#B2626F"/>
    </inkml:brush>
  </inkml:definitions>
  <inkml:trace contextRef="#ctx0" brushRef="#br0">0 227 4816 0 0,'0'0'136'0'0,"32"-7"850"0"0,-13 3 307 0 0,0-1-1 0 0,33-12 1 0 0,-42 13-1157 0 0,0 1 1 0 0,1 1-1 0 0,-1 0 1 0 0,12-1 0 0 0,12-3 113 0 0,-10 2-27 0 0,0 0-1 0 0,0 1 1 0 0,28 1 0 0 0,-23-1 193 0 0,-23 2-186 0 0,-1 0 1 0 0,0 0-1 0 0,1 1 0 0 0,10 0 1 0 0,5 2 432 0 0,40-2 0 0 0,-3 1-29 0 0,22 4-106 0 0,-73-5-486 0 0,-1 1 0 0 0,1 0 0 0 0,-1 1 0 0 0,0-1 0 0 0,10 4 0 0 0,-10-2 88 0 0,1-1 0 0 0,-1 0-1 0 0,1-1 1 0 0,-1 0 0 0 0,12 1-1 0 0,1 1 454 0 0,-17-3-472 0 0,1 1 0 0 0,0-1 1 0 0,-1 0-1 0 0,1 1 0 0 0,0-1 0 0 0,-1 0 1 0 0,1 0-1 0 0,5-2 0 0 0,10 0 300 0 0,-14 1-358 0 0,0 1 0 0 0,0-1-1 0 0,0 0 1 0 0,0 0 0 0 0,0 0-1 0 0,6-3 1 0 0,63-27 410 0 0,-66 27-378 0 0,-1 0 0 0 0,0-1 1 0 0,9-9-1 0 0,1 0 102 0 0,-4 4-81 0 0,-11 8-82 0 0,1 0 0 0 0,0 0-1 0 0,0 0 1 0 0,0 0 0 0 0,0 0 0 0 0,0 1 0 0 0,1-1 0 0 0,-1 1 0 0 0,0-1-1 0 0,1 1 1 0 0,-1 0 0 0 0,1 0 0 0 0,0 0 0 0 0,3 0 0 0 0,-3 0 7 0 0,0 0 0 0 0,0 0 0 0 0,0 0 1 0 0,-1 0-1 0 0,1-1 0 0 0,0 1 0 0 0,0-1 0 0 0,3-2 1 0 0,8-4 100 0 0,8-1 76 0 0,1 1 0 0 0,0 2 0 0 0,41-7 0 0 0,-37 10-25 0 0,46 3 0 0 0,10 0 228 0 0,-2-9 151 0 0,109 15 268 0 0,-166-4-780 0 0,33 4 1 0 0,-3 1 0 0 0,-43-6-42 0 0,0 0 0 0 0,-1 1 0 0 0,1 0 0 0 0,0 0 0 0 0,-1 1 0 0 0,1 1 0 0 0,-1 0 0 0 0,0 0 0 0 0,13 8 0 0 0,-20-10-8 0 0,-1 0 0 0 0,0 0 0 0 0,0 0 0 0 0,0 0 0 0 0,-1 0 0 0 0,1 0 0 0 0,0 1 0 0 0,-1-1 0 0 0,1 0 0 0 0,-1 1 1 0 0,0 0-1 0 0,0-1 0 0 0,0 1 0 0 0,1 5 0 0 0,-1-3 1 0 0,0 1 0 0 0,0 0 0 0 0,-1-1 0 0 0,0 1 0 0 0,0-1 0 0 0,-1 12 0 0 0,0-15-2 0 0,-1 1 0 0 0,1-1 0 0 0,0 0 0 0 0,-1 0 0 0 0,1 1 0 0 0,-1-1 0 0 0,0 0 0 0 0,1-1 0 0 0,-1 1 0 0 0,0 0 0 0 0,0 0 0 0 0,0-1 0 0 0,-1 1 0 0 0,-2 1 0 0 0,-33 17 0 0 0,31-17-1 0 0,1-1 0 0 0,-1 0 1 0 0,0 0-1 0 0,0-1 0 0 0,1 1 0 0 0,-1-2 0 0 0,0 1 0 0 0,-10-1 0 0 0,-3-2-3 0 0,-32-7 0 0 0,52 9 4 0 0,-3 0-2 0 0,-1 0 1 0 0,1 0-1 0 0,0 0 0 0 0,0 1 0 0 0,0-1 0 0 0,0 1 1 0 0,-1-1-1 0 0,1 1 0 0 0,0 0 0 0 0,0 0 0 0 0,1 1 1 0 0,-1-1-1 0 0,0 1 0 0 0,0-1 0 0 0,0 1 0 0 0,1 0 1 0 0,-1 0-1 0 0,1 0 0 0 0,0 0 0 0 0,0 0 0 0 0,-1 1 1 0 0,1-1-1 0 0,1 1 0 0 0,-1-1 0 0 0,0 1 0 0 0,1 0 0 0 0,-1 0 1 0 0,1 0-1 0 0,0 0 0 0 0,-2 5 0 0 0,3 24-24 0 0,1-29 23 0 0,-1 0 0 0 0,1 0-1 0 0,-1 0 1 0 0,0 0 0 0 0,0 0-1 0 0,0 0 1 0 0,-1 0 0 0 0,1-1 0 0 0,-1 1-1 0 0,0 0 1 0 0,1 0 0 0 0,-1 0 0 0 0,-2 3-1 0 0,-2 5-3 0 0,-1 0-1 0 0,0 0 1 0 0,0-1-1 0 0,-1 1 1 0 0,-1-2-1 0 0,0 1 1 0 0,0-1 0 0 0,-1 0-1 0 0,0 0 1 0 0,0-1-1 0 0,-1-1 1 0 0,0 0-1 0 0,0 0 1 0 0,-15 7-1 0 0,0-4 6 0 0,13-5-1 0 0,0-1 0 0 0,1 2 1 0 0,0 0-1 0 0,-18 11 0 0 0,23-12 3 0 0,-1-1 0 0 0,0 0 0 0 0,0 0 0 0 0,0-1 0 0 0,0 1 0 0 0,-11 2 0 0 0,8-3 0 0 0,1 0 0 0 0,0 1 0 0 0,-15 9 0 0 0,17-10 0 0 0,0 0 0 0 0,1 0 0 0 0,-1-1 0 0 0,0 0 0 0 0,0 0 0 0 0,0-1 0 0 0,-11 2 0 0 0,-25 5 0 0 0,30-5 0 0 0,-1-1 0 0 0,1 0 0 0 0,-1-1 0 0 0,1-1 0 0 0,-1 0 0 0 0,1-1 0 0 0,-26-5 0 0 0,-4 1 0 0 0,28 4 0 0 0,-1-1 0 0 0,0 0 0 0 0,1-1 0 0 0,0 0 0 0 0,-1-1 0 0 0,2-1 0 0 0,-1-1 0 0 0,-21-11 0 0 0,-5-3 0 0 0,33 17 0 0 0,0 0 0 0 0,1-1 0 0 0,-1 0 0 0 0,1 0 0 0 0,0-1 0 0 0,-11-9 0 0 0,-4-5 0 0 0,-25-18 0 0 0,35 28 0 0 0,3 3 0 0 0,0 0 0 0 0,0 0 0 0 0,-1 1 0 0 0,1 1 0 0 0,-1-1 0 0 0,0 2 0 0 0,-1-1 0 0 0,1 1 0 0 0,-15-2 0 0 0,-5 2 0 0 0,1 1 0 0 0,-32 3 0 0 0,-38-3 0 0 0,84 0 0 0 0,0-1 0 0 0,1-1 0 0 0,-1 0 0 0 0,1-1 0 0 0,0 0 0 0 0,0-1 0 0 0,1-1 0 0 0,-13-8 0 0 0,17 7 1 0 0,0 0 1 0 0,1 0-1 0 0,0-1 0 0 0,0-1 0 0 0,-7-11 1 0 0,5 8-2 0 0,2 1 9 0 0,2 1-1 0 0,-1-1 0 0 0,1-1 0 0 0,-6-20 1 0 0,11 32-3 0 0,1 0-6 0 0</inkml:trace>
</inkml:ink>
</file>

<file path=ppt/ink/ink2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677"/>
    </inkml:context>
    <inkml:brush xml:id="br0">
      <inkml:brushProperty name="width" value="0.025" units="cm"/>
      <inkml:brushProperty name="height" value="0.025" units="cm"/>
      <inkml:brushProperty name="color" value="#B2626F"/>
    </inkml:brush>
  </inkml:definitions>
  <inkml:trace contextRef="#ctx0" brushRef="#br0">593 41 4008 0 0,'0'0'11033'0'0,"-6"-14"-10554"0"0,-2 10-470 0 0,0 0 1 0 0,0 1 0 0 0,0 0 0 0 0,0 0 0 0 0,-1 0 0 0 0,1 1-1 0 0,-17-1 1 0 0,9 2-43 0 0,-1 0-1 0 0,0 2 0 0 0,-18 3 1 0 0,-59 8-119 0 0,68-8 152 0 0,16-4 7 0 0,0 2 1 0 0,0-1-1 0 0,0 2 1 0 0,0-1-1 0 0,-13 6 1 0 0,-10 1 34 0 0,28-9-35 0 0,0 1-1 0 0,0 0 1 0 0,0 1 0 0 0,0-1 0 0 0,1 1-1 0 0,-7 3 1 0 0,-33 10 49 0 0,37-13 149 0 0,0 1-1 0 0,0 1 1 0 0,0-1-1 0 0,1 1 0 0 0,0 0 1 0 0,-1 1-1 0 0,2 0 1 0 0,-8 6-1 0 0,-18 22 1255 0 0,29-31-1400 0 0,1 0 1 0 0,-1 0 0 0 0,1 0-1 0 0,0 0 1 0 0,0 1 0 0 0,0-1-1 0 0,0 0 1 0 0,0 1 0 0 0,1-1-1 0 0,-1 1 1 0 0,1-1-1 0 0,-1 1 1 0 0,1-1 0 0 0,0 1-1 0 0,0-1 1 0 0,0 1 0 0 0,0-1-1 0 0,0 1 1 0 0,1-1 0 0 0,-1 1-1 0 0,1-1 1 0 0,0 0-1 0 0,0 1 1 0 0,0-1 0 0 0,1 4-1 0 0,8 9 213 0 0,-9-13-255 0 0,-1 0 1 0 0,1 0-1 0 0,0-1 0 0 0,0 1 1 0 0,1 0-1 0 0,-1-1 0 0 0,0 1 1 0 0,0-1-1 0 0,1 1 1 0 0,-1-1-1 0 0,1 0 0 0 0,1 2 1 0 0,7 3 38 0 0,-4-1-20 0 0,0-1 0 0 0,1 0 0 0 0,0 0 0 0 0,0-1 0 0 0,0 0 0 0 0,12 4 0 0 0,8 1 36 0 0,34 7 114 0 0,-39-13-121 0 0,0-1 0 0 0,40-3-1 0 0,-6 0 85 0 0,-45 1 42 0 0,0 0 0 0 0,0-1 0 0 0,-1-1-1 0 0,16-4 1 0 0,1-1-49 0 0,-7 3 84 0 0,1 0-162 0 0,0-1 0 0 0,21-8-1 0 0,-34 9-27 0 0,0 0 0 0 0,-1 0-1 0 0,1 0 1 0 0,11-12 0 0 0,6-5 89 0 0,-21 18-75 0 0,0 0-1 0 0,-1 0 0 0 0,1 0 0 0 0,-1 0 0 0 0,0 0 1 0 0,0-1-1 0 0,-1 1 0 0 0,1-1 0 0 0,-1 0 1 0 0,0 0-1 0 0,0 0 0 0 0,1-6 0 0 0,-3 8-34 0 0,1 1-1 0 0,-1 0 0 0 0,0 0 1 0 0,1 0-1 0 0,-1-1 1 0 0,0 1-1 0 0,0 0 1 0 0,-1 0-1 0 0,1 0 0 0 0,0-1 1 0 0,-1 1-1 0 0,0 0 1 0 0,1 0-1 0 0,-1 0 0 0 0,0 0 1 0 0,0 0-1 0 0,-1-3 1 0 0,-2 0 41 0 0,0-1 0 0 0,0 1 1 0 0,0 0-1 0 0,-6-6 1 0 0,5 6-34 0 0,0 0 1 0 0,0 1 0 0 0,-1 0-1 0 0,1 0 1 0 0,-1 0 0 0 0,0 1-1 0 0,0 0 1 0 0,-1 0 0 0 0,1 0-1 0 0,0 1 1 0 0,-1 0 0 0 0,0 0-1 0 0,1 1 1 0 0,-1-1 0 0 0,-10 1-1 0 0,8 1-15 0 0</inkml:trace>
</inkml:ink>
</file>

<file path=ppt/ink/ink2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678"/>
    </inkml:context>
    <inkml:brush xml:id="br0">
      <inkml:brushProperty name="width" value="0.025" units="cm"/>
      <inkml:brushProperty name="height" value="0.025" units="cm"/>
      <inkml:brushProperty name="color" value="#B2626F"/>
    </inkml:brush>
  </inkml:definitions>
  <inkml:trace contextRef="#ctx0" brushRef="#br0">1 485 7528 0 0,'0'0'2481'0'0,"32"-13"-364"0"0,43-12-443 0 0,-68 23-1599 0 0,7-2 72 0 0,0 0-1 0 0,0 1 1 0 0,0 1 0 0 0,18-1 0 0 0,-25 3-53 0 0,0-1 0 0 0,1 0 0 0 0,-1 0 0 0 0,0-1 0 0 0,0 0 0 0 0,7-3 0 0 0,19-5 319 0 0,-6 3 479 0 0,-16 4-552 0 0,-1 1 0 0 0,1 0 0 0 0,0 0 0 0 0,12 0-1 0 0,-21 2-279 0 0,-1-1 0 0 0,0 1 0 0 0,1 0 0 0 0,-1-1 0 0 0,0 1 0 0 0,1 0-1 0 0,-1-1 1 0 0,0 0 0 0 0,1 1 0 0 0,-1-1 0 0 0,0 0 0 0 0,0 0-1 0 0,0 0 1 0 0,0 1 0 0 0,0-1 0 0 0,0 0 0 0 0,0 0 0 0 0,0-1 0 0 0,0 1-1 0 0,1-2 1 0 0,5-5 237 0 0,1 1-63 0 0,-7 6-154 0 0,1 0-1 0 0,-1 0 0 0 0,1 0 0 0 0,-1 0 1 0 0,0 0-1 0 0,1-1 0 0 0,-1 1 0 0 0,0-1 1 0 0,0 1-1 0 0,0 0 0 0 0,0-1 0 0 0,0 0 0 0 0,1-2 1 0 0,-2 4 1 0 0,7-33 1298 0 0,-10-19-34 0 0,21 27-664 0 0,-16 21-642 0 0,-1 0 0 0 0,1-1 0 0 0,0 1 0 0 0,0 0 0 0 0,0 0 0 0 0,1 0 0 0 0,0 1 0 0 0,-1-1 0 0 0,1 0 0 0 0,0 1 0 0 0,1 0 0 0 0,-1 0 1 0 0,1 0-1 0 0,3-3 0 0 0,116-30 257 0 0,-92 25-289 0 0,-20 6-5 0 0,0 1 1 0 0,21-4-1 0 0,124-26 77 0 0,-23 5-54 0 0,-67 21-25 0 0,-41 6 0 0 0,22-4 0 0 0,-20 3 0 0 0,32-1 0 0 0,15-3 0 0 0,0 0 0 0 0,-58 5 0 0 0,-1 1 0 0 0,1 1 0 0 0,0 0 0 0 0,29 5 0 0 0,22 0 0 0 0,-13 2 0 0 0,-10 2 0 0 0,-38-8 0 0 0,-6-1 0 0 0</inkml:trace>
</inkml:ink>
</file>

<file path=ppt/ink/ink2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679"/>
    </inkml:context>
    <inkml:brush xml:id="br0">
      <inkml:brushProperty name="width" value="0.025" units="cm"/>
      <inkml:brushProperty name="height" value="0.025" units="cm"/>
      <inkml:brushProperty name="color" value="#B2626F"/>
    </inkml:brush>
  </inkml:definitions>
  <inkml:trace contextRef="#ctx0" brushRef="#br0">9 338 5824 0 0,'0'0'1462'0'0,"-8"-3"1156"0"0,12 4-2259 0 0,-1 0 1 0 0,1 0 0 0 0,0 0 0 0 0,-1 1-1 0 0,7 3 1 0 0,6 2 852 0 0,38 20 632 0 0,-45-23-1720 0 0,0-1 0 0 0,-1 1 0 0 0,10 7 0 0 0,19 8 535 0 0,-18-11-407 0 0,-8-4-54 0 0,0 1 1 0 0,1-1-1 0 0,-1-1 1 0 0,1 0-1 0 0,14 1 0 0 0,-24-3-177 0 0,1-1 0 0 0,0 1-1 0 0,-1 0 1 0 0,1 0-1 0 0,0 0 1 0 0,-1 0-1 0 0,1 0 1 0 0,-1 1-1 0 0,0-1 1 0 0,3 3-1 0 0,-3-2 0 0 0,1-1-1 0 0,-1 1 0 0 0,1-1 0 0 0,-1 1 0 0 0,0-1 0 0 0,1 0 0 0 0,0 0 0 0 0,-1 0 0 0 0,1 0 0 0 0,4 0 0 0 0,-3 0-18 0 0,0 0 0 0 0,-1 0-1 0 0,1 0 1 0 0,0 0-1 0 0,0 1 1 0 0,-1-1 0 0 0,7 5-1 0 0,18 7 3 0 0,-14-9-5 0 0,-1 0-1 0 0,19 9 0 0 0,-27-11 11 0 0,-1-1-1 0 0,1 0 0 0 0,0 0 0 0 0,-1 0 0 0 0,1 0 0 0 0,8-1 0 0 0,19 4 31 0 0,6 8 129 0 0,-3 0 13 0 0,47 8 0 0 0,-49-11-169 0 0,-26-7-15 0 0,0 0 1 0 0,1 0 0 0 0,-1-1 0 0 0,15 2 0 0 0,-17-3 0 0 0,-1 1 0 0 0,1 1 0 0 0,-1-1 0 0 0,1 1 0 0 0,5 2-1 0 0,8 3-3 0 0,-7-4 5 0 0,0-1-1 0 0,19 1 1 0 0,-20-2 0 0 0,1 0 0 0 0,0 1 0 0 0,13 4-1 0 0,15 7 3 0 0,55 17 0 0 0,-77-26 0 0 0,4 1 0 0 0,32 11 0 0 0,-26-6-5 0 0,1-1 0 0 0,45 8-1 0 0,131 27-10 0 0,-160-33 15 0 0,-19-4-2 0 0,30 3 1 0 0,69 13-32 0 0,-110-23 330 0 0,0 0 0 0 0,18-2 0 0 0,8 0 210 0 0,-1-6-216 0 0,-23 5-214 0 0,-13 1-58 0 0,0 1-1 0 0,-1 0 0 0 0,1-1 0 0 0,0 1 0 0 0,0-1 1 0 0,-1 0-1 0 0,1 0 0 0 0,-1 0 0 0 0,1 0 1 0 0,3-5-1 0 0,20-26 112 0 0,-27 31-125 0 0,0 1-1 0 0,0 0 1 0 0,0-1-1 0 0,0 1 1 0 0,0 0-1 0 0,0 0 1 0 0,0 0-1 0 0,0 0 1 0 0,-1 0-1 0 0,1 0 1 0 0,0 0-1 0 0,-1 0 1 0 0,1 0 0 0 0,-3 0-1 0 0,0-2 4 0 0,-97-61 173 0 0,11 28 591 0 0,63 22-433 0 0,1-1 1 0 0,0-1 0 0 0,-42-35-1 0 0,51 36-337 0 0,-1 1 0 0 0,-1 0 0 0 0,-21-11 0 0 0,38 23-36 0 0,0 0 0 0 0,0 0 0 0 0,0 0 0 0 0,0-1 0 0 0,0 1 0 0 0,0 0 0 0 0,1-1 0 0 0,-1 1 1 0 0,1-1-1 0 0,-2-4 0 0 0,-10-15-35 0 0,-18-26 45 0 0,23 34 17 0 0,-1 1 0 0 0,-10-12-1 0 0,-6-6 22 0 0,-31-33 29 0 0,-10-12 315 0 0,58 67-227 0 0,-11-12 272 0 0,-30-28 0 0 0,39 41-343 0 0,0 1 1 0 0,-1 0-1 0 0,0 0 1 0 0,0 1-1 0 0,0 0 1 0 0,-1 1-1 0 0,0 1 1 0 0,0 0-1 0 0,0 0 1 0 0,-20-2-1 0 0,15 2-15 0 0,5 1-27 0 0,0 1-1 0 0,1 0 1 0 0,-1 1 0 0 0,-14 0 0 0 0,14 2-9 0 0</inkml:trace>
</inkml:ink>
</file>

<file path=ppt/ink/ink2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680"/>
    </inkml:context>
    <inkml:brush xml:id="br0">
      <inkml:brushProperty name="width" value="0.025" units="cm"/>
      <inkml:brushProperty name="height" value="0.025" units="cm"/>
      <inkml:brushProperty name="color" value="#B2626F"/>
    </inkml:brush>
  </inkml:definitions>
  <inkml:trace contextRef="#ctx0" brushRef="#br0">0 1 7936 0 0,'0'0'3536'0'0,"25"9"-2002"0"0,23 15 397 0 0,16 7-1062 0 0,-32-5 48 0 0,-27-21-751 0 0,1 0 0 0 0,0 0-1 0 0,13 7 1 0 0,48 30 751 0 0,-41-25-592 0 0,-21-13-238 0 0,0 0 1 0 0,0-1-1 0 0,1 0 1 0 0,-1 0-1 0 0,12 5 1 0 0,-11-6-7 0 0,3 4 17 0 0,-3-1-39 0 0,-1-2-19 0 0,-1-1 1 0 0,-1-1-11 0 0,22 6 4 0 0,10 9 67 0 0,11 2-19 0 0,3 0-620 0 0,-14-4 60 0 0,10 3 304 0 0,-26-12 70 0 0,71 16-336 0 0,-71-17 227 0 0,35 13 0 0 0,13 3-491 0 0,20 3 122 0 0,9 2 437 0 0,-80-22 128 0 0,2 1 338 0 0,0-2-1 0 0,24 2 1 0 0,-32-4-176 0 0,0 1 0 0 0,0 1 0 0 0,14 3 0 0 0,20 4 267 0 0,-12-6-71 0 0,73 3 334 0 0,-23 1-341 0 0,25-9-175 0 0,-78 2-126 0 0,-26 0-33 0 0</inkml:trace>
</inkml:ink>
</file>

<file path=ppt/ink/ink2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681"/>
    </inkml:context>
    <inkml:brush xml:id="br0">
      <inkml:brushProperty name="width" value="0.025" units="cm"/>
      <inkml:brushProperty name="height" value="0.025" units="cm"/>
      <inkml:brushProperty name="color" value="#B2626F"/>
    </inkml:brush>
  </inkml:definitions>
  <inkml:trace contextRef="#ctx0" brushRef="#br0">1 197 5120 0 0,'0'0'1454'0'0,"28"5"45"0"0,-24-6-1358 0 0,0 1-1 0 0,0-1 1 0 0,0 0-1 0 0,0 0 1 0 0,-1 0-1 0 0,1 0 1 0 0,0-1-1 0 0,0 1 1 0 0,4-4 0 0 0,21-7 834 0 0,-25 11-933 0 0,0 0 0 0 0,0-1 0 0 0,0 0 0 0 0,-1 1 0 0 0,1-1-1 0 0,-1-1 1 0 0,5-2 0 0 0,-5 2-2 0 0,1 0 0 0 0,-1 1 1 0 0,1 0-1 0 0,0 0 0 0 0,0 0 0 0 0,7-3 0 0 0,-2 3 147 0 0,-1 0 1 0 0,0-1-1 0 0,0-1 0 0 0,-1 1 0 0 0,1-1 0 0 0,-1-1 0 0 0,0 1 0 0 0,13-11 0 0 0,2-1 665 0 0,7-7 135 0 0,-25 20-939 0 0,-1-1 1 0 0,1 0 0 0 0,0 1-1 0 0,0 0 1 0 0,0 0-1 0 0,0 0 1 0 0,1 0-1 0 0,-1 1 1 0 0,1 0 0 0 0,0 0-1 0 0,0 0 1 0 0,-1 0-1 0 0,10-1 1 0 0,18-2 45 0 0,-25 5-89 0 0,0-1 0 0 0,0 0 0 0 0,-1-1 1 0 0,12-3-1 0 0,-13 4 67 0 0,0-1 0 0 0,1 1 0 0 0,-1 1 0 0 0,0-1 0 0 0,0 1 0 0 0,0 0 0 0 0,0 0 0 0 0,1 0 0 0 0,-1 1 0 0 0,0 0 0 0 0,8 2 0 0 0,49 7 1142 0 0,-28-7-988 0 0,-34-3-188 0 0,30 0 458 0 0,-24 0-441 0 0,-1-1 0 0 0,1 1 0 0 0,-1-1 0 0 0,0 0 0 0 0,0 0-1 0 0,1 0 1 0 0,6-4 0 0 0,-2 5-46 0 0,-8 0-9 0 0</inkml:trace>
</inkml:ink>
</file>

<file path=ppt/ink/ink2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682"/>
    </inkml:context>
    <inkml:brush xml:id="br0">
      <inkml:brushProperty name="width" value="0.025" units="cm"/>
      <inkml:brushProperty name="height" value="0.025" units="cm"/>
      <inkml:brushProperty name="color" value="#B2626F"/>
    </inkml:brush>
  </inkml:definitions>
  <inkml:trace contextRef="#ctx0" brushRef="#br0">87 4 488 0 0,'0'0'1899'0'0,"-23"-3"1543"0"0,-9 30-1142 0 0,31-26-2244 0 0,-1-1 1 0 0,0 1-1 0 0,0 0 0 0 0,1 0 1 0 0,-1 0-1 0 0,0 0 0 0 0,1 0 1 0 0,-1 0-1 0 0,1 1 0 0 0,-1-1 1 0 0,1 0-1 0 0,0 1 0 0 0,0-1 1 0 0,0 1-1 0 0,-1-1 0 0 0,1 1 1 0 0,1 0-1 0 0,-1-1 0 0 0,0 1 0 0 0,0 0 1 0 0,1 0-1 0 0,-1 0 0 0 0,1 0 1 0 0,-1 2-1 0 0,1-4-9 0 0,0 0-5 0 0,0 0 0 0 0,-1 1 0 0 0,1-1 0 0 0,0 1 0 0 0,0-1 0 0 0,0 0 0 0 0,0 1 0 0 0,0-1 0 0 0,0 1 0 0 0,0-1 0 0 0,0 0 0 0 0,0 1 1 0 0,0-1-1 0 0,0 0 0 0 0,0 1 0 0 0,0-1 0 0 0,0 1 0 0 0,0-1 0 0 0,1 0 0 0 0,-1 1 0 0 0,0-1 0 0 0,0 0 0 0 0,0 1 0 0 0,1-1 0 0 0,-1 0 0 0 0,0 1 0 0 0,0-1 0 0 0,1 0 1 0 0,-1 1-1 0 0,1-1 0 0 0,12 14 900 0 0,-4-4-126 0 0,24 16 1458 0 0,40 24-1041 0 0,-66-44-1104 0 0,1-2 0 0 0,0 1-1 0 0,0-1 1 0 0,0 0 0 0 0,16 5 0 0 0,-14-5-24 0 0,0 1-1 0 0,0 0 0 0 0,-1 1 1 0 0,16 11-1 0 0,-23-15-87 0 0,12 6 21 0 0,0 0 0 0 0,0-1 0 0 0,1-1 0 0 0,26 9 0 0 0,-18-7-23 0 0,-18-6-12 0 0,0 0 3 0 0,0-1 1 0 0,0 1 0 0 0,-1-1-1 0 0,1 0 1 0 0,0 0 0 0 0,10 0-1 0 0,-10 0 8 0 0,1 0-1 0 0,-1 1 1 0 0,0-1-1 0 0,1 1 1 0 0,-1 0-1 0 0,0 0 1 0 0,0 1-1 0 0,5 3 1 0 0,-7-4 3 0 0,1 0 1 0 0,0 0 0 0 0,-1-1-1 0 0,1 1 1 0 0,0-1 0 0 0,0 1-1 0 0,-1-1 1 0 0,1 0-1 0 0,0-1 1 0 0,0 1 0 0 0,0-1-1 0 0,0 1 1 0 0,6-2-1 0 0,-10 1-9 0 0,31 6 119 0 0,72 30 375 0 0,-24-8-292 0 0,23-1-113 0 0,-32-7-59 0 0,16 4 12 0 0,-42-21-50 0 0,-35-3 0 0 0,0 1 0 0 0,0 0 0 0 0,0 0 0 0 0,16 4 0 0 0,-4 1 0 0 0,30 4 0 0 0,-33-6 0 0 0,1-1 0 0 0,23 10 0 0 0,-35-12 0 0 0,-1 0 0 0 0,1 0 0 0 0,-1-1 0 0 0,1 0 0 0 0,-1 0 0 0 0,12-2 0 0 0,5 1 0 0 0,47 1 0 0 0,-31-4-1842 0 0,-38 4 1804 0 0</inkml:trace>
</inkml:ink>
</file>

<file path=ppt/ink/ink2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683"/>
    </inkml:context>
    <inkml:brush xml:id="br0">
      <inkml:brushProperty name="width" value="0.025" units="cm"/>
      <inkml:brushProperty name="height" value="0.025" units="cm"/>
      <inkml:brushProperty name="color" value="#B2626F"/>
    </inkml:brush>
  </inkml:definitions>
  <inkml:trace contextRef="#ctx0" brushRef="#br0">0 42 1496 0 0,'0'0'2183'0'0,"27"-7"-614"0"0,-11 2-1073 0 0,2 0 1 0 0,19-3-1 0 0,-13 5-238 0 0,0 2 1 0 0,34 1-1 0 0,16-8 1164 0 0,33 4-60 0 0,-6 14-897 0 0,24-3 699 0 0,-119-6-1109 0 0,0-1 0 0 0,-1 0 1 0 0,1 0-1 0 0,0-1 0 0 0,-1 0 1 0 0,1 0-1 0 0,-1 0 0 0 0,9-3 0 0 0,-8 4-15 0 0,-1 0-1 0 0,1 0 1 0 0,-1 0-1 0 0,0 1 1 0 0,1-1-1 0 0,-1 2 1 0 0,1-1-1 0 0,-1 0 1 0 0,8 5 0 0 0,7 0 39 0 0,-1 3-8 0 0,-17-7-63 0 0</inkml:trace>
</inkml:ink>
</file>

<file path=ppt/ink/ink2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684"/>
    </inkml:context>
    <inkml:brush xml:id="br0">
      <inkml:brushProperty name="width" value="0.025" units="cm"/>
      <inkml:brushProperty name="height" value="0.025" units="cm"/>
      <inkml:brushProperty name="color" value="#B2626F"/>
    </inkml:brush>
  </inkml:definitions>
  <inkml:trace contextRef="#ctx0" brushRef="#br0">0 25 2400 0 0,'0'0'1184'0'0,"33"-3"311"0"0,-28 3-1254 0 0,0-1 0 0 0,-1 0 0 0 0,1 0 1 0 0,-1 0-1 0 0,9-3 0 0 0,-9 2-126 0 0,1 1-1 0 0,0-1 0 0 0,-1 1 0 0 0,1 0 1 0 0,10-1-1 0 0,55-3 186 0 0,1 6-77 0 0,-39-1 214 0 0,15 8 1320 0 0,-35-5-1464 0 0,72 8 1526 0 0,-9 7-814 0 0,-36-8-730 0 0,-28-6-201 0 0,1-1 0 0 0,17 3 1 0 0,-1-5 41 0 0,33-2 0 0 0,-12-1-20 0 0,-39 2-86 0 0,0-2 1 0 0,0 1 0 0 0,11-4 0 0 0,-11 3 0 0 0,0 0 0 0 0,0 0 0 0 0,11 1 1 0 0,27-2-9 0 0,16 0 2 0 0,-40 5-5 0 0,-12-2 0 0 0,-1 1 0 0 0,1 0 0 0 0,-1 0 0 0 0,20 6 0 0 0,100 33 0 0 0,-64-18 0 0 0,-65-21 0 0 0</inkml:trace>
</inkml:ink>
</file>

<file path=ppt/ink/ink2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685"/>
    </inkml:context>
    <inkml:brush xml:id="br0">
      <inkml:brushProperty name="width" value="0.025" units="cm"/>
      <inkml:brushProperty name="height" value="0.025" units="cm"/>
      <inkml:brushProperty name="color" value="#B2626F"/>
    </inkml:brush>
  </inkml:definitions>
  <inkml:trace contextRef="#ctx0" brushRef="#br0">0 248 7136 0 0,'0'0'5348'0'0,"27"-24"-4512"0"0,-20 20-698 0 0,-1 0 1 0 0,1 1 0 0 0,0 0 0 0 0,11-4 0 0 0,17-8 123 0 0,-17 4-55 0 0,-15 8-146 0 0,0 1 0 0 0,1 0 0 0 0,0-1 0 0 0,-1 2 0 0 0,1-1-1 0 0,0 0 1 0 0,8-2 0 0 0,-5 1 44 0 0,1 0 0 0 0,-1-1 1 0 0,0 0-1 0 0,0-1 0 0 0,6-5 0 0 0,-1 2 189 0 0,1 0 0 0 0,-1 1 0 0 0,20-9 0 0 0,36-6 627 0 0,13-7 212 0 0,-64 22-1014 0 0,22-5 212 0 0,52 5 82 0 0,-68 2-247 0 0,-12 2-75 0 0,1 1-1 0 0,0 1 1 0 0,-1 0-1 0 0,24 0 1 0 0,26 8 366 0 0,-48-4-376 0 0,0-2 0 0 0,17 2 0 0 0,24 2 51 0 0,33 6 82 0 0,21 9-15 0 0,-63-6-131 0 0,-35-10-58 0 0,0 0 0 0 0,1-1 0 0 0,18 3 0 0 0,-21-4 2 0 0,-1-1-1 0 0,1 1 1 0 0,11 5 0 0 0,20 4 26 0 0,13-1-23 0 0,-7 5-116 0 0,-37-12-30 0 0,8 3-71 0 0,0 0 0 0 0,19 12 1 0 0,-33-17 179 0 0,-1-1 0 0 0,1 1 0 0 0,-1 1 0 0 0,1-1 0 0 0,-1 0 0 0 0,0 0 0 0 0,0 0 0 0 0,1 1 0 0 0,-1-1 0 0 0,0 1 1 0 0,0-1-1 0 0,0 1 0 0 0,0-1 0 0 0,-1 1 0 0 0,1 0 0 0 0,0-1 0 0 0,-1 1 0 0 0,1 0 0 0 0,-1 0 0 0 0,1-1 0 0 0,-1 1 0 0 0,0 0 0 0 0,0 0 0 0 0,0-1 1 0 0,0 1-1 0 0,0 3 0 0 0,0-2 4 0 0</inkml:trace>
</inkml:ink>
</file>

<file path=ppt/ink/ink2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686"/>
    </inkml:context>
    <inkml:brush xml:id="br0">
      <inkml:brushProperty name="width" value="0.025" units="cm"/>
      <inkml:brushProperty name="height" value="0.025" units="cm"/>
      <inkml:brushProperty name="color" value="#B2626F"/>
    </inkml:brush>
  </inkml:definitions>
  <inkml:trace contextRef="#ctx0" brushRef="#br0">0 0 11856 0 0,'0'0'0'0'0</inkml:trace>
</inkml:ink>
</file>

<file path=ppt/ink/ink2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687"/>
    </inkml:context>
    <inkml:brush xml:id="br0">
      <inkml:brushProperty name="width" value="0.025" units="cm"/>
      <inkml:brushProperty name="height" value="0.025" units="cm"/>
      <inkml:brushProperty name="color" value="#B2626F"/>
    </inkml:brush>
  </inkml:definitions>
  <inkml:trace contextRef="#ctx0" brushRef="#br0">0 639 4912 0 0,'0'0'10096'0'0,"33"-15"-10056"0"0,19-29-56 0 0,-47 40 16 0 0,1 0 0 0 0,-1 0 0 0 0,0 0 0 0 0,1 1 0 0 0,9-4 0 0 0,-8 4 0 0 0,-1-1 0 0 0,1 1 0 0 0,-1-1 0 0 0,7-6 0 0 0,24-20 89 0 0,13-12 63 0 0,-31 26-33 0 0,-15 14-81 0 0,-1-1 1 0 0,1 0-1 0 0,-1 0 0 0 0,0 0 1 0 0,0-1-1 0 0,0 1 0 0 0,0-1 1 0 0,0 1-1 0 0,2-6 1 0 0,-1 3 83 0 0,1-1 1 0 0,0 1 0 0 0,0 1 0 0 0,0-1-1 0 0,0 1 1 0 0,1-1 0 0 0,7-4 0 0 0,-2 1 48 0 0,5-3 236 0 0,-12 9-310 0 0,0 0 0 0 0,0 0 0 0 0,-1 0 0 0 0,1 0 0 0 0,-1-1 0 0 0,4-3 0 0 0,-6 4-45 0 0,1 1 0 0 0,0 0-1 0 0,1 0 1 0 0,-1 1 0 0 0,0-1-1 0 0,1 0 1 0 0,-1 1 0 0 0,1-1 0 0 0,-1 1-1 0 0,1 0 1 0 0,-1 0 0 0 0,1 0-1 0 0,0 0 1 0 0,4 0 0 0 0,-4 0-19 0 0,0 1 0 0 0,-1-1 0 0 0,1 0 0 0 0,0 0 0 0 0,0 0 0 0 0,-1 0 0 0 0,1-1 1 0 0,-1 1-1 0 0,1-1 0 0 0,-1 1 0 0 0,0-1 0 0 0,0 0 0 0 0,1 0 0 0 0,1-3 0 0 0,0 0 55 0 0,0-1-1 0 0,0 1 1 0 0,0 0-1 0 0,1 0 1 0 0,0 1-1 0 0,0-1 1 0 0,0 1-1 0 0,0 0 0 0 0,1 1 1 0 0,-1-1-1 0 0,12-4 1 0 0,-11 5-25 0 0,-1 0 1 0 0,0 0 0 0 0,0-1-1 0 0,0 1 1 0 0,-1-1 0 0 0,1 0-1 0 0,-1-1 1 0 0,7-8 0 0 0,11-11 164 0 0,-19 23-215 0 0,-1 0 0 0 0,0 0 0 0 0,1 0 1 0 0,-1 0-1 0 0,1 1 0 0 0,0-1 0 0 0,-1 1 0 0 0,1-1 0 0 0,-1 1 0 0 0,1 0 0 0 0,4 0 0 0 0,17-2 62 0 0,-20 0-59 0 0,0 0-1 0 0,-1 1 1 0 0,1-2-1 0 0,-1 1 1 0 0,1 0 0 0 0,-1-1-1 0 0,1 1 1 0 0,2-5-1 0 0,-3 4-4 0 0,1 0 0 0 0,0 0 0 0 0,-1 0 0 0 0,1 1-1 0 0,5-4 1 0 0,25-5 41 0 0,-27 10-39 0 0,-1-1-1 0 0,0 0 1 0 0,1 0-1 0 0,-1-1 1 0 0,6-3-1 0 0,-6 3-6 0 0,-1 0 1 0 0,1 0-1 0 0,0 1 0 0 0,0-1 1 0 0,0 1-1 0 0,0 1 0 0 0,0-1 1 0 0,0 1-1 0 0,0 0 0 0 0,0 1 1 0 0,1-1-1 0 0,-1 1 0 0 0,9 1 1 0 0,-8-1-7 0 0,-3 0 2 0 0,1-1 0 0 0,0 0-1 0 0,-1 0 1 0 0,1 0 0 0 0,0 0 0 0 0,-1-1-1 0 0,0 0 1 0 0,8-4 0 0 0,-8 4 0 0 0,0 0 0 0 0,1 0 0 0 0,-1 0 0 0 0,1 0 0 0 0,0 1 0 0 0,0 0 0 0 0,-1 0 0 0 0,10-1 0 0 0,18-1 7 0 0,-25 2-7 0 0,1 0 1 0 0,-1 1 0 0 0,1 0 0 0 0,10 1-1 0 0,-6 2-2 0 0,-1 0 0 0 0,0 2 0 0 0,17 8 0 0 0,-26-12 0 0 0,1 1 0 0 0,-1 0 0 0 0,0-1 0 0 0,0 1 0 0 0,0 0 0 0 0,0 0 0 0 0,0 0 0 0 0,0 1 0 0 0,-1-1 0 0 0,1 0 0 0 0,-1 1 0 0 0,0-1 0 0 0,1 1 0 0 0,-1-1 0 0 0,0 1 0 0 0,0 0 0 0 0,-1-1 0 0 0,1 1 0 0 0,-1 0 0 0 0,1 0 0 0 0,-1-1 0 0 0,0 1 0 0 0,0 0 0 0 0,0 0 0 0 0,0 0 0 0 0,0 0 0 0 0,-1-1 0 0 0,1 1 0 0 0,-1 0 0 0 0,0-1 0 0 0,0 1 0 0 0,0 0 0 0 0,0-1 0 0 0,0 1 0 0 0,-1-1 0 0 0,1 1 0 0 0,-1-1 0 0 0,0 0 0 0 0,1 0 0 0 0,-1 0 0 0 0,0 0 0 0 0,0 0 0 0 0,-3 2 0 0 0,-95 61 0 0 0,-22 16 0 0 0,23 3 16 0 0,94-79-11 0 0,1 0 0 0 0,0 1 0 0 0,0-1 0 0 0,0 1 0 0 0,0 0 0 0 0,1 0 0 0 0,0 0 0 0 0,1 0 0 0 0,-3 9 0 0 0,-14 26 17 0 0,17-36-17 0 0,0 0 0 0 0,0 0 0 0 0,0 0 0 0 0,1 0 0 0 0,0 0 0 0 0,0 1-1 0 0,0-1 1 0 0,1 0 0 0 0,0 1 0 0 0,0 9 0 0 0,0-6-3 0 0,0-7-2 0 0</inkml:trace>
</inkml:ink>
</file>

<file path=ppt/ink/ink2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688"/>
    </inkml:context>
    <inkml:brush xml:id="br0">
      <inkml:brushProperty name="width" value="0.025" units="cm"/>
      <inkml:brushProperty name="height" value="0.025" units="cm"/>
      <inkml:brushProperty name="color" value="#B2626F"/>
    </inkml:brush>
  </inkml:definitions>
  <inkml:trace contextRef="#ctx0" brushRef="#br0">1 266 10656 0 0,'0'0'3648'0'0,"35"-4"-2506"0"0,-21-1-949 0 0,-1 1-1 0 0,1 1 0 0 0,0 0 1 0 0,0 1-1 0 0,0 1 0 0 0,17-1 1 0 0,-27 3-175 0 0,1-1 0 0 0,-1 0 0 0 0,0 0 0 0 0,1 0 0 0 0,-1 0 0 0 0,0-1 0 0 0,0 1 0 0 0,0-1 0 0 0,1 0 0 0 0,-1-1 0 0 0,0 1 0 0 0,0-1 0 0 0,-1 0 0 0 0,1 0 0 0 0,0 0 0 0 0,0 0 0 0 0,-1-1 0 0 0,6-4 0 0 0,-2 1 19 0 0,-1 0 0 0 0,0-1 0 0 0,0 0 0 0 0,-1 0 0 0 0,7-10 0 0 0,26-32 637 0 0,-38 47-633 0 0,1 1 0 0 0,0 0 0 0 0,-1-1 0 0 0,1 1 0 0 0,0-1 0 0 0,-1 1 0 0 0,0-1 0 0 0,1 1 0 0 0,-1-1 0 0 0,0 0 0 0 0,0 1 0 0 0,0-1 0 0 0,0 1-1 0 0,-1-4 1 0 0,1-5 457 0 0,0 10-442 0 0,0-27 608 0 0,-7 6-426 0 0,6 19-194 0 0,1 1 0 0 0,-1-1 1 0 0,0 1-1 0 0,0-1 0 0 0,1 0 0 0 0,-1 0 0 0 0,1 1 0 0 0,0-1 1 0 0,-1 0-1 0 0,1 0 0 0 0,0 0 0 0 0,0 1 0 0 0,1-5 0 0 0,4 1 108 0 0,-5 4-128 0 0</inkml:trace>
</inkml:ink>
</file>

<file path=ppt/ink/ink2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689"/>
    </inkml:context>
    <inkml:brush xml:id="br0">
      <inkml:brushProperty name="width" value="0.025" units="cm"/>
      <inkml:brushProperty name="height" value="0.025" units="cm"/>
      <inkml:brushProperty name="color" value="#B2626F"/>
    </inkml:brush>
  </inkml:definitions>
  <inkml:trace contextRef="#ctx0" brushRef="#br0">298 1 6128 0 0,'0'0'7145'0'0,"1"17"-6589"0"0,-9 1-519 0 0,7-14-31 0 0,0-1 1 0 0,-1 0 0 0 0,1 0 0 0 0,-1 0-1 0 0,1 0 1 0 0,-1-1 0 0 0,-4 6 0 0 0,-3 8 9 0 0,8-15-14 0 0,1 1 0 0 0,-1-1-1 0 0,1 0 1 0 0,-1 1 0 0 0,1-1-1 0 0,-1 0 1 0 0,0 0 0 0 0,0 0-1 0 0,0 1 1 0 0,1-1-1 0 0,-1 0 1 0 0,0 0 0 0 0,0 0-1 0 0,0 0 1 0 0,-1-1 0 0 0,1 1-1 0 0,0 0 1 0 0,-2 1 0 0 0,1-1 31 0 0,0 0 1 0 0,0 1-1 0 0,1-1 1 0 0,-1 1-1 0 0,1-1 1 0 0,-1 1-1 0 0,1 0 1 0 0,0-1 0 0 0,0 1-1 0 0,0 0 1 0 0,-1 0-1 0 0,2 0 1 0 0,-2 2-1 0 0,-10 15 284 0 0,4-12 190 0 0,0 0 0 0 0,-16 9 0 0 0,-1 1 81 0 0,21-14-391 0 0,0 0 0 0 0,-1-1 0 0 0,0 1 0 0 0,1-1 0 0 0,-1 0 0 0 0,0 0-1 0 0,0-1 1 0 0,-8 2 0 0 0,-2 1 241 0 0,-17 6 533 0 0,-18 5 202 0 0,46-15-1119 0 0</inkml:trace>
</inkml:ink>
</file>

<file path=ppt/ink/ink2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690"/>
    </inkml:context>
    <inkml:brush xml:id="br0">
      <inkml:brushProperty name="width" value="0.025" units="cm"/>
      <inkml:brushProperty name="height" value="0.025" units="cm"/>
      <inkml:brushProperty name="color" value="#B2626F"/>
    </inkml:brush>
  </inkml:definitions>
  <inkml:trace contextRef="#ctx0" brushRef="#br0">656 8 5224 0 0,'0'0'9853'0'0,"-6"-8"-9188"0"0,-19 11-215 0 0,0 1-1 0 0,-35 11 0 0 0,54-13-414 0 0,1 0 0 0 0,0 1-1 0 0,0 0 1 0 0,0 0 0 0 0,0 0-1 0 0,-5 6 1 0 0,6-5-21 0 0,-1-1 0 0 0,1 0 0 0 0,0 0 1 0 0,-1 0-1 0 0,0 0 0 0 0,1-1 0 0 0,-11 4 0 0 0,11-5-10 0 0,-1 1 0 0 0,1 0 1 0 0,0 0-1 0 0,0 1 0 0 0,0-1 0 0 0,1 1 0 0 0,-1 0 1 0 0,0 0-1 0 0,1 0 0 0 0,0 0 0 0 0,-3 5 0 0 0,-22 16 45 0 0,9-1 48 0 0,4-5 68 0 0,-16 11 669 0 0,18-19-574 0 0,7-6-156 0 0,0 0 1 0 0,0 1-1 0 0,0 0 0 0 0,1 0 1 0 0,-1 1-1 0 0,-8 11 0 0 0,10-11-65 0 0,-1-1-1 0 0,0 0 1 0 0,0-1-1 0 0,0 1 0 0 0,-6 3 1 0 0,-5 5 113 0 0,12-10-114 0 0,0 1 1 0 0,-1 0 0 0 0,0 0 0 0 0,0-1 1 0 0,0 1-1 0 0,-6 2 0 0 0,7-4-24 0 0,0 0 0 0 0,0 1 1 0 0,0-1-1 0 0,0 1 0 0 0,1 0 0 0 0,-1 0 0 0 0,-3 4 0 0 0,-11 8 56 0 0,-36 40 56 0 0,51-52-121 0 0,0 0-1 0 0,0 0 1 0 0,1 1 0 0 0,-1-1 0 0 0,1 1-1 0 0,0-1 1 0 0,-3 6 0 0 0,-3 6 5 0 0,5-8 13 0 0,-1-1 0 0 0,1 1-1 0 0,0 1 1 0 0,1-1 0 0 0,-3 10-1 0 0,4-13-10 0 0,1 0-1 0 0,-1 0 0 0 0,1 1 0 0 0,-1-1 0 0 0,1 0 0 0 0,0 0 1 0 0,1 0-1 0 0,-1 0 0 0 0,1 1 0 0 0,0-1 0 0 0,2 6 0 0 0,19 24 156 0 0,-17-28-149 0 0,0 0 0 0 0,0 0 0 0 0,0-1 0 0 0,0 1 0 0 0,11 6 0 0 0,8 9 61 0 0,-15-14-69 0 0,0-1-1 0 0,1 0 1 0 0,-1 0 0 0 0,2-1 0 0 0,15 6 0 0 0,-22-9-6 0 0,109 39 45 0 0,-100-38-50 0 0,1 0-1 0 0,0 0 1 0 0,-1-1 0 0 0,1-1 0 0 0,0 0 0 0 0,23-2-1 0 0,16-7 1 0 0,58-18 0 0 0,-56 13 0 0 0,-38 8 0 0 0,32-14 0 0 0,-36 13 0 0 0,0 1 0 0 0,1 0 0 0 0,-1 1 0 0 0,18-3 0 0 0,-25 6 0 0 0,1-1 0 0 0,-1 0 0 0 0,0-1 0 0 0,0 1 0 0 0,0-1 0 0 0,-1-1 0 0 0,1 1 0 0 0,0-1 0 0 0,5-5 0 0 0,30-17 0 0 0,-17 17 22 0 0,1 0-1 0 0,30-6 1 0 0,11-4 9 0 0,-30 4-25 0 0,-26 11-4 0 0,-1 0 0 0 0,1 0 0 0 0,0 1 0 0 0,11-2 0 0 0,83-21 14 0 0,-85 22-16 0 0,-1-1 0 0 0,0-1 0 0 0,17-8 0 0 0,21-7 0 0 0,-47 18 0 0 0,13-3 0 0 0,0-2 0 0 0,24-11 0 0 0,-42 17 0 0 0,13-8 0 0 0,1 1 0 0 0,0 1 0 0 0,38-12 0 0 0,-46 17 0 0 0,-1-1 0 0 0,0 0 0 0 0,0 0 0 0 0,11-8 0 0 0,7-3 0 0 0,-1 1 9 0 0,-16 8-1 0 0,0 1 0 0 0,0 0 0 0 0,1 0 0 0 0,0 1 0 0 0,19-4 1 0 0,-21 6 4 0 0,0-1 0 0 0,0 1 0 0 0,0-2 0 0 0,0 1 0 0 0,11-7 0 0 0,-18 10-13 0 0,-2-1 0 0 0</inkml:trace>
</inkml:ink>
</file>

<file path=ppt/ink/ink2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691"/>
    </inkml:context>
    <inkml:brush xml:id="br0">
      <inkml:brushProperty name="width" value="0.025" units="cm"/>
      <inkml:brushProperty name="height" value="0.025" units="cm"/>
      <inkml:brushProperty name="color" value="#B2626F"/>
    </inkml:brush>
  </inkml:definitions>
  <inkml:trace contextRef="#ctx0" brushRef="#br0">851 1 6224 0 0,'0'0'6160'0'0,"-2"1"-5696"0"0,-8 5 20 0 0,0 0-1 0 0,0-1 1 0 0,-19 7 0 0 0,-26 14 355 0 0,30-11-614 0 0,-65 37-98 0 0,54-33-112 0 0,25-13 7 0 0,0 0 0 0 0,0 0 0 0 0,0-2 0 0 0,-1 1 0 0 0,-15 3 0 0 0,15-5 83 0 0,0 0 1 0 0,0 1-1 0 0,1 0 0 0 0,-14 8 0 0 0,12-7 71 0 0,1 0 0 0 0,-1-1 0 0 0,0-1 0 0 0,-22 3 0 0 0,10-1 88 0 0,16-2-90 0 0,0 0 0 0 0,-1 0 0 0 0,2 1 0 0 0,-12 7 0 0 0,4-3 20 0 0,7-3-75 0 0,0-1 0 0 0,-1 0-1 0 0,1-1 1 0 0,-1 0 0 0 0,-12 2-1 0 0,-62 16 396 0 0,76-19-472 0 0,0 1 1 0 0,0-1-1 0 0,0 1 0 0 0,0 1 1 0 0,-11 7-1 0 0,16-9-19 0 0,0 0 0 0 0,0 0-1 0 0,0 1 1 0 0,0 0 0 0 0,0 0-1 0 0,1-1 1 0 0,-1 1 0 0 0,1 1-1 0 0,0-1 1 0 0,0 0 0 0 0,-3 7-1 0 0,6-9-14 0 0,-1 0 0 0 0,1 0 0 0 0,-1 0 0 0 0,1 0 0 0 0,0 0 0 0 0,-1 0 1 0 0,1-1-1 0 0,0 1 0 0 0,0 0 0 0 0,0 0 0 0 0,-1 0 0 0 0,1-1 0 0 0,0 1 0 0 0,0 0 0 0 0,0-1 0 0 0,0 1 0 0 0,0-1 0 0 0,0 1 0 0 0,0-1 0 0 0,0 0 0 0 0,0 1 0 0 0,1-1 0 0 0,-1 0 0 0 0,2 0 0 0 0,34 4 192 0 0,-24-3-217 0 0,65 4 241 0 0,29 3 56 0 0,-66-1-20 0 0,76 3 0 0 0,-40 0-114 0 0,-58-9-118 0 0,0 1 0 0 0,26 5 0 0 0,-15-1-2 0 0,74 10 45 0 0,-30 7-38 0 0,-48-14-33 0 0,-23-8 0 0 0</inkml:trace>
</inkml:ink>
</file>

<file path=ppt/ink/ink2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692"/>
    </inkml:context>
    <inkml:brush xml:id="br0">
      <inkml:brushProperty name="width" value="0.025" units="cm"/>
      <inkml:brushProperty name="height" value="0.025" units="cm"/>
      <inkml:brushProperty name="color" value="#B2626F"/>
    </inkml:brush>
  </inkml:definitions>
  <inkml:trace contextRef="#ctx0" brushRef="#br0">1 112 10848 0 0,'0'0'2294'0'0,"27"-5"36"0"0,27 0-1611 0 0,-41 3-505 0 0,0 0 0 0 0,0 1 0 0 0,14 1 0 0 0,-15 0-214 0 0,0-1 0 0 0,-1 0 0 0 0,1 0 0 0 0,17-5 0 0 0,-16 3 0 0 0,0 0 0 0 0,27-1 0 0 0,15-5 48 0 0,-46 8-21 0 0,0 0-1 0 0,0 0 0 0 0,15-5 0 0 0,23-3 103 0 0,9 4 101 0 0,-31 3-114 0 0,37-1-1 0 0,-54 4-102 0 0,-5-1-8 0 0,-1 1-1 0 0,1-1 1 0 0,0 0 0 0 0,0 0-1 0 0,0 0 1 0 0,0 0 0 0 0,0-1 0 0 0,0 1-1 0 0,0-1 1 0 0,0 0 0 0 0,0 0-1 0 0,-1 0 1 0 0,1 0 0 0 0,0 0-1 0 0,3-3 1 0 0,1 0 5 0 0,1 1 0 0 0,-1 1 0 0 0,1-1-1 0 0,-1 1 1 0 0,1 0 0 0 0,0 1 0 0 0,0 0 0 0 0,0 0-1 0 0,10 1 1 0 0,5-2 4 0 0,82-6 241 0 0,-75 6-37 0 0,1 1 0 0 0,0 2 1 0 0,54 7-1 0 0,53 0 401 0 0,-80-8-121 0 0,-45-1-429 0 0,0 1 0 0 0,0 0-1 0 0,22 3 1 0 0,-21 1-4 0 0,3-1 28 0 0,33 4 0 0 0,3 2-52 0 0,-27-4-28 0 0,21-1-37 0 0,-36-5 16 0 0,0 2 0 0 0,0 0 0 0 0,14 3 0 0 0,32 5-8 0 0,-50-8 16 0 0,0 0 0 0 0,0 1 0 0 0,0 1 0 0 0,8 2 0 0 0,-9-2 0 0 0,1 0 0 0 0,0-1 0 0 0,0 0 0 0 0,8 1 0 0 0,-1-2-2 0 0,-1 1-1 0 0,0 1 0 0 0,0 0 1 0 0,0 1-1 0 0,0 0 0 0 0,0 1 1 0 0,-1 0-1 0 0,22 13 0 0 0,-31-16-10 0 0,-1-1 10 0 0</inkml:trace>
</inkml:ink>
</file>

<file path=ppt/ink/ink2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693"/>
    </inkml:context>
    <inkml:brush xml:id="br0">
      <inkml:brushProperty name="width" value="0.025" units="cm"/>
      <inkml:brushProperty name="height" value="0.025" units="cm"/>
      <inkml:brushProperty name="color" value="#B2626F"/>
    </inkml:brush>
  </inkml:definitions>
  <inkml:trace contextRef="#ctx0" brushRef="#br0">251 1 96 0 0,'0'0'16'0'0,"-31"8"424"0"0,27-8-373 0 0,0 0 0 0 0,0 1-1 0 0,1 0 1 0 0,-1 0 0 0 0,0 0 0 0 0,-6 3-1 0 0,7-2 46 0 0,-1-1 0 0 0,0 0 0 0 0,0 1-1 0 0,0-1 1 0 0,-1-1 0 0 0,-7 2-1 0 0,4-2 540 0 0,-1 1 1 0 0,1 0-1 0 0,-1 1 0 0 0,1 0 0 0 0,0 0 1 0 0,-13 6-1 0 0,2-3 452 0 0,-6 2-348 0 0,23-6-693 0 0,0 0-1 0 0,0 0 0 0 0,0 0 0 0 0,0 1 0 0 0,1-1 0 0 0,-1 0 0 0 0,0 1 0 0 0,1 0 0 0 0,-1-1 0 0 0,1 1 1 0 0,0 0-1 0 0,-1 0 0 0 0,-1 4 0 0 0,0-1 18 0 0,2-4-18 0 0,0 0 1 0 0,1 1-1 0 0,-1-1 0 0 0,0 0 0 0 0,0 1 1 0 0,1-1-1 0 0,-1 0 0 0 0,1 1 0 0 0,-1-1 1 0 0,1 1-1 0 0,0-1 0 0 0,0 1 0 0 0,0-1 1 0 0,-1 1-1 0 0,1-1 0 0 0,0 1 0 0 0,1 1 1 0 0,0-1-18 0 0,-1-1 0 0 0,1 0 0 0 0,0 1 0 0 0,0-1 0 0 0,0 0 0 0 0,1 1 0 0 0,-1-1 0 0 0,0 0 0 0 0,0 0 0 0 0,1 0 1 0 0,-1 0-1 0 0,0 0 0 0 0,1 0 0 0 0,-1 0 0 0 0,1-1 0 0 0,1 2 0 0 0,20 7 438 0 0,9 4 57 0 0,-27-9-360 0 0,0-1 0 0 0,0 0 0 0 0,1 0 0 0 0,-1 0 0 0 0,1-1 0 0 0,0 1 0 0 0,-1-1 0 0 0,9 1 0 0 0,23 6 1177 0 0,20 1-360 0 0,-23-3-792 0 0,-21-4-170 0 0,-1-1-1 0 0,1 1 0 0 0,18-1 0 0 0,-18-1-32 0 0,1 0 0 0 0,-1 1 0 0 0,0 1 0 0 0,0 0 1 0 0,18 7-1 0 0,-12-3-27 0 0,28 4 0 0 0,-38-9 21 0 0,11 1-9 0 0,37 2 0 0 0,-54-4 14 0 0,1 0 0 0 0,0-1 0 0 0,-1 1 0 0 0,1 1 0 0 0,-1-1 0 0 0,0 0 0 0 0,5 3 0 0 0,16 6 0 0 0,44 8 1 0 0,-53-12-21 0 0,0-2-1 0 0,0 0 1 0 0,1 0-1 0 0,0-2 1 0 0,20 2-1 0 0,-5-3 4 0 0,-23-1 10 0 0,0 1 0 0 0,0-1 0 0 0,0 0 0 0 0,0-1 0 0 0,0 0 0 0 0,0 0-1 0 0,0 0 1 0 0,0-1 0 0 0,11-5 0 0 0,76-28-55 0 0,-89 34 42 0 0,0 0 0 0 0,0 1 1 0 0,1 0-1 0 0,-1 0 1 0 0,1 0-1 0 0,-1 1 1 0 0,0-1-1 0 0,1 2 1 0 0,9 2-1 0 0,-7-2-16 0 0,6 3-14 0 0,0 0 0 0 0,0 1 0 0 0,0 1 1 0 0,-1 1-1 0 0,0 0 0 0 0,18 13 0 0 0,-11-7-119 0 0,34 17 0 0 0,-49-28 45 0 0,0-1 1 0 0,1 0-1 0 0,-1 0 0 0 0,1 0 1 0 0,-1-1-1 0 0,12 1 1 0 0,48 6-715 0 0,-20-6 634 0 0,-29 0 160 0 0,0-1 0 0 0,23-3 0 0 0,24-1 395 0 0,-42 2 51 0 0,-1 0 0 0 0,41-9 1 0 0,-19 2-200 0 0,1 2 0 0 0,-1 2 0 0 0,81 3 0 0 0,-77 1-145 0 0,-18-5 24 0 0,-27 5-66 0 0</inkml:trace>
</inkml:ink>
</file>

<file path=ppt/ink/ink2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694"/>
    </inkml:context>
    <inkml:brush xml:id="br0">
      <inkml:brushProperty name="width" value="0.025" units="cm"/>
      <inkml:brushProperty name="height" value="0.025" units="cm"/>
      <inkml:brushProperty name="color" value="#B2626F"/>
    </inkml:brush>
  </inkml:definitions>
  <inkml:trace contextRef="#ctx0" brushRef="#br0">1299 0 3408 0 0,'0'0'2089'0'0,"-30"2"-448"0"0,-42-2-1098 0 0,51 3-417 0 0,12-2-89 0 0,1 0 0 0 0,-1 0 0 0 0,-13-1-1 0 0,20-1 6 0 0,-7 0 153 0 0,1 0 1 0 0,-1 1-1 0 0,1-1 0 0 0,0 2 1 0 0,-1-1-1 0 0,1 1 1 0 0,0 0-1 0 0,-10 3 0 0 0,5 0 186 0 0,1-1-1 0 0,-1-1 1 0 0,0-1 0 0 0,0 1-1 0 0,0-2 1 0 0,-18-1-1 0 0,6 1 196 0 0,-12 8 270 0 0,14-2-629 0 0,-11 4 139 0 0,27-7-293 0 0,0-1 0 0 0,0 0-1 0 0,0 0 1 0 0,-11 1-1 0 0,5-1 58 0 0,0 0 1 0 0,-21 7-1 0 0,-9 1 191 0 0,38-9-270 0 0,0 1 0 0 0,-1 0 0 0 0,1 0-1 0 0,0 0 1 0 0,1 0 0 0 0,-1 1 0 0 0,0 0 0 0 0,-7 6 0 0 0,-19 9 339 0 0,-26 8-39 0 0,17-7-46 0 0,-3 12 1009 0 0,38-30-1196 0 0,1 1-1 0 0,-1-1 1 0 0,1 0-1 0 0,-1 0 1 0 0,-7 1-1 0 0,-15 3 137 0 0,21-4-190 0 0,1 1 0 0 0,-1-2 0 0 0,0 1 0 0 0,0-1 0 0 0,0 0 0 0 0,0 0-1 0 0,-7-1 1 0 0,7 0-20 0 0,-1 0 1 0 0,1 1-1 0 0,0 0 0 0 0,0 0 0 0 0,0 1 0 0 0,0 0 0 0 0,-8 2 0 0 0,3 1 40 0 0,1 1 0 0 0,0 0 0 0 0,0 0 0 0 0,-12 10 0 0 0,13-8-19 0 0,0-1-1 0 0,-1-1 0 0 0,0 1 0 0 0,-13 4 1 0 0,-29 15 135 0 0,29-13-87 0 0,18-9-74 0 0,1 0 0 0 0,-1 0-1 0 0,1 1 1 0 0,-1 0 0 0 0,-4 5 0 0 0,5-5 4 0 0,0 0 0 0 0,0 0 0 0 0,0 0 0 0 0,-1-1 0 0 0,-6 5 0 0 0,6-4 93 0 0,4-4-110 0 0</inkml:trace>
</inkml:ink>
</file>

<file path=ppt/ink/ink2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695"/>
    </inkml:context>
    <inkml:brush xml:id="br0">
      <inkml:brushProperty name="width" value="0.025" units="cm"/>
      <inkml:brushProperty name="height" value="0.025" units="cm"/>
      <inkml:brushProperty name="color" value="#B2626F"/>
    </inkml:brush>
  </inkml:definitions>
  <inkml:trace contextRef="#ctx0" brushRef="#br0">841 421 4416 0 0,'0'0'8680'0'0,"31"-16"-7658"0"0,11-7-540 0 0,-31 19-479 0 0,-6 3 1 0 0,0-1 0 0 0,0 1 0 0 0,0-2 0 0 0,0 1 0 0 0,0 0 0 0 0,-1-1-1 0 0,1 0 1 0 0,6-5 0 0 0,-6 3-18 0 0,0 0-1 0 0,0 0 0 0 0,0 1 1 0 0,9-5-1 0 0,-8 5 1 0 0,0 0 0 0 0,0 0 0 0 0,-1-1-1 0 0,9-9 1 0 0,-9 11 10 0 0,-1 0 0 0 0,1 0 1 0 0,-1 0-1 0 0,1 0 0 0 0,0 1 0 0 0,0 0 0 0 0,0 0 0 0 0,0 0 0 0 0,1 0 0 0 0,-1 1 0 0 0,6-1 1 0 0,2-1 62 0 0,0-1 0 0 0,-1 0 1 0 0,1-1-1 0 0,11-6 1 0 0,39-26 612 0 0,-61 36-654 0 0,0-1 1 0 0,0 0-1 0 0,0 1 0 0 0,0-1 1 0 0,-1 0-1 0 0,1 0 1 0 0,0 0-1 0 0,1-3 0 0 0,12-12 54 0 0,-14 17-67 0 0,2-2 29 0 0,0 0-1 0 0,-1 0 1 0 0,1 0 0 0 0,-1 0 0 0 0,1 0 0 0 0,-1 0 0 0 0,0-1-1 0 0,0 1 1 0 0,0-1 0 0 0,0 0 0 0 0,2-4 0 0 0,-4 6-6 0 0,0-1 0 0 0,-1 1 0 0 0,1-1 0 0 0,0 1 0 0 0,-1-1 0 0 0,1 1 0 0 0,-1 0 0 0 0,0-1 0 0 0,1 1 0 0 0,-1 0 0 0 0,0 0 0 0 0,0-1 0 0 0,0 1 0 0 0,0 0 0 0 0,0 0 0 0 0,-2-2 0 0 0,-17-16 689 0 0,16 16-687 0 0,1 0-1 0 0,-1 0 1 0 0,0 1-1 0 0,0-1 1 0 0,0 1-1 0 0,-1 0 1 0 0,1 0-1 0 0,0 0 1 0 0,-1 0-1 0 0,1 1 1 0 0,-1 0-1 0 0,0 0 1 0 0,-5 0-1 0 0,-76-16-227 0 0,42 11 57 0 0,14 2 55 0 0,-37-1-1 0 0,43 4 71 0 0,1-2 0 0 0,0 0-1 0 0,-25-8 1 0 0,33 8 6 0 0,-1 1-1 0 0,0 1 1 0 0,1 1-1 0 0,-19 1 1 0 0,0 0-1 0 0,-175-10-253 0 0,203 10 179 0 0,0 0-1 0 0,1 0 1 0 0,-1 1-1 0 0,0-1 1 0 0,1 1-1 0 0,-8 4 1 0 0,-15 4-135 0 0,15-6 181 0 0,0 0 1 0 0,1 1-1 0 0,0 0 1 0 0,0 1-1 0 0,0 1 1 0 0,-12 8 0 0 0,10-7 20 0 0,-1 0 1 0 0,-25 9 0 0 0,-16 8-19 0 0,43-17 43 0 0,-1 0 1 0 0,1 1 0 0 0,1 1-1 0 0,-12 10 1 0 0,2 0 179 0 0,12-11 224 0 0,1 1-1 0 0,-12 14 1 0 0,-30 47 994 0 0,28-23-114 0 0,20-43-1218 0 0,0-1-1 0 0,0 0 1 0 0,1 1 0 0 0,0 0 0 0 0,0-1 0 0 0,0 1 0 0 0,-1 8-1 0 0,3-12-64 0 0</inkml:trace>
</inkml:ink>
</file>

<file path=ppt/ink/ink2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696"/>
    </inkml:context>
    <inkml:brush xml:id="br0">
      <inkml:brushProperty name="width" value="0.025" units="cm"/>
      <inkml:brushProperty name="height" value="0.025" units="cm"/>
      <inkml:brushProperty name="color" value="#B2626F"/>
    </inkml:brush>
  </inkml:definitions>
  <inkml:trace contextRef="#ctx0" brushRef="#br0">1 0 7328 0 0,'0'0'3208'0'0,"4"33"-1860"0"0,-5 10-1177 0 0,1-21 15 0 0,0-22-107 0 0</inkml:trace>
</inkml:ink>
</file>

<file path=ppt/ink/ink2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697"/>
    </inkml:context>
    <inkml:brush xml:id="br0">
      <inkml:brushProperty name="width" value="0.025" units="cm"/>
      <inkml:brushProperty name="height" value="0.025" units="cm"/>
      <inkml:brushProperty name="color" value="#B2626F"/>
    </inkml:brush>
  </inkml:definitions>
  <inkml:trace contextRef="#ctx0" brushRef="#br0">1 1 2704 0 0,'0'0'6264'0'0,"29"14"-5423"0"0,-19-11-636 0 0,0-1 0 0 0,0-1 0 0 0,0 0-1 0 0,1 0 1 0 0,-1-1 0 0 0,13-1 0 0 0,-9 1 20 0 0,0 0 0 0 0,22 2 0 0 0,1 8 351 0 0,-7-11-238 0 0,-17 0-166 0 0,1 1 0 0 0,-1 1 0 0 0,1 0 1 0 0,14 3-1 0 0,55 7 583 0 0,-68-10-690 0 0,-11 0-52 0 0,-1-1-1 0 0,1 0 0 0 0,-1 1 0 0 0,0 0 0 0 0,1 0 0 0 0,-1 0 0 0 0,4 2 0 0 0,11 1 378 0 0</inkml:trace>
</inkml:ink>
</file>

<file path=ppt/ink/ink2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698"/>
    </inkml:context>
    <inkml:brush xml:id="br0">
      <inkml:brushProperty name="width" value="0.025" units="cm"/>
      <inkml:brushProperty name="height" value="0.025" units="cm"/>
      <inkml:brushProperty name="color" value="#B2626F"/>
    </inkml:brush>
  </inkml:definitions>
  <inkml:trace contextRef="#ctx0" brushRef="#br0">0 1 6128 0 0,'0'0'1985'0'0,"26"10"-1053"0"0,41-1-79 0 0,6 3-351 0 0,-29-9 156 0 0,-8 0 38 0 0,37 3 1718 0 0,-33-1-1316 0 0,-28-4-804 0 0,0 0-1 0 0,-1 1 1 0 0,16 4 0 0 0,-20-2-114 0 0,-6-3-154 0 0</inkml:trace>
</inkml:ink>
</file>

<file path=ppt/ink/ink2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699"/>
    </inkml:context>
    <inkml:brush xml:id="br0">
      <inkml:brushProperty name="width" value="0.025" units="cm"/>
      <inkml:brushProperty name="height" value="0.025" units="cm"/>
      <inkml:brushProperty name="color" value="#B2626F"/>
    </inkml:brush>
  </inkml:definitions>
  <inkml:trace contextRef="#ctx0" brushRef="#br0">0 66 96 0 0,'0'0'5898'0'0,"33"-7"-4747"0"0,-18 4-745 0 0,0 1-1 0 0,1 0 1 0 0,20 1 0 0 0,54-3 2232 0 0,-86 4-2371 0 0,1-1-1 0 0,-1 1 0 0 0,1-1 1 0 0,-1 0-1 0 0,0-1 0 0 0,7-2 0 0 0,-7 2-108 0 0,1 0 1 0 0,-1 1-1 0 0,0 0 0 0 0,1 0 0 0 0,-1 0 0 0 0,8-1 0 0 0,73-5 1047 0 0,14-6-829 0 0,-69 9-336 0 0,-26 3-32 0 0,1 0 0 0 0,0 0 0 0 0,-1 1 1 0 0,1-1-1 0 0,0 1 0 0 0,-1 0 0 0 0,7 2 1 0 0,26-1 18 0 0,-32-1-20 0 0,1-1 0 0 0,-1 1 0 0 0,0 1-1 0 0,0-1 1 0 0,0 1 0 0 0,0 0 0 0 0,0 0 0 0 0,10 3 0 0 0,-6-2 927 0 0</inkml:trace>
</inkml:ink>
</file>

<file path=ppt/ink/ink3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00"/>
    </inkml:context>
    <inkml:brush xml:id="br0">
      <inkml:brushProperty name="width" value="0.025" units="cm"/>
      <inkml:brushProperty name="height" value="0.025" units="cm"/>
      <inkml:brushProperty name="color" value="#B2626F"/>
    </inkml:brush>
  </inkml:definitions>
  <inkml:trace contextRef="#ctx0" brushRef="#br0">1 207 96 0 0,'0'0'7896'0'0,"33"1"-5614"0"0,10-17-1114 0 0,-30 10-1030 0 0,-1 1 0 0 0,1 1-1 0 0,14-3 1 0 0,-9 5 216 0 0,-1-2 1 0 0,0 0-1 0 0,0 0 1 0 0,0-2-1 0 0,28-13 1 0 0,-31 12 237 0 0,0 0 0 0 0,0 1 0 0 0,0 1-1 0 0,19-5 1 0 0,-27 8-431 0 0,48-14 497 0 0,-40 10-471 0 0,-11 5-169 0 0,1 0-1 0 0,-1-1 1 0 0,0 1 0 0 0,0-1-1 0 0,0 0 1 0 0,4-3 0 0 0,29-28 147 0 0,-35 32-152 0 0,0 0 0 0 0,1-1 0 0 0,-1 1 0 0 0,0 0 0 0 0,1 0 0 0 0,0 0 0 0 0,-1 0 0 0 0,1 1 0 0 0,-1-1 0 0 0,1 0 0 0 0,0 1 0 0 0,0-1-1 0 0,-1 1 1 0 0,1 0 0 0 0,3-1 0 0 0,16-5 148 0 0,-19 5-155 0 0,2-2 34 0 0,-6 2-13 0 0,1 1-27 0 0</inkml:trace>
</inkml:ink>
</file>

<file path=ppt/ink/ink3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01"/>
    </inkml:context>
    <inkml:brush xml:id="br0">
      <inkml:brushProperty name="width" value="0.025" units="cm"/>
      <inkml:brushProperty name="height" value="0.025" units="cm"/>
      <inkml:brushProperty name="color" value="#B2626F"/>
    </inkml:brush>
  </inkml:definitions>
  <inkml:trace contextRef="#ctx0" brushRef="#br0">38 1 192 0 0,'0'0'1455'0'0,"-20"10"73"0"0,18-8-1428 0 0,0 0 1 0 0,1 0 0 0 0,-1 0 0 0 0,1 0 0 0 0,0 0 0 0 0,-1 0 0 0 0,1 1 0 0 0,0-1 0 0 0,0 0 0 0 0,0 1 0 0 0,1-1 0 0 0,-1 1 0 0 0,1-1 0 0 0,-1 1-1 0 0,1-1 1 0 0,0 1 0 0 0,0 0 0 0 0,0-1 0 0 0,0 1 0 0 0,0-1 0 0 0,1 1 0 0 0,-1-1 0 0 0,1 1 0 0 0,0-1 0 0 0,-1 1 0 0 0,1-1 0 0 0,0 0 0 0 0,0 1-1 0 0,1-1 1 0 0,-1 0 0 0 0,0 0 0 0 0,4 4 0 0 0,34 44 876 0 0,-34-45-718 0 0,0 1 0 0 0,0 0-1 0 0,-1 0 1 0 0,1 0 0 0 0,-1 0-1 0 0,-1 1 1 0 0,6 11 0 0 0,-6-13-119 0 0,0 0 1 0 0,0 0 0 0 0,0-1-1 0 0,1 0 1 0 0,-1 1 0 0 0,1-1 0 0 0,0 0-1 0 0,1-1 1 0 0,4 4 0 0 0,20 20 490 0 0,-25-22-514 0 0,1-1 0 0 0,0 1 0 0 0,0-1 0 0 0,0-1 0 0 0,0 1 0 0 0,11 5 0 0 0,14 9 540 0 0,3-1 369 0 0,-28-15-961 0 0,1 0-1 0 0,0 1 1 0 0,-1 0-1 0 0,1 0 1 0 0,7 6 0 0 0,-7-2-7 0 0,1 1 1 0 0,-1-1-1 0 0,0 1 0 0 0,0 0 1 0 0,-1 1-1 0 0,5 10 1 0 0,-5-12-42 0 0,0 1 1 0 0,0-1 0 0 0,0 0-1 0 0,12 12 1 0 0,-4-1 90 0 0,-12-16-89 0 0,0 0 0 0 0,1 1-1 0 0,-1-1 1 0 0,1 0 0 0 0,-1 0 0 0 0,1 0 0 0 0,0 0-1 0 0,2 2 1 0 0,24 28 216 0 0,8-5-135 0 0,-26-21-89 0 0,-6-4-4 0 0,0 0 0 0 0,1-1 1 0 0,-1 0-1 0 0,1 0 0 0 0,-1 0 1 0 0,1 0-1 0 0,-1 0 0 0 0,9-1 1 0 0,16 3 32 0 0,-25-2 10 0 0,1 0-1 0 0,-1-1 1 0 0,1 0 0 0 0,-1 0-1 0 0,1-1 1 0 0,-1 1-1 0 0,1-1 1 0 0,-1 0 0 0 0,1 0-1 0 0,-1 0 1 0 0,0-1-1 0 0,0 0 1 0 0,5-2 0 0 0,-4 2 81 0 0,1 0 1 0 0,-1 0-1 0 0,1 0 0 0 0,0 1 1 0 0,0-1-1 0 0,10 0 1 0 0,8-1 158 0 0,-20 2-265 0 0,0 0-1 0 0,-1 1 1 0 0,1-1 0 0 0,0 1 0 0 0,0 0-1 0 0,0 0 1 0 0,5 1 0 0 0,-5 0-24 0 0,1 0 1 0 0,0 0-1 0 0,-1 0 1 0 0,1 1-1 0 0,-1-1 1 0 0,0 1 0 0 0,1 0-1 0 0,-1 1 1 0 0,0-1-1 0 0,0 1 1 0 0,0 0-1 0 0,0-1 1 0 0,-1 2-1 0 0,1-1 1 0 0,-1 0-1 0 0,0 1 1 0 0,0 0-1 0 0,0-1 1 0 0,4 8-1 0 0,15 20-30 0 0,-12-19 28 0 0,-4-5 75 0 0,-1-1 0 0 0,2 0 0 0 0,-1-1 0 0 0,0 0 0 0 0,1 0 0 0 0,14 8 0 0 0,48 21 151 0 0,-63-31-232 0 0,9 2 39 0 0,1 0 1 0 0,-1-1-1 0 0,31 5 1 0 0,-30-7-11 0 0,6 1 119 0 0,0 0 0 0 0,0-2-1 0 0,0 0 1 0 0,0-2 0 0 0,37-5 0 0 0,86-11 307 0 0,-55 2 171 0 0,-51 3-322 0 0,-24 7-77 0 0,0 0 1 0 0,25-4-1 0 0,-31 7-220 0 0,-1 1 0 0 0,1-1 0 0 0,-1-1 0 0 0,0 0 0 0 0,0 0 0 0 0,14-8 0 0 0,-20 10 0 0 0</inkml:trace>
</inkml:ink>
</file>

<file path=ppt/ink/ink3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02"/>
    </inkml:context>
    <inkml:brush xml:id="br0">
      <inkml:brushProperty name="width" value="0.025" units="cm"/>
      <inkml:brushProperty name="height" value="0.025" units="cm"/>
      <inkml:brushProperty name="color" value="#B2626F"/>
    </inkml:brush>
  </inkml:definitions>
  <inkml:trace contextRef="#ctx0" brushRef="#br0">0 1 11048 0 0,'0'0'3460'0'0,"17"3"-3194"0"0,-7 4-284 0 0,0 0 0 0 0,0-1 0 0 0,0 0-1 0 0,0-1 1 0 0,19 6 0 0 0,16 4-430 0 0,17-2-65 0 0,-50-10 484 0 0,0 0 1 0 0,0 1-1 0 0,0 0 0 0 0,15 9 1 0 0,-19-9 242 0 0,0 0 0 0 0,0 0 0 0 0,14 3 0 0 0,-11-3 319 0 0,33 9 125 0 0,8 3-354 0 0,-38-12-150 0 0,-1-1 1 0 0,0-1 0 0 0,1 0 0 0 0,23-1 0 0 0,-33 4 78 0 0</inkml:trace>
</inkml:ink>
</file>

<file path=ppt/ink/ink3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03"/>
    </inkml:context>
    <inkml:brush xml:id="br0">
      <inkml:brushProperty name="width" value="0.025" units="cm"/>
      <inkml:brushProperty name="height" value="0.025" units="cm"/>
      <inkml:brushProperty name="color" value="#B2626F"/>
    </inkml:brush>
  </inkml:definitions>
  <inkml:trace contextRef="#ctx0" brushRef="#br0">0 1024 296 0 0,'0'0'105'0'0,"3"7"1575"0"0,1-9-1559 0 0,0-1 0 0 0,0 0 0 0 0,0 0 0 0 0,-1 0 0 0 0,0 0 0 0 0,1 0 0 0 0,-1-1 0 0 0,0 0 0 0 0,4-7 0 0 0,-2 4 20 0 0,14-17 666 0 0,22-23 1 0 0,-33 38-566 0 0,-1 4 193 0 0,-1-2 1 0 0,0 1-1 0 0,0-1 0 0 0,0 0 0 0 0,-1 0 1 0 0,7-13-1 0 0,19-45 1146 0 0,-28 59-1360 0 0,-1 0 0 0 0,0-1 0 0 0,0 1 0 0 0,2-13 0 0 0,-3 18-187 0 0,30-124 1627 0 0,-18 74-1318 0 0,-7 23-80 0 0,15-42-1 0 0,-17 59-184 0 0,0-1 0 0 0,-1-1 0 0 0,0 1-1 0 0,1-23 1 0 0,12-18 82 0 0,-12-4 58 0 0,0-20 131 0 0,-8 2 390 0 0,3 71-651 0 0,0 0 1 0 0,-1-1 0 0 0,1 1 0 0 0,-1 0-1 0 0,-3-6 1 0 0,-5-19 212 0 0,8 23-160 0 0,-1 0 0 0 0,0 1 1 0 0,0-1-1 0 0,0 1 0 0 0,0-1 1 0 0,-1 1-1 0 0,0 0 0 0 0,-7-7 1 0 0,11 11-96 0 0</inkml:trace>
</inkml:ink>
</file>

<file path=ppt/ink/ink3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04"/>
    </inkml:context>
    <inkml:brush xml:id="br0">
      <inkml:brushProperty name="width" value="0.025" units="cm"/>
      <inkml:brushProperty name="height" value="0.025" units="cm"/>
      <inkml:brushProperty name="color" value="#B2626F"/>
    </inkml:brush>
  </inkml:definitions>
  <inkml:trace contextRef="#ctx0" brushRef="#br0">0 1039 8136 0 0,'0'0'4216'0'0,"24"14"-3992"0"0,-23-14-228 0 0,0 0 0 0 0,1 0 0 0 0,-1 0 1 0 0,0 0-1 0 0,0 0 0 0 0,0 0 1 0 0,0 0-1 0 0,0 0 0 0 0,1 0 0 0 0,-1-1 1 0 0,0 1-1 0 0,0-1 0 0 0,0 1 1 0 0,0 0-1 0 0,0-1 0 0 0,0 0 0 0 0,0 1 1 0 0,0-1-1 0 0,0 0 0 0 0,0 1 0 0 0,0-1 1 0 0,-1 0-1 0 0,1 0 0 0 0,0 0 1 0 0,0 0-1 0 0,0-1 0 0 0,16-32-174 0 0,-5 10 105 0 0,29-40-127 0 0,-35 52 221 0 0,10-16 360 0 0,23-55-1 0 0,-39 81-366 0 0,48-116 1588 0 0,-17 36-1007 0 0,-24 65-544 0 0,-5 11-23 0 0,0 1 1 0 0,0-1 0 0 0,1 1-1 0 0,0-1 1 0 0,6-9 0 0 0,-5 9 7 0 0,0 0 0 0 0,0-1 0 0 0,-1 1 1 0 0,3-11-1 0 0,4-5 31 0 0,30-55-98 0 0,-19 26 22 0 0,26-43 726 0 0,-46 90-712 0 0,0 0 0 0 0,0 0 1 0 0,0 0-1 0 0,-1 0 0 0 0,1 0 0 0 0,-1 0 1 0 0,0-5-1 0 0,1-15 10 0 0,1 12-1 0 0,-1-1 0 0 0,0 1 0 0 0,0-1 0 0 0,-1 0 0 0 0,-1 1 0 0 0,-2-13 0 0 0,0 14 117 0 0,0 1 1 0 0,-2 0-1 0 0,1 0 1 0 0,-1 0-1 0 0,-9-13 1 0 0,12 20-90 0 0,-5-4 134 0 0,6 6-152 0 0</inkml:trace>
</inkml:ink>
</file>

<file path=ppt/ink/ink3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05"/>
    </inkml:context>
    <inkml:brush xml:id="br0">
      <inkml:brushProperty name="width" value="0.025" units="cm"/>
      <inkml:brushProperty name="height" value="0.025" units="cm"/>
      <inkml:brushProperty name="color" value="#B2626F"/>
    </inkml:brush>
  </inkml:definitions>
  <inkml:trace contextRef="#ctx0" brushRef="#br0">0 666 3616 0 0,'0'0'5624'0'0,"5"-18"-5591"0"0,2 6-12 0 0,-1-1 0 0 0,-1-1 0 0 0,6-17 0 0 0,-2 5 38 0 0,-1-2-3 0 0,-4 15 123 0 0,0 1-1 0 0,1-1 1 0 0,9-16-1 0 0,4-5 1008 0 0,-13 23-807 0 0,0 1 0 0 0,1-1 0 0 0,9-12 0 0 0,4-11 547 0 0,-2 3-452 0 0,-14 25-396 0 0,1 0 1 0 0,-1-1 0 0 0,-1 1 0 0 0,5-13-1 0 0,4-11 210 0 0,36-47 119 0 0,-43 71-398 0 0,0 0 1 0 0,0 1 0 0 0,0-1-1 0 0,1 1 1 0 0,5-5 0 0 0,16-19 28 0 0,4-5 10 0 0,-12 15-26 0 0,18-3 77 0 0,-35 21-94 0 0,0 0 1 0 0,0 0 0 0 0,0 0-1 0 0,0 1 1 0 0,0-1 0 0 0,0 0-1 0 0,0 1 1 0 0,0-1 0 0 0,0 1-1 0 0,1-1 1 0 0,-1 1-1 0 0,0 0 1 0 0,0-1 0 0 0,1 1-1 0 0,-1 0 1 0 0,0 0 0 0 0,0 0-1 0 0,1 0 1 0 0,-1 0 0 0 0,0 0-1 0 0,1 0 1 0 0,-1 1-1 0 0,0-1 1 0 0,0 0 0 0 0,0 1-1 0 0,1-1 1 0 0,-1 1 0 0 0,0-1-1 0 0,0 1 1 0 0,1 0 0 0 0,-1 0 4 0 0,0 0 0 0 0,0 0 1 0 0,1 0-1 0 0,-1-1 0 0 0,0 1 1 0 0,0 0-1 0 0,0-1 0 0 0,1 1 1 0 0,-1-1-1 0 0,0 1 0 0 0,1-1 1 0 0,-1 0-1 0 0,2 1 0 0 0,16 6 94 0 0,27 23 89 0 0,1 4-11 0 0,-45-32-142 0 0,-1 0-1 0 0,1-1 0 0 0,0 1 0 0 0,0-1 0 0 0,0 1 0 0 0,1-1 0 0 0,-1 0 0 0 0,3 2 16 0 0</inkml:trace>
</inkml:ink>
</file>

<file path=ppt/ink/ink3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06"/>
    </inkml:context>
    <inkml:brush xml:id="br0">
      <inkml:brushProperty name="width" value="0.025" units="cm"/>
      <inkml:brushProperty name="height" value="0.025" units="cm"/>
      <inkml:brushProperty name="color" value="#B2626F"/>
    </inkml:brush>
  </inkml:definitions>
  <inkml:trace contextRef="#ctx0" brushRef="#br0">124 451 6328 0 0,'0'0'4608'0'0,"-16"-1"-3176"0"0,10-3-1250 0 0,0 0 1 0 0,0 1 0 0 0,-1-1-1 0 0,-11-3 1 0 0,14 5-155 0 0,1 0 1 0 0,0 0-1 0 0,1 1 0 0 0,-1-2 1 0 0,0 1-1 0 0,1 0 0 0 0,-1-1 1 0 0,1 1-1 0 0,-1-1 0 0 0,1 0 1 0 0,0 1-1 0 0,0-1 0 0 0,1 0 1 0 0,-1 0-1 0 0,1-1 0 0 0,-1 1 1 0 0,1 0-1 0 0,0 0 0 0 0,-1-7 1 0 0,-8-11 65 0 0,9 19-71 0 0,0-1-1 0 0,-1 1 0 0 0,1-1 1 0 0,0 0-1 0 0,0 1 1 0 0,1-1-1 0 0,-1 0 1 0 0,0 0-1 0 0,1 0 0 0 0,-1-4 1 0 0,1-9 116 0 0,0 12-75 0 0,-1-1 0 0 0,1 1 0 0 0,0-1 0 0 0,1 0 1 0 0,-1 1-1 0 0,1-1 0 0 0,0 1 0 0 0,0-1 0 0 0,0 1 0 0 0,0-1 0 0 0,4-6 0 0 0,28-60 861 0 0,-27 60-701 0 0,-1 1-1 0 0,6-18 1 0 0,-1 2 98 0 0,22-59 417 0 0,-28 80-430 0 0</inkml:trace>
</inkml:ink>
</file>

<file path=ppt/ink/ink3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07"/>
    </inkml:context>
    <inkml:brush xml:id="br0">
      <inkml:brushProperty name="width" value="0.025" units="cm"/>
      <inkml:brushProperty name="height" value="0.025" units="cm"/>
      <inkml:brushProperty name="color" value="#B2626F"/>
    </inkml:brush>
  </inkml:definitions>
  <inkml:trace contextRef="#ctx0" brushRef="#br0">385 0 5016 0 0,'0'0'2745'0'0,"-13"37"902"0"0,8-18-3122 0 0,-1 0 1 0 0,-13 27-1 0 0,16-39-484 0 0,-36 77 62 0 0,1-26 92 0 0,26-41-157 0 0,11-17-23 0 0,0 3 61 0 0,-1-1 1 0 0,1 1 0 0 0,-1-1 0 0 0,0 0-1 0 0,1 0 1 0 0,-1 1 0 0 0,-1-1-1 0 0,1 0 1 0 0,0 0 0 0 0,0-1-1 0 0,-1 1 1 0 0,1 0 0 0 0,-1-1-1 0 0,1 0 1 0 0,-1 1 0 0 0,1-1-1 0 0,-1 0 1 0 0,-5 1 0 0 0,-12 21 498 0 0,17-21-463 0 0,0 0 0 0 0,1 0 0 0 0,-2-1 0 0 0,1 1 0 0 0,0-1 0 0 0,0 0 0 0 0,0 0 0 0 0,0 0-1 0 0,-1 0 1 0 0,1-1 0 0 0,-1 1 0 0 0,1-1 0 0 0,0 0 0 0 0,-6 0 0 0 0,6 0-30 0 0,-1 0 0 0 0,1-1 0 0 0,-1 1-1 0 0,1-1 1 0 0,-1 1 0 0 0,1-1 0 0 0,0 0-1 0 0,-1 0 1 0 0,1 0 0 0 0,0-1 0 0 0,0 1-1 0 0,-5-4 1 0 0,1 0 104 0 0,0 0 0 0 0,1-1 0 0 0,-9-9 0 0 0,15 14-163 0 0,0-1 0 0 0,-1 0 0 0 0,1 0 0 0 0,-1 1 0 0 0,0-1 0 0 0,1 1 0 0 0,-1-1 0 0 0,0 0 0 0 0,0 1 0 0 0,0-1-1 0 0,0 1 1 0 0,0 0 0 0 0,0-1 0 0 0,0 1 0 0 0,-1 0 0 0 0,1 0 0 0 0,0-1 0 0 0,-1 1 0 0 0,1 0 0 0 0,-1 1 0 0 0,1-1 0 0 0,-1 0 0 0 0,-1 0 0 0 0,-10-7 155 0 0,12 7-164 0 0,0 0 0 0 0,1 1 0 0 0,-1-1-1 0 0,0 0 1 0 0,1 0 0 0 0,-1 0-1 0 0,1 0 1 0 0,-1 0 0 0 0,1 0 0 0 0,0 0-1 0 0,-1 0 1 0 0,1 0 0 0 0,0 0-1 0 0,0 0 1 0 0,0 0 0 0 0,0 0 0 0 0,0 0-1 0 0,0 0 1 0 0,0 0 0 0 0,0 0-1 0 0,0 0 1 0 0,0 0 0 0 0,0 0 0 0 0,1 0-1 0 0,-1 0 1 0 0,0 0 0 0 0,2-2-1 0 0,-1 3 3 0 0</inkml:trace>
</inkml:ink>
</file>

<file path=ppt/ink/ink3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08"/>
    </inkml:context>
    <inkml:brush xml:id="br0">
      <inkml:brushProperty name="width" value="0.025" units="cm"/>
      <inkml:brushProperty name="height" value="0.025" units="cm"/>
      <inkml:brushProperty name="color" value="#B2626F"/>
    </inkml:brush>
  </inkml:definitions>
  <inkml:trace contextRef="#ctx0" brushRef="#br0">15 224 1896 0 0,'0'0'1069'0'0,"13"-30"1600"0"0,-12 26-2441 0 0,1 1-1 0 0,-1-1 1 0 0,1 1-1 0 0,-1 0 1 0 0,1 0-1 0 0,3-4 1 0 0,8-17 514 0 0,-7 18-534 0 0,1 1 0 0 0,-1-1 0 0 0,1 2 0 0 0,0-1 0 0 0,9-4 0 0 0,16-4 802 0 0,-14 8-419 0 0,8 1-8 0 0,-23 4-500 0 0,0-1 0 0 0,0 1 0 0 0,1 0-1 0 0,-1-1 1 0 0,0 1 0 0 0,0-1 0 0 0,0 0-1 0 0,0 0 1 0 0,0 0 0 0 0,3-2 0 0 0,-3 0 35 0 0,1 1 0 0 0,0 0-1 0 0,-1-1 1 0 0,1 2 0 0 0,0-1 0 0 0,0 0 0 0 0,5 0 0 0 0,-5 1-87 0 0,0-1 1 0 0,0 1-1 0 0,0-1 0 0 0,-1 1 0 0 0,1-1 1 0 0,-1 0-1 0 0,1 0 0 0 0,-1-1 0 0 0,4-2 1 0 0,-5 3-11 0 0,1 0 1 0 0,-1 0-1 0 0,1 1 0 0 0,-1-1 1 0 0,1 1-1 0 0,0-1 1 0 0,-1 1-1 0 0,1 0 1 0 0,0 0-1 0 0,0 0 1 0 0,6 0-1 0 0,7-4 224 0 0,-8 2-160 0 0,-5 2-26 0 0,0 0-1 0 0,0 0 1 0 0,0 0-1 0 0,1 0 1 0 0,-1 1-1 0 0,5-1 1 0 0,11-3 131 0 0,-18 4-182 0 0,1-1 1 0 0,-1 1-1 0 0,0-1 0 0 0,0 1 1 0 0,0-1-1 0 0,1 1 1 0 0,-1 0-1 0 0,0 0 1 0 0,0 0-1 0 0,1 0 1 0 0,-1 0-1 0 0,0 0 1 0 0,0 0-1 0 0,1 0 1 0 0,-1 0-1 0 0,0 0 1 0 0,0 1-1 0 0,1-1 1 0 0,-1 0-1 0 0,0 1 1 0 0,0-1-1 0 0,0 1 1 0 0,0-1-1 0 0,0 1 0 0 0,0 0 1 0 0,1 0-1 0 0,-1-1 1 0 0,-1 1-1 0 0,2 1 1 0 0,7 7 71 0 0,-8-9-55 0 0,0 1 1 0 0,0 0-1 0 0,0 0 1 0 0,0 0-1 0 0,0 0 1 0 0,-1 0 0 0 0,1 0-1 0 0,0 0 1 0 0,0 1-1 0 0,-1-1 1 0 0,1 0-1 0 0,-1 0 1 0 0,1 0-1 0 0,-1 1 1 0 0,1-1-1 0 0,-1 0 1 0 0,0 1-1 0 0,1-1 1 0 0,-1 2 0 0 0,0-3 38 0 0,-1 30-16 0 0,0-25-43 0 0,1-1 0 0 0,-1 1 0 0 0,0 0 1 0 0,0-1-1 0 0,-1 1 0 0 0,-2 5 1 0 0,-5 18 19 0 0,7-22-16 0 0,0 0-1 0 0,0 0 1 0 0,0 0-1 0 0,-1-1 1 0 0,0 0-1 0 0,0 1 1 0 0,-8 8-1 0 0,-10 20 23 0 0,-32 69 129 0 0,42-77 79 0 0,1-1 0 0 0,-9 38 0 0 0,13-38 157 0 0,-1-1-1 0 0,-17 41 1 0 0,21-59-393 0 0,0-1-1 0 0,0 1 1 0 0,0-1 0 0 0,0 0 0 0 0,-1-1-1 0 0,0 1 1 0 0,0-1 0 0 0,0 1 0 0 0,-1-1-1 0 0,0 0 1 0 0,1-1 0 0 0,-1 1 0 0 0,-10 4-1 0 0,14-7-1 0 0,-1-1 0 0 0,0 0 0 0 0,0 0 0 0 0,0 1 0 0 0,1-1 0 0 0,-1 0 0 0 0,0-1 0 0 0,0 1 0 0 0,1 0 0 0 0,-1 0 0 0 0,0-1 0 0 0,0 1 0 0 0,1-1 0 0 0,-1 1 0 0 0,0-1 0 0 0,1 0 0 0 0,-1 0 0 0 0,1 0 0 0 0,-3-1 0 0 0,1 0 1 0 0,1 0 0 0 0,0 0 0 0 0,0 0 0 0 0,0 0 0 0 0,0 0-1 0 0,0-1 1 0 0,0 1 0 0 0,0-1 0 0 0,1 1 0 0 0,-3-5-1 0 0,-13-39 331 0 0,-18-81 0 0 0,34 120-191 0 0,-2 0 0 0 0,1 1-1 0 0,-1-1 1 0 0,0 1-1 0 0,-6-10 1 0 0,3 6-7 0 0,-45-70 994 0 0,51 77-1098 0 0,-1 0 1 0 0,0 0 0 0 0,1-1-1 0 0,-1 1 1 0 0,1 0-1 0 0,0 0 1 0 0,0 0 0 0 0,0-1-1 0 0,0 1 1 0 0,1 0-1 0 0,1-6 1 0 0,12-33 98 0 0,7 9-70 0 0,-7 14-48 0 0,-13 17-11 0 0</inkml:trace>
</inkml:ink>
</file>

<file path=ppt/ink/ink3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09"/>
    </inkml:context>
    <inkml:brush xml:id="br0">
      <inkml:brushProperty name="width" value="0.025" units="cm"/>
      <inkml:brushProperty name="height" value="0.025" units="cm"/>
      <inkml:brushProperty name="color" value="#B2626F"/>
    </inkml:brush>
  </inkml:definitions>
  <inkml:trace contextRef="#ctx0" brushRef="#br0">1 705 2704 0 0,'0'0'2984'0'0,"-1"9"1106"0"0,31-84-2635 0 0,-26 62-1403 0 0,1 1 1 0 0,0 0-1 0 0,1 0 0 0 0,8-12 1 0 0,12-27 2 0 0,-21 41-9 0 0,0 0-1 0 0,13-16 0 0 0,-13 19 15 0 0,0 0 0 0 0,0-1-1 0 0,-1 0 1 0 0,0 0-1 0 0,4-11 1 0 0,-6 15 20 0 0,-1 1 1 0 0,1-1 0 0 0,0 1 0 0 0,0-1 0 0 0,0 1 0 0 0,4-5-1 0 0,-4 6 26 0 0,0-1-1 0 0,0 1 0 0 0,0-1 1 0 0,0 0-1 0 0,-1 1 0 0 0,1-1 0 0 0,-1 0 1 0 0,0 0-1 0 0,1 0 0 0 0,-2 0 1 0 0,2-6-1 0 0,8-31 603 0 0,-7 33-624 0 0,-1 0-1 0 0,-1 1 0 0 0,1-1 1 0 0,0-10-1 0 0,-1 12-21 0 0,0 0-1 0 0,1 0 0 0 0,0 0 0 0 0,-1 1 1 0 0,1-1-1 0 0,1 0 0 0 0,2-4 1 0 0,8-19 253 0 0,-8 10-150 0 0,-4 11-77 0 0,1 0-1 0 0,0 0 1 0 0,1 0 0 0 0,0 1-1 0 0,0-1 1 0 0,6-10-1 0 0,27-31 1065 0 0,-34 44-1033 0 0,1 1 1 0 0,0 0-1 0 0,0-1 0 0 0,0 1 0 0 0,0 1 1 0 0,0-1-1 0 0,1 0 0 0 0,0 1 1 0 0,-1 0-1 0 0,6-3 0 0 0,21-15 1264 0 0,-25 18-1368 0 0,-1 0 1 0 0,1 1-1 0 0,0-1 1 0 0,0 1 0 0 0,0 0-1 0 0,0 1 1 0 0,0-1-1 0 0,0 1 1 0 0,0 0-1 0 0,6 1 1 0 0,-2-1-9 0 0,0 2 11 0 0,-7-2-12 0 0</inkml:trace>
</inkml:ink>
</file>

<file path=ppt/ink/ink3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10"/>
    </inkml:context>
    <inkml:brush xml:id="br0">
      <inkml:brushProperty name="width" value="0.025" units="cm"/>
      <inkml:brushProperty name="height" value="0.025" units="cm"/>
      <inkml:brushProperty name="color" value="#B2626F"/>
    </inkml:brush>
  </inkml:definitions>
  <inkml:trace contextRef="#ctx0" brushRef="#br0">70 236 5016 0 0,'0'0'4400'0'0,"-16"8"-3031"0"0,14-8-1302 0 0,0 0 0 0 0,0 0 0 0 0,1-1 0 0 0,-1 1 0 0 0,0-1 0 0 0,1 0 0 0 0,-1 1 0 0 0,1-1 0 0 0,-1 0 0 0 0,1 0 0 0 0,-1 0 1 0 0,1 0-1 0 0,-1 0 0 0 0,1-1 0 0 0,0 1 0 0 0,0 0 0 0 0,0 0 0 0 0,0-1 0 0 0,0 1 0 0 0,0-1 0 0 0,0 1 0 0 0,0-1 0 0 0,0 1 0 0 0,1-1 0 0 0,-2-3 0 0 0,-10-15 5 0 0,11 19-34 0 0,0-1 1 0 0,1 1 0 0 0,-1-1 0 0 0,0 0 0 0 0,1 0-1 0 0,-1 0 1 0 0,1 1 0 0 0,-1-1 0 0 0,1 0-1 0 0,0 0 1 0 0,0 0 0 0 0,0 0 0 0 0,0 1 0 0 0,0-1-1 0 0,0 0 1 0 0,1 0 0 0 0,-1 0 0 0 0,1 0-1 0 0,-1 1 1 0 0,1-1 0 0 0,0 0 0 0 0,-1 0 0 0 0,1 1-1 0 0,0-1 1 0 0,0 1 0 0 0,1-2 0 0 0,6-16 506 0 0,-9 9 477 0 0,0 9-989 0 0,1 1 0 0 0,0-1 0 0 0,-1 0 0 0 0,1 1-1 0 0,0-1 1 0 0,0 0 0 0 0,0 1 0 0 0,0-1 0 0 0,0 0 0 0 0,0 0-1 0 0,0 1 1 0 0,0-1 0 0 0,0 0 0 0 0,0 1 0 0 0,0-1-1 0 0,0 0 1 0 0,0 0 0 0 0,0 1 0 0 0,1-1 0 0 0,-1-1 0 0 0,3-2 87 0 0,0-1 0 0 0,-1 0 0 0 0,1 1 0 0 0,7-7 0 0 0,1-3 175 0 0,3-12-12 0 0,-13 22-201 0 0,1 0-1 0 0,0 0 1 0 0,1 0 0 0 0,-1 0 0 0 0,6-7 0 0 0,-7 11 152 0 0</inkml:trace>
</inkml:ink>
</file>

<file path=ppt/ink/ink3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11"/>
    </inkml:context>
    <inkml:brush xml:id="br0">
      <inkml:brushProperty name="width" value="0.025" units="cm"/>
      <inkml:brushProperty name="height" value="0.025" units="cm"/>
      <inkml:brushProperty name="color" value="#B2626F"/>
    </inkml:brush>
  </inkml:definitions>
  <inkml:trace contextRef="#ctx0" brushRef="#br0">643 1 4216 0 0,'0'0'6609'0'0,"-11"6"-6218"0"0,-27 32 151 0 0,31-29-527 0 0,0 0 0 0 0,0-1 0 0 0,-1 0 0 0 0,0 0 1 0 0,-1-1-1 0 0,-11 9 0 0 0,10-9 267 0 0,0 1 0 0 0,-13 16 0 0 0,8-9-87 0 0,8-9 293 0 0,0 0 0 0 0,0-1 0 0 0,-10 6 0 0 0,9-6-151 0 0,0 0 1 0 0,1 0-1 0 0,-9 8 0 0 0,7-5-106 0 0,1-1-1 0 0,-2 0 1 0 0,1 0 0 0 0,-11 5-1 0 0,-34 14 424 0 0,46-22-538 0 0,6-3-101 0 0,1 0 1 0 0,0 0-1 0 0,0-1 0 0 0,-1 1 0 0 0,1 0 0 0 0,0-1 0 0 0,-1 0 0 0 0,1 1 0 0 0,-1-1 0 0 0,-2 1 0 0 0,-2 0 1 0 0,0 0-1 0 0,-1 0 1 0 0,1 1-1 0 0,0 0 1 0 0,0 0-1 0 0,0 1 1 0 0,-7 4-1 0 0,-4 1-11 0 0,-31 5 107 0 0,30-7-12 0 0,14-4-58 0 0,-1-1 0 0 0,1 0 0 0 0,0 1 0 0 0,0-2 0 0 0,0 1 0 0 0,-6 0-1 0 0,-27 15 184 0 0,30-14-121 0 0,0-1-1 0 0,-1 1 1 0 0,1-2-1 0 0,-8 1 0 0 0,15-1 42 0 0,0 0-136 0 0,-1 0 0 0 0,1 0 24 0 0</inkml:trace>
</inkml:ink>
</file>

<file path=ppt/ink/ink3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12"/>
    </inkml:context>
    <inkml:brush xml:id="br0">
      <inkml:brushProperty name="width" value="0.025" units="cm"/>
      <inkml:brushProperty name="height" value="0.025" units="cm"/>
      <inkml:brushProperty name="color" value="#B2626F"/>
    </inkml:brush>
  </inkml:definitions>
  <inkml:trace contextRef="#ctx0" brushRef="#br0">94 28 96 0 0,'-2'2'-313'0'0,"-8"9"2323"0"0,10-11-1935 0 0,0 0-1 0 0,0 0 1 0 0,0 0 0 0 0,0 0 0 0 0,0 0-1 0 0,-1 0 1 0 0,1 1 0 0 0,0-1 0 0 0,0 0-1 0 0,0 0 1 0 0,0 0 0 0 0,0 0 0 0 0,-1 0-1 0 0,1 0 1 0 0,0 0 0 0 0,0 0 0 0 0,0 0-1 0 0,0 0 1 0 0,-1 0 0 0 0,1 0 0 0 0,0 0-1 0 0,0 0 1 0 0,0 0 0 0 0,0 0 0 0 0,0 0-1 0 0,-1 0 1 0 0,1 0 0 0 0,0 0-1 0 0,0 0 1 0 0,0 0 0 0 0,0 0 0 0 0,-1 0-1 0 0,1 0 1 0 0,0 0 0 0 0,0 0 0 0 0,0-1-1 0 0,0 1 1 0 0,0 0 0 0 0,0 0 0 0 0,-1 0-1 0 0,1 0 1 0 0,0 0 0 0 0,0 0 0 0 0,0-1-1 0 0,0 1 1 0 0,0 0 0 0 0,0 0 0 0 0,0 0-1 0 0,0 0 1 0 0,0 0 0 0 0,0-1 0 0 0,0 1-1 0 0,0 0 1 0 0,0 0 0 0 0,0 0 0 0 0,0 0-1 0 0,0-1 1 0 0,0 1 0 0 0,0 0 0 0 0,0 0-1 0 0,0 0 1 0 0,0 0 0 0 0,0 0 0 0 0,0-1-1 0 0,0 1 1 0 0,0 0 0 0 0,0 0 0 0 0,0 0 337 0 0,9-13 2026 0 0,-7 10-2306 0 0,1 1-1 0 0,0 0 1 0 0,-1 0-1 0 0,1 0 1 0 0,1 0-1 0 0,-1 0 0 0 0,0 1 1 0 0,0-1-1 0 0,0 1 1 0 0,1 0-1 0 0,-1 0 1 0 0,1 0-1 0 0,-1 1 1 0 0,1-1-1 0 0,-1 1 0 0 0,1-1 1 0 0,-1 1-1 0 0,1 1 1 0 0,-1-1-1 0 0,1 0 1 0 0,-1 1-1 0 0,1-1 0 0 0,4 3 1 0 0,3-1 203 0 0,-9-2-202 0 0,1 0 0 0 0,0 0 0 0 0,-1 1 0 0 0,1-1 0 0 0,0 1 0 0 0,-1-1 0 0 0,1 1 0 0 0,-1 0 0 0 0,1 0 0 0 0,-1 1 0 0 0,0-1 0 0 0,1 0 0 0 0,-1 1 0 0 0,0 0 0 0 0,4 3 0 0 0,-4-2 34 0 0,0 0 0 0 0,0 0 1 0 0,-1 0-1 0 0,1 0 0 0 0,-1 1 0 0 0,0-1 1 0 0,0 1-1 0 0,0-1 0 0 0,0 1 1 0 0,-1-1-1 0 0,1 7 0 0 0,9 28 1131 0 0,-8 42 1371 0 0,-1-79-2650 0 0,-1 1 1 0 0,1-1-1 0 0,-1 0 1 0 0,1 0-1 0 0,0 0 1 0 0,0 0-1 0 0,-1 0 1 0 0,1 0-1 0 0,0 0 1 0 0,0 0-1 0 0,0 0 1 0 0,0-1-1 0 0,0 1 0 0 0,0 0 1 0 0,0-1-1 0 0,3 2 1 0 0,19 9 194 0 0,13 3 41 0 0,-34-14-248 0 0,-1 1-1 0 0,1-1 1 0 0,-1 1 0 0 0,0-1-1 0 0,1 1 1 0 0,-1 0 0 0 0,0 0-1 0 0,1-1 1 0 0,-1 1 0 0 0,0 0-1 0 0,0 0 1 0 0,0 0 0 0 0,0 0-1 0 0,0 0 1 0 0,0 0 0 0 0,0 1-1 0 0,0-1 1 0 0,0 0 0 0 0,-1 0 0 0 0,1 1-1 0 0,0-1 1 0 0,-1 1 0 0 0,1-1-1 0 0,-1 2 1 0 0,9 16 99 0 0,-6-13-76 0 0,1 0 1 0 0,-1 0-1 0 0,0 0 0 0 0,-1 0 0 0 0,1 1 0 0 0,-1-1 0 0 0,-1 1 0 0 0,1 0 0 0 0,-1 0 0 0 0,0-1 1 0 0,-1 12-1 0 0,7 29 26 0 0,-4-29-42 0 0,0 4-66 0 0,-1 34 0 0 0,-12 3-274 0 0,9-50 283 0 0,0 0 1 0 0,0 0 0 0 0,-1 0-1 0 0,-1 0 1 0 0,0 0 0 0 0,0 0-1 0 0,-6 11 1 0 0,-3 8-32 0 0,9-20 62 0 0,0-1-1 0 0,-1 0 1 0 0,1 0 0 0 0,-1 0 0 0 0,0 0-1 0 0,-1-1 1 0 0,-7 9 0 0 0,11-14 11 0 0,-1 0-1 0 0,1 1 1 0 0,-1-1-1 0 0,0 0 1 0 0,0 0-1 0 0,0 0 1 0 0,1 0-1 0 0,-1-1 1 0 0,0 1 0 0 0,0 0-1 0 0,0-1 1 0 0,0 1-1 0 0,0-1 1 0 0,0 0-1 0 0,-1 0 1 0 0,1 0 0 0 0,0 0-1 0 0,0 0 1 0 0,0 0-1 0 0,0 0 1 0 0,0-1-1 0 0,0 1 1 0 0,0-1-1 0 0,0 1 1 0 0,0-1 0 0 0,0 0-1 0 0,-2-1 1 0 0,-7-4 8 0 0,0 0 1 0 0,1-1-1 0 0,-16-12 1 0 0,4 2 47 0 0,-31-20 291 0 0,8-1-82 0 0,7-2-127 0 0,14 13-74 0 0,17 22-42 0 0,6 5-19 0 0,0 0 1 0 0,0-1-1 0 0,0 1 0 0 0,1-1 1 0 0,-1 1-1 0 0,0-1 1 0 0,0 1-1 0 0,1-1 1 0 0,-1 0-1 0 0,0 1 0 0 0,1-1 1 0 0,-1 0-1 0 0,0 0 1 0 0,1 1-1 0 0,-1-1 1 0 0,1 0-1 0 0,0 0 0 0 0,-1 0 1 0 0,1 0-1 0 0,-1-1 1 0 0,1 2 3 0 0</inkml:trace>
</inkml:ink>
</file>

<file path=ppt/ink/ink3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13"/>
    </inkml:context>
    <inkml:brush xml:id="br0">
      <inkml:brushProperty name="width" value="0.025" units="cm"/>
      <inkml:brushProperty name="height" value="0.025" units="cm"/>
      <inkml:brushProperty name="color" value="#B2626F"/>
    </inkml:brush>
  </inkml:definitions>
  <inkml:trace contextRef="#ctx0" brushRef="#br0">1 0 4312 0 0,'0'0'8710'0'0,"11"19"-8162"0"0,-6-18-531 0 0,-1 1-1 0 0,1 0 1 0 0,-1 0 0 0 0,0 1-1 0 0,1-1 1 0 0,-1 1-1 0 0,0 0 1 0 0,4 4 0 0 0,32 27-25 0 0,-40-34 8 0 0,2 2 48 0 0,0 0 0 0 0,-1 0 0 0 0,1 0 0 0 0,0-1 0 0 0,0 1 0 0 0,1-1 0 0 0,-1 1 0 0 0,0-1 0 0 0,0 0 0 0 0,1 0 0 0 0,-1 0 0 0 0,4 1 0 0 0,-5-1 4 0 0,0 0 1 0 0,0 0 0 0 0,0 0-1 0 0,0 0 1 0 0,0 0 0 0 0,0 0-1 0 0,0 1 1 0 0,0-1 0 0 0,0 0 0 0 0,0 0-1 0 0,-1 1 1 0 0,1-1 0 0 0,0 0-1 0 0,-1 1 1 0 0,1-1 0 0 0,-1 1-1 0 0,0-1 1 0 0,1 1 0 0 0,-1-1 0 0 0,0 3-1 0 0,4 10 112 0 0,-3-12-135 0 0,0 0-1 0 0,0 0 1 0 0,-1 0-1 0 0,1 0 1 0 0,-1 0-1 0 0,1 0 1 0 0,-1 0 0 0 0,1 1-1 0 0,-1-1 1 0 0,0 0-1 0 0,0 0 1 0 0,0 0-1 0 0,-1 1 1 0 0,1-1-1 0 0,0 0 1 0 0,-1 0 0 0 0,0 0-1 0 0,1 0 1 0 0,-1 0-1 0 0,-2 4 1 0 0,-2 3 114 0 0,0-1 0 0 0,-1 0 0 0 0,-9 11 0 0 0,11-14-128 0 0,-53 67 631 0 0,55-68-605 0 0,0-1 0 0 0,0 1 0 0 0,0 0-1 0 0,0 0 1 0 0,0 0 0 0 0,-1 7-1 0 0,-5 11 170 0 0,7-20-193 0 0</inkml:trace>
</inkml:ink>
</file>

<file path=ppt/ink/ink3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14"/>
    </inkml:context>
    <inkml:brush xml:id="br0">
      <inkml:brushProperty name="width" value="0.025" units="cm"/>
      <inkml:brushProperty name="height" value="0.025" units="cm"/>
      <inkml:brushProperty name="color" value="#B2626F"/>
    </inkml:brush>
  </inkml:definitions>
  <inkml:trace contextRef="#ctx0" brushRef="#br0">3 359 3408 0 0,'0'0'6904'0'0,"16"-37"-4591"0"0,8-16-1817 0 0,-13 29-472 0 0,2 1-1 0 0,0-1 1 0 0,18-22 0 0 0,-19 31-22 0 0,-6 5 3 0 0,1 1-1 0 0,0 0 1 0 0,1 0 0 0 0,0 1 0 0 0,9-7-1 0 0,45-27 255 0 0,-21 12 76 0 0,-39 29-298 0 0,1 1 0 0 0,-1-1 0 0 0,0 0 0 0 0,1 1 1 0 0,-1-1-1 0 0,1 1 0 0 0,-1 0 0 0 0,0-1 1 0 0,1 1-1 0 0,-1 0 0 0 0,1 1 0 0 0,-1-1 0 0 0,5 1 1 0 0,21 0 681 0 0,-2-3-220 0 0,-13 3-208 0 0,-11-1-258 0 0,1-1 1 0 0,0 1-1 0 0,0 0 0 0 0,-1 1 0 0 0,1-1 0 0 0,0 0 1 0 0,-1 1-1 0 0,1 0 0 0 0,0-1 0 0 0,-1 1 0 0 0,1 0 1 0 0,-1 0-1 0 0,1 1 0 0 0,-1-1 0 0 0,1 0 0 0 0,-1 1 1 0 0,0-1-1 0 0,0 1 0 0 0,0 0 0 0 0,4 4 0 0 0,5 2 104 0 0,-10-8-130 0 0,0 1 0 0 0,0-1 0 0 0,0 1-1 0 0,0-1 1 0 0,0 1 0 0 0,-1-1 0 0 0,1 1 0 0 0,0 0 0 0 0,0-1-1 0 0,-1 1 1 0 0,1 0 0 0 0,0 0 0 0 0,-1 0 0 0 0,1-1 0 0 0,-1 1-1 0 0,1 0 1 0 0,-1 0 0 0 0,1 0 0 0 0,-1 0 0 0 0,1 2-1 0 0,6 14 34 0 0,-6-14-20 0 0,1-1-1 0 0,-1 1 0 0 0,0 0 1 0 0,0-1-1 0 0,-1 1 0 0 0,1 0 1 0 0,0 0-1 0 0,-1 0 0 0 0,1 5 1 0 0,-3-2 109 0 0,1 1 0 0 0,-1-1 1 0 0,0 0-1 0 0,-1 0 0 0 0,0 0 0 0 0,1 0 1 0 0,-2 0-1 0 0,1-1 0 0 0,-1 1 0 0 0,0-1 1 0 0,-7 8-1 0 0,-6 10 33 0 0,-86 124 387 0 0,66-87-265 0 0,24-36-37 0 0,-32 41 0 0 0,-49 60-30 0 0,86-117-180 0 0,0 0-1 0 0,0-1 1 0 0,-16 11 0 0 0,9-7 51 0 0,-26 24 477 0 0,39-34-534 0 0,0 0 0 0 0,1 0 1 0 0,-1 0-1 0 0,0 0 0 0 0,0 0 0 0 0,0 0 0 0 0,0 0 0 0 0,0-1 1 0 0,0 1-1 0 0,0-1 0 0 0,0 1 0 0 0,-2-1 0 0 0,4 0-15 0 0</inkml:trace>
</inkml:ink>
</file>

<file path=ppt/ink/ink3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15"/>
    </inkml:context>
    <inkml:brush xml:id="br0">
      <inkml:brushProperty name="width" value="0.025" units="cm"/>
      <inkml:brushProperty name="height" value="0.025" units="cm"/>
      <inkml:brushProperty name="color" value="#B2626F"/>
    </inkml:brush>
  </inkml:definitions>
  <inkml:trace contextRef="#ctx0" brushRef="#br0">1 20 7432 0 0,'0'0'2726'0'0,"20"-19"-1700"0"0,-17 19-1023 0 0,1 1 0 0 0,-1 0 0 0 0,0-1 1 0 0,0 1-1 0 0,1 0 0 0 0,-1 1 0 0 0,5 2 0 0 0,-5-3 5 0 0,0 1 0 0 0,0-1 0 0 0,0 0 0 0 0,0 0 0 0 0,0 0 0 0 0,1 0 0 0 0,4 0 0 0 0,-4 0 188 0 0,-1-1 0 0 0,0 1 1 0 0,0 0-1 0 0,0 0 0 0 0,0 1 0 0 0,0-1 1 0 0,0 1-1 0 0,0-1 0 0 0,0 1 0 0 0,0 0 0 0 0,0 0 1 0 0,3 3-1 0 0,16 10 1692 0 0,11 5 135 0 0,-31-20-1989 0 0,-1 1 0 0 0,0 0-1 0 0,1 0 1 0 0,-1 0-1 0 0,0 0 1 0 0,0 0 0 0 0,0 0-1 0 0,0 1 1 0 0,0-1-1 0 0,0 0 1 0 0,0 1 0 0 0,-1-1-1 0 0,1 0 1 0 0,0 1-1 0 0,-1-1 1 0 0,1 1 0 0 0,-1-1-1 0 0,1 1 1 0 0,-1 1-1 0 0,11 30 311 0 0,-11-34-336 0 0</inkml:trace>
</inkml:ink>
</file>

<file path=ppt/ink/ink3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16"/>
    </inkml:context>
    <inkml:brush xml:id="br0">
      <inkml:brushProperty name="width" value="0.025" units="cm"/>
      <inkml:brushProperty name="height" value="0.025" units="cm"/>
      <inkml:brushProperty name="color" value="#B2626F"/>
    </inkml:brush>
  </inkml:definitions>
  <inkml:trace contextRef="#ctx0" brushRef="#br0">65 375 2808 0 0,'0'0'6257'0'0,"-14"4"-5388"0"0,12-6-800 0 0,1-1 0 0 0,-1 1 0 0 0,1-1 0 0 0,0 0 0 0 0,0 1 0 0 0,0-1 0 0 0,0 0 0 0 0,0-5 0 0 0,-3-4 6 0 0,-6-5 144 0 0,8 15-200 0 0,1 0-1 0 0,-1 0 0 0 0,1 0 0 0 0,0 0 0 0 0,0 0 0 0 0,0-1 0 0 0,0 1 0 0 0,0-1 0 0 0,-1-3 0 0 0,-4-18 141 0 0,5 21-61 0 0,-1 0 0 0 0,2 0 1 0 0,-1-1-1 0 0,0 1 0 0 0,0 0 1 0 0,1 0-1 0 0,0 0 1 0 0,0-1-1 0 0,0 1 0 0 0,0 0 1 0 0,0 0-1 0 0,0 0 1 0 0,1-1-1 0 0,0 1 0 0 0,0 0 1 0 0,0 0-1 0 0,2-5 1 0 0,-2 4 8 0 0,0 1 0 0 0,0-1 0 0 0,0 1 0 0 0,0-1 0 0 0,-1 0 1 0 0,1 1-1 0 0,-1-6 0 0 0,4-20 524 0 0,13-9 272 0 0,-13 29-637 0 0,1-1-1 0 0,5-19 1 0 0,-8 26-126 0 0,1 0 1 0 0,-1 0 0 0 0,1 0 0 0 0,0 0-1 0 0,0 0 1 0 0,5-3 0 0 0,1-2-59 0 0,12-17 168 0 0,-21 25-122 0 0,32-2 158 0 0,-27 2-161 0 0,-1 1 0 0 0,0-1-1 0 0,0 1 1 0 0,0 0-1 0 0,1 0 1 0 0,-1 1 0 0 0,0-1-1 0 0,7 4 1 0 0,-4 1 18 0 0,-7-5-128 0 0,1 0 0 0 0,-1-1 0 0 0,1 1 0 0 0,-1-1-1 0 0,1 1 1 0 0,0-1 0 0 0,-1 1 0 0 0,1-1 0 0 0,0 0 0 0 0,-1 1 0 0 0,1-1 0 0 0,0 0 0 0 0,0 0-1 0 0,-1 1 1 0 0,1-1 0 0 0,0 0 0 0 0,0 0 0 0 0,-1 0 0 0 0,1 0 0 0 0,1 0 0 0 0,0 3 15 0 0,-1 1-1 0 0,1-1 1 0 0,0 0 0 0 0,-1 1 0 0 0,0 0 0 0 0,0-1 0 0 0,0 1 0 0 0,0 6-1 0 0,-1-10-25 0 0,2 14 54 0 0,-2-13-22 0 0,0 1-1 0 0,0-1 1 0 0,0 0 0 0 0,0 1-1 0 0,1-1 1 0 0,-1 1 0 0 0,1-1-1 0 0,-1 0 1 0 0,1 1 0 0 0,-1-1 0 0 0,1 0-1 0 0,0 1 1 0 0,0-1 0 0 0,-1 0-1 0 0,3 2 1 0 0,0 3 2 0 0,0-1 0 0 0,0 1 0 0 0,0-1 1 0 0,-1 1-1 0 0,4 11 0 0 0,2 6 45 0 0,-8-10 14 0 0</inkml:trace>
</inkml:ink>
</file>

<file path=ppt/ink/ink3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17"/>
    </inkml:context>
    <inkml:brush xml:id="br0">
      <inkml:brushProperty name="width" value="0.025" units="cm"/>
      <inkml:brushProperty name="height" value="0.025" units="cm"/>
      <inkml:brushProperty name="color" value="#B2626F"/>
    </inkml:brush>
  </inkml:definitions>
  <inkml:trace contextRef="#ctx0" brushRef="#br0">94 453 2000 0 0,'0'0'5406'0'0,"-8"-38"-3740"0"0,2 26-1196 0 0,2 0 0 0 0,0 0 0 0 0,-4-20 0 0 0,5 20 180 0 0,0 0 1 0 0,-1 1-1 0 0,0-1 1 0 0,-8-14-1 0 0,4 9-26 0 0,-1 1-90 0 0,8 13-455 0 0,-1 1 1 0 0,1 0 0 0 0,-1-1-1 0 0,1 0 1 0 0,0 1 0 0 0,0-1-1 0 0,0 0 1 0 0,0 1 0 0 0,0-1-1 0 0,0-4 1 0 0,-3-9 427 0 0,4 14-481 0 0,-1 0 1 0 0,0 0-1 0 0,1 0 1 0 0,-1 0-1 0 0,1 0 1 0 0,0 0-1 0 0,0-1 1 0 0,0-3-1 0 0,0-93 598 0 0,0 96-619 0 0,1 0-1 0 0,0 0 1 0 0,-1 0-1 0 0,1 0 1 0 0,1 0-1 0 0,-1 0 0 0 0,0 1 1 0 0,0-1-1 0 0,1 0 1 0 0,0 1-1 0 0,-1-1 0 0 0,4-2 1 0 0,-4 5-4 0 0,0-1 1 0 0,-1 0 0 0 0,1 0-1 0 0,0 0 1 0 0,0 0 0 0 0,-1 0-1 0 0,1 0 1 0 0,-1 0 0 0 0,1 0-1 0 0,0 0 1 0 0,-1 0 0 0 0,0 0-1 0 0,1 0 1 0 0,-1-1 0 0 0,0 1 17 0 0,0 0 1 0 0,1 1-1 0 0,-1-1 1 0 0,0 0-1 0 0,0 1 1 0 0,1-1-1 0 0,-1 0 1 0 0,0 1-1 0 0,0-1 1 0 0,1 1-1 0 0,-1-1 1 0 0,1 0-1 0 0,-1 1 1 0 0,1-1-1 0 0,-1 1 1 0 0,1-1-1 0 0,-1 1 1 0 0,1-1-1 0 0,-1 1 1 0 0,1 0-1 0 0,-1-1 1 0 0,1 1-1 0 0,0 0 1 0 0,-1-1-1 0 0,1 1 1 0 0,0 0-1 0 0,-1 0 1 0 0,1 0-1 0 0,0 0 1 0 0,-1-1-1 0 0,1 1 1 0 0,0 0-1 0 0,0 0 1 0 0,-1 0-1 0 0,1 0 1 0 0,1 1-1 0 0,6-2 278 0 0,-7 1-262 0 0,0 0 1 0 0,1 0 0 0 0,-1 0-1 0 0,0 0 1 0 0,1 0 0 0 0,-1 0-1 0 0,0 0 1 0 0,1 0 0 0 0,-1 0-1 0 0,0 1 1 0 0,1-1-1 0 0,-1 0 1 0 0,0 1 0 0 0,1-1-1 0 0,-1 1 1 0 0,0 0 0 0 0,0-1-1 0 0,2 3 1 0 0,3 4 63 0 0,0 0 1 0 0,0 0 0 0 0,7 15-1 0 0,-9-16-76 0 0,-1 0-1 0 0,-1 0 0 0 0,1 0 0 0 0,-1 1 1 0 0,0-1-1 0 0,-1 1 0 0 0,1-1 1 0 0,-1 1-1 0 0,0 6 0 0 0,5 18 58 0 0,-5-23-40 0 0,1 0 0 0 0,-1-1-1 0 0,1 1 1 0 0,0-1 0 0 0,1 1 0 0 0,3 7 0 0 0,4 9 42 0 0,-8-17-36 0 0,1 0 0 0 0,0-1 0 0 0,1 1-1 0 0,0-1 1 0 0,0 1 0 0 0,8 8-1 0 0,12-2 139 0 0,-23-12-176 0 0</inkml:trace>
</inkml:ink>
</file>

<file path=ppt/ink/ink3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18"/>
    </inkml:context>
    <inkml:brush xml:id="br0">
      <inkml:brushProperty name="width" value="0.025" units="cm"/>
      <inkml:brushProperty name="height" value="0.025" units="cm"/>
      <inkml:brushProperty name="color" value="#B2626F"/>
    </inkml:brush>
  </inkml:definitions>
  <inkml:trace contextRef="#ctx0" brushRef="#br0">200 779 8136 0 0,'0'0'3137'0'0,"-10"8"838"0"0,4-11-3880 0 0,-1-1 0 0 0,1 1 1 0 0,0-1-1 0 0,1 0 0 0 0,-1 0 1 0 0,1 0-1 0 0,0-1 0 0 0,0 0 1 0 0,-9-11-1 0 0,4-1-80 0 0,5 9-15 0 0,0-1 0 0 0,-1 1 0 0 0,-7-8 0 0 0,7 9 23 0 0,0 0 1 0 0,1 0 0 0 0,0-1 0 0 0,0 1 0 0 0,1-1 0 0 0,0-1-1 0 0,0 1 1 0 0,-3-11 0 0 0,3 8 82 0 0,0 2 24 0 0,0-1 0 0 0,1 0 1 0 0,0 0-1 0 0,1 0 0 0 0,0 0 0 0 0,-1-11 0 0 0,-9-31 677 0 0,11 33-717 0 0,1 13-35 0 0,-1 0-1 0 0,1 0 0 0 0,0 1 1 0 0,0-1-1 0 0,3-11 0 0 0,10-14 187 0 0,-10 21-198 0 0,-1 4 21 0 0,0-1-1 0 0,-1 1 1 0 0,1 0 0 0 0,-1 0 0 0 0,0-8 0 0 0,11-7 75 0 0,-2 3-120 0 0,-4 0-2 0 0,-5 13-9 0 0,0 0 0 0 0,1 1 1 0 0,0-1-1 0 0,-1 0 0 0 0,2 1 0 0 0,-1-1 0 0 0,0 1 0 0 0,5-6 0 0 0,-3 5 12 0 0,1 0 0 0 0,-2-1 0 0 0,1 1-1 0 0,5-12 1 0 0,-4 8 6 0 0,2 1 1 0 0,0 1 1 0 0,1 0-1 0 0,0 0 0 0 0,0 1 0 0 0,0 0 1 0 0,17-9-1 0 0,-23 15-19 0 0,5-5-3 0 0,-3 2 2 0 0,0 1-1 0 0,-1-1 0 0 0,1 1 0 0 0,0 0 0 0 0,0 1 0 0 0,1-1 0 0 0,-1 1 0 0 0,0-1 0 0 0,9 0 0 0 0,-10 1 16 0 0,-1 1 1 0 0,0-1-1 0 0,1 1 0 0 0,-1-1 0 0 0,1 0 0 0 0,-1 0 0 0 0,0 0 0 0 0,0 0 0 0 0,3-2 0 0 0,-3 2 3 0 0,0 0 0 0 0,1-1 0 0 0,-1 1 0 0 0,1 0 0 0 0,-1 0 0 0 0,1 1 0 0 0,-1-1 0 0 0,1 0 0 0 0,3 1 0 0 0,22-10 272 0 0,-15 4-97 0 0,53-22 63 0 0,-14 21-190 0 0,-46 6-65 0 0,-5 1-8 0 0</inkml:trace>
</inkml:ink>
</file>

<file path=ppt/ink/ink3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19"/>
    </inkml:context>
    <inkml:brush xml:id="br0">
      <inkml:brushProperty name="width" value="0.025" units="cm"/>
      <inkml:brushProperty name="height" value="0.025" units="cm"/>
      <inkml:brushProperty name="color" value="#B2626F"/>
    </inkml:brush>
  </inkml:definitions>
  <inkml:trace contextRef="#ctx0" brushRef="#br0">10 625 3712 0 0,'0'0'5472'0'0,"-10"3"-2767"0"0,60-43-3121 0 0,-38 29 376 0 0,-1-1-1 0 0,17-21 1 0 0,-3 9 281 0 0,-21 19-17 0 0,0 0 0 0 0,0 1-1 0 0,0 0 1 0 0,0-1 0 0 0,1 1 0 0 0,0 1 0 0 0,10-7 0 0 0,-8 4-30 0 0,1-1 1 0 0,-1 1-1 0 0,-1-1 1 0 0,1-1-1 0 0,-1 1 1 0 0,0-1-1 0 0,-1 0 1 0 0,7-14-1 0 0,32-47 953 0 0,-20 37-750 0 0,-5-3-59 0 0,-15 26-128 0 0,1 0 0 0 0,0 1 0 0 0,9-12-1 0 0,-11 13-15 0 0,1 0 0 0 0,-1 0-1 0 0,0 0 1 0 0,0-1-1 0 0,1-9 1 0 0,-1 9-73 0 0,0 0-1 0 0,0 0 1 0 0,1 0 0 0 0,6-9 0 0 0,20-46 145 0 0,-19 29-20 0 0,-7 27 244 0 0</inkml:trace>
</inkml:ink>
</file>

<file path=ppt/ink/ink3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20"/>
    </inkml:context>
    <inkml:brush xml:id="br0">
      <inkml:brushProperty name="width" value="0.025" units="cm"/>
      <inkml:brushProperty name="height" value="0.025" units="cm"/>
      <inkml:brushProperty name="color" value="#B2626F"/>
    </inkml:brush>
  </inkml:definitions>
  <inkml:trace contextRef="#ctx0" brushRef="#br0">55 0 5416 0 0,'0'0'4858'0'0,"-13"34"-3430"0"0,11-22-1376 0 0,0 0-1 0 0,-1 0 0 0 0,0 0 0 0 0,-6 14 0 0 0,5-17-29 0 0,1 1-1 0 0,0 0 1 0 0,-1 12 0 0 0,1-9 37 0 0,1-5 151 0 0,1 0 1 0 0,0 0-1 0 0,0 1 1 0 0,1-1-1 0 0,0 1 0 0 0,2 12 1 0 0,-1-16-76 0 0,0 0-1 0 0,0 0 1 0 0,-1 0 0 0 0,0 0 0 0 0,0 0-1 0 0,0 1 1 0 0,0-1 0 0 0,-2 9-1 0 0,-1 17 245 0 0,3-29-345 0 0,0 0 1 0 0,0 0 0 0 0,0-1 0 0 0,0 1 0 0 0,0 0 0 0 0,1 0 0 0 0,-1-1 0 0 0,1 1 0 0 0,-1 0 0 0 0,1 0 0 0 0,-1-1-1 0 0,1 1 1 0 0,0-1 0 0 0,0 1 0 0 0,0-1 0 0 0,0 1 0 0 0,0-1 0 0 0,0 1 0 0 0,1-1 0 0 0,-1 0 0 0 0,0 0 0 0 0,1 0 0 0 0,-1 0-1 0 0,1 0 1 0 0,-1 0 0 0 0,3 2 0 0 0,32 27 918 0 0,-34-28-810 0 0,-2-1-110 0 0</inkml:trace>
</inkml:ink>
</file>

<file path=ppt/ink/ink3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21"/>
    </inkml:context>
    <inkml:brush xml:id="br0">
      <inkml:brushProperty name="width" value="0.025" units="cm"/>
      <inkml:brushProperty name="height" value="0.025" units="cm"/>
      <inkml:brushProperty name="color" value="#B2626F"/>
    </inkml:brush>
  </inkml:definitions>
  <inkml:trace contextRef="#ctx0" brushRef="#br0">161 188 4720 0 0,'0'0'737'0'0,"-3"16"5479"0"0,1-15-6190 0 0,1-1 1 0 0,-1 0-1 0 0,1 1 0 0 0,-1 0 1 0 0,1-1-1 0 0,-1 1 0 0 0,1 0 1 0 0,0-1-1 0 0,-1 1 0 0 0,1 0 0 0 0,-2 2 1 0 0,1-2-13 0 0,1 1-1 0 0,0-1 1 0 0,-1 0 0 0 0,1 0 0 0 0,-1-1-1 0 0,1 1 1 0 0,-1 0 0 0 0,1 0 0 0 0,-1-1-1 0 0,0 1 1 0 0,1-1 0 0 0,-3 1 0 0 0,-16 5 215 0 0,19-5-222 0 0,-1 0 0 0 0,1-1 0 0 0,0 1 0 0 0,-1 0 1 0 0,1-1-1 0 0,0 1 0 0 0,-1-1 0 0 0,1 0 0 0 0,-1 0 1 0 0,1 1-1 0 0,-1-1 0 0 0,1 0 0 0 0,-1 0 0 0 0,1 0 0 0 0,-3-1 1 0 0,-25-2 428 0 0,28 2-381 0 0,0 0 1 0 0,-1 1 0 0 0,1-1 0 0 0,0 0 0 0 0,-1 0 0 0 0,1 0 0 0 0,0 0-1 0 0,0 0 1 0 0,0 0 0 0 0,0-1 0 0 0,0 1 0 0 0,0 0 0 0 0,0-1 0 0 0,0 1 0 0 0,1 0-1 0 0,-1-1 1 0 0,1 1 0 0 0,-1-1 0 0 0,1 1 0 0 0,-1-4 0 0 0,-9-12 656 0 0,9 15-652 0 0,0 1 1 0 0,0-1-1 0 0,-1 0 0 0 0,1 0 1 0 0,0 1-1 0 0,0-1 0 0 0,1 0 1 0 0,-1 0-1 0 0,0 0 0 0 0,1 0 1 0 0,-1 0-1 0 0,1 0 0 0 0,-1 0 1 0 0,1 0-1 0 0,0-2 0 0 0,1-38 946 0 0,-1 22-812 0 0,1 17-184 0 0,0 0-1 0 0,0 0 1 0 0,-1 0 0 0 0,2 0-1 0 0,-1 0 1 0 0,0 0 0 0 0,1 0-1 0 0,-1 1 1 0 0,1-1 0 0 0,0 0-1 0 0,0 1 1 0 0,0-1 0 0 0,0 1-1 0 0,4-4 1 0 0,8-9-2 0 0,6-14-8 0 0,-17 25 0 0 0</inkml:trace>
</inkml:ink>
</file>

<file path=ppt/ink/ink3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22"/>
    </inkml:context>
    <inkml:brush xml:id="br0">
      <inkml:brushProperty name="width" value="0.025" units="cm"/>
      <inkml:brushProperty name="height" value="0.025" units="cm"/>
      <inkml:brushProperty name="color" value="#B2626F"/>
    </inkml:brush>
  </inkml:definitions>
  <inkml:trace contextRef="#ctx0" brushRef="#br0">9 319 2704 0 0,'0'0'1329'0'0,"30"7"851"0"0,-1 1-791 0 0,31 13-1 0 0,-54-19-1170 0 0,1-1 1 0 0,-1 1-1 0 0,0-1 0 0 0,0 0 0 0 0,0-1 0 0 0,1 1 0 0 0,-1-1 0 0 0,13-2 0 0 0,3-5 1140 0 0,13-6-379 0 0,-3-11-27 0 0,-8-13-546 0 0,-21 27 13 0 0,-3 9-396 0 0,0 1 0 0 0,0-1 0 0 0,0 0 0 0 0,0 1 0 0 0,0-1 0 0 0,1 0 0 0 0,-1 1 0 0 0,0-1 0 0 0,0 0 0 0 0,1 1 1 0 0,-1-1-1 0 0,0 0 0 0 0,1 1 0 0 0,-1-1 0 0 0,0 1 0 0 0,1-1 0 0 0,0 0 0 0 0,0 0-12 0 0,0 1 0 0 0,0 0 0 0 0,-1 0 0 0 0,1 0 0 0 0,0 0 0 0 0,0 0 0 0 0,0 0 1 0 0,0 0-1 0 0,-1 0 0 0 0,1 0 0 0 0,0 0 0 0 0,0 0 0 0 0,0 0 0 0 0,-1 0 0 0 0,1 1 0 0 0,0-1 0 0 0,0 0 0 0 0,0 1 0 0 0,-1-1 0 0 0,1 1 0 0 0,0-1 0 0 0,-1 0 0 0 0,1 1 0 0 0,0 0 0 0 0,-1-1 0 0 0,1 1 0 0 0,0 0 0 0 0,19 20 128 0 0,-17-16-62 0 0,1 0-1 0 0,0-1 1 0 0,0 1-1 0 0,0-1 1 0 0,1 0-1 0 0,-1-1 1 0 0,1 1-1 0 0,0-1 1 0 0,0 0-1 0 0,1 0 1 0 0,-1 0-1 0 0,0-1 1 0 0,1 0-1 0 0,0 0 1 0 0,-1 0-1 0 0,1-1 1 0 0,0 1-1 0 0,10-1 0 0 0,3 0-69 0 0,-15 0-7 0 0,0-1 1 0 0,0 0-1 0 0,0 0 0 0 0,1 0 0 0 0,-1 0 0 0 0,0-1 0 0 0,0 1 0 0 0,0-1 0 0 0,0 0 0 0 0,0-1 0 0 0,0 1 0 0 0,0-1 0 0 0,6-3 0 0 0,15-7 427 0 0,-22 11-370 0 0,0 0 1 0 0,-1 0-1 0 0,1 0 0 0 0,0-1 1 0 0,0 1-1 0 0,-1-1 1 0 0,1 1-1 0 0,-1-1 1 0 0,0 0-1 0 0,1 0 1 0 0,-1 0-1 0 0,0 0 0 0 0,0-1 1 0 0,0 1-1 0 0,3-5 1 0 0,-5 5-51 0 0,1 0 1 0 0,-1 1 0 0 0,0-1 0 0 0,1 0-1 0 0,-1 1 1 0 0,0-1 0 0 0,0 0 0 0 0,0 1-1 0 0,0-1 1 0 0,0 0 0 0 0,-1 0 0 0 0,1 1-1 0 0,0-1 1 0 0,-1 0 0 0 0,0 1 0 0 0,1-1-1 0 0,-1 0 1 0 0,0 1 0 0 0,1-1 0 0 0,-1 1-1 0 0,0 0 1 0 0,0-1 0 0 0,0 1-1 0 0,-2-2 1 0 0,1 0 4 0 0,0 0-5 0 0,1-1 1 0 0,0 1-1 0 0,0 0 0 0 0,0-1 0 0 0,1 1 1 0 0,-1-1-1 0 0,0-5 0 0 0,-2-12 26 0 0,2 13-21 0 0,-1 0 0 0 0,1 0-1 0 0,1-1 1 0 0,-1 1 0 0 0,3-17 0 0 0,-2 15 18 0 0,1 0 0 0 0,-1-1 0 0 0,-2-11-1 0 0,1 20-28 0 0,0 0-1 0 0,1 0 1 0 0,-1 0-1 0 0,0 0 1 0 0,0 0-1 0 0,0 0 0 0 0,0 0 1 0 0,-1 0-1 0 0,1 1 1 0 0,0-1-1 0 0,-1 0 1 0 0,1 1-1 0 0,-1-1 1 0 0,1 1-1 0 0,-1 0 0 0 0,0 0 1 0 0,0-1-1 0 0,0 1 1 0 0,-2-1-1 0 0,-45-16-1 0 0,28 12 1 0 0,12 3 0 0 0,1 1 0 0 0,-1 0 0 0 0,0 0 0 0 0,0 1 0 0 0,0 0 0 0 0,1 0 0 0 0,-19 2 0 0 0,22 1 0 0 0,1-1 0 0 0,0 1 1 0 0,-1 0-1 0 0,1 0 0 0 0,0 0 0 0 0,0 1 0 0 0,0-1 0 0 0,0 1 0 0 0,1 0 0 0 0,-1 0 0 0 0,1 0 0 0 0,0 1 0 0 0,-4 4 0 0 0,-15 14-26 0 0,19-20 25 0 0,-1 1 0 0 0,1-1-1 0 0,0 1 1 0 0,1 0 0 0 0,-1 0 0 0 0,1 0 0 0 0,-1 0-1 0 0,1 1 1 0 0,0-1 0 0 0,0 1 0 0 0,-2 4-1 0 0,4-8 3 0 0,0 0-1 0 0,0 0 0 0 0,0 0 0 0 0,0 1 0 0 0,0-1 0 0 0,0 0 0 0 0,0 0 0 0 0,0 0 0 0 0,0 1 1 0 0,0-1-1 0 0,0 0 0 0 0,0 0 0 0 0,0 0 0 0 0,-1 0 0 0 0,1 1 0 0 0,0-1 0 0 0,0 0 0 0 0,0 0 1 0 0,0 0-1 0 0,0 0 0 0 0,0 0 0 0 0,-1 1 0 0 0,1-1 0 0 0,0 0 0 0 0,0 0 0 0 0,0 0 0 0 0,-1 0 1 0 0,1 0-1 0 0,0 0 0 0 0,0 0 0 0 0,0 0 0 0 0,-1 0 0 0 0,1 0 0 0 0,0 0 0 0 0,0 0 0 0 0,0 0 1 0 0,-1 0-1 0 0,1 0 0 0 0,-6-6 10 0 0,-1-13 6 0 0,7 17-17 0 0,0 0 1 0 0,0 0-1 0 0,0 0 0 0 0,0-1 0 0 0,0 1 0 0 0,-1 0 1 0 0,1 0-1 0 0,-1 0 0 0 0,1 0 0 0 0,-1 0 1 0 0,0 0-1 0 0,0 0 0 0 0,1 0 0 0 0,-2 1 1 0 0,1-1-1 0 0,0 0 0 0 0,0 0 0 0 0,0 1 1 0 0,-1-1-1 0 0,1 1 0 0 0,-1-1 0 0 0,1 1 1 0 0,-3-2-1 0 0,-1 1-1 0 0,1 0 0 0 0,-1 1 0 0 0,1-1 0 0 0,-1 1 0 0 0,0 0 0 0 0,1 0 0 0 0,-1 1-1 0 0,0 0 1 0 0,-7 0 0 0 0,-39-6-83 0 0,20 1 42 0 0,-19 4-37 0 0,49 1 78 0 0,-1 1-1 0 0,0-1 0 0 0,1 1 0 0 0,-1-1 1 0 0,1 1-1 0 0,-1-1 0 0 0,1 1 0 0 0,-1 0 1 0 0,1 0-1 0 0,-1 0 0 0 0,1 0 0 0 0,0 0 1 0 0,0 0-1 0 0,-1 0 0 0 0,1 0 0 0 0,0 1 1 0 0,0-1-1 0 0,0 0 0 0 0,0 1 0 0 0,0-1 1 0 0,1 0-1 0 0,-1 1 0 0 0,0-1 0 0 0,1 1 0 0 0,-1 0 1 0 0,1-1-1 0 0,-1 1 0 0 0,1 1 0 0 0,-2 19-27 0 0,2-18 17 0 0,-1 1-1 0 0,1 0 1 0 0,0 0 0 0 0,0 0 0 0 0,1 0 0 0 0,0 0 0 0 0,1 8-1 0 0,-1-8 13 0 0,0 0 0 0 0,-1 0 0 0 0,0 1-1 0 0,0-1 1 0 0,0 0 0 0 0,0 0 0 0 0,-1 0-1 0 0,0 0 1 0 0,-2 6 0 0 0,-1 13-1 0 0,2-9 27 0 0,0 1 0 0 0,-1-1 0 0 0,-1 0 0 0 0,-7 19 0 0 0,11-30-8 0 0,0-3-17 0 0</inkml:trace>
</inkml:ink>
</file>

<file path=ppt/ink/ink3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23"/>
    </inkml:context>
    <inkml:brush xml:id="br0">
      <inkml:brushProperty name="width" value="0.025" units="cm"/>
      <inkml:brushProperty name="height" value="0.025" units="cm"/>
      <inkml:brushProperty name="color" value="#B2626F"/>
    </inkml:brush>
  </inkml:definitions>
  <inkml:trace contextRef="#ctx0" brushRef="#br0">136 11 3912 0 0,'0'0'4721'0'0,"-21"-11"-1505"0"0,14 12-3228 0 0,-1 0 1 0 0,1 0-1 0 0,0 0 1 0 0,0 1-1 0 0,0 0 1 0 0,0 0-1 0 0,0 0 1 0 0,-12 7-1 0 0,17-7 2 0 0,-1-1 0 0 0,1 1 0 0 0,-1-1 0 0 0,1 1 0 0 0,-1 0 0 0 0,1 0 0 0 0,0 0 0 0 0,0 0 0 0 0,0 1 0 0 0,0-1 0 0 0,0 0 0 0 0,1 1 0 0 0,-1-1 0 0 0,1 1 0 0 0,0 0 0 0 0,-1-1 0 0 0,1 1 0 0 0,0 0 0 0 0,1 0 1 0 0,-1 0-1 0 0,0 0 0 0 0,1 0 0 0 0,0 0 0 0 0,-1 4 0 0 0,2-5 29 0 0,0 0 0 0 0,0 1 1 0 0,0-1-1 0 0,0 0 0 0 0,0 0 1 0 0,0 0-1 0 0,1 1 0 0 0,-1-1 1 0 0,1 0-1 0 0,-1-1 0 0 0,1 1 1 0 0,0 0-1 0 0,0 0 0 0 0,0-1 1 0 0,0 1-1 0 0,0-1 0 0 0,0 0 1 0 0,0 0-1 0 0,0 1 0 0 0,1-1 1 0 0,-1-1-1 0 0,0 1 0 0 0,4 1 1 0 0,2 0 49 0 0,0 0 1 0 0,-1-1 0 0 0,1 0-1 0 0,0 0 1 0 0,0-1 0 0 0,11 0 0 0 0,-14-1 17 0 0,0 0 0 0 0,0 0 0 0 0,0 0 1 0 0,-1-1-1 0 0,1 0 0 0 0,0 0 1 0 0,-1 0-1 0 0,1 0 0 0 0,-1-1 0 0 0,8-6 1 0 0,-9 4-15 0 0,-1 0 1 0 0,0-1-1 0 0,-1 1 0 0 0,1-1 1 0 0,-1 0-1 0 0,0 1 1 0 0,-1-1-1 0 0,1 0 1 0 0,-1-9-1 0 0,-1 15-44 0 0,1-1 1 0 0,0 0-1 0 0,-1 0 0 0 0,1 0 0 0 0,-1 0 0 0 0,1 0 0 0 0,-1 0 1 0 0,1 1-1 0 0,-1-1 0 0 0,1 0 0 0 0,-1 0 0 0 0,0 1 0 0 0,0-1 1 0 0,1 0-1 0 0,-1 1 0 0 0,0-1 0 0 0,0 1 0 0 0,0-1 1 0 0,1 1-1 0 0,-1-1 0 0 0,0 1 0 0 0,-2-1 0 0 0,-25-8 303 0 0,20 7-119 0 0,7 1-188 0 0,0 1 0 0 0,0 0 0 0 0,0-1 0 0 0,0 1 0 0 0,0 0 0 0 0,0 0 0 0 0,0 0 0 0 0,0 0 0 0 0,0 0 0 0 0,0 0-1 0 0,0 0 1 0 0,0 0 0 0 0,0 0 0 0 0,0 0 0 0 0,0 1 0 0 0,1-1 0 0 0,-1 0 0 0 0,0 1 0 0 0,-1 0 0 0 0,0 0 38 0 0</inkml:trace>
</inkml:ink>
</file>

<file path=ppt/ink/ink3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24"/>
    </inkml:context>
    <inkml:brush xml:id="br0">
      <inkml:brushProperty name="width" value="0.025" units="cm"/>
      <inkml:brushProperty name="height" value="0.025" units="cm"/>
      <inkml:brushProperty name="color" value="#B2626F"/>
    </inkml:brush>
  </inkml:definitions>
  <inkml:trace contextRef="#ctx0" brushRef="#br0">134 14 3000 0 0,'0'0'2439'0'0,"-17"-10"-949"0"0,12 9-1449 0 0,-1 0 1 0 0,0 0-1 0 0,1 1 0 0 0,-1 0 0 0 0,0 0 1 0 0,1 0-1 0 0,-1 0 0 0 0,0 1 0 0 0,1 0 1 0 0,-1 0-1 0 0,1 1 0 0 0,-1 0 0 0 0,1-1 1 0 0,0 2-1 0 0,-1-1 0 0 0,1 1 1 0 0,-8 5-1 0 0,12-7-36 0 0,0 1 1 0 0,0-1-1 0 0,0 0 1 0 0,1 1-1 0 0,-1-1 1 0 0,0 0-1 0 0,0 1 1 0 0,1-1-1 0 0,-1 1 1 0 0,1 0-1 0 0,0-1 1 0 0,-1 1-1 0 0,1-1 1 0 0,0 1-1 0 0,0 0 1 0 0,0-1-1 0 0,0 1 1 0 0,0-1-1 0 0,0 1 1 0 0,0 0-1 0 0,1-1 1 0 0,-1 1-1 0 0,1-1 1 0 0,-1 1-1 0 0,1-1 1 0 0,-1 1-1 0 0,1-1 1 0 0,0 1-1 0 0,0-1 1 0 0,2 3-1 0 0,-1-1 15 0 0,1 1 0 0 0,-1-1 0 0 0,1 1-1 0 0,0-1 1 0 0,0 0 0 0 0,1-1 0 0 0,-1 1-1 0 0,0 0 1 0 0,1-1 0 0 0,5 3 0 0 0,-4-3 88 0 0,0-1 0 0 0,0 0 0 0 0,1 0 0 0 0,-1 0 0 0 0,0-1 0 0 0,1 0 0 0 0,-1 0 0 0 0,0 0 0 0 0,0-1 0 0 0,1 1 0 0 0,-1-1 0 0 0,10-4 0 0 0,-13 5-62 0 0,-1 0 1 0 0,1-1-1 0 0,0 1 1 0 0,-1-1-1 0 0,1 0 1 0 0,-1 1-1 0 0,1-1 1 0 0,-1 0-1 0 0,1 0 1 0 0,-1 0-1 0 0,1 0 1 0 0,-1 0-1 0 0,0-1 0 0 0,0 1 1 0 0,1 0-1 0 0,-1-1 1 0 0,0 1-1 0 0,0 0 1 0 0,0-1-1 0 0,0 1 1 0 0,-1-1-1 0 0,1 0 1 0 0,0 1-1 0 0,-1-1 1 0 0,1 0-1 0 0,-1 1 1 0 0,1-1-1 0 0,-1 0 1 0 0,0 1-1 0 0,0-1 1 0 0,0 0-1 0 0,0 0 1 0 0,0 1-1 0 0,0-1 1 0 0,0 0-1 0 0,-1 0 0 0 0,1 1 1 0 0,-1-1-1 0 0,1 0 1 0 0,-1 1-1 0 0,0-1 1 0 0,0-2-1 0 0,-1 2 22 0 0,1-1 1 0 0,-1 0-1 0 0,1 1 0 0 0,-1-1 0 0 0,0 1 0 0 0,0 0 0 0 0,0-1 0 0 0,0 1 0 0 0,0 0 1 0 0,-1 0-1 0 0,1 0 0 0 0,-1 1 0 0 0,-2-3 0 0 0,3 3-34 0 0,0 1 0 0 0,0-1 0 0 0,0 0 0 0 0,1 1 1 0 0,-1 0-1 0 0,0-1 0 0 0,0 1 0 0 0,0 0 0 0 0,0 0 0 0 0,0 0 0 0 0,0 0 0 0 0,0 0 0 0 0,0 0 0 0 0,0 1 1 0 0,0-1-1 0 0,0 0 0 0 0,0 1 0 0 0,0 0 0 0 0,0 0 0 0 0,1-1 0 0 0,-4 3 0 0 0,2-1 16 0 0</inkml:trace>
</inkml:ink>
</file>

<file path=ppt/ink/ink3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25"/>
    </inkml:context>
    <inkml:brush xml:id="br0">
      <inkml:brushProperty name="width" value="0.025" units="cm"/>
      <inkml:brushProperty name="height" value="0.025" units="cm"/>
      <inkml:brushProperty name="color" value="#B2626F"/>
    </inkml:brush>
  </inkml:definitions>
  <inkml:trace contextRef="#ctx0" brushRef="#br0">0 15 6824 0 0,'0'0'208'0'0,"30"-5"1977"0"0,48-1-522 0 0,-50 4-1711 0 0,-21 1 24 0 0,0 1 1 0 0,1-1-1 0 0,-1 1 1 0 0,13 2-1 0 0,46 11-344 0 0,-64-12 390 0 0,0-1 1 0 0,1 1-1 0 0,-1 0 0 0 0,1 0 0 0 0,-1 0 0 0 0,0 0 0 0 0,0 0 0 0 0,0 0 1 0 0,0 0-1 0 0,0 1 0 0 0,0-1 0 0 0,0 1 0 0 0,0-1 0 0 0,0 1 0 0 0,-1 0 1 0 0,1 0-1 0 0,0 0 0 0 0,-1 0 0 0 0,0 0 0 0 0,0 0 0 0 0,1 0 0 0 0,-1 0 1 0 0,0 1-1 0 0,-1-1 0 0 0,1 0 0 0 0,0 1 0 0 0,0 3 0 0 0,10 31 796 0 0,-3 37 54 0 0,-8-66-770 0 0,0 0 1 0 0,-1 0 0 0 0,1 0-1 0 0,-2 0 1 0 0,1 0 0 0 0,-3 9-1 0 0,0 2-8 0 0,4-17-86 0 0,0 0 0 0 0,0 0 1 0 0,-1-1-1 0 0,1 1 0 0 0,-1 0 1 0 0,1 0-1 0 0,-1-1 0 0 0,1 1 1 0 0,-1 0-1 0 0,0-1 0 0 0,0 1 0 0 0,0 0 1 0 0,0-1-1 0 0,0 1 0 0 0,0-1 1 0 0,-2 2-1 0 0,-2 1 10 0 0,0 0 1 0 0,0 0-1 0 0,0-1 1 0 0,-1 1-1 0 0,0-1 0 0 0,1-1 1 0 0,-1 1-1 0 0,0-1 1 0 0,0 0-1 0 0,-1 0 0 0 0,1-1 1 0 0,0 0-1 0 0,-1 0 1 0 0,1 0-1 0 0,0-1 0 0 0,-1 0 1 0 0,1 0-1 0 0,-1-1 1 0 0,-7-1-1 0 0,-2-2 49 0 0,-27-12 1 0 0,7 2-14 0 0,33 12-42 0 0,0 1 1 0 0,0-1-1 0 0,0 0 0 0 0,0-1 0 0 0,0 1 0 0 0,0-1 0 0 0,-2-2 1 0 0,3 4-5 0 0</inkml:trace>
</inkml:ink>
</file>

<file path=ppt/ink/ink3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26"/>
    </inkml:context>
    <inkml:brush xml:id="br0">
      <inkml:brushProperty name="width" value="0.025" units="cm"/>
      <inkml:brushProperty name="height" value="0.025" units="cm"/>
      <inkml:brushProperty name="color" value="#B2626F"/>
    </inkml:brush>
  </inkml:definitions>
  <inkml:trace contextRef="#ctx0" brushRef="#br0">93 11 2608 0 0,'0'0'3352'0'0,"-23"-10"-1427"0"0,19 10-1882 0 0,1 0-1 0 0,-1 0 1 0 0,0 1-1 0 0,1 0 1 0 0,-1 0-1 0 0,1 0 1 0 0,-1 0-1 0 0,1 0 1 0 0,0 0-1 0 0,-1 1 1 0 0,1 0 0 0 0,-4 2-1 0 0,5-3-38 0 0,1 1 0 0 0,-1-1-1 0 0,1 1 1 0 0,-1-1 0 0 0,1 1 0 0 0,0-1 0 0 0,-1 1-1 0 0,1 0 1 0 0,0-1 0 0 0,0 1 0 0 0,0 0-1 0 0,0 0 1 0 0,0 0 0 0 0,1 0 0 0 0,-1 0 0 0 0,1 0-1 0 0,-1 0 1 0 0,1 0 0 0 0,0 0 0 0 0,-1 0 0 0 0,1 0-1 0 0,1 3 1 0 0,-1 0-2 0 0,0-2 4 0 0,0 1-1 0 0,1-1 1 0 0,-1 0 0 0 0,1 0-1 0 0,-1 0 1 0 0,1 1 0 0 0,0-1-1 0 0,2 3 1 0 0,-2-5-3 0 0,0 0 0 0 0,0 0 0 0 0,0 0 0 0 0,0 0 0 0 0,0 0 1 0 0,0-1-1 0 0,0 1 0 0 0,0 0 0 0 0,0 0 0 0 0,0-1 0 0 0,1 1 0 0 0,-1-1 0 0 0,0 1 0 0 0,1-1 0 0 0,-1 0 0 0 0,0 1 1 0 0,1-1-1 0 0,-1 0 0 0 0,0 0 0 0 0,1 0 0 0 0,-1 0 0 0 0,3 0 0 0 0,4-1 74 0 0,1 1 1 0 0,0-1-1 0 0,0-1 0 0 0,-1 0 1 0 0,1 0-1 0 0,8-4 0 0 0,-16 6-46 0 0,0-1 0 0 0,0 1 0 0 0,0 0 0 0 0,0-1 0 0 0,0 0 0 0 0,0 1 0 0 0,0-1 0 0 0,-1 1 0 0 0,1-1 0 0 0,0 0 0 0 0,0 0 0 0 0,-1 0 0 0 0,1 1 0 0 0,0-1 0 0 0,-1 0 0 0 0,1 0 0 0 0,-1 0 0 0 0,1 0 0 0 0,-1 0 0 0 0,0 0 0 0 0,1 0 0 0 0,-1 0 0 0 0,0 0 0 0 0,1-2 0 0 0,-1 2 10 0 0,-1-1 0 0 0,1 0 0 0 0,0 0 0 0 0,0 0 0 0 0,-1 1-1 0 0,0-1 1 0 0,1 0 0 0 0,-1 0 0 0 0,0 1 0 0 0,1-1 0 0 0,-1 1 0 0 0,0-1-1 0 0,-2-2 1 0 0,1 2 15 0 0,0-1 0 0 0,0 1 0 0 0,0-1 0 0 0,-1 1 0 0 0,1 0 0 0 0,-1 0 0 0 0,1 0 0 0 0,-1 0 0 0 0,0 0 0 0 0,0 1 0 0 0,0-1 0 0 0,0 1 0 0 0,0 0 0 0 0,0 0 0 0 0,0 0 0 0 0,-4-1 0 0 0,2 2 151 0 0,4 0-127 0 0</inkml:trace>
</inkml:ink>
</file>

<file path=ppt/ink/ink3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27"/>
    </inkml:context>
    <inkml:brush xml:id="br0">
      <inkml:brushProperty name="width" value="0.025" units="cm"/>
      <inkml:brushProperty name="height" value="0.025" units="cm"/>
      <inkml:brushProperty name="color" value="#B2626F"/>
    </inkml:brush>
  </inkml:definitions>
  <inkml:trace contextRef="#ctx0" brushRef="#br0">7 248 4616 0 0,'0'0'120'0'0,"28"14"1600"0"0,25 16-175 0 0,-50-28-1524 0 0,-1-1 0 0 0,1 0-1 0 0,0 0 1 0 0,0 0 0 0 0,0 0 0 0 0,0 0-1 0 0,1-1 1 0 0,2 1 0 0 0,16 3 224 0 0,-13-3 12 0 0,1 1 1 0 0,-1-1-1 0 0,1 0 1 0 0,0-1-1 0 0,-1 0 0 0 0,15-3 1 0 0,12 1 939 0 0,-1-4-144 0 0,-34 6-1012 0 0,1-1 0 0 0,0 1 0 0 0,-1-1 0 0 0,1 1 0 0 0,0-1 0 0 0,-1 0 0 0 0,1 0 0 0 0,0 0 0 0 0,-1 0 0 0 0,0 0 0 0 0,1 0 0 0 0,-1 0 0 0 0,1-1 0 0 0,-1 1 0 0 0,0 0 0 0 0,2-3 0 0 0,4-8 247 0 0,3-5-86 0 0,-10 13-146 0 0,0 0 0 0 0,0 0 1 0 0,-1 1-1 0 0,0-1 1 0 0,1 0-1 0 0,-1 0 0 0 0,-2-4 1 0 0,-2-11 206 0 0,4 14-224 0 0,-1-1-1 0 0,0 0 0 0 0,0 1 1 0 0,-4-8-1 0 0,-5-14 57 0 0,10 24-83 0 0,0 0-1 0 0,0 0 1 0 0,1 0 0 0 0,0-1 0 0 0,-1 1 0 0 0,1 0-1 0 0,1 0 1 0 0,-1-1 0 0 0,0 1 0 0 0,1 0-1 0 0,-1 0 1 0 0,1 0 0 0 0,0-1 0 0 0,3-4 0 0 0,1-9 8 0 0,-4 15-19 0 0,-1 1-1 0 0,0 0 1 0 0,1-1-1 0 0,-1 1 1 0 0,0-1-1 0 0,0 1 1 0 0,0-1 0 0 0,0 1-1 0 0,0-1 1 0 0,0 1-1 0 0,-1-1 1 0 0,1 1-1 0 0,0-1 1 0 0,-1 1-1 0 0,1 0 1 0 0,-1-1 0 0 0,1 1-1 0 0,-1 0 1 0 0,0-1-1 0 0,0 1 1 0 0,1 0-1 0 0,-3-2 1 0 0,1 1 1 0 0,-1 0 1 0 0,1 0-1 0 0,-1 0 1 0 0,0 0-1 0 0,0 0 1 0 0,0 0-1 0 0,0 1 1 0 0,0 0-1 0 0,-5-2 1 0 0,-4 0 4 0 0,0 0 0 0 0,0 1 0 0 0,0 0 0 0 0,-20 1 1 0 0,-62 0-8 0 0,37 0 0 0 0,19 1 0 0 0,37 0 0 0 0</inkml:trace>
</inkml:ink>
</file>

<file path=ppt/ink/ink3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28"/>
    </inkml:context>
    <inkml:brush xml:id="br0">
      <inkml:brushProperty name="width" value="0.025" units="cm"/>
      <inkml:brushProperty name="height" value="0.025" units="cm"/>
      <inkml:brushProperty name="color" value="#B2626F"/>
    </inkml:brush>
  </inkml:definitions>
  <inkml:trace contextRef="#ctx0" brushRef="#br0">116 20 4008 0 0,'0'0'3521'0'0,"-7"-10"-18"0"0,3 8-3481 0 0,0 1 0 0 0,0-1 0 0 0,-1 1 0 0 0,1 0 0 0 0,-1 0 0 0 0,1 1 0 0 0,-1-1 1 0 0,1 1-1 0 0,-1 0 0 0 0,1 0 0 0 0,-1 0 0 0 0,0 1 0 0 0,1 0 0 0 0,-1 0 0 0 0,1 0 1 0 0,-5 2-1 0 0,7-2-21 0 0,0 1 0 0 0,0-1 0 0 0,0 1 0 0 0,0 0 0 0 0,0 0 0 0 0,0 0 0 0 0,1 0 1 0 0,-1 0-1 0 0,1 0 0 0 0,-1 0 0 0 0,1 0 0 0 0,0 0 0 0 0,0 1 0 0 0,0-1 0 0 0,0 1 1 0 0,0-1-1 0 0,1 0 0 0 0,-1 1 0 0 0,0 4 0 0 0,1-5 4 0 0,0-1-1 0 0,0 1 0 0 0,-1 0 1 0 0,1 0-1 0 0,0 0 1 0 0,0 0-1 0 0,1-1 1 0 0,-1 1-1 0 0,0 0 1 0 0,1 0-1 0 0,-1-1 1 0 0,1 1-1 0 0,-1 0 1 0 0,1 0-1 0 0,0-1 1 0 0,0 1-1 0 0,-1-1 0 0 0,1 1 1 0 0,1-1-1 0 0,-1 1 1 0 0,0-1-1 0 0,0 1 1 0 0,0-1-1 0 0,1 0 1 0 0,-1 0-1 0 0,1 0 1 0 0,-1 0-1 0 0,2 1 1 0 0,1 0 22 0 0,-1 0 0 0 0,1-1 0 0 0,-1 0 1 0 0,1 0-1 0 0,-1 0 0 0 0,1 0 0 0 0,-1 0 1 0 0,1-1-1 0 0,0 1 0 0 0,0-1 0 0 0,-1 0 1 0 0,1 0-1 0 0,0-1 0 0 0,-1 1 0 0 0,1-1 1 0 0,0 0-1 0 0,-1 0 0 0 0,1 0 0 0 0,-1 0 1 0 0,1 0-1 0 0,-1-1 0 0 0,0 0 0 0 0,0 0 1 0 0,5-2-1 0 0,-6 2-8 0 0,-1 0 0 0 0,1 1 0 0 0,0-1 0 0 0,-1 0 0 0 0,1 0 0 0 0,-1 1 0 0 0,0-1 0 0 0,1 0 0 0 0,-1-1 0 0 0,0 1 0 0 0,0 0 0 0 0,0 0 0 0 0,-1 0 0 0 0,1-1 0 0 0,0 1 0 0 0,-1 0 0 0 0,0-1 0 0 0,1 1 0 0 0,-1 0 0 0 0,0-1 0 0 0,-1-3 0 0 0,1 5-10 0 0,0 0 0 0 0,0 0 0 0 0,-1-1 0 0 0,1 1 0 0 0,-1 0 0 0 0,1 0-1 0 0,-1-1 1 0 0,1 1 0 0 0,-1 0 0 0 0,0 0 0 0 0,0 0 0 0 0,1 0-1 0 0,-1 0 1 0 0,0 0 0 0 0,0 0 0 0 0,0 0 0 0 0,0 0 0 0 0,0 1-1 0 0,0-1 1 0 0,0 0 0 0 0,0 0 0 0 0,-1 1 0 0 0,1-1 0 0 0,0 1-1 0 0,0-1 1 0 0,-1 1 0 0 0,1 0 0 0 0,0-1 0 0 0,-1 1 0 0 0,1 0-1 0 0,0 0 1 0 0,0 0 0 0 0,-1 0 0 0 0,1 0 0 0 0,0 0 0 0 0,-1 0-1 0 0,1 1 1 0 0,0-1 0 0 0,-2 1 0 0 0,-11 5 56 0 0,11-3-47 0 0</inkml:trace>
</inkml:ink>
</file>

<file path=ppt/ink/ink3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29"/>
    </inkml:context>
    <inkml:brush xml:id="br0">
      <inkml:brushProperty name="width" value="0.025" units="cm"/>
      <inkml:brushProperty name="height" value="0.025" units="cm"/>
      <inkml:brushProperty name="color" value="#B2626F"/>
    </inkml:brush>
  </inkml:definitions>
  <inkml:trace contextRef="#ctx0" brushRef="#br0">55 311 7832 0 0,'0'0'1384'0'0,"25"6"-695"0"0,38 6-236 0 0,-15 3-283 0 0,-27-8 63 0 0,-20-6-200 0 0,0-1 1 0 0,1 1-1 0 0,-1-1 0 0 0,0 1 1 0 0,1-1-1 0 0,-1 0 0 0 0,0 0 1 0 0,1 0-1 0 0,-1 0 1 0 0,1 0-1 0 0,-1 0 0 0 0,0 0 1 0 0,1 0-1 0 0,-1 0 0 0 0,0-1 1 0 0,1 1-1 0 0,-1-1 0 0 0,0 1 1 0 0,2-1-1 0 0,-1-1 28 0 0,0 1 0 0 0,-1-1 0 0 0,1 0-1 0 0,-1 1 1 0 0,1-1 0 0 0,-1 0 0 0 0,0 0 0 0 0,0 0-1 0 0,0 0 1 0 0,1-2 0 0 0,19-19 1079 0 0,-10-14-403 0 0,-10 33-692 0 0,0 0-1 0 0,0 1 1 0 0,0-1-1 0 0,-1 0 1 0 0,1 0-1 0 0,-1 0 1 0 0,0 0-1 0 0,0 1 1 0 0,-1-1-1 0 0,1 0 0 0 0,-1 0 1 0 0,0 0-1 0 0,-1-4 1 0 0,-3-25 131 0 0,7-10 59 0 0,-4-8 142 0 0,2 49-349 0 0,0 0 0 0 0,0 0 0 0 0,0-1 0 0 0,0 1 0 0 0,-1 0 0 0 0,1 0 0 0 0,-1 0 0 0 0,1-1 0 0 0,-1 1 1 0 0,0 0-1 0 0,0 0 0 0 0,0 0 0 0 0,0 0 0 0 0,0 0 0 0 0,0 0 0 0 0,0 1 0 0 0,-1-1 0 0 0,1 0 0 0 0,-1 1 0 0 0,1-1 0 0 0,-1 1 0 0 0,0-1 0 0 0,0 1 0 0 0,1 0 1 0 0,-4-2-1 0 0,-1 1-12 0 0,0 0 1 0 0,0 0-1 0 0,0 1 1 0 0,0-1-1 0 0,0 1 1 0 0,0 1-1 0 0,0-1 1 0 0,-8 2 0 0 0,-1-2 12 0 0,-1-1 0 0 0,1 0 0 0 0,-18-5 0 0 0,-17-3 13 0 0,47 9-40 0 0,1 1-1 0 0,-1 0 0 0 0,1-1 1 0 0,-1 1-1 0 0,1 0 1 0 0,-1 0-1 0 0,1 1 1 0 0,0-1-1 0 0,-1 1 1 0 0,1-1-1 0 0,-1 1 0 0 0,1-1 1 0 0,0 1-1 0 0,-3 1 1 0 0,3 0-1 0 0,1-1 0 0 0,-1 1 1 0 0,1-1-1 0 0,-1 1 0 0 0,1 0 0 0 0,0-1 0 0 0,0 1 1 0 0,0 0-1 0 0,0 0 0 0 0,0 0 0 0 0,0 0 1 0 0,0 0-1 0 0,0 0 0 0 0,1 0 0 0 0,-1 4 1 0 0,-1 0-2 0 0,1 0 0 0 0,0 1 0 0 0,0-1 0 0 0,0 0-1 0 0,1 1 1 0 0,0-1 0 0 0,1 10 0 0 0,0-14 0 0 0</inkml:trace>
</inkml:ink>
</file>

<file path=ppt/ink/ink3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30"/>
    </inkml:context>
    <inkml:brush xml:id="br0">
      <inkml:brushProperty name="width" value="0.025" units="cm"/>
      <inkml:brushProperty name="height" value="0.025" units="cm"/>
      <inkml:brushProperty name="color" value="#B2626F"/>
    </inkml:brush>
  </inkml:definitions>
  <inkml:trace contextRef="#ctx0" brushRef="#br0">113 6 1104 0 0,'0'0'4385'0'0,"-20"0"-2833"0"0,18 1-1467 0 0,-1 1 1 0 0,1-1-1 0 0,-1 1 0 0 0,0-1 1 0 0,0 0-1 0 0,0-1 0 0 0,0 1 1 0 0,-3 0-1 0 0,3 0 127 0 0,-1 0 0 0 0,1-1 0 0 0,0 1-1 0 0,0 0 1 0 0,0 1 0 0 0,0-1 0 0 0,-5 3 0 0 0,4-1 100 0 0,0-1 77 0 0,1 1 0 0 0,-1 0 0 0 0,1-1-1 0 0,0 1 1 0 0,0 0 0 0 0,-4 5 0 0 0,6-7-335 0 0,1 0 0 0 0,-1 0 0 0 0,1 0 0 0 0,-1 0 1 0 0,1 0-1 0 0,0 0 0 0 0,0 0 0 0 0,-1 0 0 0 0,1 0 0 0 0,0 0 0 0 0,0 0 1 0 0,0 0-1 0 0,0 0 0 0 0,0 0 0 0 0,0 0 0 0 0,0 0 0 0 0,1 0 1 0 0,-1 0-1 0 0,0 0 0 0 0,0 0 0 0 0,1 0 0 0 0,-1 0 0 0 0,1 0 1 0 0,-1 0-1 0 0,1 0 0 0 0,-1 0 0 0 0,1-1 0 0 0,0 1 0 0 0,-1 0 0 0 0,1 0 1 0 0,0 0-1 0 0,1 0 0 0 0,0 2-20 0 0,0-1 0 0 0,1 0 1 0 0,-1 0-1 0 0,1-1 0 0 0,-1 1 0 0 0,1 0 1 0 0,0-1-1 0 0,-1 1 0 0 0,1-1 0 0 0,0 0 1 0 0,0 0-1 0 0,0 0 0 0 0,0-1 1 0 0,0 1-1 0 0,0-1 0 0 0,0 1 0 0 0,0-1 1 0 0,1 0-1 0 0,-1 0 0 0 0,0 0 0 0 0,0-1 1 0 0,6-1-1 0 0,-3 1 102 0 0,0-1 0 0 0,1 1 0 0 0,-1-2 0 0 0,0 1 0 0 0,-1-1 0 0 0,11-5 0 0 0,-15 7-102 0 0,0 0 0 0 0,0 0 0 0 0,-1-1 0 0 0,1 1 0 0 0,0 0 0 0 0,-1 0 0 0 0,1 0 0 0 0,-1-1 0 0 0,1 1 0 0 0,-1 0 0 0 0,1-1 1 0 0,-1 1-1 0 0,0-1 0 0 0,0 1 0 0 0,0 0 0 0 0,0-3 0 0 0,-1-24 428 0 0,1 26-413 0 0,-1 1 0 0 0,1-1 0 0 0,-1 1 0 0 0,1 0 0 0 0,-1-1-1 0 0,0 1 1 0 0,1 0 0 0 0,-1-1 0 0 0,0 1 0 0 0,0 0 0 0 0,0 0 0 0 0,0 0 0 0 0,0-1 0 0 0,0 1-1 0 0,-1 0 1 0 0,1 1 0 0 0,0-1 0 0 0,0 0 0 0 0,-1 0 0 0 0,1 0 0 0 0,0 1 0 0 0,-3-2 0 0 0,0 1 55 0 0,0 0-1 0 0,-1-1 1 0 0,1 1 0 0 0,0 1 0 0 0,-1-1 0 0 0,-6 0 0 0 0,11 3 12 0 0,0-1-79 0 0</inkml:trace>
</inkml:ink>
</file>

<file path=ppt/ink/ink3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31"/>
    </inkml:context>
    <inkml:brush xml:id="br0">
      <inkml:brushProperty name="width" value="0.025" units="cm"/>
      <inkml:brushProperty name="height" value="0.025" units="cm"/>
      <inkml:brushProperty name="color" value="#B2626F"/>
    </inkml:brush>
  </inkml:definitions>
  <inkml:trace contextRef="#ctx0" brushRef="#br0">44 14 9848 0 0,'0'0'900'0'0,"28"-4"1297"0"0,-17 2-1794 0 0,0 0 0 0 0,0 0 0 0 0,0 1 0 0 0,21 2 1 0 0,-17-1-253 0 0,6-2 36 0 0,-18 2-158 0 0,1-1-1 0 0,0 1 0 0 0,0-1 1 0 0,-1 1-1 0 0,1 1 0 0 0,0-1 1 0 0,0 0-1 0 0,-1 1 0 0 0,1 0 1 0 0,0 0-1 0 0,6 2 1 0 0,6-1 128 0 0,-15-2-131 0 0,0 0 1 0 0,0 0-1 0 0,-1-1 0 0 0,1 1 0 0 0,0 0 0 0 0,0 0 1 0 0,0 0-1 0 0,0 0 0 0 0,0 1 0 0 0,-1-1 0 0 0,1 0 0 0 0,0 0 1 0 0,0 0-1 0 0,0 1 0 0 0,-1-1 0 0 0,1 0 0 0 0,0 1 1 0 0,0-1-1 0 0,-1 1 0 0 0,1-1 0 0 0,0 1 0 0 0,0 0 0 0 0,12 9 138 0 0,-12-9-141 0 0,0-1 0 0 0,0 1 0 0 0,0-1 0 0 0,0 1 0 0 0,0-1 0 0 0,0 1 0 0 0,0 0 0 0 0,0 0 0 0 0,0-1 0 0 0,-1 1 0 0 0,1 0 0 0 0,0 0 0 0 0,0 0 0 0 0,-1 0 0 0 0,1 0 0 0 0,0 2 0 0 0,9 10 150 0 0,-9-12-166 0 0,0 0-1 0 0,0 0 1 0 0,0 1 0 0 0,0-1-1 0 0,0 0 1 0 0,0 0 0 0 0,0 1 0 0 0,0-1-1 0 0,-1 1 1 0 0,1-1 0 0 0,0 1-1 0 0,-1-1 1 0 0,1 1 0 0 0,-1-1-1 0 0,0 1 1 0 0,1 1 0 0 0,-2-2-4 0 0,1 1-1 0 0,-1-1 1 0 0,1 1 0 0 0,0-1 0 0 0,-1 1-1 0 0,1-1 1 0 0,0 1 0 0 0,0-1 0 0 0,0 1 0 0 0,0-1-1 0 0,0 1 1 0 0,0 0 0 0 0,1-1 0 0 0,-1 1 0 0 0,0-1-1 0 0,1 0 1 0 0,-1 1 0 0 0,1-1 0 0 0,0 1-1 0 0,-1-1 1 0 0,2 3 0 0 0,3 6-8 0 0,-5-9-1 0 0,1 0 1 0 0,-1 0-1 0 0,0 0 1 0 0,0 0-1 0 0,0 1 1 0 0,0-1-1 0 0,0 0 1 0 0,0 0-1 0 0,0 0 1 0 0,0 1 0 0 0,0-1-1 0 0,0 0 1 0 0,-1 2-1 0 0,0-2 3 0 0,1 0 0 0 0,-1 0-1 0 0,1 0 1 0 0,0 0 0 0 0,0 0-1 0 0,0 0 1 0 0,-1 0 0 0 0,1 0 0 0 0,0 0-1 0 0,0 0 1 0 0,1 1 0 0 0,-1-1 0 0 0,0 0-1 0 0,0 0 1 0 0,0 0 0 0 0,1 0-1 0 0,-1 0 1 0 0,1 0 0 0 0,-1 0 0 0 0,0 0-1 0 0,1 0 1 0 0,1 1 0 0 0,0 27-23 0 0,0-25 34 0 0,-1-1-1 0 0,0 1 0 0 0,0 0 0 0 0,0-1 0 0 0,0 1 0 0 0,0 0 1 0 0,-1 0-1 0 0,1 0 0 0 0,-1 0 0 0 0,-1 7 0 0 0,1 1 1 0 0,-1-8 7 0 0,-1 0 0 0 0,0 0-1 0 0,1-1 1 0 0,-1 1 0 0 0,-4 5-1 0 0,-1 2 51 0 0,6-9-51 0 0,0-1-1 0 0,0 1 0 0 0,-1 0 0 0 0,1-1 1 0 0,0 0-1 0 0,-1 1 0 0 0,1-1 0 0 0,-1 0 1 0 0,0 1-1 0 0,1-1 0 0 0,-1 0 0 0 0,0 0 1 0 0,0-1-1 0 0,0 1 0 0 0,0 0 0 0 0,0-1 1 0 0,0 1-1 0 0,0-1 0 0 0,0 1 0 0 0,-3-1 0 0 0,-6 1 201 0 0,-1 0-1 0 0,-17-3 1 0 0,8 1 379 0 0,15 0-547 0 0,1 0-1 0 0,0 0 0 0 0,-1-1 0 0 0,1 1 0 0 0,0-2 0 0 0,0 1 0 0 0,0 0 0 0 0,0-1 0 0 0,1 0 0 0 0,-9-6 0 0 0,-4-3 11 0 0,3 1 120 0 0,-7-5 338 0 0,12 12-254 0 0,-6-1-10 0 0,15 5-218 0 0,-2 0-3 0 0,1-1 0 0 0,-1 1 1 0 0,1 1-1 0 0,-1-1 0 0 0,1 0 0 0 0,-1 0 0 0 0,1 0 0 0 0,-1 1 0 0 0,1-1 0 0 0,-1 1 0 0 0,1-1 0 0 0,-1 1 0 0 0,-1 1 0 0 0,-42 35 435 0 0,44-35-455 0 0</inkml:trace>
</inkml:ink>
</file>

<file path=ppt/ink/ink3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32"/>
    </inkml:context>
    <inkml:brush xml:id="br0">
      <inkml:brushProperty name="width" value="0.025" units="cm"/>
      <inkml:brushProperty name="height" value="0.025" units="cm"/>
      <inkml:brushProperty name="color" value="#B2626F"/>
    </inkml:brush>
  </inkml:definitions>
  <inkml:trace contextRef="#ctx0" brushRef="#br0">122 15 9744 0 0,'0'0'2832'0'0,"-28"-12"592"0"0,25 11-3407 0 0,0 1 1 0 0,-1-1 0 0 0,1 1 0 0 0,0 0 0 0 0,-1 0-1 0 0,1 0 1 0 0,0 0 0 0 0,-1 1 0 0 0,1-1 0 0 0,0 1 0 0 0,0 0-1 0 0,-1 0 1 0 0,1 0 0 0 0,0 1 0 0 0,0-1 0 0 0,0 1-1 0 0,0-1 1 0 0,1 1 0 0 0,-1 0 0 0 0,0 0 0 0 0,-4 5 0 0 0,5-5-7 0 0,0 0 1 0 0,0 0 0 0 0,1 0 0 0 0,-1 0 0 0 0,1 0 0 0 0,-1 1-1 0 0,1-1 1 0 0,-1 0 0 0 0,1 1 0 0 0,0 0 0 0 0,0-1 0 0 0,1 1 0 0 0,-1-1-1 0 0,0 1 1 0 0,1 0 0 0 0,0 0 0 0 0,-1-1 0 0 0,1 1 0 0 0,0 0 0 0 0,1 0-1 0 0,-1-1 1 0 0,0 1 0 0 0,1 0 0 0 0,-1 0 0 0 0,1-1 0 0 0,2 5-1 0 0,-2-5-10 0 0,1-1-1 0 0,-1 1 0 0 0,1-1 0 0 0,-1 1 0 0 0,1-1 0 0 0,0 1 0 0 0,0-1 0 0 0,0 0 1 0 0,0 0-1 0 0,0 0 0 0 0,0 0 0 0 0,0 0 0 0 0,0 0 0 0 0,0-1 0 0 0,1 1 0 0 0,-1-1 1 0 0,0 1-1 0 0,3-1 0 0 0,42 4 4 0 0,-44-4 6 0 0,0 0-1 0 0,0 0 1 0 0,0-1-1 0 0,-1 1 1 0 0,1-1 0 0 0,0 1-1 0 0,0-1 1 0 0,0 0-1 0 0,0 0 1 0 0,-1 0-1 0 0,1-1 1 0 0,0 1 0 0 0,-1 0-1 0 0,1-1 1 0 0,-1 0-1 0 0,3-2 1 0 0,-3 2 10 0 0,-1 0 1 0 0,1 0 0 0 0,-1 0-1 0 0,0 0 1 0 0,0 0-1 0 0,0 0 1 0 0,0 0-1 0 0,0 0 1 0 0,0-1 0 0 0,0 1-1 0 0,-1 0 1 0 0,1-1-1 0 0,-1 1 1 0 0,0-1-1 0 0,0 1 1 0 0,0 0 0 0 0,0-1-1 0 0,0 1 1 0 0,0-1-1 0 0,-1-3 1 0 0,0 5 0 0 0,1-1 0 0 0,-1 0 0 0 0,1 1 0 0 0,-1-1 0 0 0,0 0 0 0 0,0 1 0 0 0,0-1 0 0 0,0 1 0 0 0,0-1 0 0 0,0 1 0 0 0,0-1 0 0 0,0 1 0 0 0,0 0 0 0 0,-1 0 0 0 0,1 0 0 0 0,-1-1 0 0 0,1 1 0 0 0,-1 0 0 0 0,1 1 0 0 0,-1-1 0 0 0,0 0 0 0 0,1 0 0 0 0,-1 1 0 0 0,0-1 0 0 0,1 1 0 0 0,-3-1 0 0 0,1 1 11 0 0,0-1-1 0 0,0 1 1 0 0,-1 0-1 0 0,1-1 1 0 0,0 2-1 0 0,0-1 1 0 0,0 0-1 0 0,0 1 1 0 0,0-1-1 0 0,0 1 1 0 0,0 0-1 0 0,0 0 1 0 0,0 0-1 0 0,-3 2 1 0 0,0 1 22 0 0</inkml:trace>
</inkml:ink>
</file>

<file path=ppt/ink/ink3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33"/>
    </inkml:context>
    <inkml:brush xml:id="br0">
      <inkml:brushProperty name="width" value="0.025" units="cm"/>
      <inkml:brushProperty name="height" value="0.025" units="cm"/>
      <inkml:brushProperty name="color" value="#B2626F"/>
    </inkml:brush>
  </inkml:definitions>
  <inkml:trace contextRef="#ctx0" brushRef="#br0">0 278 4416 0 0,'0'0'4213'0'0,"34"16"-1992"0"0,12-9 25 0 0,-21 2-1560 0 0,-23-8-600 0 0,0 0 0 0 0,0 0-1 0 0,0 0 1 0 0,1 0-1 0 0,-1-1 1 0 0,0 1-1 0 0,1 0 1 0 0,-1-1 0 0 0,5 1-1 0 0,-5-2 47 0 0,1 0 0 0 0,0 1 0 0 0,-1-1 0 0 0,1 0 0 0 0,0 0 0 0 0,-1-1 0 0 0,1 1 0 0 0,-1 0 0 0 0,0-1 0 0 0,0 1-1 0 0,1-1 1 0 0,-1 0 0 0 0,0 0 0 0 0,2-3 0 0 0,-2 4-115 0 0,-1-1 0 0 0,0 1 0 0 0,1-1 0 0 0,-1 0-1 0 0,0 1 1 0 0,0-1 0 0 0,0 0 0 0 0,0 0 0 0 0,0 0 0 0 0,-1 0 0 0 0,1 0-1 0 0,-1 0 1 0 0,1 0 0 0 0,-1 0 0 0 0,0 0 0 0 0,1 0 0 0 0,-1 0-1 0 0,0 0 1 0 0,-1-4 0 0 0,0 1-63 0 0,0-1 0 0 0,1 0 0 0 0,0 0 0 0 0,0 0 0 0 0,0 0 0 0 0,1 0-1 0 0,-1 0 1 0 0,4-9 0 0 0,-3 8-49 0 0,1 1 0 0 0,-2-1 0 0 0,1 0 0 0 0,0 0 0 0 0,-2-10 0 0 0,-2-19 177 0 0,-1-9-548 0 0,4 40 397 0 0,0 2 69 0 0,-1 1 1 0 0,1-1 0 0 0,0 1-1 0 0,-1-1 1 0 0,1 1 0 0 0,-1-1-1 0 0,0 1 1 0 0,0 0 0 0 0,1-1-1 0 0,-2 1 1 0 0,1 0 0 0 0,0 0-1 0 0,0 0 1 0 0,-1 0 0 0 0,1 0-1 0 0,-1 0 1 0 0,-2-3 0 0 0,3 5-9 0 0,1 0-5 0 0,0-1 9 0 0,0 1 0 0 0,-1 0 0 0 0,1-1 0 0 0,0 1 0 0 0,-1-1 0 0 0,1 1 0 0 0,0 0 0 0 0,-1-1 0 0 0,1 1 0 0 0,-1 0-1 0 0,1-1 1 0 0,-1 1 0 0 0,1 0 0 0 0,-1 0 0 0 0,1-1 0 0 0,-1 1 0 0 0,1 0 0 0 0,-1 0 0 0 0,1 0 0 0 0,-1 0 0 0 0,1 0 0 0 0,-1-1-1 0 0,1 1 1 0 0,-1 0 0 0 0,-15-2-64 0 0,-4 1-79 0 0,4 1 947 0 0,0 0 1 0 0,-15 3-1 0 0,13 1-99 0 0,-13 1-155 0 0,31-5-537 0 0</inkml:trace>
</inkml:ink>
</file>

<file path=ppt/ink/ink3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34"/>
    </inkml:context>
    <inkml:brush xml:id="br0">
      <inkml:brushProperty name="width" value="0.025" units="cm"/>
      <inkml:brushProperty name="height" value="0.025" units="cm"/>
      <inkml:brushProperty name="color" value="#B2626F"/>
    </inkml:brush>
  </inkml:definitions>
  <inkml:trace contextRef="#ctx0" brushRef="#br0">26 73 4616 0 0,'0'0'4050'0'0,"-9"-10"-3950"0"0,9 11-94 0 0,-1 0 0 0 0,1 0-1 0 0,0 0 1 0 0,-1 0 0 0 0,1 0 0 0 0,0 0-1 0 0,0 0 1 0 0,0 0 0 0 0,0 0-1 0 0,0 0 1 0 0,0 1 0 0 0,0-1-1 0 0,0 0 1 0 0,0 0 0 0 0,1 0-1 0 0,-1 0 1 0 0,0 0 0 0 0,1 0 0 0 0,-1 0-1 0 0,1 0 1 0 0,-1 0 0 0 0,1 0-1 0 0,-1 0 1 0 0,1 0 0 0 0,0 0-1 0 0,-1 0 1 0 0,2 1 0 0 0,-1-2 10 0 0,0 0 0 0 0,0 1 1 0 0,0-1-1 0 0,0 0 0 0 0,0 1 1 0 0,0-1-1 0 0,0 0 1 0 0,0 0-1 0 0,0 0 0 0 0,0 0 1 0 0,0 0-1 0 0,0 0 0 0 0,0 0 1 0 0,0 0-1 0 0,0 0 0 0 0,0 0 1 0 0,0-1-1 0 0,0 1 0 0 0,0 0 1 0 0,0-1-1 0 0,0 1 0 0 0,-1 0 1 0 0,1-1-1 0 0,0 0 0 0 0,0 1 1 0 0,0-1-1 0 0,0 1 0 0 0,-1-1 1 0 0,1 0-1 0 0,0 1 0 0 0,-1-1 1 0 0,1-1-1 0 0,2 0 156 0 0,-1-1-1 0 0,0 1 1 0 0,0-1 0 0 0,-1 0 0 0 0,1 1-1 0 0,-1-1 1 0 0,1 0 0 0 0,-1 0-1 0 0,0 0 1 0 0,0 0 0 0 0,0 0-1 0 0,0-6 1 0 0,0 8-66 0 0,-1-1 0 0 0,0 1 1 0 0,0-1-1 0 0,0 1 0 0 0,-1-1 0 0 0,1 1 0 0 0,0-1 1 0 0,-1 1-1 0 0,1-1 0 0 0,0 1 0 0 0,-1 0 0 0 0,0-1 1 0 0,1 1-1 0 0,-1 0 0 0 0,0-1 0 0 0,0 1 1 0 0,1 0-1 0 0,-1 0 0 0 0,0 0 0 0 0,0 0 0 0 0,0 0 1 0 0,0 0-1 0 0,-1 0 0 0 0,1 0 0 0 0,0 0 0 0 0,0 0 1 0 0,-1 1-1 0 0,1-1 0 0 0,0 0 0 0 0,-1 1 0 0 0,-2-1 1 0 0,-18-4 577 0 0,20 5-633 0 0,1 0 0 0 0,0-1 0 0 0,0 1 0 0 0,0 0 0 0 0,-1 0 1 0 0,1 1-1 0 0,0-1 0 0 0,0 0 0 0 0,0 0 0 0 0,0 1 0 0 0,-1-1 0 0 0,1 0 1 0 0,0 1-1 0 0,0-1 0 0 0,0 1 0 0 0,0 0 0 0 0,0-1 0 0 0,-2 2 0 0 0,3 0-18 0 0,0 1 0 0 0,-1-1 0 0 0,1 0 0 0 0,0 0 0 0 0,0 0 0 0 0,0 0 0 0 0,1 1 0 0 0,-1-1 0 0 0,1 0 0 0 0,-1 0 0 0 0,1 0 0 0 0,-1 0 0 0 0,1 0 0 0 0,0 0 0 0 0,1 2 0 0 0,-2-3-23 0 0,4 6 52 0 0</inkml:trace>
</inkml:ink>
</file>

<file path=ppt/ink/ink3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35"/>
    </inkml:context>
    <inkml:brush xml:id="br0">
      <inkml:brushProperty name="width" value="0.025" units="cm"/>
      <inkml:brushProperty name="height" value="0.025" units="cm"/>
      <inkml:brushProperty name="color" value="#B2626F"/>
    </inkml:brush>
  </inkml:definitions>
  <inkml:trace contextRef="#ctx0" brushRef="#br0">11 85 96 0 0,'0'0'5690'0'0,"-11"-9"-5052"0"0,11 7-608 0 0,1 1 0 0 0,-1 0 0 0 0,1 0 0 0 0,-1 0 0 0 0,0 0 0 0 0,1 0 1 0 0,0 0-1 0 0,-1 0 0 0 0,1 0 0 0 0,0 0 0 0 0,-1 0 0 0 0,1 0 0 0 0,0 0 0 0 0,0 0 1 0 0,0 0-1 0 0,0 1 0 0 0,1-2 0 0 0,24-14 219 0 0,-10 6 153 0 0,21-20 2021 0 0,-37 31-2306 0 0,0-1 1 0 0,0 1-1 0 0,0 0 1 0 0,0 0-1 0 0,0 0 1 0 0,0 0-1 0 0,1 0 1 0 0,-1-1-1 0 0,0 1 1 0 0,0 0-1 0 0,1 0 1 0 0,-1 0-1 0 0,0 0 0 0 0,1-1 1 0 0,-1 1-1 0 0,1 0 1 0 0,-1-1-1 0 0,1 1 1 0 0,0 1-1 0 0,3 5 326 0 0,-2 1-264 0 0,-1 0 0 0 0,0 0 0 0 0,0 0 0 0 0,-1 1 0 0 0,0-1 0 0 0,-1 0 0 0 0,-1 13 1 0 0,-2 21 355 0 0,2 64-471 0 0,2-104-44 0 0,-1 0 1 0 0,1-1 0 0 0,-1 1 0 0 0,1-1 0 0 0,-1 1 0 0 0,0-1 0 0 0,1 0 0 0 0,-1 1 0 0 0,0-1-1 0 0,0 0 1 0 0,0 1 0 0 0,0-1 0 0 0,0 0 0 0 0,0 0 0 0 0,0 0 0 0 0,-3 2 0 0 0,-26 17 506 0 0,20-13-448 0 0,-8-1 178 0 0,17-6-235 0 0</inkml:trace>
</inkml:ink>
</file>

<file path=ppt/ink/ink3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36"/>
    </inkml:context>
    <inkml:brush xml:id="br0">
      <inkml:brushProperty name="width" value="0.025" units="cm"/>
      <inkml:brushProperty name="height" value="0.025" units="cm"/>
      <inkml:brushProperty name="color" value="#B2626F"/>
    </inkml:brush>
  </inkml:definitions>
  <inkml:trace contextRef="#ctx0" brushRef="#br0">1 91 6328 0 0,'0'0'4360'0'0,"21"-22"-3464"0"0,18-17-826 0 0,-34 33-162 0 0,-3 4 44 0 0,0-1 0 0 0,0 1 0 0 0,0 0 0 0 0,-1 1 0 0 0,2-1 0 0 0,-1 0 0 0 0,0 0-1 0 0,0 1 1 0 0,1-1 0 0 0,-1 1 0 0 0,0 0 0 0 0,5-2 0 0 0,0 36-113 0 0,-6-32 161 0 0,0 0 0 0 0,-1 0 0 0 0,1 0 0 0 0,0 1 0 0 0,-1-1 0 0 0,1 0 0 0 0,-1 0 0 0 0,1 0 0 0 0,-1 1 0 0 0,1-1 0 0 0,-1 0 0 0 0,0 1 0 0 0,0-1 0 0 0,0 0 0 0 0,0 3 0 0 0,0 24 0 0 0,-1-15 0 0 0,2 9 42 0 0,0-16-19 0 0,-1 0 1 0 0,0 1-1 0 0,0-1 1 0 0,0 1 0 0 0,-1-1-1 0 0,0 0 1 0 0,-2 9-1 0 0,2-11-21 0 0,0 0-1 0 0,0 1 1 0 0,1-1-1 0 0,0 0 0 0 0,-1 0 1 0 0,2 1-1 0 0,-1-1 1 0 0,1 6-1 0 0,0 19 62 0 0,-1-28 11 0 0,-1 1 0 0 0,0-1-1 0 0,0 0 1 0 0,1 1 0 0 0,-1-1-1 0 0,0 0 1 0 0,0 0 0 0 0,0 0-1 0 0,0 1 1 0 0,-1-1 0 0 0,1 0-1 0 0,0 0 1 0 0,0-1 0 0 0,-1 1 0 0 0,1 0-1 0 0,-2 1 1 0 0,-27 9 432 0 0,-2-1 779 0 0,32-10-1251 0 0</inkml:trace>
</inkml:ink>
</file>

<file path=ppt/ink/ink3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37"/>
    </inkml:context>
    <inkml:brush xml:id="br0">
      <inkml:brushProperty name="width" value="0.025" units="cm"/>
      <inkml:brushProperty name="height" value="0.025" units="cm"/>
      <inkml:brushProperty name="color" value="#B2626F"/>
    </inkml:brush>
  </inkml:definitions>
  <inkml:trace contextRef="#ctx0" brushRef="#br0">8 96 6928 0 0,'0'0'776'0'0,"-8"10"3798"0"0,11-11-4562 0 0,0-1-1 0 0,-1 1 1 0 0,1-1-1 0 0,0 0 0 0 0,-1 0 1 0 0,0 0-1 0 0,1 0 1 0 0,-1 0-1 0 0,4-5 0 0 0,14-12-19 0 0,-17 16-9 0 0,1 1-1 0 0,-1-1 1 0 0,0 0 0 0 0,0 0 0 0 0,5-6 0 0 0,12-11-208 0 0,-9 9 158 0 0,-11 10 62 0 0,1 1-1 0 0,-1-1 1 0 0,0 1-1 0 0,0-1 1 0 0,0 1-1 0 0,1-1 1 0 0,-1 1-1 0 0,0-1 1 0 0,1 1-1 0 0,-1 0 1 0 0,0-1-1 0 0,1 1 1 0 0,-1 0 0 0 0,0-1-1 0 0,1 1 1 0 0,-1 0-1 0 0,1-1 1 0 0,-1 1-1 0 0,1 0 1 0 0,-1 0-1 0 0,0 0 1 0 0,1-1-1 0 0,-1 1 1 0 0,1 0-1 0 0,-1 0 1 0 0,1 0-1 0 0,-1 0 1 0 0,1 0-1 0 0,-1 0 1 0 0,1 0-1 0 0,-1 0 1 0 0,1 0-1 0 0,0 0 1 0 0,-1 0-1 0 0,1 0 1 0 0,-1 0-1 0 0,0 1 1 0 0,1-1-1 0 0,-1 0 1 0 0,1 0-1 0 0,-1 0 1 0 0,1 1-1 0 0,-1-1 1 0 0,1 0-1 0 0,-1 1 1 0 0,2 1-1 0 0,0 1 0 0 0,0 0 0 0 0,0 0 0 0 0,-1 0-1 0 0,1 0 1 0 0,-1 0 0 0 0,0 0 0 0 0,0 0 0 0 0,0 0 0 0 0,0 0 0 0 0,-1 0 0 0 0,1 6 0 0 0,1 3-4 0 0,5 59 10 0 0,-4-60 50 0 0,-1-6 3 0 0,-1-1-1 0 0,1 1 0 0 0,-1-1 1 0 0,0 1-1 0 0,0 0 1 0 0,-1-1-1 0 0,0 1 0 0 0,0 0 1 0 0,0-1-1 0 0,0 1 0 0 0,0 0 1 0 0,-1-1-1 0 0,-2 7 1 0 0,0 0 12 0 0,3-9-62 0 0,-1-1 1 0 0,1 0 0 0 0,0 0-1 0 0,0 0 1 0 0,-1 0-1 0 0,1 0 1 0 0,-1 0-1 0 0,1 0 1 0 0,-1 0 0 0 0,1 0-1 0 0,-1 0 1 0 0,0 0-1 0 0,0 0 1 0 0,1 0 0 0 0,-3 1-1 0 0,-5 5 45 0 0,2 0 17 0 0,-1-1 0 0 0,-1 0 0 0 0,1 0 0 0 0,-1-1 0 0 0,0 0 0 0 0,-13 6 0 0 0,7-5 263 0 0,10-4-208 0 0,0-1 0 0 0,-1 1 0 0 0,1-1-1 0 0,-1 1 1 0 0,0-1 0 0 0,-4 0 192 0 0</inkml:trace>
</inkml:ink>
</file>

<file path=ppt/ink/ink3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38"/>
    </inkml:context>
    <inkml:brush xml:id="br0">
      <inkml:brushProperty name="width" value="0.025" units="cm"/>
      <inkml:brushProperty name="height" value="0.025" units="cm"/>
      <inkml:brushProperty name="color" value="#B2626F"/>
    </inkml:brush>
  </inkml:definitions>
  <inkml:trace contextRef="#ctx0" brushRef="#br0">0 101 7432 0 0,'0'0'2638'0'0,"22"-22"-1587"0"0,-19 18-986 0 0,0 0-1 0 0,0 0 1 0 0,0 1-1 0 0,1 0 1 0 0,0-1-1 0 0,7-4 1 0 0,-8 5-70 0 0,31-23-3 0 0,-24 18-86 0 0,6-3-102 0 0,-16 11 191 0 0,1 0-1 0 0,-1 0 0 0 0,1 0 0 0 0,-1-1 0 0 0,1 1 0 0 0,-1 0 0 0 0,1 0 0 0 0,-1 0 0 0 0,1 0 0 0 0,-1 1 1 0 0,1-1-1 0 0,-1 0 0 0 0,1 0 0 0 0,-1 0 0 0 0,1 0 0 0 0,-1 0 0 0 0,1 1 0 0 0,-1-1 0 0 0,0 0 0 0 0,1 0 1 0 0,-1 1-1 0 0,1-1 0 0 0,-1 0 0 0 0,0 1 0 0 0,1-1 0 0 0,-1 0 0 0 0,0 1 0 0 0,1-1 0 0 0,-1 1 0 0 0,0-1 0 0 0,1 0 1 0 0,-1 2-1 0 0,2 1-12 0 0,0 0-41 0 0,1 0 0 0 0,-1 0 1 0 0,-1 1-1 0 0,1-1 0 0 0,0 1 0 0 0,-1 0 1 0 0,0-1-1 0 0,1 5 0 0 0,-1-3 22 0 0,0-1 0 0 0,1 0 0 0 0,-1 0 0 0 0,1 0 0 0 0,0 0 0 0 0,4 6 0 0 0,6 14 192 0 0,-9-16-194 0 0,-2-6 241 0 0,-1-1-1 0 0,1 1 1 0 0,-1 0-1 0 0,1-1 1 0 0,-1 1-1 0 0,1 0 1 0 0,-1 0-1 0 0,0-1 1 0 0,0 1-1 0 0,0 0 1 0 0,0 0-1 0 0,0-1 1 0 0,-1 1-1 0 0,0 3 1 0 0,-1 1 33 0 0,0-1 1 0 0,0 1-1 0 0,-1-1 1 0 0,-4 7-1 0 0,-4 9 547 0 0,9-18-727 0 0,0 1 1 0 0,0-1 0 0 0,0 1-1 0 0,-1-1 1 0 0,1 0 0 0 0,-1 0 0 0 0,0 0-1 0 0,0 0 1 0 0,0-1 0 0 0,-6 5 0 0 0,-39 18 806 0 0,30-16-754 0 0,14-8-108 0 0,3-1 0 0 0</inkml:trace>
</inkml:ink>
</file>

<file path=ppt/ink/ink3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39"/>
    </inkml:context>
    <inkml:brush xml:id="br0">
      <inkml:brushProperty name="width" value="0.025" units="cm"/>
      <inkml:brushProperty name="height" value="0.025" units="cm"/>
      <inkml:brushProperty name="color" value="#B2626F"/>
    </inkml:brush>
  </inkml:definitions>
  <inkml:trace contextRef="#ctx0" brushRef="#br0">0 151 600 0 0,'0'0'1792'0'0,"15"-21"1304"0"0,16-21-1634 0 0,-15 17-894 0 0,-9 17-209 0 0,0 1 0 0 0,0-1-1 0 0,0 1 1 0 0,9-6 0 0 0,-7 6 505 0 0,-8 6-733 0 0,1 0 0 0 0,-1-1 0 0 0,1 1 1 0 0,-1 0-1 0 0,1 0 0 0 0,-1 0 0 0 0,1 1 1 0 0,0-1-1 0 0,0 0 0 0 0,-1 0 0 0 0,1 1 1 0 0,0-1-1 0 0,0 1 0 0 0,0 0 0 0 0,0 0 1 0 0,0-1-1 0 0,0 1 0 0 0,-1 0 0 0 0,1 1 0 0 0,0-1 1 0 0,0 0-1 0 0,0 0 0 0 0,0 1 0 0 0,0-1 1 0 0,-1 1-1 0 0,1 0 0 0 0,0-1 0 0 0,0 1 1 0 0,-1 0-1 0 0,1 0 0 0 0,-1 0 0 0 0,1 0 1 0 0,-1 1-1 0 0,1-1 0 0 0,-1 0 0 0 0,2 2 1 0 0,-1 0-111 0 0,0-1 0 0 0,1 1 0 0 0,-1 0 0 0 0,-1 0 0 0 0,1 0 0 0 0,0 1 0 0 0,-1-1 0 0 0,0 0 0 0 0,1 1 0 0 0,-1-1 0 0 0,-1 1 0 0 0,1-1 0 0 0,0 1 0 0 0,-1-1 0 0 0,0 7 0 0 0,7 45 389 0 0,-6-43-351 0 0,0-10-45 0 0,-1 0-1 0 0,1 0 0 0 0,-1-1 1 0 0,0 1-1 0 0,0 0 0 0 0,0 0 0 0 0,0 0 1 0 0,0 0-1 0 0,-1 0 0 0 0,1 0 1 0 0,0 0-1 0 0,-1 0 0 0 0,0 2 1 0 0,-5 8-14 0 0,6-11 0 0 0,0 1 0 0 0,-1-1 0 0 0,1 1 0 0 0,-1-1 0 0 0,0 1 0 0 0,0-1 0 0 0,1 0 0 0 0,-1 0 0 0 0,0 1 0 0 0,0-1 0 0 0,0 0 0 0 0,0 0 0 0 0,-2 1 0 0 0,-57 40 606 0 0,57-40-540 0 0,0 0-21 0 0,1 0 1 0 0,-1 0-1 0 0,0 0 0 0 0,0-1 0 0 0,1 1 0 0 0,-1-1 0 0 0,0 0 1 0 0,0 0-1 0 0,0 0 0 0 0,-1 0 0 0 0,1 0 0 0 0,0-1 1 0 0,-4 1-1 0 0,6-1-31 0 0</inkml:trace>
</inkml:ink>
</file>

<file path=ppt/ink/ink3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40"/>
    </inkml:context>
    <inkml:brush xml:id="br0">
      <inkml:brushProperty name="width" value="0.025" units="cm"/>
      <inkml:brushProperty name="height" value="0.025" units="cm"/>
      <inkml:brushProperty name="color" value="#B2626F"/>
    </inkml:brush>
  </inkml:definitions>
  <inkml:trace contextRef="#ctx0" brushRef="#br0">38 208 8640 0 0,'0'0'1464'0'0,"15"20"366"0"0,-10-20-1758 0 0,0 0 0 0 0,0 0 0 0 0,0-1 0 0 0,0 0 0 0 0,0 1 0 0 0,0-2 0 0 0,-1 1 0 0 0,1 0-1 0 0,0-1 1 0 0,0 0 0 0 0,-1 0 0 0 0,1-1 0 0 0,-1 1 0 0 0,4-4 0 0 0,18-19 925 0 0,-25 25-967 0 0,-10-30 1071 0 0,5 22-1067 0 0,1 0-1 0 0,0 0 1 0 0,0 0 0 0 0,1 0 0 0 0,-2-10 0 0 0,3 15-33 0 0,-1 0 0 0 0,1 0 0 0 0,-1 0 1 0 0,1 0-1 0 0,-1 0 0 0 0,0 0 0 0 0,0 0 1 0 0,-4-4-1 0 0,3 5 0 0 0,1-1 0 0 0,0 1 0 0 0,0-1 1 0 0,0 0-1 0 0,1 1 0 0 0,-1-1 0 0 0,0 0 0 0 0,1 0 0 0 0,0 0 0 0 0,-1-4 1 0 0,2 6-2 0 0,0-1 0 0 0,-1 1 0 0 0,1 0 0 0 0,0-1 0 0 0,-1 1 0 0 0,1 0 0 0 0,0-1 0 0 0,-1 1 0 0 0,0 0 0 0 0,1 0 0 0 0,-1-1 0 0 0,0 1 0 0 0,1 0 0 0 0,-1 0 0 0 0,0 0 0 0 0,0 0 0 0 0,0 0 0 0 0,0 0 0 0 0,-2-1 0 0 0,2 2 0 0 0,0-1 0 0 0,-1 1 0 0 0,1 0 0 0 0,0 0 0 0 0,0 0 0 0 0,0 0 0 0 0,0 0 0 0 0,0 0 0 0 0,0 0 0 0 0,0 1 0 0 0,-1-1 0 0 0,1 0 0 0 0,0 1 0 0 0,0-1 0 0 0,0 0 0 0 0,0 1 0 0 0,0-1 0 0 0,0 1 0 0 0,0 0 0 0 0,0-1 0 0 0,0 1 0 0 0,1 0 0 0 0,-3 1 0 0 0,-14 10 0 0 0,14-10 0 0 0,0-1 0 0 0,0 1 0 0 0,0 0 0 0 0,1 1 0 0 0,-1-1 0 0 0,0 0 0 0 0,1 1 0 0 0,0-1 0 0 0,-3 4 0 0 0,5-5 0 0 0</inkml:trace>
</inkml:ink>
</file>

<file path=ppt/ink/ink3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41"/>
    </inkml:context>
    <inkml:brush xml:id="br0">
      <inkml:brushProperty name="width" value="0.025" units="cm"/>
      <inkml:brushProperty name="height" value="0.025" units="cm"/>
      <inkml:brushProperty name="color" value="#B2626F"/>
    </inkml:brush>
  </inkml:definitions>
  <inkml:trace contextRef="#ctx0" brushRef="#br0">0 126 8432 0 0,'0'0'1528'0'0,"22"-24"-466"0"0,-11 18-1072 0 0,-1-1 0 0 0,0-1 0 0 0,0 0-1 0 0,0 0 1 0 0,13-16 0 0 0,-19 19-46 0 0,1 1 0 0 0,-1 0-1 0 0,1 0 1 0 0,0 0 0 0 0,8-4 0 0 0,-6 0 41 0 0,-4 5 3 0 0,-1 4 7 0 0,9 26 66 0 0,-3-1 50 0 0,-7-23-95 0 0,0 1-1 0 0,1-1 1 0 0,-1 1-1 0 0,0-1 0 0 0,-1 1 1 0 0,1-1-1 0 0,0 6 1 0 0,-1-7-5 0 0,0 1 1 0 0,0-1 0 0 0,1 1-1 0 0,0-1 1 0 0,-1 1-1 0 0,1-1 1 0 0,0 1 0 0 0,0-1-1 0 0,2 3 1 0 0,5 17 118 0 0,-2-8 40 0 0,-5-13-136 0 0,0 1-1 0 0,0-1 0 0 0,-1 0 0 0 0,1 0 0 0 0,-1 1 0 0 0,1-1 1 0 0,-1 1-1 0 0,1-1 0 0 0,-1 0 0 0 0,1 1 0 0 0,-1 2 0 0 0,0-1 79 0 0,0-1 0 0 0,0 1 0 0 0,0-1 0 0 0,0 1-1 0 0,-1-1 1 0 0,1 1 0 0 0,-1-1 0 0 0,0 1 0 0 0,0-1-1 0 0,0 0 1 0 0,0 1 0 0 0,0-1 0 0 0,0 0 0 0 0,0 0 0 0 0,-1 0-1 0 0,1 0 1 0 0,-1 0 0 0 0,0 0 0 0 0,1 0 0 0 0,-1 0-1 0 0,-2 1 1 0 0,1-1-10 0 0,0 1 0 0 0,0-1-1 0 0,0 0 1 0 0,0 0 0 0 0,0-1-1 0 0,0 1 1 0 0,-1-1 0 0 0,1 0-1 0 0,-5 2 1 0 0,-15 5 533 0 0,22-7-569 0 0</inkml:trace>
</inkml:ink>
</file>

<file path=ppt/ink/ink3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42"/>
    </inkml:context>
    <inkml:brush xml:id="br0">
      <inkml:brushProperty name="width" value="0.025" units="cm"/>
      <inkml:brushProperty name="height" value="0.025" units="cm"/>
      <inkml:brushProperty name="color" value="#B2626F"/>
    </inkml:brush>
  </inkml:definitions>
  <inkml:trace contextRef="#ctx0" brushRef="#br0">1 155 7024 0 0,'0'0'1809'0'0,"15"-24"-1218"0"0,-4 6-494 0 0,11-15 70 0 0,-21 32-169 0 0,0 0 1 0 0,0 0-1 0 0,-1-1 1 0 0,1 1 0 0 0,0 0-1 0 0,-1-1 1 0 0,1 1-1 0 0,-1 0 1 0 0,1-1-1 0 0,-1 1 1 0 0,0-1-1 0 0,0-2 1 0 0,0 3 0 0 0,1 0 0 0 0,-1-1 0 0 0,0 1 0 0 0,0 0 0 0 0,1-1 0 0 0,-1 1 0 0 0,0 0 0 0 0,1 0 0 0 0,0-1 0 0 0,-1 1 0 0 0,1 0 0 0 0,1-2 0 0 0,4-12 410 0 0,-6 14-311 0 0,0-1-1 0 0,0 1 1 0 0,0 0-1 0 0,0 0 1 0 0,1 0-1 0 0,-1 0 1 0 0,1 0-1 0 0,-1 0 0 0 0,0 0 1 0 0,1 0-1 0 0,0 0 1 0 0,-1 0-1 0 0,1 0 1 0 0,0 0-1 0 0,-1 0 1 0 0,1 0-1 0 0,2-1 1 0 0,3-5 463 0 0,-5 7 42 0 0,5 4-405 0 0,-1 2-126 0 0,0-1-1 0 0,0 1 0 0 0,0-1 1 0 0,-1 1-1 0 0,0 1 1 0 0,0-1-1 0 0,4 9 1 0 0,-7-14-65 0 0,3 7 74 0 0,-1 1 1 0 0,0-1-1 0 0,0 0 1 0 0,-1 1-1 0 0,0 0 1 0 0,1 12-1 0 0,0-6 112 0 0,-2-9 32 0 0,0 0 71 0 0,0-1-1 0 0,0 0 1 0 0,-1 1-1 0 0,1-1 1 0 0,-1 0-1 0 0,0 1 1 0 0,-1-1-1 0 0,1 0 1 0 0,-1 1-1 0 0,-2 7 0 0 0,0-7-214 0 0,1 0-1 0 0,0-1 1 0 0,-1 1-1 0 0,0-1 1 0 0,-1 0-1 0 0,1 0 1 0 0,-1 0-1 0 0,0-1 1 0 0,0 1-1 0 0,0-1 1 0 0,-1 0-1 0 0,1 0 1 0 0,-1 0-1 0 0,0-1 0 0 0,0 1 1 0 0,-10 3-1 0 0,13-5-62 0 0,2-2-4 0 0</inkml:trace>
</inkml:ink>
</file>

<file path=ppt/ink/ink3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43"/>
    </inkml:context>
    <inkml:brush xml:id="br0">
      <inkml:brushProperty name="width" value="0.025" units="cm"/>
      <inkml:brushProperty name="height" value="0.025" units="cm"/>
      <inkml:brushProperty name="color" value="#B2626F"/>
    </inkml:brush>
  </inkml:definitions>
  <inkml:trace contextRef="#ctx0" brushRef="#br0">1 172 8240 0 0,'0'0'3433'0'0,"11"-33"-1436"0"0,-10 28-1968 0 0,0 0 0 0 0,1 0 1 0 0,-1 1-1 0 0,1-1 0 0 0,0 0 0 0 0,0 1 0 0 0,1-1 0 0 0,-1 1 0 0 0,1 0 0 0 0,5-6 0 0 0,-7 9-20 0 0,0 0 0 0 0,0 1 0 0 0,0-1 0 0 0,0 0 0 0 0,0 1 0 0 0,0-1 0 0 0,1 1 0 0 0,-1-1 0 0 0,0 1 0 0 0,0 0 0 0 0,1-1 0 0 0,-1 1 0 0 0,0 0 0 0 0,0 0 0 0 0,1 0 0 0 0,-1 0 0 0 0,0 0 0 0 0,0 0 0 0 0,1 0 0 0 0,-1 0 0 0 0,0 1 0 0 0,0-1 0 0 0,3 1 0 0 0,-2 0 32 0 0,0-1 0 0 0,0 1 0 0 0,0 0-1 0 0,-1-1 1 0 0,1 1 0 0 0,0 0-1 0 0,0 0 1 0 0,-1 0 0 0 0,1 0-1 0 0,0 1 1 0 0,-1-1 0 0 0,1 0-1 0 0,-1 1 1 0 0,3 2 0 0 0,-4-4-9 0 0,0 0 0 0 0,0 0 0 0 0,0 0 0 0 0,0 0 1 0 0,0-1-1 0 0,0 1 0 0 0,0 0 0 0 0,0 0 0 0 0,0 0 0 0 0,0 0 1 0 0,0 0-1 0 0,0 0 0 0 0,0 0 0 0 0,0-1 0 0 0,0 1 0 0 0,0 0 0 0 0,0 0 1 0 0,1 0-1 0 0,-1 0 0 0 0,0 0 0 0 0,0 0 0 0 0,0 0 0 0 0,0 0 1 0 0,0 0-1 0 0,0 0 0 0 0,0-1 0 0 0,0 1 0 0 0,1 0 0 0 0,-1 0 0 0 0,0 0 1 0 0,0 0-1 0 0,0 0 0 0 0,0 0 0 0 0,0 0 0 0 0,0 0 0 0 0,1 0 1 0 0,-1 0-1 0 0,0 0 0 0 0,0 0 0 0 0,0 0 0 0 0,0 0 0 0 0,0 0 0 0 0,0 0 1 0 0,1 0-1 0 0,-1 0 0 0 0,0 0 0 0 0,0 1 0 0 0,0-1 0 0 0,0 0 0 0 0,0 0 1 0 0,0 0-1 0 0,0 0 0 0 0,1 0 0 0 0,-1 0 0 0 0,0 0 0 0 0,0 0 1 0 0,0 0-1 0 0,0 1 0 0 0,3-23 506 0 0,3-8-191 0 0,-4 26-347 0 0,-1 0-1 0 0,1 1 1 0 0,1 0-1 0 0,-1-1 1 0 0,0 1-1 0 0,1 0 1 0 0,0 0-1 0 0,0 0 0 0 0,0 1 1 0 0,0-1-1 0 0,6-3 1 0 0,-8 5-17 0 0,0 1 1 0 0,0 0-1 0 0,0 0 0 0 0,0-1 1 0 0,0 1-1 0 0,0 0 0 0 0,0 0 1 0 0,0 0-1 0 0,0 0 1 0 0,0 1-1 0 0,0-1 0 0 0,0 0 1 0 0,0 0-1 0 0,0 0 0 0 0,0 1 1 0 0,-1-1-1 0 0,1 1 1 0 0,2 0-1 0 0,-2-1 11 0 0,-1 1 0 0 0,1-1 1 0 0,0 1-1 0 0,0-1 0 0 0,0 0 0 0 0,0 1 1 0 0,-1-1-1 0 0,1 0 0 0 0,0 0 0 0 0,0 0 1 0 0,0 0-1 0 0,0 0 0 0 0,0 0 1 0 0,0 0-1 0 0,0 0 0 0 0,-1 0 0 0 0,1 0 1 0 0,0 0-1 0 0,0 0 0 0 0,0-1 0 0 0,0 1 1 0 0,1-1-1 0 0,14 35 1510 0 0,-15-30-1491 0 0,1 0-1 0 0,-1 0 1 0 0,0 0 0 0 0,0 0 0 0 0,0 1 0 0 0,-1-1 0 0 0,1 0 0 0 0,-1 1 0 0 0,0-1-1 0 0,-1 5 1 0 0,0-4-5 0 0,1 1 0 0 0,0-1 0 0 0,1 1 0 0 0,-1-1 0 0 0,3 9 0 0 0,-2-11-5 0 0,0 1-1 0 0,0-1 1 0 0,-1 1-1 0 0,1-1 1 0 0,-1 0-1 0 0,0 1 1 0 0,0-1-1 0 0,0 1 1 0 0,0-1-1 0 0,0 1 1 0 0,-1-1-1 0 0,1 1 1 0 0,-1-1-1 0 0,0 0 1 0 0,0 1-1 0 0,-1-1 1 0 0,1 0-1 0 0,-1 0 1 0 0,1 0-1 0 0,-1 0 1 0 0,0 0-1 0 0,0 0 1 0 0,0 0-1 0 0,0-1 1 0 0,-5 5-1 0 0,-13 12-2 0 0,8-8 0 0 0,-20 23 0 0 0,27-27 7 0 0,0 0-1 0 0,-1 0 1 0 0,0-1 0 0 0,0 0-1 0 0,-1 0 1 0 0,0-1-1 0 0,0 1 1 0 0,0-1-1 0 0,-8 4 1 0 0,5-3 33 0 0,9-6-34 0 0</inkml:trace>
</inkml:ink>
</file>

<file path=ppt/ink/ink3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44"/>
    </inkml:context>
    <inkml:brush xml:id="br0">
      <inkml:brushProperty name="width" value="0.025" units="cm"/>
      <inkml:brushProperty name="height" value="0.025" units="cm"/>
      <inkml:brushProperty name="color" value="#B2626F"/>
    </inkml:brush>
  </inkml:definitions>
  <inkml:trace contextRef="#ctx0" brushRef="#br0">60 1 5824 0 0,'0'0'2960'0'0,"-26"22"882"0"0,13-3-3453 0 0,11-16-359 0 0,0-1 0 0 0,0 1 0 0 0,0 0-1 0 0,0 0 1 0 0,0 0 0 0 0,0 0 0 0 0,1 0 0 0 0,-1 1-1 0 0,1-1 1 0 0,0 0 0 0 0,-1 6 0 0 0,3-9-28 0 0,-1 0 1 0 0,1 1-1 0 0,-1-1 1 0 0,1 0-1 0 0,0 1 1 0 0,-1-1-1 0 0,1 0 1 0 0,0 0-1 0 0,-1 0 1 0 0,1 1-1 0 0,0-1 1 0 0,-1 0-1 0 0,1 0 1 0 0,0 0-1 0 0,-1 0 1 0 0,1 0-1 0 0,0 0 1 0 0,-1 0-1 0 0,1 0 1 0 0,0-1-1 0 0,-1 1 1 0 0,2 0-1 0 0,17-4 30 0 0,-16 1-23 0 0,0 1-1 0 0,0-1 1 0 0,1 0-1 0 0,-1 1 1 0 0,-1-1-1 0 0,1-1 0 0 0,0 1 1 0 0,-1 0-1 0 0,0-1 1 0 0,4-6-1 0 0,-4 7 32 0 0,-1 0-1 0 0,0 0 0 0 0,0 0 0 0 0,0 0 1 0 0,0 0-1 0 0,0 0 0 0 0,0 0 1 0 0,0-5-1 0 0,-2 8-19 0 0,1 0 0 0 0,0-1 1 0 0,-1 1-1 0 0,1 0 0 0 0,0-1 1 0 0,-1 1-1 0 0,1 0 0 0 0,0 0 0 0 0,-1 0 1 0 0,1-1-1 0 0,-1 1 0 0 0,1 0 1 0 0,0 0-1 0 0,-1 0 0 0 0,1 0 0 0 0,-1-1 1 0 0,1 1-1 0 0,-1 0 0 0 0,1 0 1 0 0,-1 0-1 0 0,1 0 0 0 0,0 0 0 0 0,-1 0 1 0 0,1 0-1 0 0,-1 0 0 0 0,1 1 1 0 0,-1-1-1 0 0,1 0 0 0 0,0 0 0 0 0,-1 0 1 0 0,1 0-1 0 0,-1 1 0 0 0,1-1 0 0 0,0 0 1 0 0,-1 0-1 0 0,0 1 0 0 0,-23 9 127 0 0,20-8-64 0 0,3-2-64 0 0,0 1 0 0 0,-1-1 1 0 0,1 1-1 0 0,0-1 0 0 0,0 1 0 0 0,0 0 1 0 0,0-1-1 0 0,0 1 0 0 0,0 0 0 0 0,1 0 0 0 0,-1 0 1 0 0,0 0-1 0 0,-1 1 0 0 0,2 0 15 0 0</inkml:trace>
</inkml:ink>
</file>

<file path=ppt/ink/ink3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45"/>
    </inkml:context>
    <inkml:brush xml:id="br0">
      <inkml:brushProperty name="width" value="0.025" units="cm"/>
      <inkml:brushProperty name="height" value="0.025" units="cm"/>
      <inkml:brushProperty name="color" value="#B2626F"/>
    </inkml:brush>
  </inkml:definitions>
  <inkml:trace contextRef="#ctx0" brushRef="#br0">46 13 7632 0 0,'0'0'2634'0'0,"-14"5"-1624"0"0,-12 30-236 0 0,20-26-672 0 0,28-17 48 0 0,-1-13-111 0 0,-20 20-35 0 0,0 0-1 0 0,-1 0 0 0 0,1 0 0 0 0,0 1 1 0 0,-1-1-1 0 0,1 0 0 0 0,0 0 0 0 0,-1 0 0 0 0,1 0 1 0 0,-1 0-1 0 0,0 0 0 0 0,1 0 0 0 0,-1 0 1 0 0,0 0-1 0 0,1-1 0 0 0,-1 1 0 0 0,0 0 1 0 0,0 0-1 0 0,0 0 0 0 0,0 0 0 0 0,0 0 1 0 0,0 0-1 0 0,0 0 0 0 0,-1-2 0 0 0,1 2-1 0 0,-1 1 0 0 0,1 0 0 0 0,0-1 0 0 0,-1 1 0 0 0,1 0 0 0 0,0-1 0 0 0,-1 1 0 0 0,1 0 0 0 0,-1-1-1 0 0,1 1 1 0 0,-1 0 0 0 0,1 0 0 0 0,-1-1 0 0 0,1 1 0 0 0,-1 0 0 0 0,1 0 0 0 0,-1 0 0 0 0,1 0 0 0 0,-1 0 0 0 0,1 0-1 0 0,-1 0 1 0 0,1 0 0 0 0,-1 0 0 0 0,1 0 0 0 0,-1 0 0 0 0,1 0 0 0 0,-1 0 0 0 0,1 0 0 0 0,-1 0 0 0 0,1 1 0 0 0,-1-1 0 0 0,1 0-1 0 0,-1 0 1 0 0,1 0 0 0 0,0 1 0 0 0,-1-1 0 0 0,1 0 0 0 0,-1 1 0 0 0,1-1 0 0 0,0 0 0 0 0,-1 1 0 0 0,1-1 0 0 0,0 1-1 0 0,-1-1 1 0 0,1 0 0 0 0,0 1 0 0 0,0-1 0 0 0,-1 1 0 0 0,-12 22 96 0 0,11-15-67 0 0,2-4-20 0 0</inkml:trace>
</inkml:ink>
</file>

<file path=ppt/ink/ink3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46"/>
    </inkml:context>
    <inkml:brush xml:id="br0">
      <inkml:brushProperty name="width" value="0.025" units="cm"/>
      <inkml:brushProperty name="height" value="0.025" units="cm"/>
      <inkml:brushProperty name="color" value="#B2626F"/>
    </inkml:brush>
  </inkml:definitions>
  <inkml:trace contextRef="#ctx0" brushRef="#br0">37 8 5920 0 0,'0'0'846'0'0,"-24"21"-291"0"0,22-19-483 0 0,1-1 0 0 0,0 1-1 0 0,0-1 1 0 0,0 1 0 0 0,0-1-1 0 0,0 1 1 0 0,0 0 0 0 0,1-1-1 0 0,-1 1 1 0 0,0 0 0 0 0,1 0-1 0 0,-1 2 1 0 0,1-4-45 0 0,0 0 0 0 0,0 0 0 0 0,0 1 0 0 0,0-1 0 0 0,0 0 0 0 0,0 0 0 0 0,1 1 0 0 0,-1-1 0 0 0,0 0 1 0 0,0 0-1 0 0,0 0 0 0 0,0 1 0 0 0,0-1 0 0 0,0 0 0 0 0,1 0 0 0 0,-1 0 0 0 0,0 0 0 0 0,0 1 0 0 0,0-1 0 0 0,1 0 0 0 0,-1 0 0 0 0,0 0 0 0 0,0 0 0 0 0,1 0 0 0 0,-1 0 0 0 0,0 0 0 0 0,0 1 0 0 0,0-1 0 0 0,1 0 0 0 0,-1 0 0 0 0,1 0 0 0 0,15-3 165 0 0,-13 2-154 0 0,-1 0-1 0 0,0-1 0 0 0,0 1 0 0 0,0-1 1 0 0,0 1-1 0 0,0-1 0 0 0,-1 0 1 0 0,1 1-1 0 0,0-1 0 0 0,1-3 0 0 0,-2 4 20 0 0,0 0-1 0 0,-1 1 0 0 0,1-1 0 0 0,0 0 0 0 0,-1 0 1 0 0,1 0-1 0 0,-1 0 0 0 0,0 1 0 0 0,1-1 1 0 0,-1 0-1 0 0,0 0 0 0 0,1 0 0 0 0,-1 0 0 0 0,0 0 1 0 0,0 0-1 0 0,0 0 0 0 0,0 0 0 0 0,0 0 0 0 0,0 0 1 0 0,0 0-1 0 0,0 0 0 0 0,0 0 0 0 0,0 0 0 0 0,-1 0 1 0 0,1 0-1 0 0,0 0 0 0 0,-1-2 0 0 0,0 3-27 0 0,1-1-1 0 0,-1 1 1 0 0,1-1-1 0 0,0 1 0 0 0,-1-1 1 0 0,1 1-1 0 0,-1-1 1 0 0,0 1-1 0 0,1 0 0 0 0,-1-1 1 0 0,1 1-1 0 0,-1 0 1 0 0,1-1-1 0 0,-1 1 0 0 0,0 0 1 0 0,1 0-1 0 0,-1 0 1 0 0,0 0-1 0 0,1-1 0 0 0,-1 1 1 0 0,0 0-1 0 0,1 0 1 0 0,-1 0-1 0 0,0 0 0 0 0,1 0 1 0 0,-1 1-1 0 0,0-1 1 0 0,1 0-1 0 0,-1 0 1 0 0,0 0-1 0 0,1 0 0 0 0,-1 1 1 0 0,0-1-1 0 0,0 1 18 0 0,-1 0-1 0 0,1 0 0 0 0,0 0 1 0 0,0 0-1 0 0,0 0 0 0 0,0 0 1 0 0,0 1-1 0 0,1-1 1 0 0,-1 0-1 0 0,0 0 0 0 0,0 1 1 0 0,1-1-1 0 0,-2 2 1 0 0,2-1 10 0 0</inkml:trace>
</inkml:ink>
</file>

<file path=ppt/ink/ink3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47"/>
    </inkml:context>
    <inkml:brush xml:id="br0">
      <inkml:brushProperty name="width" value="0.025" units="cm"/>
      <inkml:brushProperty name="height" value="0.025" units="cm"/>
      <inkml:brushProperty name="color" value="#B2626F"/>
    </inkml:brush>
  </inkml:definitions>
  <inkml:trace contextRef="#ctx0" brushRef="#br0">27 11 4720 0 0,'0'0'2673'0'0,"-20"14"-1380"0"0,20-13-1264 0 0,-1-1 0 0 0,1 0 0 0 0,-1 1 0 0 0,1-1 0 0 0,0 0-1 0 0,-1 1 1 0 0,1-1 0 0 0,-1 1 0 0 0,1-1 0 0 0,0 1 0 0 0,-1-1-1 0 0,1 1 1 0 0,0-1 0 0 0,0 1 0 0 0,-1-1 0 0 0,1 1 0 0 0,0-1 0 0 0,0 1-1 0 0,0-1 1 0 0,0 1 0 0 0,0-1 0 0 0,0 1 0 0 0,0-1 0 0 0,0 1-1 0 0,0 0 1 0 0,0-1 0 0 0,0 1 0 0 0,0-1 0 0 0,0 1 0 0 0,0 0-1 0 0,1-1-6 0 0,0 1-1 0 0,-1-1 1 0 0,1 0-1 0 0,0 0 0 0 0,-1 0 1 0 0,1 1-1 0 0,0-1 0 0 0,0 0 1 0 0,-1 0-1 0 0,1 0 0 0 0,0 0 1 0 0,0 0-1 0 0,-1 0 1 0 0,1-1-1 0 0,0 1 0 0 0,-1 0 1 0 0,1 0-1 0 0,0 0 0 0 0,0-1 1 0 0,0 1 2 0 0,1 0-1 0 0,-1-1 1 0 0,0 1 0 0 0,0 0-1 0 0,0-1 1 0 0,0 1 0 0 0,0-1-1 0 0,0 1 1 0 0,1-1 0 0 0,-1 0-1 0 0,0 1 1 0 0,-1-1 0 0 0,1 0 0 0 0,0 0-1 0 0,0 0 1 0 0,0 1 0 0 0,0-1-1 0 0,-1 0 1 0 0,1 0 0 0 0,0 0-1 0 0,-1-1 1 0 0,1 1 0 0 0,-1 0-1 0 0,1 0 1 0 0,-1 0 0 0 0,1 0 0 0 0,-1 0-1 0 0,0-1 1 0 0,0 1 0 0 0,1-2-1 0 0,-2 2 12 0 0,1 0 0 0 0,0 1-1 0 0,0-1 1 0 0,-1 0 0 0 0,1 1 0 0 0,-1-1-1 0 0,1 0 1 0 0,0 1 0 0 0,-1-1-1 0 0,1 1 1 0 0,-1-1 0 0 0,0 0 0 0 0,1 1-1 0 0,-1 0 1 0 0,1-1 0 0 0,-1 1-1 0 0,0-1 1 0 0,1 1 0 0 0,-1 0 0 0 0,0-1-1 0 0,1 1 1 0 0,-1 0 0 0 0,0 0-1 0 0,0-1 1 0 0,1 1 0 0 0,-1 0 0 0 0,0 0-1 0 0,0 0 1 0 0,1 0 0 0 0,-1 0-1 0 0,0 0 1 0 0,0 0 0 0 0,1 0 0 0 0,-1 0-1 0 0,0 1 1 0 0,0-1 0 0 0,1 0-1 0 0,-1 0 1 0 0,0 1 0 0 0,1-1 0 0 0,-1 0-1 0 0,0 1 1 0 0,1-1 0 0 0,-1 1-1 0 0,0-1 1 0 0,1 1 0 0 0,-1-1 0 0 0,1 1-1 0 0,-1-1 1 0 0,1 1 0 0 0,-1-1-1 0 0,1 1 1 0 0,0 0 0 0 0,-1-1 0 0 0,1 2-1 0 0,-1 0 40 0 0</inkml:trace>
</inkml:ink>
</file>

<file path=ppt/ink/ink3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48"/>
    </inkml:context>
    <inkml:brush xml:id="br0">
      <inkml:brushProperty name="width" value="0.025" units="cm"/>
      <inkml:brushProperty name="height" value="0.025" units="cm"/>
      <inkml:brushProperty name="color" value="#B2626F"/>
    </inkml:brush>
  </inkml:definitions>
  <inkml:trace contextRef="#ctx0" brushRef="#br0">31 68 6016 0 0,'0'-6'88'0'0,"0"4"-13"0"0,1 0 1 0 0,-1 0-1 0 0,0 1 0 0 0,1-1 1 0 0,-1 0-1 0 0,0 0 0 0 0,-1 0 1 0 0,1 0-1 0 0,0 0 1 0 0,0 0-1 0 0,-1 0 0 0 0,1 0 1 0 0,-1 0-1 0 0,0 0 0 0 0,0 1 1 0 0,1-1-1 0 0,-1 0 0 0 0,-2-2 1 0 0,-14 32 2924 0 0,16-26-2965 0 0,0-1 1 0 0,0 1-1 0 0,1-1 1 0 0,-1 1-1 0 0,1-1 1 0 0,-1 1-1 0 0,1 0 1 0 0,-1-1-1 0 0,1 1 0 0 0,0 0 1 0 0,0 0-1 0 0,0-1 1 0 0,0 1-1 0 0,0 3 1 0 0,0-5-31 0 0,0 0-1 0 0,1 1 1 0 0,-1-1-1 0 0,0 0 1 0 0,0 0 0 0 0,0 1-1 0 0,0-1 1 0 0,0 0 0 0 0,1 0-1 0 0,-1 1 1 0 0,0-1 0 0 0,0 0-1 0 0,0 0 1 0 0,1 0 0 0 0,-1 1-1 0 0,0-1 1 0 0,0 0 0 0 0,1 0-1 0 0,-1 0 1 0 0,0 0 0 0 0,1 0-1 0 0,-1 1 1 0 0,0-1 0 0 0,0 0-1 0 0,1 0 1 0 0,-1 0 0 0 0,0 0-1 0 0,1 0 1 0 0,14-6 49 0 0,19-24 17 0 0,-31 27-63 0 0,-1 1 0 0 0,0-1 0 0 0,0 0 0 0 0,0 1 0 0 0,-1-1 0 0 0,1 0 0 0 0,-1 0 0 0 0,1 0 0 0 0,-1-1 0 0 0,0 1 0 0 0,1-5 0 0 0,-2 7-6 0 0,0 1 0 0 0,-1-1 0 0 0,1 1 1 0 0,0-1-1 0 0,-1 1 0 0 0,1-1 0 0 0,-1 1 0 0 0,1-1 1 0 0,-1 1-1 0 0,1-1 0 0 0,-1 1 0 0 0,1 0 1 0 0,-1-1-1 0 0,1 1 0 0 0,-1 0 0 0 0,1-1 1 0 0,-1 1-1 0 0,0 0 0 0 0,1 0 0 0 0,-1 0 0 0 0,1 0 1 0 0,-1-1-1 0 0,0 1 0 0 0,1 0 0 0 0,-1 0 1 0 0,0 0-1 0 0,1 0 0 0 0,-1 0 0 0 0,0 1 0 0 0,1-1 1 0 0,-1 0-1 0 0,1 0 0 0 0,-2 1 0 0 0,0-1 2 0 0,0 0 0 0 0,0 0-1 0 0,-1 0 1 0 0,1 1 0 0 0,0-1-1 0 0,0 1 1 0 0,0-1-1 0 0,0 1 1 0 0,-3 1 0 0 0,4 0 8 0 0,0-1 0 0 0,0 0 0 0 0,0 0 0 0 0,0 1 1 0 0,0-1-1 0 0,0 0 0 0 0,0 1 0 0 0,0-1 0 0 0,1 1 1 0 0,-1-1-1 0 0,0 1 0 0 0,1 0 0 0 0,0-1 0 0 0,-1 1 0 0 0,1 0 1 0 0,0-1-1 0 0,0 1 0 0 0,0 0 0 0 0,0-1 0 0 0,0 4 1 0 0,1-3 11 0 0</inkml:trace>
</inkml:ink>
</file>

<file path=ppt/ink/ink3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49"/>
    </inkml:context>
    <inkml:brush xml:id="br0">
      <inkml:brushProperty name="width" value="0.025" units="cm"/>
      <inkml:brushProperty name="height" value="0.025" units="cm"/>
      <inkml:brushProperty name="color" value="#B2626F"/>
    </inkml:brush>
  </inkml:definitions>
  <inkml:trace contextRef="#ctx0" brushRef="#br0">35 24 3312 0 0,'0'0'313'0'0,"-19"19"2038"0"0,17-16-2129 0 0,0 0-1 0 0,0 0 1 0 0,0 0 0 0 0,1 1-1 0 0,-1-1 1 0 0,1 0 0 0 0,0 1 0 0 0,0-1-1 0 0,-1 8 241 0 0,24-17 94 0 0,-17 4-536 0 0,-1 1 1 0 0,1-2-1 0 0,-1 1 0 0 0,0 0 1 0 0,0-1-1 0 0,0 0 1 0 0,4-4-1 0 0,-7 6-1 0 0,0 0 0 0 0,0 0 1 0 0,0 0-1 0 0,0 0 0 0 0,0 0 0 0 0,0 0 1 0 0,0-1-1 0 0,0 1 0 0 0,0 0 0 0 0,-1-1 1 0 0,1 1-1 0 0,0 0 0 0 0,-1-1 0 0 0,1 1 1 0 0,-1-1-1 0 0,0 1 0 0 0,0-1 0 0 0,1 1 1 0 0,-1-1-1 0 0,0 1 0 0 0,0-1 0 0 0,0 1 1 0 0,-1-1-1 0 0,1 1 0 0 0,0-1 0 0 0,-1-2 1 0 0,1 3 3 0 0,-1 0 1 0 0,1 1 0 0 0,0-1-1 0 0,-1 0 1 0 0,1 0 0 0 0,-1 0-1 0 0,1 1 1 0 0,-1-1-1 0 0,1 0 1 0 0,-1 1 0 0 0,1-1-1 0 0,-1 1 1 0 0,0-1 0 0 0,1 0-1 0 0,-1 1 1 0 0,0-1 0 0 0,1 1-1 0 0,-1 0 1 0 0,0-1 0 0 0,0 1-1 0 0,0 0 1 0 0,1-1-1 0 0,-1 1 1 0 0,0 0 0 0 0,0 0-1 0 0,0 0 1 0 0,0 0 0 0 0,1-1-1 0 0,-1 1 1 0 0,0 0 0 0 0,0 1-1 0 0,0-1 1 0 0,0 0 0 0 0,1 0-1 0 0,-1 0 1 0 0,0 0-1 0 0,0 1 1 0 0,0-1 0 0 0,0 0-1 0 0,1 1 1 0 0,-1-1 0 0 0,0 1-1 0 0,1-1 1 0 0,-1 1 0 0 0,0-1-1 0 0,1 1 1 0 0,-2 0 0 0 0,0 1 42 0 0,-1 0 0 0 0,1 0 0 0 0,0 0-1 0 0,1 0 1 0 0,-1 0 0 0 0,0 1 0 0 0,0-1 0 0 0,1 0 0 0 0,0 1 0 0 0,-1-1 0 0 0,1 1 0 0 0,0 0 0 0 0,-1 3 0 0 0,2-4-6 0 0,-1-1-38 0 0,1 0-1 0 0,0 0 0 0 0,0-1 0 0 0,0 1 0 0 0,-1 0 1 0 0,1 0-1 0 0,0 0 0 0 0,0-1 0 0 0,0 1 1 0 0,0 0-1 0 0,1 0 0 0 0,-1 0 0 0 0,0 0 1 0 0,0-1-1 0 0,0 1 0 0 0,1 0 0 0 0,-1 0 0 0 0,0-1 1 0 0,1 1-1 0 0,-1 0 0 0 0,1 0 0 0 0,-1-1 1 0 0,0 1-1 0 0,1 0 0 0 0,0 0 0 0 0,0-1 61 0 0</inkml:trace>
</inkml:ink>
</file>

<file path=ppt/ink/ink3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50"/>
    </inkml:context>
    <inkml:brush xml:id="br0">
      <inkml:brushProperty name="width" value="0.025" units="cm"/>
      <inkml:brushProperty name="height" value="0.025" units="cm"/>
      <inkml:brushProperty name="color" value="#B2626F"/>
    </inkml:brush>
  </inkml:definitions>
  <inkml:trace contextRef="#ctx0" brushRef="#br0">40 13 2608 0 0,'0'0'576'0'0,"-26"18"1592"0"0,19 4-1331 0 0,7-21-831 0 0,0-1 0 0 0,0 0 0 0 0,-1 1 0 0 0,1-1 0 0 0,0 1 0 0 0,0-1 0 0 0,0 0 0 0 0,0 1 0 0 0,0-1 0 0 0,0 1 0 0 0,0-1-1 0 0,0 0 1 0 0,0 1 0 0 0,0-1 0 0 0,0 1 0 0 0,0-1 0 0 0,0 0 0 0 0,0 1 0 0 0,0-1 0 0 0,1 0 0 0 0,-1 1 0 0 0,0-1 0 0 0,0 0 0 0 0,0 1-1 0 0,1-1 1 0 0,-1 0 0 0 0,0 1 0 0 0,0-1 0 0 0,1 0 0 0 0,-1 1 0 0 0,0-1 0 0 0,0 0 0 0 0,1 0 0 0 0,-1 1 0 0 0,0-1 0 0 0,1 0 0 0 0,-1 0-1 0 0,1 0 1 0 0,-1 0 0 0 0,0 1 0 0 0,1-1 0 0 0,-1 0 0 0 0,0 0 0 0 0,1 0 0 0 0,-1 0 0 0 0,1 0 0 0 0,-1 0 0 0 0,0 0 0 0 0,1 0 0 0 0,-1 0 0 0 0,1 0-1 0 0,-1 0 1 0 0,0 0 0 0 0,1 0 0 0 0,0-1 0 0 0,1 0 6 0 0,1 0 0 0 0,-1 0 1 0 0,0 0-1 0 0,1-1 0 0 0,-1 1 0 0 0,0-1 0 0 0,0 1 0 0 0,0-1 1 0 0,0 0-1 0 0,0 0 0 0 0,-1 0 0 0 0,1 0 0 0 0,0 0 0 0 0,-1 0 0 0 0,0 0 1 0 0,3-4-1 0 0,-4 5-7 0 0,0 0 0 0 0,1 0 0 0 0,-1 0 0 0 0,0 0 0 0 0,1 0 0 0 0,-1 0 0 0 0,0 0-1 0 0,0 0 1 0 0,0 0 0 0 0,0 1 0 0 0,0-1 0 0 0,0 0 0 0 0,0 0 0 0 0,0 0 0 0 0,0 0 0 0 0,0 0 0 0 0,-1 0 0 0 0,1 0 0 0 0,0 0 0 0 0,-1 0 0 0 0,1 0 0 0 0,0 1 0 0 0,-1-1 0 0 0,1 0 0 0 0,-1 0 0 0 0,0 0 0 0 0,1 1 0 0 0,-1-1 0 0 0,1 0 0 0 0,-1 1 0 0 0,0-1 0 0 0,0 0 0 0 0,1 1 0 0 0,-1-1 0 0 0,0 1-1 0 0,0 0 1 0 0,0-1 0 0 0,0 1 0 0 0,1-1 0 0 0,-1 1 0 0 0,0 0 0 0 0,0 0 0 0 0,0 0 0 0 0,0-1 0 0 0,0 1 0 0 0,-2 0 0 0 0,2 0 12 0 0,0 0-1 0 0,0 0 1 0 0,0-1-1 0 0,0 1 1 0 0,0 0 0 0 0,0 0-1 0 0,0 0 1 0 0,0 0-1 0 0,0 1 1 0 0,-1-1 0 0 0,1 0-1 0 0,0 0 1 0 0,0 1-1 0 0,0-1 1 0 0,0 0 0 0 0,0 1-1 0 0,0-1 1 0 0,0 1-1 0 0,1-1 1 0 0,-1 1 0 0 0,0 0-1 0 0,0-1 1 0 0,-1 2-1 0 0,1 0 47 0 0,0-1 0 0 0,0 1-1 0 0,0 0 1 0 0,0 0-1 0 0,1 0 1 0 0,-1 0-1 0 0,1 0 1 0 0,-1 0 0 0 0,1-1-1 0 0,0 1 1 0 0,-1 4-1 0 0,1-4 76 0 0</inkml:trace>
</inkml:ink>
</file>

<file path=ppt/ink/ink3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51"/>
    </inkml:context>
    <inkml:brush xml:id="br0">
      <inkml:brushProperty name="width" value="0.025" units="cm"/>
      <inkml:brushProperty name="height" value="0.025" units="cm"/>
      <inkml:brushProperty name="color" value="#B2626F"/>
    </inkml:brush>
  </inkml:definitions>
  <inkml:trace contextRef="#ctx0" brushRef="#br0">30 12 7136 0 0,'0'0'760'0'0,"-19"21"-71"0"0,18-19-631 0 0,0-1 0 0 0,0 1 0 0 0,-1 0 0 0 0,1 0 0 0 0,1 0 0 0 0,-1 0 0 0 0,0 1 0 0 0,0-1 0 0 0,0 3 0 0 0,1-5-46 0 0,0 1 1 0 0,0-1 0 0 0,0 0-1 0 0,0 0 1 0 0,0 1 0 0 0,0-1-1 0 0,0 0 1 0 0,0 0 0 0 0,0 1-1 0 0,0-1 1 0 0,1 0-1 0 0,-1 0 1 0 0,0 0 0 0 0,0 1-1 0 0,0-1 1 0 0,0 0 0 0 0,0 0-1 0 0,0 0 1 0 0,1 0 0 0 0,-1 1-1 0 0,0-1 1 0 0,0 0-1 0 0,0 0 1 0 0,1 0 0 0 0,-1 0-1 0 0,0 0 1 0 0,0 0 0 0 0,0 1-1 0 0,1-1 1 0 0,-1 0 0 0 0,0 0-1 0 0,15-2 156 0 0,-13 1-159 0 0,0 0 0 0 0,1-1-1 0 0,-1 1 1 0 0,0-1 0 0 0,0 0 0 0 0,0 1 0 0 0,-1-1-1 0 0,1 0 1 0 0,0 0 0 0 0,2-4 0 0 0,-3 5 4 0 0,-1 0 1 0 0,1 0 0 0 0,0 0-1 0 0,-1 0 1 0 0,1 0-1 0 0,0 0 1 0 0,-1 0-1 0 0,0 0 1 0 0,1 0-1 0 0,-1 0 1 0 0,1 0 0 0 0,-1 0-1 0 0,0 0 1 0 0,0-1-1 0 0,0 1 1 0 0,0 0-1 0 0,0 0 1 0 0,0 0-1 0 0,0 0 1 0 0,0-1 0 0 0,0 1-1 0 0,0 0 1 0 0,-1 0-1 0 0,1 0 1 0 0,-1-2-1 0 0,0 2 3 0 0,1 1 0 0 0,-1-1 0 0 0,0 0-1 0 0,1 1 1 0 0,-1-1 0 0 0,0 1-1 0 0,1-1 1 0 0,-1 1 0 0 0,0 0 0 0 0,0-1-1 0 0,0 1 1 0 0,1 0 0 0 0,-1-1-1 0 0,0 1 1 0 0,0 0 0 0 0,0 0 0 0 0,0 0-1 0 0,0 0 1 0 0,1 0 0 0 0,-1 0 0 0 0,0 0-1 0 0,0 0 1 0 0,0 0 0 0 0,0 0-1 0 0,0 0 1 0 0,1 1 0 0 0,-1-1 0 0 0,0 0-1 0 0,0 1 1 0 0,0-1 0 0 0,1 0-1 0 0,-1 1 1 0 0,0-1 0 0 0,0 1 0 0 0,0 0-1 0 0,-1 0 26 0 0,1 0 0 0 0,0 0 0 0 0,0 1 0 0 0,-1-1 0 0 0,1 0 0 0 0,0 0 0 0 0,0 1 0 0 0,0-1 0 0 0,0 1 0 0 0,1-1 0 0 0,-1 0-1 0 0,0 1 1 0 0,0 0 0 0 0,1-1 0 0 0,-1 1 0 0 0,1-1 0 0 0,-1 4 0 0 0,1-3 36 0 0,0 0-3 0 0</inkml:trace>
</inkml:ink>
</file>

<file path=ppt/ink/ink3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52"/>
    </inkml:context>
    <inkml:brush xml:id="br0">
      <inkml:brushProperty name="width" value="0.025" units="cm"/>
      <inkml:brushProperty name="height" value="0.025" units="cm"/>
      <inkml:brushProperty name="color" value="#B2626F"/>
    </inkml:brush>
  </inkml:definitions>
  <inkml:trace contextRef="#ctx0" brushRef="#br0">22 5 3712 0 0,'-16'26'4728'0'0,"11"-5"-3346"0"0,8-16-499 0 0,10-11-651 0 0,-10 4-170 0 0,1-1 1 0 0,-1 0-1 0 0,0 0 1 0 0,0 0-1 0 0,0 0 1 0 0,0 0-1 0 0,0-1 1 0 0,-1 1-1 0 0,1-1 0 0 0,-1 0 1 0 0,3-5-1 0 0,-6 9-52 0 0,1-1 0 0 0,0 1 0 0 0,-1-1 0 0 0,1 1 0 0 0,0-1 0 0 0,-1 1 0 0 0,1 0 0 0 0,-1-1 0 0 0,1 1 0 0 0,-1 0 0 0 0,1-1 0 0 0,-1 1 0 0 0,1 0 0 0 0,-1 0 0 0 0,1-1 0 0 0,-1 1 0 0 0,1 0 0 0 0,-1 0 0 0 0,1 0 0 0 0,-1 0 0 0 0,1 0 0 0 0,-1 0 0 0 0,1 0 0 0 0,-1 0 0 0 0,0 0 0 0 0,1 0 0 0 0,-1 0 0 0 0,1 0 0 0 0,-1 0 0 0 0,1 0 0 0 0,-1 1 0 0 0,-20 2 74 0 0,20-2-66 0 0,-1-1 0 0 0,1 1 0 0 0,0 0 0 0 0,0 0 0 0 0,0-1 0 0 0,0 1 0 0 0,0 0 0 0 0,0 0 0 0 0,1 0 0 0 0,-1 0 0 0 0,0 0 0 0 0,0 0 0 0 0,1 1 0 0 0,-1-1 0 0 0,0 2-1 0 0,0-2-9 0 0,1-1-1 0 0,0 1 0 0 0,0-1 1 0 0,0 1-1 0 0,0-1 0 0 0,0 1 0 0 0,0-1 1 0 0,0 1-1 0 0,0-1 0 0 0,0 1 0 0 0,0-1 1 0 0,0 1-1 0 0,0-1 0 0 0,0 1 0 0 0,1-1 1 0 0,-1 1-1 0 0,0-1 0 0 0,0 1 0 0 0,0-1 1 0 0,1 0-1 0 0,-1 1 0 0 0,0-1 0 0 0,1 1 1 0 0,-1-1-1 0 0,0 0 0 0 0,1 1 1 0 0,-1-1-1 0 0,0 0 0 0 0,1 1 0 0 0,-1-1 1 0 0,1 0-1 0 0,-1 0 0 0 0,0 1 0 0 0,1-1 1 0 0,-1 0-1 0 0,1 0 0 0 0,-1 0 0 0 0,1 0 1 0 0,-1 0-1 0 0,1 1 0 0 0,-1-1 0 0 0,1 0 1 0 0,0 0-1 0 0,2 0 32 0 0</inkml:trace>
</inkml:ink>
</file>

<file path=ppt/ink/ink3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53"/>
    </inkml:context>
    <inkml:brush xml:id="br0">
      <inkml:brushProperty name="width" value="0.025" units="cm"/>
      <inkml:brushProperty name="height" value="0.025" units="cm"/>
      <inkml:brushProperty name="color" value="#B2626F"/>
    </inkml:brush>
  </inkml:definitions>
  <inkml:trace contextRef="#ctx0" brushRef="#br0">1 172 4816 0 0,'0'0'4304'0'0,"16"9"-3570"0"0,49-13 1098 0 0,-62 4-1801 0 0,0-1 1 0 0,0 1-1 0 0,0-1 0 0 0,-1 0 0 0 0,1 0 0 0 0,0 0 0 0 0,0-1 1 0 0,2-1-1 0 0,19-7 172 0 0,23-2 149 0 0,-38 9-290 0 0,0 0 0 0 0,1 0 0 0 0,-1 1 0 0 0,19-1 0 0 0,-24 2-44 0 0,0 1 0 0 0,0-1 0 0 0,0 0 1 0 0,0 0-1 0 0,0 0 0 0 0,0-1 0 0 0,0 1 1 0 0,6-5-1 0 0,20-6 42 0 0,-21 10-25 0 0,1-1 0 0 0,18-8 0 0 0,-10 3-16 0 0,37-9 1 0 0,-29 14-23 0 0,-22 2-7 0 0,1 1-1 0 0,-1-1 1 0 0,1 1 0 0 0,-1-1 0 0 0,0 0 0 0 0,1-1 0 0 0,5-2 0 0 0,43-23-530 0 0,-15 5 148 0 0,-36 21 344 0 0</inkml:trace>
</inkml:ink>
</file>

<file path=ppt/ink/ink3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54"/>
    </inkml:context>
    <inkml:brush xml:id="br0">
      <inkml:brushProperty name="width" value="0.025" units="cm"/>
      <inkml:brushProperty name="height" value="0.025" units="cm"/>
      <inkml:brushProperty name="color" value="#B2626F"/>
    </inkml:brush>
  </inkml:definitions>
  <inkml:trace contextRef="#ctx0" brushRef="#br0">493 387 4416 0 0,'7'0'50'0'0,"0"-1"1"0"0,-1-1-1 0 0,1 1 0 0 0,0-1 0 0 0,-1 0 1 0 0,11-5-1 0 0,11-4 78 0 0,24-12 311 0 0,-48 22-429 0 0,8-5 390 0 0,-10 6-314 0 0,0-1 0 0 0,-1 0 0 0 0,1 0 0 0 0,0 0 0 0 0,0 0-1 0 0,0 0 1 0 0,-1 0 0 0 0,1-1 0 0 0,0 1 0 0 0,-1-1 0 0 0,3-2 0 0 0,-2 1 162 0 0,1 0 0 0 0,-1 0 1 0 0,0 0-1 0 0,0 0 0 0 0,0 0 1 0 0,0-1-1 0 0,2-6 0 0 0,-4 10-66 0 0,0-4-32 0 0,0 0 1 0 0,0 0 0 0 0,0 1-1 0 0,-1-1 1 0 0,1 0 0 0 0,-1 0-1 0 0,-1-3 1 0 0,-1 2-18 0 0,-1 0-1 0 0,1 1 1 0 0,-1-1-1 0 0,0 1 1 0 0,0 0-1 0 0,0 0 0 0 0,-7-4 1 0 0,6 4 49 0 0,2 1-51 0 0,0 1 0 0 0,0-1-1 0 0,0 1 1 0 0,0 0 0 0 0,-1 0 0 0 0,1 1 0 0 0,-1-1 0 0 0,-6-2 0 0 0,-37-5 718 0 0,45 9-808 0 0,1-1-1 0 0,0 1 0 0 0,-1-1 1 0 0,1 0-1 0 0,0 1 0 0 0,-1-1 1 0 0,1 0-1 0 0,0 0 1 0 0,0 0-1 0 0,0 0 0 0 0,0 0 1 0 0,0 0-1 0 0,0 0 0 0 0,0 0 1 0 0,0 0-1 0 0,0 0 0 0 0,0-1 1 0 0,0 1-1 0 0,1 0 1 0 0,-1-2-1 0 0,0 1 0 0 0,0 0 0 0 0,0 1 0 0 0,0-1 0 0 0,0 0 0 0 0,0 1 1 0 0,0-1-1 0 0,-1 1 0 0 0,1 0 0 0 0,-1-1 0 0 0,1 1 0 0 0,-1 0 0 0 0,1 0 0 0 0,-1 0 0 0 0,-2-2 1 0 0,-7-3 218 0 0,10 5-207 0 0,0 0-1 0 0,0 0 0 0 0,0 1 1 0 0,-1-1-1 0 0,1 0 0 0 0,0 1 1 0 0,0-1-1 0 0,-1 1 0 0 0,1-1 1 0 0,0 1-1 0 0,-3-1 1 0 0,0 0-7 0 0,0 0 1 0 0,0 0 0 0 0,0-1-1 0 0,0 1 1 0 0,0-1 0 0 0,1 0 0 0 0,-1 0-1 0 0,-4-4 1 0 0,-18-9 182 0 0,-40-14 574 0 0,66 29-802 0 0,-7-2 23 0 0,-1-1-1 0 0,1 1 0 0 0,-1 1 1 0 0,1-1-1 0 0,-16 0 0 0 0,-17-8-62 0 0,-52 1 858 0 0,32 3-317 0 0,37 2-336 0 0,-1 2-58 0 0,18 2-30 0 0,1 0 0 0 0,-1-1 0 0 0,1 0-1 0 0,-1 0 1 0 0,1 0 0 0 0,-1-1 0 0 0,-9-3 0 0 0,13 4-59 0 0</inkml:trace>
</inkml:ink>
</file>

<file path=ppt/ink/ink3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55"/>
    </inkml:context>
    <inkml:brush xml:id="br0">
      <inkml:brushProperty name="width" value="0.025" units="cm"/>
      <inkml:brushProperty name="height" value="0.025" units="cm"/>
      <inkml:brushProperty name="color" value="#B2626F"/>
    </inkml:brush>
  </inkml:definitions>
  <inkml:trace contextRef="#ctx0" brushRef="#br0">0 1 4120 0 0,'0'0'172'0'0,"14"3"2504"0"0,-6 6 1860 0 0,16 5-4316 0 0,-16-9 253 0 0,62 34 410 0 0,-44-29-433 0 0,1-2 0 0 0,47 10 0 0 0,-72-17-440 0 0,32 5 312 0 0,-20-4 72 0 0,0 1-1 0 0,21 6 0 0 0,-5-4 563 0 0,-5-2-464 0 0,4-1-38 0 0,-25-2-385 0 0,0-1 0 0 0,0 1 0 0 0,0 1 0 0 0,-1-1 0 0 0,1 1 0 0 0,6 1 0 0 0,-1 0 14 0 0,0-1 0 0 0,-1 0 0 0 0,1 0 0 0 0,0 0 0 0 0,0-1 0 0 0,-1-1 0 0 0,1 0 0 0 0,15-3 0 0 0,27-1 48 0 0,-28 7-107 0 0,-20-1-23 0 0,1 0 0 0 0,-1-1 0 0 0,1 0 0 0 0,-1 0 1 0 0,1 0-1 0 0,-1 0 0 0 0,1 0 0 0 0,4-1 0 0 0,37-6-23 0 0,-42 7 20 0 0</inkml:trace>
</inkml:ink>
</file>

<file path=ppt/ink/ink3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56"/>
    </inkml:context>
    <inkml:brush xml:id="br0">
      <inkml:brushProperty name="width" value="0.025" units="cm"/>
      <inkml:brushProperty name="height" value="0.025" units="cm"/>
      <inkml:brushProperty name="color" value="#B2626F"/>
    </inkml:brush>
  </inkml:definitions>
  <inkml:trace contextRef="#ctx0" brushRef="#br0">0 3 10152 0 0,'0'0'1340'0'0,"30"-1"26"0"0,-25 2-1138 0 0,1-1 0 0 0,-1 1 0 0 0,1-1 0 0 0,-1 0 0 0 0,8-2 0 0 0,11 0 120 0 0,46 9 103 0 0,-42-8-242 0 0,-18 0-150 0 0,-1 1 1 0 0,1 0 0 0 0,-1 1 0 0 0,1 0 0 0 0,16 3 0 0 0,2 4 87 0 0,35 4 1 0 0,-38-10-34 0 0,-16-2-35 0 0,-1 1 0 0 0,1 0 1 0 0,-1 1-1 0 0,10 2 0 0 0,5 4 91 0 0,-12-5-110 0 0,-1 0 1 0 0,1 1-1 0 0,-1 0 1 0 0,13 8-1 0 0,-8-3-38 0 0,-1 0 0 0 0,31 12-1 0 0,-45-16-21 0 0,0 0 0 0 0,0 1 0 0 0,0-1 0 0 0,1 0 0 0 0,2 9 0 0 0,-3-12 14 0 0,0-1-1 0 0,0 0 1 0 0,-1 0-1 0 0,1 1 0 0 0,0-1 1 0 0,-1 0-1 0 0,1 1 1 0 0,-1-1-1 0 0,1 0 0 0 0,-1 0 1 0 0,0 0-1 0 0,1 0 0 0 0,-1 0 1 0 0,0 0-1 0 0,0 0 1 0 0,0 0-1 0 0,0 0 0 0 0,0 0 1 0 0,0 0-1 0 0,0 0 1 0 0,-2 1-1 0 0,-9 12 150 0 0,11-12-97 0 0,0 0 0 0 0,0 0 0 0 0,0-1 0 0 0,0 1 0 0 0,0 0 0 0 0,0-1 0 0 0,0 1 0 0 0,0-1 0 0 0,-1 1 0 0 0,1-1 0 0 0,-1 0 0 0 0,1 0 0 0 0,-1 1 0 0 0,1-1 0 0 0,-1 0 0 0 0,0 0 0 0 0,-3 1 1 0 0,-6 5 93 0 0,6-5-144 0 0,1 1-1 0 0,-1-1 1 0 0,0 0-1 0 0,0-1 1 0 0,-9 3-1 0 0,-16 6 37 0 0,-33 14 44 0 0,60-22-93 0 0,-1 0 7 0 0,0 1 1 0 0,-1-1 0 0 0,0 0-1 0 0,1 0 1 0 0,-1 0 0 0 0,0-1 0 0 0,-8 2-1 0 0,8-2 2 0 0,1-1-1 0 0,0 1 0 0 0,-1 1 0 0 0,1-1 0 0 0,0 1 0 0 0,0 0 0 0 0,-8 4 1 0 0,-16 7 52 0 0,-9-3 376 0 0,-35 9 77 0 0,19-1 6 0 0,-21 5-69 0 0,71-23-438 0 0</inkml:trace>
</inkml:ink>
</file>

<file path=ppt/ink/ink3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57"/>
    </inkml:context>
    <inkml:brush xml:id="br0">
      <inkml:brushProperty name="width" value="0.025" units="cm"/>
      <inkml:brushProperty name="height" value="0.025" units="cm"/>
      <inkml:brushProperty name="color" value="#B2626F"/>
    </inkml:brush>
  </inkml:definitions>
  <inkml:trace contextRef="#ctx0" brushRef="#br0">0 0 5920 0 0,'0'0'4649'0'0,"33"1"-3082"0"0,51 9-102 0 0,-68-8-1367 0 0,0 2 0 0 0,-1-1 0 0 0,17 8 0 0 0,-2-2 30 0 0,11 0 360 0 0,9 3 967 0 0,-33-1-134 0 0,-17-10-1251 0 0</inkml:trace>
</inkml:ink>
</file>

<file path=ppt/ink/ink3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58"/>
    </inkml:context>
    <inkml:brush xml:id="br0">
      <inkml:brushProperty name="width" value="0.025" units="cm"/>
      <inkml:brushProperty name="height" value="0.025" units="cm"/>
      <inkml:brushProperty name="color" value="#B2626F"/>
    </inkml:brush>
  </inkml:definitions>
  <inkml:trace contextRef="#ctx0" brushRef="#br0">3 35 10656 0 0,'0'0'1526'0'0,"34"-2"1060"0"0,77 8-2233 0 0,28 4 782 0 0,-131-10-946 0 0,-1 0 1 0 0,1 0 0 0 0,14-3 0 0 0,9-1 490 0 0,0 0 0 0 0,45 1-1 0 0,-67 3-456 0 0,1-1 0 0 0,-1-1 0 0 0,10-2 0 0 0,-12 2-155 0 0,0 0-1 0 0,-1 1 0 0 0,1 0 1 0 0,0 1-1 0 0,0-1 1 0 0,0 1-1 0 0,-1 0 0 0 0,9 2 1 0 0,-11-2-1 0 0,0 1 1 0 0,1-1-1 0 0,-1 0 1 0 0,1 0-1 0 0,5-1 1 0 0,10 0 131 0 0,-28 0 152 0 0,2 1-308 0 0,1-1-1 0 0,0 1 1 0 0,0 0-1 0 0,-1 0 0 0 0,1 1 1 0 0,0-1-1 0 0,-6 2 0 0 0,0 1-23 0 0,-1 0 0 0 0,0-2 0 0 0,0 1 1 0 0,0-1-1 0 0,-15-2 0 0 0,-27 4 34 0 0,39-1-54 0 0,-1-1-1 0 0,1 0 1 0 0,-1-1-1 0 0,-29-4 0 0 0,-6 3-177 0 0,28 2 120 0 0,12-1-56 0 0,-1-1-1 0 0,-20-5 1 0 0,-4 0-90 0 0,-14 6 17 0 0,38 1 114 0 0,0-1 0 0 0,-22-2-1 0 0,28 0 62 0 0,0 1 1 0 0,0-1-1 0 0,0-1 0 0 0,0 1 0 0 0,-8-5 0 0 0,9 5 10 0 0,-6 1-21 0 0,9 1 24 0 0</inkml:trace>
</inkml:ink>
</file>

<file path=ppt/ink/ink3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59"/>
    </inkml:context>
    <inkml:brush xml:id="br0">
      <inkml:brushProperty name="width" value="0.025" units="cm"/>
      <inkml:brushProperty name="height" value="0.025" units="cm"/>
      <inkml:brushProperty name="color" value="#B2626F"/>
    </inkml:brush>
  </inkml:definitions>
  <inkml:trace contextRef="#ctx0" brushRef="#br0">556 384 96 0 0,'0'0'16'0'0,"-2"-2"-8"0"0,-65-43 1783 0 0,61 41-1449 0 0,0 1 1 0 0,-1-1 0 0 0,1 1 0 0 0,-1 0 0 0 0,-8-2 0 0 0,-23-12 265 0 0,-48-42 576 0 0,14 16 109 0 0,41 20-1019 0 0,27 19-176 0 0,-1 0 0 0 0,0 0-1 0 0,0 0 1 0 0,-1 1-1 0 0,-5-4 1 0 0,0 1 163 0 0,0 0 0 0 0,0-1-1 0 0,1-1 1 0 0,-10-8 0 0 0,-16-11 27 0 0,-4-3 40 0 0,34 24-264 0 0,0 0-1 0 0,1-1 0 0 0,0 0 1 0 0,-8-12-1 0 0,10 18-23 0 0,3 1-30 0 0</inkml:trace>
</inkml:ink>
</file>

<file path=ppt/ink/ink3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60"/>
    </inkml:context>
    <inkml:brush xml:id="br0">
      <inkml:brushProperty name="width" value="0.025" units="cm"/>
      <inkml:brushProperty name="height" value="0.025" units="cm"/>
      <inkml:brushProperty name="color" value="#B2626F"/>
    </inkml:brush>
  </inkml:definitions>
  <inkml:trace contextRef="#ctx0" brushRef="#br0">453 311 4312 0 0,'0'0'192'0'0,"-24"-12"251"0"0,-65-32 346 0 0,31 11-741 0 0,41 24 0 0 0,1 0 0 0 0,-26-20 0 0 0,25 16 88 0 0,3 4-50 0 0,1 0 560 0 0,-1 0 1 0 0,2-1-1 0 0,0 0 1 0 0,-20-21-1 0 0,27 25-402 0 0,0 1 0 0 0,0-1-1 0 0,0 2 1 0 0,-8-6-1 0 0,-17-17 875 0 0,3 4-612 0 0,25 21-490 0 0</inkml:trace>
</inkml:ink>
</file>

<file path=ppt/ink/ink3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61"/>
    </inkml:context>
    <inkml:brush xml:id="br0">
      <inkml:brushProperty name="width" value="0.025" units="cm"/>
      <inkml:brushProperty name="height" value="0.025" units="cm"/>
      <inkml:brushProperty name="color" value="#B2626F"/>
    </inkml:brush>
  </inkml:definitions>
  <inkml:trace contextRef="#ctx0" brushRef="#br0">336 229 5520 0 0,'0'0'886'0'0,"-23"-24"201"0"0,14 15-885 0 0,-1 1 0 0 0,0 0-1 0 0,-21-12 1 0 0,-4-3-152 0 0,27 17-34 0 0,-1 2 0 0 0,0-1 0 0 0,0 1 0 0 0,-11-3 0 0 0,13 4-1 0 0,0 1 1 0 0,0-1-1 0 0,0 0 0 0 0,0-1 1 0 0,1 1-1 0 0,-1-1 0 0 0,1-1 0 0 0,-10-8 1 0 0,13 11 19 0 0,0-1 1 0 0,0 1 0 0 0,0-1 0 0 0,-1 1-1 0 0,1 0 1 0 0,-1 1 0 0 0,-6-4-1 0 0,6 4 12 0 0,0-1-1 0 0,1 1 1 0 0,-1-1-1 0 0,1 0 1 0 0,-1 0-1 0 0,1-1 1 0 0,0 1-1 0 0,-6-6 1 0 0,-13-18 679 0 0,22 24-676 0 0</inkml:trace>
</inkml:ink>
</file>

<file path=ppt/ink/ink3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62"/>
    </inkml:context>
    <inkml:brush xml:id="br0">
      <inkml:brushProperty name="width" value="0.025" units="cm"/>
      <inkml:brushProperty name="height" value="0.025" units="cm"/>
      <inkml:brushProperty name="color" value="#B2626F"/>
    </inkml:brush>
  </inkml:definitions>
  <inkml:trace contextRef="#ctx0" brushRef="#br0">0 1 96 0 0,'0'0'3712'0'0,"2"12"-895"0"0,4-12-2779 0 0,0 1-1 0 0,0 0 1 0 0,1 1 0 0 0,-1 0-1 0 0,0-1 1 0 0,-1 2 0 0 0,8 3-1 0 0,-7-3 2 0 0,1-1 0 0 0,-1 1 0 0 0,0-1 0 0 0,1 0 0 0 0,12 1 0 0 0,-10-2-39 0 0,-1 1 0 0 0,0-1 0 0 0,11 5 0 0 0,-12-4 0 0 0,1 0 0 0 0,-1 0 0 0 0,0 0 0 0 0,14 0 0 0 0,5 1 46 0 0,-22-2-34 0 0,0 0 0 0 0,0-1 1 0 0,0 1-1 0 0,1-1 0 0 0,-1 0 0 0 0,0 0 1 0 0,7-1-1 0 0,-4 0 35 0 0,0 1 0 0 0,0 0 0 0 0,0 0 0 0 0,0 1 1 0 0,-1 0-1 0 0,1 0 0 0 0,0 0 0 0 0,0 1 0 0 0,7 3 0 0 0,25 5 136 0 0,-7-1 188 0 0,-25-8-219 0 0,0-1 1 0 0,0 1-1 0 0,1-1 1 0 0,12-1-1 0 0,21 1 959 0 0,-21 7-566 0 0,-17-6-469 0 0,-1 0 0 0 0,0 0 0 0 0,1 0 0 0 0,-1 0 0 0 0,1-1 0 0 0,0 1 0 0 0,-1 0 1 0 0,5-1-1 0 0,47 10 1362 0 0,-23-9-738 0 0,-6 6-278 0 0,-21-6-369 0 0,-1 0-1 0 0,0 0 1 0 0,0 0-1 0 0,1 0 1 0 0,-1-1-1 0 0,0 1 1 0 0,1-1-1 0 0,4 0 1 0 0,-3 0 139 0 0,0 0-1 0 0,0 1 1 0 0,0 0 0 0 0,1 0 0 0 0,-1 0 0 0 0,8 4 0 0 0,-12-5-79 0 0,17 7 356 0 0,-18-7-451 0 0</inkml:trace>
</inkml:ink>
</file>

<file path=ppt/ink/ink3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63"/>
    </inkml:context>
    <inkml:brush xml:id="br0">
      <inkml:brushProperty name="width" value="0.025" units="cm"/>
      <inkml:brushProperty name="height" value="0.025" units="cm"/>
      <inkml:brushProperty name="color" value="#B2626F"/>
    </inkml:brush>
  </inkml:definitions>
  <inkml:trace contextRef="#ctx0" brushRef="#br0">34 329 96 0 0,'0'0'1399'0'0,"30"20"773"0"0,37-2-6 0 0,-51-15-1410 0 0,0 1 309 0 0,1-2 0 0 0,25 3 0 0 0,-37-6-893 0 0,-1 1 0 0 0,0-1 0 0 0,1 0 0 0 0,-1 0 0 0 0,6-3 0 0 0,14-2 330 0 0,-21 5-449 0 0,0-1-1 0 0,0 1 0 0 0,0-1 0 0 0,0 0 1 0 0,0 0-1 0 0,0 0 0 0 0,0 0 0 0 0,0 0 1 0 0,-1-1-1 0 0,1 1 0 0 0,3-6 0 0 0,2 0-52 0 0,-6 4-3 0 0,0 1 0 0 0,0-1 0 0 0,0 0 0 0 0,0 0 0 0 0,0 0 0 0 0,-1 0 0 0 0,0 0 0 0 0,0 0 0 0 0,0-1 0 0 0,0 1 0 0 0,-1 0 0 0 0,1-1 0 0 0,-1 1 0 0 0,0 0 0 0 0,-1-5 0 0 0,3-26 435 0 0,-5-12 89 0 0,3-19-9 0 0,-1 53-342 0 0,1 9-126 0 0,0 0 0 0 0,0 0 0 0 0,0 1 0 0 0,-1-1 0 0 0,1 1 1 0 0,-1-1-1 0 0,0 0 0 0 0,-2-4 0 0 0,-1 3-11 0 0,-1 0 0 0 0,0 0 0 0 0,0 1 0 0 0,0-1 0 0 0,0 1 0 0 0,-1 0 0 0 0,1 1 0 0 0,-1-1 0 0 0,0 1 0 0 0,0 0 0 0 0,-13-3 0 0 0,8 3-20 0 0,0 0 0 0 0,0 2 1 0 0,0-1-1 0 0,0 1 0 0 0,-21 1 1 0 0,20 0-11 0 0,3 0-3 0 0,1 0 0 0 0,1 0 0 0 0,0 0 0 0 0,0 1 0 0 0,0 0 0 0 0,0 0 0 0 0,-8 3 0 0 0,-2-1-57 0 0,15-3 47 0 0,1 0 1 0 0,-1 1 0 0 0,0-1-1 0 0,0 0 1 0 0,1 1-1 0 0,-1-1 1 0 0,1 1 0 0 0,-1 0-1 0 0,0-1 1 0 0,1 1 0 0 0,-1 0-1 0 0,1 0 1 0 0,-1 0 0 0 0,1 0-1 0 0,-3 2 1 0 0,0 2-5 0 0,0 1 0 0 0,0-1 0 0 0,1 0 0 0 0,-1 1 0 0 0,1 0 0 0 0,0 0 0 0 0,0 0 0 0 0,1 0 0 0 0,0 0 0 0 0,0 0 0 0 0,1 1 0 0 0,-1-1 0 0 0,1 7 0 0 0,-3 7 1 0 0,3-14 5 0 0,0 1 1 0 0,0-1 0 0 0,1 1-1 0 0,0-1 1 0 0,1 1 0 0 0,-1-1 0 0 0,1 1-1 0 0,0-1 1 0 0,1 1 0 0 0,3 9-1 0 0,0 3 1 0 0,-3-11 7 0 0,-1-1 0 0 0,0 0 0 0 0,0 15 0 0 0,-1-17 0 0 0</inkml:trace>
</inkml:ink>
</file>

<file path=ppt/ink/ink3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64"/>
    </inkml:context>
    <inkml:brush xml:id="br0">
      <inkml:brushProperty name="width" value="0.025" units="cm"/>
      <inkml:brushProperty name="height" value="0.025" units="cm"/>
      <inkml:brushProperty name="color" value="#B2626F"/>
    </inkml:brush>
  </inkml:definitions>
  <inkml:trace contextRef="#ctx0" brushRef="#br0">133 16 3912 0 0,'0'0'2358'0'0,"-25"-13"-2214"0"0,13 12-135 0 0,-20 0 24 0 0,26 4 193 0 0,1 0 0 0 0,-1 0 0 0 0,1 0 0 0 0,0 1 0 0 0,0 0 1 0 0,1 0-1 0 0,-1 0 0 0 0,1 1 0 0 0,-7 7 0 0 0,10-10-198 0 0,0-1 1 0 0,0 1-1 0 0,1 0 0 0 0,-1-1 0 0 0,0 1 0 0 0,0 0 1 0 0,1 0-1 0 0,-1-1 0 0 0,1 1 0 0 0,0 0 1 0 0,-1 0-1 0 0,1 0 0 0 0,0 0 0 0 0,0 0 1 0 0,0-1-1 0 0,1 1 0 0 0,-1 0 0 0 0,0 0 0 0 0,1 0 1 0 0,-1 0-1 0 0,1-1 0 0 0,-1 1 0 0 0,1 0 1 0 0,0 0-1 0 0,0-1 0 0 0,0 1 0 0 0,0-1 1 0 0,0 1-1 0 0,0-1 0 0 0,0 1 0 0 0,0-1 1 0 0,1 1-1 0 0,-1-1 0 0 0,0 0 0 0 0,1 0 0 0 0,-1 0 1 0 0,1 0-1 0 0,0 0 0 0 0,3 2 0 0 0,0-1 110 0 0,0 0-1 0 0,0-1 0 0 0,0 1 0 0 0,1-1 0 0 0,-1 0 0 0 0,0 0 0 0 0,1-1 0 0 0,-1 1 1 0 0,0-1-1 0 0,1 0 0 0 0,-1-1 0 0 0,1 1 0 0 0,10-4 0 0 0,-13 3-84 0 0,0 0 0 0 0,0 0 0 0 0,0 0 0 0 0,0-1 0 0 0,0 0 0 0 0,0 1 0 0 0,-1-1-1 0 0,1 0 1 0 0,-1 0 0 0 0,1-1 0 0 0,-1 1 0 0 0,4-5 0 0 0,-5 5-35 0 0,0 0-1 0 0,0 0 1 0 0,0 1 0 0 0,0-1 0 0 0,0 0-1 0 0,-1 0 1 0 0,1 0 0 0 0,-1 0 0 0 0,0 0-1 0 0,1 0 1 0 0,-1 0 0 0 0,0 0 0 0 0,0 0-1 0 0,0 0 1 0 0,0 0 0 0 0,-1 0 0 0 0,1 0-1 0 0,0 0 1 0 0,-1 0 0 0 0,0 0 0 0 0,1 0 0 0 0,-2-3-1 0 0,1 4-2 0 0,1-1-1 0 0,-1 1 1 0 0,1-1 0 0 0,-1 0-1 0 0,0 1 1 0 0,0-1-1 0 0,0 1 1 0 0,0-1 0 0 0,0 1-1 0 0,0 0 1 0 0,0-1-1 0 0,0 1 1 0 0,0 0-1 0 0,0 0 1 0 0,-1 0 0 0 0,1 0-1 0 0,-1 0 1 0 0,1 0-1 0 0,0 0 1 0 0,-1 0 0 0 0,0 1-1 0 0,1-1 1 0 0,-1 0-1 0 0,1 1 1 0 0,-1 0-1 0 0,0-1 1 0 0,1 1 0 0 0,-1 0-1 0 0,0 0 1 0 0,0 0-1 0 0,1 0 1 0 0,-4 0 0 0 0,-11 3 66 0 0,14-3-58 0 0</inkml:trace>
</inkml:ink>
</file>

<file path=ppt/ink/ink3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65"/>
    </inkml:context>
    <inkml:brush xml:id="br0">
      <inkml:brushProperty name="width" value="0.025" units="cm"/>
      <inkml:brushProperty name="height" value="0.025" units="cm"/>
      <inkml:brushProperty name="color" value="#B2626F"/>
    </inkml:brush>
  </inkml:definitions>
  <inkml:trace contextRef="#ctx0" brushRef="#br0">0 310 5416 0 0,'0'0'2217'0'0,"30"14"-1102"0"0,-30-14-1103 0 0,4 3-4 0 0,1-1 0 0 0,-1 0-1 0 0,1 0 1 0 0,-1 0-1 0 0,1 0 1 0 0,0-1-1 0 0,7 2 1 0 0,76 3-615 0 0,-43-10 631 0 0,-10-16 1546 0 0,-31 19-1447 0 0,0-1 0 0 0,0 0 0 0 0,-1 0 1 0 0,1 0-1 0 0,0 0 0 0 0,-1 0 0 0 0,0-1 0 0 0,0 0 1 0 0,0 0-1 0 0,0 0 0 0 0,0 0 0 0 0,0 0 1 0 0,-1 0-1 0 0,0-1 0 0 0,1 1 0 0 0,-1-1 1 0 0,-1 0-1 0 0,3-5 0 0 0,-1-2 129 0 0,0 0-1 0 0,-1 0 1 0 0,0 0 0 0 0,0-21 0 0 0,1 16-110 0 0,-3 15-129 0 0,1-1 1 0 0,-1 1-1 0 0,1-1 1 0 0,-1 0-1 0 0,0 1 1 0 0,0-1-1 0 0,0 0 1 0 0,0 0-1 0 0,0 1 1 0 0,0-1-1 0 0,0-2 1 0 0,-1-2 20 0 0,0 0 0 0 0,1 0 1 0 0,0 0-1 0 0,1 0 0 0 0,1-12 1 0 0,1-13 69 0 0,-6 28-97 0 0,0 0-1 0 0,1 0 1 0 0,-1 0-1 0 0,-1 0 1 0 0,1 1-1 0 0,0-1 1 0 0,-1 1-1 0 0,-5-3 1 0 0,-1 0-4 0 0,1 0 4 0 0,0 1 0 0 0,1 0 1 0 0,-2 0-1 0 0,-16-4 0 0 0,-4 5-7 0 0,-18-3 0 0 0,41 4 0 0 0,1 1 0 0 0,0 0 0 0 0,-1 0 0 0 0,1 0 0 0 0,-1 1 0 0 0,1 0 0 0 0,-1 0 0 0 0,-11 3 0 0 0,14-1 0 0 0,1-1 0 0 0,0 1 1 0 0,0 0-1 0 0,0 0 1 0 0,0 0-1 0 0,0 1 1 0 0,0-1-1 0 0,0 1 1 0 0,1 0-1 0 0,0-1 1 0 0,-1 1-1 0 0,-3 7 0 0 0,-11 11 3 0 0,17-20-2 0 0,-1-1 6 0 0</inkml:trace>
</inkml:ink>
</file>

<file path=ppt/ink/ink3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66"/>
    </inkml:context>
    <inkml:brush xml:id="br0">
      <inkml:brushProperty name="width" value="0.025" units="cm"/>
      <inkml:brushProperty name="height" value="0.025" units="cm"/>
      <inkml:brushProperty name="color" value="#B2626F"/>
    </inkml:brush>
  </inkml:definitions>
  <inkml:trace contextRef="#ctx0" brushRef="#br0">139 26 3616 0 0,'0'0'2800'0'0,"-21"-15"-2322"0"0,16 13-452 0 0,-1 0 0 0 0,1 0 0 0 0,-1 1-1 0 0,0 0 1 0 0,0 0 0 0 0,0 0 0 0 0,1 1-1 0 0,-1 0 1 0 0,-8 1 0 0 0,-8 13 54 0 0,20-13-17 0 0,0 1 0 0 0,0-1 0 0 0,-1 1 0 0 0,1 0 1 0 0,1-1-1 0 0,-1 1 0 0 0,0 0 0 0 0,0 0 0 0 0,1 0 0 0 0,-1 0 1 0 0,1 1-1 0 0,0-1 0 0 0,-1 0 0 0 0,1 1 0 0 0,0-1 0 0 0,0 1 1 0 0,1-1-1 0 0,-1 1 0 0 0,1-1 0 0 0,-1 1 0 0 0,1-1 1 0 0,0 1-1 0 0,-1 0 0 0 0,2-1 0 0 0,-1 1 0 0 0,0 0 0 0 0,0-1 1 0 0,1 1-1 0 0,-1-1 0 0 0,1 1 0 0 0,0-1 0 0 0,0 1 0 0 0,0-1 1 0 0,0 1-1 0 0,0-1 0 0 0,3 3 0 0 0,-3-3 11 0 0,1 0-1 0 0,0-1 1 0 0,0 1 0 0 0,0-1-1 0 0,0 1 1 0 0,0-1-1 0 0,0 0 1 0 0,1 0 0 0 0,-1 0-1 0 0,0 0 1 0 0,1 0-1 0 0,-1 0 1 0 0,0-1 0 0 0,1 1-1 0 0,-1-1 1 0 0,5 1 0 0 0,-3-1-17 0 0,0 0 1 0 0,-1 1 0 0 0,1-1 0 0 0,0-1 0 0 0,-1 1-1 0 0,1 0 1 0 0,-1-1 0 0 0,1 0 0 0 0,-1 0 0 0 0,1 0 0 0 0,3-1-1 0 0,-4-1-8 0 0,0 0 1 0 0,1 0-1 0 0,-1 0 0 0 0,0 0 0 0 0,-1 0 0 0 0,1-1 0 0 0,-1 0 0 0 0,1 1 1 0 0,-1-1-1 0 0,0 0 0 0 0,3-8 0 0 0,-4 10-31 0 0,0 0 0 0 0,-1 0 0 0 0,1 0 0 0 0,0 0 0 0 0,-1 0 0 0 0,0 0 0 0 0,1 0 0 0 0,-1 0 0 0 0,0-1 0 0 0,0 1 0 0 0,0 0 0 0 0,0 0 0 0 0,0 0 0 0 0,-1 0 0 0 0,1-1 0 0 0,-1 1 0 0 0,0 0 0 0 0,1 0 0 0 0,-1 0 0 0 0,0 0 0 0 0,0 0 0 0 0,0 0 0 0 0,0 1 0 0 0,0-1 0 0 0,-3-3 0 0 0,3 5 1 0 0,0-1 0 0 0,-1 1 1 0 0,1-1-1 0 0,0 0 0 0 0,-1 1 1 0 0,1 0-1 0 0,-1-1 0 0 0,1 1 1 0 0,0 0-1 0 0,-1 0 0 0 0,1 0 1 0 0,-1 0-1 0 0,1 0 0 0 0,-1 0 1 0 0,1 0-1 0 0,0 0 0 0 0,-1 1 1 0 0,1-1-1 0 0,-2 1 0 0 0,-3 2 31 0 0</inkml:trace>
</inkml:ink>
</file>

<file path=ppt/ink/ink3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67"/>
    </inkml:context>
    <inkml:brush xml:id="br0">
      <inkml:brushProperty name="width" value="0.025" units="cm"/>
      <inkml:brushProperty name="height" value="0.025" units="cm"/>
      <inkml:brushProperty name="color" value="#B2626F"/>
    </inkml:brush>
  </inkml:definitions>
  <inkml:trace contextRef="#ctx0" brushRef="#br0">12 53 4312 0 0,'0'0'2121'0'0,"3"-9"-590"0"0,1 6-1300 0 0,0 1 0 0 0,0-1-1 0 0,0 1 1 0 0,0 0 0 0 0,0 0 0 0 0,0 0 0 0 0,0 1 0 0 0,1 0 0 0 0,-1-1 0 0 0,1 2-1 0 0,7-2 1 0 0,-5 1-147 0 0,1 1 0 0 0,-1-2-1 0 0,1 1 1 0 0,7-3-1 0 0,-8 2 33 0 0,1 0 0 0 0,0 0-1 0 0,0 1 1 0 0,10 0-1 0 0,4-2 69 0 0,-18 2-157 0 0,0 1 0 0 0,0-1 1 0 0,0 1-1 0 0,0 0 0 0 0,0 0 1 0 0,0 0-1 0 0,0 0 0 0 0,9 2 1 0 0,41 24-75 0 0,-52-24 103 0 0,0 0-1 0 0,-1 0 1 0 0,1-1-1 0 0,-1 1 1 0 0,0 0 0 0 0,0 0-1 0 0,1 0 1 0 0,-1 0-1 0 0,0 0 1 0 0,-1 1-1 0 0,1-1 1 0 0,0 0 0 0 0,-1 0-1 0 0,1 1 1 0 0,-1-1-1 0 0,0 0 1 0 0,0 1 0 0 0,0-1-1 0 0,0 0 1 0 0,0 0-1 0 0,0 1 1 0 0,-1 3 0 0 0,10 25 282 0 0,-6 130 66 0 0,-3-158-380 0 0,-1-1 1 0 0,0 1-1 0 0,1 0 0 0 0,-1 0 0 0 0,0 0 0 0 0,0-1 0 0 0,0 1 1 0 0,-1-1-1 0 0,1 1 0 0 0,-1-1 0 0 0,-2 4 0 0 0,-22 24 256 0 0,23-27-253 0 0,-1 0 1 0 0,0 1-1 0 0,0-1 1 0 0,0-1 0 0 0,0 1-1 0 0,-1-1 1 0 0,1 0 0 0 0,-1 0-1 0 0,1 0 1 0 0,-1 0 0 0 0,-9 1-1 0 0,-1-1 51 0 0,0 0-1 0 0,-24-2 1 0 0,27 0-52 0 0,-35-7 98 0 0,41 4-60 0 0,0 0 0 0 0,0-1 0 0 0,0 0 0 0 0,1 0 0 0 0,-1 0-1 0 0,1-1 1 0 0,0 1 0 0 0,0-1 0 0 0,1 0 0 0 0,-1-1 0 0 0,-4-7 0 0 0,-6-6 13 0 0,12 11 86 0 0,3 8-149 0 0</inkml:trace>
</inkml:ink>
</file>

<file path=ppt/ink/ink3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68"/>
    </inkml:context>
    <inkml:brush xml:id="br0">
      <inkml:brushProperty name="width" value="0.025" units="cm"/>
      <inkml:brushProperty name="height" value="0.025" units="cm"/>
      <inkml:brushProperty name="color" value="#B2626F"/>
    </inkml:brush>
  </inkml:definitions>
  <inkml:trace contextRef="#ctx0" brushRef="#br0">174 23 4720 0 0,'0'0'5297'0'0,"-17"-13"-4706"0"0,13 11-567 0 0,-1 1 1 0 0,1-1 0 0 0,-1 1-1 0 0,1 0 1 0 0,-1 0-1 0 0,1 1 1 0 0,-1-1 0 0 0,1 1-1 0 0,-1 0 1 0 0,0 0-1 0 0,1 1 1 0 0,-8 1 0 0 0,-56 39 165 0 0,67-40-160 0 0,-1 0 0 0 0,1 0 1 0 0,-1 0-1 0 0,1 0 0 0 0,-1 0 0 0 0,1 0 0 0 0,0 1 0 0 0,-1-1 0 0 0,1 0 0 0 0,0 1 0 0 0,0-1 0 0 0,0 1 0 0 0,0-1 0 0 0,0 1 1 0 0,1 0-1 0 0,-1-1 0 0 0,0 1 0 0 0,1 0 0 0 0,-1 0 0 0 0,1-1 0 0 0,0 1 0 0 0,-1 0 0 0 0,1 0 0 0 0,0 0 0 0 0,0-1 0 0 0,0 1 1 0 0,1 0-1 0 0,-1 0 0 0 0,0 0 0 0 0,1-1 0 0 0,-1 1 0 0 0,1 0 0 0 0,-1 0 0 0 0,1-1 0 0 0,1 3 0 0 0,-1-1 21 0 0,0-1 0 0 0,0 1 0 0 0,1 0-1 0 0,-1 0 1 0 0,1-1 0 0 0,-1 1 0 0 0,1-1 0 0 0,0 0-1 0 0,0 1 1 0 0,1-1 0 0 0,-1 0 0 0 0,0 0-1 0 0,1 0 1 0 0,-1 0 0 0 0,1-1 0 0 0,-1 1-1 0 0,1-1 1 0 0,0 0 0 0 0,0 1 0 0 0,3 0 0 0 0,14 1 246 0 0,-17-2-211 0 0,1 0-1 0 0,-1 0 1 0 0,1-1 0 0 0,-1 1 0 0 0,1-1-1 0 0,-1 0 1 0 0,1 0 0 0 0,-1 0 0 0 0,1 0-1 0 0,-1-1 1 0 0,0 0 0 0 0,1 1 0 0 0,-1-1-1 0 0,1-1 1 0 0,5-2 0 0 0,-7 3 0 0 0,0 0 0 0 0,1 0 1 0 0,-1-1-1 0 0,0 1 0 0 0,0-1 0 0 0,0 1 1 0 0,-1-1-1 0 0,1 0 0 0 0,0 0 0 0 0,-1 0 1 0 0,1 0-1 0 0,-1 0 0 0 0,1 0 1 0 0,-1-1-1 0 0,0 1 0 0 0,0 0 0 0 0,1-3 1 0 0,7-14 117 0 0,-8 16-171 0 0,1 1-1 0 0,-1-1 1 0 0,0 0 0 0 0,0 0-1 0 0,0 1 1 0 0,-1-1 0 0 0,1 0 0 0 0,-1 0-1 0 0,1 0 1 0 0,-1 0 0 0 0,0 0-1 0 0,0 0 1 0 0,0 0 0 0 0,-1 1-1 0 0,0-6 1 0 0,0 7-29 0 0,1-1-1 0 0,-1 0 1 0 0,1 1 0 0 0,-1-1 0 0 0,0 1 0 0 0,0-1-1 0 0,0 1 1 0 0,0 0 0 0 0,0-1 0 0 0,0 1 0 0 0,0 0-1 0 0,0 0 1 0 0,-1-1 0 0 0,1 1 0 0 0,0 0 0 0 0,-1 0-1 0 0,1 1 1 0 0,-1-1 0 0 0,1 0 0 0 0,-1 0 0 0 0,1 1-1 0 0,-1-1 1 0 0,0 1 0 0 0,1-1 0 0 0,-1 1 0 0 0,-3-1-1 0 0,2 1 2 0 0,0 0-1 0 0,-1-1 0 0 0,1 1 0 0 0,0 0 0 0 0,0 1 0 0 0,-1-1 0 0 0,1 1 0 0 0,0-1 0 0 0,0 1 1 0 0,0 0-1 0 0,-6 2 0 0 0,2 1 2 0 0</inkml:trace>
</inkml:ink>
</file>

<file path=ppt/ink/ink3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69"/>
    </inkml:context>
    <inkml:brush xml:id="br0">
      <inkml:brushProperty name="width" value="0.025" units="cm"/>
      <inkml:brushProperty name="height" value="0.025" units="cm"/>
      <inkml:brushProperty name="color" value="#B2626F"/>
    </inkml:brush>
  </inkml:definitions>
  <inkml:trace contextRef="#ctx0" brushRef="#br0">20 323 96 0 0,'0'0'3840'0'0,"18"13"-3145"0"0,-3-7-68 0 0,-1 1 0 0 0,15 8 0 0 0,-25-13-506 0 0,0-1 1 0 0,0 1-1 0 0,0-1 1 0 0,0 0-1 0 0,1-1 0 0 0,-1 1 1 0 0,0-1-1 0 0,0 0 1 0 0,1 0-1 0 0,-1 0 1 0 0,0 0-1 0 0,6-2 1 0 0,14 0 788 0 0,-20 2-845 0 0,-1 0-1 0 0,1-1 1 0 0,-1 0-1 0 0,0 0 1 0 0,1 0-1 0 0,-1 0 1 0 0,0 0 0 0 0,1-1-1 0 0,-1 1 1 0 0,0-1-1 0 0,0 0 1 0 0,0 0-1 0 0,3-3 1 0 0,20-11 815 0 0,-24 15-817 0 0,0-1-1 0 0,1 1 1 0 0,-1-1-1 0 0,0 0 1 0 0,0 1-1 0 0,0-1 1 0 0,0 0-1 0 0,0 0 1 0 0,0 0 0 0 0,-1 0-1 0 0,1-1 1 0 0,-1 1-1 0 0,0 0 1 0 0,1-1-1 0 0,0-3 1 0 0,0 0 38 0 0,0 1 1 0 0,0-1-1 0 0,-1 1 0 0 0,0-1 1 0 0,0 1-1 0 0,0-9 1 0 0,-4-20 652 0 0,2 25-536 0 0,1 1 0 0 0,-1-1 0 0 0,1 0 0 0 0,2-15 0 0 0,-2-1 439 0 0,-1 22-530 0 0,1 0-1 0 0,-1 0 1 0 0,1 0 0 0 0,0 0-1 0 0,0 0 1 0 0,1 0 0 0 0,0-6-1 0 0,-1 5-10 0 0,1 0 0 0 0,-1 0 0 0 0,0-1 1 0 0,0 1-1 0 0,0 0 0 0 0,-1 0 0 0 0,0 0 0 0 0,1 0 0 0 0,-1-1 0 0 0,-1 1 0 0 0,1 0 0 0 0,-1 1 0 0 0,1-1 0 0 0,-4-5 0 0 0,0 6-139 0 0,1 1 0 0 0,-1 0 0 0 0,0 0 0 0 0,1 1 0 0 0,-1-1 0 0 0,0 1 0 0 0,-5-1-1 0 0,-13-4-45 0 0,14 4 237 0 0,0 0 0 0 0,0 0 0 0 0,0 1 0 0 0,0 1 0 0 0,-16 0 0 0 0,18 0-146 0 0,-29-4-17 0 0,29 3-3 0 0,0 0 0 0 0,-1 0-1 0 0,1 1 1 0 0,-1 0-1 0 0,1 0 1 0 0,-12 2-1 0 0,17-1-1 0 0,-1 0 0 0 0,1 1-1 0 0,0-1 1 0 0,-1 1 0 0 0,1-1-1 0 0,0 1 1 0 0,0 0 0 0 0,0 0-1 0 0,1 0 1 0 0,-1 0 0 0 0,0 0-1 0 0,1 0 1 0 0,-1 0 0 0 0,1 0-1 0 0,0 1 1 0 0,-1-1 0 0 0,1 1-1 0 0,1-1 1 0 0,-1 1-1 0 0,0-1 1 0 0,0 1 0 0 0,0 3-1 0 0,1-4 1 0 0</inkml:trace>
</inkml:ink>
</file>

<file path=ppt/ink/ink3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70"/>
    </inkml:context>
    <inkml:brush xml:id="br0">
      <inkml:brushProperty name="width" value="0.025" units="cm"/>
      <inkml:brushProperty name="height" value="0.025" units="cm"/>
      <inkml:brushProperty name="color" value="#B2626F"/>
    </inkml:brush>
  </inkml:definitions>
  <inkml:trace contextRef="#ctx0" brushRef="#br0">152 26 6128 0 0,'0'0'3176'0'0,"-12"-12"-2760"0"0,0 9-412 0 0,-1 0 0 0 0,0 1 0 0 0,-22-1 0 0 0,30 3-4 0 0,0 0 0 0 0,0 1 0 0 0,0-1 0 0 0,0 1 0 0 0,0 0 0 0 0,0 0 0 0 0,0 1 0 0 0,-8 3 0 0 0,12-5 17 0 0,0 1-1 0 0,0-1 1 0 0,0 1 0 0 0,1 0 0 0 0,-1 0 0 0 0,0-1-1 0 0,0 1 1 0 0,0 0 0 0 0,1 0 0 0 0,-1 0 0 0 0,0 0-1 0 0,1 0 1 0 0,-1 0 0 0 0,1 0 0 0 0,-1 0 0 0 0,1 0 0 0 0,0 0-1 0 0,-1 0 1 0 0,1 0 0 0 0,0 0 0 0 0,0 1 0 0 0,0-1-1 0 0,0 0 1 0 0,0 0 0 0 0,0 0 0 0 0,0 0 0 0 0,0 0-1 0 0,0 0 1 0 0,0 1 0 0 0,1-1 0 0 0,-1 0 0 0 0,0 0 0 0 0,1 0-1 0 0,-1 0 1 0 0,1 0 0 0 0,-1 0 0 0 0,1 0 0 0 0,0 0-1 0 0,-1 0 1 0 0,1 0 0 0 0,0-1 0 0 0,1 2 0 0 0,1 2 66 0 0,1 0 1 0 0,-1 0 0 0 0,1 0-1 0 0,0-1 1 0 0,0 0 0 0 0,0 0-1 0 0,0 0 1 0 0,6 3 0 0 0,-7-5 1 0 0,1 1 1 0 0,0-1-1 0 0,-1 0 1 0 0,1 0-1 0 0,0 0 0 0 0,0 0 1 0 0,0 0-1 0 0,0-1 1 0 0,0 0-1 0 0,0 0 1 0 0,0 0-1 0 0,0 0 1 0 0,0-1-1 0 0,0 0 1 0 0,0 1-1 0 0,0-1 1 0 0,-1-1-1 0 0,1 1 0 0 0,4-2 1 0 0,-5 2-37 0 0,0 0 1 0 0,0-1-1 0 0,-1 1 0 0 0,1 0 0 0 0,0-1 1 0 0,-1 0-1 0 0,1 1 0 0 0,-1-1 0 0 0,0 0 1 0 0,1 0-1 0 0,2-4 0 0 0,-4 4-25 0 0,0 0-1 0 0,-1 0 1 0 0,1 0-1 0 0,-1 0 1 0 0,0 0-1 0 0,1 0 1 0 0,-1 0-1 0 0,0 0 1 0 0,0 0-1 0 0,-1 1 1 0 0,1-1-1 0 0,0 0 1 0 0,0 0-1 0 0,-1 0 1 0 0,1 0-1 0 0,-1 0 1 0 0,0 0-1 0 0,0 0 1 0 0,-1-2-1 0 0,1 2-3 0 0,0 1 1 0 0,0-1-1 0 0,-1 0 0 0 0,1 0 0 0 0,0 1 1 0 0,-1-1-1 0 0,1 1 0 0 0,-1 0 0 0 0,0-1 0 0 0,1 1 1 0 0,-1 0-1 0 0,0 0 0 0 0,0 0 0 0 0,0 0 0 0 0,0 0 1 0 0,0 0-1 0 0,0 1 0 0 0,0-1 0 0 0,0 1 1 0 0,0-1-1 0 0,0 1 0 0 0,0 0 0 0 0,0 0 0 0 0,0 0 1 0 0,0 0-1 0 0,0 0 0 0 0,0 0 0 0 0,0 0 0 0 0,-1 1 1 0 0,-2 0-1 0 0,2 0 11 0 0</inkml:trace>
</inkml:ink>
</file>

<file path=ppt/ink/ink3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71"/>
    </inkml:context>
    <inkml:brush xml:id="br0">
      <inkml:brushProperty name="width" value="0.025" units="cm"/>
      <inkml:brushProperty name="height" value="0.025" units="cm"/>
      <inkml:brushProperty name="color" value="#B2626F"/>
    </inkml:brush>
  </inkml:definitions>
  <inkml:trace contextRef="#ctx0" brushRef="#br0">0 40 3000 0 0,'0'0'423'0'0,"14"-9"2003"0"0,-8 6-2242 0 0,0-1 0 0 0,0 1-1 0 0,0 0 1 0 0,0 1 0 0 0,1-1 0 0 0,-1 1-1 0 0,1 0 1 0 0,0 1 0 0 0,-1 0 0 0 0,9-1-1 0 0,15-1 484 0 0,11 1 156 0 0,27 16 155 0 0,-5-6 588 0 0,-61-8-1533 0 0,-1 1 0 0 0,0-1 0 0 0,0 0-1 0 0,0 0 1 0 0,0 1 0 0 0,0-1 0 0 0,0 0 0 0 0,1 1 0 0 0,-1-1 0 0 0,0 1 0 0 0,0 0 0 0 0,0-1 0 0 0,-1 1 0 0 0,1 0 0 0 0,0-1 0 0 0,0 1 0 0 0,0 0 0 0 0,0 0 0 0 0,-1 0 0 0 0,1 0 0 0 0,0 0 0 0 0,-1 0 0 0 0,1 0 0 0 0,-1 0 0 0 0,1 0 0 0 0,-1 0 0 0 0,0 0 0 0 0,1 0 0 0 0,-1 0-1 0 0,0 1 1 0 0,0-1 0 0 0,1 0 0 0 0,-1 0 0 0 0,0 0 0 0 0,0 0 0 0 0,-1 1 0 0 0,1 0 0 0 0,0 1-12 0 0,0 0 0 0 0,1-1-1 0 0,-1 1 1 0 0,1 0 0 0 0,0 0-1 0 0,-1-1 1 0 0,1 1 0 0 0,2 4-1 0 0,-2-5-7 0 0,0 1 0 0 0,0-1-1 0 0,0 0 1 0 0,0 1 0 0 0,-1-1-1 0 0,1 1 1 0 0,-1-1 0 0 0,0 1-1 0 0,1-1 1 0 0,-1 1 0 0 0,0-1-1 0 0,-1 1 1 0 0,1-1 0 0 0,-1 3-1 0 0,1-2 1 0 0,-1 0-1 0 0,1 0 1 0 0,0 0-1 0 0,0 0 1 0 0,0 0-1 0 0,0 0 1 0 0,1 0-1 0 0,-1 0 0 0 0,2 3 1 0 0,-1-1 9 0 0,0 0 1 0 0,-1-1-1 0 0,1 1 1 0 0,-1 0-1 0 0,0 0 1 0 0,0 0-1 0 0,-1 9 0 0 0,0-8-7 0 0,0 0-1 0 0,1 0 0 0 0,0 0 0 0 0,1 0 0 0 0,0 9 0 0 0,0-12-10 0 0,-1 0 0 0 0,0 0 0 0 0,0 1 1 0 0,0-1-1 0 0,-1 0 0 0 0,1 0 0 0 0,-1 1 0 0 0,0-1 1 0 0,0 0-1 0 0,-1 4 0 0 0,-16 32 44 0 0,17-37-47 0 0,0 1 0 0 0,-1 0 1 0 0,0 1-1 0 0,-1-1 0 0 0,1 0 1 0 0,0 0-1 0 0,-1 0 1 0 0,0-1-1 0 0,0 1 1 0 0,1-1-1 0 0,-2 1 1 0 0,1-1-1 0 0,0 0 1 0 0,0 0-1 0 0,-1 0 1 0 0,1-1-1 0 0,-1 1 1 0 0,1-1-1 0 0,-1 0 1 0 0,-5 1-1 0 0,-6 1 10 0 0,1-2 0 0 0,0 0 0 0 0,-29-3 0 0 0,9 1-4 0 0,27 1 41 0 0,0-1 1 0 0,0 0-1 0 0,1 0 1 0 0,-1-1 0 0 0,1 0-1 0 0,-1 0 1 0 0,1 0 0 0 0,-1-1-1 0 0,1 0 1 0 0,0 0-1 0 0,1-1 1 0 0,-1 0 0 0 0,0 0-1 0 0,-8-8 1 0 0,10 7 50 0 0,2 3-27 0 0,0-1 0 0 0,0 1-1 0 0,1 0 1 0 0,-1 0 0 0 0,1-1-1 0 0,0 1 1 0 0,-1 0 0 0 0,1-1-1 0 0,-1-2 1 0 0,2 4-33 0 0</inkml:trace>
</inkml:ink>
</file>

<file path=ppt/ink/ink3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72"/>
    </inkml:context>
    <inkml:brush xml:id="br0">
      <inkml:brushProperty name="width" value="0.025" units="cm"/>
      <inkml:brushProperty name="height" value="0.025" units="cm"/>
      <inkml:brushProperty name="color" value="#B2626F"/>
    </inkml:brush>
  </inkml:definitions>
  <inkml:trace contextRef="#ctx0" brushRef="#br0">164 35 4216 0 0,'0'0'4137'0'0,"-19"-13"-3241"0"0,10 10-890 0 0,0 0 0 0 0,0 1 0 0 0,0-1 1 0 0,-15 0-1 0 0,18 3-10 0 0,-1 1 0 0 0,1 0 0 0 0,0 0 0 0 0,-1 0 0 0 0,1 1 0 0 0,0 0 0 0 0,0 1 0 0 0,0-1 0 0 0,-6 4 0 0 0,11-5 14 0 0,0 0 0 0 0,0-1 0 0 0,0 1-1 0 0,0 0 1 0 0,0 0 0 0 0,0-1 0 0 0,0 1 0 0 0,0 0 0 0 0,0 0 0 0 0,1 0 0 0 0,-1 0 0 0 0,0 0 0 0 0,1 0 0 0 0,-1 0 0 0 0,0 1 0 0 0,1-1 0 0 0,0 0 0 0 0,-1 0-1 0 0,1 0 1 0 0,0 0 0 0 0,-1 1 0 0 0,1-1 0 0 0,0 0 0 0 0,0 0 0 0 0,0 1 0 0 0,0-1 0 0 0,0 0 0 0 0,0 0 0 0 0,1 3 0 0 0,0-2 8 0 0,-1 0 1 0 0,1-1-1 0 0,0 1 1 0 0,0 0-1 0 0,0 0 1 0 0,0-1 0 0 0,0 1-1 0 0,0 0 1 0 0,0-1-1 0 0,0 1 1 0 0,1-1-1 0 0,-1 0 1 0 0,1 1-1 0 0,-1-1 1 0 0,1 0 0 0 0,-1 0-1 0 0,3 1 1 0 0,11 6 241 0 0,-11-6-129 0 0,0 1 0 0 0,0-1 0 0 0,1 0 0 0 0,-1 0 0 0 0,1 0 0 0 0,-1-1 0 0 0,1 1 1 0 0,0-1-1 0 0,0 0 0 0 0,-1-1 0 0 0,1 1 0 0 0,0-1 0 0 0,0 0 0 0 0,0 0 0 0 0,0-1 0 0 0,8-1 0 0 0,-9 1-57 0 0,-1 0 0 0 0,1-1 0 0 0,-1 1 1 0 0,0-1-1 0 0,0 0 0 0 0,0 0 1 0 0,0 0-1 0 0,0 0 0 0 0,0-1 0 0 0,4-4 1 0 0,-6 6-47 0 0,1-1 0 0 0,-1 1 0 0 0,0-1 0 0 0,0 1 0 0 0,0-1 0 0 0,0 0 0 0 0,0 1 0 0 0,-1-1 0 0 0,1 0 0 0 0,0 0 0 0 0,-1 0 1 0 0,1 0-1 0 0,-1 1 0 0 0,0-1 0 0 0,0 0 0 0 0,0 0 0 0 0,0 0 0 0 0,0 0 0 0 0,0 0 0 0 0,0 0 0 0 0,0 0 0 0 0,-2-3 0 0 0,1 3 15 0 0,0-1-1 0 0,-1 1 1 0 0,1 0-1 0 0,-1 0 1 0 0,1 0-1 0 0,-1 0 1 0 0,0 0-1 0 0,0 1 1 0 0,0-1-1 0 0,0 0 1 0 0,0 1-1 0 0,0-1 0 0 0,0 1 1 0 0,-1 0-1 0 0,-2-1 1 0 0,-37-13 192 0 0,25 16-100 0 0,15 1-111 0 0</inkml:trace>
</inkml:ink>
</file>

<file path=ppt/ink/ink3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73"/>
    </inkml:context>
    <inkml:brush xml:id="br0">
      <inkml:brushProperty name="width" value="0.025" units="cm"/>
      <inkml:brushProperty name="height" value="0.025" units="cm"/>
      <inkml:brushProperty name="color" value="#B2626F"/>
    </inkml:brush>
  </inkml:definitions>
  <inkml:trace contextRef="#ctx0" brushRef="#br0">1 291 7328 0 0,'0'0'1750'0'0,"4"13"-795"0"0,50 25 196 0 0,-49-36-1134 0 0,1 0-1 0 0,-1 0 1 0 0,1 0 0 0 0,0-1 0 0 0,-1 0 0 0 0,1-1 0 0 0,0 1 0 0 0,0-1 0 0 0,0 0 0 0 0,0 0 0 0 0,-1-1 0 0 0,1 0 0 0 0,0 0-1 0 0,0 0 1 0 0,-1 0 0 0 0,1-1 0 0 0,-1 0 0 0 0,7-4 0 0 0,40-25 439 0 0,-49 30-357 0 0,0-1 0 0 0,0 0-1 0 0,0-1 1 0 0,0 1 0 0 0,0 0 0 0 0,0-1 0 0 0,0 1-1 0 0,-1-1 1 0 0,0 0 0 0 0,1 0 0 0 0,-1 0 0 0 0,0 0-1 0 0,0-1 1 0 0,-1 1 0 0 0,1 0 0 0 0,-1-1 0 0 0,1 1-1 0 0,-1-1 1 0 0,1-6 0 0 0,-8-47 533 0 0,5 24-497 0 0,1 28-93 0 0,0 1-1 0 0,0-1 1 0 0,0 1 0 0 0,0-1 0 0 0,-1 1-1 0 0,1 0 1 0 0,-1-1 0 0 0,-1 1-1 0 0,-2-8 1 0 0,3 8-26 0 0,0 1-1 0 0,0-1 1 0 0,0 0-1 0 0,0 0 1 0 0,1 0 0 0 0,-1-1-1 0 0,1 1 1 0 0,0 0 0 0 0,0 0-1 0 0,2-6 1 0 0,-1-11-13 0 0,-2 20-3 0 0,1 0 0 0 0,-1 0 0 0 0,1 1 0 0 0,-1-1 0 0 0,0 0 0 0 0,1 0 0 0 0,-1 0 0 0 0,0 1 0 0 0,0-1 0 0 0,1 0 0 0 0,-1 1 0 0 0,0-1 0 0 0,0 1 0 0 0,0-1 0 0 0,0 1 0 0 0,0-1 0 0 0,-2 1 0 0 0,-17-8 0 0 0,-47-1 0 0 0,-15 7-56 0 0,56 2-15 0 0,26 0 70 0 0</inkml:trace>
</inkml:ink>
</file>

<file path=ppt/ink/ink3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74"/>
    </inkml:context>
    <inkml:brush xml:id="br0">
      <inkml:brushProperty name="width" value="0.025" units="cm"/>
      <inkml:brushProperty name="height" value="0.025" units="cm"/>
      <inkml:brushProperty name="color" value="#B2626F"/>
    </inkml:brush>
  </inkml:definitions>
  <inkml:trace contextRef="#ctx0" brushRef="#br0">127 14 3408 0 0,'0'0'977'0'0,"-8"-8"2416"0"0,-19 6-2448 0 0,24 1-920 0 0,0 0-1 0 0,0 1 1 0 0,0-1 0 0 0,0 1 0 0 0,0 0 0 0 0,0 0 0 0 0,-1 0 0 0 0,1 0 0 0 0,0 1 0 0 0,0-1 0 0 0,0 1 0 0 0,0 0 0 0 0,0 0 0 0 0,0 0 0 0 0,0 0 0 0 0,0 1 0 0 0,1-1 0 0 0,-1 1-1 0 0,0 0 1 0 0,-2 2 0 0 0,2-2-21 0 0,0 1-1 0 0,0-1 0 0 0,1 1 1 0 0,-1 0-1 0 0,1 0 0 0 0,0 0 0 0 0,0 0 1 0 0,-2 5-1 0 0,3-6-1 0 0,1 0-1 0 0,-1-1 0 0 0,1 1 1 0 0,0 0-1 0 0,0 0 1 0 0,0 0-1 0 0,0 0 1 0 0,0 0-1 0 0,0 0 1 0 0,0 0-1 0 0,0 0 1 0 0,1 0-1 0 0,-1-1 0 0 0,1 1 1 0 0,0 0-1 0 0,0 0 1 0 0,-1 0-1 0 0,3 2 1 0 0,-2-3 25 0 0,0 1-1 0 0,0-1 1 0 0,0 1 0 0 0,0-1 0 0 0,0 1 0 0 0,0-1-1 0 0,0 0 1 0 0,1 1 0 0 0,-1-1 0 0 0,0 0 0 0 0,1 0 0 0 0,-1 0-1 0 0,1 0 1 0 0,-1 0 0 0 0,1-1 0 0 0,0 1 0 0 0,-1 0 0 0 0,1-1-1 0 0,0 1 1 0 0,0-1 0 0 0,-1 1 0 0 0,1-1 0 0 0,0 0 0 0 0,0 0-1 0 0,0 0 1 0 0,-1 0 0 0 0,1 0 0 0 0,2-1 0 0 0,4 2 11 0 0,11 0 433 0 0,-15 0-377 0 0,-1 0 0 0 0,1-1 0 0 0,-1 0 0 0 0,1 0 0 0 0,0 0 0 0 0,-1 0 0 0 0,1 0 0 0 0,-1-1 0 0 0,1 0 0 0 0,-1 0 1 0 0,7-2-1 0 0,-8 2-53 0 0,-1 0 1 0 0,1 0-1 0 0,-1 0 0 0 0,1-1 1 0 0,-1 1-1 0 0,1 0 1 0 0,-1-1-1 0 0,0 1 1 0 0,0-1-1 0 0,0 1 0 0 0,0-1 1 0 0,0 0-1 0 0,0 1 1 0 0,0-1-1 0 0,0 0 1 0 0,-1 0-1 0 0,1 1 0 0 0,-1-1 1 0 0,1 0-1 0 0,-1 0 1 0 0,0 0-1 0 0,0 0 1 0 0,0 0-1 0 0,0 0 0 0 0,0 0 1 0 0,0 1-1 0 0,0-1 1 0 0,-1 0-1 0 0,1 0 1 0 0,-2-3-1 0 0,2 3 19 0 0,-1-1-1 0 0,0 1 1 0 0,1 0 0 0 0,-1-1-1 0 0,0 1 1 0 0,0 0 0 0 0,-1 0 0 0 0,1 0-1 0 0,0 0 1 0 0,-1 0 0 0 0,0 0-1 0 0,1 0 1 0 0,-1 0 0 0 0,0 0 0 0 0,0 1-1 0 0,0-1 1 0 0,0 1 0 0 0,0-1-1 0 0,0 1 1 0 0,0 0 0 0 0,-1 0-1 0 0,1 0 1 0 0,-3-1 0 0 0,-5 0 73 0 0,8 1-87 0 0,0 0 0 0 0,0 1 0 0 0,0-1 0 0 0,0 1 0 0 0,0 0 0 0 0,0 0 0 0 0,0 0 0 0 0,0 0 0 0 0,-3 0 0 0 0,2 1 84 0 0</inkml:trace>
</inkml:ink>
</file>

<file path=ppt/ink/ink3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75"/>
    </inkml:context>
    <inkml:brush xml:id="br0">
      <inkml:brushProperty name="width" value="0.025" units="cm"/>
      <inkml:brushProperty name="height" value="0.025" units="cm"/>
      <inkml:brushProperty name="color" value="#B2626F"/>
    </inkml:brush>
  </inkml:definitions>
  <inkml:trace contextRef="#ctx0" brushRef="#br0">9 48 4616 0 0,'0'0'4278'0'0,"16"-22"-3779"0"0,-15 21-497 0 0,0 0 1 0 0,0-1-1 0 0,0 1 1 0 0,0 0-1 0 0,0 0 1 0 0,1 0-1 0 0,-1 0 0 0 0,0 0 1 0 0,1 0-1 0 0,-1 0 1 0 0,0 1-1 0 0,1-1 0 0 0,-1 0 1 0 0,1 1-1 0 0,-1-1 1 0 0,1 1-1 0 0,-1-1 1 0 0,1 1-1 0 0,2-1 0 0 0,33-3 37 0 0,-13 2 281 0 0,-20 1-224 0 0,0 0 0 0 0,1 1 0 0 0,-1-1 0 0 0,0 1 1 0 0,1 0-1 0 0,-1 1 0 0 0,8 0 0 0 0,-4 1 44 0 0,1 0-1 0 0,0-1 1 0 0,-1-1-1 0 0,18 0 1 0 0,6 1-57 0 0,-20-1-70 0 0,-10 0-15 0 0,0-1-1 0 0,0 1 1 0 0,0 0 0 0 0,-1 0-1 0 0,1 0 1 0 0,0 0-1 0 0,0 1 1 0 0,0-1-1 0 0,0 0 1 0 0,0 1-1 0 0,0-1 1 0 0,-1 1 0 0 0,1 0-1 0 0,0 0 1 0 0,-1-1-1 0 0,1 1 1 0 0,0 0-1 0 0,2 3 1 0 0,4 1-80 0 0,-7-5 79 0 0,0 1 0 0 0,0-1 0 0 0,0 0 0 0 0,-1 1 0 0 0,1-1 0 0 0,0 1 0 0 0,0-1 0 0 0,-1 1 0 0 0,1-1 0 0 0,0 1 0 0 0,-1-1 0 0 0,1 1 0 0 0,0 0 0 0 0,-1 0 0 0 0,1-1 0 0 0,0 2 0 0 0,6 13-59 0 0,-5-11 47 0 0,0 0 0 0 0,0 1 0 0 0,-1-1 1 0 0,1 0-1 0 0,-1 0 0 0 0,0 1 0 0 0,0-1 1 0 0,-1 1-1 0 0,1 7 0 0 0,4 12-6 0 0,-4 81 1706 0 0,0-88-1430 0 0,0-13-172 0 0,-1 0-1 0 0,0 0 1 0 0,0 0 0 0 0,0 0 0 0 0,0 0 0 0 0,0 0-1 0 0,-1 0 1 0 0,1-1 0 0 0,-1 1 0 0 0,0 0-1 0 0,-4 7 1 0 0,3-9-53 0 0,0 1-1 0 0,0-1 0 0 0,0-1 0 0 0,-1 1 1 0 0,1 0-1 0 0,-1 0 0 0 0,1-1 1 0 0,-1 0-1 0 0,0 1 0 0 0,1-1 1 0 0,-1 0-1 0 0,0 0 0 0 0,-5 0 0 0 0,-47 8 132 0 0,34-6 14 0 0,6-1 12 0 0,1-1 0 0 0,-1-1 0 0 0,-20-2 0 0 0,-9 0 113 0 0,41 1-287 0 0,0 0 1 0 0,0 1-1 0 0,0-1 1 0 0,0 0-1 0 0,0 0 1 0 0,0-1-1 0 0,0 1 1 0 0,1-1-1 0 0,-1 1 1 0 0,0-1-1 0 0,1 0 1 0 0,-4-3 0 0 0,-27-28 170 0 0,28 27-145 0 0,2 4-6 0 0,1-1-1 0 0,-1 1 0 0 0,1-1 1 0 0,0 1-1 0 0,0-1 0 0 0,0 0 1 0 0,0 0-1 0 0,-1-4 0 0 0,3 7-2 0 0</inkml:trace>
</inkml:ink>
</file>

<file path=ppt/ink/ink3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76"/>
    </inkml:context>
    <inkml:brush xml:id="br0">
      <inkml:brushProperty name="width" value="0.025" units="cm"/>
      <inkml:brushProperty name="height" value="0.025" units="cm"/>
      <inkml:brushProperty name="color" value="#B2626F"/>
    </inkml:brush>
  </inkml:definitions>
  <inkml:trace contextRef="#ctx0" brushRef="#br0">175 26 3408 0 0,'0'0'1393'0'0,"-7"-9"-236"0"0,-49-5-923 0 0,53 13-224 0 0,0 1-1 0 0,-1-1 1 0 0,1 1-1 0 0,0 0 1 0 0,0 0-1 0 0,-1 0 1 0 0,1 1 0 0 0,0-1-1 0 0,0 1 1 0 0,-1-1-1 0 0,1 1 1 0 0,0 0-1 0 0,0 0 1 0 0,0 1 0 0 0,-3 1-1 0 0,-14 9 68 0 0,17-11-10 0 0,0 1 1 0 0,0-1-1 0 0,0 1 1 0 0,0 0-1 0 0,0 0 1 0 0,0 0-1 0 0,0 1 1 0 0,1-1-1 0 0,-1 0 1 0 0,1 1-1 0 0,-4 5 1 0 0,6-6 13 0 0,-1 0 0 0 0,1 0 1 0 0,0 0-1 0 0,0 0 0 0 0,0 0 1 0 0,0 0-1 0 0,0 0 0 0 0,1 0 1 0 0,-1 0-1 0 0,1-1 0 0 0,-1 1 1 0 0,1 0-1 0 0,0 0 0 0 0,0 0 1 0 0,-1 0-1 0 0,1-1 0 0 0,0 1 1 0 0,3 3-1 0 0,-3-3 11 0 0,1 0-1 0 0,0 0 0 0 0,0 0 1 0 0,-1 0-1 0 0,1 0 1 0 0,0 0-1 0 0,0-1 1 0 0,1 1-1 0 0,-1-1 0 0 0,0 1 1 0 0,0-1-1 0 0,1 0 1 0 0,2 2-1 0 0,21 3 603 0 0,-18-3-492 0 0,1-1 0 0 0,-1 0 0 0 0,0 0 0 0 0,1-1 1 0 0,-1 0-1 0 0,1 0 0 0 0,15-2 0 0 0,-22 1-151 0 0,-1 0 0 0 0,0-1 0 0 0,0 1 0 0 0,1-1 0 0 0,-1 1 0 0 0,0-1 0 0 0,0 0 0 0 0,1 1 0 0 0,-1-1 0 0 0,0 0 0 0 0,0 0 0 0 0,0 0 0 0 0,0 0 0 0 0,0 0-1 0 0,0 0 1 0 0,0 0 0 0 0,-1 0 0 0 0,1 0 0 0 0,0 0 0 0 0,-1 0 0 0 0,1-1 0 0 0,0 1 0 0 0,-1 0 0 0 0,0-1 0 0 0,1 1 0 0 0,-1 0 0 0 0,0-1 0 0 0,1 1 0 0 0,-1 0 0 0 0,0-1 0 0 0,0 1 0 0 0,0 0 0 0 0,0-1 0 0 0,-1-1 0 0 0,1 1 8 0 0,-1-1 0 0 0,1 1 0 0 0,-1 0 0 0 0,1-1 0 0 0,-1 1 0 0 0,0 0 0 0 0,0-1 0 0 0,0 1-1 0 0,0 0 1 0 0,0 0 0 0 0,-1 0 0 0 0,1 0 0 0 0,-1 0 0 0 0,1 0 0 0 0,-1 1 0 0 0,0-1 0 0 0,0 0 0 0 0,-3-1 0 0 0,2 1 4 0 0,0 1 1 0 0,0 0 0 0 0,0 0-1 0 0,0 0 1 0 0,-1 0 0 0 0,1 0-1 0 0,0 1 1 0 0,-1 0 0 0 0,1-1 0 0 0,0 1-1 0 0,-1 0 1 0 0,1 1 0 0 0,-1-1-1 0 0,1 1 1 0 0,0-1 0 0 0,0 1-1 0 0,-5 2 1 0 0,3 0 53 0 0</inkml:trace>
</inkml:ink>
</file>

<file path=ppt/ink/ink3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77"/>
    </inkml:context>
    <inkml:brush xml:id="br0">
      <inkml:brushProperty name="width" value="0.025" units="cm"/>
      <inkml:brushProperty name="height" value="0.025" units="cm"/>
      <inkml:brushProperty name="color" value="#B2626F"/>
    </inkml:brush>
  </inkml:definitions>
  <inkml:trace contextRef="#ctx0" brushRef="#br0">1 7 3408 0 0,'0'0'3326'0'0,"26"-6"-459"0"0,-2 5-2041 0 0,24 2-7 0 0,-35 1-545 0 0,-7 0-44 0 0,1-1 1 0 0,-1 0-1 0 0,1-1 0 0 0,-1 0 1 0 0,1 0-1 0 0,-1 0 1 0 0,1 0-1 0 0,-1-1 0 0 0,10-3 1 0 0,-14 4-105 0 0,1-1 0 0 0,0 1 0 0 0,0 0 0 0 0,-1 0 1 0 0,1 0-1 0 0,0 0 0 0 0,-1 0 0 0 0,1 0 0 0 0,0 1 1 0 0,0-1-1 0 0,4 3 0 0 0,-4-2-19 0 0,0-1 0 0 0,1 1 1 0 0,-1 0-1 0 0,0-1 0 0 0,1 0 0 0 0,-1 1 0 0 0,6-2 1 0 0,26 1 513 0 0,-30 1-552 0 0,1-1 0 0 0,-1 0 0 0 0,1 0 0 0 0,-1 0 0 0 0,10-3 0 0 0,-13 3-46 0 0,1 0-1 0 0,-1 0 0 0 0,1 0 0 0 0,-1 0 0 0 0,1 0 0 0 0,-1 0 0 0 0,5 1 0 0 0,-5 0-6 0 0,-1-1 0 0 0,1 1 0 0 0,0-1 0 0 0,-1 0 0 0 0,1 0 0 0 0,0 0 0 0 0,-1 0 0 0 0,1 0 0 0 0,0 0 0 0 0,-1 0 0 0 0,1 0 0 0 0,0-1 0 0 0,-1 1 0 0 0,1-1 0 0 0,0 1 0 0 0,1-2-1 0 0,-2 2 14 0 0,1-1 0 0 0,-1 1-1 0 0,0 0 1 0 0,0 0-1 0 0,0 0 1 0 0,0 0 0 0 0,0 0-1 0 0,0 1 1 0 0,0-1-1 0 0,0 0 1 0 0,0 0 0 0 0,0 1-1 0 0,0-1 1 0 0,0 0 0 0 0,-1 1-1 0 0,1-1 1 0 0,1 2-1 0 0,0-2 2 0 0,-1 1 0 0 0,0 0 0 0 0,0-1-1 0 0,1 1 1 0 0,-1-1 0 0 0,0 1-1 0 0,1-1 1 0 0,-1 0 0 0 0,1 1 0 0 0,-1-1-1 0 0,0 0 1 0 0,1 0 0 0 0,-1 0 0 0 0,1 0-1 0 0,1-1 1 0 0,-2 1 2 0 0,1-1 1 0 0,-1 1-1 0 0,1 0 0 0 0,-1-1 1 0 0,1 1-1 0 0,0 0 0 0 0,-1 0 0 0 0,1 0 1 0 0,-1 0-1 0 0,1 0 0 0 0,-1 0 1 0 0,1 1-1 0 0,0-1 0 0 0,-1 0 1 0 0,1 1-1 0 0,1 0 0 0 0,-2 0 2 0 0,1-1 0 0 0,0 1-1 0 0,-1-1 1 0 0,1 1 0 0 0,0-1-1 0 0,-1 0 1 0 0,1 0 0 0 0,-1 0-1 0 0,1 0 1 0 0,0 0 0 0 0,2 0-1 0 0,4-2-25 0 0,0 1-1 0 0,1 0 1 0 0,-1 1-1 0 0,0 0 1 0 0,1 0-1 0 0,-1 1 1 0 0,1 0-1 0 0,-1 1 0 0 0,0-1 1 0 0,0 2-1 0 0,14 5 1 0 0,-20-8-9 0 0,-1 0 1 0 0,0 1-1 0 0,1-1 0 0 0,-1 1 1 0 0,0-1-1 0 0,0 1 1 0 0,0 0-1 0 0,0-1 0 0 0,0 1 1 0 0,1 0-1 0 0,-1 0 1 0 0,-1 0-1 0 0,1 0 1 0 0,1 1-1 0 0,-1-1 0 0 0,-1-1 0 0 0,0 1 1 0 0,0-1-1 0 0,0 1 0 0 0,1-1 1 0 0,-1 1-1 0 0,0 0 0 0 0,0-1 0 0 0,0 1 1 0 0,0-1-1 0 0,0 1 0 0 0,0 0 0 0 0,0-1 1 0 0,0 1-1 0 0,0-1 0 0 0,-1 1 0 0 0,1 0 1 0 0,0-1-1 0 0,0 1 0 0 0,0-1 1 0 0,-1 1-1 0 0,1 0 0 0 0,-2 2-1 0 0,0-1 0 0 0,0 1 0 0 0,-1-1-1 0 0,1 0 1 0 0,0 0 0 0 0,-1 0 0 0 0,0 0 0 0 0,1 0 0 0 0,-1 0 0 0 0,-4 1-1 0 0,-73 44 902 0 0,54-28-827 0 0,-22 12 93 0 0,23-12-117 0 0,24-18-48 0 0</inkml:trace>
</inkml:ink>
</file>

<file path=ppt/ink/ink3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78"/>
    </inkml:context>
    <inkml:brush xml:id="br0">
      <inkml:brushProperty name="width" value="0.025" units="cm"/>
      <inkml:brushProperty name="height" value="0.025" units="cm"/>
      <inkml:brushProperty name="color" value="#B2626F"/>
    </inkml:brush>
  </inkml:definitions>
  <inkml:trace contextRef="#ctx0" brushRef="#br0">0 190 4720 0 0,'0'0'8'0'0,"22"-16"241"0"0,6-3 668 0 0,-19 12-701 0 0,1 0 1 0 0,-1 1-1 0 0,1 0 1 0 0,0 1-1 0 0,1 0 0 0 0,-1 1 1 0 0,21-7-1 0 0,-16 9-84 0 0,-1-2-1 0 0,1 0 1 0 0,21-9-1 0 0,-27 9-82 0 0,4 0 151 0 0,1 1 0 0 0,-1 0 1 0 0,28-2-1 0 0,-11 2 280 0 0,31 4 672 0 0,1-5-121 0 0,-20-2-593 0 0,0-6-246 0 0,-35 12-129 0 0,1 0 0 0 0,0-1 0 0 0,0 0 0 0 0,0 0 0 0 0,13-5 0 0 0,-8 3 45 0 0,10-7 126 0 0,-19 8-91 0 0,-1 1-1 0 0,1-1 1 0 0,0 1-1 0 0,0 0 1 0 0,0 0-1 0 0,0 0 1 0 0,0 1-1 0 0,4-1 1 0 0,-7 1 64 0 0,30-2 1021 0 0,-5-1-579 0 0,-25 3-622 0 0</inkml:trace>
</inkml:ink>
</file>

<file path=ppt/ink/ink3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654"/>
    </inkml:context>
    <inkml:brush xml:id="br0">
      <inkml:brushProperty name="width" value="0.025" units="cm"/>
      <inkml:brushProperty name="height" value="0.025" units="cm"/>
      <inkml:brushProperty name="color" value="#A00C1A"/>
    </inkml:brush>
  </inkml:definitions>
  <inkml:trace contextRef="#ctx0" brushRef="#br0">493 7 112 0 0,'0'0'4867'0'0,"-26"0"-3568"0"0,19 1 2731 0 0,-33-2-874 0 0,7 8-1102 0 0,18-2-1655 0 0,14-5-340 0 0,-1 0-1 0 0,1 1 1 0 0,-1-1 0 0 0,1 1-1 0 0,-1-1 1 0 0,1 1 0 0 0,-1-1-1 0 0,1 1 1 0 0,0 0 0 0 0,-1 0-1 0 0,1-1 1 0 0,0 1 0 0 0,0 0-1 0 0,0 0 1 0 0,-2 3-1 0 0,-12 11 382 0 0,14-13-392 0 0,0 0-1 0 0,0-1 0 0 0,0 1 1 0 0,1-1-1 0 0,-1 1 0 0 0,0 0 1 0 0,1 0-1 0 0,0-1 0 0 0,-1 1 1 0 0,1 0-1 0 0,0 3 160 0 0,-8 25 872 0 0,7-26-1006 0 0,0 1-1 0 0,1-1 1 0 0,-1 1-1 0 0,1-1 1 0 0,0 0 0 0 0,0 1-1 0 0,1 6 1 0 0,0 4 350 0 0,-1-9-222 0 0,0-1-1 0 0,0 1 1 0 0,-1 0 0 0 0,0-1-1 0 0,-2 11 1 0 0,-11 15 667 0 0,13-29-852 0 0,0 0-1 0 0,-1 0 0 0 0,1 0 0 0 0,0 0 0 0 0,-1 0 1 0 0,1-1-1 0 0,-1 1 0 0 0,0 0 0 0 0,1-1 1 0 0,-1 0-1 0 0,0 1 0 0 0,0-1 0 0 0,-3 2 0 0 0,-2-2 14 0 0,0 1-1 0 0,-1-2 0 0 0,1 1 1 0 0,0-1-1 0 0,0 0 0 0 0,-1 0 1 0 0,-7-2-1 0 0,11 0 5 0 0,-1-1 0 0 0,1 1 0 0 0,0-1 0 0 0,0 0 0 0 0,0 0 0 0 0,0-1 0 0 0,0 1 0 0 0,0-1 0 0 0,1 0 0 0 0,0 0 0 0 0,0 0 0 0 0,-3-5 0 0 0,1-30-129 0 0,1-29 552 0 0,3 64-405 0 0,1 1 0 0 0,-1-1 0 0 0,0 0 0 0 0,0 0 0 0 0,0 0 0 0 0,0 1 0 0 0,-1-1 0 0 0,-2-4 0 0 0,-5-12 92 0 0,9 19-138 0 0,-1-1 0 0 0,1 0 0 0 0,-1 0 1 0 0,0 1-1 0 0,0-1 0 0 0,0 0 0 0 0,0 1 1 0 0,0-1-1 0 0,0 1 0 0 0,0 0 1 0 0,0-1-1 0 0,0 1 0 0 0,-1 0 0 0 0,1-1 1 0 0,-1 1-1 0 0,1 0 0 0 0,-1 0 0 0 0,1 0 1 0 0,-1 1-1 0 0,-3-2 0 0 0,-9-6-153 0 0,13 7 130 0 0,0 0 0 0 0,-1 0 0 0 0,1 0 0 0 0,0 0 0 0 0,-1 1 1 0 0,1-1-1 0 0,-1 0 0 0 0,1 1 0 0 0,-1-1 0 0 0,1 1 0 0 0,-1 0 0 0 0,1-1 0 0 0,-3 1 1 0 0,-25 0 71 0 0,-4-1-3279 0 0</inkml:trace>
</inkml:ink>
</file>

<file path=ppt/ink/ink3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655"/>
    </inkml:context>
    <inkml:brush xml:id="br0">
      <inkml:brushProperty name="width" value="0.025" units="cm"/>
      <inkml:brushProperty name="height" value="0.025" units="cm"/>
      <inkml:brushProperty name="color" value="#A00C1A"/>
    </inkml:brush>
  </inkml:definitions>
  <inkml:trace contextRef="#ctx0" brushRef="#br0">146 1 5824 0 0,'0'0'3972'0'0,"-25"3"-2624"0"0,15-3-995 0 0,7 0-272 0 0,1-1 0 0 0,0 1 1 0 0,0 0-1 0 0,0 0 0 0 0,-1 0 0 0 0,1 1 1 0 0,0-1-1 0 0,0 1 0 0 0,0-1 0 0 0,0 1 0 0 0,-3 0 1 0 0,2 0 30 0 0,0 0 0 0 0,0 0 0 0 0,0-1 0 0 0,0 1 0 0 0,0-1 0 0 0,0 0 0 0 0,-4 0 0 0 0,3 0-18 0 0,4 0-59 0 0,-4 2 92 0 0,0-1 1 0 0,-1 1 0 0 0,1-1-1 0 0,-1 0 1 0 0,-7 1-1 0 0,-3 1 185 0 0,28-5-376 0 0,19-2-148 0 0,-7 3 178 0 0,32-2-1257 0 0,-43 3 1039 0 0,-14 0 240 0 0</inkml:trace>
</inkml:ink>
</file>

<file path=ppt/ink/ink3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656"/>
    </inkml:context>
    <inkml:brush xml:id="br0">
      <inkml:brushProperty name="width" value="0.025" units="cm"/>
      <inkml:brushProperty name="height" value="0.025" units="cm"/>
      <inkml:brushProperty name="color" value="#A00C1A"/>
    </inkml:brush>
  </inkml:definitions>
  <inkml:trace contextRef="#ctx0" brushRef="#br0">126 80 13648 0 0,'0'0'310'0'0,"-5"-29"2717"0"0,-4 10-2210 0 0,6 15-741 0 0,-3-7 318 0 0,6 11-339 0 0,0-1-1 0 0,-1 0 0 0 0,1 0 1 0 0,-1 0-1 0 0,1 1 1 0 0,-1-1-1 0 0,1 0 0 0 0,-1 1 1 0 0,0-1-1 0 0,1 0 0 0 0,-1 1 1 0 0,0-1-1 0 0,0 1 0 0 0,1-1 1 0 0,-1 1-1 0 0,0-1 1 0 0,0 1-1 0 0,0-1 0 0 0,0 1 1 0 0,-1-1-1 0 0,-1 1 114 0 0,1-1 1 0 0,-1 0-1 0 0,0 1 0 0 0,0-1 0 0 0,0 1 0 0 0,0 0 1 0 0,0 0-1 0 0,-4 0 0 0 0,6 0-111 0 0,-1 0-1 0 0,1 0 0 0 0,0 1 1 0 0,-1-1-1 0 0,1 0 0 0 0,-1 0 1 0 0,1 1-1 0 0,0-1 0 0 0,-1 1 1 0 0,1-1-1 0 0,0 1 0 0 0,0 0 1 0 0,0 0-1 0 0,-1-1 1 0 0,1 1-1 0 0,0 0 0 0 0,0 0 1 0 0,0 0-1 0 0,-1 2 0 0 0,-23 32 1255 0 0,21 1-871 0 0,4-36-431 0 0,-2 0 23 0 0,1 0-24 0 0</inkml:trace>
</inkml:ink>
</file>

<file path=ppt/ink/ink3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657"/>
    </inkml:context>
    <inkml:brush xml:id="br0">
      <inkml:brushProperty name="width" value="0.025" units="cm"/>
      <inkml:brushProperty name="height" value="0.025" units="cm"/>
      <inkml:brushProperty name="color" value="#A00C1A"/>
    </inkml:brush>
  </inkml:definitions>
  <inkml:trace contextRef="#ctx0" brushRef="#br0">1 120 20631 0 0,'0'0'167'0'0,"8"-5"82"0"0,-8 2-249 0 0,-1 1 0 0 0,1-1 0 0 0,0 1 0 0 0,0 0 0 0 0,0-1 0 0 0,0 1 0 0 0,0-1 0 0 0,0 1 0 0 0,0-1 0 0 0,1 1 0 0 0,0 0 0 0 0,-1-1 0 0 0,1 1 0 0 0,0 0 0 0 0,0-1 0 0 0,0 1 0 0 0,0 0 0 0 0,1 0 0 0 0,1-2 0 0 0,-2 1-2 0 0,1 1 1 0 0,0 0-1 0 0,0 0 0 0 0,1 0 0 0 0,-1 0 0 0 0,0 0 0 0 0,3-2 0 0 0,11-8-7 0 0,-14 10 20 0 0,0 1 0 0 0,0-1 0 0 0,0 1 0 0 0,0 0 0 0 0,1-1 0 0 0,-1 1 0 0 0,0 1 0 0 0,1-1 0 0 0,-1 0 0 0 0,4 0 0 0 0,13-5 51 0 0,-11 2-5 0 0,0 1-1 0 0,0 0 1 0 0,17-3 0 0 0,-25 6-51 0 0</inkml:trace>
</inkml:ink>
</file>

<file path=ppt/ink/ink3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658"/>
    </inkml:context>
    <inkml:brush xml:id="br0">
      <inkml:brushProperty name="width" value="0.025" units="cm"/>
      <inkml:brushProperty name="height" value="0.025" units="cm"/>
      <inkml:brushProperty name="color" value="#A00C1A"/>
    </inkml:brush>
  </inkml:definitions>
  <inkml:trace contextRef="#ctx0" brushRef="#br0">120 100 6632 0 0,'0'0'8888'0'0,"3"-31"-8216"0"0,-3 28-534 0 0,0 1 1 0 0,0 0 0 0 0,0-1 0 0 0,0 1 0 0 0,0-1-1 0 0,-1 1 1 0 0,1 0 0 0 0,-1-1 0 0 0,1 1 0 0 0,-1 0 0 0 0,0 0-1 0 0,0 0 1 0 0,0-1 0 0 0,0 1 0 0 0,-1 0 0 0 0,1 0 0 0 0,0 0-1 0 0,-1 1 1 0 0,1-1 0 0 0,-1 0 0 0 0,0 0 0 0 0,0 1 0 0 0,-3-3-1 0 0,-1-1 269 0 0,5 4-355 0 0,0 1-1 0 0,1-1 1 0 0,-1 0 0 0 0,0 0 0 0 0,0 0-1 0 0,0 1 1 0 0,0-1 0 0 0,0 0-1 0 0,0 1 1 0 0,-1-1 0 0 0,1 1 0 0 0,0-1-1 0 0,0 1 1 0 0,0 0 0 0 0,0 0-1 0 0,-1-1 1 0 0,1 1 0 0 0,0 0-1 0 0,0 0 1 0 0,0 0 0 0 0,-1 0 0 0 0,1 0-1 0 0,0 0 1 0 0,0 1 0 0 0,-1-1-1 0 0,1 0 1 0 0,0 0 0 0 0,0 1 0 0 0,0-1-1 0 0,0 1 1 0 0,-2 1 0 0 0,-5 1 279 0 0,-14 10 275 0 0,22-12-570 0 0,-1-1-4 0 0,0 1 1 0 0,0 0-1 0 0,0 1 0 0 0,0-1 1 0 0,0 0-1 0 0,0 0 1 0 0,0 0-1 0 0,0 1 0 0 0,0-1 1 0 0,0 0-1 0 0,1 1 0 0 0,-1-1 1 0 0,1 1-1 0 0,-1-1 1 0 0,1 1-1 0 0,-1 1 0 0 0,-2 6 125 0 0,1-5-113 0 0,1-1 0 0 0,0 1 0 0 0,0-1 0 0 0,0 1 0 0 0,0 0 1 0 0,1 0-1 0 0,0-1 0 0 0,-1 6 0 0 0,2-9-43 0 0,-1 0 1 0 0,0 0 0 0 0,0 0-1 0 0,0 0 1 0 0,0 0-1 0 0,0 0 1 0 0,0 0-1 0 0,1 0 1 0 0,-1 0-1 0 0,0 0 1 0 0,0 0-1 0 0,0 0 1 0 0,0 0-1 0 0,0 0 1 0 0,0 0-1 0 0,0 0 1 0 0,0 0-1 0 0,1 0 1 0 0,-1 0-1 0 0,0 0 1 0 0,0 0-1 0 0,0 0 1 0 0,0 0 0 0 0,0 0-1 0 0,0 1 1 0 0,0-1-1 0 0,0 0 1 0 0,0 0-1 0 0,0 0 1 0 0,0 0-1 0 0,0 0 1 0 0,0 0-1 0 0,0 0 1 0 0,1 1-1 0 0,-1-1 1 0 0,0 0-1 0 0,0 0 1 0 0,0 0-1 0 0,0 0 1 0 0,0 0-1 0 0,0 0 1 0 0,0 0-1 0 0,0 1 1 0 0,0-1-1 0 0,0 0 1 0 0,-1 0 0 0 0,1 0-1 0 0,0 0 1 0 0,0 0-1 0 0,0 0 1 0 0,0 0-1 0 0,0 0 1 0 0,0 1-1 0 0,0-1 1 0 0,0 0-1 0 0,0 0 1 0 0,0 0-1 0 0,0 0 1 0 0,0 0-1 0 0,0 0 1 0 0,0 0-1 0 0,-1 0 1 0 0,1 0-1 0 0,0 0 1 0 0,0 0-1 0 0,0 0 1 0 0,0 1 0 0 0,0-1-1 0 0,0 0 1 0 0,-1 0 4 0 0</inkml:trace>
</inkml:ink>
</file>

<file path=ppt/ink/ink3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659"/>
    </inkml:context>
    <inkml:brush xml:id="br0">
      <inkml:brushProperty name="width" value="0.025" units="cm"/>
      <inkml:brushProperty name="height" value="0.025" units="cm"/>
      <inkml:brushProperty name="color" value="#A00C1A"/>
    </inkml:brush>
  </inkml:definitions>
  <inkml:trace contextRef="#ctx0" brushRef="#br0">125 100 12864 0 0,'0'0'3290'0'0,"3"-26"-2051"0"0,-4 22-1107 0 0,-1 1 1 0 0,1 0-1 0 0,-1-1 1 0 0,1 1-1 0 0,-1 0 1 0 0,0 0-1 0 0,-3-3 1 0 0,-39-19 1511 0 0,9 13-676 0 0,28 10-897 0 0,-17-3 448 0 0,22 5-511 0 0</inkml:trace>
</inkml:ink>
</file>

<file path=ppt/ink/ink3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660"/>
    </inkml:context>
    <inkml:brush xml:id="br0">
      <inkml:brushProperty name="width" value="0.025" units="cm"/>
      <inkml:brushProperty name="height" value="0.025" units="cm"/>
      <inkml:brushProperty name="color" value="#A00C1A"/>
    </inkml:brush>
  </inkml:definitions>
  <inkml:trace contextRef="#ctx0" brushRef="#br0">173 541 3712 0 0,'0'0'4878'0'0,"-20"-14"-2984"0"0,19 10-1697 0 0,-1 0 0 0 0,1 0 0 0 0,-1 0 0 0 0,0 1 1 0 0,0-1-1 0 0,-4-4 0 0 0,-7-16 255 0 0,-10-20 910 0 0,8 22-601 0 0,-1 2-248 0 0,10 8 209 0 0,0 0 1 0 0,0-1-1 0 0,1 1 1 0 0,-7-27 0 0 0,5 11-76 0 0,5 22-561 0 0,0-1 0 0 0,0 0 0 0 0,1 0 0 0 0,0 0 0 0 0,-1-7-1 0 0,-6-69 210 0 0,-1-21-214 0 0,8 69 105 0 0,1 35-172 0 0</inkml:trace>
</inkml:ink>
</file>

<file path=ppt/ink/ink3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661"/>
    </inkml:context>
    <inkml:brush xml:id="br0">
      <inkml:brushProperty name="width" value="0.025" units="cm"/>
      <inkml:brushProperty name="height" value="0.025" units="cm"/>
      <inkml:brushProperty name="color" value="#A00C1A"/>
    </inkml:brush>
  </inkml:definitions>
  <inkml:trace contextRef="#ctx0" brushRef="#br0">1 1 8936 0 0,'0'0'4446'0'0,"0"30"-4132"0"0,7-1 124 0 0,-6-25-378 0 0,0 0 0 0 0,-1 1-1 0 0,1-1 1 0 0,1 0 0 0 0,-1 0 0 0 0,3 4 0 0 0,-2-3 312 0 0,1-1-1 0 0,0 0 1 0 0,0 0 0 0 0,0-1 0 0 0,1 1-1 0 0,-1-1 1 0 0,1 1 0 0 0,0-1 0 0 0,-1 0 0 0 0,2 0-1 0 0,7 4 1 0 0,-7-5-143 0 0,0 1-1 0 0,-1-1 1 0 0,1 1-1 0 0,-1 1 1 0 0,0-1 0 0 0,0 1-1 0 0,0-1 1 0 0,5 7-1 0 0,4 3 218 0 0,-5-5-317 0 0,-6-7-227 0 0,0 1-1 0 0,0 0 1 0 0,-1 0-1 0 0,1-1 0 0 0,0 1 1 0 0,-1 1-1 0 0,1-1 1 0 0,-1 0-1 0 0,1 0 1 0 0,0 4-1 0 0,9 42 1624 0 0,-9-39-1397 0 0,-2 0 0 0 0,1 0 0 0 0,-2 13 0 0 0,0 3-1 0 0,1-23-110 0 0</inkml:trace>
</inkml:ink>
</file>

<file path=ppt/ink/ink3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662"/>
    </inkml:context>
    <inkml:brush xml:id="br0">
      <inkml:brushProperty name="width" value="0.025" units="cm"/>
      <inkml:brushProperty name="height" value="0.025" units="cm"/>
      <inkml:brushProperty name="color" value="#A00C1A"/>
    </inkml:brush>
  </inkml:definitions>
  <inkml:trace contextRef="#ctx0" brushRef="#br0">0 581 6824 0 0,'0'0'3657'0'0,"17"-29"-1104"0"0,15-30-1075 0 0,-22 35-1089 0 0,-9 20-354 0 0,0 1 1 0 0,0 0-1 0 0,0-1 0 0 0,1 1 1 0 0,-1 0-1 0 0,1 0 0 0 0,0 0 1 0 0,0 0-1 0 0,3-4 0 0 0,-2 3 0 0 0,0-1 0 0 0,-1 0 0 0 0,1 0-1 0 0,-1 0 1 0 0,0 0 0 0 0,-1 0 0 0 0,1 0 0 0 0,0-9-1 0 0,5-9 605 0 0,-1-5-108 0 0,-6 25-496 0 0,0 0-1 0 0,1 0 1 0 0,-1 0 0 0 0,1 0-1 0 0,0 0 1 0 0,0 0 0 0 0,0 0-1 0 0,0 0 1 0 0,0 0 0 0 0,1 1-1 0 0,-1-1 1 0 0,1 0 0 0 0,3-3-1 0 0,-4 4-3 0 0,1 0 0 0 0,-1 0 0 0 0,1 0-1 0 0,-1 0 1 0 0,0 0 0 0 0,0 0 0 0 0,0 0 0 0 0,-1-1 0 0 0,1 1-1 0 0,0 0 1 0 0,-1-1 0 0 0,1 1 0 0 0,-1 0 0 0 0,0-1-1 0 0,0-2 1 0 0,0 1-11 0 0,1 1-1 0 0,-1 0 1 0 0,1-1-1 0 0,-1 1 1 0 0,1 0-1 0 0,0 0 1 0 0,2-5-1 0 0,-1 3 1 0 0,0-1 0 0 0,0 1 0 0 0,0-1 0 0 0,-1 0 0 0 0,1-9 0 0 0,1-3 58 0 0,0-13 460 0 0,-4 26-494 0 0,2 0 0 0 0,-1 0 1 0 0,0 0-1 0 0,1 0 0 0 0,0 0 0 0 0,0 0 1 0 0,3-5-1 0 0,-3 4-45 0 0,1-1 1 0 0,-1 1-1 0 0,0-1 1 0 0,-1 1-1 0 0,1-1 1 0 0,-1 1-1 0 0,-1-9 1 0 0,-2-3 722 0 0</inkml:trace>
</inkml:ink>
</file>

<file path=ppt/ink/ink3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663"/>
    </inkml:context>
    <inkml:brush xml:id="br0">
      <inkml:brushProperty name="width" value="0.025" units="cm"/>
      <inkml:brushProperty name="height" value="0.025" units="cm"/>
      <inkml:brushProperty name="color" value="#A00C1A"/>
    </inkml:brush>
  </inkml:definitions>
  <inkml:trace contextRef="#ctx0" brushRef="#br0">5 361 8840 0 0,'0'0'3074'0'0,"-2"-19"-2419"0"0,1 10-375 0 0,1 5-145 0 0,-1 0 0 0 0,1 1 0 0 0,0-1-1 0 0,0 0 1 0 0,0 0 0 0 0,1 1 0 0 0,0-5 0 0 0,5-14 794 0 0,-6 18-857 0 0,1 1-1 0 0,0 0 1 0 0,-1 0 0 0 0,1 0-1 0 0,0 0 1 0 0,0 0-1 0 0,1 0 1 0 0,-1 0-1 0 0,4-4 1 0 0,-4 5 10 0 0,0 0 0 0 0,0 1 0 0 0,0-1 0 0 0,0 0 1 0 0,0 0-1 0 0,0 0 0 0 0,0 0 0 0 0,0-3 0 0 0,0 3-43 0 0,-1 0 0 0 0,1 1-1 0 0,-1-1 1 0 0,1 1 0 0 0,0-1 0 0 0,0 0-1 0 0,0 1 1 0 0,0-1 0 0 0,0 1-1 0 0,2-3 1 0 0,33-35 789 0 0,-6 12 74 0 0,-1 0-288 0 0,-28 26-642 0 0,17-22-5 0 0,-14 3 293 0 0,-4 20-247 0 0,3-9 84 0 0,-2 0 0 0 0,1 0-1 0 0,-1 0 1 0 0,-1-18 0 0 0,0 25-92 0 0</inkml:trace>
</inkml:ink>
</file>

<file path=ppt/ink/ink3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664"/>
    </inkml:context>
    <inkml:brush xml:id="br0">
      <inkml:brushProperty name="width" value="0.025" units="cm"/>
      <inkml:brushProperty name="height" value="0.025" units="cm"/>
      <inkml:brushProperty name="color" value="#A00C1A"/>
    </inkml:brush>
  </inkml:definitions>
  <inkml:trace contextRef="#ctx0" brushRef="#br0">123 263 1896 0 0,'0'0'6641'0'0,"-16"-15"-5098"0"0,-8-29-283 0 0,11 30-488 0 0,7 9-68 0 0,3 0-208 0 0,1-2-25 0 0,2 2-189 0 0,-4-14 515 0 0,-8-8-102 0 0,-2-2-242 0 0,5 8-185 0 0,7 18-239 0 0,0 0-1 0 0,0 0 0 0 0,1 0 1 0 0,-1 0-1 0 0,1 0 0 0 0,0-1 1 0 0,-1-3-1 0 0,-3-32 276 0 0,4 36-282 0 0</inkml:trace>
</inkml:ink>
</file>

<file path=ppt/ink/ink3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665"/>
    </inkml:context>
    <inkml:brush xml:id="br0">
      <inkml:brushProperty name="width" value="0.025" units="cm"/>
      <inkml:brushProperty name="height" value="0.025" units="cm"/>
      <inkml:brushProperty name="color" value="#A00C1A"/>
    </inkml:brush>
  </inkml:definitions>
  <inkml:trace contextRef="#ctx0" brushRef="#br0">1 557 4416 0 0,'0'0'5293'0'0,"18"-28"-2938"0"0,-16 26-2284 0 0,0-1 0 0 0,0 1 0 0 0,0-1 0 0 0,0 0 0 0 0,-1 0 0 0 0,1 0 0 0 0,-1 0 0 0 0,0-1 0 0 0,0 1 0 0 0,1-3 0 0 0,10-23 564 0 0,-11 28-569 0 0,1-1 38 0 0,1-1-1 0 0,-1-1 1 0 0,0 1 0 0 0,0 0-1 0 0,0 0 1 0 0,-1-1-1 0 0,1 1 1 0 0,-1-1 0 0 0,2-6-1 0 0,-2 6-6 0 0,1 0 0 0 0,-1 0 0 0 0,1 1 0 0 0,0-1 0 0 0,3-6 0 0 0,-3 8-35 0 0,0-1 0 0 0,0 0 0 0 0,-1 0 0 0 0,1 0 0 0 0,-1 0 0 0 0,0 0 0 0 0,0 0 0 0 0,0 0 1 0 0,0 0-1 0 0,0 0 0 0 0,-1-6 0 0 0,11-9 342 0 0,-10 14-341 0 0,0 1 0 0 0,1-1 0 0 0,-1 1 1 0 0,1-1-1 0 0,0 1 0 0 0,0 0 0 0 0,0 0 0 0 0,0-1 1 0 0,4-2-1 0 0,-4 4 3 0 0,-1 0 0 0 0,0 0 1 0 0,0 0-1 0 0,0 0 0 0 0,0 0 0 0 0,0 0 1 0 0,-1 0-1 0 0,1-1 0 0 0,-1 1 0 0 0,1 0 1 0 0,-1 0-1 0 0,0 0 0 0 0,0-5 0 0 0,0 4-38 0 0,1 0 0 0 0,-1 0 0 0 0,0 1 0 0 0,1-1 0 0 0,-1 0 0 0 0,1 1 0 0 0,0-1 0 0 0,0 0 0 0 0,2-3-1 0 0,-2 3-16 0 0,1-1 0 0 0,0 0-1 0 0,-1 0 1 0 0,0 0-1 0 0,0 1 1 0 0,0-1-1 0 0,0 0 1 0 0,-1 0-1 0 0,1-1 1 0 0,-1-5-1 0 0,13-29-652 0 0,-10 12 121 0 0,3-11 515 0 0,-5 31-105 0 0,1-1 0 0 0,-1 1 0 0 0,0 0 0 0 0,-1-1 0 0 0,1 0-1 0 0,-2-8 1 0 0,1-1 63 0 0,0 14 40 0 0</inkml:trace>
</inkml:ink>
</file>

<file path=ppt/ink/ink3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666"/>
    </inkml:context>
    <inkml:brush xml:id="br0">
      <inkml:brushProperty name="width" value="0.025" units="cm"/>
      <inkml:brushProperty name="height" value="0.025" units="cm"/>
      <inkml:brushProperty name="color" value="#A00C1A"/>
    </inkml:brush>
  </inkml:definitions>
  <inkml:trace contextRef="#ctx0" brushRef="#br0">14 111 4312 0 0,'-1'-1'283'0'0,"0"0"1"0"0,0 0-1 0 0,0 0 0 0 0,0 1 1 0 0,0-1-1 0 0,0 0 0 0 0,1 0 1 0 0,-1 0-1 0 0,0 0 0 0 0,0 0 1 0 0,1-1-1 0 0,-1 1 0 0 0,1 0 1 0 0,-1 0-1 0 0,1 0 0 0 0,-1 0 1 0 0,1-1-1 0 0,0 1 0 0 0,-1 0 1 0 0,1-1-1 0 0,0 1 0 0 0,0 0 1 0 0,0 0-1 0 0,0-1 0 0 0,0 1 1 0 0,1 0-1 0 0,-1-1 0 0 0,0 1 1 0 0,0 0-1 0 0,1 0 0 0 0,0-2 1 0 0,1-7 401 0 0,0 0-297 0 0,0 0 0 0 0,-1 0 0 0 0,0-18 0 0 0,-1 23-260 0 0</inkml:trace>
</inkml:ink>
</file>

<file path=ppt/ink/ink3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667"/>
    </inkml:context>
    <inkml:brush xml:id="br0">
      <inkml:brushProperty name="width" value="0.025" units="cm"/>
      <inkml:brushProperty name="height" value="0.025" units="cm"/>
      <inkml:brushProperty name="color" value="#A00C1A"/>
    </inkml:brush>
  </inkml:definitions>
  <inkml:trace contextRef="#ctx0" brushRef="#br0">0 168 7736 0 0,'0'0'6462'0'0,"10"-17"-6012"0"0,-6-14-88 0 0,-3 20-249 0 0,1 1 0 0 0,-1-1 0 0 0,-1 1 0 0 0,0-1 0 0 0,-1-10 0 0 0,-6-17 148 0 0,6 32-178 0 0,1 5-59 0 0</inkml:trace>
</inkml:ink>
</file>

<file path=ppt/ink/ink3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668"/>
    </inkml:context>
    <inkml:brush xml:id="br0">
      <inkml:brushProperty name="width" value="0.025" units="cm"/>
      <inkml:brushProperty name="height" value="0.025" units="cm"/>
      <inkml:brushProperty name="color" value="#A00C1A"/>
    </inkml:brush>
  </inkml:definitions>
  <inkml:trace contextRef="#ctx0" brushRef="#br0">1 317 8936 0 0,'0'0'1942'0'0,"1"-26"-754"0"0,1 19-979 0 0,-1 0-1 0 0,1 0 0 0 0,0 0 1 0 0,1 1-1 0 0,4-10 1 0 0,-4 9-135 0 0,1-1 1 0 0,-1 0 0 0 0,3-13 0 0 0,-5 17-50 0 0,0 0 0 0 0,1 0 0 0 0,-1 0 0 0 0,1 0 1 0 0,0 0-1 0 0,4-4 0 0 0,4-12 45 0 0,-9 18-57 0 0,0 0-1 0 0,1 0 1 0 0,-1 1-1 0 0,0-1 0 0 0,1 0 1 0 0,-1 1-1 0 0,1-1 1 0 0,0 0-1 0 0,-1 1 0 0 0,1 0 1 0 0,4-3-1 0 0,5-5 49 0 0,36-27 613 0 0,-43 32-623 0 0,0-1 0 0 0,-1 0 0 0 0,1 0 0 0 0,-1 0 0 0 0,0 0 0 0 0,0 0-1 0 0,-1-1 1 0 0,1 0 0 0 0,-1 1 0 0 0,0-1 0 0 0,1-9 0 0 0,-3 12-40 0 0,-1 1-3 0 0</inkml:trace>
</inkml:ink>
</file>

<file path=ppt/ink/ink3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669"/>
    </inkml:context>
    <inkml:brush xml:id="br0">
      <inkml:brushProperty name="width" value="0.025" units="cm"/>
      <inkml:brushProperty name="height" value="0.025" units="cm"/>
      <inkml:brushProperty name="color" value="#A00C1A"/>
    </inkml:brush>
  </inkml:definitions>
  <inkml:trace contextRef="#ctx0" brushRef="#br0">65 125 7936 0 0,'0'0'3936'0'0,"-2"-12"-3779"0"0,-1 2-95 0 0,2 8-38 0 0,1-1 1 0 0,-1 1-1 0 0,1 0 0 0 0,-1-1 0 0 0,1 1 1 0 0,0-1-1 0 0,0 1 0 0 0,0 0 1 0 0,0-1-1 0 0,0-2 0 0 0,-1 1 129 0 0,-1 0-1 0 0,0 0 1 0 0,0 0-1 0 0,-1 0 1 0 0,1 1-1 0 0,-1-1 1 0 0,-5-4-1 0 0,-9-16 451 0 0,15 21-588 0 0,1 2-13 0 0,1 1-1 0 0,-1-1 0 0 0,1 0 1 0 0,-1 0-1 0 0,1 1 1 0 0,-1-1-1 0 0,0 0 0 0 0,1 1 1 0 0,-1-1-1 0 0,0 1 0 0 0,0-1 1 0 0,1 1-1 0 0,-1-1 0 0 0,0 1 1 0 0,0 0-1 0 0,0-1 1 0 0,1 1-1 0 0,-3-1 0 0 0,3 0-41 0 0,5 3 2 0 0,4 7 61 0 0,-8-8-17 0 0,0 0-1 0 0,0 0 0 0 0,0 0 1 0 0,0 0-1 0 0,0 0 0 0 0,0 0 1 0 0,0 0-1 0 0,0 0 1 0 0,1 0-1 0 0,-1-1 0 0 0,3 2 1 0 0,11 18 130 0 0,-14-18-61 0 0,1 1 0 0 0,-1 0 1 0 0,0-1-1 0 0,0 1 0 0 0,0 0 1 0 0,-1-1-1 0 0,1 1 0 0 0,-1 0 1 0 0,1 4-1 0 0,2 20 196 0 0,-3-27-271 0 0</inkml:trace>
</inkml:ink>
</file>

<file path=ppt/ink/ink3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638"/>
    </inkml:context>
    <inkml:brush xml:id="br0">
      <inkml:brushProperty name="width" value="0.025" units="cm"/>
      <inkml:brushProperty name="height" value="0.025" units="cm"/>
      <inkml:brushProperty name="color" value="#A00C1A"/>
    </inkml:brush>
  </inkml:definitions>
  <inkml:trace contextRef="#ctx0" brushRef="#br0">493 7 112 0 0,'0'0'4867'0'0,"-26"0"-3568"0"0,19 1 2731 0 0,-33-2-874 0 0,7 8-1102 0 0,18-2-1655 0 0,14-5-340 0 0,-1 0-1 0 0,1 1 1 0 0,-1-1 0 0 0,1 1-1 0 0,-1-1 1 0 0,1 1 0 0 0,-1-1-1 0 0,1 1 1 0 0,0 0 0 0 0,-1 0-1 0 0,1-1 1 0 0,0 1 0 0 0,0 0-1 0 0,0 0 1 0 0,-2 3-1 0 0,-12 11 382 0 0,14-13-392 0 0,0 0-1 0 0,0-1 0 0 0,0 1 1 0 0,1-1-1 0 0,-1 1 0 0 0,0 0 1 0 0,1 0-1 0 0,0-1 0 0 0,-1 1 1 0 0,1 0-1 0 0,0 3 160 0 0,-8 25 872 0 0,7-26-1006 0 0,0 1-1 0 0,1-1 1 0 0,-1 1-1 0 0,1-1 1 0 0,0 0 0 0 0,0 1-1 0 0,1 6 1 0 0,0 4 350 0 0,-1-9-222 0 0,0-1-1 0 0,0 1 1 0 0,-1 0 0 0 0,0-1-1 0 0,-2 11 1 0 0,-11 15 667 0 0,13-29-852 0 0,0 0-1 0 0,-1 0 0 0 0,1 0 0 0 0,0 0 0 0 0,-1 0 1 0 0,1-1-1 0 0,-1 1 0 0 0,0 0 0 0 0,1-1 1 0 0,-1 0-1 0 0,0 1 0 0 0,0-1 0 0 0,-3 2 0 0 0,-2-2 14 0 0,0 1-1 0 0,-1-2 0 0 0,1 1 1 0 0,0-1-1 0 0,0 0 0 0 0,-1 0 1 0 0,-7-2-1 0 0,11 0 5 0 0,-1-1 0 0 0,1 1 0 0 0,0-1 0 0 0,0 0 0 0 0,0 0 0 0 0,0-1 0 0 0,0 1 0 0 0,0-1 0 0 0,1 0 0 0 0,0 0 0 0 0,0 0 0 0 0,-3-5 0 0 0,1-30-129 0 0,1-29 552 0 0,3 64-405 0 0,1 1 0 0 0,-1-1 0 0 0,0 0 0 0 0,0 0 0 0 0,0 0 0 0 0,0 1 0 0 0,-1-1 0 0 0,-2-4 0 0 0,-5-12 92 0 0,9 19-138 0 0,-1-1 0 0 0,1 0 0 0 0,-1 0 1 0 0,0 1-1 0 0,0-1 0 0 0,0 0 0 0 0,0 1 1 0 0,0-1-1 0 0,0 1 0 0 0,0 0 1 0 0,0-1-1 0 0,0 1 0 0 0,-1 0 0 0 0,1-1 1 0 0,-1 1-1 0 0,1 0 0 0 0,-1 0 0 0 0,1 0 1 0 0,-1 1-1 0 0,-3-2 0 0 0,-9-6-153 0 0,13 7 130 0 0,0 0 0 0 0,-1 0 0 0 0,1 0 0 0 0,0 0 0 0 0,-1 1 1 0 0,1-1-1 0 0,-1 0 0 0 0,1 1 0 0 0,-1-1 0 0 0,1 1 0 0 0,-1 0 0 0 0,1-1 0 0 0,-3 1 1 0 0,-25 0 71 0 0,-4-1-3279 0 0</inkml:trace>
</inkml:ink>
</file>

<file path=ppt/ink/ink3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639"/>
    </inkml:context>
    <inkml:brush xml:id="br0">
      <inkml:brushProperty name="width" value="0.025" units="cm"/>
      <inkml:brushProperty name="height" value="0.025" units="cm"/>
      <inkml:brushProperty name="color" value="#A00C1A"/>
    </inkml:brush>
  </inkml:definitions>
  <inkml:trace contextRef="#ctx0" brushRef="#br0">146 1 5824 0 0,'0'0'3972'0'0,"-25"3"-2624"0"0,15-3-995 0 0,7 0-272 0 0,1-1 0 0 0,0 1 1 0 0,0 0-1 0 0,0 0 0 0 0,-1 0 0 0 0,1 1 1 0 0,0-1-1 0 0,0 1 0 0 0,0-1 0 0 0,0 1 0 0 0,-3 0 1 0 0,2 0 30 0 0,0 0 0 0 0,0 0 0 0 0,0-1 0 0 0,0 1 0 0 0,0-1 0 0 0,0 0 0 0 0,-4 0 0 0 0,3 0-18 0 0,4 0-59 0 0,-4 2 92 0 0,0-1 1 0 0,-1 1 0 0 0,1-1-1 0 0,-1 0 1 0 0,-7 1-1 0 0,-3 1 185 0 0,28-5-376 0 0,19-2-148 0 0,-7 3 178 0 0,32-2-1257 0 0,-43 3 1039 0 0,-14 0 240 0 0</inkml:trace>
</inkml:ink>
</file>

<file path=ppt/ink/ink3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640"/>
    </inkml:context>
    <inkml:brush xml:id="br0">
      <inkml:brushProperty name="width" value="0.025" units="cm"/>
      <inkml:brushProperty name="height" value="0.025" units="cm"/>
      <inkml:brushProperty name="color" value="#A00C1A"/>
    </inkml:brush>
  </inkml:definitions>
  <inkml:trace contextRef="#ctx0" brushRef="#br0">126 80 13648 0 0,'0'0'310'0'0,"-5"-29"2717"0"0,-4 10-2210 0 0,6 15-741 0 0,-3-7 318 0 0,6 11-339 0 0,0-1-1 0 0,-1 0 0 0 0,1 0 1 0 0,-1 0-1 0 0,1 1 1 0 0,-1-1-1 0 0,1 0 0 0 0,-1 1 1 0 0,0-1-1 0 0,1 0 0 0 0,-1 1 1 0 0,0-1-1 0 0,0 1 0 0 0,1-1 1 0 0,-1 1-1 0 0,0-1 1 0 0,0 1-1 0 0,0-1 0 0 0,0 1 1 0 0,-1-1-1 0 0,-1 1 114 0 0,1-1 1 0 0,-1 0-1 0 0,0 1 0 0 0,0-1 0 0 0,0 1 0 0 0,0 0 1 0 0,0 0-1 0 0,-4 0 0 0 0,6 0-111 0 0,-1 0-1 0 0,1 0 0 0 0,0 1 1 0 0,-1-1-1 0 0,1 0 0 0 0,-1 0 1 0 0,1 1-1 0 0,0-1 0 0 0,-1 1 1 0 0,1-1-1 0 0,0 1 0 0 0,0 0 1 0 0,0 0-1 0 0,-1-1 1 0 0,1 1-1 0 0,0 0 0 0 0,0 0 1 0 0,0 0-1 0 0,-1 2 0 0 0,-23 32 1255 0 0,21 1-871 0 0,4-36-431 0 0,-2 0 23 0 0,1 0-24 0 0</inkml:trace>
</inkml:ink>
</file>

<file path=ppt/ink/ink3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641"/>
    </inkml:context>
    <inkml:brush xml:id="br0">
      <inkml:brushProperty name="width" value="0.025" units="cm"/>
      <inkml:brushProperty name="height" value="0.025" units="cm"/>
      <inkml:brushProperty name="color" value="#A00C1A"/>
    </inkml:brush>
  </inkml:definitions>
  <inkml:trace contextRef="#ctx0" brushRef="#br0">1 120 20631 0 0,'0'0'167'0'0,"8"-5"82"0"0,-8 2-249 0 0,-1 1 0 0 0,1-1 0 0 0,0 1 0 0 0,0 0 0 0 0,0-1 0 0 0,0 1 0 0 0,0-1 0 0 0,0 1 0 0 0,0-1 0 0 0,1 1 0 0 0,0 0 0 0 0,-1-1 0 0 0,1 1 0 0 0,0 0 0 0 0,0-1 0 0 0,0 1 0 0 0,0 0 0 0 0,1 0 0 0 0,1-2 0 0 0,-2 1-2 0 0,1 1 1 0 0,0 0-1 0 0,0 0 0 0 0,1 0 0 0 0,-1 0 0 0 0,0 0 0 0 0,3-2 0 0 0,11-8-7 0 0,-14 10 20 0 0,0 1 0 0 0,0-1 0 0 0,0 1 0 0 0,0 0 0 0 0,1-1 0 0 0,-1 1 0 0 0,0 1 0 0 0,1-1 0 0 0,-1 0 0 0 0,4 0 0 0 0,13-5 51 0 0,-11 2-5 0 0,0 1-1 0 0,0 0 1 0 0,17-3 0 0 0,-25 6-51 0 0</inkml:trace>
</inkml:ink>
</file>

<file path=ppt/ink/ink3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642"/>
    </inkml:context>
    <inkml:brush xml:id="br0">
      <inkml:brushProperty name="width" value="0.025" units="cm"/>
      <inkml:brushProperty name="height" value="0.025" units="cm"/>
      <inkml:brushProperty name="color" value="#A00C1A"/>
    </inkml:brush>
  </inkml:definitions>
  <inkml:trace contextRef="#ctx0" brushRef="#br0">120 100 6632 0 0,'0'0'8888'0'0,"3"-31"-8216"0"0,-3 28-534 0 0,0 1 1 0 0,0 0 0 0 0,0-1 0 0 0,0 1 0 0 0,0-1-1 0 0,-1 1 1 0 0,1 0 0 0 0,-1-1 0 0 0,1 1 0 0 0,-1 0 0 0 0,0 0-1 0 0,0 0 1 0 0,0-1 0 0 0,0 1 0 0 0,-1 0 0 0 0,1 0 0 0 0,0 0-1 0 0,-1 1 1 0 0,1-1 0 0 0,-1 0 0 0 0,0 0 0 0 0,0 1 0 0 0,-3-3-1 0 0,-1-1 269 0 0,5 4-355 0 0,0 1-1 0 0,1-1 1 0 0,-1 0 0 0 0,0 0 0 0 0,0 0-1 0 0,0 1 1 0 0,0-1 0 0 0,0 0-1 0 0,0 1 1 0 0,-1-1 0 0 0,1 1 0 0 0,0-1-1 0 0,0 1 1 0 0,0 0 0 0 0,0 0-1 0 0,-1-1 1 0 0,1 1 0 0 0,0 0-1 0 0,0 0 1 0 0,0 0 0 0 0,-1 0 0 0 0,1 0-1 0 0,0 0 1 0 0,0 1 0 0 0,-1-1-1 0 0,1 0 1 0 0,0 0 0 0 0,0 1 0 0 0,0-1-1 0 0,0 1 1 0 0,-2 1 0 0 0,-5 1 279 0 0,-14 10 275 0 0,22-12-570 0 0,-1-1-4 0 0,0 1 1 0 0,0 0-1 0 0,0 1 0 0 0,0-1 1 0 0,0 0-1 0 0,0 0 1 0 0,0 0-1 0 0,0 1 0 0 0,0-1 1 0 0,0 0-1 0 0,1 1 0 0 0,-1-1 1 0 0,1 1-1 0 0,-1-1 1 0 0,1 1-1 0 0,-1 1 0 0 0,-2 6 125 0 0,1-5-113 0 0,1-1 0 0 0,0 1 0 0 0,0-1 0 0 0,0 1 0 0 0,0 0 1 0 0,1 0-1 0 0,0-1 0 0 0,-1 6 0 0 0,2-9-43 0 0,-1 0 1 0 0,0 0 0 0 0,0 0-1 0 0,0 0 1 0 0,0 0-1 0 0,0 0 1 0 0,0 0-1 0 0,1 0 1 0 0,-1 0-1 0 0,0 0 1 0 0,0 0-1 0 0,0 0 1 0 0,0 0-1 0 0,0 0 1 0 0,0 0-1 0 0,0 0 1 0 0,0 0-1 0 0,1 0 1 0 0,-1 0-1 0 0,0 0 1 0 0,0 0-1 0 0,0 0 1 0 0,0 0 0 0 0,0 0-1 0 0,0 1 1 0 0,0-1-1 0 0,0 0 1 0 0,0 0-1 0 0,0 0 1 0 0,0 0-1 0 0,0 0 1 0 0,0 0-1 0 0,0 0 1 0 0,1 1-1 0 0,-1-1 1 0 0,0 0-1 0 0,0 0 1 0 0,0 0-1 0 0,0 0 1 0 0,0 0-1 0 0,0 0 1 0 0,0 0-1 0 0,0 1 1 0 0,0-1-1 0 0,0 0 1 0 0,-1 0 0 0 0,1 0-1 0 0,0 0 1 0 0,0 0-1 0 0,0 0 1 0 0,0 0-1 0 0,0 0 1 0 0,0 1-1 0 0,0-1 1 0 0,0 0-1 0 0,0 0 1 0 0,0 0-1 0 0,0 0 1 0 0,0 0-1 0 0,0 0 1 0 0,0 0-1 0 0,-1 0 1 0 0,1 0-1 0 0,0 0 1 0 0,0 0-1 0 0,0 0 1 0 0,0 1 0 0 0,0-1-1 0 0,0 0 1 0 0,-1 0 4 0 0</inkml:trace>
</inkml:ink>
</file>

<file path=ppt/ink/ink4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643"/>
    </inkml:context>
    <inkml:brush xml:id="br0">
      <inkml:brushProperty name="width" value="0.025" units="cm"/>
      <inkml:brushProperty name="height" value="0.025" units="cm"/>
      <inkml:brushProperty name="color" value="#A00C1A"/>
    </inkml:brush>
  </inkml:definitions>
  <inkml:trace contextRef="#ctx0" brushRef="#br0">125 100 12864 0 0,'0'0'3290'0'0,"3"-26"-2051"0"0,-4 22-1107 0 0,-1 1 1 0 0,1 0-1 0 0,-1-1 1 0 0,1 1-1 0 0,-1 0 1 0 0,0 0-1 0 0,-3-3 1 0 0,-39-19 1511 0 0,9 13-676 0 0,28 10-897 0 0,-17-3 448 0 0,22 5-511 0 0</inkml:trace>
</inkml:ink>
</file>

<file path=ppt/ink/ink4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644"/>
    </inkml:context>
    <inkml:brush xml:id="br0">
      <inkml:brushProperty name="width" value="0.025" units="cm"/>
      <inkml:brushProperty name="height" value="0.025" units="cm"/>
      <inkml:brushProperty name="color" value="#A00C1A"/>
    </inkml:brush>
  </inkml:definitions>
  <inkml:trace contextRef="#ctx0" brushRef="#br0">173 541 3712 0 0,'0'0'4878'0'0,"-20"-14"-2984"0"0,19 10-1697 0 0,-1 0 0 0 0,1 0 0 0 0,-1 0 0 0 0,0 1 1 0 0,0-1-1 0 0,-4-4 0 0 0,-7-16 255 0 0,-10-20 910 0 0,8 22-601 0 0,-1 2-248 0 0,10 8 209 0 0,0 0 1 0 0,0-1-1 0 0,1 1 1 0 0,-7-27 0 0 0,5 11-76 0 0,5 22-561 0 0,0-1 0 0 0,0 0 0 0 0,1 0 0 0 0,0 0 0 0 0,-1-7-1 0 0,-6-69 210 0 0,-1-21-214 0 0,8 69 105 0 0,1 35-172 0 0</inkml:trace>
</inkml:ink>
</file>

<file path=ppt/ink/ink4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645"/>
    </inkml:context>
    <inkml:brush xml:id="br0">
      <inkml:brushProperty name="width" value="0.025" units="cm"/>
      <inkml:brushProperty name="height" value="0.025" units="cm"/>
      <inkml:brushProperty name="color" value="#A00C1A"/>
    </inkml:brush>
  </inkml:definitions>
  <inkml:trace contextRef="#ctx0" brushRef="#br0">1 1 8936 0 0,'0'0'4446'0'0,"0"30"-4132"0"0,7-1 124 0 0,-6-25-378 0 0,0 0 0 0 0,-1 1-1 0 0,1-1 1 0 0,1 0 0 0 0,-1 0 0 0 0,3 4 0 0 0,-2-3 312 0 0,1-1-1 0 0,0 0 1 0 0,0 0 0 0 0,0-1 0 0 0,1 1-1 0 0,-1-1 1 0 0,1 1 0 0 0,0-1 0 0 0,-1 0 0 0 0,2 0-1 0 0,7 4 1 0 0,-7-5-143 0 0,0 1-1 0 0,-1-1 1 0 0,1 1-1 0 0,-1 1 1 0 0,0-1 0 0 0,0 1-1 0 0,0-1 1 0 0,5 7-1 0 0,4 3 218 0 0,-5-5-317 0 0,-6-7-227 0 0,0 1-1 0 0,0 0 1 0 0,-1 0-1 0 0,1-1 0 0 0,0 1 1 0 0,-1 1-1 0 0,1-1 1 0 0,-1 0-1 0 0,1 0 1 0 0,0 4-1 0 0,9 42 1624 0 0,-9-39-1397 0 0,-2 0 0 0 0,1 0 0 0 0,-2 13 0 0 0,0 3-1 0 0,1-23-110 0 0</inkml:trace>
</inkml:ink>
</file>

<file path=ppt/ink/ink4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646"/>
    </inkml:context>
    <inkml:brush xml:id="br0">
      <inkml:brushProperty name="width" value="0.025" units="cm"/>
      <inkml:brushProperty name="height" value="0.025" units="cm"/>
      <inkml:brushProperty name="color" value="#A00C1A"/>
    </inkml:brush>
  </inkml:definitions>
  <inkml:trace contextRef="#ctx0" brushRef="#br0">0 581 6824 0 0,'0'0'3657'0'0,"17"-29"-1104"0"0,15-30-1075 0 0,-22 35-1089 0 0,-9 20-354 0 0,0 1 1 0 0,0 0-1 0 0,0-1 0 0 0,1 1 1 0 0,-1 0-1 0 0,1 0 0 0 0,0 0 1 0 0,0 0-1 0 0,3-4 0 0 0,-2 3 0 0 0,0-1 0 0 0,-1 0 0 0 0,1 0-1 0 0,-1 0 1 0 0,0 0 0 0 0,-1 0 0 0 0,1 0 0 0 0,0-9-1 0 0,5-9 605 0 0,-1-5-108 0 0,-6 25-496 0 0,0 0-1 0 0,1 0 1 0 0,-1 0 0 0 0,1 0-1 0 0,0 0 1 0 0,0 0 0 0 0,0 0-1 0 0,0 0 1 0 0,0 0 0 0 0,1 1-1 0 0,-1-1 1 0 0,1 0 0 0 0,3-3-1 0 0,-4 4-3 0 0,1 0 0 0 0,-1 0 0 0 0,1 0-1 0 0,-1 0 1 0 0,0 0 0 0 0,0 0 0 0 0,0 0 0 0 0,-1-1 0 0 0,1 1-1 0 0,0 0 1 0 0,-1-1 0 0 0,1 1 0 0 0,-1 0 0 0 0,0-1-1 0 0,0-2 1 0 0,0 1-11 0 0,1 1-1 0 0,-1 0 1 0 0,1-1-1 0 0,-1 1 1 0 0,1 0-1 0 0,0 0 1 0 0,2-5-1 0 0,-1 3 1 0 0,0-1 0 0 0,0 1 0 0 0,0-1 0 0 0,-1 0 0 0 0,1-9 0 0 0,1-3 58 0 0,0-13 460 0 0,-4 26-494 0 0,2 0 0 0 0,-1 0 1 0 0,0 0-1 0 0,1 0 0 0 0,0 0 0 0 0,0 0 1 0 0,3-5-1 0 0,-3 4-45 0 0,1-1 1 0 0,-1 1-1 0 0,0-1 1 0 0,-1 1-1 0 0,1-1 1 0 0,-1 1-1 0 0,-1-9 1 0 0,-2-3 722 0 0</inkml:trace>
</inkml:ink>
</file>

<file path=ppt/ink/ink4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647"/>
    </inkml:context>
    <inkml:brush xml:id="br0">
      <inkml:brushProperty name="width" value="0.025" units="cm"/>
      <inkml:brushProperty name="height" value="0.025" units="cm"/>
      <inkml:brushProperty name="color" value="#A00C1A"/>
    </inkml:brush>
  </inkml:definitions>
  <inkml:trace contextRef="#ctx0" brushRef="#br0">5 361 8840 0 0,'0'0'3074'0'0,"-2"-19"-2419"0"0,1 10-375 0 0,1 5-145 0 0,-1 0 0 0 0,1 1 0 0 0,0-1-1 0 0,0 0 1 0 0,0 0 0 0 0,1 1 0 0 0,0-5 0 0 0,5-14 794 0 0,-6 18-857 0 0,1 1-1 0 0,0 0 1 0 0,-1 0 0 0 0,1 0-1 0 0,0 0 1 0 0,0 0-1 0 0,1 0 1 0 0,-1 0-1 0 0,4-4 1 0 0,-4 5 10 0 0,0 0 0 0 0,0 1 0 0 0,0-1 0 0 0,0 0 1 0 0,0 0-1 0 0,0 0 0 0 0,0 0 0 0 0,0-3 0 0 0,0 3-43 0 0,-1 0 0 0 0,1 1-1 0 0,-1-1 1 0 0,1 1 0 0 0,0-1 0 0 0,0 0-1 0 0,0 1 1 0 0,0-1 0 0 0,0 1-1 0 0,2-3 1 0 0,33-35 789 0 0,-6 12 74 0 0,-1 0-288 0 0,-28 26-642 0 0,17-22-5 0 0,-14 3 293 0 0,-4 20-247 0 0,3-9 84 0 0,-2 0 0 0 0,1 0-1 0 0,-1 0 1 0 0,-1-18 0 0 0,0 25-92 0 0</inkml:trace>
</inkml:ink>
</file>

<file path=ppt/ink/ink4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648"/>
    </inkml:context>
    <inkml:brush xml:id="br0">
      <inkml:brushProperty name="width" value="0.025" units="cm"/>
      <inkml:brushProperty name="height" value="0.025" units="cm"/>
      <inkml:brushProperty name="color" value="#A00C1A"/>
    </inkml:brush>
  </inkml:definitions>
  <inkml:trace contextRef="#ctx0" brushRef="#br0">123 263 1896 0 0,'0'0'6641'0'0,"-16"-15"-5098"0"0,-8-29-283 0 0,11 30-488 0 0,7 9-68 0 0,3 0-208 0 0,1-2-25 0 0,2 2-189 0 0,-4-14 515 0 0,-8-8-102 0 0,-2-2-242 0 0,5 8-185 0 0,7 18-239 0 0,0 0-1 0 0,0 0 0 0 0,1 0 1 0 0,-1 0-1 0 0,1 0 0 0 0,0-1 1 0 0,-1-3-1 0 0,-3-32 276 0 0,4 36-282 0 0</inkml:trace>
</inkml:ink>
</file>

<file path=ppt/ink/ink4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649"/>
    </inkml:context>
    <inkml:brush xml:id="br0">
      <inkml:brushProperty name="width" value="0.025" units="cm"/>
      <inkml:brushProperty name="height" value="0.025" units="cm"/>
      <inkml:brushProperty name="color" value="#A00C1A"/>
    </inkml:brush>
  </inkml:definitions>
  <inkml:trace contextRef="#ctx0" brushRef="#br0">1 557 4416 0 0,'0'0'5293'0'0,"18"-28"-2938"0"0,-16 26-2284 0 0,0-1 0 0 0,0 1 0 0 0,0-1 0 0 0,0 0 0 0 0,-1 0 0 0 0,1 0 0 0 0,-1 0 0 0 0,0-1 0 0 0,0 1 0 0 0,1-3 0 0 0,10-23 564 0 0,-11 28-569 0 0,1-1 38 0 0,1-1-1 0 0,-1-1 1 0 0,0 1 0 0 0,0 0-1 0 0,0 0 1 0 0,-1-1-1 0 0,1 1 1 0 0,-1-1 0 0 0,2-6-1 0 0,-2 6-6 0 0,1 0 0 0 0,-1 0 0 0 0,1 1 0 0 0,0-1 0 0 0,3-6 0 0 0,-3 8-35 0 0,0-1 0 0 0,0 0 0 0 0,-1 0 0 0 0,1 0 0 0 0,-1 0 0 0 0,0 0 0 0 0,0 0 0 0 0,0 0 1 0 0,0 0-1 0 0,0 0 0 0 0,-1-6 0 0 0,11-9 342 0 0,-10 14-341 0 0,0 1 0 0 0,1-1 0 0 0,-1 1 1 0 0,1-1-1 0 0,0 1 0 0 0,0 0 0 0 0,0 0 0 0 0,0-1 1 0 0,4-2-1 0 0,-4 4 3 0 0,-1 0 0 0 0,0 0 1 0 0,0 0-1 0 0,0 0 0 0 0,0 0 0 0 0,0 0 1 0 0,-1 0-1 0 0,1-1 0 0 0,-1 1 0 0 0,1 0 1 0 0,-1 0-1 0 0,0 0 0 0 0,0-5 0 0 0,0 4-38 0 0,1 0 0 0 0,-1 0 0 0 0,0 1 0 0 0,1-1 0 0 0,-1 0 0 0 0,1 1 0 0 0,0-1 0 0 0,0 0 0 0 0,2-3-1 0 0,-2 3-16 0 0,1-1 0 0 0,0 0-1 0 0,-1 0 1 0 0,0 0-1 0 0,0 1 1 0 0,0-1-1 0 0,0 0 1 0 0,-1 0-1 0 0,1-1 1 0 0,-1-5-1 0 0,13-29-652 0 0,-10 12 121 0 0,3-11 515 0 0,-5 31-105 0 0,1-1 0 0 0,-1 1 0 0 0,0 0 0 0 0,-1-1 0 0 0,1 0-1 0 0,-2-8 1 0 0,1-1 63 0 0,0 14 40 0 0</inkml:trace>
</inkml:ink>
</file>

<file path=ppt/ink/ink4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650"/>
    </inkml:context>
    <inkml:brush xml:id="br0">
      <inkml:brushProperty name="width" value="0.025" units="cm"/>
      <inkml:brushProperty name="height" value="0.025" units="cm"/>
      <inkml:brushProperty name="color" value="#A00C1A"/>
    </inkml:brush>
  </inkml:definitions>
  <inkml:trace contextRef="#ctx0" brushRef="#br0">14 111 4312 0 0,'-1'-1'283'0'0,"0"0"1"0"0,0 0-1 0 0,0 0 0 0 0,0 1 1 0 0,0-1-1 0 0,0 0 0 0 0,1 0 1 0 0,-1 0-1 0 0,0 0 0 0 0,0 0 1 0 0,1-1-1 0 0,-1 1 0 0 0,1 0 1 0 0,-1 0-1 0 0,1 0 0 0 0,-1 0 1 0 0,1-1-1 0 0,0 1 0 0 0,-1 0 1 0 0,1-1-1 0 0,0 1 0 0 0,0 0 1 0 0,0 0-1 0 0,0-1 0 0 0,0 1 1 0 0,1 0-1 0 0,-1-1 0 0 0,0 1 1 0 0,0 0-1 0 0,1 0 0 0 0,0-2 1 0 0,1-7 401 0 0,0 0-297 0 0,0 0 0 0 0,-1 0 0 0 0,0-18 0 0 0,-1 23-260 0 0</inkml:trace>
</inkml:ink>
</file>

<file path=ppt/ink/ink4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651"/>
    </inkml:context>
    <inkml:brush xml:id="br0">
      <inkml:brushProperty name="width" value="0.025" units="cm"/>
      <inkml:brushProperty name="height" value="0.025" units="cm"/>
      <inkml:brushProperty name="color" value="#A00C1A"/>
    </inkml:brush>
  </inkml:definitions>
  <inkml:trace contextRef="#ctx0" brushRef="#br0">0 168 7736 0 0,'0'0'6462'0'0,"10"-17"-6012"0"0,-6-14-88 0 0,-3 20-249 0 0,1 1 0 0 0,-1-1 0 0 0,-1 1 0 0 0,0-1 0 0 0,-1-10 0 0 0,-6-17 148 0 0,6 32-178 0 0,1 5-59 0 0</inkml:trace>
</inkml:ink>
</file>

<file path=ppt/ink/ink4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652"/>
    </inkml:context>
    <inkml:brush xml:id="br0">
      <inkml:brushProperty name="width" value="0.025" units="cm"/>
      <inkml:brushProperty name="height" value="0.025" units="cm"/>
      <inkml:brushProperty name="color" value="#A00C1A"/>
    </inkml:brush>
  </inkml:definitions>
  <inkml:trace contextRef="#ctx0" brushRef="#br0">1 317 8936 0 0,'0'0'1942'0'0,"1"-26"-754"0"0,1 19-979 0 0,-1 0-1 0 0,1 0 0 0 0,0 0 1 0 0,1 1-1 0 0,4-10 1 0 0,-4 9-135 0 0,1-1 1 0 0,-1 0 0 0 0,3-13 0 0 0,-5 17-50 0 0,0 0 0 0 0,1 0 0 0 0,-1 0 0 0 0,1 0 1 0 0,0 0-1 0 0,4-4 0 0 0,4-12 45 0 0,-9 18-57 0 0,0 0-1 0 0,1 0 1 0 0,-1 1-1 0 0,0-1 0 0 0,1 0 1 0 0,-1 1-1 0 0,1-1 1 0 0,0 0-1 0 0,-1 1 0 0 0,1 0 1 0 0,4-3-1 0 0,5-5 49 0 0,36-27 613 0 0,-43 32-623 0 0,0-1 0 0 0,-1 0 0 0 0,1 0 0 0 0,-1 0 0 0 0,0 0 0 0 0,0 0-1 0 0,-1-1 1 0 0,1 0 0 0 0,-1 1 0 0 0,0-1 0 0 0,1-9 0 0 0,-3 12-40 0 0,-1 1-3 0 0</inkml:trace>
</inkml:ink>
</file>

<file path=ppt/ink/ink4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653"/>
    </inkml:context>
    <inkml:brush xml:id="br0">
      <inkml:brushProperty name="width" value="0.025" units="cm"/>
      <inkml:brushProperty name="height" value="0.025" units="cm"/>
      <inkml:brushProperty name="color" value="#A00C1A"/>
    </inkml:brush>
  </inkml:definitions>
  <inkml:trace contextRef="#ctx0" brushRef="#br0">65 125 7936 0 0,'0'0'3936'0'0,"-2"-12"-3779"0"0,-1 2-95 0 0,2 8-38 0 0,1-1 1 0 0,-1 1-1 0 0,1 0 0 0 0,-1-1 0 0 0,1 1 1 0 0,0-1-1 0 0,0 1 0 0 0,0 0 1 0 0,0-1-1 0 0,0-2 0 0 0,-1 1 129 0 0,-1 0-1 0 0,0 0 1 0 0,0 0-1 0 0,-1 0 1 0 0,1 1-1 0 0,-1-1 1 0 0,-5-4-1 0 0,-9-16 451 0 0,15 21-588 0 0,1 2-13 0 0,1 1-1 0 0,-1-1 0 0 0,1 0 1 0 0,-1 0-1 0 0,1 1 1 0 0,-1-1-1 0 0,0 0 0 0 0,1 1 1 0 0,-1-1-1 0 0,0 1 0 0 0,0-1 1 0 0,1 1-1 0 0,-1-1 0 0 0,0 1 1 0 0,0 0-1 0 0,0-1 1 0 0,1 1-1 0 0,-3-1 0 0 0,3 0-41 0 0,5 3 2 0 0,4 7 61 0 0,-8-8-17 0 0,0 0-1 0 0,0 0 0 0 0,0 0 1 0 0,0 0-1 0 0,0 0 0 0 0,0 0 1 0 0,0 0-1 0 0,0 0 1 0 0,1 0-1 0 0,-1-1 0 0 0,3 2 1 0 0,11 18 130 0 0,-14-18-61 0 0,1 1 0 0 0,-1 0 1 0 0,0-1-1 0 0,0 1 0 0 0,0 0 1 0 0,-1-1-1 0 0,1 1 0 0 0,-1 0 1 0 0,1 4-1 0 0,2 20 196 0 0,-3-27-271 0 0</inkml:trace>
</inkml:ink>
</file>

<file path=ppt/ink/ink4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623"/>
    </inkml:context>
    <inkml:brush xml:id="br0">
      <inkml:brushProperty name="width" value="0.025" units="cm"/>
      <inkml:brushProperty name="height" value="0.025" units="cm"/>
      <inkml:brushProperty name="color" value="#A00C1A"/>
    </inkml:brush>
  </inkml:definitions>
  <inkml:trace contextRef="#ctx0" brushRef="#br0">493 7 112 0 0,'0'0'4867'0'0,"-26"0"-3568"0"0,19 1 2731 0 0,-33-2-874 0 0,7 8-1102 0 0,18-2-1655 0 0,14-5-340 0 0,-1 0-1 0 0,1 1 1 0 0,-1-1 0 0 0,1 1-1 0 0,-1-1 1 0 0,1 1 0 0 0,-1-1-1 0 0,1 1 1 0 0,0 0 0 0 0,-1 0-1 0 0,1-1 1 0 0,0 1 0 0 0,0 0-1 0 0,0 0 1 0 0,-2 3-1 0 0,-12 11 382 0 0,14-13-392 0 0,0 0-1 0 0,0-1 0 0 0,0 1 1 0 0,1-1-1 0 0,-1 1 0 0 0,0 0 1 0 0,1 0-1 0 0,0-1 0 0 0,-1 1 1 0 0,1 0-1 0 0,0 3 160 0 0,-8 25 872 0 0,7-26-1006 0 0,0 1-1 0 0,1-1 1 0 0,-1 1-1 0 0,1-1 1 0 0,0 0 0 0 0,0 1-1 0 0,1 6 1 0 0,0 4 350 0 0,-1-9-222 0 0,0-1-1 0 0,0 1 1 0 0,-1 0 0 0 0,0-1-1 0 0,-2 11 1 0 0,-11 15 667 0 0,13-29-852 0 0,0 0-1 0 0,-1 0 0 0 0,1 0 0 0 0,0 0 0 0 0,-1 0 1 0 0,1-1-1 0 0,-1 1 0 0 0,0 0 0 0 0,1-1 1 0 0,-1 0-1 0 0,0 1 0 0 0,0-1 0 0 0,-3 2 0 0 0,-2-2 14 0 0,0 1-1 0 0,-1-2 0 0 0,1 1 1 0 0,0-1-1 0 0,0 0 0 0 0,-1 0 1 0 0,-7-2-1 0 0,11 0 5 0 0,-1-1 0 0 0,1 1 0 0 0,0-1 0 0 0,0 0 0 0 0,0 0 0 0 0,0-1 0 0 0,0 1 0 0 0,0-1 0 0 0,1 0 0 0 0,0 0 0 0 0,0 0 0 0 0,-3-5 0 0 0,1-30-129 0 0,1-29 552 0 0,3 64-405 0 0,1 1 0 0 0,-1-1 0 0 0,0 0 0 0 0,0 0 0 0 0,0 0 0 0 0,0 1 0 0 0,-1-1 0 0 0,-2-4 0 0 0,-5-12 92 0 0,9 19-138 0 0,-1-1 0 0 0,1 0 0 0 0,-1 0 1 0 0,0 1-1 0 0,0-1 0 0 0,0 0 0 0 0,0 1 1 0 0,0-1-1 0 0,0 1 0 0 0,0 0 1 0 0,0-1-1 0 0,0 1 0 0 0,-1 0 0 0 0,1-1 1 0 0,-1 1-1 0 0,1 0 0 0 0,-1 0 0 0 0,1 0 1 0 0,-1 1-1 0 0,-3-2 0 0 0,-9-6-153 0 0,13 7 130 0 0,0 0 0 0 0,-1 0 0 0 0,1 0 0 0 0,0 0 0 0 0,-1 1 1 0 0,1-1-1 0 0,-1 0 0 0 0,1 1 0 0 0,-1-1 0 0 0,1 1 0 0 0,-1 0 0 0 0,1-1 0 0 0,-3 1 1 0 0,-25 0 71 0 0,-4-1-3279 0 0</inkml:trace>
</inkml:ink>
</file>

<file path=ppt/ink/ink4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624"/>
    </inkml:context>
    <inkml:brush xml:id="br0">
      <inkml:brushProperty name="width" value="0.025" units="cm"/>
      <inkml:brushProperty name="height" value="0.025" units="cm"/>
      <inkml:brushProperty name="color" value="#A00C1A"/>
    </inkml:brush>
  </inkml:definitions>
  <inkml:trace contextRef="#ctx0" brushRef="#br0">146 1 5824 0 0,'0'0'3972'0'0,"-25"3"-2624"0"0,15-3-995 0 0,7 0-272 0 0,1-1 0 0 0,0 1 1 0 0,0 0-1 0 0,0 0 0 0 0,-1 0 0 0 0,1 1 1 0 0,0-1-1 0 0,0 1 0 0 0,0-1 0 0 0,0 1 0 0 0,-3 0 1 0 0,2 0 30 0 0,0 0 0 0 0,0 0 0 0 0,0-1 0 0 0,0 1 0 0 0,0-1 0 0 0,0 0 0 0 0,-4 0 0 0 0,3 0-18 0 0,4 0-59 0 0,-4 2 92 0 0,0-1 1 0 0,-1 1 0 0 0,1-1-1 0 0,-1 0 1 0 0,-7 1-1 0 0,-3 1 185 0 0,28-5-376 0 0,19-2-148 0 0,-7 3 178 0 0,32-2-1257 0 0,-43 3 1039 0 0,-14 0 240 0 0</inkml:trace>
</inkml:ink>
</file>

<file path=ppt/ink/ink4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624"/>
    </inkml:context>
    <inkml:brush xml:id="br0">
      <inkml:brushProperty name="width" value="0.025" units="cm"/>
      <inkml:brushProperty name="height" value="0.025" units="cm"/>
      <inkml:brushProperty name="color" value="#A00C1A"/>
    </inkml:brush>
  </inkml:definitions>
  <inkml:trace contextRef="#ctx0" brushRef="#br0">126 80 13648 0 0,'0'0'310'0'0,"-5"-29"2717"0"0,-4 10-2210 0 0,6 15-741 0 0,-3-7 318 0 0,6 11-339 0 0,0-1-1 0 0,-1 0 0 0 0,1 0 1 0 0,-1 0-1 0 0,1 1 1 0 0,-1-1-1 0 0,1 0 0 0 0,-1 1 1 0 0,0-1-1 0 0,1 0 0 0 0,-1 1 1 0 0,0-1-1 0 0,0 1 0 0 0,1-1 1 0 0,-1 1-1 0 0,0-1 1 0 0,0 1-1 0 0,0-1 0 0 0,0 1 1 0 0,-1-1-1 0 0,-1 1 114 0 0,1-1 1 0 0,-1 0-1 0 0,0 1 0 0 0,0-1 0 0 0,0 1 0 0 0,0 0 1 0 0,0 0-1 0 0,-4 0 0 0 0,6 0-111 0 0,-1 0-1 0 0,1 0 0 0 0,0 1 1 0 0,-1-1-1 0 0,1 0 0 0 0,-1 0 1 0 0,1 1-1 0 0,0-1 0 0 0,-1 1 1 0 0,1-1-1 0 0,0 1 0 0 0,0 0 1 0 0,0 0-1 0 0,-1-1 1 0 0,1 1-1 0 0,0 0 0 0 0,0 0 1 0 0,0 0-1 0 0,-1 2 0 0 0,-23 32 1255 0 0,21 1-871 0 0,4-36-431 0 0,-2 0 23 0 0,1 0-24 0 0</inkml:trace>
</inkml:ink>
</file>

<file path=ppt/ink/ink4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625"/>
    </inkml:context>
    <inkml:brush xml:id="br0">
      <inkml:brushProperty name="width" value="0.025" units="cm"/>
      <inkml:brushProperty name="height" value="0.025" units="cm"/>
      <inkml:brushProperty name="color" value="#A00C1A"/>
    </inkml:brush>
  </inkml:definitions>
  <inkml:trace contextRef="#ctx0" brushRef="#br0">1 120 20631 0 0,'0'0'167'0'0,"8"-5"82"0"0,-8 2-249 0 0,-1 1 0 0 0,1-1 0 0 0,0 1 0 0 0,0 0 0 0 0,0-1 0 0 0,0 1 0 0 0,0-1 0 0 0,0 1 0 0 0,0-1 0 0 0,1 1 0 0 0,0 0 0 0 0,-1-1 0 0 0,1 1 0 0 0,0 0 0 0 0,0-1 0 0 0,0 1 0 0 0,0 0 0 0 0,1 0 0 0 0,1-2 0 0 0,-2 1-2 0 0,1 1 1 0 0,0 0-1 0 0,0 0 0 0 0,1 0 0 0 0,-1 0 0 0 0,0 0 0 0 0,3-2 0 0 0,11-8-7 0 0,-14 10 20 0 0,0 1 0 0 0,0-1 0 0 0,0 1 0 0 0,0 0 0 0 0,1-1 0 0 0,-1 1 0 0 0,0 1 0 0 0,1-1 0 0 0,-1 0 0 0 0,4 0 0 0 0,13-5 51 0 0,-11 2-5 0 0,0 1-1 0 0,0 0 1 0 0,17-3 0 0 0,-25 6-51 0 0</inkml:trace>
</inkml:ink>
</file>

<file path=ppt/ink/ink4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626"/>
    </inkml:context>
    <inkml:brush xml:id="br0">
      <inkml:brushProperty name="width" value="0.025" units="cm"/>
      <inkml:brushProperty name="height" value="0.025" units="cm"/>
      <inkml:brushProperty name="color" value="#A00C1A"/>
    </inkml:brush>
  </inkml:definitions>
  <inkml:trace contextRef="#ctx0" brushRef="#br0">120 100 6632 0 0,'0'0'8888'0'0,"3"-31"-8216"0"0,-3 28-534 0 0,0 1 1 0 0,0 0 0 0 0,0-1 0 0 0,0 1 0 0 0,0-1-1 0 0,-1 1 1 0 0,1 0 0 0 0,-1-1 0 0 0,1 1 0 0 0,-1 0 0 0 0,0 0-1 0 0,0 0 1 0 0,0-1 0 0 0,0 1 0 0 0,-1 0 0 0 0,1 0 0 0 0,0 0-1 0 0,-1 1 1 0 0,1-1 0 0 0,-1 0 0 0 0,0 0 0 0 0,0 1 0 0 0,-3-3-1 0 0,-1-1 269 0 0,5 4-355 0 0,0 1-1 0 0,1-1 1 0 0,-1 0 0 0 0,0 0 0 0 0,0 0-1 0 0,0 1 1 0 0,0-1 0 0 0,0 0-1 0 0,0 1 1 0 0,-1-1 0 0 0,1 1 0 0 0,0-1-1 0 0,0 1 1 0 0,0 0 0 0 0,0 0-1 0 0,-1-1 1 0 0,1 1 0 0 0,0 0-1 0 0,0 0 1 0 0,0 0 0 0 0,-1 0 0 0 0,1 0-1 0 0,0 0 1 0 0,0 1 0 0 0,-1-1-1 0 0,1 0 1 0 0,0 0 0 0 0,0 1 0 0 0,0-1-1 0 0,0 1 1 0 0,-2 1 0 0 0,-5 1 279 0 0,-14 10 275 0 0,22-12-570 0 0,-1-1-4 0 0,0 1 1 0 0,0 0-1 0 0,0 1 0 0 0,0-1 1 0 0,0 0-1 0 0,0 0 1 0 0,0 0-1 0 0,0 1 0 0 0,0-1 1 0 0,0 0-1 0 0,1 1 0 0 0,-1-1 1 0 0,1 1-1 0 0,-1-1 1 0 0,1 1-1 0 0,-1 1 0 0 0,-2 6 125 0 0,1-5-113 0 0,1-1 0 0 0,0 1 0 0 0,0-1 0 0 0,0 1 0 0 0,0 0 1 0 0,1 0-1 0 0,0-1 0 0 0,-1 6 0 0 0,2-9-43 0 0,-1 0 1 0 0,0 0 0 0 0,0 0-1 0 0,0 0 1 0 0,0 0-1 0 0,0 0 1 0 0,0 0-1 0 0,1 0 1 0 0,-1 0-1 0 0,0 0 1 0 0,0 0-1 0 0,0 0 1 0 0,0 0-1 0 0,0 0 1 0 0,0 0-1 0 0,0 0 1 0 0,0 0-1 0 0,1 0 1 0 0,-1 0-1 0 0,0 0 1 0 0,0 0-1 0 0,0 0 1 0 0,0 0 0 0 0,0 0-1 0 0,0 1 1 0 0,0-1-1 0 0,0 0 1 0 0,0 0-1 0 0,0 0 1 0 0,0 0-1 0 0,0 0 1 0 0,0 0-1 0 0,0 0 1 0 0,1 1-1 0 0,-1-1 1 0 0,0 0-1 0 0,0 0 1 0 0,0 0-1 0 0,0 0 1 0 0,0 0-1 0 0,0 0 1 0 0,0 0-1 0 0,0 1 1 0 0,0-1-1 0 0,0 0 1 0 0,-1 0 0 0 0,1 0-1 0 0,0 0 1 0 0,0 0-1 0 0,0 0 1 0 0,0 0-1 0 0,0 0 1 0 0,0 1-1 0 0,0-1 1 0 0,0 0-1 0 0,0 0 1 0 0,0 0-1 0 0,0 0 1 0 0,0 0-1 0 0,0 0 1 0 0,0 0-1 0 0,-1 0 1 0 0,1 0-1 0 0,0 0 1 0 0,0 0-1 0 0,0 0 1 0 0,0 1 0 0 0,0-1-1 0 0,0 0 1 0 0,-1 0 4 0 0</inkml:trace>
</inkml:ink>
</file>

<file path=ppt/ink/ink4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627"/>
    </inkml:context>
    <inkml:brush xml:id="br0">
      <inkml:brushProperty name="width" value="0.025" units="cm"/>
      <inkml:brushProperty name="height" value="0.025" units="cm"/>
      <inkml:brushProperty name="color" value="#A00C1A"/>
    </inkml:brush>
  </inkml:definitions>
  <inkml:trace contextRef="#ctx0" brushRef="#br0">125 100 12864 0 0,'0'0'3290'0'0,"3"-26"-2051"0"0,-4 22-1107 0 0,-1 1 1 0 0,1 0-1 0 0,-1-1 1 0 0,1 1-1 0 0,-1 0 1 0 0,0 0-1 0 0,-3-3 1 0 0,-39-19 1511 0 0,9 13-676 0 0,28 10-897 0 0,-17-3 448 0 0,22 5-511 0 0</inkml:trace>
</inkml:ink>
</file>

<file path=ppt/ink/ink4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628"/>
    </inkml:context>
    <inkml:brush xml:id="br0">
      <inkml:brushProperty name="width" value="0.025" units="cm"/>
      <inkml:brushProperty name="height" value="0.025" units="cm"/>
      <inkml:brushProperty name="color" value="#A00C1A"/>
    </inkml:brush>
  </inkml:definitions>
  <inkml:trace contextRef="#ctx0" brushRef="#br0">173 541 3712 0 0,'0'0'4878'0'0,"-20"-14"-2984"0"0,19 10-1697 0 0,-1 0 0 0 0,1 0 0 0 0,-1 0 0 0 0,0 1 1 0 0,0-1-1 0 0,-4-4 0 0 0,-7-16 255 0 0,-10-20 910 0 0,8 22-601 0 0,-1 2-248 0 0,10 8 209 0 0,0 0 1 0 0,0-1-1 0 0,1 1 1 0 0,-7-27 0 0 0,5 11-76 0 0,5 22-561 0 0,0-1 0 0 0,0 0 0 0 0,1 0 0 0 0,0 0 0 0 0,-1-7-1 0 0,-6-69 210 0 0,-1-21-214 0 0,8 69 105 0 0,1 35-172 0 0</inkml:trace>
</inkml:ink>
</file>

<file path=ppt/ink/ink4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629"/>
    </inkml:context>
    <inkml:brush xml:id="br0">
      <inkml:brushProperty name="width" value="0.025" units="cm"/>
      <inkml:brushProperty name="height" value="0.025" units="cm"/>
      <inkml:brushProperty name="color" value="#A00C1A"/>
    </inkml:brush>
  </inkml:definitions>
  <inkml:trace contextRef="#ctx0" brushRef="#br0">1 1 8936 0 0,'0'0'4446'0'0,"0"30"-4132"0"0,7-1 124 0 0,-6-25-378 0 0,0 0 0 0 0,-1 1-1 0 0,1-1 1 0 0,1 0 0 0 0,-1 0 0 0 0,3 4 0 0 0,-2-3 312 0 0,1-1-1 0 0,0 0 1 0 0,0 0 0 0 0,0-1 0 0 0,1 1-1 0 0,-1-1 1 0 0,1 1 0 0 0,0-1 0 0 0,-1 0 0 0 0,2 0-1 0 0,7 4 1 0 0,-7-5-143 0 0,0 1-1 0 0,-1-1 1 0 0,1 1-1 0 0,-1 1 1 0 0,0-1 0 0 0,0 1-1 0 0,0-1 1 0 0,5 7-1 0 0,4 3 218 0 0,-5-5-317 0 0,-6-7-227 0 0,0 1-1 0 0,0 0 1 0 0,-1 0-1 0 0,1-1 0 0 0,0 1 1 0 0,-1 1-1 0 0,1-1 1 0 0,-1 0-1 0 0,1 0 1 0 0,0 4-1 0 0,9 42 1624 0 0,-9-39-1397 0 0,-2 0 0 0 0,1 0 0 0 0,-2 13 0 0 0,0 3-1 0 0,1-23-110 0 0</inkml:trace>
</inkml:ink>
</file>

<file path=ppt/ink/ink4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630"/>
    </inkml:context>
    <inkml:brush xml:id="br0">
      <inkml:brushProperty name="width" value="0.025" units="cm"/>
      <inkml:brushProperty name="height" value="0.025" units="cm"/>
      <inkml:brushProperty name="color" value="#A00C1A"/>
    </inkml:brush>
  </inkml:definitions>
  <inkml:trace contextRef="#ctx0" brushRef="#br0">0 581 6824 0 0,'0'0'3657'0'0,"17"-29"-1104"0"0,15-30-1075 0 0,-22 35-1089 0 0,-9 20-354 0 0,0 1 1 0 0,0 0-1 0 0,0-1 0 0 0,1 1 1 0 0,-1 0-1 0 0,1 0 0 0 0,0 0 1 0 0,0 0-1 0 0,3-4 0 0 0,-2 3 0 0 0,0-1 0 0 0,-1 0 0 0 0,1 0-1 0 0,-1 0 1 0 0,0 0 0 0 0,-1 0 0 0 0,1 0 0 0 0,0-9-1 0 0,5-9 605 0 0,-1-5-108 0 0,-6 25-496 0 0,0 0-1 0 0,1 0 1 0 0,-1 0 0 0 0,1 0-1 0 0,0 0 1 0 0,0 0 0 0 0,0 0-1 0 0,0 0 1 0 0,0 0 0 0 0,1 1-1 0 0,-1-1 1 0 0,1 0 0 0 0,3-3-1 0 0,-4 4-3 0 0,1 0 0 0 0,-1 0 0 0 0,1 0-1 0 0,-1 0 1 0 0,0 0 0 0 0,0 0 0 0 0,0 0 0 0 0,-1-1 0 0 0,1 1-1 0 0,0 0 1 0 0,-1-1 0 0 0,1 1 0 0 0,-1 0 0 0 0,0-1-1 0 0,0-2 1 0 0,0 1-11 0 0,1 1-1 0 0,-1 0 1 0 0,1-1-1 0 0,-1 1 1 0 0,1 0-1 0 0,0 0 1 0 0,2-5-1 0 0,-1 3 1 0 0,0-1 0 0 0,0 1 0 0 0,0-1 0 0 0,-1 0 0 0 0,1-9 0 0 0,1-3 58 0 0,0-13 460 0 0,-4 26-494 0 0,2 0 0 0 0,-1 0 1 0 0,0 0-1 0 0,1 0 0 0 0,0 0 0 0 0,0 0 1 0 0,3-5-1 0 0,-3 4-45 0 0,1-1 1 0 0,-1 1-1 0 0,0-1 1 0 0,-1 1-1 0 0,1-1 1 0 0,-1 1-1 0 0,-1-9 1 0 0,-2-3 722 0 0</inkml:trace>
</inkml:ink>
</file>

<file path=ppt/ink/ink4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631"/>
    </inkml:context>
    <inkml:brush xml:id="br0">
      <inkml:brushProperty name="width" value="0.025" units="cm"/>
      <inkml:brushProperty name="height" value="0.025" units="cm"/>
      <inkml:brushProperty name="color" value="#A00C1A"/>
    </inkml:brush>
  </inkml:definitions>
  <inkml:trace contextRef="#ctx0" brushRef="#br0">5 361 8840 0 0,'0'0'3074'0'0,"-2"-19"-2419"0"0,1 10-375 0 0,1 5-145 0 0,-1 0 0 0 0,1 1 0 0 0,0-1-1 0 0,0 0 1 0 0,0 0 0 0 0,1 1 0 0 0,0-5 0 0 0,5-14 794 0 0,-6 18-857 0 0,1 1-1 0 0,0 0 1 0 0,-1 0 0 0 0,1 0-1 0 0,0 0 1 0 0,0 0-1 0 0,1 0 1 0 0,-1 0-1 0 0,4-4 1 0 0,-4 5 10 0 0,0 0 0 0 0,0 1 0 0 0,0-1 0 0 0,0 0 1 0 0,0 0-1 0 0,0 0 0 0 0,0 0 0 0 0,0-3 0 0 0,0 3-43 0 0,-1 0 0 0 0,1 1-1 0 0,-1-1 1 0 0,1 1 0 0 0,0-1 0 0 0,0 0-1 0 0,0 1 1 0 0,0-1 0 0 0,0 1-1 0 0,2-3 1 0 0,33-35 789 0 0,-6 12 74 0 0,-1 0-288 0 0,-28 26-642 0 0,17-22-5 0 0,-14 3 293 0 0,-4 20-247 0 0,3-9 84 0 0,-2 0 0 0 0,1 0-1 0 0,-1 0 1 0 0,-1-18 0 0 0,0 25-92 0 0</inkml:trace>
</inkml:ink>
</file>

<file path=ppt/ink/ink4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632"/>
    </inkml:context>
    <inkml:brush xml:id="br0">
      <inkml:brushProperty name="width" value="0.025" units="cm"/>
      <inkml:brushProperty name="height" value="0.025" units="cm"/>
      <inkml:brushProperty name="color" value="#A00C1A"/>
    </inkml:brush>
  </inkml:definitions>
  <inkml:trace contextRef="#ctx0" brushRef="#br0">123 263 1896 0 0,'0'0'6641'0'0,"-16"-15"-5098"0"0,-8-29-283 0 0,11 30-488 0 0,7 9-68 0 0,3 0-208 0 0,1-2-25 0 0,2 2-189 0 0,-4-14 515 0 0,-8-8-102 0 0,-2-2-242 0 0,5 8-185 0 0,7 18-239 0 0,0 0-1 0 0,0 0 0 0 0,1 0 1 0 0,-1 0-1 0 0,1 0 0 0 0,0-1 1 0 0,-1-3-1 0 0,-3-32 276 0 0,4 36-282 0 0</inkml:trace>
</inkml:ink>
</file>

<file path=ppt/ink/ink4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633"/>
    </inkml:context>
    <inkml:brush xml:id="br0">
      <inkml:brushProperty name="width" value="0.025" units="cm"/>
      <inkml:brushProperty name="height" value="0.025" units="cm"/>
      <inkml:brushProperty name="color" value="#A00C1A"/>
    </inkml:brush>
  </inkml:definitions>
  <inkml:trace contextRef="#ctx0" brushRef="#br0">1 557 4416 0 0,'0'0'5293'0'0,"18"-28"-2938"0"0,-16 26-2284 0 0,0-1 0 0 0,0 1 0 0 0,0-1 0 0 0,0 0 0 0 0,-1 0 0 0 0,1 0 0 0 0,-1 0 0 0 0,0-1 0 0 0,0 1 0 0 0,1-3 0 0 0,10-23 564 0 0,-11 28-569 0 0,1-1 38 0 0,1-1-1 0 0,-1-1 1 0 0,0 1 0 0 0,0 0-1 0 0,0 0 1 0 0,-1-1-1 0 0,1 1 1 0 0,-1-1 0 0 0,2-6-1 0 0,-2 6-6 0 0,1 0 0 0 0,-1 0 0 0 0,1 1 0 0 0,0-1 0 0 0,3-6 0 0 0,-3 8-35 0 0,0-1 0 0 0,0 0 0 0 0,-1 0 0 0 0,1 0 0 0 0,-1 0 0 0 0,0 0 0 0 0,0 0 0 0 0,0 0 1 0 0,0 0-1 0 0,0 0 0 0 0,-1-6 0 0 0,11-9 342 0 0,-10 14-341 0 0,0 1 0 0 0,1-1 0 0 0,-1 1 1 0 0,1-1-1 0 0,0 1 0 0 0,0 0 0 0 0,0 0 0 0 0,0-1 1 0 0,4-2-1 0 0,-4 4 3 0 0,-1 0 0 0 0,0 0 1 0 0,0 0-1 0 0,0 0 0 0 0,0 0 0 0 0,0 0 1 0 0,-1 0-1 0 0,1-1 0 0 0,-1 1 0 0 0,1 0 1 0 0,-1 0-1 0 0,0 0 0 0 0,0-5 0 0 0,0 4-38 0 0,1 0 0 0 0,-1 0 0 0 0,0 1 0 0 0,1-1 0 0 0,-1 0 0 0 0,1 1 0 0 0,0-1 0 0 0,0 0 0 0 0,2-3-1 0 0,-2 3-16 0 0,1-1 0 0 0,0 0-1 0 0,-1 0 1 0 0,0 0-1 0 0,0 1 1 0 0,0-1-1 0 0,0 0 1 0 0,-1 0-1 0 0,1-1 1 0 0,-1-5-1 0 0,13-29-652 0 0,-10 12 121 0 0,3-11 515 0 0,-5 31-105 0 0,1-1 0 0 0,-1 1 0 0 0,0 0 0 0 0,-1-1 0 0 0,1 0-1 0 0,-2-8 1 0 0,1-1 63 0 0,0 14 40 0 0</inkml:trace>
</inkml:ink>
</file>

<file path=ppt/ink/ink4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634"/>
    </inkml:context>
    <inkml:brush xml:id="br0">
      <inkml:brushProperty name="width" value="0.025" units="cm"/>
      <inkml:brushProperty name="height" value="0.025" units="cm"/>
      <inkml:brushProperty name="color" value="#A00C1A"/>
    </inkml:brush>
  </inkml:definitions>
  <inkml:trace contextRef="#ctx0" brushRef="#br0">14 111 4312 0 0,'-1'-1'283'0'0,"0"0"1"0"0,0 0-1 0 0,0 0 0 0 0,0 1 1 0 0,0-1-1 0 0,0 0 0 0 0,1 0 1 0 0,-1 0-1 0 0,0 0 0 0 0,0 0 1 0 0,1-1-1 0 0,-1 1 0 0 0,1 0 1 0 0,-1 0-1 0 0,1 0 0 0 0,-1 0 1 0 0,1-1-1 0 0,0 1 0 0 0,-1 0 1 0 0,1-1-1 0 0,0 1 0 0 0,0 0 1 0 0,0 0-1 0 0,0-1 0 0 0,0 1 1 0 0,1 0-1 0 0,-1-1 0 0 0,0 1 1 0 0,0 0-1 0 0,1 0 0 0 0,0-2 1 0 0,1-7 401 0 0,0 0-297 0 0,0 0 0 0 0,-1 0 0 0 0,0-18 0 0 0,-1 23-260 0 0</inkml:trace>
</inkml:ink>
</file>

<file path=ppt/ink/ink4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635"/>
    </inkml:context>
    <inkml:brush xml:id="br0">
      <inkml:brushProperty name="width" value="0.025" units="cm"/>
      <inkml:brushProperty name="height" value="0.025" units="cm"/>
      <inkml:brushProperty name="color" value="#A00C1A"/>
    </inkml:brush>
  </inkml:definitions>
  <inkml:trace contextRef="#ctx0" brushRef="#br0">0 168 7736 0 0,'0'0'6462'0'0,"10"-17"-6012"0"0,-6-14-88 0 0,-3 20-249 0 0,1 1 0 0 0,-1-1 0 0 0,-1 1 0 0 0,0-1 0 0 0,-1-10 0 0 0,-6-17 148 0 0,6 32-178 0 0,1 5-59 0 0</inkml:trace>
</inkml:ink>
</file>

<file path=ppt/ink/ink4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636"/>
    </inkml:context>
    <inkml:brush xml:id="br0">
      <inkml:brushProperty name="width" value="0.025" units="cm"/>
      <inkml:brushProperty name="height" value="0.025" units="cm"/>
      <inkml:brushProperty name="color" value="#A00C1A"/>
    </inkml:brush>
  </inkml:definitions>
  <inkml:trace contextRef="#ctx0" brushRef="#br0">1 317 8936 0 0,'0'0'1942'0'0,"1"-26"-754"0"0,1 19-979 0 0,-1 0-1 0 0,1 0 0 0 0,0 0 1 0 0,1 1-1 0 0,4-10 1 0 0,-4 9-135 0 0,1-1 1 0 0,-1 0 0 0 0,3-13 0 0 0,-5 17-50 0 0,0 0 0 0 0,1 0 0 0 0,-1 0 0 0 0,1 0 1 0 0,0 0-1 0 0,4-4 0 0 0,4-12 45 0 0,-9 18-57 0 0,0 0-1 0 0,1 0 1 0 0,-1 1-1 0 0,0-1 0 0 0,1 0 1 0 0,-1 1-1 0 0,1-1 1 0 0,0 0-1 0 0,-1 1 0 0 0,1 0 1 0 0,4-3-1 0 0,5-5 49 0 0,36-27 613 0 0,-43 32-623 0 0,0-1 0 0 0,-1 0 0 0 0,1 0 0 0 0,-1 0 0 0 0,0 0 0 0 0,0 0-1 0 0,-1-1 1 0 0,1 0 0 0 0,-1 1 0 0 0,0-1 0 0 0,1-9 0 0 0,-3 12-40 0 0,-1 1-3 0 0</inkml:trace>
</inkml:ink>
</file>

<file path=ppt/ink/ink4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637"/>
    </inkml:context>
    <inkml:brush xml:id="br0">
      <inkml:brushProperty name="width" value="0.025" units="cm"/>
      <inkml:brushProperty name="height" value="0.025" units="cm"/>
      <inkml:brushProperty name="color" value="#A00C1A"/>
    </inkml:brush>
  </inkml:definitions>
  <inkml:trace contextRef="#ctx0" brushRef="#br0">65 125 7936 0 0,'0'0'3936'0'0,"-2"-12"-3779"0"0,-1 2-95 0 0,2 8-38 0 0,1-1 1 0 0,-1 1-1 0 0,1 0 0 0 0,-1-1 0 0 0,1 1 1 0 0,0-1-1 0 0,0 1 0 0 0,0 0 1 0 0,0-1-1 0 0,0-2 0 0 0,-1 1 129 0 0,-1 0-1 0 0,0 0 1 0 0,0 0-1 0 0,-1 0 1 0 0,1 1-1 0 0,-1-1 1 0 0,-5-4-1 0 0,-9-16 451 0 0,15 21-588 0 0,1 2-13 0 0,1 1-1 0 0,-1-1 0 0 0,1 0 1 0 0,-1 0-1 0 0,1 1 1 0 0,-1-1-1 0 0,0 0 0 0 0,1 1 1 0 0,-1-1-1 0 0,0 1 0 0 0,0-1 1 0 0,1 1-1 0 0,-1-1 0 0 0,0 1 1 0 0,0 0-1 0 0,0-1 1 0 0,1 1-1 0 0,-3-1 0 0 0,3 0-41 0 0,5 3 2 0 0,4 7 61 0 0,-8-8-17 0 0,0 0-1 0 0,0 0 0 0 0,0 0 1 0 0,0 0-1 0 0,0 0 0 0 0,0 0 1 0 0,0 0-1 0 0,0 0 1 0 0,1 0-1 0 0,-1-1 0 0 0,3 2 1 0 0,11 18 130 0 0,-14-18-61 0 0,1 1 0 0 0,-1 0 1 0 0,0-1-1 0 0,0 1 0 0 0,0 0 1 0 0,-1-1-1 0 0,1 1 0 0 0,-1 0 1 0 0,1 4-1 0 0,2 20 196 0 0,-3-27-271 0 0</inkml:trace>
</inkml:ink>
</file>

<file path=ppt/ink/ink4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79"/>
    </inkml:context>
    <inkml:brush xml:id="br0">
      <inkml:brushProperty name="width" value="0.025" units="cm"/>
      <inkml:brushProperty name="height" value="0.025" units="cm"/>
      <inkml:brushProperty name="color" value="#A00C1A"/>
    </inkml:brush>
  </inkml:definitions>
  <inkml:trace contextRef="#ctx0" brushRef="#br0">493 7 112 0 0,'0'0'4867'0'0,"-26"0"-3568"0"0,19 1 2731 0 0,-33-2-874 0 0,7 8-1102 0 0,18-2-1655 0 0,14-5-340 0 0,-1 0-1 0 0,1 1 1 0 0,-1-1 0 0 0,1 1-1 0 0,-1-1 1 0 0,1 1 0 0 0,-1-1-1 0 0,1 1 1 0 0,0 0 0 0 0,-1 0-1 0 0,1-1 1 0 0,0 1 0 0 0,0 0-1 0 0,0 0 1 0 0,-2 3-1 0 0,-12 11 382 0 0,14-13-392 0 0,0 0-1 0 0,0-1 0 0 0,0 1 1 0 0,1-1-1 0 0,-1 1 0 0 0,0 0 1 0 0,1 0-1 0 0,0-1 0 0 0,-1 1 1 0 0,1 0-1 0 0,0 3 160 0 0,-8 25 872 0 0,7-26-1006 0 0,0 1-1 0 0,1-1 1 0 0,-1 1-1 0 0,1-1 1 0 0,0 0 0 0 0,0 1-1 0 0,1 6 1 0 0,0 4 350 0 0,-1-9-222 0 0,0-1-1 0 0,0 1 1 0 0,-1 0 0 0 0,0-1-1 0 0,-2 11 1 0 0,-11 15 667 0 0,13-29-852 0 0,0 0-1 0 0,-1 0 0 0 0,1 0 0 0 0,0 0 0 0 0,-1 0 1 0 0,1-1-1 0 0,-1 1 0 0 0,0 0 0 0 0,1-1 1 0 0,-1 0-1 0 0,0 1 0 0 0,0-1 0 0 0,-3 2 0 0 0,-2-2 14 0 0,0 1-1 0 0,-1-2 0 0 0,1 1 1 0 0,0-1-1 0 0,0 0 0 0 0,-1 0 1 0 0,-7-2-1 0 0,11 0 5 0 0,-1-1 0 0 0,1 1 0 0 0,0-1 0 0 0,0 0 0 0 0,0 0 0 0 0,0-1 0 0 0,0 1 0 0 0,0-1 0 0 0,1 0 0 0 0,0 0 0 0 0,0 0 0 0 0,-3-5 0 0 0,1-30-129 0 0,1-29 552 0 0,3 64-405 0 0,1 1 0 0 0,-1-1 0 0 0,0 0 0 0 0,0 0 0 0 0,0 0 0 0 0,0 1 0 0 0,-1-1 0 0 0,-2-4 0 0 0,-5-12 92 0 0,9 19-138 0 0,-1-1 0 0 0,1 0 0 0 0,-1 0 1 0 0,0 1-1 0 0,0-1 0 0 0,0 0 0 0 0,0 1 1 0 0,0-1-1 0 0,0 1 0 0 0,0 0 1 0 0,0-1-1 0 0,0 1 0 0 0,-1 0 0 0 0,1-1 1 0 0,-1 1-1 0 0,1 0 0 0 0,-1 0 0 0 0,1 0 1 0 0,-1 1-1 0 0,-3-2 0 0 0,-9-6-153 0 0,13 7 130 0 0,0 0 0 0 0,-1 0 0 0 0,1 0 0 0 0,0 0 0 0 0,-1 1 1 0 0,1-1-1 0 0,-1 0 0 0 0,1 1 0 0 0,-1-1 0 0 0,1 1 0 0 0,-1 0 0 0 0,1-1 0 0 0,-3 1 1 0 0,-25 0 71 0 0,-4-1-3279 0 0</inkml:trace>
</inkml:ink>
</file>

<file path=ppt/ink/ink4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80"/>
    </inkml:context>
    <inkml:brush xml:id="br0">
      <inkml:brushProperty name="width" value="0.025" units="cm"/>
      <inkml:brushProperty name="height" value="0.025" units="cm"/>
      <inkml:brushProperty name="color" value="#A00C1A"/>
    </inkml:brush>
  </inkml:definitions>
  <inkml:trace contextRef="#ctx0" brushRef="#br0">146 1 5824 0 0,'0'0'3972'0'0,"-25"3"-2624"0"0,15-3-995 0 0,7 0-272 0 0,1-1 0 0 0,0 1 1 0 0,0 0-1 0 0,0 0 0 0 0,-1 0 0 0 0,1 1 1 0 0,0-1-1 0 0,0 1 0 0 0,0-1 0 0 0,0 1 0 0 0,-3 0 1 0 0,2 0 30 0 0,0 0 0 0 0,0 0 0 0 0,0-1 0 0 0,0 1 0 0 0,0-1 0 0 0,0 0 0 0 0,-4 0 0 0 0,3 0-18 0 0,4 0-59 0 0,-4 2 92 0 0,0-1 1 0 0,-1 1 0 0 0,1-1-1 0 0,-1 0 1 0 0,-7 1-1 0 0,-3 1 185 0 0,28-5-376 0 0,19-2-148 0 0,-7 3 178 0 0,32-2-1257 0 0,-43 3 1039 0 0,-14 0 240 0 0</inkml:trace>
</inkml:ink>
</file>

<file path=ppt/ink/ink4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81"/>
    </inkml:context>
    <inkml:brush xml:id="br0">
      <inkml:brushProperty name="width" value="0.025" units="cm"/>
      <inkml:brushProperty name="height" value="0.025" units="cm"/>
      <inkml:brushProperty name="color" value="#A00C1A"/>
    </inkml:brush>
  </inkml:definitions>
  <inkml:trace contextRef="#ctx0" brushRef="#br0">126 80 13648 0 0,'0'0'310'0'0,"-5"-29"2717"0"0,-4 10-2210 0 0,6 15-741 0 0,-3-7 318 0 0,6 11-339 0 0,0-1-1 0 0,-1 0 0 0 0,1 0 1 0 0,-1 0-1 0 0,1 1 1 0 0,-1-1-1 0 0,1 0 0 0 0,-1 1 1 0 0,0-1-1 0 0,1 0 0 0 0,-1 1 1 0 0,0-1-1 0 0,0 1 0 0 0,1-1 1 0 0,-1 1-1 0 0,0-1 1 0 0,0 1-1 0 0,0-1 0 0 0,0 1 1 0 0,-1-1-1 0 0,-1 1 114 0 0,1-1 1 0 0,-1 0-1 0 0,0 1 0 0 0,0-1 0 0 0,0 1 0 0 0,0 0 1 0 0,0 0-1 0 0,-4 0 0 0 0,6 0-111 0 0,-1 0-1 0 0,1 0 0 0 0,0 1 1 0 0,-1-1-1 0 0,1 0 0 0 0,-1 0 1 0 0,1 1-1 0 0,0-1 0 0 0,-1 1 1 0 0,1-1-1 0 0,0 1 0 0 0,0 0 1 0 0,0 0-1 0 0,-1-1 1 0 0,1 1-1 0 0,0 0 0 0 0,0 0 1 0 0,0 0-1 0 0,-1 2 0 0 0,-23 32 1255 0 0,21 1-871 0 0,4-36-431 0 0,-2 0 23 0 0,1 0-24 0 0</inkml:trace>
</inkml:ink>
</file>

<file path=ppt/ink/ink4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82"/>
    </inkml:context>
    <inkml:brush xml:id="br0">
      <inkml:brushProperty name="width" value="0.025" units="cm"/>
      <inkml:brushProperty name="height" value="0.025" units="cm"/>
      <inkml:brushProperty name="color" value="#A00C1A"/>
    </inkml:brush>
  </inkml:definitions>
  <inkml:trace contextRef="#ctx0" brushRef="#br0">1 120 20631 0 0,'0'0'167'0'0,"8"-5"82"0"0,-8 2-249 0 0,-1 1 0 0 0,1-1 0 0 0,0 1 0 0 0,0 0 0 0 0,0-1 0 0 0,0 1 0 0 0,0-1 0 0 0,0 1 0 0 0,0-1 0 0 0,1 1 0 0 0,0 0 0 0 0,-1-1 0 0 0,1 1 0 0 0,0 0 0 0 0,0-1 0 0 0,0 1 0 0 0,0 0 0 0 0,1 0 0 0 0,1-2 0 0 0,-2 1-2 0 0,1 1 1 0 0,0 0-1 0 0,0 0 0 0 0,1 0 0 0 0,-1 0 0 0 0,0 0 0 0 0,3-2 0 0 0,11-8-7 0 0,-14 10 20 0 0,0 1 0 0 0,0-1 0 0 0,0 1 0 0 0,0 0 0 0 0,1-1 0 0 0,-1 1 0 0 0,0 1 0 0 0,1-1 0 0 0,-1 0 0 0 0,4 0 0 0 0,13-5 51 0 0,-11 2-5 0 0,0 1-1 0 0,0 0 1 0 0,17-3 0 0 0,-25 6-51 0 0</inkml:trace>
</inkml:ink>
</file>

<file path=ppt/ink/ink4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83"/>
    </inkml:context>
    <inkml:brush xml:id="br0">
      <inkml:brushProperty name="width" value="0.025" units="cm"/>
      <inkml:brushProperty name="height" value="0.025" units="cm"/>
      <inkml:brushProperty name="color" value="#A00C1A"/>
    </inkml:brush>
  </inkml:definitions>
  <inkml:trace contextRef="#ctx0" brushRef="#br0">120 100 6632 0 0,'0'0'8888'0'0,"3"-31"-8216"0"0,-3 28-534 0 0,0 1 1 0 0,0 0 0 0 0,0-1 0 0 0,0 1 0 0 0,0-1-1 0 0,-1 1 1 0 0,1 0 0 0 0,-1-1 0 0 0,1 1 0 0 0,-1 0 0 0 0,0 0-1 0 0,0 0 1 0 0,0-1 0 0 0,0 1 0 0 0,-1 0 0 0 0,1 0 0 0 0,0 0-1 0 0,-1 1 1 0 0,1-1 0 0 0,-1 0 0 0 0,0 0 0 0 0,0 1 0 0 0,-3-3-1 0 0,-1-1 269 0 0,5 4-355 0 0,0 1-1 0 0,1-1 1 0 0,-1 0 0 0 0,0 0 0 0 0,0 0-1 0 0,0 1 1 0 0,0-1 0 0 0,0 0-1 0 0,0 1 1 0 0,-1-1 0 0 0,1 1 0 0 0,0-1-1 0 0,0 1 1 0 0,0 0 0 0 0,0 0-1 0 0,-1-1 1 0 0,1 1 0 0 0,0 0-1 0 0,0 0 1 0 0,0 0 0 0 0,-1 0 0 0 0,1 0-1 0 0,0 0 1 0 0,0 1 0 0 0,-1-1-1 0 0,1 0 1 0 0,0 0 0 0 0,0 1 0 0 0,0-1-1 0 0,0 1 1 0 0,-2 1 0 0 0,-5 1 279 0 0,-14 10 275 0 0,22-12-570 0 0,-1-1-4 0 0,0 1 1 0 0,0 0-1 0 0,0 1 0 0 0,0-1 1 0 0,0 0-1 0 0,0 0 1 0 0,0 0-1 0 0,0 1 0 0 0,0-1 1 0 0,0 0-1 0 0,1 1 0 0 0,-1-1 1 0 0,1 1-1 0 0,-1-1 1 0 0,1 1-1 0 0,-1 1 0 0 0,-2 6 125 0 0,1-5-113 0 0,1-1 0 0 0,0 1 0 0 0,0-1 0 0 0,0 1 0 0 0,0 0 1 0 0,1 0-1 0 0,0-1 0 0 0,-1 6 0 0 0,2-9-43 0 0,-1 0 1 0 0,0 0 0 0 0,0 0-1 0 0,0 0 1 0 0,0 0-1 0 0,0 0 1 0 0,0 0-1 0 0,1 0 1 0 0,-1 0-1 0 0,0 0 1 0 0,0 0-1 0 0,0 0 1 0 0,0 0-1 0 0,0 0 1 0 0,0 0-1 0 0,0 0 1 0 0,0 0-1 0 0,1 0 1 0 0,-1 0-1 0 0,0 0 1 0 0,0 0-1 0 0,0 0 1 0 0,0 0 0 0 0,0 0-1 0 0,0 1 1 0 0,0-1-1 0 0,0 0 1 0 0,0 0-1 0 0,0 0 1 0 0,0 0-1 0 0,0 0 1 0 0,0 0-1 0 0,0 0 1 0 0,1 1-1 0 0,-1-1 1 0 0,0 0-1 0 0,0 0 1 0 0,0 0-1 0 0,0 0 1 0 0,0 0-1 0 0,0 0 1 0 0,0 0-1 0 0,0 1 1 0 0,0-1-1 0 0,0 0 1 0 0,-1 0 0 0 0,1 0-1 0 0,0 0 1 0 0,0 0-1 0 0,0 0 1 0 0,0 0-1 0 0,0 0 1 0 0,0 1-1 0 0,0-1 1 0 0,0 0-1 0 0,0 0 1 0 0,0 0-1 0 0,0 0 1 0 0,0 0-1 0 0,0 0 1 0 0,0 0-1 0 0,-1 0 1 0 0,1 0-1 0 0,0 0 1 0 0,0 0-1 0 0,0 0 1 0 0,0 1 0 0 0,0-1-1 0 0,0 0 1 0 0,-1 0 4 0 0</inkml:trace>
</inkml:ink>
</file>

<file path=ppt/ink/ink4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84"/>
    </inkml:context>
    <inkml:brush xml:id="br0">
      <inkml:brushProperty name="width" value="0.025" units="cm"/>
      <inkml:brushProperty name="height" value="0.025" units="cm"/>
      <inkml:brushProperty name="color" value="#A00C1A"/>
    </inkml:brush>
  </inkml:definitions>
  <inkml:trace contextRef="#ctx0" brushRef="#br0">125 100 12864 0 0,'0'0'3290'0'0,"3"-26"-2051"0"0,-4 22-1107 0 0,-1 1 1 0 0,1 0-1 0 0,-1-1 1 0 0,1 1-1 0 0,-1 0 1 0 0,0 0-1 0 0,-3-3 1 0 0,-39-19 1511 0 0,9 13-676 0 0,28 10-897 0 0,-17-3 448 0 0,22 5-511 0 0</inkml:trace>
</inkml:ink>
</file>

<file path=ppt/ink/ink4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85"/>
    </inkml:context>
    <inkml:brush xml:id="br0">
      <inkml:brushProperty name="width" value="0.025" units="cm"/>
      <inkml:brushProperty name="height" value="0.025" units="cm"/>
      <inkml:brushProperty name="color" value="#A00C1A"/>
    </inkml:brush>
  </inkml:definitions>
  <inkml:trace contextRef="#ctx0" brushRef="#br0">173 541 3712 0 0,'0'0'4878'0'0,"-20"-14"-2984"0"0,19 10-1697 0 0,-1 0 0 0 0,1 0 0 0 0,-1 0 0 0 0,0 1 1 0 0,0-1-1 0 0,-4-4 0 0 0,-7-16 255 0 0,-10-20 910 0 0,8 22-601 0 0,-1 2-248 0 0,10 8 209 0 0,0 0 1 0 0,0-1-1 0 0,1 1 1 0 0,-7-27 0 0 0,5 11-76 0 0,5 22-561 0 0,0-1 0 0 0,0 0 0 0 0,1 0 0 0 0,0 0 0 0 0,-1-7-1 0 0,-6-69 210 0 0,-1-21-214 0 0,8 69 105 0 0,1 35-172 0 0</inkml:trace>
</inkml:ink>
</file>

<file path=ppt/ink/ink4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86"/>
    </inkml:context>
    <inkml:brush xml:id="br0">
      <inkml:brushProperty name="width" value="0.025" units="cm"/>
      <inkml:brushProperty name="height" value="0.025" units="cm"/>
      <inkml:brushProperty name="color" value="#A00C1A"/>
    </inkml:brush>
  </inkml:definitions>
  <inkml:trace contextRef="#ctx0" brushRef="#br0">1 1 8936 0 0,'0'0'4446'0'0,"0"30"-4132"0"0,7-1 124 0 0,-6-25-378 0 0,0 0 0 0 0,-1 1-1 0 0,1-1 1 0 0,1 0 0 0 0,-1 0 0 0 0,3 4 0 0 0,-2-3 312 0 0,1-1-1 0 0,0 0 1 0 0,0 0 0 0 0,0-1 0 0 0,1 1-1 0 0,-1-1 1 0 0,1 1 0 0 0,0-1 0 0 0,-1 0 0 0 0,2 0-1 0 0,7 4 1 0 0,-7-5-143 0 0,0 1-1 0 0,-1-1 1 0 0,1 1-1 0 0,-1 1 1 0 0,0-1 0 0 0,0 1-1 0 0,0-1 1 0 0,5 7-1 0 0,4 3 218 0 0,-5-5-317 0 0,-6-7-227 0 0,0 1-1 0 0,0 0 1 0 0,-1 0-1 0 0,1-1 0 0 0,0 1 1 0 0,-1 1-1 0 0,1-1 1 0 0,-1 0-1 0 0,1 0 1 0 0,0 4-1 0 0,9 42 1624 0 0,-9-39-1397 0 0,-2 0 0 0 0,1 0 0 0 0,-2 13 0 0 0,0 3-1 0 0,1-23-110 0 0</inkml:trace>
</inkml:ink>
</file>

<file path=ppt/ink/ink4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87"/>
    </inkml:context>
    <inkml:brush xml:id="br0">
      <inkml:brushProperty name="width" value="0.025" units="cm"/>
      <inkml:brushProperty name="height" value="0.025" units="cm"/>
      <inkml:brushProperty name="color" value="#A00C1A"/>
    </inkml:brush>
  </inkml:definitions>
  <inkml:trace contextRef="#ctx0" brushRef="#br0">0 581 6824 0 0,'0'0'3657'0'0,"17"-29"-1104"0"0,15-30-1075 0 0,-22 35-1089 0 0,-9 20-354 0 0,0 1 1 0 0,0 0-1 0 0,0-1 0 0 0,1 1 1 0 0,-1 0-1 0 0,1 0 0 0 0,0 0 1 0 0,0 0-1 0 0,3-4 0 0 0,-2 3 0 0 0,0-1 0 0 0,-1 0 0 0 0,1 0-1 0 0,-1 0 1 0 0,0 0 0 0 0,-1 0 0 0 0,1 0 0 0 0,0-9-1 0 0,5-9 605 0 0,-1-5-108 0 0,-6 25-496 0 0,0 0-1 0 0,1 0 1 0 0,-1 0 0 0 0,1 0-1 0 0,0 0 1 0 0,0 0 0 0 0,0 0-1 0 0,0 0 1 0 0,0 0 0 0 0,1 1-1 0 0,-1-1 1 0 0,1 0 0 0 0,3-3-1 0 0,-4 4-3 0 0,1 0 0 0 0,-1 0 0 0 0,1 0-1 0 0,-1 0 1 0 0,0 0 0 0 0,0 0 0 0 0,0 0 0 0 0,-1-1 0 0 0,1 1-1 0 0,0 0 1 0 0,-1-1 0 0 0,1 1 0 0 0,-1 0 0 0 0,0-1-1 0 0,0-2 1 0 0,0 1-11 0 0,1 1-1 0 0,-1 0 1 0 0,1-1-1 0 0,-1 1 1 0 0,1 0-1 0 0,0 0 1 0 0,2-5-1 0 0,-1 3 1 0 0,0-1 0 0 0,0 1 0 0 0,0-1 0 0 0,-1 0 0 0 0,1-9 0 0 0,1-3 58 0 0,0-13 460 0 0,-4 26-494 0 0,2 0 0 0 0,-1 0 1 0 0,0 0-1 0 0,1 0 0 0 0,0 0 0 0 0,0 0 1 0 0,3-5-1 0 0,-3 4-45 0 0,1-1 1 0 0,-1 1-1 0 0,0-1 1 0 0,-1 1-1 0 0,1-1 1 0 0,-1 1-1 0 0,-1-9 1 0 0,-2-3 722 0 0</inkml:trace>
</inkml:ink>
</file>

<file path=ppt/ink/ink4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88"/>
    </inkml:context>
    <inkml:brush xml:id="br0">
      <inkml:brushProperty name="width" value="0.025" units="cm"/>
      <inkml:brushProperty name="height" value="0.025" units="cm"/>
      <inkml:brushProperty name="color" value="#A00C1A"/>
    </inkml:brush>
  </inkml:definitions>
  <inkml:trace contextRef="#ctx0" brushRef="#br0">5 361 8840 0 0,'0'0'3074'0'0,"-2"-19"-2419"0"0,1 10-375 0 0,1 5-145 0 0,-1 0 0 0 0,1 1 0 0 0,0-1-1 0 0,0 0 1 0 0,0 0 0 0 0,1 1 0 0 0,0-5 0 0 0,5-14 794 0 0,-6 18-857 0 0,1 1-1 0 0,0 0 1 0 0,-1 0 0 0 0,1 0-1 0 0,0 0 1 0 0,0 0-1 0 0,1 0 1 0 0,-1 0-1 0 0,4-4 1 0 0,-4 5 10 0 0,0 0 0 0 0,0 1 0 0 0,0-1 0 0 0,0 0 1 0 0,0 0-1 0 0,0 0 0 0 0,0 0 0 0 0,0-3 0 0 0,0 3-43 0 0,-1 0 0 0 0,1 1-1 0 0,-1-1 1 0 0,1 1 0 0 0,0-1 0 0 0,0 0-1 0 0,0 1 1 0 0,0-1 0 0 0,0 1-1 0 0,2-3 1 0 0,33-35 789 0 0,-6 12 74 0 0,-1 0-288 0 0,-28 26-642 0 0,17-22-5 0 0,-14 3 293 0 0,-4 20-247 0 0,3-9 84 0 0,-2 0 0 0 0,1 0-1 0 0,-1 0 1 0 0,-1-18 0 0 0,0 25-92 0 0</inkml:trace>
</inkml:ink>
</file>

<file path=ppt/ink/ink4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89"/>
    </inkml:context>
    <inkml:brush xml:id="br0">
      <inkml:brushProperty name="width" value="0.025" units="cm"/>
      <inkml:brushProperty name="height" value="0.025" units="cm"/>
      <inkml:brushProperty name="color" value="#A00C1A"/>
    </inkml:brush>
  </inkml:definitions>
  <inkml:trace contextRef="#ctx0" brushRef="#br0">123 263 1896 0 0,'0'0'6641'0'0,"-16"-15"-5098"0"0,-8-29-283 0 0,11 30-488 0 0,7 9-68 0 0,3 0-208 0 0,1-2-25 0 0,2 2-189 0 0,-4-14 515 0 0,-8-8-102 0 0,-2-2-242 0 0,5 8-185 0 0,7 18-239 0 0,0 0-1 0 0,0 0 0 0 0,1 0 1 0 0,-1 0-1 0 0,1 0 0 0 0,0-1 1 0 0,-1-3-1 0 0,-3-32 276 0 0,4 36-282 0 0</inkml:trace>
</inkml:ink>
</file>

<file path=ppt/ink/ink4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90"/>
    </inkml:context>
    <inkml:brush xml:id="br0">
      <inkml:brushProperty name="width" value="0.025" units="cm"/>
      <inkml:brushProperty name="height" value="0.025" units="cm"/>
      <inkml:brushProperty name="color" value="#A00C1A"/>
    </inkml:brush>
  </inkml:definitions>
  <inkml:trace contextRef="#ctx0" brushRef="#br0">1 557 4416 0 0,'0'0'5293'0'0,"18"-28"-2938"0"0,-16 26-2284 0 0,0-1 0 0 0,0 1 0 0 0,0-1 0 0 0,0 0 0 0 0,-1 0 0 0 0,1 0 0 0 0,-1 0 0 0 0,0-1 0 0 0,0 1 0 0 0,1-3 0 0 0,10-23 564 0 0,-11 28-569 0 0,1-1 38 0 0,1-1-1 0 0,-1-1 1 0 0,0 1 0 0 0,0 0-1 0 0,0 0 1 0 0,-1-1-1 0 0,1 1 1 0 0,-1-1 0 0 0,2-6-1 0 0,-2 6-6 0 0,1 0 0 0 0,-1 0 0 0 0,1 1 0 0 0,0-1 0 0 0,3-6 0 0 0,-3 8-35 0 0,0-1 0 0 0,0 0 0 0 0,-1 0 0 0 0,1 0 0 0 0,-1 0 0 0 0,0 0 0 0 0,0 0 0 0 0,0 0 1 0 0,0 0-1 0 0,0 0 0 0 0,-1-6 0 0 0,11-9 342 0 0,-10 14-341 0 0,0 1 0 0 0,1-1 0 0 0,-1 1 1 0 0,1-1-1 0 0,0 1 0 0 0,0 0 0 0 0,0 0 0 0 0,0-1 1 0 0,4-2-1 0 0,-4 4 3 0 0,-1 0 0 0 0,0 0 1 0 0,0 0-1 0 0,0 0 0 0 0,0 0 0 0 0,0 0 1 0 0,-1 0-1 0 0,1-1 0 0 0,-1 1 0 0 0,1 0 1 0 0,-1 0-1 0 0,0 0 0 0 0,0-5 0 0 0,0 4-38 0 0,1 0 0 0 0,-1 0 0 0 0,0 1 0 0 0,1-1 0 0 0,-1 0 0 0 0,1 1 0 0 0,0-1 0 0 0,0 0 0 0 0,2-3-1 0 0,-2 3-16 0 0,1-1 0 0 0,0 0-1 0 0,-1 0 1 0 0,0 0-1 0 0,0 1 1 0 0,0-1-1 0 0,0 0 1 0 0,-1 0-1 0 0,1-1 1 0 0,-1-5-1 0 0,13-29-652 0 0,-10 12 121 0 0,3-11 515 0 0,-5 31-105 0 0,1-1 0 0 0,-1 1 0 0 0,0 0 0 0 0,-1-1 0 0 0,1 0-1 0 0,-2-8 1 0 0,1-1 63 0 0,0 14 40 0 0</inkml:trace>
</inkml:ink>
</file>

<file path=ppt/ink/ink4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91"/>
    </inkml:context>
    <inkml:brush xml:id="br0">
      <inkml:brushProperty name="width" value="0.025" units="cm"/>
      <inkml:brushProperty name="height" value="0.025" units="cm"/>
      <inkml:brushProperty name="color" value="#A00C1A"/>
    </inkml:brush>
  </inkml:definitions>
  <inkml:trace contextRef="#ctx0" brushRef="#br0">14 111 4312 0 0,'-1'-1'283'0'0,"0"0"1"0"0,0 0-1 0 0,0 0 0 0 0,0 1 1 0 0,0-1-1 0 0,0 0 0 0 0,1 0 1 0 0,-1 0-1 0 0,0 0 0 0 0,0 0 1 0 0,1-1-1 0 0,-1 1 0 0 0,1 0 1 0 0,-1 0-1 0 0,1 0 0 0 0,-1 0 1 0 0,1-1-1 0 0,0 1 0 0 0,-1 0 1 0 0,1-1-1 0 0,0 1 0 0 0,0 0 1 0 0,0 0-1 0 0,0-1 0 0 0,0 1 1 0 0,1 0-1 0 0,-1-1 0 0 0,0 1 1 0 0,0 0-1 0 0,1 0 0 0 0,0-2 1 0 0,1-7 401 0 0,0 0-297 0 0,0 0 0 0 0,-1 0 0 0 0,0-18 0 0 0,-1 23-260 0 0</inkml:trace>
</inkml:ink>
</file>

<file path=ppt/ink/ink4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92"/>
    </inkml:context>
    <inkml:brush xml:id="br0">
      <inkml:brushProperty name="width" value="0.025" units="cm"/>
      <inkml:brushProperty name="height" value="0.025" units="cm"/>
      <inkml:brushProperty name="color" value="#A00C1A"/>
    </inkml:brush>
  </inkml:definitions>
  <inkml:trace contextRef="#ctx0" brushRef="#br0">0 168 7736 0 0,'0'0'6462'0'0,"10"-17"-6012"0"0,-6-14-88 0 0,-3 20-249 0 0,1 1 0 0 0,-1-1 0 0 0,-1 1 0 0 0,0-1 0 0 0,-1-10 0 0 0,-6-17 148 0 0,6 32-178 0 0,1 5-59 0 0</inkml:trace>
</inkml:ink>
</file>

<file path=ppt/ink/ink4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93"/>
    </inkml:context>
    <inkml:brush xml:id="br0">
      <inkml:brushProperty name="width" value="0.025" units="cm"/>
      <inkml:brushProperty name="height" value="0.025" units="cm"/>
      <inkml:brushProperty name="color" value="#A00C1A"/>
    </inkml:brush>
  </inkml:definitions>
  <inkml:trace contextRef="#ctx0" brushRef="#br0">1 317 8936 0 0,'0'0'1942'0'0,"1"-26"-754"0"0,1 19-979 0 0,-1 0-1 0 0,1 0 0 0 0,0 0 1 0 0,1 1-1 0 0,4-10 1 0 0,-4 9-135 0 0,1-1 1 0 0,-1 0 0 0 0,3-13 0 0 0,-5 17-50 0 0,0 0 0 0 0,1 0 0 0 0,-1 0 0 0 0,1 0 1 0 0,0 0-1 0 0,4-4 0 0 0,4-12 45 0 0,-9 18-57 0 0,0 0-1 0 0,1 0 1 0 0,-1 1-1 0 0,0-1 0 0 0,1 0 1 0 0,-1 1-1 0 0,1-1 1 0 0,0 0-1 0 0,-1 1 0 0 0,1 0 1 0 0,4-3-1 0 0,5-5 49 0 0,36-27 613 0 0,-43 32-623 0 0,0-1 0 0 0,-1 0 0 0 0,1 0 0 0 0,-1 0 0 0 0,0 0 0 0 0,0 0-1 0 0,-1-1 1 0 0,1 0 0 0 0,-1 1 0 0 0,0-1 0 0 0,1-9 0 0 0,-3 12-40 0 0,-1 1-3 0 0</inkml:trace>
</inkml:ink>
</file>

<file path=ppt/ink/ink4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94"/>
    </inkml:context>
    <inkml:brush xml:id="br0">
      <inkml:brushProperty name="width" value="0.025" units="cm"/>
      <inkml:brushProperty name="height" value="0.025" units="cm"/>
      <inkml:brushProperty name="color" value="#A00C1A"/>
    </inkml:brush>
  </inkml:definitions>
  <inkml:trace contextRef="#ctx0" brushRef="#br0">65 125 7936 0 0,'0'0'3936'0'0,"-2"-12"-3779"0"0,-1 2-95 0 0,2 8-38 0 0,1-1 1 0 0,-1 1-1 0 0,1 0 0 0 0,-1-1 0 0 0,1 1 1 0 0,0-1-1 0 0,0 1 0 0 0,0 0 1 0 0,0-1-1 0 0,0-2 0 0 0,-1 1 129 0 0,-1 0-1 0 0,0 0 1 0 0,0 0-1 0 0,-1 0 1 0 0,1 1-1 0 0,-1-1 1 0 0,-5-4-1 0 0,-9-16 451 0 0,15 21-588 0 0,1 2-13 0 0,1 1-1 0 0,-1-1 0 0 0,1 0 1 0 0,-1 0-1 0 0,1 1 1 0 0,-1-1-1 0 0,0 0 0 0 0,1 1 1 0 0,-1-1-1 0 0,0 1 0 0 0,0-1 1 0 0,1 1-1 0 0,-1-1 0 0 0,0 1 1 0 0,0 0-1 0 0,0-1 1 0 0,1 1-1 0 0,-3-1 0 0 0,3 0-41 0 0,5 3 2 0 0,4 7 61 0 0,-8-8-17 0 0,0 0-1 0 0,0 0 0 0 0,0 0 1 0 0,0 0-1 0 0,0 0 0 0 0,0 0 1 0 0,0 0-1 0 0,0 0 1 0 0,1 0-1 0 0,-1-1 0 0 0,3 2 1 0 0,11 18 130 0 0,-14-18-61 0 0,1 1 0 0 0,-1 0 1 0 0,0-1-1 0 0,0 1 0 0 0,0 0 1 0 0,-1-1-1 0 0,1 1 0 0 0,-1 0 1 0 0,1 4-1 0 0,2 20 196 0 0,-3-27-271 0 0</inkml:trace>
</inkml:ink>
</file>

<file path=ppt/ink/ink4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95"/>
    </inkml:context>
    <inkml:brush xml:id="br0">
      <inkml:brushProperty name="width" value="0.025" units="cm"/>
      <inkml:brushProperty name="height" value="0.025" units="cm"/>
      <inkml:brushProperty name="color" value="#A00C1A"/>
    </inkml:brush>
  </inkml:definitions>
  <inkml:trace contextRef="#ctx0" brushRef="#br0">493 7 112 0 0,'0'0'4867'0'0,"-26"0"-3568"0"0,19 1 2731 0 0,-33-2-874 0 0,7 8-1102 0 0,18-2-1655 0 0,14-5-340 0 0,-1 0-1 0 0,1 1 1 0 0,-1-1 0 0 0,1 1-1 0 0,-1-1 1 0 0,1 1 0 0 0,-1-1-1 0 0,1 1 1 0 0,0 0 0 0 0,-1 0-1 0 0,1-1 1 0 0,0 1 0 0 0,0 0-1 0 0,0 0 1 0 0,-2 3-1 0 0,-12 11 382 0 0,14-13-392 0 0,0 0-1 0 0,0-1 0 0 0,0 1 1 0 0,1-1-1 0 0,-1 1 0 0 0,0 0 1 0 0,1 0-1 0 0,0-1 0 0 0,-1 1 1 0 0,1 0-1 0 0,0 3 160 0 0,-8 25 872 0 0,7-26-1006 0 0,0 1-1 0 0,1-1 1 0 0,-1 1-1 0 0,1-1 1 0 0,0 0 0 0 0,0 1-1 0 0,1 6 1 0 0,0 4 350 0 0,-1-9-222 0 0,0-1-1 0 0,0 1 1 0 0,-1 0 0 0 0,0-1-1 0 0,-2 11 1 0 0,-11 15 667 0 0,13-29-852 0 0,0 0-1 0 0,-1 0 0 0 0,1 0 0 0 0,0 0 0 0 0,-1 0 1 0 0,1-1-1 0 0,-1 1 0 0 0,0 0 0 0 0,1-1 1 0 0,-1 0-1 0 0,0 1 0 0 0,0-1 0 0 0,-3 2 0 0 0,-2-2 14 0 0,0 1-1 0 0,-1-2 0 0 0,1 1 1 0 0,0-1-1 0 0,0 0 0 0 0,-1 0 1 0 0,-7-2-1 0 0,11 0 5 0 0,-1-1 0 0 0,1 1 0 0 0,0-1 0 0 0,0 0 0 0 0,0 0 0 0 0,0-1 0 0 0,0 1 0 0 0,0-1 0 0 0,1 0 0 0 0,0 0 0 0 0,0 0 0 0 0,-3-5 0 0 0,1-30-129 0 0,1-29 552 0 0,3 64-405 0 0,1 1 0 0 0,-1-1 0 0 0,0 0 0 0 0,0 0 0 0 0,0 0 0 0 0,0 1 0 0 0,-1-1 0 0 0,-2-4 0 0 0,-5-12 92 0 0,9 19-138 0 0,-1-1 0 0 0,1 0 0 0 0,-1 0 1 0 0,0 1-1 0 0,0-1 0 0 0,0 0 0 0 0,0 1 1 0 0,0-1-1 0 0,0 1 0 0 0,0 0 1 0 0,0-1-1 0 0,0 1 0 0 0,-1 0 0 0 0,1-1 1 0 0,-1 1-1 0 0,1 0 0 0 0,-1 0 0 0 0,1 0 1 0 0,-1 1-1 0 0,-3-2 0 0 0,-9-6-153 0 0,13 7 130 0 0,0 0 0 0 0,-1 0 0 0 0,1 0 0 0 0,0 0 0 0 0,-1 1 1 0 0,1-1-1 0 0,-1 0 0 0 0,1 1 0 0 0,-1-1 0 0 0,1 1 0 0 0,-1 0 0 0 0,1-1 0 0 0,-3 1 1 0 0,-25 0 71 0 0,-4-1-3279 0 0</inkml:trace>
</inkml:ink>
</file>

<file path=ppt/ink/ink4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96"/>
    </inkml:context>
    <inkml:brush xml:id="br0">
      <inkml:brushProperty name="width" value="0.025" units="cm"/>
      <inkml:brushProperty name="height" value="0.025" units="cm"/>
      <inkml:brushProperty name="color" value="#A00C1A"/>
    </inkml:brush>
  </inkml:definitions>
  <inkml:trace contextRef="#ctx0" brushRef="#br0">146 1 5824 0 0,'0'0'3972'0'0,"-25"3"-2624"0"0,15-3-995 0 0,7 0-272 0 0,1-1 0 0 0,0 1 1 0 0,0 0-1 0 0,0 0 0 0 0,-1 0 0 0 0,1 1 1 0 0,0-1-1 0 0,0 1 0 0 0,0-1 0 0 0,0 1 0 0 0,-3 0 1 0 0,2 0 30 0 0,0 0 0 0 0,0 0 0 0 0,0-1 0 0 0,0 1 0 0 0,0-1 0 0 0,0 0 0 0 0,-4 0 0 0 0,3 0-18 0 0,4 0-59 0 0,-4 2 92 0 0,0-1 1 0 0,-1 1 0 0 0,1-1-1 0 0,-1 0 1 0 0,-7 1-1 0 0,-3 1 185 0 0,28-5-376 0 0,19-2-148 0 0,-7 3 178 0 0,32-2-1257 0 0,-43 3 1039 0 0,-14 0 240 0 0</inkml:trace>
</inkml:ink>
</file>

<file path=ppt/ink/ink4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97"/>
    </inkml:context>
    <inkml:brush xml:id="br0">
      <inkml:brushProperty name="width" value="0.025" units="cm"/>
      <inkml:brushProperty name="height" value="0.025" units="cm"/>
      <inkml:brushProperty name="color" value="#A00C1A"/>
    </inkml:brush>
  </inkml:definitions>
  <inkml:trace contextRef="#ctx0" brushRef="#br0">126 80 13648 0 0,'0'0'310'0'0,"-5"-29"2717"0"0,-4 10-2210 0 0,6 15-741 0 0,-3-7 318 0 0,6 11-339 0 0,0-1-1 0 0,-1 0 0 0 0,1 0 1 0 0,-1 0-1 0 0,1 1 1 0 0,-1-1-1 0 0,1 0 0 0 0,-1 1 1 0 0,0-1-1 0 0,1 0 0 0 0,-1 1 1 0 0,0-1-1 0 0,0 1 0 0 0,1-1 1 0 0,-1 1-1 0 0,0-1 1 0 0,0 1-1 0 0,0-1 0 0 0,0 1 1 0 0,-1-1-1 0 0,-1 1 114 0 0,1-1 1 0 0,-1 0-1 0 0,0 1 0 0 0,0-1 0 0 0,0 1 0 0 0,0 0 1 0 0,0 0-1 0 0,-4 0 0 0 0,6 0-111 0 0,-1 0-1 0 0,1 0 0 0 0,0 1 1 0 0,-1-1-1 0 0,1 0 0 0 0,-1 0 1 0 0,1 1-1 0 0,0-1 0 0 0,-1 1 1 0 0,1-1-1 0 0,0 1 0 0 0,0 0 1 0 0,0 0-1 0 0,-1-1 1 0 0,1 1-1 0 0,0 0 0 0 0,0 0 1 0 0,0 0-1 0 0,-1 2 0 0 0,-23 32 1255 0 0,21 1-871 0 0,4-36-431 0 0,-2 0 23 0 0,1 0-24 0 0</inkml:trace>
</inkml:ink>
</file>

<file path=ppt/ink/ink4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98"/>
    </inkml:context>
    <inkml:brush xml:id="br0">
      <inkml:brushProperty name="width" value="0.025" units="cm"/>
      <inkml:brushProperty name="height" value="0.025" units="cm"/>
      <inkml:brushProperty name="color" value="#A00C1A"/>
    </inkml:brush>
  </inkml:definitions>
  <inkml:trace contextRef="#ctx0" brushRef="#br0">1 120 20631 0 0,'0'0'167'0'0,"8"-5"82"0"0,-8 2-249 0 0,-1 1 0 0 0,1-1 0 0 0,0 1 0 0 0,0 0 0 0 0,0-1 0 0 0,0 1 0 0 0,0-1 0 0 0,0 1 0 0 0,0-1 0 0 0,1 1 0 0 0,0 0 0 0 0,-1-1 0 0 0,1 1 0 0 0,0 0 0 0 0,0-1 0 0 0,0 1 0 0 0,0 0 0 0 0,1 0 0 0 0,1-2 0 0 0,-2 1-2 0 0,1 1 1 0 0,0 0-1 0 0,0 0 0 0 0,1 0 0 0 0,-1 0 0 0 0,0 0 0 0 0,3-2 0 0 0,11-8-7 0 0,-14 10 20 0 0,0 1 0 0 0,0-1 0 0 0,0 1 0 0 0,0 0 0 0 0,1-1 0 0 0,-1 1 0 0 0,0 1 0 0 0,1-1 0 0 0,-1 0 0 0 0,4 0 0 0 0,13-5 51 0 0,-11 2-5 0 0,0 1-1 0 0,0 0 1 0 0,17-3 0 0 0,-25 6-51 0 0</inkml:trace>
</inkml:ink>
</file>

<file path=ppt/ink/ink4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799"/>
    </inkml:context>
    <inkml:brush xml:id="br0">
      <inkml:brushProperty name="width" value="0.025" units="cm"/>
      <inkml:brushProperty name="height" value="0.025" units="cm"/>
      <inkml:brushProperty name="color" value="#A00C1A"/>
    </inkml:brush>
  </inkml:definitions>
  <inkml:trace contextRef="#ctx0" brushRef="#br0">120 100 6632 0 0,'0'0'8888'0'0,"3"-31"-8216"0"0,-3 28-534 0 0,0 1 1 0 0,0 0 0 0 0,0-1 0 0 0,0 1 0 0 0,0-1-1 0 0,-1 1 1 0 0,1 0 0 0 0,-1-1 0 0 0,1 1 0 0 0,-1 0 0 0 0,0 0-1 0 0,0 0 1 0 0,0-1 0 0 0,0 1 0 0 0,-1 0 0 0 0,1 0 0 0 0,0 0-1 0 0,-1 1 1 0 0,1-1 0 0 0,-1 0 0 0 0,0 0 0 0 0,0 1 0 0 0,-3-3-1 0 0,-1-1 269 0 0,5 4-355 0 0,0 1-1 0 0,1-1 1 0 0,-1 0 0 0 0,0 0 0 0 0,0 0-1 0 0,0 1 1 0 0,0-1 0 0 0,0 0-1 0 0,0 1 1 0 0,-1-1 0 0 0,1 1 0 0 0,0-1-1 0 0,0 1 1 0 0,0 0 0 0 0,0 0-1 0 0,-1-1 1 0 0,1 1 0 0 0,0 0-1 0 0,0 0 1 0 0,0 0 0 0 0,-1 0 0 0 0,1 0-1 0 0,0 0 1 0 0,0 1 0 0 0,-1-1-1 0 0,1 0 1 0 0,0 0 0 0 0,0 1 0 0 0,0-1-1 0 0,0 1 1 0 0,-2 1 0 0 0,-5 1 279 0 0,-14 10 275 0 0,22-12-570 0 0,-1-1-4 0 0,0 1 1 0 0,0 0-1 0 0,0 1 0 0 0,0-1 1 0 0,0 0-1 0 0,0 0 1 0 0,0 0-1 0 0,0 1 0 0 0,0-1 1 0 0,0 0-1 0 0,1 1 0 0 0,-1-1 1 0 0,1 1-1 0 0,-1-1 1 0 0,1 1-1 0 0,-1 1 0 0 0,-2 6 125 0 0,1-5-113 0 0,1-1 0 0 0,0 1 0 0 0,0-1 0 0 0,0 1 0 0 0,0 0 1 0 0,1 0-1 0 0,0-1 0 0 0,-1 6 0 0 0,2-9-43 0 0,-1 0 1 0 0,0 0 0 0 0,0 0-1 0 0,0 0 1 0 0,0 0-1 0 0,0 0 1 0 0,0 0-1 0 0,1 0 1 0 0,-1 0-1 0 0,0 0 1 0 0,0 0-1 0 0,0 0 1 0 0,0 0-1 0 0,0 0 1 0 0,0 0-1 0 0,0 0 1 0 0,0 0-1 0 0,1 0 1 0 0,-1 0-1 0 0,0 0 1 0 0,0 0-1 0 0,0 0 1 0 0,0 0 0 0 0,0 0-1 0 0,0 1 1 0 0,0-1-1 0 0,0 0 1 0 0,0 0-1 0 0,0 0 1 0 0,0 0-1 0 0,0 0 1 0 0,0 0-1 0 0,0 0 1 0 0,1 1-1 0 0,-1-1 1 0 0,0 0-1 0 0,0 0 1 0 0,0 0-1 0 0,0 0 1 0 0,0 0-1 0 0,0 0 1 0 0,0 0-1 0 0,0 1 1 0 0,0-1-1 0 0,0 0 1 0 0,-1 0 0 0 0,1 0-1 0 0,0 0 1 0 0,0 0-1 0 0,0 0 1 0 0,0 0-1 0 0,0 0 1 0 0,0 1-1 0 0,0-1 1 0 0,0 0-1 0 0,0 0 1 0 0,0 0-1 0 0,0 0 1 0 0,0 0-1 0 0,0 0 1 0 0,0 0-1 0 0,-1 0 1 0 0,1 0-1 0 0,0 0 1 0 0,0 0-1 0 0,0 0 1 0 0,0 1 0 0 0,0-1-1 0 0,0 0 1 0 0,-1 0 4 0 0</inkml:trace>
</inkml:ink>
</file>

<file path=ppt/ink/ink4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800"/>
    </inkml:context>
    <inkml:brush xml:id="br0">
      <inkml:brushProperty name="width" value="0.025" units="cm"/>
      <inkml:brushProperty name="height" value="0.025" units="cm"/>
      <inkml:brushProperty name="color" value="#A00C1A"/>
    </inkml:brush>
  </inkml:definitions>
  <inkml:trace contextRef="#ctx0" brushRef="#br0">125 100 12864 0 0,'0'0'3290'0'0,"3"-26"-2051"0"0,-4 22-1107 0 0,-1 1 1 0 0,1 0-1 0 0,-1-1 1 0 0,1 1-1 0 0,-1 0 1 0 0,0 0-1 0 0,-3-3 1 0 0,-39-19 1511 0 0,9 13-676 0 0,28 10-897 0 0,-17-3 448 0 0,22 5-511 0 0</inkml:trace>
</inkml:ink>
</file>

<file path=ppt/ink/ink4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801"/>
    </inkml:context>
    <inkml:brush xml:id="br0">
      <inkml:brushProperty name="width" value="0.025" units="cm"/>
      <inkml:brushProperty name="height" value="0.025" units="cm"/>
      <inkml:brushProperty name="color" value="#A00C1A"/>
    </inkml:brush>
  </inkml:definitions>
  <inkml:trace contextRef="#ctx0" brushRef="#br0">173 541 3712 0 0,'0'0'4878'0'0,"-20"-14"-2984"0"0,19 10-1697 0 0,-1 0 0 0 0,1 0 0 0 0,-1 0 0 0 0,0 1 1 0 0,0-1-1 0 0,-4-4 0 0 0,-7-16 255 0 0,-10-20 910 0 0,8 22-601 0 0,-1 2-248 0 0,10 8 209 0 0,0 0 1 0 0,0-1-1 0 0,1 1 1 0 0,-7-27 0 0 0,5 11-76 0 0,5 22-561 0 0,0-1 0 0 0,0 0 0 0 0,1 0 0 0 0,0 0 0 0 0,-1-7-1 0 0,-6-69 210 0 0,-1-21-214 0 0,8 69 105 0 0,1 35-172 0 0</inkml:trace>
</inkml:ink>
</file>

<file path=ppt/ink/ink4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802"/>
    </inkml:context>
    <inkml:brush xml:id="br0">
      <inkml:brushProperty name="width" value="0.025" units="cm"/>
      <inkml:brushProperty name="height" value="0.025" units="cm"/>
      <inkml:brushProperty name="color" value="#A00C1A"/>
    </inkml:brush>
  </inkml:definitions>
  <inkml:trace contextRef="#ctx0" brushRef="#br0">1 1 8936 0 0,'0'0'4446'0'0,"0"30"-4132"0"0,7-1 124 0 0,-6-25-378 0 0,0 0 0 0 0,-1 1-1 0 0,1-1 1 0 0,1 0 0 0 0,-1 0 0 0 0,3 4 0 0 0,-2-3 312 0 0,1-1-1 0 0,0 0 1 0 0,0 0 0 0 0,0-1 0 0 0,1 1-1 0 0,-1-1 1 0 0,1 1 0 0 0,0-1 0 0 0,-1 0 0 0 0,2 0-1 0 0,7 4 1 0 0,-7-5-143 0 0,0 1-1 0 0,-1-1 1 0 0,1 1-1 0 0,-1 1 1 0 0,0-1 0 0 0,0 1-1 0 0,0-1 1 0 0,5 7-1 0 0,4 3 218 0 0,-5-5-317 0 0,-6-7-227 0 0,0 1-1 0 0,0 0 1 0 0,-1 0-1 0 0,1-1 0 0 0,0 1 1 0 0,-1 1-1 0 0,1-1 1 0 0,-1 0-1 0 0,1 0 1 0 0,0 4-1 0 0,9 42 1624 0 0,-9-39-1397 0 0,-2 0 0 0 0,1 0 0 0 0,-2 13 0 0 0,0 3-1 0 0,1-23-110 0 0</inkml:trace>
</inkml:ink>
</file>

<file path=ppt/ink/ink4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803"/>
    </inkml:context>
    <inkml:brush xml:id="br0">
      <inkml:brushProperty name="width" value="0.025" units="cm"/>
      <inkml:brushProperty name="height" value="0.025" units="cm"/>
      <inkml:brushProperty name="color" value="#A00C1A"/>
    </inkml:brush>
  </inkml:definitions>
  <inkml:trace contextRef="#ctx0" brushRef="#br0">0 581 6824 0 0,'0'0'3657'0'0,"17"-29"-1104"0"0,15-30-1075 0 0,-22 35-1089 0 0,-9 20-354 0 0,0 1 1 0 0,0 0-1 0 0,0-1 0 0 0,1 1 1 0 0,-1 0-1 0 0,1 0 0 0 0,0 0 1 0 0,0 0-1 0 0,3-4 0 0 0,-2 3 0 0 0,0-1 0 0 0,-1 0 0 0 0,1 0-1 0 0,-1 0 1 0 0,0 0 0 0 0,-1 0 0 0 0,1 0 0 0 0,0-9-1 0 0,5-9 605 0 0,-1-5-108 0 0,-6 25-496 0 0,0 0-1 0 0,1 0 1 0 0,-1 0 0 0 0,1 0-1 0 0,0 0 1 0 0,0 0 0 0 0,0 0-1 0 0,0 0 1 0 0,0 0 0 0 0,1 1-1 0 0,-1-1 1 0 0,1 0 0 0 0,3-3-1 0 0,-4 4-3 0 0,1 0 0 0 0,-1 0 0 0 0,1 0-1 0 0,-1 0 1 0 0,0 0 0 0 0,0 0 0 0 0,0 0 0 0 0,-1-1 0 0 0,1 1-1 0 0,0 0 1 0 0,-1-1 0 0 0,1 1 0 0 0,-1 0 0 0 0,0-1-1 0 0,0-2 1 0 0,0 1-11 0 0,1 1-1 0 0,-1 0 1 0 0,1-1-1 0 0,-1 1 1 0 0,1 0-1 0 0,0 0 1 0 0,2-5-1 0 0,-1 3 1 0 0,0-1 0 0 0,0 1 0 0 0,0-1 0 0 0,-1 0 0 0 0,1-9 0 0 0,1-3 58 0 0,0-13 460 0 0,-4 26-494 0 0,2 0 0 0 0,-1 0 1 0 0,0 0-1 0 0,1 0 0 0 0,0 0 0 0 0,0 0 1 0 0,3-5-1 0 0,-3 4-45 0 0,1-1 1 0 0,-1 1-1 0 0,0-1 1 0 0,-1 1-1 0 0,1-1 1 0 0,-1 1-1 0 0,-1-9 1 0 0,-2-3 722 0 0</inkml:trace>
</inkml:ink>
</file>

<file path=ppt/ink/ink4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804"/>
    </inkml:context>
    <inkml:brush xml:id="br0">
      <inkml:brushProperty name="width" value="0.025" units="cm"/>
      <inkml:brushProperty name="height" value="0.025" units="cm"/>
      <inkml:brushProperty name="color" value="#A00C1A"/>
    </inkml:brush>
  </inkml:definitions>
  <inkml:trace contextRef="#ctx0" brushRef="#br0">5 361 8840 0 0,'0'0'3074'0'0,"-2"-19"-2419"0"0,1 10-375 0 0,1 5-145 0 0,-1 0 0 0 0,1 1 0 0 0,0-1-1 0 0,0 0 1 0 0,0 0 0 0 0,1 1 0 0 0,0-5 0 0 0,5-14 794 0 0,-6 18-857 0 0,1 1-1 0 0,0 0 1 0 0,-1 0 0 0 0,1 0-1 0 0,0 0 1 0 0,0 0-1 0 0,1 0 1 0 0,-1 0-1 0 0,4-4 1 0 0,-4 5 10 0 0,0 0 0 0 0,0 1 0 0 0,0-1 0 0 0,0 0 1 0 0,0 0-1 0 0,0 0 0 0 0,0 0 0 0 0,0-3 0 0 0,0 3-43 0 0,-1 0 0 0 0,1 1-1 0 0,-1-1 1 0 0,1 1 0 0 0,0-1 0 0 0,0 0-1 0 0,0 1 1 0 0,0-1 0 0 0,0 1-1 0 0,2-3 1 0 0,33-35 789 0 0,-6 12 74 0 0,-1 0-288 0 0,-28 26-642 0 0,17-22-5 0 0,-14 3 293 0 0,-4 20-247 0 0,3-9 84 0 0,-2 0 0 0 0,1 0-1 0 0,-1 0 1 0 0,-1-18 0 0 0,0 25-92 0 0</inkml:trace>
</inkml:ink>
</file>

<file path=ppt/ink/ink4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805"/>
    </inkml:context>
    <inkml:brush xml:id="br0">
      <inkml:brushProperty name="width" value="0.025" units="cm"/>
      <inkml:brushProperty name="height" value="0.025" units="cm"/>
      <inkml:brushProperty name="color" value="#A00C1A"/>
    </inkml:brush>
  </inkml:definitions>
  <inkml:trace contextRef="#ctx0" brushRef="#br0">123 263 1896 0 0,'0'0'6641'0'0,"-16"-15"-5098"0"0,-8-29-283 0 0,11 30-488 0 0,7 9-68 0 0,3 0-208 0 0,1-2-25 0 0,2 2-189 0 0,-4-14 515 0 0,-8-8-102 0 0,-2-2-242 0 0,5 8-185 0 0,7 18-239 0 0,0 0-1 0 0,0 0 0 0 0,1 0 1 0 0,-1 0-1 0 0,1 0 0 0 0,0-1 1 0 0,-1-3-1 0 0,-3-32 276 0 0,4 36-282 0 0</inkml:trace>
</inkml:ink>
</file>

<file path=ppt/ink/ink4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806"/>
    </inkml:context>
    <inkml:brush xml:id="br0">
      <inkml:brushProperty name="width" value="0.025" units="cm"/>
      <inkml:brushProperty name="height" value="0.025" units="cm"/>
      <inkml:brushProperty name="color" value="#A00C1A"/>
    </inkml:brush>
  </inkml:definitions>
  <inkml:trace contextRef="#ctx0" brushRef="#br0">1 557 4416 0 0,'0'0'5293'0'0,"18"-28"-2938"0"0,-16 26-2284 0 0,0-1 0 0 0,0 1 0 0 0,0-1 0 0 0,0 0 0 0 0,-1 0 0 0 0,1 0 0 0 0,-1 0 0 0 0,0-1 0 0 0,0 1 0 0 0,1-3 0 0 0,10-23 564 0 0,-11 28-569 0 0,1-1 38 0 0,1-1-1 0 0,-1-1 1 0 0,0 1 0 0 0,0 0-1 0 0,0 0 1 0 0,-1-1-1 0 0,1 1 1 0 0,-1-1 0 0 0,2-6-1 0 0,-2 6-6 0 0,1 0 0 0 0,-1 0 0 0 0,1 1 0 0 0,0-1 0 0 0,3-6 0 0 0,-3 8-35 0 0,0-1 0 0 0,0 0 0 0 0,-1 0 0 0 0,1 0 0 0 0,-1 0 0 0 0,0 0 0 0 0,0 0 0 0 0,0 0 1 0 0,0 0-1 0 0,0 0 0 0 0,-1-6 0 0 0,11-9 342 0 0,-10 14-341 0 0,0 1 0 0 0,1-1 0 0 0,-1 1 1 0 0,1-1-1 0 0,0 1 0 0 0,0 0 0 0 0,0 0 0 0 0,0-1 1 0 0,4-2-1 0 0,-4 4 3 0 0,-1 0 0 0 0,0 0 1 0 0,0 0-1 0 0,0 0 0 0 0,0 0 0 0 0,0 0 1 0 0,-1 0-1 0 0,1-1 0 0 0,-1 1 0 0 0,1 0 1 0 0,-1 0-1 0 0,0 0 0 0 0,0-5 0 0 0,0 4-38 0 0,1 0 0 0 0,-1 0 0 0 0,0 1 0 0 0,1-1 0 0 0,-1 0 0 0 0,1 1 0 0 0,0-1 0 0 0,0 0 0 0 0,2-3-1 0 0,-2 3-16 0 0,1-1 0 0 0,0 0-1 0 0,-1 0 1 0 0,0 0-1 0 0,0 1 1 0 0,0-1-1 0 0,0 0 1 0 0,-1 0-1 0 0,1-1 1 0 0,-1-5-1 0 0,13-29-652 0 0,-10 12 121 0 0,3-11 515 0 0,-5 31-105 0 0,1-1 0 0 0,-1 1 0 0 0,0 0 0 0 0,-1-1 0 0 0,1 0-1 0 0,-2-8 1 0 0,1-1 63 0 0,0 14 40 0 0</inkml:trace>
</inkml:ink>
</file>

<file path=ppt/ink/ink4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807"/>
    </inkml:context>
    <inkml:brush xml:id="br0">
      <inkml:brushProperty name="width" value="0.025" units="cm"/>
      <inkml:brushProperty name="height" value="0.025" units="cm"/>
      <inkml:brushProperty name="color" value="#A00C1A"/>
    </inkml:brush>
  </inkml:definitions>
  <inkml:trace contextRef="#ctx0" brushRef="#br0">14 111 4312 0 0,'-1'-1'283'0'0,"0"0"1"0"0,0 0-1 0 0,0 0 0 0 0,0 1 1 0 0,0-1-1 0 0,0 0 0 0 0,1 0 1 0 0,-1 0-1 0 0,0 0 0 0 0,0 0 1 0 0,1-1-1 0 0,-1 1 0 0 0,1 0 1 0 0,-1 0-1 0 0,1 0 0 0 0,-1 0 1 0 0,1-1-1 0 0,0 1 0 0 0,-1 0 1 0 0,1-1-1 0 0,0 1 0 0 0,0 0 1 0 0,0 0-1 0 0,0-1 0 0 0,0 1 1 0 0,1 0-1 0 0,-1-1 0 0 0,0 1 1 0 0,0 0-1 0 0,1 0 0 0 0,0-2 1 0 0,1-7 401 0 0,0 0-297 0 0,0 0 0 0 0,-1 0 0 0 0,0-18 0 0 0,-1 23-260 0 0</inkml:trace>
</inkml:ink>
</file>

<file path=ppt/ink/ink4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808"/>
    </inkml:context>
    <inkml:brush xml:id="br0">
      <inkml:brushProperty name="width" value="0.025" units="cm"/>
      <inkml:brushProperty name="height" value="0.025" units="cm"/>
      <inkml:brushProperty name="color" value="#A00C1A"/>
    </inkml:brush>
  </inkml:definitions>
  <inkml:trace contextRef="#ctx0" brushRef="#br0">0 168 7736 0 0,'0'0'6462'0'0,"10"-17"-6012"0"0,-6-14-88 0 0,-3 20-249 0 0,1 1 0 0 0,-1-1 0 0 0,-1 1 0 0 0,0-1 0 0 0,-1-10 0 0 0,-6-17 148 0 0,6 32-178 0 0,1 5-59 0 0</inkml:trace>
</inkml:ink>
</file>

<file path=ppt/ink/ink4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809"/>
    </inkml:context>
    <inkml:brush xml:id="br0">
      <inkml:brushProperty name="width" value="0.025" units="cm"/>
      <inkml:brushProperty name="height" value="0.025" units="cm"/>
      <inkml:brushProperty name="color" value="#A00C1A"/>
    </inkml:brush>
  </inkml:definitions>
  <inkml:trace contextRef="#ctx0" brushRef="#br0">1 317 8936 0 0,'0'0'1942'0'0,"1"-26"-754"0"0,1 19-979 0 0,-1 0-1 0 0,1 0 0 0 0,0 0 1 0 0,1 1-1 0 0,4-10 1 0 0,-4 9-135 0 0,1-1 1 0 0,-1 0 0 0 0,3-13 0 0 0,-5 17-50 0 0,0 0 0 0 0,1 0 0 0 0,-1 0 0 0 0,1 0 1 0 0,0 0-1 0 0,4-4 0 0 0,4-12 45 0 0,-9 18-57 0 0,0 0-1 0 0,1 0 1 0 0,-1 1-1 0 0,0-1 0 0 0,1 0 1 0 0,-1 1-1 0 0,1-1 1 0 0,0 0-1 0 0,-1 1 0 0 0,1 0 1 0 0,4-3-1 0 0,5-5 49 0 0,36-27 613 0 0,-43 32-623 0 0,0-1 0 0 0,-1 0 0 0 0,1 0 0 0 0,-1 0 0 0 0,0 0 0 0 0,0 0-1 0 0,-1-1 1 0 0,1 0 0 0 0,-1 1 0 0 0,0-1 0 0 0,1-9 0 0 0,-3 12-40 0 0,-1 1-3 0 0</inkml:trace>
</inkml:ink>
</file>

<file path=ppt/ink/ink4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810"/>
    </inkml:context>
    <inkml:brush xml:id="br0">
      <inkml:brushProperty name="width" value="0.025" units="cm"/>
      <inkml:brushProperty name="height" value="0.025" units="cm"/>
      <inkml:brushProperty name="color" value="#A00C1A"/>
    </inkml:brush>
  </inkml:definitions>
  <inkml:trace contextRef="#ctx0" brushRef="#br0">65 125 7936 0 0,'0'0'3936'0'0,"-2"-12"-3779"0"0,-1 2-95 0 0,2 8-38 0 0,1-1 1 0 0,-1 1-1 0 0,1 0 0 0 0,-1-1 0 0 0,1 1 1 0 0,0-1-1 0 0,0 1 0 0 0,0 0 1 0 0,0-1-1 0 0,0-2 0 0 0,-1 1 129 0 0,-1 0-1 0 0,0 0 1 0 0,0 0-1 0 0,-1 0 1 0 0,1 1-1 0 0,-1-1 1 0 0,-5-4-1 0 0,-9-16 451 0 0,15 21-588 0 0,1 2-13 0 0,1 1-1 0 0,-1-1 0 0 0,1 0 1 0 0,-1 0-1 0 0,1 1 1 0 0,-1-1-1 0 0,0 0 0 0 0,1 1 1 0 0,-1-1-1 0 0,0 1 0 0 0,0-1 1 0 0,1 1-1 0 0,-1-1 0 0 0,0 1 1 0 0,0 0-1 0 0,0-1 1 0 0,1 1-1 0 0,-3-1 0 0 0,3 0-41 0 0,5 3 2 0 0,4 7 61 0 0,-8-8-17 0 0,0 0-1 0 0,0 0 0 0 0,0 0 1 0 0,0 0-1 0 0,0 0 0 0 0,0 0 1 0 0,0 0-1 0 0,0 0 1 0 0,1 0-1 0 0,-1-1 0 0 0,3 2 1 0 0,11 18 130 0 0,-14-18-61 0 0,1 1 0 0 0,-1 0 1 0 0,0-1-1 0 0,0 1 0 0 0,0 0 1 0 0,-1-1-1 0 0,1 1 0 0 0,-1 0 1 0 0,1 4-1 0 0,2 20 196 0 0,-3-27-271 0 0</inkml:trace>
</inkml:ink>
</file>

<file path=ppt/ink/ink4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811"/>
    </inkml:context>
    <inkml:brush xml:id="br0">
      <inkml:brushProperty name="width" value="0.025" units="cm"/>
      <inkml:brushProperty name="height" value="0.025" units="cm"/>
      <inkml:brushProperty name="color" value="#A00C1A"/>
    </inkml:brush>
  </inkml:definitions>
  <inkml:trace contextRef="#ctx0" brushRef="#br0">493 7 112 0 0,'0'0'4867'0'0,"-26"0"-3568"0"0,19 1 2731 0 0,-33-2-874 0 0,7 8-1102 0 0,18-2-1655 0 0,14-5-340 0 0,-1 0-1 0 0,1 1 1 0 0,-1-1 0 0 0,1 1-1 0 0,-1-1 1 0 0,1 1 0 0 0,-1-1-1 0 0,1 1 1 0 0,0 0 0 0 0,-1 0-1 0 0,1-1 1 0 0,0 1 0 0 0,0 0-1 0 0,0 0 1 0 0,-2 3-1 0 0,-12 11 382 0 0,14-13-392 0 0,0 0-1 0 0,0-1 0 0 0,0 1 1 0 0,1-1-1 0 0,-1 1 0 0 0,0 0 1 0 0,1 0-1 0 0,0-1 0 0 0,-1 1 1 0 0,1 0-1 0 0,0 3 160 0 0,-8 25 872 0 0,7-26-1006 0 0,0 1-1 0 0,1-1 1 0 0,-1 1-1 0 0,1-1 1 0 0,0 0 0 0 0,0 1-1 0 0,1 6 1 0 0,0 4 350 0 0,-1-9-222 0 0,0-1-1 0 0,0 1 1 0 0,-1 0 0 0 0,0-1-1 0 0,-2 11 1 0 0,-11 15 667 0 0,13-29-852 0 0,0 0-1 0 0,-1 0 0 0 0,1 0 0 0 0,0 0 0 0 0,-1 0 1 0 0,1-1-1 0 0,-1 1 0 0 0,0 0 0 0 0,1-1 1 0 0,-1 0-1 0 0,0 1 0 0 0,0-1 0 0 0,-3 2 0 0 0,-2-2 14 0 0,0 1-1 0 0,-1-2 0 0 0,1 1 1 0 0,0-1-1 0 0,0 0 0 0 0,-1 0 1 0 0,-7-2-1 0 0,11 0 5 0 0,-1-1 0 0 0,1 1 0 0 0,0-1 0 0 0,0 0 0 0 0,0 0 0 0 0,0-1 0 0 0,0 1 0 0 0,0-1 0 0 0,1 0 0 0 0,0 0 0 0 0,0 0 0 0 0,-3-5 0 0 0,1-30-129 0 0,1-29 552 0 0,3 64-405 0 0,1 1 0 0 0,-1-1 0 0 0,0 0 0 0 0,0 0 0 0 0,0 0 0 0 0,0 1 0 0 0,-1-1 0 0 0,-2-4 0 0 0,-5-12 92 0 0,9 19-138 0 0,-1-1 0 0 0,1 0 0 0 0,-1 0 1 0 0,0 1-1 0 0,0-1 0 0 0,0 0 0 0 0,0 1 1 0 0,0-1-1 0 0,0 1 0 0 0,0 0 1 0 0,0-1-1 0 0,0 1 0 0 0,-1 0 0 0 0,1-1 1 0 0,-1 1-1 0 0,1 0 0 0 0,-1 0 0 0 0,1 0 1 0 0,-1 1-1 0 0,-3-2 0 0 0,-9-6-153 0 0,13 7 130 0 0,0 0 0 0 0,-1 0 0 0 0,1 0 0 0 0,0 0 0 0 0,-1 1 1 0 0,1-1-1 0 0,-1 0 0 0 0,1 1 0 0 0,-1-1 0 0 0,1 1 0 0 0,-1 0 0 0 0,1-1 0 0 0,-3 1 1 0 0,-25 0 71 0 0,-4-1-3279 0 0</inkml:trace>
</inkml:ink>
</file>

<file path=ppt/ink/ink4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812"/>
    </inkml:context>
    <inkml:brush xml:id="br0">
      <inkml:brushProperty name="width" value="0.025" units="cm"/>
      <inkml:brushProperty name="height" value="0.025" units="cm"/>
      <inkml:brushProperty name="color" value="#A00C1A"/>
    </inkml:brush>
  </inkml:definitions>
  <inkml:trace contextRef="#ctx0" brushRef="#br0">146 1 5824 0 0,'0'0'3972'0'0,"-25"3"-2624"0"0,15-3-995 0 0,7 0-272 0 0,1-1 0 0 0,0 1 1 0 0,0 0-1 0 0,0 0 0 0 0,-1 0 0 0 0,1 1 1 0 0,0-1-1 0 0,0 1 0 0 0,0-1 0 0 0,0 1 0 0 0,-3 0 1 0 0,2 0 30 0 0,0 0 0 0 0,0 0 0 0 0,0-1 0 0 0,0 1 0 0 0,0-1 0 0 0,0 0 0 0 0,-4 0 0 0 0,3 0-18 0 0,4 0-59 0 0,-4 2 92 0 0,0-1 1 0 0,-1 1 0 0 0,1-1-1 0 0,-1 0 1 0 0,-7 1-1 0 0,-3 1 185 0 0,28-5-376 0 0,19-2-148 0 0,-7 3 178 0 0,32-2-1257 0 0,-43 3 1039 0 0,-14 0 240 0 0</inkml:trace>
</inkml:ink>
</file>

<file path=ppt/ink/ink4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813"/>
    </inkml:context>
    <inkml:brush xml:id="br0">
      <inkml:brushProperty name="width" value="0.025" units="cm"/>
      <inkml:brushProperty name="height" value="0.025" units="cm"/>
      <inkml:brushProperty name="color" value="#A00C1A"/>
    </inkml:brush>
  </inkml:definitions>
  <inkml:trace contextRef="#ctx0" brushRef="#br0">126 80 13648 0 0,'0'0'310'0'0,"-5"-29"2717"0"0,-4 10-2210 0 0,6 15-741 0 0,-3-7 318 0 0,6 11-339 0 0,0-1-1 0 0,-1 0 0 0 0,1 0 1 0 0,-1 0-1 0 0,1 1 1 0 0,-1-1-1 0 0,1 0 0 0 0,-1 1 1 0 0,0-1-1 0 0,1 0 0 0 0,-1 1 1 0 0,0-1-1 0 0,0 1 0 0 0,1-1 1 0 0,-1 1-1 0 0,0-1 1 0 0,0 1-1 0 0,0-1 0 0 0,0 1 1 0 0,-1-1-1 0 0,-1 1 114 0 0,1-1 1 0 0,-1 0-1 0 0,0 1 0 0 0,0-1 0 0 0,0 1 0 0 0,0 0 1 0 0,0 0-1 0 0,-4 0 0 0 0,6 0-111 0 0,-1 0-1 0 0,1 0 0 0 0,0 1 1 0 0,-1-1-1 0 0,1 0 0 0 0,-1 0 1 0 0,1 1-1 0 0,0-1 0 0 0,-1 1 1 0 0,1-1-1 0 0,0 1 0 0 0,0 0 1 0 0,0 0-1 0 0,-1-1 1 0 0,1 1-1 0 0,0 0 0 0 0,0 0 1 0 0,0 0-1 0 0,-1 2 0 0 0,-23 32 1255 0 0,21 1-871 0 0,4-36-431 0 0,-2 0 23 0 0,1 0-24 0 0</inkml:trace>
</inkml:ink>
</file>

<file path=ppt/ink/ink4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814"/>
    </inkml:context>
    <inkml:brush xml:id="br0">
      <inkml:brushProperty name="width" value="0.025" units="cm"/>
      <inkml:brushProperty name="height" value="0.025" units="cm"/>
      <inkml:brushProperty name="color" value="#A00C1A"/>
    </inkml:brush>
  </inkml:definitions>
  <inkml:trace contextRef="#ctx0" brushRef="#br0">1 120 20631 0 0,'0'0'167'0'0,"8"-5"82"0"0,-8 2-249 0 0,-1 1 0 0 0,1-1 0 0 0,0 1 0 0 0,0 0 0 0 0,0-1 0 0 0,0 1 0 0 0,0-1 0 0 0,0 1 0 0 0,0-1 0 0 0,1 1 0 0 0,0 0 0 0 0,-1-1 0 0 0,1 1 0 0 0,0 0 0 0 0,0-1 0 0 0,0 1 0 0 0,0 0 0 0 0,1 0 0 0 0,1-2 0 0 0,-2 1-2 0 0,1 1 1 0 0,0 0-1 0 0,0 0 0 0 0,1 0 0 0 0,-1 0 0 0 0,0 0 0 0 0,3-2 0 0 0,11-8-7 0 0,-14 10 20 0 0,0 1 0 0 0,0-1 0 0 0,0 1 0 0 0,0 0 0 0 0,1-1 0 0 0,-1 1 0 0 0,0 1 0 0 0,1-1 0 0 0,-1 0 0 0 0,4 0 0 0 0,13-5 51 0 0,-11 2-5 0 0,0 1-1 0 0,0 0 1 0 0,17-3 0 0 0,-25 6-51 0 0</inkml:trace>
</inkml:ink>
</file>

<file path=ppt/ink/ink4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815"/>
    </inkml:context>
    <inkml:brush xml:id="br0">
      <inkml:brushProperty name="width" value="0.025" units="cm"/>
      <inkml:brushProperty name="height" value="0.025" units="cm"/>
      <inkml:brushProperty name="color" value="#A00C1A"/>
    </inkml:brush>
  </inkml:definitions>
  <inkml:trace contextRef="#ctx0" brushRef="#br0">120 100 6632 0 0,'0'0'8888'0'0,"3"-31"-8216"0"0,-3 28-534 0 0,0 1 1 0 0,0 0 0 0 0,0-1 0 0 0,0 1 0 0 0,0-1-1 0 0,-1 1 1 0 0,1 0 0 0 0,-1-1 0 0 0,1 1 0 0 0,-1 0 0 0 0,0 0-1 0 0,0 0 1 0 0,0-1 0 0 0,0 1 0 0 0,-1 0 0 0 0,1 0 0 0 0,0 0-1 0 0,-1 1 1 0 0,1-1 0 0 0,-1 0 0 0 0,0 0 0 0 0,0 1 0 0 0,-3-3-1 0 0,-1-1 269 0 0,5 4-355 0 0,0 1-1 0 0,1-1 1 0 0,-1 0 0 0 0,0 0 0 0 0,0 0-1 0 0,0 1 1 0 0,0-1 0 0 0,0 0-1 0 0,0 1 1 0 0,-1-1 0 0 0,1 1 0 0 0,0-1-1 0 0,0 1 1 0 0,0 0 0 0 0,0 0-1 0 0,-1-1 1 0 0,1 1 0 0 0,0 0-1 0 0,0 0 1 0 0,0 0 0 0 0,-1 0 0 0 0,1 0-1 0 0,0 0 1 0 0,0 1 0 0 0,-1-1-1 0 0,1 0 1 0 0,0 0 0 0 0,0 1 0 0 0,0-1-1 0 0,0 1 1 0 0,-2 1 0 0 0,-5 1 279 0 0,-14 10 275 0 0,22-12-570 0 0,-1-1-4 0 0,0 1 1 0 0,0 0-1 0 0,0 1 0 0 0,0-1 1 0 0,0 0-1 0 0,0 0 1 0 0,0 0-1 0 0,0 1 0 0 0,0-1 1 0 0,0 0-1 0 0,1 1 0 0 0,-1-1 1 0 0,1 1-1 0 0,-1-1 1 0 0,1 1-1 0 0,-1 1 0 0 0,-2 6 125 0 0,1-5-113 0 0,1-1 0 0 0,0 1 0 0 0,0-1 0 0 0,0 1 0 0 0,0 0 1 0 0,1 0-1 0 0,0-1 0 0 0,-1 6 0 0 0,2-9-43 0 0,-1 0 1 0 0,0 0 0 0 0,0 0-1 0 0,0 0 1 0 0,0 0-1 0 0,0 0 1 0 0,0 0-1 0 0,1 0 1 0 0,-1 0-1 0 0,0 0 1 0 0,0 0-1 0 0,0 0 1 0 0,0 0-1 0 0,0 0 1 0 0,0 0-1 0 0,0 0 1 0 0,0 0-1 0 0,1 0 1 0 0,-1 0-1 0 0,0 0 1 0 0,0 0-1 0 0,0 0 1 0 0,0 0 0 0 0,0 0-1 0 0,0 1 1 0 0,0-1-1 0 0,0 0 1 0 0,0 0-1 0 0,0 0 1 0 0,0 0-1 0 0,0 0 1 0 0,0 0-1 0 0,0 0 1 0 0,1 1-1 0 0,-1-1 1 0 0,0 0-1 0 0,0 0 1 0 0,0 0-1 0 0,0 0 1 0 0,0 0-1 0 0,0 0 1 0 0,0 0-1 0 0,0 1 1 0 0,0-1-1 0 0,0 0 1 0 0,-1 0 0 0 0,1 0-1 0 0,0 0 1 0 0,0 0-1 0 0,0 0 1 0 0,0 0-1 0 0,0 0 1 0 0,0 1-1 0 0,0-1 1 0 0,0 0-1 0 0,0 0 1 0 0,0 0-1 0 0,0 0 1 0 0,0 0-1 0 0,0 0 1 0 0,0 0-1 0 0,-1 0 1 0 0,1 0-1 0 0,0 0 1 0 0,0 0-1 0 0,0 0 1 0 0,0 1 0 0 0,0-1-1 0 0,0 0 1 0 0,-1 0 4 0 0</inkml:trace>
</inkml:ink>
</file>

<file path=ppt/ink/ink4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816"/>
    </inkml:context>
    <inkml:brush xml:id="br0">
      <inkml:brushProperty name="width" value="0.025" units="cm"/>
      <inkml:brushProperty name="height" value="0.025" units="cm"/>
      <inkml:brushProperty name="color" value="#A00C1A"/>
    </inkml:brush>
  </inkml:definitions>
  <inkml:trace contextRef="#ctx0" brushRef="#br0">125 100 12864 0 0,'0'0'3290'0'0,"3"-26"-2051"0"0,-4 22-1107 0 0,-1 1 1 0 0,1 0-1 0 0,-1-1 1 0 0,1 1-1 0 0,-1 0 1 0 0,0 0-1 0 0,-3-3 1 0 0,-39-19 1511 0 0,9 13-676 0 0,28 10-897 0 0,-17-3 448 0 0,22 5-511 0 0</inkml:trace>
</inkml:ink>
</file>

<file path=ppt/ink/ink4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817"/>
    </inkml:context>
    <inkml:brush xml:id="br0">
      <inkml:brushProperty name="width" value="0.025" units="cm"/>
      <inkml:brushProperty name="height" value="0.025" units="cm"/>
      <inkml:brushProperty name="color" value="#A00C1A"/>
    </inkml:brush>
  </inkml:definitions>
  <inkml:trace contextRef="#ctx0" brushRef="#br0">173 541 3712 0 0,'0'0'4878'0'0,"-20"-14"-2984"0"0,19 10-1697 0 0,-1 0 0 0 0,1 0 0 0 0,-1 0 0 0 0,0 1 1 0 0,0-1-1 0 0,-4-4 0 0 0,-7-16 255 0 0,-10-20 910 0 0,8 22-601 0 0,-1 2-248 0 0,10 8 209 0 0,0 0 1 0 0,0-1-1 0 0,1 1 1 0 0,-7-27 0 0 0,5 11-76 0 0,5 22-561 0 0,0-1 0 0 0,0 0 0 0 0,1 0 0 0 0,0 0 0 0 0,-1-7-1 0 0,-6-69 210 0 0,-1-21-214 0 0,8 69 105 0 0,1 35-172 0 0</inkml:trace>
</inkml:ink>
</file>

<file path=ppt/ink/ink4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818"/>
    </inkml:context>
    <inkml:brush xml:id="br0">
      <inkml:brushProperty name="width" value="0.025" units="cm"/>
      <inkml:brushProperty name="height" value="0.025" units="cm"/>
      <inkml:brushProperty name="color" value="#A00C1A"/>
    </inkml:brush>
  </inkml:definitions>
  <inkml:trace contextRef="#ctx0" brushRef="#br0">1 1 8936 0 0,'0'0'4446'0'0,"0"30"-4132"0"0,7-1 124 0 0,-6-25-378 0 0,0 0 0 0 0,-1 1-1 0 0,1-1 1 0 0,1 0 0 0 0,-1 0 0 0 0,3 4 0 0 0,-2-3 312 0 0,1-1-1 0 0,0 0 1 0 0,0 0 0 0 0,0-1 0 0 0,1 1-1 0 0,-1-1 1 0 0,1 1 0 0 0,0-1 0 0 0,-1 0 0 0 0,2 0-1 0 0,7 4 1 0 0,-7-5-143 0 0,0 1-1 0 0,-1-1 1 0 0,1 1-1 0 0,-1 1 1 0 0,0-1 0 0 0,0 1-1 0 0,0-1 1 0 0,5 7-1 0 0,4 3 218 0 0,-5-5-317 0 0,-6-7-227 0 0,0 1-1 0 0,0 0 1 0 0,-1 0-1 0 0,1-1 0 0 0,0 1 1 0 0,-1 1-1 0 0,1-1 1 0 0,-1 0-1 0 0,1 0 1 0 0,0 4-1 0 0,9 42 1624 0 0,-9-39-1397 0 0,-2 0 0 0 0,1 0 0 0 0,-2 13 0 0 0,0 3-1 0 0,1-23-110 0 0</inkml:trace>
</inkml:ink>
</file>

<file path=ppt/ink/ink4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819"/>
    </inkml:context>
    <inkml:brush xml:id="br0">
      <inkml:brushProperty name="width" value="0.025" units="cm"/>
      <inkml:brushProperty name="height" value="0.025" units="cm"/>
      <inkml:brushProperty name="color" value="#A00C1A"/>
    </inkml:brush>
  </inkml:definitions>
  <inkml:trace contextRef="#ctx0" brushRef="#br0">0 581 6824 0 0,'0'0'3657'0'0,"17"-29"-1104"0"0,15-30-1075 0 0,-22 35-1089 0 0,-9 20-354 0 0,0 1 1 0 0,0 0-1 0 0,0-1 0 0 0,1 1 1 0 0,-1 0-1 0 0,1 0 0 0 0,0 0 1 0 0,0 0-1 0 0,3-4 0 0 0,-2 3 0 0 0,0-1 0 0 0,-1 0 0 0 0,1 0-1 0 0,-1 0 1 0 0,0 0 0 0 0,-1 0 0 0 0,1 0 0 0 0,0-9-1 0 0,5-9 605 0 0,-1-5-108 0 0,-6 25-496 0 0,0 0-1 0 0,1 0 1 0 0,-1 0 0 0 0,1 0-1 0 0,0 0 1 0 0,0 0 0 0 0,0 0-1 0 0,0 0 1 0 0,0 0 0 0 0,1 1-1 0 0,-1-1 1 0 0,1 0 0 0 0,3-3-1 0 0,-4 4-3 0 0,1 0 0 0 0,-1 0 0 0 0,1 0-1 0 0,-1 0 1 0 0,0 0 0 0 0,0 0 0 0 0,0 0 0 0 0,-1-1 0 0 0,1 1-1 0 0,0 0 1 0 0,-1-1 0 0 0,1 1 0 0 0,-1 0 0 0 0,0-1-1 0 0,0-2 1 0 0,0 1-11 0 0,1 1-1 0 0,-1 0 1 0 0,1-1-1 0 0,-1 1 1 0 0,1 0-1 0 0,0 0 1 0 0,2-5-1 0 0,-1 3 1 0 0,0-1 0 0 0,0 1 0 0 0,0-1 0 0 0,-1 0 0 0 0,1-9 0 0 0,1-3 58 0 0,0-13 460 0 0,-4 26-494 0 0,2 0 0 0 0,-1 0 1 0 0,0 0-1 0 0,1 0 0 0 0,0 0 0 0 0,0 0 1 0 0,3-5-1 0 0,-3 4-45 0 0,1-1 1 0 0,-1 1-1 0 0,0-1 1 0 0,-1 1-1 0 0,1-1 1 0 0,-1 1-1 0 0,-1-9 1 0 0,-2-3 722 0 0</inkml:trace>
</inkml:ink>
</file>

<file path=ppt/ink/ink4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820"/>
    </inkml:context>
    <inkml:brush xml:id="br0">
      <inkml:brushProperty name="width" value="0.025" units="cm"/>
      <inkml:brushProperty name="height" value="0.025" units="cm"/>
      <inkml:brushProperty name="color" value="#A00C1A"/>
    </inkml:brush>
  </inkml:definitions>
  <inkml:trace contextRef="#ctx0" brushRef="#br0">5 361 8840 0 0,'0'0'3074'0'0,"-2"-19"-2419"0"0,1 10-375 0 0,1 5-145 0 0,-1 0 0 0 0,1 1 0 0 0,0-1-1 0 0,0 0 1 0 0,0 0 0 0 0,1 1 0 0 0,0-5 0 0 0,5-14 794 0 0,-6 18-857 0 0,1 1-1 0 0,0 0 1 0 0,-1 0 0 0 0,1 0-1 0 0,0 0 1 0 0,0 0-1 0 0,1 0 1 0 0,-1 0-1 0 0,4-4 1 0 0,-4 5 10 0 0,0 0 0 0 0,0 1 0 0 0,0-1 0 0 0,0 0 1 0 0,0 0-1 0 0,0 0 0 0 0,0 0 0 0 0,0-3 0 0 0,0 3-43 0 0,-1 0 0 0 0,1 1-1 0 0,-1-1 1 0 0,1 1 0 0 0,0-1 0 0 0,0 0-1 0 0,0 1 1 0 0,0-1 0 0 0,0 1-1 0 0,2-3 1 0 0,33-35 789 0 0,-6 12 74 0 0,-1 0-288 0 0,-28 26-642 0 0,17-22-5 0 0,-14 3 293 0 0,-4 20-247 0 0,3-9 84 0 0,-2 0 0 0 0,1 0-1 0 0,-1 0 1 0 0,-1-18 0 0 0,0 25-92 0 0</inkml:trace>
</inkml:ink>
</file>

<file path=ppt/ink/ink4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821"/>
    </inkml:context>
    <inkml:brush xml:id="br0">
      <inkml:brushProperty name="width" value="0.025" units="cm"/>
      <inkml:brushProperty name="height" value="0.025" units="cm"/>
      <inkml:brushProperty name="color" value="#A00C1A"/>
    </inkml:brush>
  </inkml:definitions>
  <inkml:trace contextRef="#ctx0" brushRef="#br0">123 263 1896 0 0,'0'0'6641'0'0,"-16"-15"-5098"0"0,-8-29-283 0 0,11 30-488 0 0,7 9-68 0 0,3 0-208 0 0,1-2-25 0 0,2 2-189 0 0,-4-14 515 0 0,-8-8-102 0 0,-2-2-242 0 0,5 8-185 0 0,7 18-239 0 0,0 0-1 0 0,0 0 0 0 0,1 0 1 0 0,-1 0-1 0 0,1 0 0 0 0,0-1 1 0 0,-1-3-1 0 0,-3-32 276 0 0,4 36-282 0 0</inkml:trace>
</inkml:ink>
</file>

<file path=ppt/ink/ink4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822"/>
    </inkml:context>
    <inkml:brush xml:id="br0">
      <inkml:brushProperty name="width" value="0.025" units="cm"/>
      <inkml:brushProperty name="height" value="0.025" units="cm"/>
      <inkml:brushProperty name="color" value="#A00C1A"/>
    </inkml:brush>
  </inkml:definitions>
  <inkml:trace contextRef="#ctx0" brushRef="#br0">1 557 4416 0 0,'0'0'5293'0'0,"18"-28"-2938"0"0,-16 26-2284 0 0,0-1 0 0 0,0 1 0 0 0,0-1 0 0 0,0 0 0 0 0,-1 0 0 0 0,1 0 0 0 0,-1 0 0 0 0,0-1 0 0 0,0 1 0 0 0,1-3 0 0 0,10-23 564 0 0,-11 28-569 0 0,1-1 38 0 0,1-1-1 0 0,-1-1 1 0 0,0 1 0 0 0,0 0-1 0 0,0 0 1 0 0,-1-1-1 0 0,1 1 1 0 0,-1-1 0 0 0,2-6-1 0 0,-2 6-6 0 0,1 0 0 0 0,-1 0 0 0 0,1 1 0 0 0,0-1 0 0 0,3-6 0 0 0,-3 8-35 0 0,0-1 0 0 0,0 0 0 0 0,-1 0 0 0 0,1 0 0 0 0,-1 0 0 0 0,0 0 0 0 0,0 0 0 0 0,0 0 1 0 0,0 0-1 0 0,0 0 0 0 0,-1-6 0 0 0,11-9 342 0 0,-10 14-341 0 0,0 1 0 0 0,1-1 0 0 0,-1 1 1 0 0,1-1-1 0 0,0 1 0 0 0,0 0 0 0 0,0 0 0 0 0,0-1 1 0 0,4-2-1 0 0,-4 4 3 0 0,-1 0 0 0 0,0 0 1 0 0,0 0-1 0 0,0 0 0 0 0,0 0 0 0 0,0 0 1 0 0,-1 0-1 0 0,1-1 0 0 0,-1 1 0 0 0,1 0 1 0 0,-1 0-1 0 0,0 0 0 0 0,0-5 0 0 0,0 4-38 0 0,1 0 0 0 0,-1 0 0 0 0,0 1 0 0 0,1-1 0 0 0,-1 0 0 0 0,1 1 0 0 0,0-1 0 0 0,0 0 0 0 0,2-3-1 0 0,-2 3-16 0 0,1-1 0 0 0,0 0-1 0 0,-1 0 1 0 0,0 0-1 0 0,0 1 1 0 0,0-1-1 0 0,0 0 1 0 0,-1 0-1 0 0,1-1 1 0 0,-1-5-1 0 0,13-29-652 0 0,-10 12 121 0 0,3-11 515 0 0,-5 31-105 0 0,1-1 0 0 0,-1 1 0 0 0,0 0 0 0 0,-1-1 0 0 0,1 0-1 0 0,-2-8 1 0 0,1-1 63 0 0,0 14 40 0 0</inkml:trace>
</inkml:ink>
</file>

<file path=ppt/ink/ink4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823"/>
    </inkml:context>
    <inkml:brush xml:id="br0">
      <inkml:brushProperty name="width" value="0.025" units="cm"/>
      <inkml:brushProperty name="height" value="0.025" units="cm"/>
      <inkml:brushProperty name="color" value="#A00C1A"/>
    </inkml:brush>
  </inkml:definitions>
  <inkml:trace contextRef="#ctx0" brushRef="#br0">14 111 4312 0 0,'-1'-1'283'0'0,"0"0"1"0"0,0 0-1 0 0,0 0 0 0 0,0 1 1 0 0,0-1-1 0 0,0 0 0 0 0,1 0 1 0 0,-1 0-1 0 0,0 0 0 0 0,0 0 1 0 0,1-1-1 0 0,-1 1 0 0 0,1 0 1 0 0,-1 0-1 0 0,1 0 0 0 0,-1 0 1 0 0,1-1-1 0 0,0 1 0 0 0,-1 0 1 0 0,1-1-1 0 0,0 1 0 0 0,0 0 1 0 0,0 0-1 0 0,0-1 0 0 0,0 1 1 0 0,1 0-1 0 0,-1-1 0 0 0,0 1 1 0 0,0 0-1 0 0,1 0 0 0 0,0-2 1 0 0,1-7 401 0 0,0 0-297 0 0,0 0 0 0 0,-1 0 0 0 0,0-18 0 0 0,-1 23-260 0 0</inkml:trace>
</inkml:ink>
</file>

<file path=ppt/ink/ink4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824"/>
    </inkml:context>
    <inkml:brush xml:id="br0">
      <inkml:brushProperty name="width" value="0.025" units="cm"/>
      <inkml:brushProperty name="height" value="0.025" units="cm"/>
      <inkml:brushProperty name="color" value="#A00C1A"/>
    </inkml:brush>
  </inkml:definitions>
  <inkml:trace contextRef="#ctx0" brushRef="#br0">0 168 7736 0 0,'0'0'6462'0'0,"10"-17"-6012"0"0,-6-14-88 0 0,-3 20-249 0 0,1 1 0 0 0,-1-1 0 0 0,-1 1 0 0 0,0-1 0 0 0,-1-10 0 0 0,-6-17 148 0 0,6 32-178 0 0,1 5-59 0 0</inkml:trace>
</inkml:ink>
</file>

<file path=ppt/ink/ink4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825"/>
    </inkml:context>
    <inkml:brush xml:id="br0">
      <inkml:brushProperty name="width" value="0.025" units="cm"/>
      <inkml:brushProperty name="height" value="0.025" units="cm"/>
      <inkml:brushProperty name="color" value="#A00C1A"/>
    </inkml:brush>
  </inkml:definitions>
  <inkml:trace contextRef="#ctx0" brushRef="#br0">1 317 8936 0 0,'0'0'1942'0'0,"1"-26"-754"0"0,1 19-979 0 0,-1 0-1 0 0,1 0 0 0 0,0 0 1 0 0,1 1-1 0 0,4-10 1 0 0,-4 9-135 0 0,1-1 1 0 0,-1 0 0 0 0,3-13 0 0 0,-5 17-50 0 0,0 0 0 0 0,1 0 0 0 0,-1 0 0 0 0,1 0 1 0 0,0 0-1 0 0,4-4 0 0 0,4-12 45 0 0,-9 18-57 0 0,0 0-1 0 0,1 0 1 0 0,-1 1-1 0 0,0-1 0 0 0,1 0 1 0 0,-1 1-1 0 0,1-1 1 0 0,0 0-1 0 0,-1 1 0 0 0,1 0 1 0 0,4-3-1 0 0,5-5 49 0 0,36-27 613 0 0,-43 32-623 0 0,0-1 0 0 0,-1 0 0 0 0,1 0 0 0 0,-1 0 0 0 0,0 0 0 0 0,0 0-1 0 0,-1-1 1 0 0,1 0 0 0 0,-1 1 0 0 0,0-1 0 0 0,1-9 0 0 0,-3 12-40 0 0,-1 1-3 0 0</inkml:trace>
</inkml:ink>
</file>

<file path=ppt/ink/ink4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826"/>
    </inkml:context>
    <inkml:brush xml:id="br0">
      <inkml:brushProperty name="width" value="0.025" units="cm"/>
      <inkml:brushProperty name="height" value="0.025" units="cm"/>
      <inkml:brushProperty name="color" value="#A00C1A"/>
    </inkml:brush>
  </inkml:definitions>
  <inkml:trace contextRef="#ctx0" brushRef="#br0">65 125 7936 0 0,'0'0'3936'0'0,"-2"-12"-3779"0"0,-1 2-95 0 0,2 8-38 0 0,1-1 1 0 0,-1 1-1 0 0,1 0 0 0 0,-1-1 0 0 0,1 1 1 0 0,0-1-1 0 0,0 1 0 0 0,0 0 1 0 0,0-1-1 0 0,0-2 0 0 0,-1 1 129 0 0,-1 0-1 0 0,0 0 1 0 0,0 0-1 0 0,-1 0 1 0 0,1 1-1 0 0,-1-1 1 0 0,-5-4-1 0 0,-9-16 451 0 0,15 21-588 0 0,1 2-13 0 0,1 1-1 0 0,-1-1 0 0 0,1 0 1 0 0,-1 0-1 0 0,1 1 1 0 0,-1-1-1 0 0,0 0 0 0 0,1 1 1 0 0,-1-1-1 0 0,0 1 0 0 0,0-1 1 0 0,1 1-1 0 0,-1-1 0 0 0,0 1 1 0 0,0 0-1 0 0,0-1 1 0 0,1 1-1 0 0,-3-1 0 0 0,3 0-41 0 0,5 3 2 0 0,4 7 61 0 0,-8-8-17 0 0,0 0-1 0 0,0 0 0 0 0,0 0 1 0 0,0 0-1 0 0,0 0 0 0 0,0 0 1 0 0,0 0-1 0 0,0 0 1 0 0,1 0-1 0 0,-1-1 0 0 0,3 2 1 0 0,11 18 130 0 0,-14-18-61 0 0,1 1 0 0 0,-1 0 1 0 0,0-1-1 0 0,0 1 0 0 0,0 0 1 0 0,-1-1-1 0 0,1 1 0 0 0,-1 0 1 0 0,1 4-1 0 0,2 20 196 0 0,-3-27-271 0 0</inkml:trace>
</inkml:ink>
</file>

<file path=ppt/ink/ink4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827"/>
    </inkml:context>
    <inkml:brush xml:id="br0">
      <inkml:brushProperty name="width" value="0.025" units="cm"/>
      <inkml:brushProperty name="height" value="0.025" units="cm"/>
      <inkml:brushProperty name="color" value="#A00C1A"/>
    </inkml:brush>
  </inkml:definitions>
  <inkml:trace contextRef="#ctx0" brushRef="#br0">493 7 112 0 0,'0'0'4867'0'0,"-26"0"-3568"0"0,19 1 2731 0 0,-33-2-874 0 0,7 8-1102 0 0,18-2-1655 0 0,14-5-340 0 0,-1 0-1 0 0,1 1 1 0 0,-1-1 0 0 0,1 1-1 0 0,-1-1 1 0 0,1 1 0 0 0,-1-1-1 0 0,1 1 1 0 0,0 0 0 0 0,-1 0-1 0 0,1-1 1 0 0,0 1 0 0 0,0 0-1 0 0,0 0 1 0 0,-2 3-1 0 0,-12 11 382 0 0,14-13-392 0 0,0 0-1 0 0,0-1 0 0 0,0 1 1 0 0,1-1-1 0 0,-1 1 0 0 0,0 0 1 0 0,1 0-1 0 0,0-1 0 0 0,-1 1 1 0 0,1 0-1 0 0,0 3 160 0 0,-8 25 872 0 0,7-26-1006 0 0,0 1-1 0 0,1-1 1 0 0,-1 1-1 0 0,1-1 1 0 0,0 0 0 0 0,0 1-1 0 0,1 6 1 0 0,0 4 350 0 0,-1-9-222 0 0,0-1-1 0 0,0 1 1 0 0,-1 0 0 0 0,0-1-1 0 0,-2 11 1 0 0,-11 15 667 0 0,13-29-852 0 0,0 0-1 0 0,-1 0 0 0 0,1 0 0 0 0,0 0 0 0 0,-1 0 1 0 0,1-1-1 0 0,-1 1 0 0 0,0 0 0 0 0,1-1 1 0 0,-1 0-1 0 0,0 1 0 0 0,0-1 0 0 0,-3 2 0 0 0,-2-2 14 0 0,0 1-1 0 0,-1-2 0 0 0,1 1 1 0 0,0-1-1 0 0,0 0 0 0 0,-1 0 1 0 0,-7-2-1 0 0,11 0 5 0 0,-1-1 0 0 0,1 1 0 0 0,0-1 0 0 0,0 0 0 0 0,0 0 0 0 0,0-1 0 0 0,0 1 0 0 0,0-1 0 0 0,1 0 0 0 0,0 0 0 0 0,0 0 0 0 0,-3-5 0 0 0,1-30-129 0 0,1-29 552 0 0,3 64-405 0 0,1 1 0 0 0,-1-1 0 0 0,0 0 0 0 0,0 0 0 0 0,0 0 0 0 0,0 1 0 0 0,-1-1 0 0 0,-2-4 0 0 0,-5-12 92 0 0,9 19-138 0 0,-1-1 0 0 0,1 0 0 0 0,-1 0 1 0 0,0 1-1 0 0,0-1 0 0 0,0 0 0 0 0,0 1 1 0 0,0-1-1 0 0,0 1 0 0 0,0 0 1 0 0,0-1-1 0 0,0 1 0 0 0,-1 0 0 0 0,1-1 1 0 0,-1 1-1 0 0,1 0 0 0 0,-1 0 0 0 0,1 0 1 0 0,-1 1-1 0 0,-3-2 0 0 0,-9-6-153 0 0,13 7 130 0 0,0 0 0 0 0,-1 0 0 0 0,1 0 0 0 0,0 0 0 0 0,-1 1 1 0 0,1-1-1 0 0,-1 0 0 0 0,1 1 0 0 0,-1-1 0 0 0,1 1 0 0 0,-1 0 0 0 0,1-1 0 0 0,-3 1 1 0 0,-25 0 71 0 0,-4-1-3279 0 0</inkml:trace>
</inkml:ink>
</file>

<file path=ppt/ink/ink4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828"/>
    </inkml:context>
    <inkml:brush xml:id="br0">
      <inkml:brushProperty name="width" value="0.025" units="cm"/>
      <inkml:brushProperty name="height" value="0.025" units="cm"/>
      <inkml:brushProperty name="color" value="#A00C1A"/>
    </inkml:brush>
  </inkml:definitions>
  <inkml:trace contextRef="#ctx0" brushRef="#br0">146 1 5824 0 0,'0'0'3972'0'0,"-25"3"-2624"0"0,15-3-995 0 0,7 0-272 0 0,1-1 0 0 0,0 1 1 0 0,0 0-1 0 0,0 0 0 0 0,-1 0 0 0 0,1 1 1 0 0,0-1-1 0 0,0 1 0 0 0,0-1 0 0 0,0 1 0 0 0,-3 0 1 0 0,2 0 30 0 0,0 0 0 0 0,0 0 0 0 0,0-1 0 0 0,0 1 0 0 0,0-1 0 0 0,0 0 0 0 0,-4 0 0 0 0,3 0-18 0 0,4 0-59 0 0,-4 2 92 0 0,0-1 1 0 0,-1 1 0 0 0,1-1-1 0 0,-1 0 1 0 0,-7 1-1 0 0,-3 1 185 0 0,28-5-376 0 0,19-2-148 0 0,-7 3 178 0 0,32-2-1257 0 0,-43 3 1039 0 0,-14 0 240 0 0</inkml:trace>
</inkml:ink>
</file>

<file path=ppt/ink/ink4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829"/>
    </inkml:context>
    <inkml:brush xml:id="br0">
      <inkml:brushProperty name="width" value="0.025" units="cm"/>
      <inkml:brushProperty name="height" value="0.025" units="cm"/>
      <inkml:brushProperty name="color" value="#A00C1A"/>
    </inkml:brush>
  </inkml:definitions>
  <inkml:trace contextRef="#ctx0" brushRef="#br0">126 80 13648 0 0,'0'0'310'0'0,"-5"-29"2717"0"0,-4 10-2210 0 0,6 15-741 0 0,-3-7 318 0 0,6 11-339 0 0,0-1-1 0 0,-1 0 0 0 0,1 0 1 0 0,-1 0-1 0 0,1 1 1 0 0,-1-1-1 0 0,1 0 0 0 0,-1 1 1 0 0,0-1-1 0 0,1 0 0 0 0,-1 1 1 0 0,0-1-1 0 0,0 1 0 0 0,1-1 1 0 0,-1 1-1 0 0,0-1 1 0 0,0 1-1 0 0,0-1 0 0 0,0 1 1 0 0,-1-1-1 0 0,-1 1 114 0 0,1-1 1 0 0,-1 0-1 0 0,0 1 0 0 0,0-1 0 0 0,0 1 0 0 0,0 0 1 0 0,0 0-1 0 0,-4 0 0 0 0,6 0-111 0 0,-1 0-1 0 0,1 0 0 0 0,0 1 1 0 0,-1-1-1 0 0,1 0 0 0 0,-1 0 1 0 0,1 1-1 0 0,0-1 0 0 0,-1 1 1 0 0,1-1-1 0 0,0 1 0 0 0,0 0 1 0 0,0 0-1 0 0,-1-1 1 0 0,1 1-1 0 0,0 0 0 0 0,0 0 1 0 0,0 0-1 0 0,-1 2 0 0 0,-23 32 1255 0 0,21 1-871 0 0,4-36-431 0 0,-2 0 23 0 0,1 0-24 0 0</inkml:trace>
</inkml:ink>
</file>

<file path=ppt/ink/ink4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830"/>
    </inkml:context>
    <inkml:brush xml:id="br0">
      <inkml:brushProperty name="width" value="0.025" units="cm"/>
      <inkml:brushProperty name="height" value="0.025" units="cm"/>
      <inkml:brushProperty name="color" value="#A00C1A"/>
    </inkml:brush>
  </inkml:definitions>
  <inkml:trace contextRef="#ctx0" brushRef="#br0">1 120 20631 0 0,'0'0'167'0'0,"8"-5"82"0"0,-8 2-249 0 0,-1 1 0 0 0,1-1 0 0 0,0 1 0 0 0,0 0 0 0 0,0-1 0 0 0,0 1 0 0 0,0-1 0 0 0,0 1 0 0 0,0-1 0 0 0,1 1 0 0 0,0 0 0 0 0,-1-1 0 0 0,1 1 0 0 0,0 0 0 0 0,0-1 0 0 0,0 1 0 0 0,0 0 0 0 0,1 0 0 0 0,1-2 0 0 0,-2 1-2 0 0,1 1 1 0 0,0 0-1 0 0,0 0 0 0 0,1 0 0 0 0,-1 0 0 0 0,0 0 0 0 0,3-2 0 0 0,11-8-7 0 0,-14 10 20 0 0,0 1 0 0 0,0-1 0 0 0,0 1 0 0 0,0 0 0 0 0,1-1 0 0 0,-1 1 0 0 0,0 1 0 0 0,1-1 0 0 0,-1 0 0 0 0,4 0 0 0 0,13-5 51 0 0,-11 2-5 0 0,0 1-1 0 0,0 0 1 0 0,17-3 0 0 0,-25 6-51 0 0</inkml:trace>
</inkml:ink>
</file>

<file path=ppt/ink/ink4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831"/>
    </inkml:context>
    <inkml:brush xml:id="br0">
      <inkml:brushProperty name="width" value="0.025" units="cm"/>
      <inkml:brushProperty name="height" value="0.025" units="cm"/>
      <inkml:brushProperty name="color" value="#A00C1A"/>
    </inkml:brush>
  </inkml:definitions>
  <inkml:trace contextRef="#ctx0" brushRef="#br0">120 100 6632 0 0,'0'0'8888'0'0,"3"-31"-8216"0"0,-3 28-534 0 0,0 1 1 0 0,0 0 0 0 0,0-1 0 0 0,0 1 0 0 0,0-1-1 0 0,-1 1 1 0 0,1 0 0 0 0,-1-1 0 0 0,1 1 0 0 0,-1 0 0 0 0,0 0-1 0 0,0 0 1 0 0,0-1 0 0 0,0 1 0 0 0,-1 0 0 0 0,1 0 0 0 0,0 0-1 0 0,-1 1 1 0 0,1-1 0 0 0,-1 0 0 0 0,0 0 0 0 0,0 1 0 0 0,-3-3-1 0 0,-1-1 269 0 0,5 4-355 0 0,0 1-1 0 0,1-1 1 0 0,-1 0 0 0 0,0 0 0 0 0,0 0-1 0 0,0 1 1 0 0,0-1 0 0 0,0 0-1 0 0,0 1 1 0 0,-1-1 0 0 0,1 1 0 0 0,0-1-1 0 0,0 1 1 0 0,0 0 0 0 0,0 0-1 0 0,-1-1 1 0 0,1 1 0 0 0,0 0-1 0 0,0 0 1 0 0,0 0 0 0 0,-1 0 0 0 0,1 0-1 0 0,0 0 1 0 0,0 1 0 0 0,-1-1-1 0 0,1 0 1 0 0,0 0 0 0 0,0 1 0 0 0,0-1-1 0 0,0 1 1 0 0,-2 1 0 0 0,-5 1 279 0 0,-14 10 275 0 0,22-12-570 0 0,-1-1-4 0 0,0 1 1 0 0,0 0-1 0 0,0 1 0 0 0,0-1 1 0 0,0 0-1 0 0,0 0 1 0 0,0 0-1 0 0,0 1 0 0 0,0-1 1 0 0,0 0-1 0 0,1 1 0 0 0,-1-1 1 0 0,1 1-1 0 0,-1-1 1 0 0,1 1-1 0 0,-1 1 0 0 0,-2 6 125 0 0,1-5-113 0 0,1-1 0 0 0,0 1 0 0 0,0-1 0 0 0,0 1 0 0 0,0 0 1 0 0,1 0-1 0 0,0-1 0 0 0,-1 6 0 0 0,2-9-43 0 0,-1 0 1 0 0,0 0 0 0 0,0 0-1 0 0,0 0 1 0 0,0 0-1 0 0,0 0 1 0 0,0 0-1 0 0,1 0 1 0 0,-1 0-1 0 0,0 0 1 0 0,0 0-1 0 0,0 0 1 0 0,0 0-1 0 0,0 0 1 0 0,0 0-1 0 0,0 0 1 0 0,0 0-1 0 0,1 0 1 0 0,-1 0-1 0 0,0 0 1 0 0,0 0-1 0 0,0 0 1 0 0,0 0 0 0 0,0 0-1 0 0,0 1 1 0 0,0-1-1 0 0,0 0 1 0 0,0 0-1 0 0,0 0 1 0 0,0 0-1 0 0,0 0 1 0 0,0 0-1 0 0,0 0 1 0 0,1 1-1 0 0,-1-1 1 0 0,0 0-1 0 0,0 0 1 0 0,0 0-1 0 0,0 0 1 0 0,0 0-1 0 0,0 0 1 0 0,0 0-1 0 0,0 1 1 0 0,0-1-1 0 0,0 0 1 0 0,-1 0 0 0 0,1 0-1 0 0,0 0 1 0 0,0 0-1 0 0,0 0 1 0 0,0 0-1 0 0,0 0 1 0 0,0 1-1 0 0,0-1 1 0 0,0 0-1 0 0,0 0 1 0 0,0 0-1 0 0,0 0 1 0 0,0 0-1 0 0,0 0 1 0 0,0 0-1 0 0,-1 0 1 0 0,1 0-1 0 0,0 0 1 0 0,0 0-1 0 0,0 0 1 0 0,0 1 0 0 0,0-1-1 0 0,0 0 1 0 0,-1 0 4 0 0</inkml:trace>
</inkml:ink>
</file>

<file path=ppt/ink/ink4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832"/>
    </inkml:context>
    <inkml:brush xml:id="br0">
      <inkml:brushProperty name="width" value="0.025" units="cm"/>
      <inkml:brushProperty name="height" value="0.025" units="cm"/>
      <inkml:brushProperty name="color" value="#A00C1A"/>
    </inkml:brush>
  </inkml:definitions>
  <inkml:trace contextRef="#ctx0" brushRef="#br0">125 100 12864 0 0,'0'0'3290'0'0,"3"-26"-2051"0"0,-4 22-1107 0 0,-1 1 1 0 0,1 0-1 0 0,-1-1 1 0 0,1 1-1 0 0,-1 0 1 0 0,0 0-1 0 0,-3-3 1 0 0,-39-19 1511 0 0,9 13-676 0 0,28 10-897 0 0,-17-3 448 0 0,22 5-511 0 0</inkml:trace>
</inkml:ink>
</file>

<file path=ppt/ink/ink4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833"/>
    </inkml:context>
    <inkml:brush xml:id="br0">
      <inkml:brushProperty name="width" value="0.025" units="cm"/>
      <inkml:brushProperty name="height" value="0.025" units="cm"/>
      <inkml:brushProperty name="color" value="#A00C1A"/>
    </inkml:brush>
  </inkml:definitions>
  <inkml:trace contextRef="#ctx0" brushRef="#br0">173 541 3712 0 0,'0'0'4878'0'0,"-20"-14"-2984"0"0,19 10-1697 0 0,-1 0 0 0 0,1 0 0 0 0,-1 0 0 0 0,0 1 1 0 0,0-1-1 0 0,-4-4 0 0 0,-7-16 255 0 0,-10-20 910 0 0,8 22-601 0 0,-1 2-248 0 0,10 8 209 0 0,0 0 1 0 0,0-1-1 0 0,1 1 1 0 0,-7-27 0 0 0,5 11-76 0 0,5 22-561 0 0,0-1 0 0 0,0 0 0 0 0,1 0 0 0 0,0 0 0 0 0,-1-7-1 0 0,-6-69 210 0 0,-1-21-214 0 0,8 69 105 0 0,1 35-172 0 0</inkml:trace>
</inkml:ink>
</file>

<file path=ppt/ink/ink4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834"/>
    </inkml:context>
    <inkml:brush xml:id="br0">
      <inkml:brushProperty name="width" value="0.025" units="cm"/>
      <inkml:brushProperty name="height" value="0.025" units="cm"/>
      <inkml:brushProperty name="color" value="#A00C1A"/>
    </inkml:brush>
  </inkml:definitions>
  <inkml:trace contextRef="#ctx0" brushRef="#br0">1 1 8936 0 0,'0'0'4446'0'0,"0"30"-4132"0"0,7-1 124 0 0,-6-25-378 0 0,0 0 0 0 0,-1 1-1 0 0,1-1 1 0 0,1 0 0 0 0,-1 0 0 0 0,3 4 0 0 0,-2-3 312 0 0,1-1-1 0 0,0 0 1 0 0,0 0 0 0 0,0-1 0 0 0,1 1-1 0 0,-1-1 1 0 0,1 1 0 0 0,0-1 0 0 0,-1 0 0 0 0,2 0-1 0 0,7 4 1 0 0,-7-5-143 0 0,0 1-1 0 0,-1-1 1 0 0,1 1-1 0 0,-1 1 1 0 0,0-1 0 0 0,0 1-1 0 0,0-1 1 0 0,5 7-1 0 0,4 3 218 0 0,-5-5-317 0 0,-6-7-227 0 0,0 1-1 0 0,0 0 1 0 0,-1 0-1 0 0,1-1 0 0 0,0 1 1 0 0,-1 1-1 0 0,1-1 1 0 0,-1 0-1 0 0,1 0 1 0 0,0 4-1 0 0,9 42 1624 0 0,-9-39-1397 0 0,-2 0 0 0 0,1 0 0 0 0,-2 13 0 0 0,0 3-1 0 0,1-23-110 0 0</inkml:trace>
</inkml:ink>
</file>

<file path=ppt/ink/ink4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835"/>
    </inkml:context>
    <inkml:brush xml:id="br0">
      <inkml:brushProperty name="width" value="0.025" units="cm"/>
      <inkml:brushProperty name="height" value="0.025" units="cm"/>
      <inkml:brushProperty name="color" value="#A00C1A"/>
    </inkml:brush>
  </inkml:definitions>
  <inkml:trace contextRef="#ctx0" brushRef="#br0">0 581 6824 0 0,'0'0'3657'0'0,"17"-29"-1104"0"0,15-30-1075 0 0,-22 35-1089 0 0,-9 20-354 0 0,0 1 1 0 0,0 0-1 0 0,0-1 0 0 0,1 1 1 0 0,-1 0-1 0 0,1 0 0 0 0,0 0 1 0 0,0 0-1 0 0,3-4 0 0 0,-2 3 0 0 0,0-1 0 0 0,-1 0 0 0 0,1 0-1 0 0,-1 0 1 0 0,0 0 0 0 0,-1 0 0 0 0,1 0 0 0 0,0-9-1 0 0,5-9 605 0 0,-1-5-108 0 0,-6 25-496 0 0,0 0-1 0 0,1 0 1 0 0,-1 0 0 0 0,1 0-1 0 0,0 0 1 0 0,0 0 0 0 0,0 0-1 0 0,0 0 1 0 0,0 0 0 0 0,1 1-1 0 0,-1-1 1 0 0,1 0 0 0 0,3-3-1 0 0,-4 4-3 0 0,1 0 0 0 0,-1 0 0 0 0,1 0-1 0 0,-1 0 1 0 0,0 0 0 0 0,0 0 0 0 0,0 0 0 0 0,-1-1 0 0 0,1 1-1 0 0,0 0 1 0 0,-1-1 0 0 0,1 1 0 0 0,-1 0 0 0 0,0-1-1 0 0,0-2 1 0 0,0 1-11 0 0,1 1-1 0 0,-1 0 1 0 0,1-1-1 0 0,-1 1 1 0 0,1 0-1 0 0,0 0 1 0 0,2-5-1 0 0,-1 3 1 0 0,0-1 0 0 0,0 1 0 0 0,0-1 0 0 0,-1 0 0 0 0,1-9 0 0 0,1-3 58 0 0,0-13 460 0 0,-4 26-494 0 0,2 0 0 0 0,-1 0 1 0 0,0 0-1 0 0,1 0 0 0 0,0 0 0 0 0,0 0 1 0 0,3-5-1 0 0,-3 4-45 0 0,1-1 1 0 0,-1 1-1 0 0,0-1 1 0 0,-1 1-1 0 0,1-1 1 0 0,-1 1-1 0 0,-1-9 1 0 0,-2-3 722 0 0</inkml:trace>
</inkml:ink>
</file>

<file path=ppt/ink/ink4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836"/>
    </inkml:context>
    <inkml:brush xml:id="br0">
      <inkml:brushProperty name="width" value="0.025" units="cm"/>
      <inkml:brushProperty name="height" value="0.025" units="cm"/>
      <inkml:brushProperty name="color" value="#A00C1A"/>
    </inkml:brush>
  </inkml:definitions>
  <inkml:trace contextRef="#ctx0" brushRef="#br0">5 361 8840 0 0,'0'0'3074'0'0,"-2"-19"-2419"0"0,1 10-375 0 0,1 5-145 0 0,-1 0 0 0 0,1 1 0 0 0,0-1-1 0 0,0 0 1 0 0,0 0 0 0 0,1 1 0 0 0,0-5 0 0 0,5-14 794 0 0,-6 18-857 0 0,1 1-1 0 0,0 0 1 0 0,-1 0 0 0 0,1 0-1 0 0,0 0 1 0 0,0 0-1 0 0,1 0 1 0 0,-1 0-1 0 0,4-4 1 0 0,-4 5 10 0 0,0 0 0 0 0,0 1 0 0 0,0-1 0 0 0,0 0 1 0 0,0 0-1 0 0,0 0 0 0 0,0 0 0 0 0,0-3 0 0 0,0 3-43 0 0,-1 0 0 0 0,1 1-1 0 0,-1-1 1 0 0,1 1 0 0 0,0-1 0 0 0,0 0-1 0 0,0 1 1 0 0,0-1 0 0 0,0 1-1 0 0,2-3 1 0 0,33-35 789 0 0,-6 12 74 0 0,-1 0-288 0 0,-28 26-642 0 0,17-22-5 0 0,-14 3 293 0 0,-4 20-247 0 0,3-9 84 0 0,-2 0 0 0 0,1 0-1 0 0,-1 0 1 0 0,-1-18 0 0 0,0 25-92 0 0</inkml:trace>
</inkml:ink>
</file>

<file path=ppt/ink/ink4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837"/>
    </inkml:context>
    <inkml:brush xml:id="br0">
      <inkml:brushProperty name="width" value="0.025" units="cm"/>
      <inkml:brushProperty name="height" value="0.025" units="cm"/>
      <inkml:brushProperty name="color" value="#A00C1A"/>
    </inkml:brush>
  </inkml:definitions>
  <inkml:trace contextRef="#ctx0" brushRef="#br0">123 263 1896 0 0,'0'0'6641'0'0,"-16"-15"-5098"0"0,-8-29-283 0 0,11 30-488 0 0,7 9-68 0 0,3 0-208 0 0,1-2-25 0 0,2 2-189 0 0,-4-14 515 0 0,-8-8-102 0 0,-2-2-242 0 0,5 8-185 0 0,7 18-239 0 0,0 0-1 0 0,0 0 0 0 0,1 0 1 0 0,-1 0-1 0 0,1 0 0 0 0,0-1 1 0 0,-1-3-1 0 0,-3-32 276 0 0,4 36-282 0 0</inkml:trace>
</inkml:ink>
</file>

<file path=ppt/ink/ink4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838"/>
    </inkml:context>
    <inkml:brush xml:id="br0">
      <inkml:brushProperty name="width" value="0.025" units="cm"/>
      <inkml:brushProperty name="height" value="0.025" units="cm"/>
      <inkml:brushProperty name="color" value="#A00C1A"/>
    </inkml:brush>
  </inkml:definitions>
  <inkml:trace contextRef="#ctx0" brushRef="#br0">1 557 4416 0 0,'0'0'5293'0'0,"18"-28"-2938"0"0,-16 26-2284 0 0,0-1 0 0 0,0 1 0 0 0,0-1 0 0 0,0 0 0 0 0,-1 0 0 0 0,1 0 0 0 0,-1 0 0 0 0,0-1 0 0 0,0 1 0 0 0,1-3 0 0 0,10-23 564 0 0,-11 28-569 0 0,1-1 38 0 0,1-1-1 0 0,-1-1 1 0 0,0 1 0 0 0,0 0-1 0 0,0 0 1 0 0,-1-1-1 0 0,1 1 1 0 0,-1-1 0 0 0,2-6-1 0 0,-2 6-6 0 0,1 0 0 0 0,-1 0 0 0 0,1 1 0 0 0,0-1 0 0 0,3-6 0 0 0,-3 8-35 0 0,0-1 0 0 0,0 0 0 0 0,-1 0 0 0 0,1 0 0 0 0,-1 0 0 0 0,0 0 0 0 0,0 0 0 0 0,0 0 1 0 0,0 0-1 0 0,0 0 0 0 0,-1-6 0 0 0,11-9 342 0 0,-10 14-341 0 0,0 1 0 0 0,1-1 0 0 0,-1 1 1 0 0,1-1-1 0 0,0 1 0 0 0,0 0 0 0 0,0 0 0 0 0,0-1 1 0 0,4-2-1 0 0,-4 4 3 0 0,-1 0 0 0 0,0 0 1 0 0,0 0-1 0 0,0 0 0 0 0,0 0 0 0 0,0 0 1 0 0,-1 0-1 0 0,1-1 0 0 0,-1 1 0 0 0,1 0 1 0 0,-1 0-1 0 0,0 0 0 0 0,0-5 0 0 0,0 4-38 0 0,1 0 0 0 0,-1 0 0 0 0,0 1 0 0 0,1-1 0 0 0,-1 0 0 0 0,1 1 0 0 0,0-1 0 0 0,0 0 0 0 0,2-3-1 0 0,-2 3-16 0 0,1-1 0 0 0,0 0-1 0 0,-1 0 1 0 0,0 0-1 0 0,0 1 1 0 0,0-1-1 0 0,0 0 1 0 0,-1 0-1 0 0,1-1 1 0 0,-1-5-1 0 0,13-29-652 0 0,-10 12 121 0 0,3-11 515 0 0,-5 31-105 0 0,1-1 0 0 0,-1 1 0 0 0,0 0 0 0 0,-1-1 0 0 0,1 0-1 0 0,-2-8 1 0 0,1-1 63 0 0,0 14 40 0 0</inkml:trace>
</inkml:ink>
</file>

<file path=ppt/ink/ink4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839"/>
    </inkml:context>
    <inkml:brush xml:id="br0">
      <inkml:brushProperty name="width" value="0.025" units="cm"/>
      <inkml:brushProperty name="height" value="0.025" units="cm"/>
      <inkml:brushProperty name="color" value="#A00C1A"/>
    </inkml:brush>
  </inkml:definitions>
  <inkml:trace contextRef="#ctx0" brushRef="#br0">14 111 4312 0 0,'-1'-1'283'0'0,"0"0"1"0"0,0 0-1 0 0,0 0 0 0 0,0 1 1 0 0,0-1-1 0 0,0 0 0 0 0,1 0 1 0 0,-1 0-1 0 0,0 0 0 0 0,0 0 1 0 0,1-1-1 0 0,-1 1 0 0 0,1 0 1 0 0,-1 0-1 0 0,1 0 0 0 0,-1 0 1 0 0,1-1-1 0 0,0 1 0 0 0,-1 0 1 0 0,1-1-1 0 0,0 1 0 0 0,0 0 1 0 0,0 0-1 0 0,0-1 0 0 0,0 1 1 0 0,1 0-1 0 0,-1-1 0 0 0,0 1 1 0 0,0 0-1 0 0,1 0 0 0 0,0-2 1 0 0,1-7 401 0 0,0 0-297 0 0,0 0 0 0 0,-1 0 0 0 0,0-18 0 0 0,-1 23-260 0 0</inkml:trace>
</inkml:ink>
</file>

<file path=ppt/ink/ink4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840"/>
    </inkml:context>
    <inkml:brush xml:id="br0">
      <inkml:brushProperty name="width" value="0.025" units="cm"/>
      <inkml:brushProperty name="height" value="0.025" units="cm"/>
      <inkml:brushProperty name="color" value="#A00C1A"/>
    </inkml:brush>
  </inkml:definitions>
  <inkml:trace contextRef="#ctx0" brushRef="#br0">0 168 7736 0 0,'0'0'6462'0'0,"10"-17"-6012"0"0,-6-14-88 0 0,-3 20-249 0 0,1 1 0 0 0,-1-1 0 0 0,-1 1 0 0 0,0-1 0 0 0,-1-10 0 0 0,-6-17 148 0 0,6 32-178 0 0,1 5-59 0 0</inkml:trace>
</inkml:ink>
</file>

<file path=ppt/ink/ink4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841"/>
    </inkml:context>
    <inkml:brush xml:id="br0">
      <inkml:brushProperty name="width" value="0.025" units="cm"/>
      <inkml:brushProperty name="height" value="0.025" units="cm"/>
      <inkml:brushProperty name="color" value="#A00C1A"/>
    </inkml:brush>
  </inkml:definitions>
  <inkml:trace contextRef="#ctx0" brushRef="#br0">1 317 8936 0 0,'0'0'1942'0'0,"1"-26"-754"0"0,1 19-979 0 0,-1 0-1 0 0,1 0 0 0 0,0 0 1 0 0,1 1-1 0 0,4-10 1 0 0,-4 9-135 0 0,1-1 1 0 0,-1 0 0 0 0,3-13 0 0 0,-5 17-50 0 0,0 0 0 0 0,1 0 0 0 0,-1 0 0 0 0,1 0 1 0 0,0 0-1 0 0,4-4 0 0 0,4-12 45 0 0,-9 18-57 0 0,0 0-1 0 0,1 0 1 0 0,-1 1-1 0 0,0-1 0 0 0,1 0 1 0 0,-1 1-1 0 0,1-1 1 0 0,0 0-1 0 0,-1 1 0 0 0,1 0 1 0 0,4-3-1 0 0,5-5 49 0 0,36-27 613 0 0,-43 32-623 0 0,0-1 0 0 0,-1 0 0 0 0,1 0 0 0 0,-1 0 0 0 0,0 0 0 0 0,0 0-1 0 0,-1-1 1 0 0,1 0 0 0 0,-1 1 0 0 0,0-1 0 0 0,1-9 0 0 0,-3 12-40 0 0,-1 1-3 0 0</inkml:trace>
</inkml:ink>
</file>

<file path=ppt/ink/ink4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8T16:54:11.842"/>
    </inkml:context>
    <inkml:brush xml:id="br0">
      <inkml:brushProperty name="width" value="0.025" units="cm"/>
      <inkml:brushProperty name="height" value="0.025" units="cm"/>
      <inkml:brushProperty name="color" value="#A00C1A"/>
    </inkml:brush>
  </inkml:definitions>
  <inkml:trace contextRef="#ctx0" brushRef="#br0">65 125 7936 0 0,'0'0'3936'0'0,"-2"-12"-3779"0"0,-1 2-95 0 0,2 8-38 0 0,1-1 1 0 0,-1 1-1 0 0,1 0 0 0 0,-1-1 0 0 0,1 1 1 0 0,0-1-1 0 0,0 1 0 0 0,0 0 1 0 0,0-1-1 0 0,0-2 0 0 0,-1 1 129 0 0,-1 0-1 0 0,0 0 1 0 0,0 0-1 0 0,-1 0 1 0 0,1 1-1 0 0,-1-1 1 0 0,-5-4-1 0 0,-9-16 451 0 0,15 21-588 0 0,1 2-13 0 0,1 1-1 0 0,-1-1 0 0 0,1 0 1 0 0,-1 0-1 0 0,1 1 1 0 0,-1-1-1 0 0,0 0 0 0 0,1 1 1 0 0,-1-1-1 0 0,0 1 0 0 0,0-1 1 0 0,1 1-1 0 0,-1-1 0 0 0,0 1 1 0 0,0 0-1 0 0,0-1 1 0 0,1 1-1 0 0,-3-1 0 0 0,3 0-41 0 0,5 3 2 0 0,4 7 61 0 0,-8-8-17 0 0,0 0-1 0 0,0 0 0 0 0,0 0 1 0 0,0 0-1 0 0,0 0 0 0 0,0 0 1 0 0,0 0-1 0 0,0 0 1 0 0,1 0-1 0 0,-1-1 0 0 0,3 2 1 0 0,11 18 130 0 0,-14-18-61 0 0,1 1 0 0 0,-1 0 1 0 0,0-1-1 0 0,0 1 0 0 0,0 0 1 0 0,-1-1-1 0 0,1 1 0 0 0,-1 0 1 0 0,1 4-1 0 0,2 20 196 0 0,-3-27-271 0 0</inkml:trace>
</inkml:ink>
</file>

<file path=ppt/ink/ink4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19T06:55:32.886"/>
    </inkml:context>
    <inkml:brush xml:id="br0">
      <inkml:brushProperty name="width" value="0.025" units="cm"/>
      <inkml:brushProperty name="height" value="0.025" units="cm"/>
      <inkml:brushProperty name="color" value="#A00C1A"/>
    </inkml:brush>
  </inkml:definitions>
  <inkml:trace contextRef="#ctx0" brushRef="#br0">493 7 112 0 0,'0'0'4867'0'0,"-26"0"-3568"0"0,19 1 2731 0 0,-33-2-874 0 0,7 8-1102 0 0,18-2-1655 0 0,14-5-340 0 0,-1 0-1 0 0,1 1 1 0 0,-1-1 0 0 0,1 1-1 0 0,-1-1 1 0 0,1 1 0 0 0,-1-1-1 0 0,1 1 1 0 0,0 0 0 0 0,-1 0-1 0 0,1-1 1 0 0,0 1 0 0 0,0 0-1 0 0,0 0 1 0 0,-2 3-1 0 0,-12 11 382 0 0,14-13-392 0 0,0 0-1 0 0,0-1 0 0 0,0 1 1 0 0,1-1-1 0 0,-1 1 0 0 0,0 0 1 0 0,1 0-1 0 0,0-1 0 0 0,-1 1 1 0 0,1 0-1 0 0,0 3 160 0 0,-8 25 872 0 0,7-26-1006 0 0,0 1-1 0 0,1-1 1 0 0,-1 1-1 0 0,1-1 1 0 0,0 0 0 0 0,0 1-1 0 0,1 6 1 0 0,0 4 350 0 0,-1-9-222 0 0,0-1-1 0 0,0 1 1 0 0,-1 0 0 0 0,0-1-1 0 0,-2 11 1 0 0,-11 15 667 0 0,13-29-852 0 0,0 0-1 0 0,-1 0 0 0 0,1 0 0 0 0,0 0 0 0 0,-1 0 1 0 0,1-1-1 0 0,-1 1 0 0 0,0 0 0 0 0,1-1 1 0 0,-1 0-1 0 0,0 1 0 0 0,0-1 0 0 0,-3 2 0 0 0,-2-2 14 0 0,0 1-1 0 0,-1-2 0 0 0,1 1 1 0 0,0-1-1 0 0,0 0 0 0 0,-1 0 1 0 0,-7-2-1 0 0,11 0 5 0 0,-1-1 0 0 0,1 1 0 0 0,0-1 0 0 0,0 0 0 0 0,0 0 0 0 0,0-1 0 0 0,0 1 0 0 0,0-1 0 0 0,1 0 0 0 0,0 0 0 0 0,0 0 0 0 0,-3-5 0 0 0,1-30-129 0 0,1-29 552 0 0,3 64-405 0 0,1 1 0 0 0,-1-1 0 0 0,0 0 0 0 0,0 0 0 0 0,0 0 0 0 0,0 1 0 0 0,-1-1 0 0 0,-2-4 0 0 0,-5-12 92 0 0,9 19-138 0 0,-1-1 0 0 0,1 0 0 0 0,-1 0 1 0 0,0 1-1 0 0,0-1 0 0 0,0 0 0 0 0,0 1 1 0 0,0-1-1 0 0,0 1 0 0 0,0 0 1 0 0,0-1-1 0 0,0 1 0 0 0,-1 0 0 0 0,1-1 1 0 0,-1 1-1 0 0,1 0 0 0 0,-1 0 0 0 0,1 0 1 0 0,-1 1-1 0 0,-3-2 0 0 0,-9-6-153 0 0,13 7 130 0 0,0 0 0 0 0,-1 0 0 0 0,1 0 0 0 0,0 0 0 0 0,-1 1 1 0 0,1-1-1 0 0,-1 0 0 0 0,1 1 0 0 0,-1-1 0 0 0,1 1 0 0 0,-1 0 0 0 0,1-1 0 0 0,-3 1 1 0 0,-25 0 71 0 0,-4-1-3279 0 0</inkml:trace>
</inkml:ink>
</file>

<file path=ppt/ink/ink4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19T06:55:32.887"/>
    </inkml:context>
    <inkml:brush xml:id="br0">
      <inkml:brushProperty name="width" value="0.025" units="cm"/>
      <inkml:brushProperty name="height" value="0.025" units="cm"/>
      <inkml:brushProperty name="color" value="#A00C1A"/>
    </inkml:brush>
  </inkml:definitions>
  <inkml:trace contextRef="#ctx0" brushRef="#br0">146 1 5824 0 0,'0'0'3972'0'0,"-25"3"-2624"0"0,15-3-995 0 0,7 0-272 0 0,1-1 0 0 0,0 1 1 0 0,0 0-1 0 0,0 0 0 0 0,-1 0 0 0 0,1 1 1 0 0,0-1-1 0 0,0 1 0 0 0,0-1 0 0 0,0 1 0 0 0,-3 0 1 0 0,2 0 30 0 0,0 0 0 0 0,0 0 0 0 0,0-1 0 0 0,0 1 0 0 0,0-1 0 0 0,0 0 0 0 0,-4 0 0 0 0,3 0-18 0 0,4 0-59 0 0,-4 2 92 0 0,0-1 1 0 0,-1 1 0 0 0,1-1-1 0 0,-1 0 1 0 0,-7 1-1 0 0,-3 1 185 0 0,28-5-376 0 0,19-2-148 0 0,-7 3 178 0 0,32-2-1257 0 0,-43 3 1039 0 0,-14 0 240 0 0</inkml:trace>
</inkml:ink>
</file>

<file path=ppt/ink/ink4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19T06:55:32.888"/>
    </inkml:context>
    <inkml:brush xml:id="br0">
      <inkml:brushProperty name="width" value="0.025" units="cm"/>
      <inkml:brushProperty name="height" value="0.025" units="cm"/>
      <inkml:brushProperty name="color" value="#A00C1A"/>
    </inkml:brush>
  </inkml:definitions>
  <inkml:trace contextRef="#ctx0" brushRef="#br0">126 80 13648 0 0,'0'0'310'0'0,"-5"-29"2717"0"0,-4 10-2210 0 0,6 15-741 0 0,-3-7 318 0 0,6 11-339 0 0,0-1-1 0 0,-1 0 0 0 0,1 0 1 0 0,-1 0-1 0 0,1 1 1 0 0,-1-1-1 0 0,1 0 0 0 0,-1 1 1 0 0,0-1-1 0 0,1 0 0 0 0,-1 1 1 0 0,0-1-1 0 0,0 1 0 0 0,1-1 1 0 0,-1 1-1 0 0,0-1 1 0 0,0 1-1 0 0,0-1 0 0 0,0 1 1 0 0,-1-1-1 0 0,-1 1 114 0 0,1-1 1 0 0,-1 0-1 0 0,0 1 0 0 0,0-1 0 0 0,0 1 0 0 0,0 0 1 0 0,0 0-1 0 0,-4 0 0 0 0,6 0-111 0 0,-1 0-1 0 0,1 0 0 0 0,0 1 1 0 0,-1-1-1 0 0,1 0 0 0 0,-1 0 1 0 0,1 1-1 0 0,0-1 0 0 0,-1 1 1 0 0,1-1-1 0 0,0 1 0 0 0,0 0 1 0 0,0 0-1 0 0,-1-1 1 0 0,1 1-1 0 0,0 0 0 0 0,0 0 1 0 0,0 0-1 0 0,-1 2 0 0 0,-23 32 1255 0 0,21 1-871 0 0,4-36-431 0 0,-2 0 23 0 0,1 0-24 0 0</inkml:trace>
</inkml:ink>
</file>

<file path=ppt/ink/ink4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19T06:55:32.889"/>
    </inkml:context>
    <inkml:brush xml:id="br0">
      <inkml:brushProperty name="width" value="0.025" units="cm"/>
      <inkml:brushProperty name="height" value="0.025" units="cm"/>
      <inkml:brushProperty name="color" value="#A00C1A"/>
    </inkml:brush>
  </inkml:definitions>
  <inkml:trace contextRef="#ctx0" brushRef="#br0">1 120 20631 0 0,'0'0'167'0'0,"8"-5"82"0"0,-8 2-249 0 0,-1 1 0 0 0,1-1 0 0 0,0 1 0 0 0,0 0 0 0 0,0-1 0 0 0,0 1 0 0 0,0-1 0 0 0,0 1 0 0 0,0-1 0 0 0,1 1 0 0 0,0 0 0 0 0,-1-1 0 0 0,1 1 0 0 0,0 0 0 0 0,0-1 0 0 0,0 1 0 0 0,0 0 0 0 0,1 0 0 0 0,1-2 0 0 0,-2 1-2 0 0,1 1 1 0 0,0 0-1 0 0,0 0 0 0 0,1 0 0 0 0,-1 0 0 0 0,0 0 0 0 0,3-2 0 0 0,11-8-7 0 0,-14 10 20 0 0,0 1 0 0 0,0-1 0 0 0,0 1 0 0 0,0 0 0 0 0,1-1 0 0 0,-1 1 0 0 0,0 1 0 0 0,1-1 0 0 0,-1 0 0 0 0,4 0 0 0 0,13-5 51 0 0,-11 2-5 0 0,0 1-1 0 0,0 0 1 0 0,17-3 0 0 0,-25 6-51 0 0</inkml:trace>
</inkml:ink>
</file>

<file path=ppt/ink/ink4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19T06:55:32.890"/>
    </inkml:context>
    <inkml:brush xml:id="br0">
      <inkml:brushProperty name="width" value="0.025" units="cm"/>
      <inkml:brushProperty name="height" value="0.025" units="cm"/>
      <inkml:brushProperty name="color" value="#A00C1A"/>
    </inkml:brush>
  </inkml:definitions>
  <inkml:trace contextRef="#ctx0" brushRef="#br0">120 100 6632 0 0,'0'0'8888'0'0,"3"-31"-8216"0"0,-3 28-534 0 0,0 1 1 0 0,0 0 0 0 0,0-1 0 0 0,0 1 0 0 0,0-1-1 0 0,-1 1 1 0 0,1 0 0 0 0,-1-1 0 0 0,1 1 0 0 0,-1 0 0 0 0,0 0-1 0 0,0 0 1 0 0,0-1 0 0 0,0 1 0 0 0,-1 0 0 0 0,1 0 0 0 0,0 0-1 0 0,-1 1 1 0 0,1-1 0 0 0,-1 0 0 0 0,0 0 0 0 0,0 1 0 0 0,-3-3-1 0 0,-1-1 269 0 0,5 4-355 0 0,0 1-1 0 0,1-1 1 0 0,-1 0 0 0 0,0 0 0 0 0,0 0-1 0 0,0 1 1 0 0,0-1 0 0 0,0 0-1 0 0,0 1 1 0 0,-1-1 0 0 0,1 1 0 0 0,0-1-1 0 0,0 1 1 0 0,0 0 0 0 0,0 0-1 0 0,-1-1 1 0 0,1 1 0 0 0,0 0-1 0 0,0 0 1 0 0,0 0 0 0 0,-1 0 0 0 0,1 0-1 0 0,0 0 1 0 0,0 1 0 0 0,-1-1-1 0 0,1 0 1 0 0,0 0 0 0 0,0 1 0 0 0,0-1-1 0 0,0 1 1 0 0,-2 1 0 0 0,-5 1 279 0 0,-14 10 275 0 0,22-12-570 0 0,-1-1-4 0 0,0 1 1 0 0,0 0-1 0 0,0 1 0 0 0,0-1 1 0 0,0 0-1 0 0,0 0 1 0 0,0 0-1 0 0,0 1 0 0 0,0-1 1 0 0,0 0-1 0 0,1 1 0 0 0,-1-1 1 0 0,1 1-1 0 0,-1-1 1 0 0,1 1-1 0 0,-1 1 0 0 0,-2 6 125 0 0,1-5-113 0 0,1-1 0 0 0,0 1 0 0 0,0-1 0 0 0,0 1 0 0 0,0 0 1 0 0,1 0-1 0 0,0-1 0 0 0,-1 6 0 0 0,2-9-43 0 0,-1 0 1 0 0,0 0 0 0 0,0 0-1 0 0,0 0 1 0 0,0 0-1 0 0,0 0 1 0 0,0 0-1 0 0,1 0 1 0 0,-1 0-1 0 0,0 0 1 0 0,0 0-1 0 0,0 0 1 0 0,0 0-1 0 0,0 0 1 0 0,0 0-1 0 0,0 0 1 0 0,0 0-1 0 0,1 0 1 0 0,-1 0-1 0 0,0 0 1 0 0,0 0-1 0 0,0 0 1 0 0,0 0 0 0 0,0 0-1 0 0,0 1 1 0 0,0-1-1 0 0,0 0 1 0 0,0 0-1 0 0,0 0 1 0 0,0 0-1 0 0,0 0 1 0 0,0 0-1 0 0,0 0 1 0 0,1 1-1 0 0,-1-1 1 0 0,0 0-1 0 0,0 0 1 0 0,0 0-1 0 0,0 0 1 0 0,0 0-1 0 0,0 0 1 0 0,0 0-1 0 0,0 1 1 0 0,0-1-1 0 0,0 0 1 0 0,-1 0 0 0 0,1 0-1 0 0,0 0 1 0 0,0 0-1 0 0,0 0 1 0 0,0 0-1 0 0,0 0 1 0 0,0 1-1 0 0,0-1 1 0 0,0 0-1 0 0,0 0 1 0 0,0 0-1 0 0,0 0 1 0 0,0 0-1 0 0,0 0 1 0 0,0 0-1 0 0,-1 0 1 0 0,1 0-1 0 0,0 0 1 0 0,0 0-1 0 0,0 0 1 0 0,0 1 0 0 0,0-1-1 0 0,0 0 1 0 0,-1 0 4 0 0</inkml:trace>
</inkml:ink>
</file>

<file path=ppt/ink/ink4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19T06:55:32.891"/>
    </inkml:context>
    <inkml:brush xml:id="br0">
      <inkml:brushProperty name="width" value="0.025" units="cm"/>
      <inkml:brushProperty name="height" value="0.025" units="cm"/>
      <inkml:brushProperty name="color" value="#A00C1A"/>
    </inkml:brush>
  </inkml:definitions>
  <inkml:trace contextRef="#ctx0" brushRef="#br0">125 100 12864 0 0,'0'0'3290'0'0,"3"-26"-2051"0"0,-4 22-1107 0 0,-1 1 1 0 0,1 0-1 0 0,-1-1 1 0 0,1 1-1 0 0,-1 0 1 0 0,0 0-1 0 0,-3-3 1 0 0,-39-19 1511 0 0,9 13-676 0 0,28 10-897 0 0,-17-3 448 0 0,22 5-511 0 0</inkml:trace>
</inkml:ink>
</file>

<file path=ppt/ink/ink4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19T06:55:32.892"/>
    </inkml:context>
    <inkml:brush xml:id="br0">
      <inkml:brushProperty name="width" value="0.025" units="cm"/>
      <inkml:brushProperty name="height" value="0.025" units="cm"/>
      <inkml:brushProperty name="color" value="#A00C1A"/>
    </inkml:brush>
  </inkml:definitions>
  <inkml:trace contextRef="#ctx0" brushRef="#br0">173 541 3712 0 0,'0'0'4878'0'0,"-20"-14"-2984"0"0,19 10-1697 0 0,-1 0 0 0 0,1 0 0 0 0,-1 0 0 0 0,0 1 1 0 0,0-1-1 0 0,-4-4 0 0 0,-7-16 255 0 0,-10-20 910 0 0,8 22-601 0 0,-1 2-248 0 0,10 8 209 0 0,0 0 1 0 0,0-1-1 0 0,1 1 1 0 0,-7-27 0 0 0,5 11-76 0 0,5 22-561 0 0,0-1 0 0 0,0 0 0 0 0,1 0 0 0 0,0 0 0 0 0,-1-7-1 0 0,-6-69 210 0 0,-1-21-214 0 0,8 69 105 0 0,1 35-172 0 0</inkml:trace>
</inkml:ink>
</file>

<file path=ppt/ink/ink4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19T06:55:32.893"/>
    </inkml:context>
    <inkml:brush xml:id="br0">
      <inkml:brushProperty name="width" value="0.025" units="cm"/>
      <inkml:brushProperty name="height" value="0.025" units="cm"/>
      <inkml:brushProperty name="color" value="#A00C1A"/>
    </inkml:brush>
  </inkml:definitions>
  <inkml:trace contextRef="#ctx0" brushRef="#br0">1 1 8936 0 0,'0'0'4446'0'0,"0"30"-4132"0"0,7-1 124 0 0,-6-25-378 0 0,0 0 0 0 0,-1 1-1 0 0,1-1 1 0 0,1 0 0 0 0,-1 0 0 0 0,3 4 0 0 0,-2-3 312 0 0,1-1-1 0 0,0 0 1 0 0,0 0 0 0 0,0-1 0 0 0,1 1-1 0 0,-1-1 1 0 0,1 1 0 0 0,0-1 0 0 0,-1 0 0 0 0,2 0-1 0 0,7 4 1 0 0,-7-5-143 0 0,0 1-1 0 0,-1-1 1 0 0,1 1-1 0 0,-1 1 1 0 0,0-1 0 0 0,0 1-1 0 0,0-1 1 0 0,5 7-1 0 0,4 3 218 0 0,-5-5-317 0 0,-6-7-227 0 0,0 1-1 0 0,0 0 1 0 0,-1 0-1 0 0,1-1 0 0 0,0 1 1 0 0,-1 1-1 0 0,1-1 1 0 0,-1 0-1 0 0,1 0 1 0 0,0 4-1 0 0,9 42 1624 0 0,-9-39-1397 0 0,-2 0 0 0 0,1 0 0 0 0,-2 13 0 0 0,0 3-1 0 0,1-23-110 0 0</inkml:trace>
</inkml:ink>
</file>

<file path=ppt/ink/ink4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19T06:55:32.894"/>
    </inkml:context>
    <inkml:brush xml:id="br0">
      <inkml:brushProperty name="width" value="0.025" units="cm"/>
      <inkml:brushProperty name="height" value="0.025" units="cm"/>
      <inkml:brushProperty name="color" value="#A00C1A"/>
    </inkml:brush>
  </inkml:definitions>
  <inkml:trace contextRef="#ctx0" brushRef="#br0">0 581 6824 0 0,'0'0'3657'0'0,"17"-29"-1104"0"0,15-30-1075 0 0,-22 35-1089 0 0,-9 20-354 0 0,0 1 1 0 0,0 0-1 0 0,0-1 0 0 0,1 1 1 0 0,-1 0-1 0 0,1 0 0 0 0,0 0 1 0 0,0 0-1 0 0,3-4 0 0 0,-2 3 0 0 0,0-1 0 0 0,-1 0 0 0 0,1 0-1 0 0,-1 0 1 0 0,0 0 0 0 0,-1 0 0 0 0,1 0 0 0 0,0-9-1 0 0,5-9 605 0 0,-1-5-108 0 0,-6 25-496 0 0,0 0-1 0 0,1 0 1 0 0,-1 0 0 0 0,1 0-1 0 0,0 0 1 0 0,0 0 0 0 0,0 0-1 0 0,0 0 1 0 0,0 0 0 0 0,1 1-1 0 0,-1-1 1 0 0,1 0 0 0 0,3-3-1 0 0,-4 4-3 0 0,1 0 0 0 0,-1 0 0 0 0,1 0-1 0 0,-1 0 1 0 0,0 0 0 0 0,0 0 0 0 0,0 0 0 0 0,-1-1 0 0 0,1 1-1 0 0,0 0 1 0 0,-1-1 0 0 0,1 1 0 0 0,-1 0 0 0 0,0-1-1 0 0,0-2 1 0 0,0 1-11 0 0,1 1-1 0 0,-1 0 1 0 0,1-1-1 0 0,-1 1 1 0 0,1 0-1 0 0,0 0 1 0 0,2-5-1 0 0,-1 3 1 0 0,0-1 0 0 0,0 1 0 0 0,0-1 0 0 0,-1 0 0 0 0,1-9 0 0 0,1-3 58 0 0,0-13 460 0 0,-4 26-494 0 0,2 0 0 0 0,-1 0 1 0 0,0 0-1 0 0,1 0 0 0 0,0 0 0 0 0,0 0 1 0 0,3-5-1 0 0,-3 4-45 0 0,1-1 1 0 0,-1 1-1 0 0,0-1 1 0 0,-1 1-1 0 0,1-1 1 0 0,-1 1-1 0 0,-1-9 1 0 0,-2-3 722 0 0</inkml:trace>
</inkml:ink>
</file>

<file path=ppt/ink/ink5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19T06:55:32.895"/>
    </inkml:context>
    <inkml:brush xml:id="br0">
      <inkml:brushProperty name="width" value="0.025" units="cm"/>
      <inkml:brushProperty name="height" value="0.025" units="cm"/>
      <inkml:brushProperty name="color" value="#A00C1A"/>
    </inkml:brush>
  </inkml:definitions>
  <inkml:trace contextRef="#ctx0" brushRef="#br0">5 361 8840 0 0,'0'0'3074'0'0,"-2"-19"-2419"0"0,1 10-375 0 0,1 5-145 0 0,-1 0 0 0 0,1 1 0 0 0,0-1-1 0 0,0 0 1 0 0,0 0 0 0 0,1 1 0 0 0,0-5 0 0 0,5-14 794 0 0,-6 18-857 0 0,1 1-1 0 0,0 0 1 0 0,-1 0 0 0 0,1 0-1 0 0,0 0 1 0 0,0 0-1 0 0,1 0 1 0 0,-1 0-1 0 0,4-4 1 0 0,-4 5 10 0 0,0 0 0 0 0,0 1 0 0 0,0-1 0 0 0,0 0 1 0 0,0 0-1 0 0,0 0 0 0 0,0 0 0 0 0,0-3 0 0 0,0 3-43 0 0,-1 0 0 0 0,1 1-1 0 0,-1-1 1 0 0,1 1 0 0 0,0-1 0 0 0,0 0-1 0 0,0 1 1 0 0,0-1 0 0 0,0 1-1 0 0,2-3 1 0 0,33-35 789 0 0,-6 12 74 0 0,-1 0-288 0 0,-28 26-642 0 0,17-22-5 0 0,-14 3 293 0 0,-4 20-247 0 0,3-9 84 0 0,-2 0 0 0 0,1 0-1 0 0,-1 0 1 0 0,-1-18 0 0 0,0 25-92 0 0</inkml:trace>
</inkml:ink>
</file>

<file path=ppt/ink/ink5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19T06:55:32.896"/>
    </inkml:context>
    <inkml:brush xml:id="br0">
      <inkml:brushProperty name="width" value="0.025" units="cm"/>
      <inkml:brushProperty name="height" value="0.025" units="cm"/>
      <inkml:brushProperty name="color" value="#A00C1A"/>
    </inkml:brush>
  </inkml:definitions>
  <inkml:trace contextRef="#ctx0" brushRef="#br0">123 263 1896 0 0,'0'0'6641'0'0,"-16"-15"-5098"0"0,-8-29-283 0 0,11 30-488 0 0,7 9-68 0 0,3 0-208 0 0,1-2-25 0 0,2 2-189 0 0,-4-14 515 0 0,-8-8-102 0 0,-2-2-242 0 0,5 8-185 0 0,7 18-239 0 0,0 0-1 0 0,0 0 0 0 0,1 0 1 0 0,-1 0-1 0 0,1 0 0 0 0,0-1 1 0 0,-1-3-1 0 0,-3-32 276 0 0,4 36-282 0 0</inkml:trace>
</inkml:ink>
</file>

<file path=ppt/ink/ink5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19T06:55:32.897"/>
    </inkml:context>
    <inkml:brush xml:id="br0">
      <inkml:brushProperty name="width" value="0.025" units="cm"/>
      <inkml:brushProperty name="height" value="0.025" units="cm"/>
      <inkml:brushProperty name="color" value="#A00C1A"/>
    </inkml:brush>
  </inkml:definitions>
  <inkml:trace contextRef="#ctx0" brushRef="#br0">1 557 4416 0 0,'0'0'5293'0'0,"18"-28"-2938"0"0,-16 26-2284 0 0,0-1 0 0 0,0 1 0 0 0,0-1 0 0 0,0 0 0 0 0,-1 0 0 0 0,1 0 0 0 0,-1 0 0 0 0,0-1 0 0 0,0 1 0 0 0,1-3 0 0 0,10-23 564 0 0,-11 28-569 0 0,1-1 38 0 0,1-1-1 0 0,-1-1 1 0 0,0 1 0 0 0,0 0-1 0 0,0 0 1 0 0,-1-1-1 0 0,1 1 1 0 0,-1-1 0 0 0,2-6-1 0 0,-2 6-6 0 0,1 0 0 0 0,-1 0 0 0 0,1 1 0 0 0,0-1 0 0 0,3-6 0 0 0,-3 8-35 0 0,0-1 0 0 0,0 0 0 0 0,-1 0 0 0 0,1 0 0 0 0,-1 0 0 0 0,0 0 0 0 0,0 0 0 0 0,0 0 1 0 0,0 0-1 0 0,0 0 0 0 0,-1-6 0 0 0,11-9 342 0 0,-10 14-341 0 0,0 1 0 0 0,1-1 0 0 0,-1 1 1 0 0,1-1-1 0 0,0 1 0 0 0,0 0 0 0 0,0 0 0 0 0,0-1 1 0 0,4-2-1 0 0,-4 4 3 0 0,-1 0 0 0 0,0 0 1 0 0,0 0-1 0 0,0 0 0 0 0,0 0 0 0 0,0 0 1 0 0,-1 0-1 0 0,1-1 0 0 0,-1 1 0 0 0,1 0 1 0 0,-1 0-1 0 0,0 0 0 0 0,0-5 0 0 0,0 4-38 0 0,1 0 0 0 0,-1 0 0 0 0,0 1 0 0 0,1-1 0 0 0,-1 0 0 0 0,1 1 0 0 0,0-1 0 0 0,0 0 0 0 0,2-3-1 0 0,-2 3-16 0 0,1-1 0 0 0,0 0-1 0 0,-1 0 1 0 0,0 0-1 0 0,0 1 1 0 0,0-1-1 0 0,0 0 1 0 0,-1 0-1 0 0,1-1 1 0 0,-1-5-1 0 0,13-29-652 0 0,-10 12 121 0 0,3-11 515 0 0,-5 31-105 0 0,1-1 0 0 0,-1 1 0 0 0,0 0 0 0 0,-1-1 0 0 0,1 0-1 0 0,-2-8 1 0 0,1-1 63 0 0,0 14 40 0 0</inkml:trace>
</inkml:ink>
</file>

<file path=ppt/ink/ink5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19T06:55:32.898"/>
    </inkml:context>
    <inkml:brush xml:id="br0">
      <inkml:brushProperty name="width" value="0.025" units="cm"/>
      <inkml:brushProperty name="height" value="0.025" units="cm"/>
      <inkml:brushProperty name="color" value="#A00C1A"/>
    </inkml:brush>
  </inkml:definitions>
  <inkml:trace contextRef="#ctx0" brushRef="#br0">14 111 4312 0 0,'-1'-1'283'0'0,"0"0"1"0"0,0 0-1 0 0,0 0 0 0 0,0 1 1 0 0,0-1-1 0 0,0 0 0 0 0,1 0 1 0 0,-1 0-1 0 0,0 0 0 0 0,0 0 1 0 0,1-1-1 0 0,-1 1 0 0 0,1 0 1 0 0,-1 0-1 0 0,1 0 0 0 0,-1 0 1 0 0,1-1-1 0 0,0 1 0 0 0,-1 0 1 0 0,1-1-1 0 0,0 1 0 0 0,0 0 1 0 0,0 0-1 0 0,0-1 0 0 0,0 1 1 0 0,1 0-1 0 0,-1-1 0 0 0,0 1 1 0 0,0 0-1 0 0,1 0 0 0 0,0-2 1 0 0,1-7 401 0 0,0 0-297 0 0,0 0 0 0 0,-1 0 0 0 0,0-18 0 0 0,-1 23-260 0 0</inkml:trace>
</inkml:ink>
</file>

<file path=ppt/ink/ink5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19T06:55:32.899"/>
    </inkml:context>
    <inkml:brush xml:id="br0">
      <inkml:brushProperty name="width" value="0.025" units="cm"/>
      <inkml:brushProperty name="height" value="0.025" units="cm"/>
      <inkml:brushProperty name="color" value="#A00C1A"/>
    </inkml:brush>
  </inkml:definitions>
  <inkml:trace contextRef="#ctx0" brushRef="#br0">0 168 7736 0 0,'0'0'6462'0'0,"10"-17"-6012"0"0,-6-14-88 0 0,-3 20-249 0 0,1 1 0 0 0,-1-1 0 0 0,-1 1 0 0 0,0-1 0 0 0,-1-10 0 0 0,-6-17 148 0 0,6 32-178 0 0,1 5-59 0 0</inkml:trace>
</inkml:ink>
</file>

<file path=ppt/ink/ink5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19T06:55:32.900"/>
    </inkml:context>
    <inkml:brush xml:id="br0">
      <inkml:brushProperty name="width" value="0.025" units="cm"/>
      <inkml:brushProperty name="height" value="0.025" units="cm"/>
      <inkml:brushProperty name="color" value="#A00C1A"/>
    </inkml:brush>
  </inkml:definitions>
  <inkml:trace contextRef="#ctx0" brushRef="#br0">1 317 8936 0 0,'0'0'1942'0'0,"1"-26"-754"0"0,1 19-979 0 0,-1 0-1 0 0,1 0 0 0 0,0 0 1 0 0,1 1-1 0 0,4-10 1 0 0,-4 9-135 0 0,1-1 1 0 0,-1 0 0 0 0,3-13 0 0 0,-5 17-50 0 0,0 0 0 0 0,1 0 0 0 0,-1 0 0 0 0,1 0 1 0 0,0 0-1 0 0,4-4 0 0 0,4-12 45 0 0,-9 18-57 0 0,0 0-1 0 0,1 0 1 0 0,-1 1-1 0 0,0-1 0 0 0,1 0 1 0 0,-1 1-1 0 0,1-1 1 0 0,0 0-1 0 0,-1 1 0 0 0,1 0 1 0 0,4-3-1 0 0,5-5 49 0 0,36-27 613 0 0,-43 32-623 0 0,0-1 0 0 0,-1 0 0 0 0,1 0 0 0 0,-1 0 0 0 0,0 0 0 0 0,0 0-1 0 0,-1-1 1 0 0,1 0 0 0 0,-1 1 0 0 0,0-1 0 0 0,1-9 0 0 0,-3 12-40 0 0,-1 1-3 0 0</inkml:trace>
</inkml:ink>
</file>

<file path=ppt/ink/ink5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19T06:55:32.901"/>
    </inkml:context>
    <inkml:brush xml:id="br0">
      <inkml:brushProperty name="width" value="0.025" units="cm"/>
      <inkml:brushProperty name="height" value="0.025" units="cm"/>
      <inkml:brushProperty name="color" value="#A00C1A"/>
    </inkml:brush>
  </inkml:definitions>
  <inkml:trace contextRef="#ctx0" brushRef="#br0">65 125 7936 0 0,'0'0'3936'0'0,"-2"-12"-3779"0"0,-1 2-95 0 0,2 8-38 0 0,1-1 1 0 0,-1 1-1 0 0,1 0 0 0 0,-1-1 0 0 0,1 1 1 0 0,0-1-1 0 0,0 1 0 0 0,0 0 1 0 0,0-1-1 0 0,0-2 0 0 0,-1 1 129 0 0,-1 0-1 0 0,0 0 1 0 0,0 0-1 0 0,-1 0 1 0 0,1 1-1 0 0,-1-1 1 0 0,-5-4-1 0 0,-9-16 451 0 0,15 21-588 0 0,1 2-13 0 0,1 1-1 0 0,-1-1 0 0 0,1 0 1 0 0,-1 0-1 0 0,1 1 1 0 0,-1-1-1 0 0,0 0 0 0 0,1 1 1 0 0,-1-1-1 0 0,0 1 0 0 0,0-1 1 0 0,1 1-1 0 0,-1-1 0 0 0,0 1 1 0 0,0 0-1 0 0,0-1 1 0 0,1 1-1 0 0,-3-1 0 0 0,3 0-41 0 0,5 3 2 0 0,4 7 61 0 0,-8-8-17 0 0,0 0-1 0 0,0 0 0 0 0,0 0 1 0 0,0 0-1 0 0,0 0 0 0 0,0 0 1 0 0,0 0-1 0 0,0 0 1 0 0,1 0-1 0 0,-1-1 0 0 0,3 2 1 0 0,11 18 130 0 0,-14-18-61 0 0,1 1 0 0 0,-1 0 1 0 0,0-1-1 0 0,0 1 0 0 0,0 0 1 0 0,-1-1-1 0 0,1 1 0 0 0,-1 0 1 0 0,1 4-1 0 0,2 20 196 0 0,-3-27-271 0 0</inkml:trace>
</inkml:ink>
</file>

<file path=ppt/ink/ink5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18:27:22.175"/>
    </inkml:context>
    <inkml:brush xml:id="br0">
      <inkml:brushProperty name="width" value="0.1" units="cm"/>
      <inkml:brushProperty name="height" value="0.1" units="cm"/>
      <inkml:brushProperty name="color" value="#E71224"/>
    </inkml:brush>
  </inkml:definitions>
  <inkml:trace contextRef="#ctx0" brushRef="#br0">0 0 23930,'995'148'0</inkml:trace>
</inkml:ink>
</file>

<file path=ppt/ink/ink5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3T18:27:34.656"/>
    </inkml:context>
    <inkml:brush xml:id="br0">
      <inkml:brushProperty name="width" value="0.1" units="cm"/>
      <inkml:brushProperty name="height" value="0.1" units="cm"/>
      <inkml:brushProperty name="color" value="#E71224"/>
    </inkml:brush>
  </inkml:definitions>
  <inkml:trace contextRef="#ctx0" brushRef="#br0">1 0 24575,'0'444'-1365,"0"-424"-5461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F1A252C-87EA-4881-A10E-9E4CA26E6FE3}" type="datetimeFigureOut">
              <a:rPr lang="en-US" smtClean="0"/>
              <a:t>9/4/2026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F818A67-DE81-4BE5-A09A-01BC8A96D5BB}" type="slidenum">
              <a:rPr lang="en-US" smtClean="0"/>
              <a:t>‹#›</a:t>
            </a:fld>
            <a:endParaRPr lang="en-US"/>
          </a:p>
        </p:txBody>
      </p:sp>
    </p:spTree>
    <p:extLst>
      <p:ext uri="{BB962C8B-B14F-4D97-AF65-F5344CB8AC3E}">
        <p14:creationId xmlns:p14="http://schemas.microsoft.com/office/powerpoint/2010/main" val="33123455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reactions that are </a:t>
            </a:r>
            <a:r>
              <a:rPr lang="en-US" dirty="0" err="1"/>
              <a:t>differentiallz</a:t>
            </a:r>
            <a:r>
              <a:rPr lang="en-US" dirty="0"/>
              <a:t> expressed</a:t>
            </a:r>
          </a:p>
        </p:txBody>
      </p:sp>
      <p:sp>
        <p:nvSpPr>
          <p:cNvPr id="4" name="Slide Number Placeholder 3"/>
          <p:cNvSpPr>
            <a:spLocks noGrp="1"/>
          </p:cNvSpPr>
          <p:nvPr>
            <p:ph type="sldNum" sz="quarter" idx="5"/>
          </p:nvPr>
        </p:nvSpPr>
        <p:spPr/>
        <p:txBody>
          <a:bodyPr/>
          <a:lstStyle/>
          <a:p>
            <a:fld id="{5F818A67-DE81-4BE5-A09A-01BC8A96D5BB}" type="slidenum">
              <a:rPr lang="en-US" smtClean="0"/>
              <a:t>1</a:t>
            </a:fld>
            <a:endParaRPr lang="en-US"/>
          </a:p>
        </p:txBody>
      </p:sp>
    </p:spTree>
    <p:extLst>
      <p:ext uri="{BB962C8B-B14F-4D97-AF65-F5344CB8AC3E}">
        <p14:creationId xmlns:p14="http://schemas.microsoft.com/office/powerpoint/2010/main" val="11740681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3–2 Catabolic and anabolic pathways together constitute the cell’s metabolism. Note that a major portion of the energy stored in the chemical bonds of food molecules is dissipated as heat. thus, only some of this energy can be converted to the useful forms of energy needed to drive the synthesis of new molecules.</a:t>
            </a:r>
          </a:p>
        </p:txBody>
      </p:sp>
      <p:sp>
        <p:nvSpPr>
          <p:cNvPr id="4" name="Slide Number Placeholder 3"/>
          <p:cNvSpPr>
            <a:spLocks noGrp="1"/>
          </p:cNvSpPr>
          <p:nvPr>
            <p:ph type="sldNum" sz="quarter" idx="5"/>
          </p:nvPr>
        </p:nvSpPr>
        <p:spPr/>
        <p:txBody>
          <a:bodyPr/>
          <a:lstStyle/>
          <a:p>
            <a:fld id="{5F818A67-DE81-4BE5-A09A-01BC8A96D5BB}" type="slidenum">
              <a:rPr lang="en-US" smtClean="0"/>
              <a:t>18</a:t>
            </a:fld>
            <a:endParaRPr lang="en-US"/>
          </a:p>
        </p:txBody>
      </p:sp>
    </p:spTree>
    <p:extLst>
      <p:ext uri="{BB962C8B-B14F-4D97-AF65-F5344CB8AC3E}">
        <p14:creationId xmlns:p14="http://schemas.microsoft.com/office/powerpoint/2010/main" val="41660295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9231CB-C872-5EFF-8FEC-1A5B6CE04A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1DEF63-B3DF-C6F9-58FB-BE605729D5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64E5DE-F252-EEF7-26E0-5A99AFFCBCDD}"/>
              </a:ext>
            </a:extLst>
          </p:cNvPr>
          <p:cNvSpPr>
            <a:spLocks noGrp="1"/>
          </p:cNvSpPr>
          <p:nvPr>
            <p:ph type="body" idx="1"/>
          </p:nvPr>
        </p:nvSpPr>
        <p:spPr/>
        <p:txBody>
          <a:bodyPr/>
          <a:lstStyle/>
          <a:p>
            <a:r>
              <a:rPr lang="en-US" dirty="0"/>
              <a:t>Figure 3–2 Catabolic and anabolic pathways together constitute the cell’s metabolism. Note that a major portion of the energy stored in the chemical bonds of food molecules is dissipated as heat. thus, only some of this energy can be converted to the useful forms of energy needed to drive the synthesis of new molecules.</a:t>
            </a:r>
          </a:p>
        </p:txBody>
      </p:sp>
      <p:sp>
        <p:nvSpPr>
          <p:cNvPr id="4" name="Slide Number Placeholder 3">
            <a:extLst>
              <a:ext uri="{FF2B5EF4-FFF2-40B4-BE49-F238E27FC236}">
                <a16:creationId xmlns:a16="http://schemas.microsoft.com/office/drawing/2014/main" id="{2743A633-D80C-ABB3-3DD7-69F649C972B8}"/>
              </a:ext>
            </a:extLst>
          </p:cNvPr>
          <p:cNvSpPr>
            <a:spLocks noGrp="1"/>
          </p:cNvSpPr>
          <p:nvPr>
            <p:ph type="sldNum" sz="quarter" idx="5"/>
          </p:nvPr>
        </p:nvSpPr>
        <p:spPr/>
        <p:txBody>
          <a:bodyPr/>
          <a:lstStyle/>
          <a:p>
            <a:fld id="{5F818A67-DE81-4BE5-A09A-01BC8A96D5BB}" type="slidenum">
              <a:rPr lang="en-US" smtClean="0"/>
              <a:t>19</a:t>
            </a:fld>
            <a:endParaRPr lang="en-US"/>
          </a:p>
        </p:txBody>
      </p:sp>
    </p:spTree>
    <p:extLst>
      <p:ext uri="{BB962C8B-B14F-4D97-AF65-F5344CB8AC3E}">
        <p14:creationId xmlns:p14="http://schemas.microsoft.com/office/powerpoint/2010/main" val="34885402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49C283-37CD-5208-791B-6847B40A53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C7DBCA-AFC0-49F0-C902-E0F4C04010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122509-0B53-3DC7-46E0-5215B0CDAA96}"/>
              </a:ext>
            </a:extLst>
          </p:cNvPr>
          <p:cNvSpPr>
            <a:spLocks noGrp="1"/>
          </p:cNvSpPr>
          <p:nvPr>
            <p:ph type="body" idx="1"/>
          </p:nvPr>
        </p:nvSpPr>
        <p:spPr/>
        <p:txBody>
          <a:bodyPr/>
          <a:lstStyle/>
          <a:p>
            <a:r>
              <a:rPr lang="en-US" dirty="0"/>
              <a:t>Figure 3–2 Catabolic and anabolic pathways together constitute the cell’s metabolism. Note that a major portion of the energy stored in the chemical bonds of food molecules is dissipated as heat. thus, only some of this energy can be converted to the useful forms of energy needed to drive the synthesis of new molecules.</a:t>
            </a:r>
          </a:p>
        </p:txBody>
      </p:sp>
      <p:sp>
        <p:nvSpPr>
          <p:cNvPr id="4" name="Slide Number Placeholder 3">
            <a:extLst>
              <a:ext uri="{FF2B5EF4-FFF2-40B4-BE49-F238E27FC236}">
                <a16:creationId xmlns:a16="http://schemas.microsoft.com/office/drawing/2014/main" id="{1E93F11C-32B1-D354-D2ED-9AEA2A5365D1}"/>
              </a:ext>
            </a:extLst>
          </p:cNvPr>
          <p:cNvSpPr>
            <a:spLocks noGrp="1"/>
          </p:cNvSpPr>
          <p:nvPr>
            <p:ph type="sldNum" sz="quarter" idx="5"/>
          </p:nvPr>
        </p:nvSpPr>
        <p:spPr/>
        <p:txBody>
          <a:bodyPr/>
          <a:lstStyle/>
          <a:p>
            <a:fld id="{5F818A67-DE81-4BE5-A09A-01BC8A96D5BB}" type="slidenum">
              <a:rPr lang="en-US" smtClean="0"/>
              <a:t>20</a:t>
            </a:fld>
            <a:endParaRPr lang="en-US"/>
          </a:p>
        </p:txBody>
      </p:sp>
    </p:spTree>
    <p:extLst>
      <p:ext uri="{BB962C8B-B14F-4D97-AF65-F5344CB8AC3E}">
        <p14:creationId xmlns:p14="http://schemas.microsoft.com/office/powerpoint/2010/main" val="3882441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95342D-121A-9834-5FE2-90DF857C65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584379-5190-B7DF-B50C-CF07D413DF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B80CCB-92B8-451A-AC15-CF5A38713B11}"/>
              </a:ext>
            </a:extLst>
          </p:cNvPr>
          <p:cNvSpPr>
            <a:spLocks noGrp="1"/>
          </p:cNvSpPr>
          <p:nvPr>
            <p:ph type="body" idx="1"/>
          </p:nvPr>
        </p:nvSpPr>
        <p:spPr/>
        <p:txBody>
          <a:bodyPr/>
          <a:lstStyle/>
          <a:p>
            <a:r>
              <a:rPr lang="en-US" dirty="0"/>
              <a:t>Figure 3–2 Catabolic and anabolic pathways together constitute the cell’s metabolism. Note that a major portion of the energy stored in the chemical bonds of food molecules is dissipated as heat. thus, only some of this energy can be converted to the useful forms of energy needed to drive the synthesis of new molecules.</a:t>
            </a:r>
          </a:p>
        </p:txBody>
      </p:sp>
      <p:sp>
        <p:nvSpPr>
          <p:cNvPr id="4" name="Slide Number Placeholder 3">
            <a:extLst>
              <a:ext uri="{FF2B5EF4-FFF2-40B4-BE49-F238E27FC236}">
                <a16:creationId xmlns:a16="http://schemas.microsoft.com/office/drawing/2014/main" id="{37F41156-ADAA-72EC-AF26-3622484849A1}"/>
              </a:ext>
            </a:extLst>
          </p:cNvPr>
          <p:cNvSpPr>
            <a:spLocks noGrp="1"/>
          </p:cNvSpPr>
          <p:nvPr>
            <p:ph type="sldNum" sz="quarter" idx="5"/>
          </p:nvPr>
        </p:nvSpPr>
        <p:spPr/>
        <p:txBody>
          <a:bodyPr/>
          <a:lstStyle/>
          <a:p>
            <a:fld id="{5F818A67-DE81-4BE5-A09A-01BC8A96D5BB}" type="slidenum">
              <a:rPr lang="en-US" smtClean="0"/>
              <a:t>21</a:t>
            </a:fld>
            <a:endParaRPr lang="en-US"/>
          </a:p>
        </p:txBody>
      </p:sp>
    </p:spTree>
    <p:extLst>
      <p:ext uri="{BB962C8B-B14F-4D97-AF65-F5344CB8AC3E}">
        <p14:creationId xmlns:p14="http://schemas.microsoft.com/office/powerpoint/2010/main" val="3287694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933130-0AC3-454B-33B6-8B4ADC75FE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FCB23D-460A-F93B-8F6E-FFF7188CCB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621C79-D388-EE14-2BD7-82FB42FEC108}"/>
              </a:ext>
            </a:extLst>
          </p:cNvPr>
          <p:cNvSpPr>
            <a:spLocks noGrp="1"/>
          </p:cNvSpPr>
          <p:nvPr>
            <p:ph type="body" idx="1"/>
          </p:nvPr>
        </p:nvSpPr>
        <p:spPr/>
        <p:txBody>
          <a:bodyPr/>
          <a:lstStyle/>
          <a:p>
            <a:r>
              <a:rPr lang="en-US" dirty="0"/>
              <a:t>Figure 3–2 Catabolic and anabolic pathways together constitute the cell’s metabolism. Note that a major portion of the energy stored in the chemical bonds of food molecules is dissipated as heat. thus, only some of this energy can be converted to the useful forms of energy needed to drive the synthesis of new molecules.</a:t>
            </a:r>
          </a:p>
        </p:txBody>
      </p:sp>
      <p:sp>
        <p:nvSpPr>
          <p:cNvPr id="4" name="Slide Number Placeholder 3">
            <a:extLst>
              <a:ext uri="{FF2B5EF4-FFF2-40B4-BE49-F238E27FC236}">
                <a16:creationId xmlns:a16="http://schemas.microsoft.com/office/drawing/2014/main" id="{484DFB21-6BAE-8CA3-97CF-C0C90658F66D}"/>
              </a:ext>
            </a:extLst>
          </p:cNvPr>
          <p:cNvSpPr>
            <a:spLocks noGrp="1"/>
          </p:cNvSpPr>
          <p:nvPr>
            <p:ph type="sldNum" sz="quarter" idx="5"/>
          </p:nvPr>
        </p:nvSpPr>
        <p:spPr/>
        <p:txBody>
          <a:bodyPr/>
          <a:lstStyle/>
          <a:p>
            <a:fld id="{5F818A67-DE81-4BE5-A09A-01BC8A96D5BB}" type="slidenum">
              <a:rPr lang="en-US" smtClean="0"/>
              <a:t>22</a:t>
            </a:fld>
            <a:endParaRPr lang="en-US"/>
          </a:p>
        </p:txBody>
      </p:sp>
    </p:spTree>
    <p:extLst>
      <p:ext uri="{BB962C8B-B14F-4D97-AF65-F5344CB8AC3E}">
        <p14:creationId xmlns:p14="http://schemas.microsoft.com/office/powerpoint/2010/main" val="27480279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1B491C-46DE-6EE7-6DEE-05B24E917A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C9BA9B-858D-1190-0A05-8FF6933025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566260-01FF-B97B-E114-D6F1A1F5C8BB}"/>
              </a:ext>
            </a:extLst>
          </p:cNvPr>
          <p:cNvSpPr>
            <a:spLocks noGrp="1"/>
          </p:cNvSpPr>
          <p:nvPr>
            <p:ph type="body" idx="1"/>
          </p:nvPr>
        </p:nvSpPr>
        <p:spPr/>
        <p:txBody>
          <a:bodyPr/>
          <a:lstStyle/>
          <a:p>
            <a:r>
              <a:rPr lang="en-US" dirty="0"/>
              <a:t>Figure 3–2 Catabolic and anabolic pathways together constitute the cell’s metabolism. Note that a major portion of the energy stored in the chemical bonds of food molecules is dissipated as heat. thus, only some of this energy can be converted to the useful forms of energy needed to drive the synthesis of new molecules.</a:t>
            </a:r>
          </a:p>
        </p:txBody>
      </p:sp>
      <p:sp>
        <p:nvSpPr>
          <p:cNvPr id="4" name="Slide Number Placeholder 3">
            <a:extLst>
              <a:ext uri="{FF2B5EF4-FFF2-40B4-BE49-F238E27FC236}">
                <a16:creationId xmlns:a16="http://schemas.microsoft.com/office/drawing/2014/main" id="{7236BF5C-78D1-B464-C365-D17BD018B29A}"/>
              </a:ext>
            </a:extLst>
          </p:cNvPr>
          <p:cNvSpPr>
            <a:spLocks noGrp="1"/>
          </p:cNvSpPr>
          <p:nvPr>
            <p:ph type="sldNum" sz="quarter" idx="5"/>
          </p:nvPr>
        </p:nvSpPr>
        <p:spPr/>
        <p:txBody>
          <a:bodyPr/>
          <a:lstStyle/>
          <a:p>
            <a:fld id="{5F818A67-DE81-4BE5-A09A-01BC8A96D5BB}" type="slidenum">
              <a:rPr lang="en-US" smtClean="0"/>
              <a:t>23</a:t>
            </a:fld>
            <a:endParaRPr lang="en-US"/>
          </a:p>
        </p:txBody>
      </p:sp>
    </p:spTree>
    <p:extLst>
      <p:ext uri="{BB962C8B-B14F-4D97-AF65-F5344CB8AC3E}">
        <p14:creationId xmlns:p14="http://schemas.microsoft.com/office/powerpoint/2010/main" val="34674622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1EE7DE-8109-AEDC-DE92-DB39047D67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0EA202-7AEB-B60D-3DB9-C710AF0AE1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03A960-B925-FD17-6F7C-306D74A6A56B}"/>
              </a:ext>
            </a:extLst>
          </p:cNvPr>
          <p:cNvSpPr>
            <a:spLocks noGrp="1"/>
          </p:cNvSpPr>
          <p:nvPr>
            <p:ph type="body" idx="1"/>
          </p:nvPr>
        </p:nvSpPr>
        <p:spPr/>
        <p:txBody>
          <a:bodyPr/>
          <a:lstStyle/>
          <a:p>
            <a:r>
              <a:rPr lang="en-US" dirty="0"/>
              <a:t>Figure 3–2 Catabolic and anabolic pathways together constitute the cell’s metabolism. Note that a major portion of the energy stored in the chemical bonds of food molecules is dissipated as heat. thus, only some of this energy can be converted to the useful forms of energy needed to drive the synthesis of new molecules.</a:t>
            </a:r>
          </a:p>
        </p:txBody>
      </p:sp>
      <p:sp>
        <p:nvSpPr>
          <p:cNvPr id="4" name="Slide Number Placeholder 3">
            <a:extLst>
              <a:ext uri="{FF2B5EF4-FFF2-40B4-BE49-F238E27FC236}">
                <a16:creationId xmlns:a16="http://schemas.microsoft.com/office/drawing/2014/main" id="{73E74A41-DFBB-868C-B8EE-AFBD1E4DA6B0}"/>
              </a:ext>
            </a:extLst>
          </p:cNvPr>
          <p:cNvSpPr>
            <a:spLocks noGrp="1"/>
          </p:cNvSpPr>
          <p:nvPr>
            <p:ph type="sldNum" sz="quarter" idx="5"/>
          </p:nvPr>
        </p:nvSpPr>
        <p:spPr/>
        <p:txBody>
          <a:bodyPr/>
          <a:lstStyle/>
          <a:p>
            <a:fld id="{5F818A67-DE81-4BE5-A09A-01BC8A96D5BB}" type="slidenum">
              <a:rPr lang="en-US" smtClean="0"/>
              <a:t>24</a:t>
            </a:fld>
            <a:endParaRPr lang="en-US"/>
          </a:p>
        </p:txBody>
      </p:sp>
    </p:spTree>
    <p:extLst>
      <p:ext uri="{BB962C8B-B14F-4D97-AF65-F5344CB8AC3E}">
        <p14:creationId xmlns:p14="http://schemas.microsoft.com/office/powerpoint/2010/main" val="11147524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10BA55-6F23-A790-2DBF-3671075FB9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AB0165-A3B4-B1BD-8690-7F627B6378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168BF3-1293-5FC9-CF54-B665EC023DF1}"/>
              </a:ext>
            </a:extLst>
          </p:cNvPr>
          <p:cNvSpPr>
            <a:spLocks noGrp="1"/>
          </p:cNvSpPr>
          <p:nvPr>
            <p:ph type="body" idx="1"/>
          </p:nvPr>
        </p:nvSpPr>
        <p:spPr/>
        <p:txBody>
          <a:bodyPr/>
          <a:lstStyle/>
          <a:p>
            <a:r>
              <a:rPr lang="en-US" dirty="0"/>
              <a:t>Figure 3–2 Catabolic and anabolic pathways together constitute the cell’s metabolism. Note that a major portion of the energy stored in the chemical bonds of food molecules is dissipated as heat. thus, only some of this energy can be converted to the useful forms of energy needed to drive the synthesis of new molecules.</a:t>
            </a:r>
          </a:p>
        </p:txBody>
      </p:sp>
      <p:sp>
        <p:nvSpPr>
          <p:cNvPr id="4" name="Slide Number Placeholder 3">
            <a:extLst>
              <a:ext uri="{FF2B5EF4-FFF2-40B4-BE49-F238E27FC236}">
                <a16:creationId xmlns:a16="http://schemas.microsoft.com/office/drawing/2014/main" id="{CA780B03-223E-5AC0-74AD-FF74F2985B4B}"/>
              </a:ext>
            </a:extLst>
          </p:cNvPr>
          <p:cNvSpPr>
            <a:spLocks noGrp="1"/>
          </p:cNvSpPr>
          <p:nvPr>
            <p:ph type="sldNum" sz="quarter" idx="5"/>
          </p:nvPr>
        </p:nvSpPr>
        <p:spPr/>
        <p:txBody>
          <a:bodyPr/>
          <a:lstStyle/>
          <a:p>
            <a:fld id="{5F818A67-DE81-4BE5-A09A-01BC8A96D5BB}" type="slidenum">
              <a:rPr lang="en-US" smtClean="0"/>
              <a:t>25</a:t>
            </a:fld>
            <a:endParaRPr lang="en-US"/>
          </a:p>
        </p:txBody>
      </p:sp>
    </p:spTree>
    <p:extLst>
      <p:ext uri="{BB962C8B-B14F-4D97-AF65-F5344CB8AC3E}">
        <p14:creationId xmlns:p14="http://schemas.microsoft.com/office/powerpoint/2010/main" val="39037633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0CB461-3AD2-5DF7-67AD-F785F8A5E4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20D458-7D3D-FC90-E140-C6F163D233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AAB202-5348-DE5F-3D8F-CC612BCCD6B9}"/>
              </a:ext>
            </a:extLst>
          </p:cNvPr>
          <p:cNvSpPr>
            <a:spLocks noGrp="1"/>
          </p:cNvSpPr>
          <p:nvPr>
            <p:ph type="body" idx="1"/>
          </p:nvPr>
        </p:nvSpPr>
        <p:spPr/>
        <p:txBody>
          <a:bodyPr/>
          <a:lstStyle/>
          <a:p>
            <a:r>
              <a:rPr lang="en-US" dirty="0"/>
              <a:t>Figure 3–2 Catabolic and anabolic pathways together constitute the cell’s metabolism. Note that a major portion of the energy stored in the chemical bonds of food molecules is dissipated as heat. thus, only some of this energy can be converted to the useful forms of energy needed to drive the synthesis of new molecules.</a:t>
            </a:r>
          </a:p>
        </p:txBody>
      </p:sp>
      <p:sp>
        <p:nvSpPr>
          <p:cNvPr id="4" name="Slide Number Placeholder 3">
            <a:extLst>
              <a:ext uri="{FF2B5EF4-FFF2-40B4-BE49-F238E27FC236}">
                <a16:creationId xmlns:a16="http://schemas.microsoft.com/office/drawing/2014/main" id="{8BD17DE3-7104-96FC-762C-BC394A2CD724}"/>
              </a:ext>
            </a:extLst>
          </p:cNvPr>
          <p:cNvSpPr>
            <a:spLocks noGrp="1"/>
          </p:cNvSpPr>
          <p:nvPr>
            <p:ph type="sldNum" sz="quarter" idx="5"/>
          </p:nvPr>
        </p:nvSpPr>
        <p:spPr/>
        <p:txBody>
          <a:bodyPr/>
          <a:lstStyle/>
          <a:p>
            <a:fld id="{5F818A67-DE81-4BE5-A09A-01BC8A96D5BB}" type="slidenum">
              <a:rPr lang="en-US" smtClean="0"/>
              <a:t>26</a:t>
            </a:fld>
            <a:endParaRPr lang="en-US"/>
          </a:p>
        </p:txBody>
      </p:sp>
    </p:spTree>
    <p:extLst>
      <p:ext uri="{BB962C8B-B14F-4D97-AF65-F5344CB8AC3E}">
        <p14:creationId xmlns:p14="http://schemas.microsoft.com/office/powerpoint/2010/main" val="254954943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F1C3EF-42BA-9CD2-A4DB-CCC6EBBC35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C37B46-F38E-A982-6103-3BBC9761CC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5DB25E-876F-4624-196E-B4DCA5CD58BF}"/>
              </a:ext>
            </a:extLst>
          </p:cNvPr>
          <p:cNvSpPr>
            <a:spLocks noGrp="1"/>
          </p:cNvSpPr>
          <p:nvPr>
            <p:ph type="body" idx="1"/>
          </p:nvPr>
        </p:nvSpPr>
        <p:spPr/>
        <p:txBody>
          <a:bodyPr/>
          <a:lstStyle/>
          <a:p>
            <a:r>
              <a:rPr lang="en-US" dirty="0"/>
              <a:t>Figure 3–2 Catabolic and anabolic pathways together constitute the cell’s metabolism. Note that a major portion of the energy stored in the chemical bonds of food molecules is dissipated as heat. thus, only some of this energy can be converted to the useful forms of energy needed to drive the synthesis of new molecules.</a:t>
            </a:r>
          </a:p>
        </p:txBody>
      </p:sp>
      <p:sp>
        <p:nvSpPr>
          <p:cNvPr id="4" name="Slide Number Placeholder 3">
            <a:extLst>
              <a:ext uri="{FF2B5EF4-FFF2-40B4-BE49-F238E27FC236}">
                <a16:creationId xmlns:a16="http://schemas.microsoft.com/office/drawing/2014/main" id="{F6F245E4-F196-09BD-47E5-40CAE7903C2D}"/>
              </a:ext>
            </a:extLst>
          </p:cNvPr>
          <p:cNvSpPr>
            <a:spLocks noGrp="1"/>
          </p:cNvSpPr>
          <p:nvPr>
            <p:ph type="sldNum" sz="quarter" idx="5"/>
          </p:nvPr>
        </p:nvSpPr>
        <p:spPr/>
        <p:txBody>
          <a:bodyPr/>
          <a:lstStyle/>
          <a:p>
            <a:fld id="{5F818A67-DE81-4BE5-A09A-01BC8A96D5BB}" type="slidenum">
              <a:rPr lang="en-US" smtClean="0"/>
              <a:t>27</a:t>
            </a:fld>
            <a:endParaRPr lang="en-US"/>
          </a:p>
        </p:txBody>
      </p:sp>
    </p:spTree>
    <p:extLst>
      <p:ext uri="{BB962C8B-B14F-4D97-AF65-F5344CB8AC3E}">
        <p14:creationId xmlns:p14="http://schemas.microsoft.com/office/powerpoint/2010/main" val="23772986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CAB2E4-B38C-D700-F036-A554FFE50B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12FDA7-650F-C307-0697-79D14F61BF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70D514-243D-3C7B-6A6A-1E5192176928}"/>
              </a:ext>
            </a:extLst>
          </p:cNvPr>
          <p:cNvSpPr>
            <a:spLocks noGrp="1"/>
          </p:cNvSpPr>
          <p:nvPr>
            <p:ph type="body" idx="1"/>
          </p:nvPr>
        </p:nvSpPr>
        <p:spPr/>
        <p:txBody>
          <a:bodyPr/>
          <a:lstStyle/>
          <a:p>
            <a:r>
              <a:rPr lang="en-US" dirty="0"/>
              <a:t>Figure 3–2 Catabolic and anabolic pathways together constitute the cell’s metabolism. Note that a major portion of the energy stored in the chemical bonds of food molecules is dissipated as heat. thus, only some of this energy can be converted to the useful forms of energy needed to drive the synthesis of new molecules.</a:t>
            </a:r>
          </a:p>
        </p:txBody>
      </p:sp>
      <p:sp>
        <p:nvSpPr>
          <p:cNvPr id="4" name="Slide Number Placeholder 3">
            <a:extLst>
              <a:ext uri="{FF2B5EF4-FFF2-40B4-BE49-F238E27FC236}">
                <a16:creationId xmlns:a16="http://schemas.microsoft.com/office/drawing/2014/main" id="{11BACD78-9F6F-BFD7-BE4A-8274DE2D6789}"/>
              </a:ext>
            </a:extLst>
          </p:cNvPr>
          <p:cNvSpPr>
            <a:spLocks noGrp="1"/>
          </p:cNvSpPr>
          <p:nvPr>
            <p:ph type="sldNum" sz="quarter" idx="5"/>
          </p:nvPr>
        </p:nvSpPr>
        <p:spPr/>
        <p:txBody>
          <a:bodyPr/>
          <a:lstStyle/>
          <a:p>
            <a:fld id="{5F818A67-DE81-4BE5-A09A-01BC8A96D5BB}" type="slidenum">
              <a:rPr lang="en-US" smtClean="0"/>
              <a:t>28</a:t>
            </a:fld>
            <a:endParaRPr lang="en-US"/>
          </a:p>
        </p:txBody>
      </p:sp>
    </p:spTree>
    <p:extLst>
      <p:ext uri="{BB962C8B-B14F-4D97-AF65-F5344CB8AC3E}">
        <p14:creationId xmlns:p14="http://schemas.microsoft.com/office/powerpoint/2010/main" val="4510329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0C434-5638-3D43-67DC-521BDD9214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F1F50C-A243-17BC-6BEE-9987CC8D0F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EC0080-BCB6-5711-4831-759B2DA09344}"/>
              </a:ext>
            </a:extLst>
          </p:cNvPr>
          <p:cNvSpPr>
            <a:spLocks noGrp="1"/>
          </p:cNvSpPr>
          <p:nvPr>
            <p:ph type="body" idx="1"/>
          </p:nvPr>
        </p:nvSpPr>
        <p:spPr/>
        <p:txBody>
          <a:bodyPr/>
          <a:lstStyle/>
          <a:p>
            <a:r>
              <a:rPr lang="en-US" dirty="0"/>
              <a:t>Figure 3–2 Catabolic and anabolic pathways together constitute the cell’s metabolism. Note that a major portion of the energy stored in the chemical bonds of food molecules is dissipated as heat. thus, only some of this energy can be converted to the useful forms of energy needed to drive the synthesis of new molecules.</a:t>
            </a:r>
          </a:p>
        </p:txBody>
      </p:sp>
      <p:sp>
        <p:nvSpPr>
          <p:cNvPr id="4" name="Slide Number Placeholder 3">
            <a:extLst>
              <a:ext uri="{FF2B5EF4-FFF2-40B4-BE49-F238E27FC236}">
                <a16:creationId xmlns:a16="http://schemas.microsoft.com/office/drawing/2014/main" id="{9D8ED4B5-341E-159D-8BF7-4783548F673A}"/>
              </a:ext>
            </a:extLst>
          </p:cNvPr>
          <p:cNvSpPr>
            <a:spLocks noGrp="1"/>
          </p:cNvSpPr>
          <p:nvPr>
            <p:ph type="sldNum" sz="quarter" idx="5"/>
          </p:nvPr>
        </p:nvSpPr>
        <p:spPr/>
        <p:txBody>
          <a:bodyPr/>
          <a:lstStyle/>
          <a:p>
            <a:fld id="{5F818A67-DE81-4BE5-A09A-01BC8A96D5BB}" type="slidenum">
              <a:rPr lang="en-US" smtClean="0"/>
              <a:t>29</a:t>
            </a:fld>
            <a:endParaRPr lang="en-US"/>
          </a:p>
        </p:txBody>
      </p:sp>
    </p:spTree>
    <p:extLst>
      <p:ext uri="{BB962C8B-B14F-4D97-AF65-F5344CB8AC3E}">
        <p14:creationId xmlns:p14="http://schemas.microsoft.com/office/powerpoint/2010/main" val="319377015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5569A6-84BE-A654-7B2B-31C4039E94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D89507-EACE-A940-B7B7-B87042164B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9EF44F-6779-E81F-5047-C45D5F7FD39D}"/>
              </a:ext>
            </a:extLst>
          </p:cNvPr>
          <p:cNvSpPr>
            <a:spLocks noGrp="1"/>
          </p:cNvSpPr>
          <p:nvPr>
            <p:ph type="body" idx="1"/>
          </p:nvPr>
        </p:nvSpPr>
        <p:spPr/>
        <p:txBody>
          <a:bodyPr/>
          <a:lstStyle/>
          <a:p>
            <a:r>
              <a:rPr lang="en-US" dirty="0"/>
              <a:t>Figure 3–2 Catabolic and anabolic pathways together constitute the cell’s metabolism. Note that a major portion of the energy stored in the chemical bonds of food molecules is dissipated as heat. thus, only some of this energy can be converted to the useful forms of energy needed to drive the synthesis of new molecules.</a:t>
            </a:r>
          </a:p>
        </p:txBody>
      </p:sp>
      <p:sp>
        <p:nvSpPr>
          <p:cNvPr id="4" name="Slide Number Placeholder 3">
            <a:extLst>
              <a:ext uri="{FF2B5EF4-FFF2-40B4-BE49-F238E27FC236}">
                <a16:creationId xmlns:a16="http://schemas.microsoft.com/office/drawing/2014/main" id="{5F860F7D-6632-8179-0247-2BB20CB6830D}"/>
              </a:ext>
            </a:extLst>
          </p:cNvPr>
          <p:cNvSpPr>
            <a:spLocks noGrp="1"/>
          </p:cNvSpPr>
          <p:nvPr>
            <p:ph type="sldNum" sz="quarter" idx="5"/>
          </p:nvPr>
        </p:nvSpPr>
        <p:spPr/>
        <p:txBody>
          <a:bodyPr/>
          <a:lstStyle/>
          <a:p>
            <a:fld id="{5F818A67-DE81-4BE5-A09A-01BC8A96D5BB}" type="slidenum">
              <a:rPr lang="en-US" smtClean="0"/>
              <a:t>30</a:t>
            </a:fld>
            <a:endParaRPr lang="en-US"/>
          </a:p>
        </p:txBody>
      </p:sp>
    </p:spTree>
    <p:extLst>
      <p:ext uri="{BB962C8B-B14F-4D97-AF65-F5344CB8AC3E}">
        <p14:creationId xmlns:p14="http://schemas.microsoft.com/office/powerpoint/2010/main" val="4035891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C75437-ED6F-E9B8-1BA3-6C8B390923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52E695-EBF3-A440-E46A-18A21ADDC8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0921BA-9D64-8D4F-EC0C-3391AD1EC188}"/>
              </a:ext>
            </a:extLst>
          </p:cNvPr>
          <p:cNvSpPr>
            <a:spLocks noGrp="1"/>
          </p:cNvSpPr>
          <p:nvPr>
            <p:ph type="body" idx="1"/>
          </p:nvPr>
        </p:nvSpPr>
        <p:spPr/>
        <p:txBody>
          <a:bodyPr/>
          <a:lstStyle/>
          <a:p>
            <a:r>
              <a:rPr lang="en-US" dirty="0"/>
              <a:t>Figure 3–2 Catabolic and anabolic pathways together constitute the cell’s metabolism. Note that a major portion of the energy stored in the chemical bonds of food molecules is dissipated as heat. thus, only some of this energy can be converted to the useful forms of energy needed to drive the synthesis of new molecules.</a:t>
            </a:r>
          </a:p>
        </p:txBody>
      </p:sp>
      <p:sp>
        <p:nvSpPr>
          <p:cNvPr id="4" name="Slide Number Placeholder 3">
            <a:extLst>
              <a:ext uri="{FF2B5EF4-FFF2-40B4-BE49-F238E27FC236}">
                <a16:creationId xmlns:a16="http://schemas.microsoft.com/office/drawing/2014/main" id="{4D21549E-D234-CA78-1499-CBD6E767E91E}"/>
              </a:ext>
            </a:extLst>
          </p:cNvPr>
          <p:cNvSpPr>
            <a:spLocks noGrp="1"/>
          </p:cNvSpPr>
          <p:nvPr>
            <p:ph type="sldNum" sz="quarter" idx="5"/>
          </p:nvPr>
        </p:nvSpPr>
        <p:spPr/>
        <p:txBody>
          <a:bodyPr/>
          <a:lstStyle/>
          <a:p>
            <a:fld id="{5F818A67-DE81-4BE5-A09A-01BC8A96D5BB}" type="slidenum">
              <a:rPr lang="en-US" smtClean="0"/>
              <a:t>31</a:t>
            </a:fld>
            <a:endParaRPr lang="en-US"/>
          </a:p>
        </p:txBody>
      </p:sp>
    </p:spTree>
    <p:extLst>
      <p:ext uri="{BB962C8B-B14F-4D97-AF65-F5344CB8AC3E}">
        <p14:creationId xmlns:p14="http://schemas.microsoft.com/office/powerpoint/2010/main" val="312291581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71674E-8A19-F530-7A79-C6C1ADF4E3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03F7DD-8553-F9DB-75D2-E15C4717E64B}"/>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E12F66FC-8B88-6E0E-25FD-4BEADA188401}"/>
                  </a:ext>
                </a:extLst>
              </p:cNvPr>
              <p:cNvSpPr>
                <a:spLocks noGrp="1"/>
              </p:cNvSpPr>
              <p:nvPr>
                <p:ph type="body" idx="1"/>
              </p:nvPr>
            </p:nvSpPr>
            <p:spPr/>
            <p:txBody>
              <a:bodyPr/>
              <a:lstStyle/>
              <a:p>
                <a:r>
                  <a:rPr lang="es-ES" dirty="0" err="1"/>
                  <a:t>Algorithm</a:t>
                </a:r>
                <a:endParaRPr lang="es-ES" dirty="0"/>
              </a:p>
              <a:p>
                <a:pPr marL="171450" indent="-171450">
                  <a:buFont typeface="Arial" panose="020B0604020202020204" pitchFamily="34" charset="0"/>
                  <a:buChar char="•"/>
                </a:pPr>
                <a:r>
                  <a:rPr lang="es-ES" dirty="0" err="1"/>
                  <a:t>For</a:t>
                </a:r>
                <a:r>
                  <a:rPr lang="es-ES" dirty="0"/>
                  <a:t> </a:t>
                </a:r>
                <a:r>
                  <a:rPr lang="es-ES" dirty="0" err="1"/>
                  <a:t>each</a:t>
                </a:r>
                <a:r>
                  <a:rPr lang="es-ES" dirty="0"/>
                  <a:t> </a:t>
                </a:r>
                <a:r>
                  <a:rPr lang="es-ES" dirty="0" err="1"/>
                  <a:t>metabolite</a:t>
                </a:r>
                <a:r>
                  <a:rPr lang="es-ES" dirty="0"/>
                  <a:t> </a:t>
                </a:r>
                <a14:m>
                  <m:oMath xmlns:m="http://schemas.openxmlformats.org/officeDocument/2006/math">
                    <m:r>
                      <a:rPr lang="es-ES" sz="1200" i="1" kern="1200">
                        <a:solidFill>
                          <a:schemeClr val="tx1"/>
                        </a:solidFill>
                        <a:latin typeface="Cambria Math" panose="02040503050406030204" pitchFamily="18" charset="0"/>
                        <a:ea typeface="+mn-ea"/>
                        <a:cs typeface="+mn-cs"/>
                      </a:rPr>
                      <m:t>𝑚</m:t>
                    </m:r>
                  </m:oMath>
                </a14:m>
                <a:r>
                  <a:rPr lang="es-ES" dirty="0"/>
                  <a:t>, </a:t>
                </a:r>
                <a:r>
                  <a:rPr lang="es-ES" dirty="0" err="1"/>
                  <a:t>list</a:t>
                </a:r>
                <a:r>
                  <a:rPr lang="es-ES" dirty="0"/>
                  <a:t> </a:t>
                </a:r>
                <a:r>
                  <a:rPr lang="es-ES" dirty="0" err="1"/>
                  <a:t>producers</a:t>
                </a:r>
                <a:r>
                  <a:rPr lang="es-ES" dirty="0"/>
                  <a:t> </a:t>
                </a:r>
                <a14:m>
                  <m:oMath xmlns:m="http://schemas.openxmlformats.org/officeDocument/2006/math">
                    <m:r>
                      <a:rPr lang="es-ES" sz="1200" i="1" kern="1200">
                        <a:solidFill>
                          <a:schemeClr val="tx1"/>
                        </a:solidFill>
                        <a:latin typeface="Cambria Math" panose="02040503050406030204" pitchFamily="18" charset="0"/>
                        <a:ea typeface="+mn-ea"/>
                        <a:cs typeface="+mn-cs"/>
                      </a:rPr>
                      <m:t>𝑃</m:t>
                    </m:r>
                  </m:oMath>
                </a14:m>
                <a:r>
                  <a:rPr lang="es-ES" dirty="0"/>
                  <a:t>(</a:t>
                </a:r>
                <a:r>
                  <a:rPr lang="es-ES" dirty="0" err="1"/>
                  <a:t>reactions</a:t>
                </a:r>
                <a:r>
                  <a:rPr lang="es-ES" dirty="0"/>
                  <a:t> </a:t>
                </a:r>
                <a:r>
                  <a:rPr lang="es-ES" dirty="0" err="1"/>
                  <a:t>with</a:t>
                </a:r>
                <a:r>
                  <a:rPr lang="es-ES" dirty="0"/>
                  <a:t> </a:t>
                </a:r>
                <a14:m>
                  <m:oMath xmlns:m="http://schemas.openxmlformats.org/officeDocument/2006/math">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𝑆</m:t>
                        </m:r>
                      </m:e>
                      <m:sub>
                        <m:r>
                          <a:rPr lang="ar-AE" sz="1200" i="1" kern="1200">
                            <a:solidFill>
                              <a:schemeClr val="tx1"/>
                            </a:solidFill>
                            <a:latin typeface="Cambria Math" panose="02040503050406030204" pitchFamily="18" charset="0"/>
                            <a:ea typeface="+mn-ea"/>
                            <a:cs typeface="+mn-cs"/>
                          </a:rPr>
                          <m:t>𝑚</m:t>
                        </m:r>
                        <m:r>
                          <a:rPr lang="ar-AE" sz="1200" i="0" kern="1200">
                            <a:solidFill>
                              <a:schemeClr val="tx1"/>
                            </a:solidFill>
                            <a:latin typeface="Cambria Math" panose="02040503050406030204" pitchFamily="18" charset="0"/>
                            <a:ea typeface="+mn-ea"/>
                            <a:cs typeface="+mn-cs"/>
                          </a:rPr>
                          <m:t>,</m:t>
                        </m:r>
                        <m:r>
                          <a:rPr lang="ar-AE" sz="1200" i="1" kern="1200">
                            <a:solidFill>
                              <a:schemeClr val="tx1"/>
                            </a:solidFill>
                            <a:latin typeface="Cambria Math" panose="02040503050406030204" pitchFamily="18" charset="0"/>
                            <a:ea typeface="+mn-ea"/>
                            <a:cs typeface="+mn-cs"/>
                          </a:rPr>
                          <m:t>𝑗</m:t>
                        </m:r>
                      </m:sub>
                    </m:sSub>
                    <m:r>
                      <a:rPr lang="ar-AE" sz="1200" i="0" kern="1200">
                        <a:solidFill>
                          <a:schemeClr val="tx1"/>
                        </a:solidFill>
                        <a:latin typeface="Cambria Math" panose="02040503050406030204" pitchFamily="18" charset="0"/>
                        <a:ea typeface="+mn-ea"/>
                        <a:cs typeface="+mn-cs"/>
                      </a:rPr>
                      <m:t>&gt;0</m:t>
                    </m:r>
                  </m:oMath>
                </a14:m>
                <a:r>
                  <a:rPr lang="ar-AE" dirty="0"/>
                  <a:t>)</a:t>
                </a:r>
              </a:p>
              <a:p>
                <a:pPr marL="171450" indent="-171450">
                  <a:buFont typeface="Arial" panose="020B0604020202020204" pitchFamily="34" charset="0"/>
                  <a:buChar char="•"/>
                </a:pPr>
                <a:r>
                  <a:rPr lang="es-ES" dirty="0" err="1"/>
                  <a:t>List</a:t>
                </a:r>
                <a:r>
                  <a:rPr lang="es-ES" dirty="0"/>
                  <a:t> </a:t>
                </a:r>
                <a:r>
                  <a:rPr lang="es-ES" dirty="0" err="1"/>
                  <a:t>consumers</a:t>
                </a:r>
                <a:r>
                  <a:rPr lang="es-ES" dirty="0"/>
                  <a:t> </a:t>
                </a:r>
                <a14:m>
                  <m:oMath xmlns:m="http://schemas.openxmlformats.org/officeDocument/2006/math">
                    <m:r>
                      <a:rPr lang="es-ES" sz="1200" i="1" kern="1200">
                        <a:solidFill>
                          <a:schemeClr val="tx1"/>
                        </a:solidFill>
                        <a:latin typeface="Cambria Math" panose="02040503050406030204" pitchFamily="18" charset="0"/>
                        <a:ea typeface="+mn-ea"/>
                        <a:cs typeface="+mn-cs"/>
                      </a:rPr>
                      <m:t>𝐶</m:t>
                    </m:r>
                  </m:oMath>
                </a14:m>
                <a:r>
                  <a:rPr lang="es-ES" dirty="0"/>
                  <a:t>(</a:t>
                </a:r>
                <a:r>
                  <a:rPr lang="es-ES" dirty="0" err="1"/>
                  <a:t>reactions</a:t>
                </a:r>
                <a:r>
                  <a:rPr lang="es-ES" dirty="0"/>
                  <a:t> </a:t>
                </a:r>
                <a:r>
                  <a:rPr lang="es-ES" dirty="0" err="1"/>
                  <a:t>with</a:t>
                </a:r>
                <a:r>
                  <a:rPr lang="es-ES" dirty="0"/>
                  <a:t> </a:t>
                </a:r>
                <a14:m>
                  <m:oMath xmlns:m="http://schemas.openxmlformats.org/officeDocument/2006/math">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𝑆</m:t>
                        </m:r>
                      </m:e>
                      <m:sub>
                        <m:r>
                          <a:rPr lang="ar-AE" sz="1200" i="1" kern="1200">
                            <a:solidFill>
                              <a:schemeClr val="tx1"/>
                            </a:solidFill>
                            <a:latin typeface="Cambria Math" panose="02040503050406030204" pitchFamily="18" charset="0"/>
                            <a:ea typeface="+mn-ea"/>
                            <a:cs typeface="+mn-cs"/>
                          </a:rPr>
                          <m:t>𝑚</m:t>
                        </m:r>
                        <m:r>
                          <a:rPr lang="ar-AE" sz="1200" i="0" kern="1200">
                            <a:solidFill>
                              <a:schemeClr val="tx1"/>
                            </a:solidFill>
                            <a:latin typeface="Cambria Math" panose="02040503050406030204" pitchFamily="18" charset="0"/>
                            <a:ea typeface="+mn-ea"/>
                            <a:cs typeface="+mn-cs"/>
                          </a:rPr>
                          <m:t>,</m:t>
                        </m:r>
                        <m:r>
                          <a:rPr lang="ar-AE" sz="1200" i="1" kern="1200">
                            <a:solidFill>
                              <a:schemeClr val="tx1"/>
                            </a:solidFill>
                            <a:latin typeface="Cambria Math" panose="02040503050406030204" pitchFamily="18" charset="0"/>
                            <a:ea typeface="+mn-ea"/>
                            <a:cs typeface="+mn-cs"/>
                          </a:rPr>
                          <m:t>𝑗</m:t>
                        </m:r>
                      </m:sub>
                    </m:sSub>
                    <m:r>
                      <a:rPr lang="ar-AE" sz="1200" i="0" kern="1200">
                        <a:solidFill>
                          <a:schemeClr val="tx1"/>
                        </a:solidFill>
                        <a:latin typeface="Cambria Math" panose="02040503050406030204" pitchFamily="18" charset="0"/>
                        <a:ea typeface="+mn-ea"/>
                        <a:cs typeface="+mn-cs"/>
                      </a:rPr>
                      <m:t>&lt;0</m:t>
                    </m:r>
                  </m:oMath>
                </a14:m>
                <a:r>
                  <a:rPr lang="ar-AE" dirty="0"/>
                  <a:t>)</a:t>
                </a:r>
              </a:p>
              <a:p>
                <a:pPr marL="171450" indent="-171450">
                  <a:buFont typeface="Arial" panose="020B0604020202020204" pitchFamily="34" charset="0"/>
                  <a:buChar char="•"/>
                </a:pPr>
                <a:r>
                  <a:rPr lang="es-ES" dirty="0" err="1"/>
                  <a:t>If</a:t>
                </a:r>
                <a:r>
                  <a:rPr lang="es-ES" dirty="0"/>
                  <a:t> </a:t>
                </a:r>
                <a14:m>
                  <m:oMath xmlns:m="http://schemas.openxmlformats.org/officeDocument/2006/math">
                    <m:r>
                      <a:rPr lang="es-ES" sz="1200" kern="1200">
                        <a:solidFill>
                          <a:schemeClr val="tx1"/>
                        </a:solidFill>
                        <a:latin typeface="Cambria Math" panose="02040503050406030204" pitchFamily="18" charset="0"/>
                        <a:ea typeface="+mn-ea"/>
                        <a:cs typeface="+mn-cs"/>
                      </a:rPr>
                      <m:t>∣</m:t>
                    </m:r>
                    <m:r>
                      <a:rPr lang="es-ES" sz="1200" i="1" kern="1200">
                        <a:solidFill>
                          <a:schemeClr val="tx1"/>
                        </a:solidFill>
                        <a:latin typeface="Cambria Math" panose="02040503050406030204" pitchFamily="18" charset="0"/>
                        <a:ea typeface="+mn-ea"/>
                        <a:cs typeface="+mn-cs"/>
                      </a:rPr>
                      <m:t>𝑃</m:t>
                    </m:r>
                    <m:r>
                      <a:rPr lang="es-ES" sz="1200" i="0" kern="1200">
                        <a:solidFill>
                          <a:schemeClr val="tx1"/>
                        </a:solidFill>
                        <a:latin typeface="Cambria Math" panose="02040503050406030204" pitchFamily="18" charset="0"/>
                        <a:ea typeface="+mn-ea"/>
                        <a:cs typeface="+mn-cs"/>
                      </a:rPr>
                      <m:t>∣≥2</m:t>
                    </m:r>
                  </m:oMath>
                </a14:m>
                <a:r>
                  <a:rPr lang="es-ES" dirty="0"/>
                  <a:t>and </a:t>
                </a:r>
                <a14:m>
                  <m:oMath xmlns:m="http://schemas.openxmlformats.org/officeDocument/2006/math">
                    <m:r>
                      <a:rPr lang="es-ES" sz="1200" kern="1200">
                        <a:solidFill>
                          <a:schemeClr val="tx1"/>
                        </a:solidFill>
                        <a:latin typeface="Cambria Math" panose="02040503050406030204" pitchFamily="18" charset="0"/>
                        <a:ea typeface="+mn-ea"/>
                        <a:cs typeface="+mn-cs"/>
                      </a:rPr>
                      <m:t>∣</m:t>
                    </m:r>
                    <m:r>
                      <a:rPr lang="es-ES" sz="1200" i="1" kern="1200">
                        <a:solidFill>
                          <a:schemeClr val="tx1"/>
                        </a:solidFill>
                        <a:latin typeface="Cambria Math" panose="02040503050406030204" pitchFamily="18" charset="0"/>
                        <a:ea typeface="+mn-ea"/>
                        <a:cs typeface="+mn-cs"/>
                      </a:rPr>
                      <m:t>𝐶</m:t>
                    </m:r>
                    <m:r>
                      <a:rPr lang="es-ES" sz="1200" i="0" kern="1200">
                        <a:solidFill>
                          <a:schemeClr val="tx1"/>
                        </a:solidFill>
                        <a:latin typeface="Cambria Math" panose="02040503050406030204" pitchFamily="18" charset="0"/>
                        <a:ea typeface="+mn-ea"/>
                        <a:cs typeface="+mn-cs"/>
                      </a:rPr>
                      <m:t>∣≥1</m:t>
                    </m:r>
                  </m:oMath>
                </a14:m>
                <a:r>
                  <a:rPr lang="es-ES" dirty="0"/>
                  <a:t>, </a:t>
                </a:r>
                <a:r>
                  <a:rPr lang="es-ES" dirty="0" err="1"/>
                  <a:t>check</a:t>
                </a:r>
                <a:r>
                  <a:rPr lang="es-ES" dirty="0"/>
                  <a:t> candidate outputs </a:t>
                </a:r>
                <a14:m>
                  <m:oMath xmlns:m="http://schemas.openxmlformats.org/officeDocument/2006/math">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𝑟</m:t>
                        </m:r>
                      </m:e>
                      <m:sub>
                        <m:r>
                          <a:rPr lang="ar-AE" sz="1200" i="0" kern="1200">
                            <a:solidFill>
                              <a:schemeClr val="tx1"/>
                            </a:solidFill>
                            <a:latin typeface="Cambria Math" panose="02040503050406030204" pitchFamily="18" charset="0"/>
                            <a:ea typeface="+mn-ea"/>
                            <a:cs typeface="+mn-cs"/>
                          </a:rPr>
                          <m:t>3</m:t>
                        </m:r>
                      </m:sub>
                    </m:sSub>
                    <m:r>
                      <a:rPr lang="ar-AE" sz="1200" i="0" kern="1200">
                        <a:solidFill>
                          <a:schemeClr val="tx1"/>
                        </a:solidFill>
                        <a:latin typeface="Cambria Math" panose="02040503050406030204" pitchFamily="18" charset="0"/>
                        <a:ea typeface="+mn-ea"/>
                        <a:cs typeface="+mn-cs"/>
                      </a:rPr>
                      <m:t>∈</m:t>
                    </m:r>
                    <m:r>
                      <a:rPr lang="ar-AE" sz="1200" i="1" kern="1200">
                        <a:solidFill>
                          <a:schemeClr val="tx1"/>
                        </a:solidFill>
                        <a:latin typeface="Cambria Math" panose="02040503050406030204" pitchFamily="18" charset="0"/>
                        <a:ea typeface="+mn-ea"/>
                        <a:cs typeface="+mn-cs"/>
                      </a:rPr>
                      <m:t>𝐶</m:t>
                    </m:r>
                  </m:oMath>
                </a14:m>
                <a:endParaRPr lang="ar-AE" dirty="0"/>
              </a:p>
              <a:p>
                <a:pPr marL="171450" indent="-171450">
                  <a:buFont typeface="Arial" panose="020B0604020202020204" pitchFamily="34" charset="0"/>
                  <a:buChar char="•"/>
                </a:pPr>
                <a:r>
                  <a:rPr lang="es-ES" dirty="0" err="1"/>
                  <a:t>Prefer</a:t>
                </a:r>
                <a:r>
                  <a:rPr lang="es-ES" dirty="0"/>
                  <a:t> cases </a:t>
                </a:r>
                <a:r>
                  <a:rPr lang="es-ES" dirty="0" err="1"/>
                  <a:t>where</a:t>
                </a:r>
                <a:r>
                  <a:rPr lang="es-ES" dirty="0"/>
                  <a:t> </a:t>
                </a:r>
                <a14:m>
                  <m:oMath xmlns:m="http://schemas.openxmlformats.org/officeDocument/2006/math">
                    <m:r>
                      <a:rPr lang="es-ES" sz="1200" i="1" kern="1200">
                        <a:solidFill>
                          <a:schemeClr val="tx1"/>
                        </a:solidFill>
                        <a:latin typeface="Cambria Math" panose="02040503050406030204" pitchFamily="18" charset="0"/>
                        <a:ea typeface="+mn-ea"/>
                        <a:cs typeface="+mn-cs"/>
                      </a:rPr>
                      <m:t>𝑚</m:t>
                    </m:r>
                  </m:oMath>
                </a14:m>
                <a:r>
                  <a:rPr lang="es-ES" dirty="0"/>
                  <a:t>has </a:t>
                </a:r>
                <a:r>
                  <a:rPr lang="es-ES" b="1" dirty="0" err="1"/>
                  <a:t>exactly</a:t>
                </a:r>
                <a:r>
                  <a:rPr lang="es-ES" dirty="0"/>
                  <a:t> 2 </a:t>
                </a:r>
                <a:r>
                  <a:rPr lang="es-ES" dirty="0" err="1"/>
                  <a:t>producers</a:t>
                </a:r>
                <a:r>
                  <a:rPr lang="es-ES" dirty="0"/>
                  <a:t> and 1 </a:t>
                </a:r>
                <a:r>
                  <a:rPr lang="es-ES" dirty="0" err="1"/>
                  <a:t>consumer</a:t>
                </a:r>
                <a:r>
                  <a:rPr lang="es-ES" dirty="0"/>
                  <a:t> (</a:t>
                </a:r>
                <a:r>
                  <a:rPr lang="es-ES" dirty="0" err="1"/>
                  <a:t>tightest</a:t>
                </a:r>
                <a:r>
                  <a:rPr lang="es-ES" dirty="0"/>
                  <a:t> “</a:t>
                </a:r>
                <a:r>
                  <a:rPr lang="es-ES" dirty="0" err="1"/>
                  <a:t>adder</a:t>
                </a:r>
                <a:r>
                  <a:rPr lang="es-ES" dirty="0"/>
                  <a:t>”)</a:t>
                </a:r>
              </a:p>
              <a:p>
                <a:pPr marL="171450" indent="-171450">
                  <a:buFont typeface="Arial" panose="020B0604020202020204" pitchFamily="34" charset="0"/>
                  <a:buChar char="•"/>
                </a:pPr>
                <a:r>
                  <a:rPr lang="es-ES" dirty="0" err="1"/>
                  <a:t>Intersect</a:t>
                </a:r>
                <a:r>
                  <a:rPr lang="es-ES" dirty="0"/>
                  <a:t> </a:t>
                </a:r>
                <a:r>
                  <a:rPr lang="es-ES" dirty="0" err="1"/>
                  <a:t>producers</a:t>
                </a:r>
                <a:r>
                  <a:rPr lang="es-ES" dirty="0"/>
                  <a:t> </a:t>
                </a:r>
                <a:r>
                  <a:rPr lang="es-ES" dirty="0" err="1"/>
                  <a:t>with</a:t>
                </a:r>
                <a:r>
                  <a:rPr lang="es-ES" dirty="0"/>
                  <a:t> </a:t>
                </a:r>
                <a:r>
                  <a:rPr lang="es-ES" dirty="0" err="1"/>
                  <a:t>your</a:t>
                </a:r>
                <a:r>
                  <a:rPr lang="es-ES" dirty="0"/>
                  <a:t> </a:t>
                </a:r>
                <a:r>
                  <a:rPr lang="es-ES" b="1" dirty="0"/>
                  <a:t>single-gene </a:t>
                </a:r>
                <a:r>
                  <a:rPr lang="es-ES" b="1" dirty="0" err="1"/>
                  <a:t>reaction</a:t>
                </a:r>
                <a:r>
                  <a:rPr lang="es-ES" b="1" dirty="0"/>
                  <a:t> </a:t>
                </a:r>
                <a:r>
                  <a:rPr lang="es-ES" b="1" dirty="0" err="1"/>
                  <a:t>list</a:t>
                </a:r>
                <a:r>
                  <a:rPr lang="es-ES" dirty="0"/>
                  <a:t> (</a:t>
                </a:r>
                <a:r>
                  <a:rPr lang="es-ES" dirty="0" err="1"/>
                  <a:t>your</a:t>
                </a:r>
                <a:r>
                  <a:rPr lang="es-ES" dirty="0"/>
                  <a:t> </a:t>
                </a:r>
                <a:r>
                  <a:rPr lang="es-ES" dirty="0" err="1"/>
                  <a:t>current</a:t>
                </a:r>
                <a:r>
                  <a:rPr lang="es-ES" dirty="0"/>
                  <a:t> </a:t>
                </a:r>
                <a:r>
                  <a:rPr lang="es-ES" dirty="0" err="1"/>
                  <a:t>code</a:t>
                </a:r>
                <a:r>
                  <a:rPr lang="es-ES" dirty="0"/>
                  <a:t> </a:t>
                </a:r>
                <a:r>
                  <a:rPr lang="es-ES" dirty="0" err="1"/>
                  <a:t>already</a:t>
                </a:r>
                <a:r>
                  <a:rPr lang="es-ES" dirty="0"/>
                  <a:t> </a:t>
                </a:r>
                <a:r>
                  <a:rPr lang="es-ES" dirty="0" err="1"/>
                  <a:t>gives</a:t>
                </a:r>
                <a:r>
                  <a:rPr lang="es-ES" dirty="0"/>
                  <a:t> </a:t>
                </a:r>
                <a:r>
                  <a:rPr lang="es-ES" dirty="0" err="1"/>
                  <a:t>that</a:t>
                </a:r>
                <a:r>
                  <a:rPr lang="es-ES" dirty="0"/>
                  <a:t>)</a:t>
                </a:r>
              </a:p>
              <a:p>
                <a:endParaRPr lang="en-US" dirty="0"/>
              </a:p>
            </p:txBody>
          </p:sp>
        </mc:Choice>
        <mc:Fallback xmlns="">
          <p:sp>
            <p:nvSpPr>
              <p:cNvPr id="3" name="Notes Placeholder 2">
                <a:extLst>
                  <a:ext uri="{FF2B5EF4-FFF2-40B4-BE49-F238E27FC236}">
                    <a16:creationId xmlns:a16="http://schemas.microsoft.com/office/drawing/2014/main" id="{21EECFA1-5399-3134-1367-0B37BE108452}"/>
                  </a:ext>
                </a:extLst>
              </p:cNvPr>
              <p:cNvSpPr>
                <a:spLocks noGrp="1"/>
              </p:cNvSpPr>
              <p:nvPr>
                <p:ph type="body" idx="1"/>
              </p:nvPr>
            </p:nvSpPr>
            <p:spPr/>
            <p:txBody>
              <a:bodyPr/>
              <a:lstStyle/>
              <a:p>
                <a:r>
                  <a:rPr lang="es-ES" dirty="0" err="1"/>
                  <a:t>Algorithm</a:t>
                </a:r>
                <a:endParaRPr lang="es-ES" dirty="0"/>
              </a:p>
              <a:p>
                <a:pPr marL="171450" indent="-171450">
                  <a:buFont typeface="Arial" panose="020B0604020202020204" pitchFamily="34" charset="0"/>
                  <a:buChar char="•"/>
                </a:pPr>
                <a:r>
                  <a:rPr lang="es-ES" dirty="0" err="1"/>
                  <a:t>For</a:t>
                </a:r>
                <a:r>
                  <a:rPr lang="es-ES" dirty="0"/>
                  <a:t> </a:t>
                </a:r>
                <a:r>
                  <a:rPr lang="es-ES" dirty="0" err="1"/>
                  <a:t>each</a:t>
                </a:r>
                <a:r>
                  <a:rPr lang="es-ES" dirty="0"/>
                  <a:t> </a:t>
                </a:r>
                <a:r>
                  <a:rPr lang="es-ES" dirty="0" err="1"/>
                  <a:t>metabolite</a:t>
                </a:r>
                <a:r>
                  <a:rPr lang="es-ES" dirty="0"/>
                  <a:t> </a:t>
                </a:r>
                <a:r>
                  <a:rPr lang="es-ES" sz="1200" i="0" kern="1200">
                    <a:solidFill>
                      <a:schemeClr val="tx1"/>
                    </a:solidFill>
                    <a:latin typeface="Cambria Math" panose="02040503050406030204" pitchFamily="18" charset="0"/>
                    <a:ea typeface="+mn-ea"/>
                    <a:cs typeface="+mn-cs"/>
                  </a:rPr>
                  <a:t>𝑚</a:t>
                </a:r>
                <a:r>
                  <a:rPr lang="es-ES" dirty="0"/>
                  <a:t>, </a:t>
                </a:r>
                <a:r>
                  <a:rPr lang="es-ES" dirty="0" err="1"/>
                  <a:t>list</a:t>
                </a:r>
                <a:r>
                  <a:rPr lang="es-ES" dirty="0"/>
                  <a:t> </a:t>
                </a:r>
                <a:r>
                  <a:rPr lang="es-ES" dirty="0" err="1"/>
                  <a:t>producers</a:t>
                </a:r>
                <a:r>
                  <a:rPr lang="es-ES" dirty="0"/>
                  <a:t> </a:t>
                </a:r>
                <a:r>
                  <a:rPr lang="es-ES" sz="1200" i="0" kern="1200">
                    <a:solidFill>
                      <a:schemeClr val="tx1"/>
                    </a:solidFill>
                    <a:latin typeface="Cambria Math" panose="02040503050406030204" pitchFamily="18" charset="0"/>
                    <a:ea typeface="+mn-ea"/>
                    <a:cs typeface="+mn-cs"/>
                  </a:rPr>
                  <a:t>𝑃</a:t>
                </a:r>
                <a:r>
                  <a:rPr lang="es-ES" dirty="0"/>
                  <a:t>(</a:t>
                </a:r>
                <a:r>
                  <a:rPr lang="es-ES" dirty="0" err="1"/>
                  <a:t>reactions</a:t>
                </a:r>
                <a:r>
                  <a:rPr lang="es-ES" dirty="0"/>
                  <a:t> </a:t>
                </a:r>
                <a:r>
                  <a:rPr lang="es-ES" dirty="0" err="1"/>
                  <a:t>with</a:t>
                </a:r>
                <a:r>
                  <a:rPr lang="es-ES" dirty="0"/>
                  <a:t> </a:t>
                </a:r>
                <a:r>
                  <a:rPr lang="ar-AE" sz="1200" i="0" kern="1200">
                    <a:solidFill>
                      <a:schemeClr val="tx1"/>
                    </a:solidFill>
                    <a:latin typeface="Cambria Math" panose="02040503050406030204" pitchFamily="18" charset="0"/>
                    <a:ea typeface="+mn-ea"/>
                    <a:cs typeface="+mn-cs"/>
                  </a:rPr>
                  <a:t>𝑆_(𝑚,𝑗)&gt;0</a:t>
                </a:r>
                <a:r>
                  <a:rPr lang="ar-AE" dirty="0"/>
                  <a:t>)</a:t>
                </a:r>
              </a:p>
              <a:p>
                <a:pPr marL="171450" indent="-171450">
                  <a:buFont typeface="Arial" panose="020B0604020202020204" pitchFamily="34" charset="0"/>
                  <a:buChar char="•"/>
                </a:pPr>
                <a:r>
                  <a:rPr lang="es-ES" dirty="0" err="1"/>
                  <a:t>List</a:t>
                </a:r>
                <a:r>
                  <a:rPr lang="es-ES" dirty="0"/>
                  <a:t> </a:t>
                </a:r>
                <a:r>
                  <a:rPr lang="es-ES" dirty="0" err="1"/>
                  <a:t>consumers</a:t>
                </a:r>
                <a:r>
                  <a:rPr lang="es-ES" dirty="0"/>
                  <a:t> </a:t>
                </a:r>
                <a:r>
                  <a:rPr lang="es-ES" sz="1200" i="0" kern="1200">
                    <a:solidFill>
                      <a:schemeClr val="tx1"/>
                    </a:solidFill>
                    <a:latin typeface="Cambria Math" panose="02040503050406030204" pitchFamily="18" charset="0"/>
                    <a:ea typeface="+mn-ea"/>
                    <a:cs typeface="+mn-cs"/>
                  </a:rPr>
                  <a:t>𝐶</a:t>
                </a:r>
                <a:r>
                  <a:rPr lang="es-ES" dirty="0"/>
                  <a:t>(</a:t>
                </a:r>
                <a:r>
                  <a:rPr lang="es-ES" dirty="0" err="1"/>
                  <a:t>reactions</a:t>
                </a:r>
                <a:r>
                  <a:rPr lang="es-ES" dirty="0"/>
                  <a:t> </a:t>
                </a:r>
                <a:r>
                  <a:rPr lang="es-ES" dirty="0" err="1"/>
                  <a:t>with</a:t>
                </a:r>
                <a:r>
                  <a:rPr lang="es-ES" dirty="0"/>
                  <a:t> </a:t>
                </a:r>
                <a:r>
                  <a:rPr lang="ar-AE" sz="1200" i="0" kern="1200">
                    <a:solidFill>
                      <a:schemeClr val="tx1"/>
                    </a:solidFill>
                    <a:latin typeface="Cambria Math" panose="02040503050406030204" pitchFamily="18" charset="0"/>
                    <a:ea typeface="+mn-ea"/>
                    <a:cs typeface="+mn-cs"/>
                  </a:rPr>
                  <a:t>𝑆_(𝑚,𝑗)&lt;0</a:t>
                </a:r>
                <a:r>
                  <a:rPr lang="ar-AE" dirty="0"/>
                  <a:t>)</a:t>
                </a:r>
              </a:p>
              <a:p>
                <a:pPr marL="171450" indent="-171450">
                  <a:buFont typeface="Arial" panose="020B0604020202020204" pitchFamily="34" charset="0"/>
                  <a:buChar char="•"/>
                </a:pPr>
                <a:r>
                  <a:rPr lang="es-ES" dirty="0" err="1"/>
                  <a:t>If</a:t>
                </a:r>
                <a:r>
                  <a:rPr lang="es-ES" dirty="0"/>
                  <a:t> </a:t>
                </a:r>
                <a:r>
                  <a:rPr lang="es-ES" sz="1200" i="0" kern="1200">
                    <a:solidFill>
                      <a:schemeClr val="tx1"/>
                    </a:solidFill>
                    <a:latin typeface="Cambria Math" panose="02040503050406030204" pitchFamily="18" charset="0"/>
                    <a:ea typeface="+mn-ea"/>
                    <a:cs typeface="+mn-cs"/>
                  </a:rPr>
                  <a:t>∣𝑃∣≥2</a:t>
                </a:r>
                <a:r>
                  <a:rPr lang="es-ES" dirty="0"/>
                  <a:t>and </a:t>
                </a:r>
                <a:r>
                  <a:rPr lang="es-ES" sz="1200" i="0" kern="1200">
                    <a:solidFill>
                      <a:schemeClr val="tx1"/>
                    </a:solidFill>
                    <a:latin typeface="Cambria Math" panose="02040503050406030204" pitchFamily="18" charset="0"/>
                    <a:ea typeface="+mn-ea"/>
                    <a:cs typeface="+mn-cs"/>
                  </a:rPr>
                  <a:t>∣𝐶∣≥1</a:t>
                </a:r>
                <a:r>
                  <a:rPr lang="es-ES" dirty="0"/>
                  <a:t>, </a:t>
                </a:r>
                <a:r>
                  <a:rPr lang="es-ES" dirty="0" err="1"/>
                  <a:t>check</a:t>
                </a:r>
                <a:r>
                  <a:rPr lang="es-ES" dirty="0"/>
                  <a:t> candidate outputs </a:t>
                </a:r>
                <a:r>
                  <a:rPr lang="ar-AE" sz="1200" i="0" kern="1200">
                    <a:solidFill>
                      <a:schemeClr val="tx1"/>
                    </a:solidFill>
                    <a:latin typeface="Cambria Math" panose="02040503050406030204" pitchFamily="18" charset="0"/>
                    <a:ea typeface="+mn-ea"/>
                    <a:cs typeface="+mn-cs"/>
                  </a:rPr>
                  <a:t>𝑟_3∈𝐶</a:t>
                </a:r>
                <a:endParaRPr lang="ar-AE" dirty="0"/>
              </a:p>
              <a:p>
                <a:pPr marL="171450" indent="-171450">
                  <a:buFont typeface="Arial" panose="020B0604020202020204" pitchFamily="34" charset="0"/>
                  <a:buChar char="•"/>
                </a:pPr>
                <a:r>
                  <a:rPr lang="es-ES" dirty="0" err="1"/>
                  <a:t>Prefer</a:t>
                </a:r>
                <a:r>
                  <a:rPr lang="es-ES" dirty="0"/>
                  <a:t> cases </a:t>
                </a:r>
                <a:r>
                  <a:rPr lang="es-ES" dirty="0" err="1"/>
                  <a:t>where</a:t>
                </a:r>
                <a:r>
                  <a:rPr lang="es-ES" dirty="0"/>
                  <a:t> </a:t>
                </a:r>
                <a:r>
                  <a:rPr lang="es-ES" sz="1200" i="0" kern="1200">
                    <a:solidFill>
                      <a:schemeClr val="tx1"/>
                    </a:solidFill>
                    <a:latin typeface="Cambria Math" panose="02040503050406030204" pitchFamily="18" charset="0"/>
                    <a:ea typeface="+mn-ea"/>
                    <a:cs typeface="+mn-cs"/>
                  </a:rPr>
                  <a:t>𝑚</a:t>
                </a:r>
                <a:r>
                  <a:rPr lang="es-ES" dirty="0"/>
                  <a:t>has </a:t>
                </a:r>
                <a:r>
                  <a:rPr lang="es-ES" b="1" dirty="0" err="1"/>
                  <a:t>exactly</a:t>
                </a:r>
                <a:r>
                  <a:rPr lang="es-ES" dirty="0"/>
                  <a:t> 2 </a:t>
                </a:r>
                <a:r>
                  <a:rPr lang="es-ES" dirty="0" err="1"/>
                  <a:t>producers</a:t>
                </a:r>
                <a:r>
                  <a:rPr lang="es-ES" dirty="0"/>
                  <a:t> and 1 </a:t>
                </a:r>
                <a:r>
                  <a:rPr lang="es-ES" dirty="0" err="1"/>
                  <a:t>consumer</a:t>
                </a:r>
                <a:r>
                  <a:rPr lang="es-ES" dirty="0"/>
                  <a:t> (</a:t>
                </a:r>
                <a:r>
                  <a:rPr lang="es-ES" dirty="0" err="1"/>
                  <a:t>tightest</a:t>
                </a:r>
                <a:r>
                  <a:rPr lang="es-ES" dirty="0"/>
                  <a:t> “</a:t>
                </a:r>
                <a:r>
                  <a:rPr lang="es-ES" dirty="0" err="1"/>
                  <a:t>adder</a:t>
                </a:r>
                <a:r>
                  <a:rPr lang="es-ES" dirty="0"/>
                  <a:t>”)</a:t>
                </a:r>
              </a:p>
              <a:p>
                <a:pPr marL="171450" indent="-171450">
                  <a:buFont typeface="Arial" panose="020B0604020202020204" pitchFamily="34" charset="0"/>
                  <a:buChar char="•"/>
                </a:pPr>
                <a:r>
                  <a:rPr lang="es-ES" dirty="0" err="1"/>
                  <a:t>Intersect</a:t>
                </a:r>
                <a:r>
                  <a:rPr lang="es-ES" dirty="0"/>
                  <a:t> </a:t>
                </a:r>
                <a:r>
                  <a:rPr lang="es-ES" dirty="0" err="1"/>
                  <a:t>producers</a:t>
                </a:r>
                <a:r>
                  <a:rPr lang="es-ES" dirty="0"/>
                  <a:t> </a:t>
                </a:r>
                <a:r>
                  <a:rPr lang="es-ES" dirty="0" err="1"/>
                  <a:t>with</a:t>
                </a:r>
                <a:r>
                  <a:rPr lang="es-ES" dirty="0"/>
                  <a:t> </a:t>
                </a:r>
                <a:r>
                  <a:rPr lang="es-ES" dirty="0" err="1"/>
                  <a:t>your</a:t>
                </a:r>
                <a:r>
                  <a:rPr lang="es-ES" dirty="0"/>
                  <a:t> </a:t>
                </a:r>
                <a:r>
                  <a:rPr lang="es-ES" b="1" dirty="0"/>
                  <a:t>single-gene </a:t>
                </a:r>
                <a:r>
                  <a:rPr lang="es-ES" b="1" dirty="0" err="1"/>
                  <a:t>reaction</a:t>
                </a:r>
                <a:r>
                  <a:rPr lang="es-ES" b="1" dirty="0"/>
                  <a:t> </a:t>
                </a:r>
                <a:r>
                  <a:rPr lang="es-ES" b="1" dirty="0" err="1"/>
                  <a:t>list</a:t>
                </a:r>
                <a:r>
                  <a:rPr lang="es-ES" dirty="0"/>
                  <a:t> (</a:t>
                </a:r>
                <a:r>
                  <a:rPr lang="es-ES" dirty="0" err="1"/>
                  <a:t>your</a:t>
                </a:r>
                <a:r>
                  <a:rPr lang="es-ES" dirty="0"/>
                  <a:t> </a:t>
                </a:r>
                <a:r>
                  <a:rPr lang="es-ES" dirty="0" err="1"/>
                  <a:t>current</a:t>
                </a:r>
                <a:r>
                  <a:rPr lang="es-ES" dirty="0"/>
                  <a:t> </a:t>
                </a:r>
                <a:r>
                  <a:rPr lang="es-ES" dirty="0" err="1"/>
                  <a:t>code</a:t>
                </a:r>
                <a:r>
                  <a:rPr lang="es-ES" dirty="0"/>
                  <a:t> </a:t>
                </a:r>
                <a:r>
                  <a:rPr lang="es-ES" dirty="0" err="1"/>
                  <a:t>already</a:t>
                </a:r>
                <a:r>
                  <a:rPr lang="es-ES" dirty="0"/>
                  <a:t> </a:t>
                </a:r>
                <a:r>
                  <a:rPr lang="es-ES" dirty="0" err="1"/>
                  <a:t>gives</a:t>
                </a:r>
                <a:r>
                  <a:rPr lang="es-ES" dirty="0"/>
                  <a:t> </a:t>
                </a:r>
                <a:r>
                  <a:rPr lang="es-ES" dirty="0" err="1"/>
                  <a:t>that</a:t>
                </a:r>
                <a:r>
                  <a:rPr lang="es-ES" dirty="0"/>
                  <a:t>)</a:t>
                </a:r>
              </a:p>
              <a:p>
                <a:endParaRPr lang="en-US" dirty="0"/>
              </a:p>
            </p:txBody>
          </p:sp>
        </mc:Fallback>
      </mc:AlternateContent>
      <p:sp>
        <p:nvSpPr>
          <p:cNvPr id="4" name="Slide Number Placeholder 3">
            <a:extLst>
              <a:ext uri="{FF2B5EF4-FFF2-40B4-BE49-F238E27FC236}">
                <a16:creationId xmlns:a16="http://schemas.microsoft.com/office/drawing/2014/main" id="{B3F6F2A8-85E7-DEB3-D411-0B524A17B3E5}"/>
              </a:ext>
            </a:extLst>
          </p:cNvPr>
          <p:cNvSpPr>
            <a:spLocks noGrp="1"/>
          </p:cNvSpPr>
          <p:nvPr>
            <p:ph type="sldNum" sz="quarter" idx="5"/>
          </p:nvPr>
        </p:nvSpPr>
        <p:spPr/>
        <p:txBody>
          <a:bodyPr/>
          <a:lstStyle/>
          <a:p>
            <a:fld id="{5F818A67-DE81-4BE5-A09A-01BC8A96D5BB}" type="slidenum">
              <a:rPr lang="en-US" smtClean="0"/>
              <a:t>32</a:t>
            </a:fld>
            <a:endParaRPr lang="en-US"/>
          </a:p>
        </p:txBody>
      </p:sp>
    </p:spTree>
    <p:extLst>
      <p:ext uri="{BB962C8B-B14F-4D97-AF65-F5344CB8AC3E}">
        <p14:creationId xmlns:p14="http://schemas.microsoft.com/office/powerpoint/2010/main" val="315119923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590E38-3C13-530E-9339-3A1F79E01D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C10FDE-F276-017B-7528-21A8EAA115FC}"/>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DD1D576C-FB74-1369-B77D-8240D8D0E30A}"/>
                  </a:ext>
                </a:extLst>
              </p:cNvPr>
              <p:cNvSpPr>
                <a:spLocks noGrp="1"/>
              </p:cNvSpPr>
              <p:nvPr>
                <p:ph type="body" idx="1"/>
              </p:nvPr>
            </p:nvSpPr>
            <p:spPr/>
            <p:txBody>
              <a:bodyPr/>
              <a:lstStyle/>
              <a:p>
                <a:r>
                  <a:rPr lang="es-ES" dirty="0" err="1"/>
                  <a:t>Algorithm</a:t>
                </a:r>
                <a:endParaRPr lang="es-ES" dirty="0"/>
              </a:p>
              <a:p>
                <a:pPr marL="171450" indent="-171450">
                  <a:buFont typeface="Arial" panose="020B0604020202020204" pitchFamily="34" charset="0"/>
                  <a:buChar char="•"/>
                </a:pPr>
                <a:r>
                  <a:rPr lang="es-ES" dirty="0" err="1"/>
                  <a:t>For</a:t>
                </a:r>
                <a:r>
                  <a:rPr lang="es-ES" dirty="0"/>
                  <a:t> </a:t>
                </a:r>
                <a:r>
                  <a:rPr lang="es-ES" dirty="0" err="1"/>
                  <a:t>each</a:t>
                </a:r>
                <a:r>
                  <a:rPr lang="es-ES" dirty="0"/>
                  <a:t> </a:t>
                </a:r>
                <a:r>
                  <a:rPr lang="es-ES" dirty="0" err="1"/>
                  <a:t>metabolite</a:t>
                </a:r>
                <a:r>
                  <a:rPr lang="es-ES" dirty="0"/>
                  <a:t> </a:t>
                </a:r>
                <a14:m>
                  <m:oMath xmlns:m="http://schemas.openxmlformats.org/officeDocument/2006/math">
                    <m:r>
                      <a:rPr lang="es-ES" sz="1200" i="1" kern="1200">
                        <a:solidFill>
                          <a:schemeClr val="tx1"/>
                        </a:solidFill>
                        <a:latin typeface="Cambria Math" panose="02040503050406030204" pitchFamily="18" charset="0"/>
                        <a:ea typeface="+mn-ea"/>
                        <a:cs typeface="+mn-cs"/>
                      </a:rPr>
                      <m:t>𝑚</m:t>
                    </m:r>
                  </m:oMath>
                </a14:m>
                <a:r>
                  <a:rPr lang="es-ES" dirty="0"/>
                  <a:t>, </a:t>
                </a:r>
                <a:r>
                  <a:rPr lang="es-ES" dirty="0" err="1"/>
                  <a:t>list</a:t>
                </a:r>
                <a:r>
                  <a:rPr lang="es-ES" dirty="0"/>
                  <a:t> </a:t>
                </a:r>
                <a:r>
                  <a:rPr lang="es-ES" dirty="0" err="1"/>
                  <a:t>producers</a:t>
                </a:r>
                <a:r>
                  <a:rPr lang="es-ES" dirty="0"/>
                  <a:t> </a:t>
                </a:r>
                <a14:m>
                  <m:oMath xmlns:m="http://schemas.openxmlformats.org/officeDocument/2006/math">
                    <m:r>
                      <a:rPr lang="es-ES" sz="1200" i="1" kern="1200">
                        <a:solidFill>
                          <a:schemeClr val="tx1"/>
                        </a:solidFill>
                        <a:latin typeface="Cambria Math" panose="02040503050406030204" pitchFamily="18" charset="0"/>
                        <a:ea typeface="+mn-ea"/>
                        <a:cs typeface="+mn-cs"/>
                      </a:rPr>
                      <m:t>𝑃</m:t>
                    </m:r>
                  </m:oMath>
                </a14:m>
                <a:r>
                  <a:rPr lang="es-ES" dirty="0"/>
                  <a:t>(</a:t>
                </a:r>
                <a:r>
                  <a:rPr lang="es-ES" dirty="0" err="1"/>
                  <a:t>reactions</a:t>
                </a:r>
                <a:r>
                  <a:rPr lang="es-ES" dirty="0"/>
                  <a:t> </a:t>
                </a:r>
                <a:r>
                  <a:rPr lang="es-ES" dirty="0" err="1"/>
                  <a:t>with</a:t>
                </a:r>
                <a:r>
                  <a:rPr lang="es-ES" dirty="0"/>
                  <a:t> </a:t>
                </a:r>
                <a14:m>
                  <m:oMath xmlns:m="http://schemas.openxmlformats.org/officeDocument/2006/math">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𝑆</m:t>
                        </m:r>
                      </m:e>
                      <m:sub>
                        <m:r>
                          <a:rPr lang="ar-AE" sz="1200" i="1" kern="1200">
                            <a:solidFill>
                              <a:schemeClr val="tx1"/>
                            </a:solidFill>
                            <a:latin typeface="Cambria Math" panose="02040503050406030204" pitchFamily="18" charset="0"/>
                            <a:ea typeface="+mn-ea"/>
                            <a:cs typeface="+mn-cs"/>
                          </a:rPr>
                          <m:t>𝑚</m:t>
                        </m:r>
                        <m:r>
                          <a:rPr lang="ar-AE" sz="1200" i="0" kern="1200">
                            <a:solidFill>
                              <a:schemeClr val="tx1"/>
                            </a:solidFill>
                            <a:latin typeface="Cambria Math" panose="02040503050406030204" pitchFamily="18" charset="0"/>
                            <a:ea typeface="+mn-ea"/>
                            <a:cs typeface="+mn-cs"/>
                          </a:rPr>
                          <m:t>,</m:t>
                        </m:r>
                        <m:r>
                          <a:rPr lang="ar-AE" sz="1200" i="1" kern="1200">
                            <a:solidFill>
                              <a:schemeClr val="tx1"/>
                            </a:solidFill>
                            <a:latin typeface="Cambria Math" panose="02040503050406030204" pitchFamily="18" charset="0"/>
                            <a:ea typeface="+mn-ea"/>
                            <a:cs typeface="+mn-cs"/>
                          </a:rPr>
                          <m:t>𝑗</m:t>
                        </m:r>
                      </m:sub>
                    </m:sSub>
                    <m:r>
                      <a:rPr lang="ar-AE" sz="1200" i="0" kern="1200">
                        <a:solidFill>
                          <a:schemeClr val="tx1"/>
                        </a:solidFill>
                        <a:latin typeface="Cambria Math" panose="02040503050406030204" pitchFamily="18" charset="0"/>
                        <a:ea typeface="+mn-ea"/>
                        <a:cs typeface="+mn-cs"/>
                      </a:rPr>
                      <m:t>&gt;0</m:t>
                    </m:r>
                  </m:oMath>
                </a14:m>
                <a:r>
                  <a:rPr lang="ar-AE" dirty="0"/>
                  <a:t>)</a:t>
                </a:r>
              </a:p>
              <a:p>
                <a:pPr marL="171450" indent="-171450">
                  <a:buFont typeface="Arial" panose="020B0604020202020204" pitchFamily="34" charset="0"/>
                  <a:buChar char="•"/>
                </a:pPr>
                <a:r>
                  <a:rPr lang="es-ES" dirty="0" err="1"/>
                  <a:t>List</a:t>
                </a:r>
                <a:r>
                  <a:rPr lang="es-ES" dirty="0"/>
                  <a:t> </a:t>
                </a:r>
                <a:r>
                  <a:rPr lang="es-ES" dirty="0" err="1"/>
                  <a:t>consumers</a:t>
                </a:r>
                <a:r>
                  <a:rPr lang="es-ES" dirty="0"/>
                  <a:t> </a:t>
                </a:r>
                <a14:m>
                  <m:oMath xmlns:m="http://schemas.openxmlformats.org/officeDocument/2006/math">
                    <m:r>
                      <a:rPr lang="es-ES" sz="1200" i="1" kern="1200">
                        <a:solidFill>
                          <a:schemeClr val="tx1"/>
                        </a:solidFill>
                        <a:latin typeface="Cambria Math" panose="02040503050406030204" pitchFamily="18" charset="0"/>
                        <a:ea typeface="+mn-ea"/>
                        <a:cs typeface="+mn-cs"/>
                      </a:rPr>
                      <m:t>𝐶</m:t>
                    </m:r>
                  </m:oMath>
                </a14:m>
                <a:r>
                  <a:rPr lang="es-ES" dirty="0"/>
                  <a:t>(</a:t>
                </a:r>
                <a:r>
                  <a:rPr lang="es-ES" dirty="0" err="1"/>
                  <a:t>reactions</a:t>
                </a:r>
                <a:r>
                  <a:rPr lang="es-ES" dirty="0"/>
                  <a:t> </a:t>
                </a:r>
                <a:r>
                  <a:rPr lang="es-ES" dirty="0" err="1"/>
                  <a:t>with</a:t>
                </a:r>
                <a:r>
                  <a:rPr lang="es-ES" dirty="0"/>
                  <a:t> </a:t>
                </a:r>
                <a14:m>
                  <m:oMath xmlns:m="http://schemas.openxmlformats.org/officeDocument/2006/math">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𝑆</m:t>
                        </m:r>
                      </m:e>
                      <m:sub>
                        <m:r>
                          <a:rPr lang="ar-AE" sz="1200" i="1" kern="1200">
                            <a:solidFill>
                              <a:schemeClr val="tx1"/>
                            </a:solidFill>
                            <a:latin typeface="Cambria Math" panose="02040503050406030204" pitchFamily="18" charset="0"/>
                            <a:ea typeface="+mn-ea"/>
                            <a:cs typeface="+mn-cs"/>
                          </a:rPr>
                          <m:t>𝑚</m:t>
                        </m:r>
                        <m:r>
                          <a:rPr lang="ar-AE" sz="1200" i="0" kern="1200">
                            <a:solidFill>
                              <a:schemeClr val="tx1"/>
                            </a:solidFill>
                            <a:latin typeface="Cambria Math" panose="02040503050406030204" pitchFamily="18" charset="0"/>
                            <a:ea typeface="+mn-ea"/>
                            <a:cs typeface="+mn-cs"/>
                          </a:rPr>
                          <m:t>,</m:t>
                        </m:r>
                        <m:r>
                          <a:rPr lang="ar-AE" sz="1200" i="1" kern="1200">
                            <a:solidFill>
                              <a:schemeClr val="tx1"/>
                            </a:solidFill>
                            <a:latin typeface="Cambria Math" panose="02040503050406030204" pitchFamily="18" charset="0"/>
                            <a:ea typeface="+mn-ea"/>
                            <a:cs typeface="+mn-cs"/>
                          </a:rPr>
                          <m:t>𝑗</m:t>
                        </m:r>
                      </m:sub>
                    </m:sSub>
                    <m:r>
                      <a:rPr lang="ar-AE" sz="1200" i="0" kern="1200">
                        <a:solidFill>
                          <a:schemeClr val="tx1"/>
                        </a:solidFill>
                        <a:latin typeface="Cambria Math" panose="02040503050406030204" pitchFamily="18" charset="0"/>
                        <a:ea typeface="+mn-ea"/>
                        <a:cs typeface="+mn-cs"/>
                      </a:rPr>
                      <m:t>&lt;0</m:t>
                    </m:r>
                  </m:oMath>
                </a14:m>
                <a:r>
                  <a:rPr lang="ar-AE" dirty="0"/>
                  <a:t>)</a:t>
                </a:r>
              </a:p>
              <a:p>
                <a:pPr marL="171450" indent="-171450">
                  <a:buFont typeface="Arial" panose="020B0604020202020204" pitchFamily="34" charset="0"/>
                  <a:buChar char="•"/>
                </a:pPr>
                <a:r>
                  <a:rPr lang="es-ES" dirty="0" err="1"/>
                  <a:t>If</a:t>
                </a:r>
                <a:r>
                  <a:rPr lang="es-ES" dirty="0"/>
                  <a:t> </a:t>
                </a:r>
                <a14:m>
                  <m:oMath xmlns:m="http://schemas.openxmlformats.org/officeDocument/2006/math">
                    <m:r>
                      <a:rPr lang="es-ES" sz="1200" kern="1200">
                        <a:solidFill>
                          <a:schemeClr val="tx1"/>
                        </a:solidFill>
                        <a:latin typeface="Cambria Math" panose="02040503050406030204" pitchFamily="18" charset="0"/>
                        <a:ea typeface="+mn-ea"/>
                        <a:cs typeface="+mn-cs"/>
                      </a:rPr>
                      <m:t>∣</m:t>
                    </m:r>
                    <m:r>
                      <a:rPr lang="es-ES" sz="1200" i="1" kern="1200">
                        <a:solidFill>
                          <a:schemeClr val="tx1"/>
                        </a:solidFill>
                        <a:latin typeface="Cambria Math" panose="02040503050406030204" pitchFamily="18" charset="0"/>
                        <a:ea typeface="+mn-ea"/>
                        <a:cs typeface="+mn-cs"/>
                      </a:rPr>
                      <m:t>𝑃</m:t>
                    </m:r>
                    <m:r>
                      <a:rPr lang="es-ES" sz="1200" i="0" kern="1200">
                        <a:solidFill>
                          <a:schemeClr val="tx1"/>
                        </a:solidFill>
                        <a:latin typeface="Cambria Math" panose="02040503050406030204" pitchFamily="18" charset="0"/>
                        <a:ea typeface="+mn-ea"/>
                        <a:cs typeface="+mn-cs"/>
                      </a:rPr>
                      <m:t>∣≥2</m:t>
                    </m:r>
                  </m:oMath>
                </a14:m>
                <a:r>
                  <a:rPr lang="es-ES" dirty="0"/>
                  <a:t>and </a:t>
                </a:r>
                <a14:m>
                  <m:oMath xmlns:m="http://schemas.openxmlformats.org/officeDocument/2006/math">
                    <m:r>
                      <a:rPr lang="es-ES" sz="1200" kern="1200">
                        <a:solidFill>
                          <a:schemeClr val="tx1"/>
                        </a:solidFill>
                        <a:latin typeface="Cambria Math" panose="02040503050406030204" pitchFamily="18" charset="0"/>
                        <a:ea typeface="+mn-ea"/>
                        <a:cs typeface="+mn-cs"/>
                      </a:rPr>
                      <m:t>∣</m:t>
                    </m:r>
                    <m:r>
                      <a:rPr lang="es-ES" sz="1200" i="1" kern="1200">
                        <a:solidFill>
                          <a:schemeClr val="tx1"/>
                        </a:solidFill>
                        <a:latin typeface="Cambria Math" panose="02040503050406030204" pitchFamily="18" charset="0"/>
                        <a:ea typeface="+mn-ea"/>
                        <a:cs typeface="+mn-cs"/>
                      </a:rPr>
                      <m:t>𝐶</m:t>
                    </m:r>
                    <m:r>
                      <a:rPr lang="es-ES" sz="1200" i="0" kern="1200">
                        <a:solidFill>
                          <a:schemeClr val="tx1"/>
                        </a:solidFill>
                        <a:latin typeface="Cambria Math" panose="02040503050406030204" pitchFamily="18" charset="0"/>
                        <a:ea typeface="+mn-ea"/>
                        <a:cs typeface="+mn-cs"/>
                      </a:rPr>
                      <m:t>∣≥1</m:t>
                    </m:r>
                  </m:oMath>
                </a14:m>
                <a:r>
                  <a:rPr lang="es-ES" dirty="0"/>
                  <a:t>, </a:t>
                </a:r>
                <a:r>
                  <a:rPr lang="es-ES" dirty="0" err="1"/>
                  <a:t>check</a:t>
                </a:r>
                <a:r>
                  <a:rPr lang="es-ES" dirty="0"/>
                  <a:t> candidate outputs </a:t>
                </a:r>
                <a14:m>
                  <m:oMath xmlns:m="http://schemas.openxmlformats.org/officeDocument/2006/math">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𝑟</m:t>
                        </m:r>
                      </m:e>
                      <m:sub>
                        <m:r>
                          <a:rPr lang="ar-AE" sz="1200" i="0" kern="1200">
                            <a:solidFill>
                              <a:schemeClr val="tx1"/>
                            </a:solidFill>
                            <a:latin typeface="Cambria Math" panose="02040503050406030204" pitchFamily="18" charset="0"/>
                            <a:ea typeface="+mn-ea"/>
                            <a:cs typeface="+mn-cs"/>
                          </a:rPr>
                          <m:t>3</m:t>
                        </m:r>
                      </m:sub>
                    </m:sSub>
                    <m:r>
                      <a:rPr lang="ar-AE" sz="1200" i="0" kern="1200">
                        <a:solidFill>
                          <a:schemeClr val="tx1"/>
                        </a:solidFill>
                        <a:latin typeface="Cambria Math" panose="02040503050406030204" pitchFamily="18" charset="0"/>
                        <a:ea typeface="+mn-ea"/>
                        <a:cs typeface="+mn-cs"/>
                      </a:rPr>
                      <m:t>∈</m:t>
                    </m:r>
                    <m:r>
                      <a:rPr lang="ar-AE" sz="1200" i="1" kern="1200">
                        <a:solidFill>
                          <a:schemeClr val="tx1"/>
                        </a:solidFill>
                        <a:latin typeface="Cambria Math" panose="02040503050406030204" pitchFamily="18" charset="0"/>
                        <a:ea typeface="+mn-ea"/>
                        <a:cs typeface="+mn-cs"/>
                      </a:rPr>
                      <m:t>𝐶</m:t>
                    </m:r>
                  </m:oMath>
                </a14:m>
                <a:endParaRPr lang="ar-AE" dirty="0"/>
              </a:p>
              <a:p>
                <a:pPr marL="171450" indent="-171450">
                  <a:buFont typeface="Arial" panose="020B0604020202020204" pitchFamily="34" charset="0"/>
                  <a:buChar char="•"/>
                </a:pPr>
                <a:r>
                  <a:rPr lang="es-ES" dirty="0" err="1"/>
                  <a:t>Prefer</a:t>
                </a:r>
                <a:r>
                  <a:rPr lang="es-ES" dirty="0"/>
                  <a:t> cases </a:t>
                </a:r>
                <a:r>
                  <a:rPr lang="es-ES" dirty="0" err="1"/>
                  <a:t>where</a:t>
                </a:r>
                <a:r>
                  <a:rPr lang="es-ES" dirty="0"/>
                  <a:t> </a:t>
                </a:r>
                <a14:m>
                  <m:oMath xmlns:m="http://schemas.openxmlformats.org/officeDocument/2006/math">
                    <m:r>
                      <a:rPr lang="es-ES" sz="1200" i="1" kern="1200">
                        <a:solidFill>
                          <a:schemeClr val="tx1"/>
                        </a:solidFill>
                        <a:latin typeface="Cambria Math" panose="02040503050406030204" pitchFamily="18" charset="0"/>
                        <a:ea typeface="+mn-ea"/>
                        <a:cs typeface="+mn-cs"/>
                      </a:rPr>
                      <m:t>𝑚</m:t>
                    </m:r>
                  </m:oMath>
                </a14:m>
                <a:r>
                  <a:rPr lang="es-ES" dirty="0"/>
                  <a:t>has </a:t>
                </a:r>
                <a:r>
                  <a:rPr lang="es-ES" b="1" dirty="0" err="1"/>
                  <a:t>exactly</a:t>
                </a:r>
                <a:r>
                  <a:rPr lang="es-ES" dirty="0"/>
                  <a:t> 2 </a:t>
                </a:r>
                <a:r>
                  <a:rPr lang="es-ES" dirty="0" err="1"/>
                  <a:t>producers</a:t>
                </a:r>
                <a:r>
                  <a:rPr lang="es-ES" dirty="0"/>
                  <a:t> and 1 </a:t>
                </a:r>
                <a:r>
                  <a:rPr lang="es-ES" dirty="0" err="1"/>
                  <a:t>consumer</a:t>
                </a:r>
                <a:r>
                  <a:rPr lang="es-ES" dirty="0"/>
                  <a:t> (</a:t>
                </a:r>
                <a:r>
                  <a:rPr lang="es-ES" dirty="0" err="1"/>
                  <a:t>tightest</a:t>
                </a:r>
                <a:r>
                  <a:rPr lang="es-ES" dirty="0"/>
                  <a:t> “</a:t>
                </a:r>
                <a:r>
                  <a:rPr lang="es-ES" dirty="0" err="1"/>
                  <a:t>adder</a:t>
                </a:r>
                <a:r>
                  <a:rPr lang="es-ES" dirty="0"/>
                  <a:t>”)</a:t>
                </a:r>
              </a:p>
              <a:p>
                <a:pPr marL="171450" indent="-171450">
                  <a:buFont typeface="Arial" panose="020B0604020202020204" pitchFamily="34" charset="0"/>
                  <a:buChar char="•"/>
                </a:pPr>
                <a:r>
                  <a:rPr lang="es-ES" dirty="0" err="1"/>
                  <a:t>Intersect</a:t>
                </a:r>
                <a:r>
                  <a:rPr lang="es-ES" dirty="0"/>
                  <a:t> </a:t>
                </a:r>
                <a:r>
                  <a:rPr lang="es-ES" dirty="0" err="1"/>
                  <a:t>producers</a:t>
                </a:r>
                <a:r>
                  <a:rPr lang="es-ES" dirty="0"/>
                  <a:t> </a:t>
                </a:r>
                <a:r>
                  <a:rPr lang="es-ES" dirty="0" err="1"/>
                  <a:t>with</a:t>
                </a:r>
                <a:r>
                  <a:rPr lang="es-ES" dirty="0"/>
                  <a:t> </a:t>
                </a:r>
                <a:r>
                  <a:rPr lang="es-ES" dirty="0" err="1"/>
                  <a:t>your</a:t>
                </a:r>
                <a:r>
                  <a:rPr lang="es-ES" dirty="0"/>
                  <a:t> </a:t>
                </a:r>
                <a:r>
                  <a:rPr lang="es-ES" b="1" dirty="0"/>
                  <a:t>single-gene </a:t>
                </a:r>
                <a:r>
                  <a:rPr lang="es-ES" b="1" dirty="0" err="1"/>
                  <a:t>reaction</a:t>
                </a:r>
                <a:r>
                  <a:rPr lang="es-ES" b="1" dirty="0"/>
                  <a:t> </a:t>
                </a:r>
                <a:r>
                  <a:rPr lang="es-ES" b="1" dirty="0" err="1"/>
                  <a:t>list</a:t>
                </a:r>
                <a:r>
                  <a:rPr lang="es-ES" dirty="0"/>
                  <a:t> (</a:t>
                </a:r>
                <a:r>
                  <a:rPr lang="es-ES" dirty="0" err="1"/>
                  <a:t>your</a:t>
                </a:r>
                <a:r>
                  <a:rPr lang="es-ES" dirty="0"/>
                  <a:t> </a:t>
                </a:r>
                <a:r>
                  <a:rPr lang="es-ES" dirty="0" err="1"/>
                  <a:t>current</a:t>
                </a:r>
                <a:r>
                  <a:rPr lang="es-ES" dirty="0"/>
                  <a:t> </a:t>
                </a:r>
                <a:r>
                  <a:rPr lang="es-ES" dirty="0" err="1"/>
                  <a:t>code</a:t>
                </a:r>
                <a:r>
                  <a:rPr lang="es-ES" dirty="0"/>
                  <a:t> </a:t>
                </a:r>
                <a:r>
                  <a:rPr lang="es-ES" dirty="0" err="1"/>
                  <a:t>already</a:t>
                </a:r>
                <a:r>
                  <a:rPr lang="es-ES" dirty="0"/>
                  <a:t> </a:t>
                </a:r>
                <a:r>
                  <a:rPr lang="es-ES" dirty="0" err="1"/>
                  <a:t>gives</a:t>
                </a:r>
                <a:r>
                  <a:rPr lang="es-ES" dirty="0"/>
                  <a:t> </a:t>
                </a:r>
                <a:r>
                  <a:rPr lang="es-ES" dirty="0" err="1"/>
                  <a:t>that</a:t>
                </a:r>
                <a:r>
                  <a:rPr lang="es-ES" dirty="0"/>
                  <a:t>)</a:t>
                </a:r>
              </a:p>
              <a:p>
                <a:endParaRPr lang="en-US" dirty="0"/>
              </a:p>
            </p:txBody>
          </p:sp>
        </mc:Choice>
        <mc:Fallback xmlns="">
          <p:sp>
            <p:nvSpPr>
              <p:cNvPr id="3" name="Notes Placeholder 2">
                <a:extLst>
                  <a:ext uri="{FF2B5EF4-FFF2-40B4-BE49-F238E27FC236}">
                    <a16:creationId xmlns:a16="http://schemas.microsoft.com/office/drawing/2014/main" id="{44516861-9E37-C2AA-9822-E71BC1ABC8CF}"/>
                  </a:ext>
                </a:extLst>
              </p:cNvPr>
              <p:cNvSpPr>
                <a:spLocks noGrp="1"/>
              </p:cNvSpPr>
              <p:nvPr>
                <p:ph type="body" idx="1"/>
              </p:nvPr>
            </p:nvSpPr>
            <p:spPr/>
            <p:txBody>
              <a:bodyPr/>
              <a:lstStyle/>
              <a:p>
                <a:r>
                  <a:rPr lang="es-ES" dirty="0" err="1"/>
                  <a:t>Algorithm</a:t>
                </a:r>
                <a:endParaRPr lang="es-ES" dirty="0"/>
              </a:p>
              <a:p>
                <a:pPr marL="171450" indent="-171450">
                  <a:buFont typeface="Arial" panose="020B0604020202020204" pitchFamily="34" charset="0"/>
                  <a:buChar char="•"/>
                </a:pPr>
                <a:r>
                  <a:rPr lang="es-ES" dirty="0" err="1"/>
                  <a:t>For</a:t>
                </a:r>
                <a:r>
                  <a:rPr lang="es-ES" dirty="0"/>
                  <a:t> </a:t>
                </a:r>
                <a:r>
                  <a:rPr lang="es-ES" dirty="0" err="1"/>
                  <a:t>each</a:t>
                </a:r>
                <a:r>
                  <a:rPr lang="es-ES" dirty="0"/>
                  <a:t> </a:t>
                </a:r>
                <a:r>
                  <a:rPr lang="es-ES" dirty="0" err="1"/>
                  <a:t>metabolite</a:t>
                </a:r>
                <a:r>
                  <a:rPr lang="es-ES" dirty="0"/>
                  <a:t> </a:t>
                </a:r>
                <a:r>
                  <a:rPr lang="es-ES" sz="1200" i="0" kern="1200">
                    <a:solidFill>
                      <a:schemeClr val="tx1"/>
                    </a:solidFill>
                    <a:latin typeface="Cambria Math" panose="02040503050406030204" pitchFamily="18" charset="0"/>
                    <a:ea typeface="+mn-ea"/>
                    <a:cs typeface="+mn-cs"/>
                  </a:rPr>
                  <a:t>𝑚</a:t>
                </a:r>
                <a:r>
                  <a:rPr lang="es-ES" dirty="0"/>
                  <a:t>, </a:t>
                </a:r>
                <a:r>
                  <a:rPr lang="es-ES" dirty="0" err="1"/>
                  <a:t>list</a:t>
                </a:r>
                <a:r>
                  <a:rPr lang="es-ES" dirty="0"/>
                  <a:t> </a:t>
                </a:r>
                <a:r>
                  <a:rPr lang="es-ES" dirty="0" err="1"/>
                  <a:t>producers</a:t>
                </a:r>
                <a:r>
                  <a:rPr lang="es-ES" dirty="0"/>
                  <a:t> </a:t>
                </a:r>
                <a:r>
                  <a:rPr lang="es-ES" sz="1200" i="0" kern="1200">
                    <a:solidFill>
                      <a:schemeClr val="tx1"/>
                    </a:solidFill>
                    <a:latin typeface="Cambria Math" panose="02040503050406030204" pitchFamily="18" charset="0"/>
                    <a:ea typeface="+mn-ea"/>
                    <a:cs typeface="+mn-cs"/>
                  </a:rPr>
                  <a:t>𝑃</a:t>
                </a:r>
                <a:r>
                  <a:rPr lang="es-ES" dirty="0"/>
                  <a:t>(</a:t>
                </a:r>
                <a:r>
                  <a:rPr lang="es-ES" dirty="0" err="1"/>
                  <a:t>reactions</a:t>
                </a:r>
                <a:r>
                  <a:rPr lang="es-ES" dirty="0"/>
                  <a:t> </a:t>
                </a:r>
                <a:r>
                  <a:rPr lang="es-ES" dirty="0" err="1"/>
                  <a:t>with</a:t>
                </a:r>
                <a:r>
                  <a:rPr lang="es-ES" dirty="0"/>
                  <a:t> </a:t>
                </a:r>
                <a:r>
                  <a:rPr lang="ar-AE" sz="1200" i="0" kern="1200">
                    <a:solidFill>
                      <a:schemeClr val="tx1"/>
                    </a:solidFill>
                    <a:latin typeface="Cambria Math" panose="02040503050406030204" pitchFamily="18" charset="0"/>
                    <a:ea typeface="+mn-ea"/>
                    <a:cs typeface="+mn-cs"/>
                  </a:rPr>
                  <a:t>𝑆_(𝑚,𝑗)&gt;0</a:t>
                </a:r>
                <a:r>
                  <a:rPr lang="ar-AE" dirty="0"/>
                  <a:t>)</a:t>
                </a:r>
              </a:p>
              <a:p>
                <a:pPr marL="171450" indent="-171450">
                  <a:buFont typeface="Arial" panose="020B0604020202020204" pitchFamily="34" charset="0"/>
                  <a:buChar char="•"/>
                </a:pPr>
                <a:r>
                  <a:rPr lang="es-ES" dirty="0" err="1"/>
                  <a:t>List</a:t>
                </a:r>
                <a:r>
                  <a:rPr lang="es-ES" dirty="0"/>
                  <a:t> </a:t>
                </a:r>
                <a:r>
                  <a:rPr lang="es-ES" dirty="0" err="1"/>
                  <a:t>consumers</a:t>
                </a:r>
                <a:r>
                  <a:rPr lang="es-ES" dirty="0"/>
                  <a:t> </a:t>
                </a:r>
                <a:r>
                  <a:rPr lang="es-ES" sz="1200" i="0" kern="1200">
                    <a:solidFill>
                      <a:schemeClr val="tx1"/>
                    </a:solidFill>
                    <a:latin typeface="Cambria Math" panose="02040503050406030204" pitchFamily="18" charset="0"/>
                    <a:ea typeface="+mn-ea"/>
                    <a:cs typeface="+mn-cs"/>
                  </a:rPr>
                  <a:t>𝐶</a:t>
                </a:r>
                <a:r>
                  <a:rPr lang="es-ES" dirty="0"/>
                  <a:t>(</a:t>
                </a:r>
                <a:r>
                  <a:rPr lang="es-ES" dirty="0" err="1"/>
                  <a:t>reactions</a:t>
                </a:r>
                <a:r>
                  <a:rPr lang="es-ES" dirty="0"/>
                  <a:t> </a:t>
                </a:r>
                <a:r>
                  <a:rPr lang="es-ES" dirty="0" err="1"/>
                  <a:t>with</a:t>
                </a:r>
                <a:r>
                  <a:rPr lang="es-ES" dirty="0"/>
                  <a:t> </a:t>
                </a:r>
                <a:r>
                  <a:rPr lang="ar-AE" sz="1200" i="0" kern="1200">
                    <a:solidFill>
                      <a:schemeClr val="tx1"/>
                    </a:solidFill>
                    <a:latin typeface="Cambria Math" panose="02040503050406030204" pitchFamily="18" charset="0"/>
                    <a:ea typeface="+mn-ea"/>
                    <a:cs typeface="+mn-cs"/>
                  </a:rPr>
                  <a:t>𝑆_(𝑚,𝑗)&lt;0</a:t>
                </a:r>
                <a:r>
                  <a:rPr lang="ar-AE" dirty="0"/>
                  <a:t>)</a:t>
                </a:r>
              </a:p>
              <a:p>
                <a:pPr marL="171450" indent="-171450">
                  <a:buFont typeface="Arial" panose="020B0604020202020204" pitchFamily="34" charset="0"/>
                  <a:buChar char="•"/>
                </a:pPr>
                <a:r>
                  <a:rPr lang="es-ES" dirty="0" err="1"/>
                  <a:t>If</a:t>
                </a:r>
                <a:r>
                  <a:rPr lang="es-ES" dirty="0"/>
                  <a:t> </a:t>
                </a:r>
                <a:r>
                  <a:rPr lang="es-ES" sz="1200" i="0" kern="1200">
                    <a:solidFill>
                      <a:schemeClr val="tx1"/>
                    </a:solidFill>
                    <a:latin typeface="Cambria Math" panose="02040503050406030204" pitchFamily="18" charset="0"/>
                    <a:ea typeface="+mn-ea"/>
                    <a:cs typeface="+mn-cs"/>
                  </a:rPr>
                  <a:t>∣𝑃∣≥2</a:t>
                </a:r>
                <a:r>
                  <a:rPr lang="es-ES" dirty="0"/>
                  <a:t>and </a:t>
                </a:r>
                <a:r>
                  <a:rPr lang="es-ES" sz="1200" i="0" kern="1200">
                    <a:solidFill>
                      <a:schemeClr val="tx1"/>
                    </a:solidFill>
                    <a:latin typeface="Cambria Math" panose="02040503050406030204" pitchFamily="18" charset="0"/>
                    <a:ea typeface="+mn-ea"/>
                    <a:cs typeface="+mn-cs"/>
                  </a:rPr>
                  <a:t>∣𝐶∣≥1</a:t>
                </a:r>
                <a:r>
                  <a:rPr lang="es-ES" dirty="0"/>
                  <a:t>, </a:t>
                </a:r>
                <a:r>
                  <a:rPr lang="es-ES" dirty="0" err="1"/>
                  <a:t>check</a:t>
                </a:r>
                <a:r>
                  <a:rPr lang="es-ES" dirty="0"/>
                  <a:t> candidate outputs </a:t>
                </a:r>
                <a:r>
                  <a:rPr lang="ar-AE" sz="1200" i="0" kern="1200">
                    <a:solidFill>
                      <a:schemeClr val="tx1"/>
                    </a:solidFill>
                    <a:latin typeface="Cambria Math" panose="02040503050406030204" pitchFamily="18" charset="0"/>
                    <a:ea typeface="+mn-ea"/>
                    <a:cs typeface="+mn-cs"/>
                  </a:rPr>
                  <a:t>𝑟_3∈𝐶</a:t>
                </a:r>
                <a:endParaRPr lang="ar-AE" dirty="0"/>
              </a:p>
              <a:p>
                <a:pPr marL="171450" indent="-171450">
                  <a:buFont typeface="Arial" panose="020B0604020202020204" pitchFamily="34" charset="0"/>
                  <a:buChar char="•"/>
                </a:pPr>
                <a:r>
                  <a:rPr lang="es-ES" dirty="0" err="1"/>
                  <a:t>Prefer</a:t>
                </a:r>
                <a:r>
                  <a:rPr lang="es-ES" dirty="0"/>
                  <a:t> cases </a:t>
                </a:r>
                <a:r>
                  <a:rPr lang="es-ES" dirty="0" err="1"/>
                  <a:t>where</a:t>
                </a:r>
                <a:r>
                  <a:rPr lang="es-ES" dirty="0"/>
                  <a:t> </a:t>
                </a:r>
                <a:r>
                  <a:rPr lang="es-ES" sz="1200" i="0" kern="1200">
                    <a:solidFill>
                      <a:schemeClr val="tx1"/>
                    </a:solidFill>
                    <a:latin typeface="Cambria Math" panose="02040503050406030204" pitchFamily="18" charset="0"/>
                    <a:ea typeface="+mn-ea"/>
                    <a:cs typeface="+mn-cs"/>
                  </a:rPr>
                  <a:t>𝑚</a:t>
                </a:r>
                <a:r>
                  <a:rPr lang="es-ES" dirty="0"/>
                  <a:t>has </a:t>
                </a:r>
                <a:r>
                  <a:rPr lang="es-ES" b="1" dirty="0" err="1"/>
                  <a:t>exactly</a:t>
                </a:r>
                <a:r>
                  <a:rPr lang="es-ES" dirty="0"/>
                  <a:t> 2 </a:t>
                </a:r>
                <a:r>
                  <a:rPr lang="es-ES" dirty="0" err="1"/>
                  <a:t>producers</a:t>
                </a:r>
                <a:r>
                  <a:rPr lang="es-ES" dirty="0"/>
                  <a:t> and 1 </a:t>
                </a:r>
                <a:r>
                  <a:rPr lang="es-ES" dirty="0" err="1"/>
                  <a:t>consumer</a:t>
                </a:r>
                <a:r>
                  <a:rPr lang="es-ES" dirty="0"/>
                  <a:t> (</a:t>
                </a:r>
                <a:r>
                  <a:rPr lang="es-ES" dirty="0" err="1"/>
                  <a:t>tightest</a:t>
                </a:r>
                <a:r>
                  <a:rPr lang="es-ES" dirty="0"/>
                  <a:t> “</a:t>
                </a:r>
                <a:r>
                  <a:rPr lang="es-ES" dirty="0" err="1"/>
                  <a:t>adder</a:t>
                </a:r>
                <a:r>
                  <a:rPr lang="es-ES" dirty="0"/>
                  <a:t>”)</a:t>
                </a:r>
              </a:p>
              <a:p>
                <a:pPr marL="171450" indent="-171450">
                  <a:buFont typeface="Arial" panose="020B0604020202020204" pitchFamily="34" charset="0"/>
                  <a:buChar char="•"/>
                </a:pPr>
                <a:r>
                  <a:rPr lang="es-ES" dirty="0" err="1"/>
                  <a:t>Intersect</a:t>
                </a:r>
                <a:r>
                  <a:rPr lang="es-ES" dirty="0"/>
                  <a:t> </a:t>
                </a:r>
                <a:r>
                  <a:rPr lang="es-ES" dirty="0" err="1"/>
                  <a:t>producers</a:t>
                </a:r>
                <a:r>
                  <a:rPr lang="es-ES" dirty="0"/>
                  <a:t> </a:t>
                </a:r>
                <a:r>
                  <a:rPr lang="es-ES" dirty="0" err="1"/>
                  <a:t>with</a:t>
                </a:r>
                <a:r>
                  <a:rPr lang="es-ES" dirty="0"/>
                  <a:t> </a:t>
                </a:r>
                <a:r>
                  <a:rPr lang="es-ES" dirty="0" err="1"/>
                  <a:t>your</a:t>
                </a:r>
                <a:r>
                  <a:rPr lang="es-ES" dirty="0"/>
                  <a:t> </a:t>
                </a:r>
                <a:r>
                  <a:rPr lang="es-ES" b="1" dirty="0"/>
                  <a:t>single-gene </a:t>
                </a:r>
                <a:r>
                  <a:rPr lang="es-ES" b="1" dirty="0" err="1"/>
                  <a:t>reaction</a:t>
                </a:r>
                <a:r>
                  <a:rPr lang="es-ES" b="1" dirty="0"/>
                  <a:t> </a:t>
                </a:r>
                <a:r>
                  <a:rPr lang="es-ES" b="1" dirty="0" err="1"/>
                  <a:t>list</a:t>
                </a:r>
                <a:r>
                  <a:rPr lang="es-ES" dirty="0"/>
                  <a:t> (</a:t>
                </a:r>
                <a:r>
                  <a:rPr lang="es-ES" dirty="0" err="1"/>
                  <a:t>your</a:t>
                </a:r>
                <a:r>
                  <a:rPr lang="es-ES" dirty="0"/>
                  <a:t> </a:t>
                </a:r>
                <a:r>
                  <a:rPr lang="es-ES" dirty="0" err="1"/>
                  <a:t>current</a:t>
                </a:r>
                <a:r>
                  <a:rPr lang="es-ES" dirty="0"/>
                  <a:t> </a:t>
                </a:r>
                <a:r>
                  <a:rPr lang="es-ES" dirty="0" err="1"/>
                  <a:t>code</a:t>
                </a:r>
                <a:r>
                  <a:rPr lang="es-ES" dirty="0"/>
                  <a:t> </a:t>
                </a:r>
                <a:r>
                  <a:rPr lang="es-ES" dirty="0" err="1"/>
                  <a:t>already</a:t>
                </a:r>
                <a:r>
                  <a:rPr lang="es-ES" dirty="0"/>
                  <a:t> </a:t>
                </a:r>
                <a:r>
                  <a:rPr lang="es-ES" dirty="0" err="1"/>
                  <a:t>gives</a:t>
                </a:r>
                <a:r>
                  <a:rPr lang="es-ES" dirty="0"/>
                  <a:t> </a:t>
                </a:r>
                <a:r>
                  <a:rPr lang="es-ES" dirty="0" err="1"/>
                  <a:t>that</a:t>
                </a:r>
                <a:r>
                  <a:rPr lang="es-ES" dirty="0"/>
                  <a:t>)</a:t>
                </a:r>
              </a:p>
              <a:p>
                <a:endParaRPr lang="en-US" dirty="0"/>
              </a:p>
            </p:txBody>
          </p:sp>
        </mc:Fallback>
      </mc:AlternateContent>
      <p:sp>
        <p:nvSpPr>
          <p:cNvPr id="4" name="Slide Number Placeholder 3">
            <a:extLst>
              <a:ext uri="{FF2B5EF4-FFF2-40B4-BE49-F238E27FC236}">
                <a16:creationId xmlns:a16="http://schemas.microsoft.com/office/drawing/2014/main" id="{04E56C24-528D-E9B1-C605-F8384B0602B0}"/>
              </a:ext>
            </a:extLst>
          </p:cNvPr>
          <p:cNvSpPr>
            <a:spLocks noGrp="1"/>
          </p:cNvSpPr>
          <p:nvPr>
            <p:ph type="sldNum" sz="quarter" idx="5"/>
          </p:nvPr>
        </p:nvSpPr>
        <p:spPr/>
        <p:txBody>
          <a:bodyPr/>
          <a:lstStyle/>
          <a:p>
            <a:fld id="{5F818A67-DE81-4BE5-A09A-01BC8A96D5BB}" type="slidenum">
              <a:rPr lang="en-US" smtClean="0"/>
              <a:t>33</a:t>
            </a:fld>
            <a:endParaRPr lang="en-US"/>
          </a:p>
        </p:txBody>
      </p:sp>
    </p:spTree>
    <p:extLst>
      <p:ext uri="{BB962C8B-B14F-4D97-AF65-F5344CB8AC3E}">
        <p14:creationId xmlns:p14="http://schemas.microsoft.com/office/powerpoint/2010/main" val="29107550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48FC67-C184-D38A-6416-7332812534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A349FC-9D63-609B-F3DC-1F52DE28CB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924CE1-08F3-612B-E751-D1AAC5236F38}"/>
              </a:ext>
            </a:extLst>
          </p:cNvPr>
          <p:cNvSpPr>
            <a:spLocks noGrp="1"/>
          </p:cNvSpPr>
          <p:nvPr>
            <p:ph type="body" idx="1"/>
          </p:nvPr>
        </p:nvSpPr>
        <p:spPr/>
        <p:txBody>
          <a:bodyPr/>
          <a:lstStyle/>
          <a:p>
            <a:r>
              <a:rPr lang="en-US" dirty="0"/>
              <a:t>Figure 3–2 Catabolic and anabolic pathways together constitute the cell’s metabolism. Note that a major portion of the energy stored in the chemical bonds of food molecules is dissipated as heat. thus, only some of this energy can be converted to the useful forms of energy needed to drive the synthesis of new molecules.</a:t>
            </a:r>
          </a:p>
        </p:txBody>
      </p:sp>
      <p:sp>
        <p:nvSpPr>
          <p:cNvPr id="4" name="Slide Number Placeholder 3">
            <a:extLst>
              <a:ext uri="{FF2B5EF4-FFF2-40B4-BE49-F238E27FC236}">
                <a16:creationId xmlns:a16="http://schemas.microsoft.com/office/drawing/2014/main" id="{B3948AC4-BAFF-29EC-EEBB-DB3044872296}"/>
              </a:ext>
            </a:extLst>
          </p:cNvPr>
          <p:cNvSpPr>
            <a:spLocks noGrp="1"/>
          </p:cNvSpPr>
          <p:nvPr>
            <p:ph type="sldNum" sz="quarter" idx="5"/>
          </p:nvPr>
        </p:nvSpPr>
        <p:spPr/>
        <p:txBody>
          <a:bodyPr/>
          <a:lstStyle/>
          <a:p>
            <a:fld id="{5F818A67-DE81-4BE5-A09A-01BC8A96D5BB}" type="slidenum">
              <a:rPr lang="en-US" smtClean="0"/>
              <a:t>35</a:t>
            </a:fld>
            <a:endParaRPr lang="en-US"/>
          </a:p>
        </p:txBody>
      </p:sp>
    </p:spTree>
    <p:extLst>
      <p:ext uri="{BB962C8B-B14F-4D97-AF65-F5344CB8AC3E}">
        <p14:creationId xmlns:p14="http://schemas.microsoft.com/office/powerpoint/2010/main" val="265052660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9608EF-07AE-9D61-B84C-43F5F1A362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101720-4CD0-8944-FCD8-1C062B6755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C4E561-8D0C-4265-AABE-39544005CD81}"/>
              </a:ext>
            </a:extLst>
          </p:cNvPr>
          <p:cNvSpPr>
            <a:spLocks noGrp="1"/>
          </p:cNvSpPr>
          <p:nvPr>
            <p:ph type="body" idx="1"/>
          </p:nvPr>
        </p:nvSpPr>
        <p:spPr/>
        <p:txBody>
          <a:bodyPr/>
          <a:lstStyle/>
          <a:p>
            <a:r>
              <a:rPr lang="en-US" dirty="0"/>
              <a:t>Figure 3–2 Catabolic and anabolic pathways together constitute the cell’s metabolism. Note that a major portion of the energy stored in the chemical bonds of food molecules is dissipated as heat. thus, only some of this energy can be converted to the useful forms of energy needed to drive the synthesis of new molecules.</a:t>
            </a:r>
          </a:p>
        </p:txBody>
      </p:sp>
      <p:sp>
        <p:nvSpPr>
          <p:cNvPr id="4" name="Slide Number Placeholder 3">
            <a:extLst>
              <a:ext uri="{FF2B5EF4-FFF2-40B4-BE49-F238E27FC236}">
                <a16:creationId xmlns:a16="http://schemas.microsoft.com/office/drawing/2014/main" id="{A56B4764-151F-1921-95D0-4C7F85C24C6C}"/>
              </a:ext>
            </a:extLst>
          </p:cNvPr>
          <p:cNvSpPr>
            <a:spLocks noGrp="1"/>
          </p:cNvSpPr>
          <p:nvPr>
            <p:ph type="sldNum" sz="quarter" idx="5"/>
          </p:nvPr>
        </p:nvSpPr>
        <p:spPr/>
        <p:txBody>
          <a:bodyPr/>
          <a:lstStyle/>
          <a:p>
            <a:fld id="{5F818A67-DE81-4BE5-A09A-01BC8A96D5BB}" type="slidenum">
              <a:rPr lang="en-US" smtClean="0"/>
              <a:t>36</a:t>
            </a:fld>
            <a:endParaRPr lang="en-US"/>
          </a:p>
        </p:txBody>
      </p:sp>
    </p:spTree>
    <p:extLst>
      <p:ext uri="{BB962C8B-B14F-4D97-AF65-F5344CB8AC3E}">
        <p14:creationId xmlns:p14="http://schemas.microsoft.com/office/powerpoint/2010/main" val="5752178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F818A67-DE81-4BE5-A09A-01BC8A96D5BB}" type="slidenum">
              <a:rPr lang="en-US" smtClean="0"/>
              <a:t>37</a:t>
            </a:fld>
            <a:endParaRPr lang="en-US"/>
          </a:p>
        </p:txBody>
      </p:sp>
    </p:spTree>
    <p:extLst>
      <p:ext uri="{BB962C8B-B14F-4D97-AF65-F5344CB8AC3E}">
        <p14:creationId xmlns:p14="http://schemas.microsoft.com/office/powerpoint/2010/main" val="277362240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643599-38FB-FCA7-4E39-E3E00D545B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A32E3B-B4FA-449A-1CFE-8BFB13E6E3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6CF982-C143-B461-2D25-07F5FDF9A8C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7F72EEC-EDBD-0BE8-4A0D-CF6A9596DDC6}"/>
              </a:ext>
            </a:extLst>
          </p:cNvPr>
          <p:cNvSpPr>
            <a:spLocks noGrp="1"/>
          </p:cNvSpPr>
          <p:nvPr>
            <p:ph type="sldNum" sz="quarter" idx="5"/>
          </p:nvPr>
        </p:nvSpPr>
        <p:spPr/>
        <p:txBody>
          <a:bodyPr/>
          <a:lstStyle/>
          <a:p>
            <a:fld id="{5F818A67-DE81-4BE5-A09A-01BC8A96D5BB}" type="slidenum">
              <a:rPr lang="en-US" smtClean="0"/>
              <a:t>38</a:t>
            </a:fld>
            <a:endParaRPr lang="en-US"/>
          </a:p>
        </p:txBody>
      </p:sp>
    </p:spTree>
    <p:extLst>
      <p:ext uri="{BB962C8B-B14F-4D97-AF65-F5344CB8AC3E}">
        <p14:creationId xmlns:p14="http://schemas.microsoft.com/office/powerpoint/2010/main" val="315265958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09E046-5A27-45A4-899E-9A201E08B5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7C8B8D-FCB5-9AF6-C690-B6C7284106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AF30D4-A7FA-EEA5-E8E1-DF0945113E2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34660CB-9B37-21FB-C160-8467BF66AC16}"/>
              </a:ext>
            </a:extLst>
          </p:cNvPr>
          <p:cNvSpPr>
            <a:spLocks noGrp="1"/>
          </p:cNvSpPr>
          <p:nvPr>
            <p:ph type="sldNum" sz="quarter" idx="5"/>
          </p:nvPr>
        </p:nvSpPr>
        <p:spPr/>
        <p:txBody>
          <a:bodyPr/>
          <a:lstStyle/>
          <a:p>
            <a:fld id="{5F818A67-DE81-4BE5-A09A-01BC8A96D5BB}" type="slidenum">
              <a:rPr lang="en-US" smtClean="0"/>
              <a:t>39</a:t>
            </a:fld>
            <a:endParaRPr lang="en-US"/>
          </a:p>
        </p:txBody>
      </p:sp>
    </p:spTree>
    <p:extLst>
      <p:ext uri="{BB962C8B-B14F-4D97-AF65-F5344CB8AC3E}">
        <p14:creationId xmlns:p14="http://schemas.microsoft.com/office/powerpoint/2010/main" val="22674443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F818A67-DE81-4BE5-A09A-01BC8A96D5BB}" type="slidenum">
              <a:rPr lang="en-US" smtClean="0"/>
              <a:t>42</a:t>
            </a:fld>
            <a:endParaRPr lang="en-US"/>
          </a:p>
        </p:txBody>
      </p:sp>
    </p:spTree>
    <p:extLst>
      <p:ext uri="{BB962C8B-B14F-4D97-AF65-F5344CB8AC3E}">
        <p14:creationId xmlns:p14="http://schemas.microsoft.com/office/powerpoint/2010/main" val="194506351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44C5E5-65B5-118A-CB85-D5E6F8A3AC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B97DA3-9318-3A40-13EA-F2F812C8C1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10037A-32CD-4E0F-67E3-B2CC58C7529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9D55A34-D2E0-37D4-8273-C0E30F3FAD20}"/>
              </a:ext>
            </a:extLst>
          </p:cNvPr>
          <p:cNvSpPr>
            <a:spLocks noGrp="1"/>
          </p:cNvSpPr>
          <p:nvPr>
            <p:ph type="sldNum" sz="quarter" idx="5"/>
          </p:nvPr>
        </p:nvSpPr>
        <p:spPr/>
        <p:txBody>
          <a:bodyPr/>
          <a:lstStyle/>
          <a:p>
            <a:fld id="{5F818A67-DE81-4BE5-A09A-01BC8A96D5BB}" type="slidenum">
              <a:rPr lang="en-US" smtClean="0"/>
              <a:t>43</a:t>
            </a:fld>
            <a:endParaRPr lang="en-US"/>
          </a:p>
        </p:txBody>
      </p:sp>
    </p:spTree>
    <p:extLst>
      <p:ext uri="{BB962C8B-B14F-4D97-AF65-F5344CB8AC3E}">
        <p14:creationId xmlns:p14="http://schemas.microsoft.com/office/powerpoint/2010/main" val="129725293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E8C523-BA59-612A-6488-2506B40A43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EB2B2A-B54B-A0E3-8C52-E1FF9029218E}"/>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D9CD71D4-62D5-E625-3D10-708FEFCC061E}"/>
                  </a:ext>
                </a:extLst>
              </p:cNvPr>
              <p:cNvSpPr>
                <a:spLocks noGrp="1"/>
              </p:cNvSpPr>
              <p:nvPr>
                <p:ph type="body" idx="1"/>
              </p:nvPr>
            </p:nvSpPr>
            <p:spPr/>
            <p:txBody>
              <a:bodyPr/>
              <a:lstStyle/>
              <a:p>
                <a:r>
                  <a:rPr lang="es-ES" dirty="0" err="1"/>
                  <a:t>Algorithm</a:t>
                </a:r>
                <a:endParaRPr lang="es-ES" dirty="0"/>
              </a:p>
              <a:p>
                <a:pPr marL="171450" indent="-171450">
                  <a:buFont typeface="Arial" panose="020B0604020202020204" pitchFamily="34" charset="0"/>
                  <a:buChar char="•"/>
                </a:pPr>
                <a:r>
                  <a:rPr lang="es-ES" dirty="0" err="1"/>
                  <a:t>For</a:t>
                </a:r>
                <a:r>
                  <a:rPr lang="es-ES" dirty="0"/>
                  <a:t> </a:t>
                </a:r>
                <a:r>
                  <a:rPr lang="es-ES" dirty="0" err="1"/>
                  <a:t>each</a:t>
                </a:r>
                <a:r>
                  <a:rPr lang="es-ES" dirty="0"/>
                  <a:t> </a:t>
                </a:r>
                <a:r>
                  <a:rPr lang="es-ES" dirty="0" err="1"/>
                  <a:t>metabolite</a:t>
                </a:r>
                <a:r>
                  <a:rPr lang="es-ES" dirty="0"/>
                  <a:t> </a:t>
                </a:r>
                <a14:m>
                  <m:oMath xmlns:m="http://schemas.openxmlformats.org/officeDocument/2006/math">
                    <m:r>
                      <a:rPr lang="es-ES" sz="1200" i="1" kern="1200">
                        <a:solidFill>
                          <a:schemeClr val="tx1"/>
                        </a:solidFill>
                        <a:latin typeface="Cambria Math" panose="02040503050406030204" pitchFamily="18" charset="0"/>
                        <a:ea typeface="+mn-ea"/>
                        <a:cs typeface="+mn-cs"/>
                      </a:rPr>
                      <m:t>𝑚</m:t>
                    </m:r>
                  </m:oMath>
                </a14:m>
                <a:r>
                  <a:rPr lang="es-ES" dirty="0"/>
                  <a:t>, </a:t>
                </a:r>
                <a:r>
                  <a:rPr lang="es-ES" dirty="0" err="1"/>
                  <a:t>list</a:t>
                </a:r>
                <a:r>
                  <a:rPr lang="es-ES" dirty="0"/>
                  <a:t> </a:t>
                </a:r>
                <a:r>
                  <a:rPr lang="es-ES" dirty="0" err="1"/>
                  <a:t>producers</a:t>
                </a:r>
                <a:r>
                  <a:rPr lang="es-ES" dirty="0"/>
                  <a:t> </a:t>
                </a:r>
                <a14:m>
                  <m:oMath xmlns:m="http://schemas.openxmlformats.org/officeDocument/2006/math">
                    <m:r>
                      <a:rPr lang="es-ES" sz="1200" i="1" kern="1200">
                        <a:solidFill>
                          <a:schemeClr val="tx1"/>
                        </a:solidFill>
                        <a:latin typeface="Cambria Math" panose="02040503050406030204" pitchFamily="18" charset="0"/>
                        <a:ea typeface="+mn-ea"/>
                        <a:cs typeface="+mn-cs"/>
                      </a:rPr>
                      <m:t>𝑃</m:t>
                    </m:r>
                  </m:oMath>
                </a14:m>
                <a:r>
                  <a:rPr lang="es-ES" dirty="0"/>
                  <a:t>(</a:t>
                </a:r>
                <a:r>
                  <a:rPr lang="es-ES" dirty="0" err="1"/>
                  <a:t>reactions</a:t>
                </a:r>
                <a:r>
                  <a:rPr lang="es-ES" dirty="0"/>
                  <a:t> </a:t>
                </a:r>
                <a:r>
                  <a:rPr lang="es-ES" dirty="0" err="1"/>
                  <a:t>with</a:t>
                </a:r>
                <a:r>
                  <a:rPr lang="es-ES" dirty="0"/>
                  <a:t> </a:t>
                </a:r>
                <a14:m>
                  <m:oMath xmlns:m="http://schemas.openxmlformats.org/officeDocument/2006/math">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𝑆</m:t>
                        </m:r>
                      </m:e>
                      <m:sub>
                        <m:r>
                          <a:rPr lang="ar-AE" sz="1200" i="1" kern="1200">
                            <a:solidFill>
                              <a:schemeClr val="tx1"/>
                            </a:solidFill>
                            <a:latin typeface="Cambria Math" panose="02040503050406030204" pitchFamily="18" charset="0"/>
                            <a:ea typeface="+mn-ea"/>
                            <a:cs typeface="+mn-cs"/>
                          </a:rPr>
                          <m:t>𝑚</m:t>
                        </m:r>
                        <m:r>
                          <a:rPr lang="ar-AE" sz="1200" i="0" kern="1200">
                            <a:solidFill>
                              <a:schemeClr val="tx1"/>
                            </a:solidFill>
                            <a:latin typeface="Cambria Math" panose="02040503050406030204" pitchFamily="18" charset="0"/>
                            <a:ea typeface="+mn-ea"/>
                            <a:cs typeface="+mn-cs"/>
                          </a:rPr>
                          <m:t>,</m:t>
                        </m:r>
                        <m:r>
                          <a:rPr lang="ar-AE" sz="1200" i="1" kern="1200">
                            <a:solidFill>
                              <a:schemeClr val="tx1"/>
                            </a:solidFill>
                            <a:latin typeface="Cambria Math" panose="02040503050406030204" pitchFamily="18" charset="0"/>
                            <a:ea typeface="+mn-ea"/>
                            <a:cs typeface="+mn-cs"/>
                          </a:rPr>
                          <m:t>𝑗</m:t>
                        </m:r>
                      </m:sub>
                    </m:sSub>
                    <m:r>
                      <a:rPr lang="ar-AE" sz="1200" i="0" kern="1200">
                        <a:solidFill>
                          <a:schemeClr val="tx1"/>
                        </a:solidFill>
                        <a:latin typeface="Cambria Math" panose="02040503050406030204" pitchFamily="18" charset="0"/>
                        <a:ea typeface="+mn-ea"/>
                        <a:cs typeface="+mn-cs"/>
                      </a:rPr>
                      <m:t>&gt;0</m:t>
                    </m:r>
                  </m:oMath>
                </a14:m>
                <a:r>
                  <a:rPr lang="ar-AE" dirty="0"/>
                  <a:t>)</a:t>
                </a:r>
              </a:p>
              <a:p>
                <a:pPr marL="171450" indent="-171450">
                  <a:buFont typeface="Arial" panose="020B0604020202020204" pitchFamily="34" charset="0"/>
                  <a:buChar char="•"/>
                </a:pPr>
                <a:r>
                  <a:rPr lang="es-ES" dirty="0" err="1"/>
                  <a:t>List</a:t>
                </a:r>
                <a:r>
                  <a:rPr lang="es-ES" dirty="0"/>
                  <a:t> </a:t>
                </a:r>
                <a:r>
                  <a:rPr lang="es-ES" dirty="0" err="1"/>
                  <a:t>consumers</a:t>
                </a:r>
                <a:r>
                  <a:rPr lang="es-ES" dirty="0"/>
                  <a:t> </a:t>
                </a:r>
                <a14:m>
                  <m:oMath xmlns:m="http://schemas.openxmlformats.org/officeDocument/2006/math">
                    <m:r>
                      <a:rPr lang="es-ES" sz="1200" i="1" kern="1200">
                        <a:solidFill>
                          <a:schemeClr val="tx1"/>
                        </a:solidFill>
                        <a:latin typeface="Cambria Math" panose="02040503050406030204" pitchFamily="18" charset="0"/>
                        <a:ea typeface="+mn-ea"/>
                        <a:cs typeface="+mn-cs"/>
                      </a:rPr>
                      <m:t>𝐶</m:t>
                    </m:r>
                  </m:oMath>
                </a14:m>
                <a:r>
                  <a:rPr lang="es-ES" dirty="0"/>
                  <a:t>(</a:t>
                </a:r>
                <a:r>
                  <a:rPr lang="es-ES" dirty="0" err="1"/>
                  <a:t>reactions</a:t>
                </a:r>
                <a:r>
                  <a:rPr lang="es-ES" dirty="0"/>
                  <a:t> </a:t>
                </a:r>
                <a:r>
                  <a:rPr lang="es-ES" dirty="0" err="1"/>
                  <a:t>with</a:t>
                </a:r>
                <a:r>
                  <a:rPr lang="es-ES" dirty="0"/>
                  <a:t> </a:t>
                </a:r>
                <a14:m>
                  <m:oMath xmlns:m="http://schemas.openxmlformats.org/officeDocument/2006/math">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𝑆</m:t>
                        </m:r>
                      </m:e>
                      <m:sub>
                        <m:r>
                          <a:rPr lang="ar-AE" sz="1200" i="1" kern="1200">
                            <a:solidFill>
                              <a:schemeClr val="tx1"/>
                            </a:solidFill>
                            <a:latin typeface="Cambria Math" panose="02040503050406030204" pitchFamily="18" charset="0"/>
                            <a:ea typeface="+mn-ea"/>
                            <a:cs typeface="+mn-cs"/>
                          </a:rPr>
                          <m:t>𝑚</m:t>
                        </m:r>
                        <m:r>
                          <a:rPr lang="ar-AE" sz="1200" i="0" kern="1200">
                            <a:solidFill>
                              <a:schemeClr val="tx1"/>
                            </a:solidFill>
                            <a:latin typeface="Cambria Math" panose="02040503050406030204" pitchFamily="18" charset="0"/>
                            <a:ea typeface="+mn-ea"/>
                            <a:cs typeface="+mn-cs"/>
                          </a:rPr>
                          <m:t>,</m:t>
                        </m:r>
                        <m:r>
                          <a:rPr lang="ar-AE" sz="1200" i="1" kern="1200">
                            <a:solidFill>
                              <a:schemeClr val="tx1"/>
                            </a:solidFill>
                            <a:latin typeface="Cambria Math" panose="02040503050406030204" pitchFamily="18" charset="0"/>
                            <a:ea typeface="+mn-ea"/>
                            <a:cs typeface="+mn-cs"/>
                          </a:rPr>
                          <m:t>𝑗</m:t>
                        </m:r>
                      </m:sub>
                    </m:sSub>
                    <m:r>
                      <a:rPr lang="ar-AE" sz="1200" i="0" kern="1200">
                        <a:solidFill>
                          <a:schemeClr val="tx1"/>
                        </a:solidFill>
                        <a:latin typeface="Cambria Math" panose="02040503050406030204" pitchFamily="18" charset="0"/>
                        <a:ea typeface="+mn-ea"/>
                        <a:cs typeface="+mn-cs"/>
                      </a:rPr>
                      <m:t>&lt;0</m:t>
                    </m:r>
                  </m:oMath>
                </a14:m>
                <a:r>
                  <a:rPr lang="ar-AE" dirty="0"/>
                  <a:t>)</a:t>
                </a:r>
              </a:p>
              <a:p>
                <a:pPr marL="171450" indent="-171450">
                  <a:buFont typeface="Arial" panose="020B0604020202020204" pitchFamily="34" charset="0"/>
                  <a:buChar char="•"/>
                </a:pPr>
                <a:r>
                  <a:rPr lang="es-ES" dirty="0" err="1"/>
                  <a:t>If</a:t>
                </a:r>
                <a:r>
                  <a:rPr lang="es-ES" dirty="0"/>
                  <a:t> </a:t>
                </a:r>
                <a14:m>
                  <m:oMath xmlns:m="http://schemas.openxmlformats.org/officeDocument/2006/math">
                    <m:r>
                      <a:rPr lang="es-ES" sz="1200" kern="1200">
                        <a:solidFill>
                          <a:schemeClr val="tx1"/>
                        </a:solidFill>
                        <a:latin typeface="Cambria Math" panose="02040503050406030204" pitchFamily="18" charset="0"/>
                        <a:ea typeface="+mn-ea"/>
                        <a:cs typeface="+mn-cs"/>
                      </a:rPr>
                      <m:t>∣</m:t>
                    </m:r>
                    <m:r>
                      <a:rPr lang="es-ES" sz="1200" i="1" kern="1200">
                        <a:solidFill>
                          <a:schemeClr val="tx1"/>
                        </a:solidFill>
                        <a:latin typeface="Cambria Math" panose="02040503050406030204" pitchFamily="18" charset="0"/>
                        <a:ea typeface="+mn-ea"/>
                        <a:cs typeface="+mn-cs"/>
                      </a:rPr>
                      <m:t>𝑃</m:t>
                    </m:r>
                    <m:r>
                      <a:rPr lang="es-ES" sz="1200" i="0" kern="1200">
                        <a:solidFill>
                          <a:schemeClr val="tx1"/>
                        </a:solidFill>
                        <a:latin typeface="Cambria Math" panose="02040503050406030204" pitchFamily="18" charset="0"/>
                        <a:ea typeface="+mn-ea"/>
                        <a:cs typeface="+mn-cs"/>
                      </a:rPr>
                      <m:t>∣≥2</m:t>
                    </m:r>
                  </m:oMath>
                </a14:m>
                <a:r>
                  <a:rPr lang="es-ES" dirty="0"/>
                  <a:t>and </a:t>
                </a:r>
                <a14:m>
                  <m:oMath xmlns:m="http://schemas.openxmlformats.org/officeDocument/2006/math">
                    <m:r>
                      <a:rPr lang="es-ES" sz="1200" kern="1200">
                        <a:solidFill>
                          <a:schemeClr val="tx1"/>
                        </a:solidFill>
                        <a:latin typeface="Cambria Math" panose="02040503050406030204" pitchFamily="18" charset="0"/>
                        <a:ea typeface="+mn-ea"/>
                        <a:cs typeface="+mn-cs"/>
                      </a:rPr>
                      <m:t>∣</m:t>
                    </m:r>
                    <m:r>
                      <a:rPr lang="es-ES" sz="1200" i="1" kern="1200">
                        <a:solidFill>
                          <a:schemeClr val="tx1"/>
                        </a:solidFill>
                        <a:latin typeface="Cambria Math" panose="02040503050406030204" pitchFamily="18" charset="0"/>
                        <a:ea typeface="+mn-ea"/>
                        <a:cs typeface="+mn-cs"/>
                      </a:rPr>
                      <m:t>𝐶</m:t>
                    </m:r>
                    <m:r>
                      <a:rPr lang="es-ES" sz="1200" i="0" kern="1200">
                        <a:solidFill>
                          <a:schemeClr val="tx1"/>
                        </a:solidFill>
                        <a:latin typeface="Cambria Math" panose="02040503050406030204" pitchFamily="18" charset="0"/>
                        <a:ea typeface="+mn-ea"/>
                        <a:cs typeface="+mn-cs"/>
                      </a:rPr>
                      <m:t>∣≥1</m:t>
                    </m:r>
                  </m:oMath>
                </a14:m>
                <a:r>
                  <a:rPr lang="es-ES" dirty="0"/>
                  <a:t>, </a:t>
                </a:r>
                <a:r>
                  <a:rPr lang="es-ES" dirty="0" err="1"/>
                  <a:t>check</a:t>
                </a:r>
                <a:r>
                  <a:rPr lang="es-ES" dirty="0"/>
                  <a:t> candidate outputs </a:t>
                </a:r>
                <a14:m>
                  <m:oMath xmlns:m="http://schemas.openxmlformats.org/officeDocument/2006/math">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𝑟</m:t>
                        </m:r>
                      </m:e>
                      <m:sub>
                        <m:r>
                          <a:rPr lang="ar-AE" sz="1200" i="0" kern="1200">
                            <a:solidFill>
                              <a:schemeClr val="tx1"/>
                            </a:solidFill>
                            <a:latin typeface="Cambria Math" panose="02040503050406030204" pitchFamily="18" charset="0"/>
                            <a:ea typeface="+mn-ea"/>
                            <a:cs typeface="+mn-cs"/>
                          </a:rPr>
                          <m:t>3</m:t>
                        </m:r>
                      </m:sub>
                    </m:sSub>
                    <m:r>
                      <a:rPr lang="ar-AE" sz="1200" i="0" kern="1200">
                        <a:solidFill>
                          <a:schemeClr val="tx1"/>
                        </a:solidFill>
                        <a:latin typeface="Cambria Math" panose="02040503050406030204" pitchFamily="18" charset="0"/>
                        <a:ea typeface="+mn-ea"/>
                        <a:cs typeface="+mn-cs"/>
                      </a:rPr>
                      <m:t>∈</m:t>
                    </m:r>
                    <m:r>
                      <a:rPr lang="ar-AE" sz="1200" i="1" kern="1200">
                        <a:solidFill>
                          <a:schemeClr val="tx1"/>
                        </a:solidFill>
                        <a:latin typeface="Cambria Math" panose="02040503050406030204" pitchFamily="18" charset="0"/>
                        <a:ea typeface="+mn-ea"/>
                        <a:cs typeface="+mn-cs"/>
                      </a:rPr>
                      <m:t>𝐶</m:t>
                    </m:r>
                  </m:oMath>
                </a14:m>
                <a:endParaRPr lang="ar-AE" dirty="0"/>
              </a:p>
              <a:p>
                <a:pPr marL="171450" indent="-171450">
                  <a:buFont typeface="Arial" panose="020B0604020202020204" pitchFamily="34" charset="0"/>
                  <a:buChar char="•"/>
                </a:pPr>
                <a:r>
                  <a:rPr lang="es-ES" dirty="0" err="1"/>
                  <a:t>Prefer</a:t>
                </a:r>
                <a:r>
                  <a:rPr lang="es-ES" dirty="0"/>
                  <a:t> cases </a:t>
                </a:r>
                <a:r>
                  <a:rPr lang="es-ES" dirty="0" err="1"/>
                  <a:t>where</a:t>
                </a:r>
                <a:r>
                  <a:rPr lang="es-ES" dirty="0"/>
                  <a:t> </a:t>
                </a:r>
                <a14:m>
                  <m:oMath xmlns:m="http://schemas.openxmlformats.org/officeDocument/2006/math">
                    <m:r>
                      <a:rPr lang="es-ES" sz="1200" i="1" kern="1200">
                        <a:solidFill>
                          <a:schemeClr val="tx1"/>
                        </a:solidFill>
                        <a:latin typeface="Cambria Math" panose="02040503050406030204" pitchFamily="18" charset="0"/>
                        <a:ea typeface="+mn-ea"/>
                        <a:cs typeface="+mn-cs"/>
                      </a:rPr>
                      <m:t>𝑚</m:t>
                    </m:r>
                  </m:oMath>
                </a14:m>
                <a:r>
                  <a:rPr lang="es-ES" dirty="0"/>
                  <a:t>has </a:t>
                </a:r>
                <a:r>
                  <a:rPr lang="es-ES" b="1" dirty="0" err="1"/>
                  <a:t>exactly</a:t>
                </a:r>
                <a:r>
                  <a:rPr lang="es-ES" dirty="0"/>
                  <a:t> 2 </a:t>
                </a:r>
                <a:r>
                  <a:rPr lang="es-ES" dirty="0" err="1"/>
                  <a:t>producers</a:t>
                </a:r>
                <a:r>
                  <a:rPr lang="es-ES" dirty="0"/>
                  <a:t> and 1 </a:t>
                </a:r>
                <a:r>
                  <a:rPr lang="es-ES" dirty="0" err="1"/>
                  <a:t>consumer</a:t>
                </a:r>
                <a:r>
                  <a:rPr lang="es-ES" dirty="0"/>
                  <a:t> (</a:t>
                </a:r>
                <a:r>
                  <a:rPr lang="es-ES" dirty="0" err="1"/>
                  <a:t>tightest</a:t>
                </a:r>
                <a:r>
                  <a:rPr lang="es-ES" dirty="0"/>
                  <a:t> “</a:t>
                </a:r>
                <a:r>
                  <a:rPr lang="es-ES" dirty="0" err="1"/>
                  <a:t>adder</a:t>
                </a:r>
                <a:r>
                  <a:rPr lang="es-ES" dirty="0"/>
                  <a:t>”)</a:t>
                </a:r>
              </a:p>
              <a:p>
                <a:pPr marL="171450" indent="-171450">
                  <a:buFont typeface="Arial" panose="020B0604020202020204" pitchFamily="34" charset="0"/>
                  <a:buChar char="•"/>
                </a:pPr>
                <a:r>
                  <a:rPr lang="es-ES" dirty="0" err="1"/>
                  <a:t>Intersect</a:t>
                </a:r>
                <a:r>
                  <a:rPr lang="es-ES" dirty="0"/>
                  <a:t> </a:t>
                </a:r>
                <a:r>
                  <a:rPr lang="es-ES" dirty="0" err="1"/>
                  <a:t>producers</a:t>
                </a:r>
                <a:r>
                  <a:rPr lang="es-ES" dirty="0"/>
                  <a:t> </a:t>
                </a:r>
                <a:r>
                  <a:rPr lang="es-ES" dirty="0" err="1"/>
                  <a:t>with</a:t>
                </a:r>
                <a:r>
                  <a:rPr lang="es-ES" dirty="0"/>
                  <a:t> </a:t>
                </a:r>
                <a:r>
                  <a:rPr lang="es-ES" dirty="0" err="1"/>
                  <a:t>your</a:t>
                </a:r>
                <a:r>
                  <a:rPr lang="es-ES" dirty="0"/>
                  <a:t> </a:t>
                </a:r>
                <a:r>
                  <a:rPr lang="es-ES" b="1" dirty="0"/>
                  <a:t>single-gene </a:t>
                </a:r>
                <a:r>
                  <a:rPr lang="es-ES" b="1" dirty="0" err="1"/>
                  <a:t>reaction</a:t>
                </a:r>
                <a:r>
                  <a:rPr lang="es-ES" b="1" dirty="0"/>
                  <a:t> </a:t>
                </a:r>
                <a:r>
                  <a:rPr lang="es-ES" b="1" dirty="0" err="1"/>
                  <a:t>list</a:t>
                </a:r>
                <a:r>
                  <a:rPr lang="es-ES" dirty="0"/>
                  <a:t> (</a:t>
                </a:r>
                <a:r>
                  <a:rPr lang="es-ES" dirty="0" err="1"/>
                  <a:t>your</a:t>
                </a:r>
                <a:r>
                  <a:rPr lang="es-ES" dirty="0"/>
                  <a:t> </a:t>
                </a:r>
                <a:r>
                  <a:rPr lang="es-ES" dirty="0" err="1"/>
                  <a:t>current</a:t>
                </a:r>
                <a:r>
                  <a:rPr lang="es-ES" dirty="0"/>
                  <a:t> </a:t>
                </a:r>
                <a:r>
                  <a:rPr lang="es-ES" dirty="0" err="1"/>
                  <a:t>code</a:t>
                </a:r>
                <a:r>
                  <a:rPr lang="es-ES" dirty="0"/>
                  <a:t> </a:t>
                </a:r>
                <a:r>
                  <a:rPr lang="es-ES" dirty="0" err="1"/>
                  <a:t>already</a:t>
                </a:r>
                <a:r>
                  <a:rPr lang="es-ES" dirty="0"/>
                  <a:t> </a:t>
                </a:r>
                <a:r>
                  <a:rPr lang="es-ES" dirty="0" err="1"/>
                  <a:t>gives</a:t>
                </a:r>
                <a:r>
                  <a:rPr lang="es-ES" dirty="0"/>
                  <a:t> </a:t>
                </a:r>
                <a:r>
                  <a:rPr lang="es-ES" dirty="0" err="1"/>
                  <a:t>that</a:t>
                </a:r>
                <a:r>
                  <a:rPr lang="es-ES" dirty="0"/>
                  <a:t>)</a:t>
                </a:r>
              </a:p>
              <a:p>
                <a:endParaRPr lang="en-US" dirty="0"/>
              </a:p>
            </p:txBody>
          </p:sp>
        </mc:Choice>
        <mc:Fallback xmlns="">
          <p:sp>
            <p:nvSpPr>
              <p:cNvPr id="3" name="Notes Placeholder 2">
                <a:extLst>
                  <a:ext uri="{FF2B5EF4-FFF2-40B4-BE49-F238E27FC236}">
                    <a16:creationId xmlns:a16="http://schemas.microsoft.com/office/drawing/2014/main" id="{D9CD71D4-62D5-E625-3D10-708FEFCC061E}"/>
                  </a:ext>
                </a:extLst>
              </p:cNvPr>
              <p:cNvSpPr>
                <a:spLocks noGrp="1"/>
              </p:cNvSpPr>
              <p:nvPr>
                <p:ph type="body" idx="1"/>
              </p:nvPr>
            </p:nvSpPr>
            <p:spPr/>
            <p:txBody>
              <a:bodyPr/>
              <a:lstStyle/>
              <a:p>
                <a:r>
                  <a:rPr lang="es-ES" dirty="0" err="1"/>
                  <a:t>Algorithm</a:t>
                </a:r>
                <a:endParaRPr lang="es-ES" dirty="0"/>
              </a:p>
              <a:p>
                <a:pPr marL="171450" indent="-171450">
                  <a:buFont typeface="Arial" panose="020B0604020202020204" pitchFamily="34" charset="0"/>
                  <a:buChar char="•"/>
                </a:pPr>
                <a:r>
                  <a:rPr lang="es-ES" dirty="0" err="1"/>
                  <a:t>For</a:t>
                </a:r>
                <a:r>
                  <a:rPr lang="es-ES" dirty="0"/>
                  <a:t> </a:t>
                </a:r>
                <a:r>
                  <a:rPr lang="es-ES" dirty="0" err="1"/>
                  <a:t>each</a:t>
                </a:r>
                <a:r>
                  <a:rPr lang="es-ES" dirty="0"/>
                  <a:t> </a:t>
                </a:r>
                <a:r>
                  <a:rPr lang="es-ES" dirty="0" err="1"/>
                  <a:t>metabolite</a:t>
                </a:r>
                <a:r>
                  <a:rPr lang="es-ES" dirty="0"/>
                  <a:t> </a:t>
                </a:r>
                <a:r>
                  <a:rPr lang="es-ES" sz="1200" i="0" kern="1200">
                    <a:solidFill>
                      <a:schemeClr val="tx1"/>
                    </a:solidFill>
                    <a:latin typeface="Cambria Math" panose="02040503050406030204" pitchFamily="18" charset="0"/>
                    <a:ea typeface="+mn-ea"/>
                    <a:cs typeface="+mn-cs"/>
                  </a:rPr>
                  <a:t>𝑚</a:t>
                </a:r>
                <a:r>
                  <a:rPr lang="es-ES" dirty="0"/>
                  <a:t>, </a:t>
                </a:r>
                <a:r>
                  <a:rPr lang="es-ES" dirty="0" err="1"/>
                  <a:t>list</a:t>
                </a:r>
                <a:r>
                  <a:rPr lang="es-ES" dirty="0"/>
                  <a:t> </a:t>
                </a:r>
                <a:r>
                  <a:rPr lang="es-ES" dirty="0" err="1"/>
                  <a:t>producers</a:t>
                </a:r>
                <a:r>
                  <a:rPr lang="es-ES" dirty="0"/>
                  <a:t> </a:t>
                </a:r>
                <a:r>
                  <a:rPr lang="es-ES" sz="1200" i="0" kern="1200">
                    <a:solidFill>
                      <a:schemeClr val="tx1"/>
                    </a:solidFill>
                    <a:latin typeface="Cambria Math" panose="02040503050406030204" pitchFamily="18" charset="0"/>
                    <a:ea typeface="+mn-ea"/>
                    <a:cs typeface="+mn-cs"/>
                  </a:rPr>
                  <a:t>𝑃</a:t>
                </a:r>
                <a:r>
                  <a:rPr lang="es-ES" dirty="0"/>
                  <a:t>(</a:t>
                </a:r>
                <a:r>
                  <a:rPr lang="es-ES" dirty="0" err="1"/>
                  <a:t>reactions</a:t>
                </a:r>
                <a:r>
                  <a:rPr lang="es-ES" dirty="0"/>
                  <a:t> </a:t>
                </a:r>
                <a:r>
                  <a:rPr lang="es-ES" dirty="0" err="1"/>
                  <a:t>with</a:t>
                </a:r>
                <a:r>
                  <a:rPr lang="es-ES" dirty="0"/>
                  <a:t> </a:t>
                </a:r>
                <a:r>
                  <a:rPr lang="ar-AE" sz="1200" i="0" kern="1200">
                    <a:solidFill>
                      <a:schemeClr val="tx1"/>
                    </a:solidFill>
                    <a:latin typeface="Cambria Math" panose="02040503050406030204" pitchFamily="18" charset="0"/>
                    <a:ea typeface="+mn-ea"/>
                    <a:cs typeface="+mn-cs"/>
                  </a:rPr>
                  <a:t>𝑆_(𝑚,𝑗)&gt;0</a:t>
                </a:r>
                <a:r>
                  <a:rPr lang="ar-AE" dirty="0"/>
                  <a:t>)</a:t>
                </a:r>
              </a:p>
              <a:p>
                <a:pPr marL="171450" indent="-171450">
                  <a:buFont typeface="Arial" panose="020B0604020202020204" pitchFamily="34" charset="0"/>
                  <a:buChar char="•"/>
                </a:pPr>
                <a:r>
                  <a:rPr lang="es-ES" dirty="0" err="1"/>
                  <a:t>List</a:t>
                </a:r>
                <a:r>
                  <a:rPr lang="es-ES" dirty="0"/>
                  <a:t> </a:t>
                </a:r>
                <a:r>
                  <a:rPr lang="es-ES" dirty="0" err="1"/>
                  <a:t>consumers</a:t>
                </a:r>
                <a:r>
                  <a:rPr lang="es-ES" dirty="0"/>
                  <a:t> </a:t>
                </a:r>
                <a:r>
                  <a:rPr lang="es-ES" sz="1200" i="0" kern="1200">
                    <a:solidFill>
                      <a:schemeClr val="tx1"/>
                    </a:solidFill>
                    <a:latin typeface="Cambria Math" panose="02040503050406030204" pitchFamily="18" charset="0"/>
                    <a:ea typeface="+mn-ea"/>
                    <a:cs typeface="+mn-cs"/>
                  </a:rPr>
                  <a:t>𝐶</a:t>
                </a:r>
                <a:r>
                  <a:rPr lang="es-ES" dirty="0"/>
                  <a:t>(</a:t>
                </a:r>
                <a:r>
                  <a:rPr lang="es-ES" dirty="0" err="1"/>
                  <a:t>reactions</a:t>
                </a:r>
                <a:r>
                  <a:rPr lang="es-ES" dirty="0"/>
                  <a:t> </a:t>
                </a:r>
                <a:r>
                  <a:rPr lang="es-ES" dirty="0" err="1"/>
                  <a:t>with</a:t>
                </a:r>
                <a:r>
                  <a:rPr lang="es-ES" dirty="0"/>
                  <a:t> </a:t>
                </a:r>
                <a:r>
                  <a:rPr lang="ar-AE" sz="1200" i="0" kern="1200">
                    <a:solidFill>
                      <a:schemeClr val="tx1"/>
                    </a:solidFill>
                    <a:latin typeface="Cambria Math" panose="02040503050406030204" pitchFamily="18" charset="0"/>
                    <a:ea typeface="+mn-ea"/>
                    <a:cs typeface="+mn-cs"/>
                  </a:rPr>
                  <a:t>𝑆_(𝑚,𝑗)&lt;0</a:t>
                </a:r>
                <a:r>
                  <a:rPr lang="ar-AE" dirty="0"/>
                  <a:t>)</a:t>
                </a:r>
              </a:p>
              <a:p>
                <a:pPr marL="171450" indent="-171450">
                  <a:buFont typeface="Arial" panose="020B0604020202020204" pitchFamily="34" charset="0"/>
                  <a:buChar char="•"/>
                </a:pPr>
                <a:r>
                  <a:rPr lang="es-ES" dirty="0" err="1"/>
                  <a:t>If</a:t>
                </a:r>
                <a:r>
                  <a:rPr lang="es-ES" dirty="0"/>
                  <a:t> </a:t>
                </a:r>
                <a:r>
                  <a:rPr lang="es-ES" sz="1200" i="0" kern="1200">
                    <a:solidFill>
                      <a:schemeClr val="tx1"/>
                    </a:solidFill>
                    <a:latin typeface="Cambria Math" panose="02040503050406030204" pitchFamily="18" charset="0"/>
                    <a:ea typeface="+mn-ea"/>
                    <a:cs typeface="+mn-cs"/>
                  </a:rPr>
                  <a:t>∣𝑃∣≥2</a:t>
                </a:r>
                <a:r>
                  <a:rPr lang="es-ES" dirty="0"/>
                  <a:t>and </a:t>
                </a:r>
                <a:r>
                  <a:rPr lang="es-ES" sz="1200" i="0" kern="1200">
                    <a:solidFill>
                      <a:schemeClr val="tx1"/>
                    </a:solidFill>
                    <a:latin typeface="Cambria Math" panose="02040503050406030204" pitchFamily="18" charset="0"/>
                    <a:ea typeface="+mn-ea"/>
                    <a:cs typeface="+mn-cs"/>
                  </a:rPr>
                  <a:t>∣𝐶∣≥1</a:t>
                </a:r>
                <a:r>
                  <a:rPr lang="es-ES" dirty="0"/>
                  <a:t>, </a:t>
                </a:r>
                <a:r>
                  <a:rPr lang="es-ES" dirty="0" err="1"/>
                  <a:t>check</a:t>
                </a:r>
                <a:r>
                  <a:rPr lang="es-ES" dirty="0"/>
                  <a:t> candidate outputs </a:t>
                </a:r>
                <a:r>
                  <a:rPr lang="ar-AE" sz="1200" i="0" kern="1200">
                    <a:solidFill>
                      <a:schemeClr val="tx1"/>
                    </a:solidFill>
                    <a:latin typeface="Cambria Math" panose="02040503050406030204" pitchFamily="18" charset="0"/>
                    <a:ea typeface="+mn-ea"/>
                    <a:cs typeface="+mn-cs"/>
                  </a:rPr>
                  <a:t>𝑟_3∈𝐶</a:t>
                </a:r>
                <a:endParaRPr lang="ar-AE" dirty="0"/>
              </a:p>
              <a:p>
                <a:pPr marL="171450" indent="-171450">
                  <a:buFont typeface="Arial" panose="020B0604020202020204" pitchFamily="34" charset="0"/>
                  <a:buChar char="•"/>
                </a:pPr>
                <a:r>
                  <a:rPr lang="es-ES" dirty="0" err="1"/>
                  <a:t>Prefer</a:t>
                </a:r>
                <a:r>
                  <a:rPr lang="es-ES" dirty="0"/>
                  <a:t> cases </a:t>
                </a:r>
                <a:r>
                  <a:rPr lang="es-ES" dirty="0" err="1"/>
                  <a:t>where</a:t>
                </a:r>
                <a:r>
                  <a:rPr lang="es-ES" dirty="0"/>
                  <a:t> </a:t>
                </a:r>
                <a:r>
                  <a:rPr lang="es-ES" sz="1200" i="0" kern="1200">
                    <a:solidFill>
                      <a:schemeClr val="tx1"/>
                    </a:solidFill>
                    <a:latin typeface="Cambria Math" panose="02040503050406030204" pitchFamily="18" charset="0"/>
                    <a:ea typeface="+mn-ea"/>
                    <a:cs typeface="+mn-cs"/>
                  </a:rPr>
                  <a:t>𝑚</a:t>
                </a:r>
                <a:r>
                  <a:rPr lang="es-ES" dirty="0"/>
                  <a:t>has </a:t>
                </a:r>
                <a:r>
                  <a:rPr lang="es-ES" b="1" dirty="0" err="1"/>
                  <a:t>exactly</a:t>
                </a:r>
                <a:r>
                  <a:rPr lang="es-ES" dirty="0"/>
                  <a:t> 2 </a:t>
                </a:r>
                <a:r>
                  <a:rPr lang="es-ES" dirty="0" err="1"/>
                  <a:t>producers</a:t>
                </a:r>
                <a:r>
                  <a:rPr lang="es-ES" dirty="0"/>
                  <a:t> and 1 </a:t>
                </a:r>
                <a:r>
                  <a:rPr lang="es-ES" dirty="0" err="1"/>
                  <a:t>consumer</a:t>
                </a:r>
                <a:r>
                  <a:rPr lang="es-ES" dirty="0"/>
                  <a:t> (</a:t>
                </a:r>
                <a:r>
                  <a:rPr lang="es-ES" dirty="0" err="1"/>
                  <a:t>tightest</a:t>
                </a:r>
                <a:r>
                  <a:rPr lang="es-ES" dirty="0"/>
                  <a:t> “</a:t>
                </a:r>
                <a:r>
                  <a:rPr lang="es-ES" dirty="0" err="1"/>
                  <a:t>adder</a:t>
                </a:r>
                <a:r>
                  <a:rPr lang="es-ES" dirty="0"/>
                  <a:t>”)</a:t>
                </a:r>
              </a:p>
              <a:p>
                <a:pPr marL="171450" indent="-171450">
                  <a:buFont typeface="Arial" panose="020B0604020202020204" pitchFamily="34" charset="0"/>
                  <a:buChar char="•"/>
                </a:pPr>
                <a:r>
                  <a:rPr lang="es-ES" dirty="0" err="1"/>
                  <a:t>Intersect</a:t>
                </a:r>
                <a:r>
                  <a:rPr lang="es-ES" dirty="0"/>
                  <a:t> </a:t>
                </a:r>
                <a:r>
                  <a:rPr lang="es-ES" dirty="0" err="1"/>
                  <a:t>producers</a:t>
                </a:r>
                <a:r>
                  <a:rPr lang="es-ES" dirty="0"/>
                  <a:t> </a:t>
                </a:r>
                <a:r>
                  <a:rPr lang="es-ES" dirty="0" err="1"/>
                  <a:t>with</a:t>
                </a:r>
                <a:r>
                  <a:rPr lang="es-ES" dirty="0"/>
                  <a:t> </a:t>
                </a:r>
                <a:r>
                  <a:rPr lang="es-ES" dirty="0" err="1"/>
                  <a:t>your</a:t>
                </a:r>
                <a:r>
                  <a:rPr lang="es-ES" dirty="0"/>
                  <a:t> </a:t>
                </a:r>
                <a:r>
                  <a:rPr lang="es-ES" b="1" dirty="0"/>
                  <a:t>single-gene </a:t>
                </a:r>
                <a:r>
                  <a:rPr lang="es-ES" b="1" dirty="0" err="1"/>
                  <a:t>reaction</a:t>
                </a:r>
                <a:r>
                  <a:rPr lang="es-ES" b="1" dirty="0"/>
                  <a:t> </a:t>
                </a:r>
                <a:r>
                  <a:rPr lang="es-ES" b="1" dirty="0" err="1"/>
                  <a:t>list</a:t>
                </a:r>
                <a:r>
                  <a:rPr lang="es-ES" dirty="0"/>
                  <a:t> (</a:t>
                </a:r>
                <a:r>
                  <a:rPr lang="es-ES" dirty="0" err="1"/>
                  <a:t>your</a:t>
                </a:r>
                <a:r>
                  <a:rPr lang="es-ES" dirty="0"/>
                  <a:t> </a:t>
                </a:r>
                <a:r>
                  <a:rPr lang="es-ES" dirty="0" err="1"/>
                  <a:t>current</a:t>
                </a:r>
                <a:r>
                  <a:rPr lang="es-ES" dirty="0"/>
                  <a:t> </a:t>
                </a:r>
                <a:r>
                  <a:rPr lang="es-ES" dirty="0" err="1"/>
                  <a:t>code</a:t>
                </a:r>
                <a:r>
                  <a:rPr lang="es-ES" dirty="0"/>
                  <a:t> </a:t>
                </a:r>
                <a:r>
                  <a:rPr lang="es-ES" dirty="0" err="1"/>
                  <a:t>already</a:t>
                </a:r>
                <a:r>
                  <a:rPr lang="es-ES" dirty="0"/>
                  <a:t> </a:t>
                </a:r>
                <a:r>
                  <a:rPr lang="es-ES" dirty="0" err="1"/>
                  <a:t>gives</a:t>
                </a:r>
                <a:r>
                  <a:rPr lang="es-ES" dirty="0"/>
                  <a:t> </a:t>
                </a:r>
                <a:r>
                  <a:rPr lang="es-ES" dirty="0" err="1"/>
                  <a:t>that</a:t>
                </a:r>
                <a:r>
                  <a:rPr lang="es-ES" dirty="0"/>
                  <a:t>)</a:t>
                </a:r>
              </a:p>
              <a:p>
                <a:endParaRPr lang="en-US" dirty="0"/>
              </a:p>
            </p:txBody>
          </p:sp>
        </mc:Fallback>
      </mc:AlternateContent>
      <p:sp>
        <p:nvSpPr>
          <p:cNvPr id="4" name="Slide Number Placeholder 3">
            <a:extLst>
              <a:ext uri="{FF2B5EF4-FFF2-40B4-BE49-F238E27FC236}">
                <a16:creationId xmlns:a16="http://schemas.microsoft.com/office/drawing/2014/main" id="{08EA91E3-E0D6-AEB7-CF9F-1322CB51887A}"/>
              </a:ext>
            </a:extLst>
          </p:cNvPr>
          <p:cNvSpPr>
            <a:spLocks noGrp="1"/>
          </p:cNvSpPr>
          <p:nvPr>
            <p:ph type="sldNum" sz="quarter" idx="5"/>
          </p:nvPr>
        </p:nvSpPr>
        <p:spPr/>
        <p:txBody>
          <a:bodyPr/>
          <a:lstStyle/>
          <a:p>
            <a:fld id="{5F818A67-DE81-4BE5-A09A-01BC8A96D5BB}" type="slidenum">
              <a:rPr lang="en-US" smtClean="0"/>
              <a:t>45</a:t>
            </a:fld>
            <a:endParaRPr lang="en-US"/>
          </a:p>
        </p:txBody>
      </p:sp>
    </p:spTree>
    <p:extLst>
      <p:ext uri="{BB962C8B-B14F-4D97-AF65-F5344CB8AC3E}">
        <p14:creationId xmlns:p14="http://schemas.microsoft.com/office/powerpoint/2010/main" val="115467244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4E9716-72B2-6644-83C3-6D638AC68D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0886A6-6BA4-BD5D-6A78-1753FC40DCDF}"/>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984855ED-B5E8-F2E5-3610-92DEE6914E69}"/>
                  </a:ext>
                </a:extLst>
              </p:cNvPr>
              <p:cNvSpPr>
                <a:spLocks noGrp="1"/>
              </p:cNvSpPr>
              <p:nvPr>
                <p:ph type="body" idx="1"/>
              </p:nvPr>
            </p:nvSpPr>
            <p:spPr/>
            <p:txBody>
              <a:bodyPr/>
              <a:lstStyle/>
              <a:p>
                <a:r>
                  <a:rPr lang="es-ES" dirty="0" err="1"/>
                  <a:t>Algorithm</a:t>
                </a:r>
                <a:endParaRPr lang="es-ES" dirty="0"/>
              </a:p>
              <a:p>
                <a:pPr marL="171450" indent="-171450">
                  <a:buFont typeface="Arial" panose="020B0604020202020204" pitchFamily="34" charset="0"/>
                  <a:buChar char="•"/>
                </a:pPr>
                <a:r>
                  <a:rPr lang="es-ES" dirty="0" err="1"/>
                  <a:t>For</a:t>
                </a:r>
                <a:r>
                  <a:rPr lang="es-ES" dirty="0"/>
                  <a:t> </a:t>
                </a:r>
                <a:r>
                  <a:rPr lang="es-ES" dirty="0" err="1"/>
                  <a:t>each</a:t>
                </a:r>
                <a:r>
                  <a:rPr lang="es-ES" dirty="0"/>
                  <a:t> </a:t>
                </a:r>
                <a:r>
                  <a:rPr lang="es-ES" dirty="0" err="1"/>
                  <a:t>metabolite</a:t>
                </a:r>
                <a:r>
                  <a:rPr lang="es-ES" dirty="0"/>
                  <a:t> </a:t>
                </a:r>
                <a14:m>
                  <m:oMath xmlns:m="http://schemas.openxmlformats.org/officeDocument/2006/math">
                    <m:r>
                      <a:rPr lang="es-ES" sz="1200" i="1" kern="1200">
                        <a:solidFill>
                          <a:schemeClr val="tx1"/>
                        </a:solidFill>
                        <a:latin typeface="Cambria Math" panose="02040503050406030204" pitchFamily="18" charset="0"/>
                        <a:ea typeface="+mn-ea"/>
                        <a:cs typeface="+mn-cs"/>
                      </a:rPr>
                      <m:t>𝑚</m:t>
                    </m:r>
                  </m:oMath>
                </a14:m>
                <a:r>
                  <a:rPr lang="es-ES" dirty="0"/>
                  <a:t>, </a:t>
                </a:r>
                <a:r>
                  <a:rPr lang="es-ES" dirty="0" err="1"/>
                  <a:t>list</a:t>
                </a:r>
                <a:r>
                  <a:rPr lang="es-ES" dirty="0"/>
                  <a:t> </a:t>
                </a:r>
                <a:r>
                  <a:rPr lang="es-ES" dirty="0" err="1"/>
                  <a:t>producers</a:t>
                </a:r>
                <a:r>
                  <a:rPr lang="es-ES" dirty="0"/>
                  <a:t> </a:t>
                </a:r>
                <a14:m>
                  <m:oMath xmlns:m="http://schemas.openxmlformats.org/officeDocument/2006/math">
                    <m:r>
                      <a:rPr lang="es-ES" sz="1200" i="1" kern="1200">
                        <a:solidFill>
                          <a:schemeClr val="tx1"/>
                        </a:solidFill>
                        <a:latin typeface="Cambria Math" panose="02040503050406030204" pitchFamily="18" charset="0"/>
                        <a:ea typeface="+mn-ea"/>
                        <a:cs typeface="+mn-cs"/>
                      </a:rPr>
                      <m:t>𝑃</m:t>
                    </m:r>
                  </m:oMath>
                </a14:m>
                <a:r>
                  <a:rPr lang="es-ES" dirty="0"/>
                  <a:t>(</a:t>
                </a:r>
                <a:r>
                  <a:rPr lang="es-ES" dirty="0" err="1"/>
                  <a:t>reactions</a:t>
                </a:r>
                <a:r>
                  <a:rPr lang="es-ES" dirty="0"/>
                  <a:t> </a:t>
                </a:r>
                <a:r>
                  <a:rPr lang="es-ES" dirty="0" err="1"/>
                  <a:t>with</a:t>
                </a:r>
                <a:r>
                  <a:rPr lang="es-ES" dirty="0"/>
                  <a:t> </a:t>
                </a:r>
                <a14:m>
                  <m:oMath xmlns:m="http://schemas.openxmlformats.org/officeDocument/2006/math">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𝑆</m:t>
                        </m:r>
                      </m:e>
                      <m:sub>
                        <m:r>
                          <a:rPr lang="ar-AE" sz="1200" i="1" kern="1200">
                            <a:solidFill>
                              <a:schemeClr val="tx1"/>
                            </a:solidFill>
                            <a:latin typeface="Cambria Math" panose="02040503050406030204" pitchFamily="18" charset="0"/>
                            <a:ea typeface="+mn-ea"/>
                            <a:cs typeface="+mn-cs"/>
                          </a:rPr>
                          <m:t>𝑚</m:t>
                        </m:r>
                        <m:r>
                          <a:rPr lang="ar-AE" sz="1200" i="0" kern="1200">
                            <a:solidFill>
                              <a:schemeClr val="tx1"/>
                            </a:solidFill>
                            <a:latin typeface="Cambria Math" panose="02040503050406030204" pitchFamily="18" charset="0"/>
                            <a:ea typeface="+mn-ea"/>
                            <a:cs typeface="+mn-cs"/>
                          </a:rPr>
                          <m:t>,</m:t>
                        </m:r>
                        <m:r>
                          <a:rPr lang="ar-AE" sz="1200" i="1" kern="1200">
                            <a:solidFill>
                              <a:schemeClr val="tx1"/>
                            </a:solidFill>
                            <a:latin typeface="Cambria Math" panose="02040503050406030204" pitchFamily="18" charset="0"/>
                            <a:ea typeface="+mn-ea"/>
                            <a:cs typeface="+mn-cs"/>
                          </a:rPr>
                          <m:t>𝑗</m:t>
                        </m:r>
                      </m:sub>
                    </m:sSub>
                    <m:r>
                      <a:rPr lang="ar-AE" sz="1200" i="0" kern="1200">
                        <a:solidFill>
                          <a:schemeClr val="tx1"/>
                        </a:solidFill>
                        <a:latin typeface="Cambria Math" panose="02040503050406030204" pitchFamily="18" charset="0"/>
                        <a:ea typeface="+mn-ea"/>
                        <a:cs typeface="+mn-cs"/>
                      </a:rPr>
                      <m:t>&gt;0</m:t>
                    </m:r>
                  </m:oMath>
                </a14:m>
                <a:r>
                  <a:rPr lang="ar-AE" dirty="0"/>
                  <a:t>)</a:t>
                </a:r>
              </a:p>
              <a:p>
                <a:pPr marL="171450" indent="-171450">
                  <a:buFont typeface="Arial" panose="020B0604020202020204" pitchFamily="34" charset="0"/>
                  <a:buChar char="•"/>
                </a:pPr>
                <a:r>
                  <a:rPr lang="es-ES" dirty="0" err="1"/>
                  <a:t>List</a:t>
                </a:r>
                <a:r>
                  <a:rPr lang="es-ES" dirty="0"/>
                  <a:t> </a:t>
                </a:r>
                <a:r>
                  <a:rPr lang="es-ES" dirty="0" err="1"/>
                  <a:t>consumers</a:t>
                </a:r>
                <a:r>
                  <a:rPr lang="es-ES" dirty="0"/>
                  <a:t> </a:t>
                </a:r>
                <a14:m>
                  <m:oMath xmlns:m="http://schemas.openxmlformats.org/officeDocument/2006/math">
                    <m:r>
                      <a:rPr lang="es-ES" sz="1200" i="1" kern="1200">
                        <a:solidFill>
                          <a:schemeClr val="tx1"/>
                        </a:solidFill>
                        <a:latin typeface="Cambria Math" panose="02040503050406030204" pitchFamily="18" charset="0"/>
                        <a:ea typeface="+mn-ea"/>
                        <a:cs typeface="+mn-cs"/>
                      </a:rPr>
                      <m:t>𝐶</m:t>
                    </m:r>
                  </m:oMath>
                </a14:m>
                <a:r>
                  <a:rPr lang="es-ES" dirty="0"/>
                  <a:t>(</a:t>
                </a:r>
                <a:r>
                  <a:rPr lang="es-ES" dirty="0" err="1"/>
                  <a:t>reactions</a:t>
                </a:r>
                <a:r>
                  <a:rPr lang="es-ES" dirty="0"/>
                  <a:t> </a:t>
                </a:r>
                <a:r>
                  <a:rPr lang="es-ES" dirty="0" err="1"/>
                  <a:t>with</a:t>
                </a:r>
                <a:r>
                  <a:rPr lang="es-ES" dirty="0"/>
                  <a:t> </a:t>
                </a:r>
                <a14:m>
                  <m:oMath xmlns:m="http://schemas.openxmlformats.org/officeDocument/2006/math">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𝑆</m:t>
                        </m:r>
                      </m:e>
                      <m:sub>
                        <m:r>
                          <a:rPr lang="ar-AE" sz="1200" i="1" kern="1200">
                            <a:solidFill>
                              <a:schemeClr val="tx1"/>
                            </a:solidFill>
                            <a:latin typeface="Cambria Math" panose="02040503050406030204" pitchFamily="18" charset="0"/>
                            <a:ea typeface="+mn-ea"/>
                            <a:cs typeface="+mn-cs"/>
                          </a:rPr>
                          <m:t>𝑚</m:t>
                        </m:r>
                        <m:r>
                          <a:rPr lang="ar-AE" sz="1200" i="0" kern="1200">
                            <a:solidFill>
                              <a:schemeClr val="tx1"/>
                            </a:solidFill>
                            <a:latin typeface="Cambria Math" panose="02040503050406030204" pitchFamily="18" charset="0"/>
                            <a:ea typeface="+mn-ea"/>
                            <a:cs typeface="+mn-cs"/>
                          </a:rPr>
                          <m:t>,</m:t>
                        </m:r>
                        <m:r>
                          <a:rPr lang="ar-AE" sz="1200" i="1" kern="1200">
                            <a:solidFill>
                              <a:schemeClr val="tx1"/>
                            </a:solidFill>
                            <a:latin typeface="Cambria Math" panose="02040503050406030204" pitchFamily="18" charset="0"/>
                            <a:ea typeface="+mn-ea"/>
                            <a:cs typeface="+mn-cs"/>
                          </a:rPr>
                          <m:t>𝑗</m:t>
                        </m:r>
                      </m:sub>
                    </m:sSub>
                    <m:r>
                      <a:rPr lang="ar-AE" sz="1200" i="0" kern="1200">
                        <a:solidFill>
                          <a:schemeClr val="tx1"/>
                        </a:solidFill>
                        <a:latin typeface="Cambria Math" panose="02040503050406030204" pitchFamily="18" charset="0"/>
                        <a:ea typeface="+mn-ea"/>
                        <a:cs typeface="+mn-cs"/>
                      </a:rPr>
                      <m:t>&lt;0</m:t>
                    </m:r>
                  </m:oMath>
                </a14:m>
                <a:r>
                  <a:rPr lang="ar-AE" dirty="0"/>
                  <a:t>)</a:t>
                </a:r>
              </a:p>
              <a:p>
                <a:pPr marL="171450" indent="-171450">
                  <a:buFont typeface="Arial" panose="020B0604020202020204" pitchFamily="34" charset="0"/>
                  <a:buChar char="•"/>
                </a:pPr>
                <a:r>
                  <a:rPr lang="es-ES" dirty="0" err="1"/>
                  <a:t>If</a:t>
                </a:r>
                <a:r>
                  <a:rPr lang="es-ES" dirty="0"/>
                  <a:t> </a:t>
                </a:r>
                <a14:m>
                  <m:oMath xmlns:m="http://schemas.openxmlformats.org/officeDocument/2006/math">
                    <m:r>
                      <a:rPr lang="es-ES" sz="1200" kern="1200">
                        <a:solidFill>
                          <a:schemeClr val="tx1"/>
                        </a:solidFill>
                        <a:latin typeface="Cambria Math" panose="02040503050406030204" pitchFamily="18" charset="0"/>
                        <a:ea typeface="+mn-ea"/>
                        <a:cs typeface="+mn-cs"/>
                      </a:rPr>
                      <m:t>∣</m:t>
                    </m:r>
                    <m:r>
                      <a:rPr lang="es-ES" sz="1200" i="1" kern="1200">
                        <a:solidFill>
                          <a:schemeClr val="tx1"/>
                        </a:solidFill>
                        <a:latin typeface="Cambria Math" panose="02040503050406030204" pitchFamily="18" charset="0"/>
                        <a:ea typeface="+mn-ea"/>
                        <a:cs typeface="+mn-cs"/>
                      </a:rPr>
                      <m:t>𝑃</m:t>
                    </m:r>
                    <m:r>
                      <a:rPr lang="es-ES" sz="1200" i="0" kern="1200">
                        <a:solidFill>
                          <a:schemeClr val="tx1"/>
                        </a:solidFill>
                        <a:latin typeface="Cambria Math" panose="02040503050406030204" pitchFamily="18" charset="0"/>
                        <a:ea typeface="+mn-ea"/>
                        <a:cs typeface="+mn-cs"/>
                      </a:rPr>
                      <m:t>∣≥2</m:t>
                    </m:r>
                  </m:oMath>
                </a14:m>
                <a:r>
                  <a:rPr lang="es-ES" dirty="0"/>
                  <a:t>and </a:t>
                </a:r>
                <a14:m>
                  <m:oMath xmlns:m="http://schemas.openxmlformats.org/officeDocument/2006/math">
                    <m:r>
                      <a:rPr lang="es-ES" sz="1200" kern="1200">
                        <a:solidFill>
                          <a:schemeClr val="tx1"/>
                        </a:solidFill>
                        <a:latin typeface="Cambria Math" panose="02040503050406030204" pitchFamily="18" charset="0"/>
                        <a:ea typeface="+mn-ea"/>
                        <a:cs typeface="+mn-cs"/>
                      </a:rPr>
                      <m:t>∣</m:t>
                    </m:r>
                    <m:r>
                      <a:rPr lang="es-ES" sz="1200" i="1" kern="1200">
                        <a:solidFill>
                          <a:schemeClr val="tx1"/>
                        </a:solidFill>
                        <a:latin typeface="Cambria Math" panose="02040503050406030204" pitchFamily="18" charset="0"/>
                        <a:ea typeface="+mn-ea"/>
                        <a:cs typeface="+mn-cs"/>
                      </a:rPr>
                      <m:t>𝐶</m:t>
                    </m:r>
                    <m:r>
                      <a:rPr lang="es-ES" sz="1200" i="0" kern="1200">
                        <a:solidFill>
                          <a:schemeClr val="tx1"/>
                        </a:solidFill>
                        <a:latin typeface="Cambria Math" panose="02040503050406030204" pitchFamily="18" charset="0"/>
                        <a:ea typeface="+mn-ea"/>
                        <a:cs typeface="+mn-cs"/>
                      </a:rPr>
                      <m:t>∣≥1</m:t>
                    </m:r>
                  </m:oMath>
                </a14:m>
                <a:r>
                  <a:rPr lang="es-ES" dirty="0"/>
                  <a:t>, </a:t>
                </a:r>
                <a:r>
                  <a:rPr lang="es-ES" dirty="0" err="1"/>
                  <a:t>check</a:t>
                </a:r>
                <a:r>
                  <a:rPr lang="es-ES" dirty="0"/>
                  <a:t> candidate outputs </a:t>
                </a:r>
                <a14:m>
                  <m:oMath xmlns:m="http://schemas.openxmlformats.org/officeDocument/2006/math">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𝑟</m:t>
                        </m:r>
                      </m:e>
                      <m:sub>
                        <m:r>
                          <a:rPr lang="ar-AE" sz="1200" i="0" kern="1200">
                            <a:solidFill>
                              <a:schemeClr val="tx1"/>
                            </a:solidFill>
                            <a:latin typeface="Cambria Math" panose="02040503050406030204" pitchFamily="18" charset="0"/>
                            <a:ea typeface="+mn-ea"/>
                            <a:cs typeface="+mn-cs"/>
                          </a:rPr>
                          <m:t>3</m:t>
                        </m:r>
                      </m:sub>
                    </m:sSub>
                    <m:r>
                      <a:rPr lang="ar-AE" sz="1200" i="0" kern="1200">
                        <a:solidFill>
                          <a:schemeClr val="tx1"/>
                        </a:solidFill>
                        <a:latin typeface="Cambria Math" panose="02040503050406030204" pitchFamily="18" charset="0"/>
                        <a:ea typeface="+mn-ea"/>
                        <a:cs typeface="+mn-cs"/>
                      </a:rPr>
                      <m:t>∈</m:t>
                    </m:r>
                    <m:r>
                      <a:rPr lang="ar-AE" sz="1200" i="1" kern="1200">
                        <a:solidFill>
                          <a:schemeClr val="tx1"/>
                        </a:solidFill>
                        <a:latin typeface="Cambria Math" panose="02040503050406030204" pitchFamily="18" charset="0"/>
                        <a:ea typeface="+mn-ea"/>
                        <a:cs typeface="+mn-cs"/>
                      </a:rPr>
                      <m:t>𝐶</m:t>
                    </m:r>
                  </m:oMath>
                </a14:m>
                <a:endParaRPr lang="ar-AE" dirty="0"/>
              </a:p>
              <a:p>
                <a:pPr marL="171450" indent="-171450">
                  <a:buFont typeface="Arial" panose="020B0604020202020204" pitchFamily="34" charset="0"/>
                  <a:buChar char="•"/>
                </a:pPr>
                <a:r>
                  <a:rPr lang="es-ES" dirty="0" err="1"/>
                  <a:t>Prefer</a:t>
                </a:r>
                <a:r>
                  <a:rPr lang="es-ES" dirty="0"/>
                  <a:t> cases </a:t>
                </a:r>
                <a:r>
                  <a:rPr lang="es-ES" dirty="0" err="1"/>
                  <a:t>where</a:t>
                </a:r>
                <a:r>
                  <a:rPr lang="es-ES" dirty="0"/>
                  <a:t> </a:t>
                </a:r>
                <a14:m>
                  <m:oMath xmlns:m="http://schemas.openxmlformats.org/officeDocument/2006/math">
                    <m:r>
                      <a:rPr lang="es-ES" sz="1200" i="1" kern="1200">
                        <a:solidFill>
                          <a:schemeClr val="tx1"/>
                        </a:solidFill>
                        <a:latin typeface="Cambria Math" panose="02040503050406030204" pitchFamily="18" charset="0"/>
                        <a:ea typeface="+mn-ea"/>
                        <a:cs typeface="+mn-cs"/>
                      </a:rPr>
                      <m:t>𝑚</m:t>
                    </m:r>
                  </m:oMath>
                </a14:m>
                <a:r>
                  <a:rPr lang="es-ES" dirty="0"/>
                  <a:t>has </a:t>
                </a:r>
                <a:r>
                  <a:rPr lang="es-ES" b="1" dirty="0" err="1"/>
                  <a:t>exactly</a:t>
                </a:r>
                <a:r>
                  <a:rPr lang="es-ES" dirty="0"/>
                  <a:t> 2 </a:t>
                </a:r>
                <a:r>
                  <a:rPr lang="es-ES" dirty="0" err="1"/>
                  <a:t>producers</a:t>
                </a:r>
                <a:r>
                  <a:rPr lang="es-ES" dirty="0"/>
                  <a:t> and 1 </a:t>
                </a:r>
                <a:r>
                  <a:rPr lang="es-ES" dirty="0" err="1"/>
                  <a:t>consumer</a:t>
                </a:r>
                <a:r>
                  <a:rPr lang="es-ES" dirty="0"/>
                  <a:t> (</a:t>
                </a:r>
                <a:r>
                  <a:rPr lang="es-ES" dirty="0" err="1"/>
                  <a:t>tightest</a:t>
                </a:r>
                <a:r>
                  <a:rPr lang="es-ES" dirty="0"/>
                  <a:t> “</a:t>
                </a:r>
                <a:r>
                  <a:rPr lang="es-ES" dirty="0" err="1"/>
                  <a:t>adder</a:t>
                </a:r>
                <a:r>
                  <a:rPr lang="es-ES" dirty="0"/>
                  <a:t>”)</a:t>
                </a:r>
              </a:p>
              <a:p>
                <a:pPr marL="171450" indent="-171450">
                  <a:buFont typeface="Arial" panose="020B0604020202020204" pitchFamily="34" charset="0"/>
                  <a:buChar char="•"/>
                </a:pPr>
                <a:r>
                  <a:rPr lang="es-ES" dirty="0" err="1"/>
                  <a:t>Intersect</a:t>
                </a:r>
                <a:r>
                  <a:rPr lang="es-ES" dirty="0"/>
                  <a:t> </a:t>
                </a:r>
                <a:r>
                  <a:rPr lang="es-ES" dirty="0" err="1"/>
                  <a:t>producers</a:t>
                </a:r>
                <a:r>
                  <a:rPr lang="es-ES" dirty="0"/>
                  <a:t> </a:t>
                </a:r>
                <a:r>
                  <a:rPr lang="es-ES" dirty="0" err="1"/>
                  <a:t>with</a:t>
                </a:r>
                <a:r>
                  <a:rPr lang="es-ES" dirty="0"/>
                  <a:t> </a:t>
                </a:r>
                <a:r>
                  <a:rPr lang="es-ES" dirty="0" err="1"/>
                  <a:t>your</a:t>
                </a:r>
                <a:r>
                  <a:rPr lang="es-ES" dirty="0"/>
                  <a:t> </a:t>
                </a:r>
                <a:r>
                  <a:rPr lang="es-ES" b="1" dirty="0"/>
                  <a:t>single-gene </a:t>
                </a:r>
                <a:r>
                  <a:rPr lang="es-ES" b="1" dirty="0" err="1"/>
                  <a:t>reaction</a:t>
                </a:r>
                <a:r>
                  <a:rPr lang="es-ES" b="1" dirty="0"/>
                  <a:t> </a:t>
                </a:r>
                <a:r>
                  <a:rPr lang="es-ES" b="1" dirty="0" err="1"/>
                  <a:t>list</a:t>
                </a:r>
                <a:r>
                  <a:rPr lang="es-ES" dirty="0"/>
                  <a:t> (</a:t>
                </a:r>
                <a:r>
                  <a:rPr lang="es-ES" dirty="0" err="1"/>
                  <a:t>your</a:t>
                </a:r>
                <a:r>
                  <a:rPr lang="es-ES" dirty="0"/>
                  <a:t> </a:t>
                </a:r>
                <a:r>
                  <a:rPr lang="es-ES" dirty="0" err="1"/>
                  <a:t>current</a:t>
                </a:r>
                <a:r>
                  <a:rPr lang="es-ES" dirty="0"/>
                  <a:t> </a:t>
                </a:r>
                <a:r>
                  <a:rPr lang="es-ES" dirty="0" err="1"/>
                  <a:t>code</a:t>
                </a:r>
                <a:r>
                  <a:rPr lang="es-ES" dirty="0"/>
                  <a:t> </a:t>
                </a:r>
                <a:r>
                  <a:rPr lang="es-ES" dirty="0" err="1"/>
                  <a:t>already</a:t>
                </a:r>
                <a:r>
                  <a:rPr lang="es-ES" dirty="0"/>
                  <a:t> </a:t>
                </a:r>
                <a:r>
                  <a:rPr lang="es-ES" dirty="0" err="1"/>
                  <a:t>gives</a:t>
                </a:r>
                <a:r>
                  <a:rPr lang="es-ES" dirty="0"/>
                  <a:t> </a:t>
                </a:r>
                <a:r>
                  <a:rPr lang="es-ES" dirty="0" err="1"/>
                  <a:t>that</a:t>
                </a:r>
                <a:r>
                  <a:rPr lang="es-ES" dirty="0"/>
                  <a:t>)</a:t>
                </a:r>
              </a:p>
              <a:p>
                <a:endParaRPr lang="en-US" dirty="0"/>
              </a:p>
            </p:txBody>
          </p:sp>
        </mc:Choice>
        <mc:Fallback xmlns="">
          <p:sp>
            <p:nvSpPr>
              <p:cNvPr id="3" name="Notes Placeholder 2">
                <a:extLst>
                  <a:ext uri="{FF2B5EF4-FFF2-40B4-BE49-F238E27FC236}">
                    <a16:creationId xmlns:a16="http://schemas.microsoft.com/office/drawing/2014/main" id="{984855ED-B5E8-F2E5-3610-92DEE6914E69}"/>
                  </a:ext>
                </a:extLst>
              </p:cNvPr>
              <p:cNvSpPr>
                <a:spLocks noGrp="1"/>
              </p:cNvSpPr>
              <p:nvPr>
                <p:ph type="body" idx="1"/>
              </p:nvPr>
            </p:nvSpPr>
            <p:spPr/>
            <p:txBody>
              <a:bodyPr/>
              <a:lstStyle/>
              <a:p>
                <a:r>
                  <a:rPr lang="es-ES" dirty="0" err="1"/>
                  <a:t>Algorithm</a:t>
                </a:r>
                <a:endParaRPr lang="es-ES" dirty="0"/>
              </a:p>
              <a:p>
                <a:pPr marL="171450" indent="-171450">
                  <a:buFont typeface="Arial" panose="020B0604020202020204" pitchFamily="34" charset="0"/>
                  <a:buChar char="•"/>
                </a:pPr>
                <a:r>
                  <a:rPr lang="es-ES" dirty="0" err="1"/>
                  <a:t>For</a:t>
                </a:r>
                <a:r>
                  <a:rPr lang="es-ES" dirty="0"/>
                  <a:t> </a:t>
                </a:r>
                <a:r>
                  <a:rPr lang="es-ES" dirty="0" err="1"/>
                  <a:t>each</a:t>
                </a:r>
                <a:r>
                  <a:rPr lang="es-ES" dirty="0"/>
                  <a:t> </a:t>
                </a:r>
                <a:r>
                  <a:rPr lang="es-ES" dirty="0" err="1"/>
                  <a:t>metabolite</a:t>
                </a:r>
                <a:r>
                  <a:rPr lang="es-ES" dirty="0"/>
                  <a:t> </a:t>
                </a:r>
                <a:r>
                  <a:rPr lang="es-ES" sz="1200" i="0" kern="1200">
                    <a:solidFill>
                      <a:schemeClr val="tx1"/>
                    </a:solidFill>
                    <a:latin typeface="Cambria Math" panose="02040503050406030204" pitchFamily="18" charset="0"/>
                    <a:ea typeface="+mn-ea"/>
                    <a:cs typeface="+mn-cs"/>
                  </a:rPr>
                  <a:t>𝑚</a:t>
                </a:r>
                <a:r>
                  <a:rPr lang="es-ES" dirty="0"/>
                  <a:t>, </a:t>
                </a:r>
                <a:r>
                  <a:rPr lang="es-ES" dirty="0" err="1"/>
                  <a:t>list</a:t>
                </a:r>
                <a:r>
                  <a:rPr lang="es-ES" dirty="0"/>
                  <a:t> </a:t>
                </a:r>
                <a:r>
                  <a:rPr lang="es-ES" dirty="0" err="1"/>
                  <a:t>producers</a:t>
                </a:r>
                <a:r>
                  <a:rPr lang="es-ES" dirty="0"/>
                  <a:t> </a:t>
                </a:r>
                <a:r>
                  <a:rPr lang="es-ES" sz="1200" i="0" kern="1200">
                    <a:solidFill>
                      <a:schemeClr val="tx1"/>
                    </a:solidFill>
                    <a:latin typeface="Cambria Math" panose="02040503050406030204" pitchFamily="18" charset="0"/>
                    <a:ea typeface="+mn-ea"/>
                    <a:cs typeface="+mn-cs"/>
                  </a:rPr>
                  <a:t>𝑃</a:t>
                </a:r>
                <a:r>
                  <a:rPr lang="es-ES" dirty="0"/>
                  <a:t>(</a:t>
                </a:r>
                <a:r>
                  <a:rPr lang="es-ES" dirty="0" err="1"/>
                  <a:t>reactions</a:t>
                </a:r>
                <a:r>
                  <a:rPr lang="es-ES" dirty="0"/>
                  <a:t> </a:t>
                </a:r>
                <a:r>
                  <a:rPr lang="es-ES" dirty="0" err="1"/>
                  <a:t>with</a:t>
                </a:r>
                <a:r>
                  <a:rPr lang="es-ES" dirty="0"/>
                  <a:t> </a:t>
                </a:r>
                <a:r>
                  <a:rPr lang="ar-AE" sz="1200" i="0" kern="1200">
                    <a:solidFill>
                      <a:schemeClr val="tx1"/>
                    </a:solidFill>
                    <a:latin typeface="Cambria Math" panose="02040503050406030204" pitchFamily="18" charset="0"/>
                    <a:ea typeface="+mn-ea"/>
                    <a:cs typeface="+mn-cs"/>
                  </a:rPr>
                  <a:t>𝑆_(𝑚,𝑗)&gt;0</a:t>
                </a:r>
                <a:r>
                  <a:rPr lang="ar-AE" dirty="0"/>
                  <a:t>)</a:t>
                </a:r>
              </a:p>
              <a:p>
                <a:pPr marL="171450" indent="-171450">
                  <a:buFont typeface="Arial" panose="020B0604020202020204" pitchFamily="34" charset="0"/>
                  <a:buChar char="•"/>
                </a:pPr>
                <a:r>
                  <a:rPr lang="es-ES" dirty="0" err="1"/>
                  <a:t>List</a:t>
                </a:r>
                <a:r>
                  <a:rPr lang="es-ES" dirty="0"/>
                  <a:t> </a:t>
                </a:r>
                <a:r>
                  <a:rPr lang="es-ES" dirty="0" err="1"/>
                  <a:t>consumers</a:t>
                </a:r>
                <a:r>
                  <a:rPr lang="es-ES" dirty="0"/>
                  <a:t> </a:t>
                </a:r>
                <a:r>
                  <a:rPr lang="es-ES" sz="1200" i="0" kern="1200">
                    <a:solidFill>
                      <a:schemeClr val="tx1"/>
                    </a:solidFill>
                    <a:latin typeface="Cambria Math" panose="02040503050406030204" pitchFamily="18" charset="0"/>
                    <a:ea typeface="+mn-ea"/>
                    <a:cs typeface="+mn-cs"/>
                  </a:rPr>
                  <a:t>𝐶</a:t>
                </a:r>
                <a:r>
                  <a:rPr lang="es-ES" dirty="0"/>
                  <a:t>(</a:t>
                </a:r>
                <a:r>
                  <a:rPr lang="es-ES" dirty="0" err="1"/>
                  <a:t>reactions</a:t>
                </a:r>
                <a:r>
                  <a:rPr lang="es-ES" dirty="0"/>
                  <a:t> </a:t>
                </a:r>
                <a:r>
                  <a:rPr lang="es-ES" dirty="0" err="1"/>
                  <a:t>with</a:t>
                </a:r>
                <a:r>
                  <a:rPr lang="es-ES" dirty="0"/>
                  <a:t> </a:t>
                </a:r>
                <a:r>
                  <a:rPr lang="ar-AE" sz="1200" i="0" kern="1200">
                    <a:solidFill>
                      <a:schemeClr val="tx1"/>
                    </a:solidFill>
                    <a:latin typeface="Cambria Math" panose="02040503050406030204" pitchFamily="18" charset="0"/>
                    <a:ea typeface="+mn-ea"/>
                    <a:cs typeface="+mn-cs"/>
                  </a:rPr>
                  <a:t>𝑆_(𝑚,𝑗)&lt;0</a:t>
                </a:r>
                <a:r>
                  <a:rPr lang="ar-AE" dirty="0"/>
                  <a:t>)</a:t>
                </a:r>
              </a:p>
              <a:p>
                <a:pPr marL="171450" indent="-171450">
                  <a:buFont typeface="Arial" panose="020B0604020202020204" pitchFamily="34" charset="0"/>
                  <a:buChar char="•"/>
                </a:pPr>
                <a:r>
                  <a:rPr lang="es-ES" dirty="0" err="1"/>
                  <a:t>If</a:t>
                </a:r>
                <a:r>
                  <a:rPr lang="es-ES" dirty="0"/>
                  <a:t> </a:t>
                </a:r>
                <a:r>
                  <a:rPr lang="es-ES" sz="1200" i="0" kern="1200">
                    <a:solidFill>
                      <a:schemeClr val="tx1"/>
                    </a:solidFill>
                    <a:latin typeface="Cambria Math" panose="02040503050406030204" pitchFamily="18" charset="0"/>
                    <a:ea typeface="+mn-ea"/>
                    <a:cs typeface="+mn-cs"/>
                  </a:rPr>
                  <a:t>∣𝑃∣≥2</a:t>
                </a:r>
                <a:r>
                  <a:rPr lang="es-ES" dirty="0"/>
                  <a:t>and </a:t>
                </a:r>
                <a:r>
                  <a:rPr lang="es-ES" sz="1200" i="0" kern="1200">
                    <a:solidFill>
                      <a:schemeClr val="tx1"/>
                    </a:solidFill>
                    <a:latin typeface="Cambria Math" panose="02040503050406030204" pitchFamily="18" charset="0"/>
                    <a:ea typeface="+mn-ea"/>
                    <a:cs typeface="+mn-cs"/>
                  </a:rPr>
                  <a:t>∣𝐶∣≥1</a:t>
                </a:r>
                <a:r>
                  <a:rPr lang="es-ES" dirty="0"/>
                  <a:t>, </a:t>
                </a:r>
                <a:r>
                  <a:rPr lang="es-ES" dirty="0" err="1"/>
                  <a:t>check</a:t>
                </a:r>
                <a:r>
                  <a:rPr lang="es-ES" dirty="0"/>
                  <a:t> candidate outputs </a:t>
                </a:r>
                <a:r>
                  <a:rPr lang="ar-AE" sz="1200" i="0" kern="1200">
                    <a:solidFill>
                      <a:schemeClr val="tx1"/>
                    </a:solidFill>
                    <a:latin typeface="Cambria Math" panose="02040503050406030204" pitchFamily="18" charset="0"/>
                    <a:ea typeface="+mn-ea"/>
                    <a:cs typeface="+mn-cs"/>
                  </a:rPr>
                  <a:t>𝑟_3∈𝐶</a:t>
                </a:r>
                <a:endParaRPr lang="ar-AE" dirty="0"/>
              </a:p>
              <a:p>
                <a:pPr marL="171450" indent="-171450">
                  <a:buFont typeface="Arial" panose="020B0604020202020204" pitchFamily="34" charset="0"/>
                  <a:buChar char="•"/>
                </a:pPr>
                <a:r>
                  <a:rPr lang="es-ES" dirty="0" err="1"/>
                  <a:t>Prefer</a:t>
                </a:r>
                <a:r>
                  <a:rPr lang="es-ES" dirty="0"/>
                  <a:t> cases </a:t>
                </a:r>
                <a:r>
                  <a:rPr lang="es-ES" dirty="0" err="1"/>
                  <a:t>where</a:t>
                </a:r>
                <a:r>
                  <a:rPr lang="es-ES" dirty="0"/>
                  <a:t> </a:t>
                </a:r>
                <a:r>
                  <a:rPr lang="es-ES" sz="1200" i="0" kern="1200">
                    <a:solidFill>
                      <a:schemeClr val="tx1"/>
                    </a:solidFill>
                    <a:latin typeface="Cambria Math" panose="02040503050406030204" pitchFamily="18" charset="0"/>
                    <a:ea typeface="+mn-ea"/>
                    <a:cs typeface="+mn-cs"/>
                  </a:rPr>
                  <a:t>𝑚</a:t>
                </a:r>
                <a:r>
                  <a:rPr lang="es-ES" dirty="0"/>
                  <a:t>has </a:t>
                </a:r>
                <a:r>
                  <a:rPr lang="es-ES" b="1" dirty="0" err="1"/>
                  <a:t>exactly</a:t>
                </a:r>
                <a:r>
                  <a:rPr lang="es-ES" dirty="0"/>
                  <a:t> 2 </a:t>
                </a:r>
                <a:r>
                  <a:rPr lang="es-ES" dirty="0" err="1"/>
                  <a:t>producers</a:t>
                </a:r>
                <a:r>
                  <a:rPr lang="es-ES" dirty="0"/>
                  <a:t> and 1 </a:t>
                </a:r>
                <a:r>
                  <a:rPr lang="es-ES" dirty="0" err="1"/>
                  <a:t>consumer</a:t>
                </a:r>
                <a:r>
                  <a:rPr lang="es-ES" dirty="0"/>
                  <a:t> (</a:t>
                </a:r>
                <a:r>
                  <a:rPr lang="es-ES" dirty="0" err="1"/>
                  <a:t>tightest</a:t>
                </a:r>
                <a:r>
                  <a:rPr lang="es-ES" dirty="0"/>
                  <a:t> “</a:t>
                </a:r>
                <a:r>
                  <a:rPr lang="es-ES" dirty="0" err="1"/>
                  <a:t>adder</a:t>
                </a:r>
                <a:r>
                  <a:rPr lang="es-ES" dirty="0"/>
                  <a:t>”)</a:t>
                </a:r>
              </a:p>
              <a:p>
                <a:pPr marL="171450" indent="-171450">
                  <a:buFont typeface="Arial" panose="020B0604020202020204" pitchFamily="34" charset="0"/>
                  <a:buChar char="•"/>
                </a:pPr>
                <a:r>
                  <a:rPr lang="es-ES" dirty="0" err="1"/>
                  <a:t>Intersect</a:t>
                </a:r>
                <a:r>
                  <a:rPr lang="es-ES" dirty="0"/>
                  <a:t> </a:t>
                </a:r>
                <a:r>
                  <a:rPr lang="es-ES" dirty="0" err="1"/>
                  <a:t>producers</a:t>
                </a:r>
                <a:r>
                  <a:rPr lang="es-ES" dirty="0"/>
                  <a:t> </a:t>
                </a:r>
                <a:r>
                  <a:rPr lang="es-ES" dirty="0" err="1"/>
                  <a:t>with</a:t>
                </a:r>
                <a:r>
                  <a:rPr lang="es-ES" dirty="0"/>
                  <a:t> </a:t>
                </a:r>
                <a:r>
                  <a:rPr lang="es-ES" dirty="0" err="1"/>
                  <a:t>your</a:t>
                </a:r>
                <a:r>
                  <a:rPr lang="es-ES" dirty="0"/>
                  <a:t> </a:t>
                </a:r>
                <a:r>
                  <a:rPr lang="es-ES" b="1" dirty="0"/>
                  <a:t>single-gene </a:t>
                </a:r>
                <a:r>
                  <a:rPr lang="es-ES" b="1" dirty="0" err="1"/>
                  <a:t>reaction</a:t>
                </a:r>
                <a:r>
                  <a:rPr lang="es-ES" b="1" dirty="0"/>
                  <a:t> </a:t>
                </a:r>
                <a:r>
                  <a:rPr lang="es-ES" b="1" dirty="0" err="1"/>
                  <a:t>list</a:t>
                </a:r>
                <a:r>
                  <a:rPr lang="es-ES" dirty="0"/>
                  <a:t> (</a:t>
                </a:r>
                <a:r>
                  <a:rPr lang="es-ES" dirty="0" err="1"/>
                  <a:t>your</a:t>
                </a:r>
                <a:r>
                  <a:rPr lang="es-ES" dirty="0"/>
                  <a:t> </a:t>
                </a:r>
                <a:r>
                  <a:rPr lang="es-ES" dirty="0" err="1"/>
                  <a:t>current</a:t>
                </a:r>
                <a:r>
                  <a:rPr lang="es-ES" dirty="0"/>
                  <a:t> </a:t>
                </a:r>
                <a:r>
                  <a:rPr lang="es-ES" dirty="0" err="1"/>
                  <a:t>code</a:t>
                </a:r>
                <a:r>
                  <a:rPr lang="es-ES" dirty="0"/>
                  <a:t> </a:t>
                </a:r>
                <a:r>
                  <a:rPr lang="es-ES" dirty="0" err="1"/>
                  <a:t>already</a:t>
                </a:r>
                <a:r>
                  <a:rPr lang="es-ES" dirty="0"/>
                  <a:t> </a:t>
                </a:r>
                <a:r>
                  <a:rPr lang="es-ES" dirty="0" err="1"/>
                  <a:t>gives</a:t>
                </a:r>
                <a:r>
                  <a:rPr lang="es-ES" dirty="0"/>
                  <a:t> </a:t>
                </a:r>
                <a:r>
                  <a:rPr lang="es-ES" dirty="0" err="1"/>
                  <a:t>that</a:t>
                </a:r>
                <a:r>
                  <a:rPr lang="es-ES" dirty="0"/>
                  <a:t>)</a:t>
                </a:r>
              </a:p>
              <a:p>
                <a:endParaRPr lang="en-US" dirty="0"/>
              </a:p>
            </p:txBody>
          </p:sp>
        </mc:Fallback>
      </mc:AlternateContent>
      <p:sp>
        <p:nvSpPr>
          <p:cNvPr id="4" name="Slide Number Placeholder 3">
            <a:extLst>
              <a:ext uri="{FF2B5EF4-FFF2-40B4-BE49-F238E27FC236}">
                <a16:creationId xmlns:a16="http://schemas.microsoft.com/office/drawing/2014/main" id="{8C503B44-C9CA-4080-66A9-76A485148C83}"/>
              </a:ext>
            </a:extLst>
          </p:cNvPr>
          <p:cNvSpPr>
            <a:spLocks noGrp="1"/>
          </p:cNvSpPr>
          <p:nvPr>
            <p:ph type="sldNum" sz="quarter" idx="5"/>
          </p:nvPr>
        </p:nvSpPr>
        <p:spPr/>
        <p:txBody>
          <a:bodyPr/>
          <a:lstStyle/>
          <a:p>
            <a:fld id="{5F818A67-DE81-4BE5-A09A-01BC8A96D5BB}" type="slidenum">
              <a:rPr lang="en-US" smtClean="0"/>
              <a:t>46</a:t>
            </a:fld>
            <a:endParaRPr lang="en-US"/>
          </a:p>
        </p:txBody>
      </p:sp>
    </p:spTree>
    <p:extLst>
      <p:ext uri="{BB962C8B-B14F-4D97-AF65-F5344CB8AC3E}">
        <p14:creationId xmlns:p14="http://schemas.microsoft.com/office/powerpoint/2010/main" val="418607127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BF969A-7C10-D6E7-AB7B-611D8B8766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67856E-FE5F-3E21-9781-79CB8D6519E1}"/>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A86985A7-7D5A-C8B4-10CD-239A89BBBAFC}"/>
                  </a:ext>
                </a:extLst>
              </p:cNvPr>
              <p:cNvSpPr>
                <a:spLocks noGrp="1"/>
              </p:cNvSpPr>
              <p:nvPr>
                <p:ph type="body" idx="1"/>
              </p:nvPr>
            </p:nvSpPr>
            <p:spPr/>
            <p:txBody>
              <a:bodyPr/>
              <a:lstStyle/>
              <a:p>
                <a:r>
                  <a:rPr lang="es-ES" dirty="0" err="1"/>
                  <a:t>Algorithm</a:t>
                </a:r>
                <a:endParaRPr lang="es-ES" dirty="0"/>
              </a:p>
              <a:p>
                <a:pPr marL="171450" indent="-171450">
                  <a:buFont typeface="Arial" panose="020B0604020202020204" pitchFamily="34" charset="0"/>
                  <a:buChar char="•"/>
                </a:pPr>
                <a:r>
                  <a:rPr lang="es-ES" dirty="0" err="1"/>
                  <a:t>For</a:t>
                </a:r>
                <a:r>
                  <a:rPr lang="es-ES" dirty="0"/>
                  <a:t> </a:t>
                </a:r>
                <a:r>
                  <a:rPr lang="es-ES" dirty="0" err="1"/>
                  <a:t>each</a:t>
                </a:r>
                <a:r>
                  <a:rPr lang="es-ES" dirty="0"/>
                  <a:t> </a:t>
                </a:r>
                <a:r>
                  <a:rPr lang="es-ES" dirty="0" err="1"/>
                  <a:t>metabolite</a:t>
                </a:r>
                <a:r>
                  <a:rPr lang="es-ES" dirty="0"/>
                  <a:t> </a:t>
                </a:r>
                <a14:m>
                  <m:oMath xmlns:m="http://schemas.openxmlformats.org/officeDocument/2006/math">
                    <m:r>
                      <a:rPr lang="es-ES" sz="1200" i="1" kern="1200">
                        <a:solidFill>
                          <a:schemeClr val="tx1"/>
                        </a:solidFill>
                        <a:latin typeface="Cambria Math" panose="02040503050406030204" pitchFamily="18" charset="0"/>
                        <a:ea typeface="+mn-ea"/>
                        <a:cs typeface="+mn-cs"/>
                      </a:rPr>
                      <m:t>𝑚</m:t>
                    </m:r>
                  </m:oMath>
                </a14:m>
                <a:r>
                  <a:rPr lang="es-ES" dirty="0"/>
                  <a:t>, </a:t>
                </a:r>
                <a:r>
                  <a:rPr lang="es-ES" dirty="0" err="1"/>
                  <a:t>list</a:t>
                </a:r>
                <a:r>
                  <a:rPr lang="es-ES" dirty="0"/>
                  <a:t> </a:t>
                </a:r>
                <a:r>
                  <a:rPr lang="es-ES" dirty="0" err="1"/>
                  <a:t>producers</a:t>
                </a:r>
                <a:r>
                  <a:rPr lang="es-ES" dirty="0"/>
                  <a:t> </a:t>
                </a:r>
                <a14:m>
                  <m:oMath xmlns:m="http://schemas.openxmlformats.org/officeDocument/2006/math">
                    <m:r>
                      <a:rPr lang="es-ES" sz="1200" i="1" kern="1200">
                        <a:solidFill>
                          <a:schemeClr val="tx1"/>
                        </a:solidFill>
                        <a:latin typeface="Cambria Math" panose="02040503050406030204" pitchFamily="18" charset="0"/>
                        <a:ea typeface="+mn-ea"/>
                        <a:cs typeface="+mn-cs"/>
                      </a:rPr>
                      <m:t>𝑃</m:t>
                    </m:r>
                  </m:oMath>
                </a14:m>
                <a:r>
                  <a:rPr lang="es-ES" dirty="0"/>
                  <a:t>(</a:t>
                </a:r>
                <a:r>
                  <a:rPr lang="es-ES" dirty="0" err="1"/>
                  <a:t>reactions</a:t>
                </a:r>
                <a:r>
                  <a:rPr lang="es-ES" dirty="0"/>
                  <a:t> </a:t>
                </a:r>
                <a:r>
                  <a:rPr lang="es-ES" dirty="0" err="1"/>
                  <a:t>with</a:t>
                </a:r>
                <a:r>
                  <a:rPr lang="es-ES" dirty="0"/>
                  <a:t> </a:t>
                </a:r>
                <a14:m>
                  <m:oMath xmlns:m="http://schemas.openxmlformats.org/officeDocument/2006/math">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𝑆</m:t>
                        </m:r>
                      </m:e>
                      <m:sub>
                        <m:r>
                          <a:rPr lang="ar-AE" sz="1200" i="1" kern="1200">
                            <a:solidFill>
                              <a:schemeClr val="tx1"/>
                            </a:solidFill>
                            <a:latin typeface="Cambria Math" panose="02040503050406030204" pitchFamily="18" charset="0"/>
                            <a:ea typeface="+mn-ea"/>
                            <a:cs typeface="+mn-cs"/>
                          </a:rPr>
                          <m:t>𝑚</m:t>
                        </m:r>
                        <m:r>
                          <a:rPr lang="ar-AE" sz="1200" i="0" kern="1200">
                            <a:solidFill>
                              <a:schemeClr val="tx1"/>
                            </a:solidFill>
                            <a:latin typeface="Cambria Math" panose="02040503050406030204" pitchFamily="18" charset="0"/>
                            <a:ea typeface="+mn-ea"/>
                            <a:cs typeface="+mn-cs"/>
                          </a:rPr>
                          <m:t>,</m:t>
                        </m:r>
                        <m:r>
                          <a:rPr lang="ar-AE" sz="1200" i="1" kern="1200">
                            <a:solidFill>
                              <a:schemeClr val="tx1"/>
                            </a:solidFill>
                            <a:latin typeface="Cambria Math" panose="02040503050406030204" pitchFamily="18" charset="0"/>
                            <a:ea typeface="+mn-ea"/>
                            <a:cs typeface="+mn-cs"/>
                          </a:rPr>
                          <m:t>𝑗</m:t>
                        </m:r>
                      </m:sub>
                    </m:sSub>
                    <m:r>
                      <a:rPr lang="ar-AE" sz="1200" i="0" kern="1200">
                        <a:solidFill>
                          <a:schemeClr val="tx1"/>
                        </a:solidFill>
                        <a:latin typeface="Cambria Math" panose="02040503050406030204" pitchFamily="18" charset="0"/>
                        <a:ea typeface="+mn-ea"/>
                        <a:cs typeface="+mn-cs"/>
                      </a:rPr>
                      <m:t>&gt;0</m:t>
                    </m:r>
                  </m:oMath>
                </a14:m>
                <a:r>
                  <a:rPr lang="ar-AE" dirty="0"/>
                  <a:t>)</a:t>
                </a:r>
              </a:p>
              <a:p>
                <a:pPr marL="171450" indent="-171450">
                  <a:buFont typeface="Arial" panose="020B0604020202020204" pitchFamily="34" charset="0"/>
                  <a:buChar char="•"/>
                </a:pPr>
                <a:r>
                  <a:rPr lang="es-ES" dirty="0" err="1"/>
                  <a:t>List</a:t>
                </a:r>
                <a:r>
                  <a:rPr lang="es-ES" dirty="0"/>
                  <a:t> </a:t>
                </a:r>
                <a:r>
                  <a:rPr lang="es-ES" dirty="0" err="1"/>
                  <a:t>consumers</a:t>
                </a:r>
                <a:r>
                  <a:rPr lang="es-ES" dirty="0"/>
                  <a:t> </a:t>
                </a:r>
                <a14:m>
                  <m:oMath xmlns:m="http://schemas.openxmlformats.org/officeDocument/2006/math">
                    <m:r>
                      <a:rPr lang="es-ES" sz="1200" i="1" kern="1200">
                        <a:solidFill>
                          <a:schemeClr val="tx1"/>
                        </a:solidFill>
                        <a:latin typeface="Cambria Math" panose="02040503050406030204" pitchFamily="18" charset="0"/>
                        <a:ea typeface="+mn-ea"/>
                        <a:cs typeface="+mn-cs"/>
                      </a:rPr>
                      <m:t>𝐶</m:t>
                    </m:r>
                  </m:oMath>
                </a14:m>
                <a:r>
                  <a:rPr lang="es-ES" dirty="0"/>
                  <a:t>(</a:t>
                </a:r>
                <a:r>
                  <a:rPr lang="es-ES" dirty="0" err="1"/>
                  <a:t>reactions</a:t>
                </a:r>
                <a:r>
                  <a:rPr lang="es-ES" dirty="0"/>
                  <a:t> </a:t>
                </a:r>
                <a:r>
                  <a:rPr lang="es-ES" dirty="0" err="1"/>
                  <a:t>with</a:t>
                </a:r>
                <a:r>
                  <a:rPr lang="es-ES" dirty="0"/>
                  <a:t> </a:t>
                </a:r>
                <a14:m>
                  <m:oMath xmlns:m="http://schemas.openxmlformats.org/officeDocument/2006/math">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𝑆</m:t>
                        </m:r>
                      </m:e>
                      <m:sub>
                        <m:r>
                          <a:rPr lang="ar-AE" sz="1200" i="1" kern="1200">
                            <a:solidFill>
                              <a:schemeClr val="tx1"/>
                            </a:solidFill>
                            <a:latin typeface="Cambria Math" panose="02040503050406030204" pitchFamily="18" charset="0"/>
                            <a:ea typeface="+mn-ea"/>
                            <a:cs typeface="+mn-cs"/>
                          </a:rPr>
                          <m:t>𝑚</m:t>
                        </m:r>
                        <m:r>
                          <a:rPr lang="ar-AE" sz="1200" i="0" kern="1200">
                            <a:solidFill>
                              <a:schemeClr val="tx1"/>
                            </a:solidFill>
                            <a:latin typeface="Cambria Math" panose="02040503050406030204" pitchFamily="18" charset="0"/>
                            <a:ea typeface="+mn-ea"/>
                            <a:cs typeface="+mn-cs"/>
                          </a:rPr>
                          <m:t>,</m:t>
                        </m:r>
                        <m:r>
                          <a:rPr lang="ar-AE" sz="1200" i="1" kern="1200">
                            <a:solidFill>
                              <a:schemeClr val="tx1"/>
                            </a:solidFill>
                            <a:latin typeface="Cambria Math" panose="02040503050406030204" pitchFamily="18" charset="0"/>
                            <a:ea typeface="+mn-ea"/>
                            <a:cs typeface="+mn-cs"/>
                          </a:rPr>
                          <m:t>𝑗</m:t>
                        </m:r>
                      </m:sub>
                    </m:sSub>
                    <m:r>
                      <a:rPr lang="ar-AE" sz="1200" i="0" kern="1200">
                        <a:solidFill>
                          <a:schemeClr val="tx1"/>
                        </a:solidFill>
                        <a:latin typeface="Cambria Math" panose="02040503050406030204" pitchFamily="18" charset="0"/>
                        <a:ea typeface="+mn-ea"/>
                        <a:cs typeface="+mn-cs"/>
                      </a:rPr>
                      <m:t>&lt;0</m:t>
                    </m:r>
                  </m:oMath>
                </a14:m>
                <a:r>
                  <a:rPr lang="ar-AE" dirty="0"/>
                  <a:t>)</a:t>
                </a:r>
              </a:p>
              <a:p>
                <a:pPr marL="171450" indent="-171450">
                  <a:buFont typeface="Arial" panose="020B0604020202020204" pitchFamily="34" charset="0"/>
                  <a:buChar char="•"/>
                </a:pPr>
                <a:r>
                  <a:rPr lang="es-ES" dirty="0" err="1"/>
                  <a:t>If</a:t>
                </a:r>
                <a:r>
                  <a:rPr lang="es-ES" dirty="0"/>
                  <a:t> </a:t>
                </a:r>
                <a14:m>
                  <m:oMath xmlns:m="http://schemas.openxmlformats.org/officeDocument/2006/math">
                    <m:r>
                      <a:rPr lang="es-ES" sz="1200" kern="1200">
                        <a:solidFill>
                          <a:schemeClr val="tx1"/>
                        </a:solidFill>
                        <a:latin typeface="Cambria Math" panose="02040503050406030204" pitchFamily="18" charset="0"/>
                        <a:ea typeface="+mn-ea"/>
                        <a:cs typeface="+mn-cs"/>
                      </a:rPr>
                      <m:t>∣</m:t>
                    </m:r>
                    <m:r>
                      <a:rPr lang="es-ES" sz="1200" i="1" kern="1200">
                        <a:solidFill>
                          <a:schemeClr val="tx1"/>
                        </a:solidFill>
                        <a:latin typeface="Cambria Math" panose="02040503050406030204" pitchFamily="18" charset="0"/>
                        <a:ea typeface="+mn-ea"/>
                        <a:cs typeface="+mn-cs"/>
                      </a:rPr>
                      <m:t>𝑃</m:t>
                    </m:r>
                    <m:r>
                      <a:rPr lang="es-ES" sz="1200" i="0" kern="1200">
                        <a:solidFill>
                          <a:schemeClr val="tx1"/>
                        </a:solidFill>
                        <a:latin typeface="Cambria Math" panose="02040503050406030204" pitchFamily="18" charset="0"/>
                        <a:ea typeface="+mn-ea"/>
                        <a:cs typeface="+mn-cs"/>
                      </a:rPr>
                      <m:t>∣≥2</m:t>
                    </m:r>
                  </m:oMath>
                </a14:m>
                <a:r>
                  <a:rPr lang="es-ES" dirty="0"/>
                  <a:t>and </a:t>
                </a:r>
                <a14:m>
                  <m:oMath xmlns:m="http://schemas.openxmlformats.org/officeDocument/2006/math">
                    <m:r>
                      <a:rPr lang="es-ES" sz="1200" kern="1200">
                        <a:solidFill>
                          <a:schemeClr val="tx1"/>
                        </a:solidFill>
                        <a:latin typeface="Cambria Math" panose="02040503050406030204" pitchFamily="18" charset="0"/>
                        <a:ea typeface="+mn-ea"/>
                        <a:cs typeface="+mn-cs"/>
                      </a:rPr>
                      <m:t>∣</m:t>
                    </m:r>
                    <m:r>
                      <a:rPr lang="es-ES" sz="1200" i="1" kern="1200">
                        <a:solidFill>
                          <a:schemeClr val="tx1"/>
                        </a:solidFill>
                        <a:latin typeface="Cambria Math" panose="02040503050406030204" pitchFamily="18" charset="0"/>
                        <a:ea typeface="+mn-ea"/>
                        <a:cs typeface="+mn-cs"/>
                      </a:rPr>
                      <m:t>𝐶</m:t>
                    </m:r>
                    <m:r>
                      <a:rPr lang="es-ES" sz="1200" i="0" kern="1200">
                        <a:solidFill>
                          <a:schemeClr val="tx1"/>
                        </a:solidFill>
                        <a:latin typeface="Cambria Math" panose="02040503050406030204" pitchFamily="18" charset="0"/>
                        <a:ea typeface="+mn-ea"/>
                        <a:cs typeface="+mn-cs"/>
                      </a:rPr>
                      <m:t>∣≥1</m:t>
                    </m:r>
                  </m:oMath>
                </a14:m>
                <a:r>
                  <a:rPr lang="es-ES" dirty="0"/>
                  <a:t>, </a:t>
                </a:r>
                <a:r>
                  <a:rPr lang="es-ES" dirty="0" err="1"/>
                  <a:t>check</a:t>
                </a:r>
                <a:r>
                  <a:rPr lang="es-ES" dirty="0"/>
                  <a:t> candidate outputs </a:t>
                </a:r>
                <a14:m>
                  <m:oMath xmlns:m="http://schemas.openxmlformats.org/officeDocument/2006/math">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𝑟</m:t>
                        </m:r>
                      </m:e>
                      <m:sub>
                        <m:r>
                          <a:rPr lang="ar-AE" sz="1200" i="0" kern="1200">
                            <a:solidFill>
                              <a:schemeClr val="tx1"/>
                            </a:solidFill>
                            <a:latin typeface="Cambria Math" panose="02040503050406030204" pitchFamily="18" charset="0"/>
                            <a:ea typeface="+mn-ea"/>
                            <a:cs typeface="+mn-cs"/>
                          </a:rPr>
                          <m:t>3</m:t>
                        </m:r>
                      </m:sub>
                    </m:sSub>
                    <m:r>
                      <a:rPr lang="ar-AE" sz="1200" i="0" kern="1200">
                        <a:solidFill>
                          <a:schemeClr val="tx1"/>
                        </a:solidFill>
                        <a:latin typeface="Cambria Math" panose="02040503050406030204" pitchFamily="18" charset="0"/>
                        <a:ea typeface="+mn-ea"/>
                        <a:cs typeface="+mn-cs"/>
                      </a:rPr>
                      <m:t>∈</m:t>
                    </m:r>
                    <m:r>
                      <a:rPr lang="ar-AE" sz="1200" i="1" kern="1200">
                        <a:solidFill>
                          <a:schemeClr val="tx1"/>
                        </a:solidFill>
                        <a:latin typeface="Cambria Math" panose="02040503050406030204" pitchFamily="18" charset="0"/>
                        <a:ea typeface="+mn-ea"/>
                        <a:cs typeface="+mn-cs"/>
                      </a:rPr>
                      <m:t>𝐶</m:t>
                    </m:r>
                  </m:oMath>
                </a14:m>
                <a:endParaRPr lang="ar-AE" dirty="0"/>
              </a:p>
              <a:p>
                <a:pPr marL="171450" indent="-171450">
                  <a:buFont typeface="Arial" panose="020B0604020202020204" pitchFamily="34" charset="0"/>
                  <a:buChar char="•"/>
                </a:pPr>
                <a:r>
                  <a:rPr lang="es-ES" dirty="0" err="1"/>
                  <a:t>Prefer</a:t>
                </a:r>
                <a:r>
                  <a:rPr lang="es-ES" dirty="0"/>
                  <a:t> cases </a:t>
                </a:r>
                <a:r>
                  <a:rPr lang="es-ES" dirty="0" err="1"/>
                  <a:t>where</a:t>
                </a:r>
                <a:r>
                  <a:rPr lang="es-ES" dirty="0"/>
                  <a:t> </a:t>
                </a:r>
                <a14:m>
                  <m:oMath xmlns:m="http://schemas.openxmlformats.org/officeDocument/2006/math">
                    <m:r>
                      <a:rPr lang="es-ES" sz="1200" i="1" kern="1200">
                        <a:solidFill>
                          <a:schemeClr val="tx1"/>
                        </a:solidFill>
                        <a:latin typeface="Cambria Math" panose="02040503050406030204" pitchFamily="18" charset="0"/>
                        <a:ea typeface="+mn-ea"/>
                        <a:cs typeface="+mn-cs"/>
                      </a:rPr>
                      <m:t>𝑚</m:t>
                    </m:r>
                  </m:oMath>
                </a14:m>
                <a:r>
                  <a:rPr lang="es-ES" dirty="0"/>
                  <a:t>has </a:t>
                </a:r>
                <a:r>
                  <a:rPr lang="es-ES" b="1" dirty="0" err="1"/>
                  <a:t>exactly</a:t>
                </a:r>
                <a:r>
                  <a:rPr lang="es-ES" dirty="0"/>
                  <a:t> 2 </a:t>
                </a:r>
                <a:r>
                  <a:rPr lang="es-ES" dirty="0" err="1"/>
                  <a:t>producers</a:t>
                </a:r>
                <a:r>
                  <a:rPr lang="es-ES" dirty="0"/>
                  <a:t> and 1 </a:t>
                </a:r>
                <a:r>
                  <a:rPr lang="es-ES" dirty="0" err="1"/>
                  <a:t>consumer</a:t>
                </a:r>
                <a:r>
                  <a:rPr lang="es-ES" dirty="0"/>
                  <a:t> (</a:t>
                </a:r>
                <a:r>
                  <a:rPr lang="es-ES" dirty="0" err="1"/>
                  <a:t>tightest</a:t>
                </a:r>
                <a:r>
                  <a:rPr lang="es-ES" dirty="0"/>
                  <a:t> “</a:t>
                </a:r>
                <a:r>
                  <a:rPr lang="es-ES" dirty="0" err="1"/>
                  <a:t>adder</a:t>
                </a:r>
                <a:r>
                  <a:rPr lang="es-ES" dirty="0"/>
                  <a:t>”)</a:t>
                </a:r>
              </a:p>
              <a:p>
                <a:pPr marL="171450" indent="-171450">
                  <a:buFont typeface="Arial" panose="020B0604020202020204" pitchFamily="34" charset="0"/>
                  <a:buChar char="•"/>
                </a:pPr>
                <a:r>
                  <a:rPr lang="es-ES" dirty="0" err="1"/>
                  <a:t>Intersect</a:t>
                </a:r>
                <a:r>
                  <a:rPr lang="es-ES" dirty="0"/>
                  <a:t> </a:t>
                </a:r>
                <a:r>
                  <a:rPr lang="es-ES" dirty="0" err="1"/>
                  <a:t>producers</a:t>
                </a:r>
                <a:r>
                  <a:rPr lang="es-ES" dirty="0"/>
                  <a:t> </a:t>
                </a:r>
                <a:r>
                  <a:rPr lang="es-ES" dirty="0" err="1"/>
                  <a:t>with</a:t>
                </a:r>
                <a:r>
                  <a:rPr lang="es-ES" dirty="0"/>
                  <a:t> </a:t>
                </a:r>
                <a:r>
                  <a:rPr lang="es-ES" dirty="0" err="1"/>
                  <a:t>your</a:t>
                </a:r>
                <a:r>
                  <a:rPr lang="es-ES" dirty="0"/>
                  <a:t> </a:t>
                </a:r>
                <a:r>
                  <a:rPr lang="es-ES" b="1" dirty="0"/>
                  <a:t>single-gene </a:t>
                </a:r>
                <a:r>
                  <a:rPr lang="es-ES" b="1" dirty="0" err="1"/>
                  <a:t>reaction</a:t>
                </a:r>
                <a:r>
                  <a:rPr lang="es-ES" b="1" dirty="0"/>
                  <a:t> </a:t>
                </a:r>
                <a:r>
                  <a:rPr lang="es-ES" b="1" dirty="0" err="1"/>
                  <a:t>list</a:t>
                </a:r>
                <a:r>
                  <a:rPr lang="es-ES" dirty="0"/>
                  <a:t> (</a:t>
                </a:r>
                <a:r>
                  <a:rPr lang="es-ES" dirty="0" err="1"/>
                  <a:t>your</a:t>
                </a:r>
                <a:r>
                  <a:rPr lang="es-ES" dirty="0"/>
                  <a:t> </a:t>
                </a:r>
                <a:r>
                  <a:rPr lang="es-ES" dirty="0" err="1"/>
                  <a:t>current</a:t>
                </a:r>
                <a:r>
                  <a:rPr lang="es-ES" dirty="0"/>
                  <a:t> </a:t>
                </a:r>
                <a:r>
                  <a:rPr lang="es-ES" dirty="0" err="1"/>
                  <a:t>code</a:t>
                </a:r>
                <a:r>
                  <a:rPr lang="es-ES" dirty="0"/>
                  <a:t> </a:t>
                </a:r>
                <a:r>
                  <a:rPr lang="es-ES" dirty="0" err="1"/>
                  <a:t>already</a:t>
                </a:r>
                <a:r>
                  <a:rPr lang="es-ES" dirty="0"/>
                  <a:t> </a:t>
                </a:r>
                <a:r>
                  <a:rPr lang="es-ES" dirty="0" err="1"/>
                  <a:t>gives</a:t>
                </a:r>
                <a:r>
                  <a:rPr lang="es-ES" dirty="0"/>
                  <a:t> </a:t>
                </a:r>
                <a:r>
                  <a:rPr lang="es-ES" dirty="0" err="1"/>
                  <a:t>that</a:t>
                </a:r>
                <a:r>
                  <a:rPr lang="es-ES" dirty="0"/>
                  <a:t>)</a:t>
                </a:r>
              </a:p>
              <a:p>
                <a:endParaRPr lang="en-US" dirty="0"/>
              </a:p>
            </p:txBody>
          </p:sp>
        </mc:Choice>
        <mc:Fallback xmlns="">
          <p:sp>
            <p:nvSpPr>
              <p:cNvPr id="3" name="Notes Placeholder 2">
                <a:extLst>
                  <a:ext uri="{FF2B5EF4-FFF2-40B4-BE49-F238E27FC236}">
                    <a16:creationId xmlns:a16="http://schemas.microsoft.com/office/drawing/2014/main" id="{A86985A7-7D5A-C8B4-10CD-239A89BBBAFC}"/>
                  </a:ext>
                </a:extLst>
              </p:cNvPr>
              <p:cNvSpPr>
                <a:spLocks noGrp="1"/>
              </p:cNvSpPr>
              <p:nvPr>
                <p:ph type="body" idx="1"/>
              </p:nvPr>
            </p:nvSpPr>
            <p:spPr/>
            <p:txBody>
              <a:bodyPr/>
              <a:lstStyle/>
              <a:p>
                <a:r>
                  <a:rPr lang="es-ES" dirty="0" err="1"/>
                  <a:t>Algorithm</a:t>
                </a:r>
                <a:endParaRPr lang="es-ES" dirty="0"/>
              </a:p>
              <a:p>
                <a:pPr marL="171450" indent="-171450">
                  <a:buFont typeface="Arial" panose="020B0604020202020204" pitchFamily="34" charset="0"/>
                  <a:buChar char="•"/>
                </a:pPr>
                <a:r>
                  <a:rPr lang="es-ES" dirty="0" err="1"/>
                  <a:t>For</a:t>
                </a:r>
                <a:r>
                  <a:rPr lang="es-ES" dirty="0"/>
                  <a:t> </a:t>
                </a:r>
                <a:r>
                  <a:rPr lang="es-ES" dirty="0" err="1"/>
                  <a:t>each</a:t>
                </a:r>
                <a:r>
                  <a:rPr lang="es-ES" dirty="0"/>
                  <a:t> </a:t>
                </a:r>
                <a:r>
                  <a:rPr lang="es-ES" dirty="0" err="1"/>
                  <a:t>metabolite</a:t>
                </a:r>
                <a:r>
                  <a:rPr lang="es-ES" dirty="0"/>
                  <a:t> </a:t>
                </a:r>
                <a:r>
                  <a:rPr lang="es-ES" sz="1200" i="0" kern="1200">
                    <a:solidFill>
                      <a:schemeClr val="tx1"/>
                    </a:solidFill>
                    <a:latin typeface="Cambria Math" panose="02040503050406030204" pitchFamily="18" charset="0"/>
                    <a:ea typeface="+mn-ea"/>
                    <a:cs typeface="+mn-cs"/>
                  </a:rPr>
                  <a:t>𝑚</a:t>
                </a:r>
                <a:r>
                  <a:rPr lang="es-ES" dirty="0"/>
                  <a:t>, </a:t>
                </a:r>
                <a:r>
                  <a:rPr lang="es-ES" dirty="0" err="1"/>
                  <a:t>list</a:t>
                </a:r>
                <a:r>
                  <a:rPr lang="es-ES" dirty="0"/>
                  <a:t> </a:t>
                </a:r>
                <a:r>
                  <a:rPr lang="es-ES" dirty="0" err="1"/>
                  <a:t>producers</a:t>
                </a:r>
                <a:r>
                  <a:rPr lang="es-ES" dirty="0"/>
                  <a:t> </a:t>
                </a:r>
                <a:r>
                  <a:rPr lang="es-ES" sz="1200" i="0" kern="1200">
                    <a:solidFill>
                      <a:schemeClr val="tx1"/>
                    </a:solidFill>
                    <a:latin typeface="Cambria Math" panose="02040503050406030204" pitchFamily="18" charset="0"/>
                    <a:ea typeface="+mn-ea"/>
                    <a:cs typeface="+mn-cs"/>
                  </a:rPr>
                  <a:t>𝑃</a:t>
                </a:r>
                <a:r>
                  <a:rPr lang="es-ES" dirty="0"/>
                  <a:t>(</a:t>
                </a:r>
                <a:r>
                  <a:rPr lang="es-ES" dirty="0" err="1"/>
                  <a:t>reactions</a:t>
                </a:r>
                <a:r>
                  <a:rPr lang="es-ES" dirty="0"/>
                  <a:t> </a:t>
                </a:r>
                <a:r>
                  <a:rPr lang="es-ES" dirty="0" err="1"/>
                  <a:t>with</a:t>
                </a:r>
                <a:r>
                  <a:rPr lang="es-ES" dirty="0"/>
                  <a:t> </a:t>
                </a:r>
                <a:r>
                  <a:rPr lang="ar-AE" sz="1200" i="0" kern="1200">
                    <a:solidFill>
                      <a:schemeClr val="tx1"/>
                    </a:solidFill>
                    <a:latin typeface="Cambria Math" panose="02040503050406030204" pitchFamily="18" charset="0"/>
                    <a:ea typeface="+mn-ea"/>
                    <a:cs typeface="+mn-cs"/>
                  </a:rPr>
                  <a:t>𝑆_(𝑚,𝑗)&gt;0</a:t>
                </a:r>
                <a:r>
                  <a:rPr lang="ar-AE" dirty="0"/>
                  <a:t>)</a:t>
                </a:r>
              </a:p>
              <a:p>
                <a:pPr marL="171450" indent="-171450">
                  <a:buFont typeface="Arial" panose="020B0604020202020204" pitchFamily="34" charset="0"/>
                  <a:buChar char="•"/>
                </a:pPr>
                <a:r>
                  <a:rPr lang="es-ES" dirty="0" err="1"/>
                  <a:t>List</a:t>
                </a:r>
                <a:r>
                  <a:rPr lang="es-ES" dirty="0"/>
                  <a:t> </a:t>
                </a:r>
                <a:r>
                  <a:rPr lang="es-ES" dirty="0" err="1"/>
                  <a:t>consumers</a:t>
                </a:r>
                <a:r>
                  <a:rPr lang="es-ES" dirty="0"/>
                  <a:t> </a:t>
                </a:r>
                <a:r>
                  <a:rPr lang="es-ES" sz="1200" i="0" kern="1200">
                    <a:solidFill>
                      <a:schemeClr val="tx1"/>
                    </a:solidFill>
                    <a:latin typeface="Cambria Math" panose="02040503050406030204" pitchFamily="18" charset="0"/>
                    <a:ea typeface="+mn-ea"/>
                    <a:cs typeface="+mn-cs"/>
                  </a:rPr>
                  <a:t>𝐶</a:t>
                </a:r>
                <a:r>
                  <a:rPr lang="es-ES" dirty="0"/>
                  <a:t>(</a:t>
                </a:r>
                <a:r>
                  <a:rPr lang="es-ES" dirty="0" err="1"/>
                  <a:t>reactions</a:t>
                </a:r>
                <a:r>
                  <a:rPr lang="es-ES" dirty="0"/>
                  <a:t> </a:t>
                </a:r>
                <a:r>
                  <a:rPr lang="es-ES" dirty="0" err="1"/>
                  <a:t>with</a:t>
                </a:r>
                <a:r>
                  <a:rPr lang="es-ES" dirty="0"/>
                  <a:t> </a:t>
                </a:r>
                <a:r>
                  <a:rPr lang="ar-AE" sz="1200" i="0" kern="1200">
                    <a:solidFill>
                      <a:schemeClr val="tx1"/>
                    </a:solidFill>
                    <a:latin typeface="Cambria Math" panose="02040503050406030204" pitchFamily="18" charset="0"/>
                    <a:ea typeface="+mn-ea"/>
                    <a:cs typeface="+mn-cs"/>
                  </a:rPr>
                  <a:t>𝑆_(𝑚,𝑗)&lt;0</a:t>
                </a:r>
                <a:r>
                  <a:rPr lang="ar-AE" dirty="0"/>
                  <a:t>)</a:t>
                </a:r>
              </a:p>
              <a:p>
                <a:pPr marL="171450" indent="-171450">
                  <a:buFont typeface="Arial" panose="020B0604020202020204" pitchFamily="34" charset="0"/>
                  <a:buChar char="•"/>
                </a:pPr>
                <a:r>
                  <a:rPr lang="es-ES" dirty="0" err="1"/>
                  <a:t>If</a:t>
                </a:r>
                <a:r>
                  <a:rPr lang="es-ES" dirty="0"/>
                  <a:t> </a:t>
                </a:r>
                <a:r>
                  <a:rPr lang="es-ES" sz="1200" i="0" kern="1200">
                    <a:solidFill>
                      <a:schemeClr val="tx1"/>
                    </a:solidFill>
                    <a:latin typeface="Cambria Math" panose="02040503050406030204" pitchFamily="18" charset="0"/>
                    <a:ea typeface="+mn-ea"/>
                    <a:cs typeface="+mn-cs"/>
                  </a:rPr>
                  <a:t>∣𝑃∣≥2</a:t>
                </a:r>
                <a:r>
                  <a:rPr lang="es-ES" dirty="0"/>
                  <a:t>and </a:t>
                </a:r>
                <a:r>
                  <a:rPr lang="es-ES" sz="1200" i="0" kern="1200">
                    <a:solidFill>
                      <a:schemeClr val="tx1"/>
                    </a:solidFill>
                    <a:latin typeface="Cambria Math" panose="02040503050406030204" pitchFamily="18" charset="0"/>
                    <a:ea typeface="+mn-ea"/>
                    <a:cs typeface="+mn-cs"/>
                  </a:rPr>
                  <a:t>∣𝐶∣≥1</a:t>
                </a:r>
                <a:r>
                  <a:rPr lang="es-ES" dirty="0"/>
                  <a:t>, </a:t>
                </a:r>
                <a:r>
                  <a:rPr lang="es-ES" dirty="0" err="1"/>
                  <a:t>check</a:t>
                </a:r>
                <a:r>
                  <a:rPr lang="es-ES" dirty="0"/>
                  <a:t> candidate outputs </a:t>
                </a:r>
                <a:r>
                  <a:rPr lang="ar-AE" sz="1200" i="0" kern="1200">
                    <a:solidFill>
                      <a:schemeClr val="tx1"/>
                    </a:solidFill>
                    <a:latin typeface="Cambria Math" panose="02040503050406030204" pitchFamily="18" charset="0"/>
                    <a:ea typeface="+mn-ea"/>
                    <a:cs typeface="+mn-cs"/>
                  </a:rPr>
                  <a:t>𝑟_3∈𝐶</a:t>
                </a:r>
                <a:endParaRPr lang="ar-AE" dirty="0"/>
              </a:p>
              <a:p>
                <a:pPr marL="171450" indent="-171450">
                  <a:buFont typeface="Arial" panose="020B0604020202020204" pitchFamily="34" charset="0"/>
                  <a:buChar char="•"/>
                </a:pPr>
                <a:r>
                  <a:rPr lang="es-ES" dirty="0" err="1"/>
                  <a:t>Prefer</a:t>
                </a:r>
                <a:r>
                  <a:rPr lang="es-ES" dirty="0"/>
                  <a:t> cases </a:t>
                </a:r>
                <a:r>
                  <a:rPr lang="es-ES" dirty="0" err="1"/>
                  <a:t>where</a:t>
                </a:r>
                <a:r>
                  <a:rPr lang="es-ES" dirty="0"/>
                  <a:t> </a:t>
                </a:r>
                <a:r>
                  <a:rPr lang="es-ES" sz="1200" i="0" kern="1200">
                    <a:solidFill>
                      <a:schemeClr val="tx1"/>
                    </a:solidFill>
                    <a:latin typeface="Cambria Math" panose="02040503050406030204" pitchFamily="18" charset="0"/>
                    <a:ea typeface="+mn-ea"/>
                    <a:cs typeface="+mn-cs"/>
                  </a:rPr>
                  <a:t>𝑚</a:t>
                </a:r>
                <a:r>
                  <a:rPr lang="es-ES" dirty="0"/>
                  <a:t>has </a:t>
                </a:r>
                <a:r>
                  <a:rPr lang="es-ES" b="1" dirty="0" err="1"/>
                  <a:t>exactly</a:t>
                </a:r>
                <a:r>
                  <a:rPr lang="es-ES" dirty="0"/>
                  <a:t> 2 </a:t>
                </a:r>
                <a:r>
                  <a:rPr lang="es-ES" dirty="0" err="1"/>
                  <a:t>producers</a:t>
                </a:r>
                <a:r>
                  <a:rPr lang="es-ES" dirty="0"/>
                  <a:t> and 1 </a:t>
                </a:r>
                <a:r>
                  <a:rPr lang="es-ES" dirty="0" err="1"/>
                  <a:t>consumer</a:t>
                </a:r>
                <a:r>
                  <a:rPr lang="es-ES" dirty="0"/>
                  <a:t> (</a:t>
                </a:r>
                <a:r>
                  <a:rPr lang="es-ES" dirty="0" err="1"/>
                  <a:t>tightest</a:t>
                </a:r>
                <a:r>
                  <a:rPr lang="es-ES" dirty="0"/>
                  <a:t> “</a:t>
                </a:r>
                <a:r>
                  <a:rPr lang="es-ES" dirty="0" err="1"/>
                  <a:t>adder</a:t>
                </a:r>
                <a:r>
                  <a:rPr lang="es-ES" dirty="0"/>
                  <a:t>”)</a:t>
                </a:r>
              </a:p>
              <a:p>
                <a:pPr marL="171450" indent="-171450">
                  <a:buFont typeface="Arial" panose="020B0604020202020204" pitchFamily="34" charset="0"/>
                  <a:buChar char="•"/>
                </a:pPr>
                <a:r>
                  <a:rPr lang="es-ES" dirty="0" err="1"/>
                  <a:t>Intersect</a:t>
                </a:r>
                <a:r>
                  <a:rPr lang="es-ES" dirty="0"/>
                  <a:t> </a:t>
                </a:r>
                <a:r>
                  <a:rPr lang="es-ES" dirty="0" err="1"/>
                  <a:t>producers</a:t>
                </a:r>
                <a:r>
                  <a:rPr lang="es-ES" dirty="0"/>
                  <a:t> </a:t>
                </a:r>
                <a:r>
                  <a:rPr lang="es-ES" dirty="0" err="1"/>
                  <a:t>with</a:t>
                </a:r>
                <a:r>
                  <a:rPr lang="es-ES" dirty="0"/>
                  <a:t> </a:t>
                </a:r>
                <a:r>
                  <a:rPr lang="es-ES" dirty="0" err="1"/>
                  <a:t>your</a:t>
                </a:r>
                <a:r>
                  <a:rPr lang="es-ES" dirty="0"/>
                  <a:t> </a:t>
                </a:r>
                <a:r>
                  <a:rPr lang="es-ES" b="1" dirty="0"/>
                  <a:t>single-gene </a:t>
                </a:r>
                <a:r>
                  <a:rPr lang="es-ES" b="1" dirty="0" err="1"/>
                  <a:t>reaction</a:t>
                </a:r>
                <a:r>
                  <a:rPr lang="es-ES" b="1" dirty="0"/>
                  <a:t> </a:t>
                </a:r>
                <a:r>
                  <a:rPr lang="es-ES" b="1" dirty="0" err="1"/>
                  <a:t>list</a:t>
                </a:r>
                <a:r>
                  <a:rPr lang="es-ES" dirty="0"/>
                  <a:t> (</a:t>
                </a:r>
                <a:r>
                  <a:rPr lang="es-ES" dirty="0" err="1"/>
                  <a:t>your</a:t>
                </a:r>
                <a:r>
                  <a:rPr lang="es-ES" dirty="0"/>
                  <a:t> </a:t>
                </a:r>
                <a:r>
                  <a:rPr lang="es-ES" dirty="0" err="1"/>
                  <a:t>current</a:t>
                </a:r>
                <a:r>
                  <a:rPr lang="es-ES" dirty="0"/>
                  <a:t> </a:t>
                </a:r>
                <a:r>
                  <a:rPr lang="es-ES" dirty="0" err="1"/>
                  <a:t>code</a:t>
                </a:r>
                <a:r>
                  <a:rPr lang="es-ES" dirty="0"/>
                  <a:t> </a:t>
                </a:r>
                <a:r>
                  <a:rPr lang="es-ES" dirty="0" err="1"/>
                  <a:t>already</a:t>
                </a:r>
                <a:r>
                  <a:rPr lang="es-ES" dirty="0"/>
                  <a:t> </a:t>
                </a:r>
                <a:r>
                  <a:rPr lang="es-ES" dirty="0" err="1"/>
                  <a:t>gives</a:t>
                </a:r>
                <a:r>
                  <a:rPr lang="es-ES" dirty="0"/>
                  <a:t> </a:t>
                </a:r>
                <a:r>
                  <a:rPr lang="es-ES" dirty="0" err="1"/>
                  <a:t>that</a:t>
                </a:r>
                <a:r>
                  <a:rPr lang="es-ES" dirty="0"/>
                  <a:t>)</a:t>
                </a:r>
              </a:p>
              <a:p>
                <a:endParaRPr lang="en-US" dirty="0"/>
              </a:p>
            </p:txBody>
          </p:sp>
        </mc:Fallback>
      </mc:AlternateContent>
      <p:sp>
        <p:nvSpPr>
          <p:cNvPr id="4" name="Slide Number Placeholder 3">
            <a:extLst>
              <a:ext uri="{FF2B5EF4-FFF2-40B4-BE49-F238E27FC236}">
                <a16:creationId xmlns:a16="http://schemas.microsoft.com/office/drawing/2014/main" id="{C4B7FE8F-0467-A232-9CFD-23E5B95CDC93}"/>
              </a:ext>
            </a:extLst>
          </p:cNvPr>
          <p:cNvSpPr>
            <a:spLocks noGrp="1"/>
          </p:cNvSpPr>
          <p:nvPr>
            <p:ph type="sldNum" sz="quarter" idx="5"/>
          </p:nvPr>
        </p:nvSpPr>
        <p:spPr/>
        <p:txBody>
          <a:bodyPr/>
          <a:lstStyle/>
          <a:p>
            <a:fld id="{5F818A67-DE81-4BE5-A09A-01BC8A96D5BB}" type="slidenum">
              <a:rPr lang="en-US" smtClean="0"/>
              <a:t>47</a:t>
            </a:fld>
            <a:endParaRPr lang="en-US"/>
          </a:p>
        </p:txBody>
      </p:sp>
    </p:spTree>
    <p:extLst>
      <p:ext uri="{BB962C8B-B14F-4D97-AF65-F5344CB8AC3E}">
        <p14:creationId xmlns:p14="http://schemas.microsoft.com/office/powerpoint/2010/main" val="104904143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D02363-94A0-193D-8849-A4CD48FEC6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A73402-3832-CA15-1DF1-6B337DB02080}"/>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AA69B27C-AE05-C34A-460E-1A467F86123A}"/>
                  </a:ext>
                </a:extLst>
              </p:cNvPr>
              <p:cNvSpPr>
                <a:spLocks noGrp="1"/>
              </p:cNvSpPr>
              <p:nvPr>
                <p:ph type="body" idx="1"/>
              </p:nvPr>
            </p:nvSpPr>
            <p:spPr/>
            <p:txBody>
              <a:bodyPr/>
              <a:lstStyle/>
              <a:p>
                <a:r>
                  <a:rPr lang="es-ES" dirty="0" err="1"/>
                  <a:t>Algorithm</a:t>
                </a:r>
                <a:endParaRPr lang="es-ES" dirty="0"/>
              </a:p>
              <a:p>
                <a:pPr marL="171450" indent="-171450">
                  <a:buFont typeface="Arial" panose="020B0604020202020204" pitchFamily="34" charset="0"/>
                  <a:buChar char="•"/>
                </a:pPr>
                <a:r>
                  <a:rPr lang="es-ES" dirty="0" err="1"/>
                  <a:t>For</a:t>
                </a:r>
                <a:r>
                  <a:rPr lang="es-ES" dirty="0"/>
                  <a:t> </a:t>
                </a:r>
                <a:r>
                  <a:rPr lang="es-ES" dirty="0" err="1"/>
                  <a:t>each</a:t>
                </a:r>
                <a:r>
                  <a:rPr lang="es-ES" dirty="0"/>
                  <a:t> </a:t>
                </a:r>
                <a:r>
                  <a:rPr lang="es-ES" dirty="0" err="1"/>
                  <a:t>metabolite</a:t>
                </a:r>
                <a:r>
                  <a:rPr lang="es-ES" dirty="0"/>
                  <a:t> </a:t>
                </a:r>
                <a14:m>
                  <m:oMath xmlns:m="http://schemas.openxmlformats.org/officeDocument/2006/math">
                    <m:r>
                      <a:rPr lang="es-ES" sz="1200" i="1" kern="1200">
                        <a:solidFill>
                          <a:schemeClr val="tx1"/>
                        </a:solidFill>
                        <a:latin typeface="Cambria Math" panose="02040503050406030204" pitchFamily="18" charset="0"/>
                        <a:ea typeface="+mn-ea"/>
                        <a:cs typeface="+mn-cs"/>
                      </a:rPr>
                      <m:t>𝑚</m:t>
                    </m:r>
                  </m:oMath>
                </a14:m>
                <a:r>
                  <a:rPr lang="es-ES" dirty="0"/>
                  <a:t>, </a:t>
                </a:r>
                <a:r>
                  <a:rPr lang="es-ES" dirty="0" err="1"/>
                  <a:t>list</a:t>
                </a:r>
                <a:r>
                  <a:rPr lang="es-ES" dirty="0"/>
                  <a:t> </a:t>
                </a:r>
                <a:r>
                  <a:rPr lang="es-ES" dirty="0" err="1"/>
                  <a:t>producers</a:t>
                </a:r>
                <a:r>
                  <a:rPr lang="es-ES" dirty="0"/>
                  <a:t> </a:t>
                </a:r>
                <a14:m>
                  <m:oMath xmlns:m="http://schemas.openxmlformats.org/officeDocument/2006/math">
                    <m:r>
                      <a:rPr lang="es-ES" sz="1200" i="1" kern="1200">
                        <a:solidFill>
                          <a:schemeClr val="tx1"/>
                        </a:solidFill>
                        <a:latin typeface="Cambria Math" panose="02040503050406030204" pitchFamily="18" charset="0"/>
                        <a:ea typeface="+mn-ea"/>
                        <a:cs typeface="+mn-cs"/>
                      </a:rPr>
                      <m:t>𝑃</m:t>
                    </m:r>
                  </m:oMath>
                </a14:m>
                <a:r>
                  <a:rPr lang="es-ES" dirty="0"/>
                  <a:t>(</a:t>
                </a:r>
                <a:r>
                  <a:rPr lang="es-ES" dirty="0" err="1"/>
                  <a:t>reactions</a:t>
                </a:r>
                <a:r>
                  <a:rPr lang="es-ES" dirty="0"/>
                  <a:t> </a:t>
                </a:r>
                <a:r>
                  <a:rPr lang="es-ES" dirty="0" err="1"/>
                  <a:t>with</a:t>
                </a:r>
                <a:r>
                  <a:rPr lang="es-ES" dirty="0"/>
                  <a:t> </a:t>
                </a:r>
                <a14:m>
                  <m:oMath xmlns:m="http://schemas.openxmlformats.org/officeDocument/2006/math">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𝑆</m:t>
                        </m:r>
                      </m:e>
                      <m:sub>
                        <m:r>
                          <a:rPr lang="ar-AE" sz="1200" i="1" kern="1200">
                            <a:solidFill>
                              <a:schemeClr val="tx1"/>
                            </a:solidFill>
                            <a:latin typeface="Cambria Math" panose="02040503050406030204" pitchFamily="18" charset="0"/>
                            <a:ea typeface="+mn-ea"/>
                            <a:cs typeface="+mn-cs"/>
                          </a:rPr>
                          <m:t>𝑚</m:t>
                        </m:r>
                        <m:r>
                          <a:rPr lang="ar-AE" sz="1200" i="0" kern="1200">
                            <a:solidFill>
                              <a:schemeClr val="tx1"/>
                            </a:solidFill>
                            <a:latin typeface="Cambria Math" panose="02040503050406030204" pitchFamily="18" charset="0"/>
                            <a:ea typeface="+mn-ea"/>
                            <a:cs typeface="+mn-cs"/>
                          </a:rPr>
                          <m:t>,</m:t>
                        </m:r>
                        <m:r>
                          <a:rPr lang="ar-AE" sz="1200" i="1" kern="1200">
                            <a:solidFill>
                              <a:schemeClr val="tx1"/>
                            </a:solidFill>
                            <a:latin typeface="Cambria Math" panose="02040503050406030204" pitchFamily="18" charset="0"/>
                            <a:ea typeface="+mn-ea"/>
                            <a:cs typeface="+mn-cs"/>
                          </a:rPr>
                          <m:t>𝑗</m:t>
                        </m:r>
                      </m:sub>
                    </m:sSub>
                    <m:r>
                      <a:rPr lang="ar-AE" sz="1200" i="0" kern="1200">
                        <a:solidFill>
                          <a:schemeClr val="tx1"/>
                        </a:solidFill>
                        <a:latin typeface="Cambria Math" panose="02040503050406030204" pitchFamily="18" charset="0"/>
                        <a:ea typeface="+mn-ea"/>
                        <a:cs typeface="+mn-cs"/>
                      </a:rPr>
                      <m:t>&gt;0</m:t>
                    </m:r>
                  </m:oMath>
                </a14:m>
                <a:r>
                  <a:rPr lang="ar-AE" dirty="0"/>
                  <a:t>)</a:t>
                </a:r>
              </a:p>
              <a:p>
                <a:pPr marL="171450" indent="-171450">
                  <a:buFont typeface="Arial" panose="020B0604020202020204" pitchFamily="34" charset="0"/>
                  <a:buChar char="•"/>
                </a:pPr>
                <a:r>
                  <a:rPr lang="es-ES" dirty="0" err="1"/>
                  <a:t>List</a:t>
                </a:r>
                <a:r>
                  <a:rPr lang="es-ES" dirty="0"/>
                  <a:t> </a:t>
                </a:r>
                <a:r>
                  <a:rPr lang="es-ES" dirty="0" err="1"/>
                  <a:t>consumers</a:t>
                </a:r>
                <a:r>
                  <a:rPr lang="es-ES" dirty="0"/>
                  <a:t> </a:t>
                </a:r>
                <a14:m>
                  <m:oMath xmlns:m="http://schemas.openxmlformats.org/officeDocument/2006/math">
                    <m:r>
                      <a:rPr lang="es-ES" sz="1200" i="1" kern="1200">
                        <a:solidFill>
                          <a:schemeClr val="tx1"/>
                        </a:solidFill>
                        <a:latin typeface="Cambria Math" panose="02040503050406030204" pitchFamily="18" charset="0"/>
                        <a:ea typeface="+mn-ea"/>
                        <a:cs typeface="+mn-cs"/>
                      </a:rPr>
                      <m:t>𝐶</m:t>
                    </m:r>
                  </m:oMath>
                </a14:m>
                <a:r>
                  <a:rPr lang="es-ES" dirty="0"/>
                  <a:t>(</a:t>
                </a:r>
                <a:r>
                  <a:rPr lang="es-ES" dirty="0" err="1"/>
                  <a:t>reactions</a:t>
                </a:r>
                <a:r>
                  <a:rPr lang="es-ES" dirty="0"/>
                  <a:t> </a:t>
                </a:r>
                <a:r>
                  <a:rPr lang="es-ES" dirty="0" err="1"/>
                  <a:t>with</a:t>
                </a:r>
                <a:r>
                  <a:rPr lang="es-ES" dirty="0"/>
                  <a:t> </a:t>
                </a:r>
                <a14:m>
                  <m:oMath xmlns:m="http://schemas.openxmlformats.org/officeDocument/2006/math">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𝑆</m:t>
                        </m:r>
                      </m:e>
                      <m:sub>
                        <m:r>
                          <a:rPr lang="ar-AE" sz="1200" i="1" kern="1200">
                            <a:solidFill>
                              <a:schemeClr val="tx1"/>
                            </a:solidFill>
                            <a:latin typeface="Cambria Math" panose="02040503050406030204" pitchFamily="18" charset="0"/>
                            <a:ea typeface="+mn-ea"/>
                            <a:cs typeface="+mn-cs"/>
                          </a:rPr>
                          <m:t>𝑚</m:t>
                        </m:r>
                        <m:r>
                          <a:rPr lang="ar-AE" sz="1200" i="0" kern="1200">
                            <a:solidFill>
                              <a:schemeClr val="tx1"/>
                            </a:solidFill>
                            <a:latin typeface="Cambria Math" panose="02040503050406030204" pitchFamily="18" charset="0"/>
                            <a:ea typeface="+mn-ea"/>
                            <a:cs typeface="+mn-cs"/>
                          </a:rPr>
                          <m:t>,</m:t>
                        </m:r>
                        <m:r>
                          <a:rPr lang="ar-AE" sz="1200" i="1" kern="1200">
                            <a:solidFill>
                              <a:schemeClr val="tx1"/>
                            </a:solidFill>
                            <a:latin typeface="Cambria Math" panose="02040503050406030204" pitchFamily="18" charset="0"/>
                            <a:ea typeface="+mn-ea"/>
                            <a:cs typeface="+mn-cs"/>
                          </a:rPr>
                          <m:t>𝑗</m:t>
                        </m:r>
                      </m:sub>
                    </m:sSub>
                    <m:r>
                      <a:rPr lang="ar-AE" sz="1200" i="0" kern="1200">
                        <a:solidFill>
                          <a:schemeClr val="tx1"/>
                        </a:solidFill>
                        <a:latin typeface="Cambria Math" panose="02040503050406030204" pitchFamily="18" charset="0"/>
                        <a:ea typeface="+mn-ea"/>
                        <a:cs typeface="+mn-cs"/>
                      </a:rPr>
                      <m:t>&lt;0</m:t>
                    </m:r>
                  </m:oMath>
                </a14:m>
                <a:r>
                  <a:rPr lang="ar-AE" dirty="0"/>
                  <a:t>)</a:t>
                </a:r>
              </a:p>
              <a:p>
                <a:pPr marL="171450" indent="-171450">
                  <a:buFont typeface="Arial" panose="020B0604020202020204" pitchFamily="34" charset="0"/>
                  <a:buChar char="•"/>
                </a:pPr>
                <a:r>
                  <a:rPr lang="es-ES" dirty="0" err="1"/>
                  <a:t>If</a:t>
                </a:r>
                <a:r>
                  <a:rPr lang="es-ES" dirty="0"/>
                  <a:t> </a:t>
                </a:r>
                <a14:m>
                  <m:oMath xmlns:m="http://schemas.openxmlformats.org/officeDocument/2006/math">
                    <m:r>
                      <a:rPr lang="es-ES" sz="1200" kern="1200">
                        <a:solidFill>
                          <a:schemeClr val="tx1"/>
                        </a:solidFill>
                        <a:latin typeface="Cambria Math" panose="02040503050406030204" pitchFamily="18" charset="0"/>
                        <a:ea typeface="+mn-ea"/>
                        <a:cs typeface="+mn-cs"/>
                      </a:rPr>
                      <m:t>∣</m:t>
                    </m:r>
                    <m:r>
                      <a:rPr lang="es-ES" sz="1200" i="1" kern="1200">
                        <a:solidFill>
                          <a:schemeClr val="tx1"/>
                        </a:solidFill>
                        <a:latin typeface="Cambria Math" panose="02040503050406030204" pitchFamily="18" charset="0"/>
                        <a:ea typeface="+mn-ea"/>
                        <a:cs typeface="+mn-cs"/>
                      </a:rPr>
                      <m:t>𝑃</m:t>
                    </m:r>
                    <m:r>
                      <a:rPr lang="es-ES" sz="1200" i="0" kern="1200">
                        <a:solidFill>
                          <a:schemeClr val="tx1"/>
                        </a:solidFill>
                        <a:latin typeface="Cambria Math" panose="02040503050406030204" pitchFamily="18" charset="0"/>
                        <a:ea typeface="+mn-ea"/>
                        <a:cs typeface="+mn-cs"/>
                      </a:rPr>
                      <m:t>∣≥2</m:t>
                    </m:r>
                  </m:oMath>
                </a14:m>
                <a:r>
                  <a:rPr lang="es-ES" dirty="0"/>
                  <a:t>and </a:t>
                </a:r>
                <a14:m>
                  <m:oMath xmlns:m="http://schemas.openxmlformats.org/officeDocument/2006/math">
                    <m:r>
                      <a:rPr lang="es-ES" sz="1200" kern="1200">
                        <a:solidFill>
                          <a:schemeClr val="tx1"/>
                        </a:solidFill>
                        <a:latin typeface="Cambria Math" panose="02040503050406030204" pitchFamily="18" charset="0"/>
                        <a:ea typeface="+mn-ea"/>
                        <a:cs typeface="+mn-cs"/>
                      </a:rPr>
                      <m:t>∣</m:t>
                    </m:r>
                    <m:r>
                      <a:rPr lang="es-ES" sz="1200" i="1" kern="1200">
                        <a:solidFill>
                          <a:schemeClr val="tx1"/>
                        </a:solidFill>
                        <a:latin typeface="Cambria Math" panose="02040503050406030204" pitchFamily="18" charset="0"/>
                        <a:ea typeface="+mn-ea"/>
                        <a:cs typeface="+mn-cs"/>
                      </a:rPr>
                      <m:t>𝐶</m:t>
                    </m:r>
                    <m:r>
                      <a:rPr lang="es-ES" sz="1200" i="0" kern="1200">
                        <a:solidFill>
                          <a:schemeClr val="tx1"/>
                        </a:solidFill>
                        <a:latin typeface="Cambria Math" panose="02040503050406030204" pitchFamily="18" charset="0"/>
                        <a:ea typeface="+mn-ea"/>
                        <a:cs typeface="+mn-cs"/>
                      </a:rPr>
                      <m:t>∣≥1</m:t>
                    </m:r>
                  </m:oMath>
                </a14:m>
                <a:r>
                  <a:rPr lang="es-ES" dirty="0"/>
                  <a:t>, </a:t>
                </a:r>
                <a:r>
                  <a:rPr lang="es-ES" dirty="0" err="1"/>
                  <a:t>check</a:t>
                </a:r>
                <a:r>
                  <a:rPr lang="es-ES" dirty="0"/>
                  <a:t> candidate outputs </a:t>
                </a:r>
                <a14:m>
                  <m:oMath xmlns:m="http://schemas.openxmlformats.org/officeDocument/2006/math">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𝑟</m:t>
                        </m:r>
                      </m:e>
                      <m:sub>
                        <m:r>
                          <a:rPr lang="ar-AE" sz="1200" i="0" kern="1200">
                            <a:solidFill>
                              <a:schemeClr val="tx1"/>
                            </a:solidFill>
                            <a:latin typeface="Cambria Math" panose="02040503050406030204" pitchFamily="18" charset="0"/>
                            <a:ea typeface="+mn-ea"/>
                            <a:cs typeface="+mn-cs"/>
                          </a:rPr>
                          <m:t>3</m:t>
                        </m:r>
                      </m:sub>
                    </m:sSub>
                    <m:r>
                      <a:rPr lang="ar-AE" sz="1200" i="0" kern="1200">
                        <a:solidFill>
                          <a:schemeClr val="tx1"/>
                        </a:solidFill>
                        <a:latin typeface="Cambria Math" panose="02040503050406030204" pitchFamily="18" charset="0"/>
                        <a:ea typeface="+mn-ea"/>
                        <a:cs typeface="+mn-cs"/>
                      </a:rPr>
                      <m:t>∈</m:t>
                    </m:r>
                    <m:r>
                      <a:rPr lang="ar-AE" sz="1200" i="1" kern="1200">
                        <a:solidFill>
                          <a:schemeClr val="tx1"/>
                        </a:solidFill>
                        <a:latin typeface="Cambria Math" panose="02040503050406030204" pitchFamily="18" charset="0"/>
                        <a:ea typeface="+mn-ea"/>
                        <a:cs typeface="+mn-cs"/>
                      </a:rPr>
                      <m:t>𝐶</m:t>
                    </m:r>
                  </m:oMath>
                </a14:m>
                <a:endParaRPr lang="ar-AE" dirty="0"/>
              </a:p>
              <a:p>
                <a:pPr marL="171450" indent="-171450">
                  <a:buFont typeface="Arial" panose="020B0604020202020204" pitchFamily="34" charset="0"/>
                  <a:buChar char="•"/>
                </a:pPr>
                <a:r>
                  <a:rPr lang="es-ES" dirty="0" err="1"/>
                  <a:t>Prefer</a:t>
                </a:r>
                <a:r>
                  <a:rPr lang="es-ES" dirty="0"/>
                  <a:t> cases </a:t>
                </a:r>
                <a:r>
                  <a:rPr lang="es-ES" dirty="0" err="1"/>
                  <a:t>where</a:t>
                </a:r>
                <a:r>
                  <a:rPr lang="es-ES" dirty="0"/>
                  <a:t> </a:t>
                </a:r>
                <a14:m>
                  <m:oMath xmlns:m="http://schemas.openxmlformats.org/officeDocument/2006/math">
                    <m:r>
                      <a:rPr lang="es-ES" sz="1200" i="1" kern="1200">
                        <a:solidFill>
                          <a:schemeClr val="tx1"/>
                        </a:solidFill>
                        <a:latin typeface="Cambria Math" panose="02040503050406030204" pitchFamily="18" charset="0"/>
                        <a:ea typeface="+mn-ea"/>
                        <a:cs typeface="+mn-cs"/>
                      </a:rPr>
                      <m:t>𝑚</m:t>
                    </m:r>
                  </m:oMath>
                </a14:m>
                <a:r>
                  <a:rPr lang="es-ES" dirty="0"/>
                  <a:t>has </a:t>
                </a:r>
                <a:r>
                  <a:rPr lang="es-ES" b="1" dirty="0" err="1"/>
                  <a:t>exactly</a:t>
                </a:r>
                <a:r>
                  <a:rPr lang="es-ES" dirty="0"/>
                  <a:t> 2 </a:t>
                </a:r>
                <a:r>
                  <a:rPr lang="es-ES" dirty="0" err="1"/>
                  <a:t>producers</a:t>
                </a:r>
                <a:r>
                  <a:rPr lang="es-ES" dirty="0"/>
                  <a:t> and 1 </a:t>
                </a:r>
                <a:r>
                  <a:rPr lang="es-ES" dirty="0" err="1"/>
                  <a:t>consumer</a:t>
                </a:r>
                <a:r>
                  <a:rPr lang="es-ES" dirty="0"/>
                  <a:t> (</a:t>
                </a:r>
                <a:r>
                  <a:rPr lang="es-ES" dirty="0" err="1"/>
                  <a:t>tightest</a:t>
                </a:r>
                <a:r>
                  <a:rPr lang="es-ES" dirty="0"/>
                  <a:t> “</a:t>
                </a:r>
                <a:r>
                  <a:rPr lang="es-ES" dirty="0" err="1"/>
                  <a:t>adder</a:t>
                </a:r>
                <a:r>
                  <a:rPr lang="es-ES" dirty="0"/>
                  <a:t>”)</a:t>
                </a:r>
              </a:p>
              <a:p>
                <a:pPr marL="171450" indent="-171450">
                  <a:buFont typeface="Arial" panose="020B0604020202020204" pitchFamily="34" charset="0"/>
                  <a:buChar char="•"/>
                </a:pPr>
                <a:r>
                  <a:rPr lang="es-ES" dirty="0" err="1"/>
                  <a:t>Intersect</a:t>
                </a:r>
                <a:r>
                  <a:rPr lang="es-ES" dirty="0"/>
                  <a:t> </a:t>
                </a:r>
                <a:r>
                  <a:rPr lang="es-ES" dirty="0" err="1"/>
                  <a:t>producers</a:t>
                </a:r>
                <a:r>
                  <a:rPr lang="es-ES" dirty="0"/>
                  <a:t> </a:t>
                </a:r>
                <a:r>
                  <a:rPr lang="es-ES" dirty="0" err="1"/>
                  <a:t>with</a:t>
                </a:r>
                <a:r>
                  <a:rPr lang="es-ES" dirty="0"/>
                  <a:t> </a:t>
                </a:r>
                <a:r>
                  <a:rPr lang="es-ES" dirty="0" err="1"/>
                  <a:t>your</a:t>
                </a:r>
                <a:r>
                  <a:rPr lang="es-ES" dirty="0"/>
                  <a:t> </a:t>
                </a:r>
                <a:r>
                  <a:rPr lang="es-ES" b="1" dirty="0"/>
                  <a:t>single-gene </a:t>
                </a:r>
                <a:r>
                  <a:rPr lang="es-ES" b="1" dirty="0" err="1"/>
                  <a:t>reaction</a:t>
                </a:r>
                <a:r>
                  <a:rPr lang="es-ES" b="1" dirty="0"/>
                  <a:t> </a:t>
                </a:r>
                <a:r>
                  <a:rPr lang="es-ES" b="1" dirty="0" err="1"/>
                  <a:t>list</a:t>
                </a:r>
                <a:r>
                  <a:rPr lang="es-ES" dirty="0"/>
                  <a:t> (</a:t>
                </a:r>
                <a:r>
                  <a:rPr lang="es-ES" dirty="0" err="1"/>
                  <a:t>your</a:t>
                </a:r>
                <a:r>
                  <a:rPr lang="es-ES" dirty="0"/>
                  <a:t> </a:t>
                </a:r>
                <a:r>
                  <a:rPr lang="es-ES" dirty="0" err="1"/>
                  <a:t>current</a:t>
                </a:r>
                <a:r>
                  <a:rPr lang="es-ES" dirty="0"/>
                  <a:t> </a:t>
                </a:r>
                <a:r>
                  <a:rPr lang="es-ES" dirty="0" err="1"/>
                  <a:t>code</a:t>
                </a:r>
                <a:r>
                  <a:rPr lang="es-ES" dirty="0"/>
                  <a:t> </a:t>
                </a:r>
                <a:r>
                  <a:rPr lang="es-ES" dirty="0" err="1"/>
                  <a:t>already</a:t>
                </a:r>
                <a:r>
                  <a:rPr lang="es-ES" dirty="0"/>
                  <a:t> </a:t>
                </a:r>
                <a:r>
                  <a:rPr lang="es-ES" dirty="0" err="1"/>
                  <a:t>gives</a:t>
                </a:r>
                <a:r>
                  <a:rPr lang="es-ES" dirty="0"/>
                  <a:t> </a:t>
                </a:r>
                <a:r>
                  <a:rPr lang="es-ES" dirty="0" err="1"/>
                  <a:t>that</a:t>
                </a:r>
                <a:r>
                  <a:rPr lang="es-ES" dirty="0"/>
                  <a:t>)</a:t>
                </a:r>
              </a:p>
              <a:p>
                <a:endParaRPr lang="en-US" dirty="0"/>
              </a:p>
            </p:txBody>
          </p:sp>
        </mc:Choice>
        <mc:Fallback xmlns="">
          <p:sp>
            <p:nvSpPr>
              <p:cNvPr id="3" name="Notes Placeholder 2">
                <a:extLst>
                  <a:ext uri="{FF2B5EF4-FFF2-40B4-BE49-F238E27FC236}">
                    <a16:creationId xmlns:a16="http://schemas.microsoft.com/office/drawing/2014/main" id="{AA69B27C-AE05-C34A-460E-1A467F86123A}"/>
                  </a:ext>
                </a:extLst>
              </p:cNvPr>
              <p:cNvSpPr>
                <a:spLocks noGrp="1"/>
              </p:cNvSpPr>
              <p:nvPr>
                <p:ph type="body" idx="1"/>
              </p:nvPr>
            </p:nvSpPr>
            <p:spPr/>
            <p:txBody>
              <a:bodyPr/>
              <a:lstStyle/>
              <a:p>
                <a:r>
                  <a:rPr lang="es-ES" dirty="0" err="1"/>
                  <a:t>Algorithm</a:t>
                </a:r>
                <a:endParaRPr lang="es-ES" dirty="0"/>
              </a:p>
              <a:p>
                <a:pPr marL="171450" indent="-171450">
                  <a:buFont typeface="Arial" panose="020B0604020202020204" pitchFamily="34" charset="0"/>
                  <a:buChar char="•"/>
                </a:pPr>
                <a:r>
                  <a:rPr lang="es-ES" dirty="0" err="1"/>
                  <a:t>For</a:t>
                </a:r>
                <a:r>
                  <a:rPr lang="es-ES" dirty="0"/>
                  <a:t> </a:t>
                </a:r>
                <a:r>
                  <a:rPr lang="es-ES" dirty="0" err="1"/>
                  <a:t>each</a:t>
                </a:r>
                <a:r>
                  <a:rPr lang="es-ES" dirty="0"/>
                  <a:t> </a:t>
                </a:r>
                <a:r>
                  <a:rPr lang="es-ES" dirty="0" err="1"/>
                  <a:t>metabolite</a:t>
                </a:r>
                <a:r>
                  <a:rPr lang="es-ES" dirty="0"/>
                  <a:t> </a:t>
                </a:r>
                <a:r>
                  <a:rPr lang="es-ES" sz="1200" i="0" kern="1200">
                    <a:solidFill>
                      <a:schemeClr val="tx1"/>
                    </a:solidFill>
                    <a:latin typeface="Cambria Math" panose="02040503050406030204" pitchFamily="18" charset="0"/>
                    <a:ea typeface="+mn-ea"/>
                    <a:cs typeface="+mn-cs"/>
                  </a:rPr>
                  <a:t>𝑚</a:t>
                </a:r>
                <a:r>
                  <a:rPr lang="es-ES" dirty="0"/>
                  <a:t>, </a:t>
                </a:r>
                <a:r>
                  <a:rPr lang="es-ES" dirty="0" err="1"/>
                  <a:t>list</a:t>
                </a:r>
                <a:r>
                  <a:rPr lang="es-ES" dirty="0"/>
                  <a:t> </a:t>
                </a:r>
                <a:r>
                  <a:rPr lang="es-ES" dirty="0" err="1"/>
                  <a:t>producers</a:t>
                </a:r>
                <a:r>
                  <a:rPr lang="es-ES" dirty="0"/>
                  <a:t> </a:t>
                </a:r>
                <a:r>
                  <a:rPr lang="es-ES" sz="1200" i="0" kern="1200">
                    <a:solidFill>
                      <a:schemeClr val="tx1"/>
                    </a:solidFill>
                    <a:latin typeface="Cambria Math" panose="02040503050406030204" pitchFamily="18" charset="0"/>
                    <a:ea typeface="+mn-ea"/>
                    <a:cs typeface="+mn-cs"/>
                  </a:rPr>
                  <a:t>𝑃</a:t>
                </a:r>
                <a:r>
                  <a:rPr lang="es-ES" dirty="0"/>
                  <a:t>(</a:t>
                </a:r>
                <a:r>
                  <a:rPr lang="es-ES" dirty="0" err="1"/>
                  <a:t>reactions</a:t>
                </a:r>
                <a:r>
                  <a:rPr lang="es-ES" dirty="0"/>
                  <a:t> </a:t>
                </a:r>
                <a:r>
                  <a:rPr lang="es-ES" dirty="0" err="1"/>
                  <a:t>with</a:t>
                </a:r>
                <a:r>
                  <a:rPr lang="es-ES" dirty="0"/>
                  <a:t> </a:t>
                </a:r>
                <a:r>
                  <a:rPr lang="ar-AE" sz="1200" i="0" kern="1200">
                    <a:solidFill>
                      <a:schemeClr val="tx1"/>
                    </a:solidFill>
                    <a:latin typeface="Cambria Math" panose="02040503050406030204" pitchFamily="18" charset="0"/>
                    <a:ea typeface="+mn-ea"/>
                    <a:cs typeface="+mn-cs"/>
                  </a:rPr>
                  <a:t>𝑆_(𝑚,𝑗)&gt;0</a:t>
                </a:r>
                <a:r>
                  <a:rPr lang="ar-AE" dirty="0"/>
                  <a:t>)</a:t>
                </a:r>
              </a:p>
              <a:p>
                <a:pPr marL="171450" indent="-171450">
                  <a:buFont typeface="Arial" panose="020B0604020202020204" pitchFamily="34" charset="0"/>
                  <a:buChar char="•"/>
                </a:pPr>
                <a:r>
                  <a:rPr lang="es-ES" dirty="0" err="1"/>
                  <a:t>List</a:t>
                </a:r>
                <a:r>
                  <a:rPr lang="es-ES" dirty="0"/>
                  <a:t> </a:t>
                </a:r>
                <a:r>
                  <a:rPr lang="es-ES" dirty="0" err="1"/>
                  <a:t>consumers</a:t>
                </a:r>
                <a:r>
                  <a:rPr lang="es-ES" dirty="0"/>
                  <a:t> </a:t>
                </a:r>
                <a:r>
                  <a:rPr lang="es-ES" sz="1200" i="0" kern="1200">
                    <a:solidFill>
                      <a:schemeClr val="tx1"/>
                    </a:solidFill>
                    <a:latin typeface="Cambria Math" panose="02040503050406030204" pitchFamily="18" charset="0"/>
                    <a:ea typeface="+mn-ea"/>
                    <a:cs typeface="+mn-cs"/>
                  </a:rPr>
                  <a:t>𝐶</a:t>
                </a:r>
                <a:r>
                  <a:rPr lang="es-ES" dirty="0"/>
                  <a:t>(</a:t>
                </a:r>
                <a:r>
                  <a:rPr lang="es-ES" dirty="0" err="1"/>
                  <a:t>reactions</a:t>
                </a:r>
                <a:r>
                  <a:rPr lang="es-ES" dirty="0"/>
                  <a:t> </a:t>
                </a:r>
                <a:r>
                  <a:rPr lang="es-ES" dirty="0" err="1"/>
                  <a:t>with</a:t>
                </a:r>
                <a:r>
                  <a:rPr lang="es-ES" dirty="0"/>
                  <a:t> </a:t>
                </a:r>
                <a:r>
                  <a:rPr lang="ar-AE" sz="1200" i="0" kern="1200">
                    <a:solidFill>
                      <a:schemeClr val="tx1"/>
                    </a:solidFill>
                    <a:latin typeface="Cambria Math" panose="02040503050406030204" pitchFamily="18" charset="0"/>
                    <a:ea typeface="+mn-ea"/>
                    <a:cs typeface="+mn-cs"/>
                  </a:rPr>
                  <a:t>𝑆_(𝑚,𝑗)&lt;0</a:t>
                </a:r>
                <a:r>
                  <a:rPr lang="ar-AE" dirty="0"/>
                  <a:t>)</a:t>
                </a:r>
              </a:p>
              <a:p>
                <a:pPr marL="171450" indent="-171450">
                  <a:buFont typeface="Arial" panose="020B0604020202020204" pitchFamily="34" charset="0"/>
                  <a:buChar char="•"/>
                </a:pPr>
                <a:r>
                  <a:rPr lang="es-ES" dirty="0" err="1"/>
                  <a:t>If</a:t>
                </a:r>
                <a:r>
                  <a:rPr lang="es-ES" dirty="0"/>
                  <a:t> </a:t>
                </a:r>
                <a:r>
                  <a:rPr lang="es-ES" sz="1200" i="0" kern="1200">
                    <a:solidFill>
                      <a:schemeClr val="tx1"/>
                    </a:solidFill>
                    <a:latin typeface="Cambria Math" panose="02040503050406030204" pitchFamily="18" charset="0"/>
                    <a:ea typeface="+mn-ea"/>
                    <a:cs typeface="+mn-cs"/>
                  </a:rPr>
                  <a:t>∣𝑃∣≥2</a:t>
                </a:r>
                <a:r>
                  <a:rPr lang="es-ES" dirty="0"/>
                  <a:t>and </a:t>
                </a:r>
                <a:r>
                  <a:rPr lang="es-ES" sz="1200" i="0" kern="1200">
                    <a:solidFill>
                      <a:schemeClr val="tx1"/>
                    </a:solidFill>
                    <a:latin typeface="Cambria Math" panose="02040503050406030204" pitchFamily="18" charset="0"/>
                    <a:ea typeface="+mn-ea"/>
                    <a:cs typeface="+mn-cs"/>
                  </a:rPr>
                  <a:t>∣𝐶∣≥1</a:t>
                </a:r>
                <a:r>
                  <a:rPr lang="es-ES" dirty="0"/>
                  <a:t>, </a:t>
                </a:r>
                <a:r>
                  <a:rPr lang="es-ES" dirty="0" err="1"/>
                  <a:t>check</a:t>
                </a:r>
                <a:r>
                  <a:rPr lang="es-ES" dirty="0"/>
                  <a:t> candidate outputs </a:t>
                </a:r>
                <a:r>
                  <a:rPr lang="ar-AE" sz="1200" i="0" kern="1200">
                    <a:solidFill>
                      <a:schemeClr val="tx1"/>
                    </a:solidFill>
                    <a:latin typeface="Cambria Math" panose="02040503050406030204" pitchFamily="18" charset="0"/>
                    <a:ea typeface="+mn-ea"/>
                    <a:cs typeface="+mn-cs"/>
                  </a:rPr>
                  <a:t>𝑟_3∈𝐶</a:t>
                </a:r>
                <a:endParaRPr lang="ar-AE" dirty="0"/>
              </a:p>
              <a:p>
                <a:pPr marL="171450" indent="-171450">
                  <a:buFont typeface="Arial" panose="020B0604020202020204" pitchFamily="34" charset="0"/>
                  <a:buChar char="•"/>
                </a:pPr>
                <a:r>
                  <a:rPr lang="es-ES" dirty="0" err="1"/>
                  <a:t>Prefer</a:t>
                </a:r>
                <a:r>
                  <a:rPr lang="es-ES" dirty="0"/>
                  <a:t> cases </a:t>
                </a:r>
                <a:r>
                  <a:rPr lang="es-ES" dirty="0" err="1"/>
                  <a:t>where</a:t>
                </a:r>
                <a:r>
                  <a:rPr lang="es-ES" dirty="0"/>
                  <a:t> </a:t>
                </a:r>
                <a:r>
                  <a:rPr lang="es-ES" sz="1200" i="0" kern="1200">
                    <a:solidFill>
                      <a:schemeClr val="tx1"/>
                    </a:solidFill>
                    <a:latin typeface="Cambria Math" panose="02040503050406030204" pitchFamily="18" charset="0"/>
                    <a:ea typeface="+mn-ea"/>
                    <a:cs typeface="+mn-cs"/>
                  </a:rPr>
                  <a:t>𝑚</a:t>
                </a:r>
                <a:r>
                  <a:rPr lang="es-ES" dirty="0"/>
                  <a:t>has </a:t>
                </a:r>
                <a:r>
                  <a:rPr lang="es-ES" b="1" dirty="0" err="1"/>
                  <a:t>exactly</a:t>
                </a:r>
                <a:r>
                  <a:rPr lang="es-ES" dirty="0"/>
                  <a:t> 2 </a:t>
                </a:r>
                <a:r>
                  <a:rPr lang="es-ES" dirty="0" err="1"/>
                  <a:t>producers</a:t>
                </a:r>
                <a:r>
                  <a:rPr lang="es-ES" dirty="0"/>
                  <a:t> and 1 </a:t>
                </a:r>
                <a:r>
                  <a:rPr lang="es-ES" dirty="0" err="1"/>
                  <a:t>consumer</a:t>
                </a:r>
                <a:r>
                  <a:rPr lang="es-ES" dirty="0"/>
                  <a:t> (</a:t>
                </a:r>
                <a:r>
                  <a:rPr lang="es-ES" dirty="0" err="1"/>
                  <a:t>tightest</a:t>
                </a:r>
                <a:r>
                  <a:rPr lang="es-ES" dirty="0"/>
                  <a:t> “</a:t>
                </a:r>
                <a:r>
                  <a:rPr lang="es-ES" dirty="0" err="1"/>
                  <a:t>adder</a:t>
                </a:r>
                <a:r>
                  <a:rPr lang="es-ES" dirty="0"/>
                  <a:t>”)</a:t>
                </a:r>
              </a:p>
              <a:p>
                <a:pPr marL="171450" indent="-171450">
                  <a:buFont typeface="Arial" panose="020B0604020202020204" pitchFamily="34" charset="0"/>
                  <a:buChar char="•"/>
                </a:pPr>
                <a:r>
                  <a:rPr lang="es-ES" dirty="0" err="1"/>
                  <a:t>Intersect</a:t>
                </a:r>
                <a:r>
                  <a:rPr lang="es-ES" dirty="0"/>
                  <a:t> </a:t>
                </a:r>
                <a:r>
                  <a:rPr lang="es-ES" dirty="0" err="1"/>
                  <a:t>producers</a:t>
                </a:r>
                <a:r>
                  <a:rPr lang="es-ES" dirty="0"/>
                  <a:t> </a:t>
                </a:r>
                <a:r>
                  <a:rPr lang="es-ES" dirty="0" err="1"/>
                  <a:t>with</a:t>
                </a:r>
                <a:r>
                  <a:rPr lang="es-ES" dirty="0"/>
                  <a:t> </a:t>
                </a:r>
                <a:r>
                  <a:rPr lang="es-ES" dirty="0" err="1"/>
                  <a:t>your</a:t>
                </a:r>
                <a:r>
                  <a:rPr lang="es-ES" dirty="0"/>
                  <a:t> </a:t>
                </a:r>
                <a:r>
                  <a:rPr lang="es-ES" b="1" dirty="0"/>
                  <a:t>single-gene </a:t>
                </a:r>
                <a:r>
                  <a:rPr lang="es-ES" b="1" dirty="0" err="1"/>
                  <a:t>reaction</a:t>
                </a:r>
                <a:r>
                  <a:rPr lang="es-ES" b="1" dirty="0"/>
                  <a:t> </a:t>
                </a:r>
                <a:r>
                  <a:rPr lang="es-ES" b="1" dirty="0" err="1"/>
                  <a:t>list</a:t>
                </a:r>
                <a:r>
                  <a:rPr lang="es-ES" dirty="0"/>
                  <a:t> (</a:t>
                </a:r>
                <a:r>
                  <a:rPr lang="es-ES" dirty="0" err="1"/>
                  <a:t>your</a:t>
                </a:r>
                <a:r>
                  <a:rPr lang="es-ES" dirty="0"/>
                  <a:t> </a:t>
                </a:r>
                <a:r>
                  <a:rPr lang="es-ES" dirty="0" err="1"/>
                  <a:t>current</a:t>
                </a:r>
                <a:r>
                  <a:rPr lang="es-ES" dirty="0"/>
                  <a:t> </a:t>
                </a:r>
                <a:r>
                  <a:rPr lang="es-ES" dirty="0" err="1"/>
                  <a:t>code</a:t>
                </a:r>
                <a:r>
                  <a:rPr lang="es-ES" dirty="0"/>
                  <a:t> </a:t>
                </a:r>
                <a:r>
                  <a:rPr lang="es-ES" dirty="0" err="1"/>
                  <a:t>already</a:t>
                </a:r>
                <a:r>
                  <a:rPr lang="es-ES" dirty="0"/>
                  <a:t> </a:t>
                </a:r>
                <a:r>
                  <a:rPr lang="es-ES" dirty="0" err="1"/>
                  <a:t>gives</a:t>
                </a:r>
                <a:r>
                  <a:rPr lang="es-ES" dirty="0"/>
                  <a:t> </a:t>
                </a:r>
                <a:r>
                  <a:rPr lang="es-ES" dirty="0" err="1"/>
                  <a:t>that</a:t>
                </a:r>
                <a:r>
                  <a:rPr lang="es-ES" dirty="0"/>
                  <a:t>)</a:t>
                </a:r>
              </a:p>
              <a:p>
                <a:endParaRPr lang="en-US" dirty="0"/>
              </a:p>
            </p:txBody>
          </p:sp>
        </mc:Fallback>
      </mc:AlternateContent>
      <p:sp>
        <p:nvSpPr>
          <p:cNvPr id="4" name="Slide Number Placeholder 3">
            <a:extLst>
              <a:ext uri="{FF2B5EF4-FFF2-40B4-BE49-F238E27FC236}">
                <a16:creationId xmlns:a16="http://schemas.microsoft.com/office/drawing/2014/main" id="{376E6728-E1DE-4DEF-2A20-5E688E5F2272}"/>
              </a:ext>
            </a:extLst>
          </p:cNvPr>
          <p:cNvSpPr>
            <a:spLocks noGrp="1"/>
          </p:cNvSpPr>
          <p:nvPr>
            <p:ph type="sldNum" sz="quarter" idx="5"/>
          </p:nvPr>
        </p:nvSpPr>
        <p:spPr/>
        <p:txBody>
          <a:bodyPr/>
          <a:lstStyle/>
          <a:p>
            <a:fld id="{5F818A67-DE81-4BE5-A09A-01BC8A96D5BB}" type="slidenum">
              <a:rPr lang="en-US" smtClean="0"/>
              <a:t>48</a:t>
            </a:fld>
            <a:endParaRPr lang="en-US"/>
          </a:p>
        </p:txBody>
      </p:sp>
    </p:spTree>
    <p:extLst>
      <p:ext uri="{BB962C8B-B14F-4D97-AF65-F5344CB8AC3E}">
        <p14:creationId xmlns:p14="http://schemas.microsoft.com/office/powerpoint/2010/main" val="209131489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EE7C20-BBE2-FDB2-5DC8-D8F44D9637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8E56B8-09EF-3D77-53D9-7BC66F86B4D0}"/>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EF3C47A7-494D-5C09-D262-FD2978AA833A}"/>
                  </a:ext>
                </a:extLst>
              </p:cNvPr>
              <p:cNvSpPr>
                <a:spLocks noGrp="1"/>
              </p:cNvSpPr>
              <p:nvPr>
                <p:ph type="body" idx="1"/>
              </p:nvPr>
            </p:nvSpPr>
            <p:spPr/>
            <p:txBody>
              <a:bodyPr/>
              <a:lstStyle/>
              <a:p>
                <a:r>
                  <a:rPr lang="es-ES" dirty="0" err="1"/>
                  <a:t>Algorithm</a:t>
                </a:r>
                <a:endParaRPr lang="es-ES" dirty="0"/>
              </a:p>
              <a:p>
                <a:pPr marL="171450" indent="-171450">
                  <a:buFont typeface="Arial" panose="020B0604020202020204" pitchFamily="34" charset="0"/>
                  <a:buChar char="•"/>
                </a:pPr>
                <a:r>
                  <a:rPr lang="es-ES" dirty="0" err="1"/>
                  <a:t>For</a:t>
                </a:r>
                <a:r>
                  <a:rPr lang="es-ES" dirty="0"/>
                  <a:t> </a:t>
                </a:r>
                <a:r>
                  <a:rPr lang="es-ES" dirty="0" err="1"/>
                  <a:t>each</a:t>
                </a:r>
                <a:r>
                  <a:rPr lang="es-ES" dirty="0"/>
                  <a:t> </a:t>
                </a:r>
                <a:r>
                  <a:rPr lang="es-ES" dirty="0" err="1"/>
                  <a:t>metabolite</a:t>
                </a:r>
                <a:r>
                  <a:rPr lang="es-ES" dirty="0"/>
                  <a:t> </a:t>
                </a:r>
                <a14:m>
                  <m:oMath xmlns:m="http://schemas.openxmlformats.org/officeDocument/2006/math">
                    <m:r>
                      <a:rPr lang="es-ES" sz="1200" i="1" kern="1200">
                        <a:solidFill>
                          <a:schemeClr val="tx1"/>
                        </a:solidFill>
                        <a:latin typeface="Cambria Math" panose="02040503050406030204" pitchFamily="18" charset="0"/>
                        <a:ea typeface="+mn-ea"/>
                        <a:cs typeface="+mn-cs"/>
                      </a:rPr>
                      <m:t>𝑚</m:t>
                    </m:r>
                  </m:oMath>
                </a14:m>
                <a:r>
                  <a:rPr lang="es-ES" dirty="0"/>
                  <a:t>, </a:t>
                </a:r>
                <a:r>
                  <a:rPr lang="es-ES" dirty="0" err="1"/>
                  <a:t>list</a:t>
                </a:r>
                <a:r>
                  <a:rPr lang="es-ES" dirty="0"/>
                  <a:t> </a:t>
                </a:r>
                <a:r>
                  <a:rPr lang="es-ES" dirty="0" err="1"/>
                  <a:t>producers</a:t>
                </a:r>
                <a:r>
                  <a:rPr lang="es-ES" dirty="0"/>
                  <a:t> </a:t>
                </a:r>
                <a14:m>
                  <m:oMath xmlns:m="http://schemas.openxmlformats.org/officeDocument/2006/math">
                    <m:r>
                      <a:rPr lang="es-ES" sz="1200" i="1" kern="1200">
                        <a:solidFill>
                          <a:schemeClr val="tx1"/>
                        </a:solidFill>
                        <a:latin typeface="Cambria Math" panose="02040503050406030204" pitchFamily="18" charset="0"/>
                        <a:ea typeface="+mn-ea"/>
                        <a:cs typeface="+mn-cs"/>
                      </a:rPr>
                      <m:t>𝑃</m:t>
                    </m:r>
                  </m:oMath>
                </a14:m>
                <a:r>
                  <a:rPr lang="es-ES" dirty="0"/>
                  <a:t>(</a:t>
                </a:r>
                <a:r>
                  <a:rPr lang="es-ES" dirty="0" err="1"/>
                  <a:t>reactions</a:t>
                </a:r>
                <a:r>
                  <a:rPr lang="es-ES" dirty="0"/>
                  <a:t> </a:t>
                </a:r>
                <a:r>
                  <a:rPr lang="es-ES" dirty="0" err="1"/>
                  <a:t>with</a:t>
                </a:r>
                <a:r>
                  <a:rPr lang="es-ES" dirty="0"/>
                  <a:t> </a:t>
                </a:r>
                <a14:m>
                  <m:oMath xmlns:m="http://schemas.openxmlformats.org/officeDocument/2006/math">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𝑆</m:t>
                        </m:r>
                      </m:e>
                      <m:sub>
                        <m:r>
                          <a:rPr lang="ar-AE" sz="1200" i="1" kern="1200">
                            <a:solidFill>
                              <a:schemeClr val="tx1"/>
                            </a:solidFill>
                            <a:latin typeface="Cambria Math" panose="02040503050406030204" pitchFamily="18" charset="0"/>
                            <a:ea typeface="+mn-ea"/>
                            <a:cs typeface="+mn-cs"/>
                          </a:rPr>
                          <m:t>𝑚</m:t>
                        </m:r>
                        <m:r>
                          <a:rPr lang="ar-AE" sz="1200" i="0" kern="1200">
                            <a:solidFill>
                              <a:schemeClr val="tx1"/>
                            </a:solidFill>
                            <a:latin typeface="Cambria Math" panose="02040503050406030204" pitchFamily="18" charset="0"/>
                            <a:ea typeface="+mn-ea"/>
                            <a:cs typeface="+mn-cs"/>
                          </a:rPr>
                          <m:t>,</m:t>
                        </m:r>
                        <m:r>
                          <a:rPr lang="ar-AE" sz="1200" i="1" kern="1200">
                            <a:solidFill>
                              <a:schemeClr val="tx1"/>
                            </a:solidFill>
                            <a:latin typeface="Cambria Math" panose="02040503050406030204" pitchFamily="18" charset="0"/>
                            <a:ea typeface="+mn-ea"/>
                            <a:cs typeface="+mn-cs"/>
                          </a:rPr>
                          <m:t>𝑗</m:t>
                        </m:r>
                      </m:sub>
                    </m:sSub>
                    <m:r>
                      <a:rPr lang="ar-AE" sz="1200" i="0" kern="1200">
                        <a:solidFill>
                          <a:schemeClr val="tx1"/>
                        </a:solidFill>
                        <a:latin typeface="Cambria Math" panose="02040503050406030204" pitchFamily="18" charset="0"/>
                        <a:ea typeface="+mn-ea"/>
                        <a:cs typeface="+mn-cs"/>
                      </a:rPr>
                      <m:t>&gt;0</m:t>
                    </m:r>
                  </m:oMath>
                </a14:m>
                <a:r>
                  <a:rPr lang="ar-AE" dirty="0"/>
                  <a:t>)</a:t>
                </a:r>
              </a:p>
              <a:p>
                <a:pPr marL="171450" indent="-171450">
                  <a:buFont typeface="Arial" panose="020B0604020202020204" pitchFamily="34" charset="0"/>
                  <a:buChar char="•"/>
                </a:pPr>
                <a:r>
                  <a:rPr lang="es-ES" dirty="0" err="1"/>
                  <a:t>List</a:t>
                </a:r>
                <a:r>
                  <a:rPr lang="es-ES" dirty="0"/>
                  <a:t> </a:t>
                </a:r>
                <a:r>
                  <a:rPr lang="es-ES" dirty="0" err="1"/>
                  <a:t>consumers</a:t>
                </a:r>
                <a:r>
                  <a:rPr lang="es-ES" dirty="0"/>
                  <a:t> </a:t>
                </a:r>
                <a14:m>
                  <m:oMath xmlns:m="http://schemas.openxmlformats.org/officeDocument/2006/math">
                    <m:r>
                      <a:rPr lang="es-ES" sz="1200" i="1" kern="1200">
                        <a:solidFill>
                          <a:schemeClr val="tx1"/>
                        </a:solidFill>
                        <a:latin typeface="Cambria Math" panose="02040503050406030204" pitchFamily="18" charset="0"/>
                        <a:ea typeface="+mn-ea"/>
                        <a:cs typeface="+mn-cs"/>
                      </a:rPr>
                      <m:t>𝐶</m:t>
                    </m:r>
                  </m:oMath>
                </a14:m>
                <a:r>
                  <a:rPr lang="es-ES" dirty="0"/>
                  <a:t>(</a:t>
                </a:r>
                <a:r>
                  <a:rPr lang="es-ES" dirty="0" err="1"/>
                  <a:t>reactions</a:t>
                </a:r>
                <a:r>
                  <a:rPr lang="es-ES" dirty="0"/>
                  <a:t> </a:t>
                </a:r>
                <a:r>
                  <a:rPr lang="es-ES" dirty="0" err="1"/>
                  <a:t>with</a:t>
                </a:r>
                <a:r>
                  <a:rPr lang="es-ES" dirty="0"/>
                  <a:t> </a:t>
                </a:r>
                <a14:m>
                  <m:oMath xmlns:m="http://schemas.openxmlformats.org/officeDocument/2006/math">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𝑆</m:t>
                        </m:r>
                      </m:e>
                      <m:sub>
                        <m:r>
                          <a:rPr lang="ar-AE" sz="1200" i="1" kern="1200">
                            <a:solidFill>
                              <a:schemeClr val="tx1"/>
                            </a:solidFill>
                            <a:latin typeface="Cambria Math" panose="02040503050406030204" pitchFamily="18" charset="0"/>
                            <a:ea typeface="+mn-ea"/>
                            <a:cs typeface="+mn-cs"/>
                          </a:rPr>
                          <m:t>𝑚</m:t>
                        </m:r>
                        <m:r>
                          <a:rPr lang="ar-AE" sz="1200" i="0" kern="1200">
                            <a:solidFill>
                              <a:schemeClr val="tx1"/>
                            </a:solidFill>
                            <a:latin typeface="Cambria Math" panose="02040503050406030204" pitchFamily="18" charset="0"/>
                            <a:ea typeface="+mn-ea"/>
                            <a:cs typeface="+mn-cs"/>
                          </a:rPr>
                          <m:t>,</m:t>
                        </m:r>
                        <m:r>
                          <a:rPr lang="ar-AE" sz="1200" i="1" kern="1200">
                            <a:solidFill>
                              <a:schemeClr val="tx1"/>
                            </a:solidFill>
                            <a:latin typeface="Cambria Math" panose="02040503050406030204" pitchFamily="18" charset="0"/>
                            <a:ea typeface="+mn-ea"/>
                            <a:cs typeface="+mn-cs"/>
                          </a:rPr>
                          <m:t>𝑗</m:t>
                        </m:r>
                      </m:sub>
                    </m:sSub>
                    <m:r>
                      <a:rPr lang="ar-AE" sz="1200" i="0" kern="1200">
                        <a:solidFill>
                          <a:schemeClr val="tx1"/>
                        </a:solidFill>
                        <a:latin typeface="Cambria Math" panose="02040503050406030204" pitchFamily="18" charset="0"/>
                        <a:ea typeface="+mn-ea"/>
                        <a:cs typeface="+mn-cs"/>
                      </a:rPr>
                      <m:t>&lt;0</m:t>
                    </m:r>
                  </m:oMath>
                </a14:m>
                <a:r>
                  <a:rPr lang="ar-AE" dirty="0"/>
                  <a:t>)</a:t>
                </a:r>
              </a:p>
              <a:p>
                <a:pPr marL="171450" indent="-171450">
                  <a:buFont typeface="Arial" panose="020B0604020202020204" pitchFamily="34" charset="0"/>
                  <a:buChar char="•"/>
                </a:pPr>
                <a:r>
                  <a:rPr lang="es-ES" dirty="0" err="1"/>
                  <a:t>If</a:t>
                </a:r>
                <a:r>
                  <a:rPr lang="es-ES" dirty="0"/>
                  <a:t> </a:t>
                </a:r>
                <a14:m>
                  <m:oMath xmlns:m="http://schemas.openxmlformats.org/officeDocument/2006/math">
                    <m:r>
                      <a:rPr lang="es-ES" sz="1200" kern="1200">
                        <a:solidFill>
                          <a:schemeClr val="tx1"/>
                        </a:solidFill>
                        <a:latin typeface="Cambria Math" panose="02040503050406030204" pitchFamily="18" charset="0"/>
                        <a:ea typeface="+mn-ea"/>
                        <a:cs typeface="+mn-cs"/>
                      </a:rPr>
                      <m:t>∣</m:t>
                    </m:r>
                    <m:r>
                      <a:rPr lang="es-ES" sz="1200" i="1" kern="1200">
                        <a:solidFill>
                          <a:schemeClr val="tx1"/>
                        </a:solidFill>
                        <a:latin typeface="Cambria Math" panose="02040503050406030204" pitchFamily="18" charset="0"/>
                        <a:ea typeface="+mn-ea"/>
                        <a:cs typeface="+mn-cs"/>
                      </a:rPr>
                      <m:t>𝑃</m:t>
                    </m:r>
                    <m:r>
                      <a:rPr lang="es-ES" sz="1200" i="0" kern="1200">
                        <a:solidFill>
                          <a:schemeClr val="tx1"/>
                        </a:solidFill>
                        <a:latin typeface="Cambria Math" panose="02040503050406030204" pitchFamily="18" charset="0"/>
                        <a:ea typeface="+mn-ea"/>
                        <a:cs typeface="+mn-cs"/>
                      </a:rPr>
                      <m:t>∣≥2</m:t>
                    </m:r>
                  </m:oMath>
                </a14:m>
                <a:r>
                  <a:rPr lang="es-ES" dirty="0"/>
                  <a:t>and </a:t>
                </a:r>
                <a14:m>
                  <m:oMath xmlns:m="http://schemas.openxmlformats.org/officeDocument/2006/math">
                    <m:r>
                      <a:rPr lang="es-ES" sz="1200" kern="1200">
                        <a:solidFill>
                          <a:schemeClr val="tx1"/>
                        </a:solidFill>
                        <a:latin typeface="Cambria Math" panose="02040503050406030204" pitchFamily="18" charset="0"/>
                        <a:ea typeface="+mn-ea"/>
                        <a:cs typeface="+mn-cs"/>
                      </a:rPr>
                      <m:t>∣</m:t>
                    </m:r>
                    <m:r>
                      <a:rPr lang="es-ES" sz="1200" i="1" kern="1200">
                        <a:solidFill>
                          <a:schemeClr val="tx1"/>
                        </a:solidFill>
                        <a:latin typeface="Cambria Math" panose="02040503050406030204" pitchFamily="18" charset="0"/>
                        <a:ea typeface="+mn-ea"/>
                        <a:cs typeface="+mn-cs"/>
                      </a:rPr>
                      <m:t>𝐶</m:t>
                    </m:r>
                    <m:r>
                      <a:rPr lang="es-ES" sz="1200" i="0" kern="1200">
                        <a:solidFill>
                          <a:schemeClr val="tx1"/>
                        </a:solidFill>
                        <a:latin typeface="Cambria Math" panose="02040503050406030204" pitchFamily="18" charset="0"/>
                        <a:ea typeface="+mn-ea"/>
                        <a:cs typeface="+mn-cs"/>
                      </a:rPr>
                      <m:t>∣≥1</m:t>
                    </m:r>
                  </m:oMath>
                </a14:m>
                <a:r>
                  <a:rPr lang="es-ES" dirty="0"/>
                  <a:t>, </a:t>
                </a:r>
                <a:r>
                  <a:rPr lang="es-ES" dirty="0" err="1"/>
                  <a:t>check</a:t>
                </a:r>
                <a:r>
                  <a:rPr lang="es-ES" dirty="0"/>
                  <a:t> candidate outputs </a:t>
                </a:r>
                <a14:m>
                  <m:oMath xmlns:m="http://schemas.openxmlformats.org/officeDocument/2006/math">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𝑟</m:t>
                        </m:r>
                      </m:e>
                      <m:sub>
                        <m:r>
                          <a:rPr lang="ar-AE" sz="1200" i="0" kern="1200">
                            <a:solidFill>
                              <a:schemeClr val="tx1"/>
                            </a:solidFill>
                            <a:latin typeface="Cambria Math" panose="02040503050406030204" pitchFamily="18" charset="0"/>
                            <a:ea typeface="+mn-ea"/>
                            <a:cs typeface="+mn-cs"/>
                          </a:rPr>
                          <m:t>3</m:t>
                        </m:r>
                      </m:sub>
                    </m:sSub>
                    <m:r>
                      <a:rPr lang="ar-AE" sz="1200" i="0" kern="1200">
                        <a:solidFill>
                          <a:schemeClr val="tx1"/>
                        </a:solidFill>
                        <a:latin typeface="Cambria Math" panose="02040503050406030204" pitchFamily="18" charset="0"/>
                        <a:ea typeface="+mn-ea"/>
                        <a:cs typeface="+mn-cs"/>
                      </a:rPr>
                      <m:t>∈</m:t>
                    </m:r>
                    <m:r>
                      <a:rPr lang="ar-AE" sz="1200" i="1" kern="1200">
                        <a:solidFill>
                          <a:schemeClr val="tx1"/>
                        </a:solidFill>
                        <a:latin typeface="Cambria Math" panose="02040503050406030204" pitchFamily="18" charset="0"/>
                        <a:ea typeface="+mn-ea"/>
                        <a:cs typeface="+mn-cs"/>
                      </a:rPr>
                      <m:t>𝐶</m:t>
                    </m:r>
                  </m:oMath>
                </a14:m>
                <a:endParaRPr lang="ar-AE" dirty="0"/>
              </a:p>
              <a:p>
                <a:pPr marL="171450" indent="-171450">
                  <a:buFont typeface="Arial" panose="020B0604020202020204" pitchFamily="34" charset="0"/>
                  <a:buChar char="•"/>
                </a:pPr>
                <a:r>
                  <a:rPr lang="es-ES" dirty="0" err="1"/>
                  <a:t>Prefer</a:t>
                </a:r>
                <a:r>
                  <a:rPr lang="es-ES" dirty="0"/>
                  <a:t> cases </a:t>
                </a:r>
                <a:r>
                  <a:rPr lang="es-ES" dirty="0" err="1"/>
                  <a:t>where</a:t>
                </a:r>
                <a:r>
                  <a:rPr lang="es-ES" dirty="0"/>
                  <a:t> </a:t>
                </a:r>
                <a14:m>
                  <m:oMath xmlns:m="http://schemas.openxmlformats.org/officeDocument/2006/math">
                    <m:r>
                      <a:rPr lang="es-ES" sz="1200" i="1" kern="1200">
                        <a:solidFill>
                          <a:schemeClr val="tx1"/>
                        </a:solidFill>
                        <a:latin typeface="Cambria Math" panose="02040503050406030204" pitchFamily="18" charset="0"/>
                        <a:ea typeface="+mn-ea"/>
                        <a:cs typeface="+mn-cs"/>
                      </a:rPr>
                      <m:t>𝑚</m:t>
                    </m:r>
                  </m:oMath>
                </a14:m>
                <a:r>
                  <a:rPr lang="es-ES" dirty="0"/>
                  <a:t>has </a:t>
                </a:r>
                <a:r>
                  <a:rPr lang="es-ES" b="1" dirty="0" err="1"/>
                  <a:t>exactly</a:t>
                </a:r>
                <a:r>
                  <a:rPr lang="es-ES" dirty="0"/>
                  <a:t> 2 </a:t>
                </a:r>
                <a:r>
                  <a:rPr lang="es-ES" dirty="0" err="1"/>
                  <a:t>producers</a:t>
                </a:r>
                <a:r>
                  <a:rPr lang="es-ES" dirty="0"/>
                  <a:t> and 1 </a:t>
                </a:r>
                <a:r>
                  <a:rPr lang="es-ES" dirty="0" err="1"/>
                  <a:t>consumer</a:t>
                </a:r>
                <a:r>
                  <a:rPr lang="es-ES" dirty="0"/>
                  <a:t> (</a:t>
                </a:r>
                <a:r>
                  <a:rPr lang="es-ES" dirty="0" err="1"/>
                  <a:t>tightest</a:t>
                </a:r>
                <a:r>
                  <a:rPr lang="es-ES" dirty="0"/>
                  <a:t> “</a:t>
                </a:r>
                <a:r>
                  <a:rPr lang="es-ES" dirty="0" err="1"/>
                  <a:t>adder</a:t>
                </a:r>
                <a:r>
                  <a:rPr lang="es-ES" dirty="0"/>
                  <a:t>”)</a:t>
                </a:r>
              </a:p>
              <a:p>
                <a:pPr marL="171450" indent="-171450">
                  <a:buFont typeface="Arial" panose="020B0604020202020204" pitchFamily="34" charset="0"/>
                  <a:buChar char="•"/>
                </a:pPr>
                <a:r>
                  <a:rPr lang="es-ES" dirty="0" err="1"/>
                  <a:t>Intersect</a:t>
                </a:r>
                <a:r>
                  <a:rPr lang="es-ES" dirty="0"/>
                  <a:t> </a:t>
                </a:r>
                <a:r>
                  <a:rPr lang="es-ES" dirty="0" err="1"/>
                  <a:t>producers</a:t>
                </a:r>
                <a:r>
                  <a:rPr lang="es-ES" dirty="0"/>
                  <a:t> </a:t>
                </a:r>
                <a:r>
                  <a:rPr lang="es-ES" dirty="0" err="1"/>
                  <a:t>with</a:t>
                </a:r>
                <a:r>
                  <a:rPr lang="es-ES" dirty="0"/>
                  <a:t> </a:t>
                </a:r>
                <a:r>
                  <a:rPr lang="es-ES" dirty="0" err="1"/>
                  <a:t>your</a:t>
                </a:r>
                <a:r>
                  <a:rPr lang="es-ES" dirty="0"/>
                  <a:t> </a:t>
                </a:r>
                <a:r>
                  <a:rPr lang="es-ES" b="1" dirty="0"/>
                  <a:t>single-gene </a:t>
                </a:r>
                <a:r>
                  <a:rPr lang="es-ES" b="1" dirty="0" err="1"/>
                  <a:t>reaction</a:t>
                </a:r>
                <a:r>
                  <a:rPr lang="es-ES" b="1" dirty="0"/>
                  <a:t> </a:t>
                </a:r>
                <a:r>
                  <a:rPr lang="es-ES" b="1" dirty="0" err="1"/>
                  <a:t>list</a:t>
                </a:r>
                <a:r>
                  <a:rPr lang="es-ES" dirty="0"/>
                  <a:t> (</a:t>
                </a:r>
                <a:r>
                  <a:rPr lang="es-ES" dirty="0" err="1"/>
                  <a:t>your</a:t>
                </a:r>
                <a:r>
                  <a:rPr lang="es-ES" dirty="0"/>
                  <a:t> </a:t>
                </a:r>
                <a:r>
                  <a:rPr lang="es-ES" dirty="0" err="1"/>
                  <a:t>current</a:t>
                </a:r>
                <a:r>
                  <a:rPr lang="es-ES" dirty="0"/>
                  <a:t> </a:t>
                </a:r>
                <a:r>
                  <a:rPr lang="es-ES" dirty="0" err="1"/>
                  <a:t>code</a:t>
                </a:r>
                <a:r>
                  <a:rPr lang="es-ES" dirty="0"/>
                  <a:t> </a:t>
                </a:r>
                <a:r>
                  <a:rPr lang="es-ES" dirty="0" err="1"/>
                  <a:t>already</a:t>
                </a:r>
                <a:r>
                  <a:rPr lang="es-ES" dirty="0"/>
                  <a:t> </a:t>
                </a:r>
                <a:r>
                  <a:rPr lang="es-ES" dirty="0" err="1"/>
                  <a:t>gives</a:t>
                </a:r>
                <a:r>
                  <a:rPr lang="es-ES" dirty="0"/>
                  <a:t> </a:t>
                </a:r>
                <a:r>
                  <a:rPr lang="es-ES" dirty="0" err="1"/>
                  <a:t>that</a:t>
                </a:r>
                <a:r>
                  <a:rPr lang="es-ES" dirty="0"/>
                  <a:t>)</a:t>
                </a:r>
              </a:p>
              <a:p>
                <a:endParaRPr lang="en-US" dirty="0"/>
              </a:p>
            </p:txBody>
          </p:sp>
        </mc:Choice>
        <mc:Fallback xmlns="">
          <p:sp>
            <p:nvSpPr>
              <p:cNvPr id="3" name="Notes Placeholder 2">
                <a:extLst>
                  <a:ext uri="{FF2B5EF4-FFF2-40B4-BE49-F238E27FC236}">
                    <a16:creationId xmlns:a16="http://schemas.microsoft.com/office/drawing/2014/main" id="{EF3C47A7-494D-5C09-D262-FD2978AA833A}"/>
                  </a:ext>
                </a:extLst>
              </p:cNvPr>
              <p:cNvSpPr>
                <a:spLocks noGrp="1"/>
              </p:cNvSpPr>
              <p:nvPr>
                <p:ph type="body" idx="1"/>
              </p:nvPr>
            </p:nvSpPr>
            <p:spPr/>
            <p:txBody>
              <a:bodyPr/>
              <a:lstStyle/>
              <a:p>
                <a:r>
                  <a:rPr lang="es-ES" dirty="0" err="1"/>
                  <a:t>Algorithm</a:t>
                </a:r>
                <a:endParaRPr lang="es-ES" dirty="0"/>
              </a:p>
              <a:p>
                <a:pPr marL="171450" indent="-171450">
                  <a:buFont typeface="Arial" panose="020B0604020202020204" pitchFamily="34" charset="0"/>
                  <a:buChar char="•"/>
                </a:pPr>
                <a:r>
                  <a:rPr lang="es-ES" dirty="0" err="1"/>
                  <a:t>For</a:t>
                </a:r>
                <a:r>
                  <a:rPr lang="es-ES" dirty="0"/>
                  <a:t> </a:t>
                </a:r>
                <a:r>
                  <a:rPr lang="es-ES" dirty="0" err="1"/>
                  <a:t>each</a:t>
                </a:r>
                <a:r>
                  <a:rPr lang="es-ES" dirty="0"/>
                  <a:t> </a:t>
                </a:r>
                <a:r>
                  <a:rPr lang="es-ES" dirty="0" err="1"/>
                  <a:t>metabolite</a:t>
                </a:r>
                <a:r>
                  <a:rPr lang="es-ES" dirty="0"/>
                  <a:t> </a:t>
                </a:r>
                <a:r>
                  <a:rPr lang="es-ES" sz="1200" i="0" kern="1200">
                    <a:solidFill>
                      <a:schemeClr val="tx1"/>
                    </a:solidFill>
                    <a:latin typeface="Cambria Math" panose="02040503050406030204" pitchFamily="18" charset="0"/>
                    <a:ea typeface="+mn-ea"/>
                    <a:cs typeface="+mn-cs"/>
                  </a:rPr>
                  <a:t>𝑚</a:t>
                </a:r>
                <a:r>
                  <a:rPr lang="es-ES" dirty="0"/>
                  <a:t>, </a:t>
                </a:r>
                <a:r>
                  <a:rPr lang="es-ES" dirty="0" err="1"/>
                  <a:t>list</a:t>
                </a:r>
                <a:r>
                  <a:rPr lang="es-ES" dirty="0"/>
                  <a:t> </a:t>
                </a:r>
                <a:r>
                  <a:rPr lang="es-ES" dirty="0" err="1"/>
                  <a:t>producers</a:t>
                </a:r>
                <a:r>
                  <a:rPr lang="es-ES" dirty="0"/>
                  <a:t> </a:t>
                </a:r>
                <a:r>
                  <a:rPr lang="es-ES" sz="1200" i="0" kern="1200">
                    <a:solidFill>
                      <a:schemeClr val="tx1"/>
                    </a:solidFill>
                    <a:latin typeface="Cambria Math" panose="02040503050406030204" pitchFamily="18" charset="0"/>
                    <a:ea typeface="+mn-ea"/>
                    <a:cs typeface="+mn-cs"/>
                  </a:rPr>
                  <a:t>𝑃</a:t>
                </a:r>
                <a:r>
                  <a:rPr lang="es-ES" dirty="0"/>
                  <a:t>(</a:t>
                </a:r>
                <a:r>
                  <a:rPr lang="es-ES" dirty="0" err="1"/>
                  <a:t>reactions</a:t>
                </a:r>
                <a:r>
                  <a:rPr lang="es-ES" dirty="0"/>
                  <a:t> </a:t>
                </a:r>
                <a:r>
                  <a:rPr lang="es-ES" dirty="0" err="1"/>
                  <a:t>with</a:t>
                </a:r>
                <a:r>
                  <a:rPr lang="es-ES" dirty="0"/>
                  <a:t> </a:t>
                </a:r>
                <a:r>
                  <a:rPr lang="ar-AE" sz="1200" i="0" kern="1200">
                    <a:solidFill>
                      <a:schemeClr val="tx1"/>
                    </a:solidFill>
                    <a:latin typeface="Cambria Math" panose="02040503050406030204" pitchFamily="18" charset="0"/>
                    <a:ea typeface="+mn-ea"/>
                    <a:cs typeface="+mn-cs"/>
                  </a:rPr>
                  <a:t>𝑆_(𝑚,𝑗)&gt;0</a:t>
                </a:r>
                <a:r>
                  <a:rPr lang="ar-AE" dirty="0"/>
                  <a:t>)</a:t>
                </a:r>
              </a:p>
              <a:p>
                <a:pPr marL="171450" indent="-171450">
                  <a:buFont typeface="Arial" panose="020B0604020202020204" pitchFamily="34" charset="0"/>
                  <a:buChar char="•"/>
                </a:pPr>
                <a:r>
                  <a:rPr lang="es-ES" dirty="0" err="1"/>
                  <a:t>List</a:t>
                </a:r>
                <a:r>
                  <a:rPr lang="es-ES" dirty="0"/>
                  <a:t> </a:t>
                </a:r>
                <a:r>
                  <a:rPr lang="es-ES" dirty="0" err="1"/>
                  <a:t>consumers</a:t>
                </a:r>
                <a:r>
                  <a:rPr lang="es-ES" dirty="0"/>
                  <a:t> </a:t>
                </a:r>
                <a:r>
                  <a:rPr lang="es-ES" sz="1200" i="0" kern="1200">
                    <a:solidFill>
                      <a:schemeClr val="tx1"/>
                    </a:solidFill>
                    <a:latin typeface="Cambria Math" panose="02040503050406030204" pitchFamily="18" charset="0"/>
                    <a:ea typeface="+mn-ea"/>
                    <a:cs typeface="+mn-cs"/>
                  </a:rPr>
                  <a:t>𝐶</a:t>
                </a:r>
                <a:r>
                  <a:rPr lang="es-ES" dirty="0"/>
                  <a:t>(</a:t>
                </a:r>
                <a:r>
                  <a:rPr lang="es-ES" dirty="0" err="1"/>
                  <a:t>reactions</a:t>
                </a:r>
                <a:r>
                  <a:rPr lang="es-ES" dirty="0"/>
                  <a:t> </a:t>
                </a:r>
                <a:r>
                  <a:rPr lang="es-ES" dirty="0" err="1"/>
                  <a:t>with</a:t>
                </a:r>
                <a:r>
                  <a:rPr lang="es-ES" dirty="0"/>
                  <a:t> </a:t>
                </a:r>
                <a:r>
                  <a:rPr lang="ar-AE" sz="1200" i="0" kern="1200">
                    <a:solidFill>
                      <a:schemeClr val="tx1"/>
                    </a:solidFill>
                    <a:latin typeface="Cambria Math" panose="02040503050406030204" pitchFamily="18" charset="0"/>
                    <a:ea typeface="+mn-ea"/>
                    <a:cs typeface="+mn-cs"/>
                  </a:rPr>
                  <a:t>𝑆_(𝑚,𝑗)&lt;0</a:t>
                </a:r>
                <a:r>
                  <a:rPr lang="ar-AE" dirty="0"/>
                  <a:t>)</a:t>
                </a:r>
              </a:p>
              <a:p>
                <a:pPr marL="171450" indent="-171450">
                  <a:buFont typeface="Arial" panose="020B0604020202020204" pitchFamily="34" charset="0"/>
                  <a:buChar char="•"/>
                </a:pPr>
                <a:r>
                  <a:rPr lang="es-ES" dirty="0" err="1"/>
                  <a:t>If</a:t>
                </a:r>
                <a:r>
                  <a:rPr lang="es-ES" dirty="0"/>
                  <a:t> </a:t>
                </a:r>
                <a:r>
                  <a:rPr lang="es-ES" sz="1200" i="0" kern="1200">
                    <a:solidFill>
                      <a:schemeClr val="tx1"/>
                    </a:solidFill>
                    <a:latin typeface="Cambria Math" panose="02040503050406030204" pitchFamily="18" charset="0"/>
                    <a:ea typeface="+mn-ea"/>
                    <a:cs typeface="+mn-cs"/>
                  </a:rPr>
                  <a:t>∣𝑃∣≥2</a:t>
                </a:r>
                <a:r>
                  <a:rPr lang="es-ES" dirty="0"/>
                  <a:t>and </a:t>
                </a:r>
                <a:r>
                  <a:rPr lang="es-ES" sz="1200" i="0" kern="1200">
                    <a:solidFill>
                      <a:schemeClr val="tx1"/>
                    </a:solidFill>
                    <a:latin typeface="Cambria Math" panose="02040503050406030204" pitchFamily="18" charset="0"/>
                    <a:ea typeface="+mn-ea"/>
                    <a:cs typeface="+mn-cs"/>
                  </a:rPr>
                  <a:t>∣𝐶∣≥1</a:t>
                </a:r>
                <a:r>
                  <a:rPr lang="es-ES" dirty="0"/>
                  <a:t>, </a:t>
                </a:r>
                <a:r>
                  <a:rPr lang="es-ES" dirty="0" err="1"/>
                  <a:t>check</a:t>
                </a:r>
                <a:r>
                  <a:rPr lang="es-ES" dirty="0"/>
                  <a:t> candidate outputs </a:t>
                </a:r>
                <a:r>
                  <a:rPr lang="ar-AE" sz="1200" i="0" kern="1200">
                    <a:solidFill>
                      <a:schemeClr val="tx1"/>
                    </a:solidFill>
                    <a:latin typeface="Cambria Math" panose="02040503050406030204" pitchFamily="18" charset="0"/>
                    <a:ea typeface="+mn-ea"/>
                    <a:cs typeface="+mn-cs"/>
                  </a:rPr>
                  <a:t>𝑟_3∈𝐶</a:t>
                </a:r>
                <a:endParaRPr lang="ar-AE" dirty="0"/>
              </a:p>
              <a:p>
                <a:pPr marL="171450" indent="-171450">
                  <a:buFont typeface="Arial" panose="020B0604020202020204" pitchFamily="34" charset="0"/>
                  <a:buChar char="•"/>
                </a:pPr>
                <a:r>
                  <a:rPr lang="es-ES" dirty="0" err="1"/>
                  <a:t>Prefer</a:t>
                </a:r>
                <a:r>
                  <a:rPr lang="es-ES" dirty="0"/>
                  <a:t> cases </a:t>
                </a:r>
                <a:r>
                  <a:rPr lang="es-ES" dirty="0" err="1"/>
                  <a:t>where</a:t>
                </a:r>
                <a:r>
                  <a:rPr lang="es-ES" dirty="0"/>
                  <a:t> </a:t>
                </a:r>
                <a:r>
                  <a:rPr lang="es-ES" sz="1200" i="0" kern="1200">
                    <a:solidFill>
                      <a:schemeClr val="tx1"/>
                    </a:solidFill>
                    <a:latin typeface="Cambria Math" panose="02040503050406030204" pitchFamily="18" charset="0"/>
                    <a:ea typeface="+mn-ea"/>
                    <a:cs typeface="+mn-cs"/>
                  </a:rPr>
                  <a:t>𝑚</a:t>
                </a:r>
                <a:r>
                  <a:rPr lang="es-ES" dirty="0"/>
                  <a:t>has </a:t>
                </a:r>
                <a:r>
                  <a:rPr lang="es-ES" b="1" dirty="0" err="1"/>
                  <a:t>exactly</a:t>
                </a:r>
                <a:r>
                  <a:rPr lang="es-ES" dirty="0"/>
                  <a:t> 2 </a:t>
                </a:r>
                <a:r>
                  <a:rPr lang="es-ES" dirty="0" err="1"/>
                  <a:t>producers</a:t>
                </a:r>
                <a:r>
                  <a:rPr lang="es-ES" dirty="0"/>
                  <a:t> and 1 </a:t>
                </a:r>
                <a:r>
                  <a:rPr lang="es-ES" dirty="0" err="1"/>
                  <a:t>consumer</a:t>
                </a:r>
                <a:r>
                  <a:rPr lang="es-ES" dirty="0"/>
                  <a:t> (</a:t>
                </a:r>
                <a:r>
                  <a:rPr lang="es-ES" dirty="0" err="1"/>
                  <a:t>tightest</a:t>
                </a:r>
                <a:r>
                  <a:rPr lang="es-ES" dirty="0"/>
                  <a:t> “</a:t>
                </a:r>
                <a:r>
                  <a:rPr lang="es-ES" dirty="0" err="1"/>
                  <a:t>adder</a:t>
                </a:r>
                <a:r>
                  <a:rPr lang="es-ES" dirty="0"/>
                  <a:t>”)</a:t>
                </a:r>
              </a:p>
              <a:p>
                <a:pPr marL="171450" indent="-171450">
                  <a:buFont typeface="Arial" panose="020B0604020202020204" pitchFamily="34" charset="0"/>
                  <a:buChar char="•"/>
                </a:pPr>
                <a:r>
                  <a:rPr lang="es-ES" dirty="0" err="1"/>
                  <a:t>Intersect</a:t>
                </a:r>
                <a:r>
                  <a:rPr lang="es-ES" dirty="0"/>
                  <a:t> </a:t>
                </a:r>
                <a:r>
                  <a:rPr lang="es-ES" dirty="0" err="1"/>
                  <a:t>producers</a:t>
                </a:r>
                <a:r>
                  <a:rPr lang="es-ES" dirty="0"/>
                  <a:t> </a:t>
                </a:r>
                <a:r>
                  <a:rPr lang="es-ES" dirty="0" err="1"/>
                  <a:t>with</a:t>
                </a:r>
                <a:r>
                  <a:rPr lang="es-ES" dirty="0"/>
                  <a:t> </a:t>
                </a:r>
                <a:r>
                  <a:rPr lang="es-ES" dirty="0" err="1"/>
                  <a:t>your</a:t>
                </a:r>
                <a:r>
                  <a:rPr lang="es-ES" dirty="0"/>
                  <a:t> </a:t>
                </a:r>
                <a:r>
                  <a:rPr lang="es-ES" b="1" dirty="0"/>
                  <a:t>single-gene </a:t>
                </a:r>
                <a:r>
                  <a:rPr lang="es-ES" b="1" dirty="0" err="1"/>
                  <a:t>reaction</a:t>
                </a:r>
                <a:r>
                  <a:rPr lang="es-ES" b="1" dirty="0"/>
                  <a:t> </a:t>
                </a:r>
                <a:r>
                  <a:rPr lang="es-ES" b="1" dirty="0" err="1"/>
                  <a:t>list</a:t>
                </a:r>
                <a:r>
                  <a:rPr lang="es-ES" dirty="0"/>
                  <a:t> (</a:t>
                </a:r>
                <a:r>
                  <a:rPr lang="es-ES" dirty="0" err="1"/>
                  <a:t>your</a:t>
                </a:r>
                <a:r>
                  <a:rPr lang="es-ES" dirty="0"/>
                  <a:t> </a:t>
                </a:r>
                <a:r>
                  <a:rPr lang="es-ES" dirty="0" err="1"/>
                  <a:t>current</a:t>
                </a:r>
                <a:r>
                  <a:rPr lang="es-ES" dirty="0"/>
                  <a:t> </a:t>
                </a:r>
                <a:r>
                  <a:rPr lang="es-ES" dirty="0" err="1"/>
                  <a:t>code</a:t>
                </a:r>
                <a:r>
                  <a:rPr lang="es-ES" dirty="0"/>
                  <a:t> </a:t>
                </a:r>
                <a:r>
                  <a:rPr lang="es-ES" dirty="0" err="1"/>
                  <a:t>already</a:t>
                </a:r>
                <a:r>
                  <a:rPr lang="es-ES" dirty="0"/>
                  <a:t> </a:t>
                </a:r>
                <a:r>
                  <a:rPr lang="es-ES" dirty="0" err="1"/>
                  <a:t>gives</a:t>
                </a:r>
                <a:r>
                  <a:rPr lang="es-ES" dirty="0"/>
                  <a:t> </a:t>
                </a:r>
                <a:r>
                  <a:rPr lang="es-ES" dirty="0" err="1"/>
                  <a:t>that</a:t>
                </a:r>
                <a:r>
                  <a:rPr lang="es-ES" dirty="0"/>
                  <a:t>)</a:t>
                </a:r>
              </a:p>
              <a:p>
                <a:endParaRPr lang="en-US" dirty="0"/>
              </a:p>
            </p:txBody>
          </p:sp>
        </mc:Fallback>
      </mc:AlternateContent>
      <p:sp>
        <p:nvSpPr>
          <p:cNvPr id="4" name="Slide Number Placeholder 3">
            <a:extLst>
              <a:ext uri="{FF2B5EF4-FFF2-40B4-BE49-F238E27FC236}">
                <a16:creationId xmlns:a16="http://schemas.microsoft.com/office/drawing/2014/main" id="{0C372C31-FC2C-A3E8-0A41-B160BEC69218}"/>
              </a:ext>
            </a:extLst>
          </p:cNvPr>
          <p:cNvSpPr>
            <a:spLocks noGrp="1"/>
          </p:cNvSpPr>
          <p:nvPr>
            <p:ph type="sldNum" sz="quarter" idx="5"/>
          </p:nvPr>
        </p:nvSpPr>
        <p:spPr/>
        <p:txBody>
          <a:bodyPr/>
          <a:lstStyle/>
          <a:p>
            <a:fld id="{5F818A67-DE81-4BE5-A09A-01BC8A96D5BB}" type="slidenum">
              <a:rPr lang="en-US" smtClean="0"/>
              <a:t>49</a:t>
            </a:fld>
            <a:endParaRPr lang="en-US"/>
          </a:p>
        </p:txBody>
      </p:sp>
    </p:spTree>
    <p:extLst>
      <p:ext uri="{BB962C8B-B14F-4D97-AF65-F5344CB8AC3E}">
        <p14:creationId xmlns:p14="http://schemas.microsoft.com/office/powerpoint/2010/main" val="219601991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308837-B25A-E3D2-3765-AAFEBA03AD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28ED99-E7F2-609E-612F-3E70505C60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EDE4AA-DA7C-282D-6177-706B6E6C290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4A8AB47-C9E7-E9EB-1108-2905717A7F73}"/>
              </a:ext>
            </a:extLst>
          </p:cNvPr>
          <p:cNvSpPr>
            <a:spLocks noGrp="1"/>
          </p:cNvSpPr>
          <p:nvPr>
            <p:ph type="sldNum" sz="quarter" idx="5"/>
          </p:nvPr>
        </p:nvSpPr>
        <p:spPr/>
        <p:txBody>
          <a:bodyPr/>
          <a:lstStyle/>
          <a:p>
            <a:fld id="{5F818A67-DE81-4BE5-A09A-01BC8A96D5BB}" type="slidenum">
              <a:rPr lang="en-US" smtClean="0"/>
              <a:t>50</a:t>
            </a:fld>
            <a:endParaRPr lang="en-US"/>
          </a:p>
        </p:txBody>
      </p:sp>
    </p:spTree>
    <p:extLst>
      <p:ext uri="{BB962C8B-B14F-4D97-AF65-F5344CB8AC3E}">
        <p14:creationId xmlns:p14="http://schemas.microsoft.com/office/powerpoint/2010/main" val="403730739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5947F-2114-3C68-BB87-ADE50C01E8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775752-637F-1F8E-C594-D26D873305A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61E3D4-76C4-9493-B8DF-774F3DC01E0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491454B-B2B5-BE42-C4F8-BB70090A84D4}"/>
              </a:ext>
            </a:extLst>
          </p:cNvPr>
          <p:cNvSpPr>
            <a:spLocks noGrp="1"/>
          </p:cNvSpPr>
          <p:nvPr>
            <p:ph type="sldNum" sz="quarter" idx="5"/>
          </p:nvPr>
        </p:nvSpPr>
        <p:spPr/>
        <p:txBody>
          <a:bodyPr/>
          <a:lstStyle/>
          <a:p>
            <a:fld id="{5F818A67-DE81-4BE5-A09A-01BC8A96D5BB}" type="slidenum">
              <a:rPr lang="en-US" smtClean="0"/>
              <a:t>51</a:t>
            </a:fld>
            <a:endParaRPr lang="en-US"/>
          </a:p>
        </p:txBody>
      </p:sp>
    </p:spTree>
    <p:extLst>
      <p:ext uri="{BB962C8B-B14F-4D97-AF65-F5344CB8AC3E}">
        <p14:creationId xmlns:p14="http://schemas.microsoft.com/office/powerpoint/2010/main" val="364177946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D04637-2466-13A3-5964-22A3B192EC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4068A9-B6A0-6D37-A9E5-14A18AB248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208401-8256-848A-7879-529BBCB6469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91D9FC6-B383-5373-BDE1-1A71C61519E8}"/>
              </a:ext>
            </a:extLst>
          </p:cNvPr>
          <p:cNvSpPr>
            <a:spLocks noGrp="1"/>
          </p:cNvSpPr>
          <p:nvPr>
            <p:ph type="sldNum" sz="quarter" idx="5"/>
          </p:nvPr>
        </p:nvSpPr>
        <p:spPr/>
        <p:txBody>
          <a:bodyPr/>
          <a:lstStyle/>
          <a:p>
            <a:fld id="{5F818A67-DE81-4BE5-A09A-01BC8A96D5BB}" type="slidenum">
              <a:rPr lang="en-US" smtClean="0"/>
              <a:t>52</a:t>
            </a:fld>
            <a:endParaRPr lang="en-US"/>
          </a:p>
        </p:txBody>
      </p:sp>
    </p:spTree>
    <p:extLst>
      <p:ext uri="{BB962C8B-B14F-4D97-AF65-F5344CB8AC3E}">
        <p14:creationId xmlns:p14="http://schemas.microsoft.com/office/powerpoint/2010/main" val="203460888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72E1AB-87C9-9766-F9DD-18EA528D9C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4BC96A-40E8-65AE-62E8-4FCBED8163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1D35914-4F54-FB7C-070C-1AB9F4B4E09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604C546-FB2B-8AD9-71AF-FA752680D9DE}"/>
              </a:ext>
            </a:extLst>
          </p:cNvPr>
          <p:cNvSpPr>
            <a:spLocks noGrp="1"/>
          </p:cNvSpPr>
          <p:nvPr>
            <p:ph type="sldNum" sz="quarter" idx="5"/>
          </p:nvPr>
        </p:nvSpPr>
        <p:spPr/>
        <p:txBody>
          <a:bodyPr/>
          <a:lstStyle/>
          <a:p>
            <a:fld id="{5F818A67-DE81-4BE5-A09A-01BC8A96D5BB}" type="slidenum">
              <a:rPr lang="en-US" smtClean="0"/>
              <a:t>53</a:t>
            </a:fld>
            <a:endParaRPr lang="en-US"/>
          </a:p>
        </p:txBody>
      </p:sp>
    </p:spTree>
    <p:extLst>
      <p:ext uri="{BB962C8B-B14F-4D97-AF65-F5344CB8AC3E}">
        <p14:creationId xmlns:p14="http://schemas.microsoft.com/office/powerpoint/2010/main" val="37903840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D973FD-687F-8EE2-F5F6-947367E02F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DE9CBF-09A2-22CF-94FE-4978CF52FE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CE7F39-6FB3-C69F-2DEE-5CCE4BA7795D}"/>
              </a:ext>
            </a:extLst>
          </p:cNvPr>
          <p:cNvSpPr>
            <a:spLocks noGrp="1"/>
          </p:cNvSpPr>
          <p:nvPr>
            <p:ph type="body" idx="1"/>
          </p:nvPr>
        </p:nvSpPr>
        <p:spPr/>
        <p:txBody>
          <a:bodyPr/>
          <a:lstStyle/>
          <a:p>
            <a:pPr marL="171450" indent="-171450">
              <a:buFont typeface="Arial" panose="020B0604020202020204" pitchFamily="34" charset="0"/>
              <a:buChar char="•"/>
            </a:pPr>
            <a:r>
              <a:rPr lang="en-US" sz="1200" b="0" dirty="0"/>
              <a:t>The gene code YNR050C is searched in Uniport at https://www.uniprot.org/</a:t>
            </a:r>
          </a:p>
          <a:p>
            <a:pPr marL="171450" indent="-171450">
              <a:buFont typeface="Arial" panose="020B0604020202020204" pitchFamily="34" charset="0"/>
              <a:buChar char="•"/>
            </a:pPr>
            <a:r>
              <a:rPr lang="en-US" sz="1200" b="0" dirty="0"/>
              <a:t>The result is a protein and we click on Structure on the left menu. </a:t>
            </a:r>
          </a:p>
          <a:p>
            <a:pPr marL="171450" indent="-171450">
              <a:buFont typeface="Arial" panose="020B0604020202020204" pitchFamily="34" charset="0"/>
              <a:buChar char="•"/>
            </a:pPr>
            <a:r>
              <a:rPr lang="en-US" sz="1200" b="0" dirty="0"/>
              <a:t>In the table of Structure you select the Identifier which in this case is 2AXQ.</a:t>
            </a:r>
          </a:p>
          <a:p>
            <a:pPr marL="171450" indent="-171450">
              <a:buFont typeface="Arial" panose="020B0604020202020204" pitchFamily="34" charset="0"/>
              <a:buChar char="•"/>
            </a:pPr>
            <a:r>
              <a:rPr lang="en-US" sz="1200" b="0" dirty="0"/>
              <a:t>The PDB ID is the one giving the mechanical structure to evaluate the resonant frequency.</a:t>
            </a:r>
          </a:p>
          <a:p>
            <a:pPr marL="171450" indent="-171450">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2D95BA53-7C2C-6057-3E4A-EDA1F9BF1477}"/>
              </a:ext>
            </a:extLst>
          </p:cNvPr>
          <p:cNvSpPr>
            <a:spLocks noGrp="1"/>
          </p:cNvSpPr>
          <p:nvPr>
            <p:ph type="sldNum" sz="quarter" idx="5"/>
          </p:nvPr>
        </p:nvSpPr>
        <p:spPr/>
        <p:txBody>
          <a:bodyPr/>
          <a:lstStyle/>
          <a:p>
            <a:fld id="{5F818A67-DE81-4BE5-A09A-01BC8A96D5BB}" type="slidenum">
              <a:rPr lang="en-US" smtClean="0"/>
              <a:t>54</a:t>
            </a:fld>
            <a:endParaRPr lang="en-US"/>
          </a:p>
        </p:txBody>
      </p:sp>
    </p:spTree>
    <p:extLst>
      <p:ext uri="{BB962C8B-B14F-4D97-AF65-F5344CB8AC3E}">
        <p14:creationId xmlns:p14="http://schemas.microsoft.com/office/powerpoint/2010/main" val="21723821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968049-F00A-E676-822C-B04524EF66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F869F1-2740-5DEF-2DA2-DFF6623CF5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0082E2-D8A8-DE03-BBB2-407AE683EBB1}"/>
              </a:ext>
            </a:extLst>
          </p:cNvPr>
          <p:cNvSpPr>
            <a:spLocks noGrp="1"/>
          </p:cNvSpPr>
          <p:nvPr>
            <p:ph type="body" idx="1"/>
          </p:nvPr>
        </p:nvSpPr>
        <p:spPr/>
        <p:txBody>
          <a:bodyPr/>
          <a:lstStyle/>
          <a:p>
            <a:pPr marL="171450" indent="-171450">
              <a:buFont typeface="Arial" panose="020B0604020202020204" pitchFamily="34" charset="0"/>
              <a:buChar char="•"/>
            </a:pPr>
            <a:r>
              <a:rPr lang="en-US" sz="1200" b="0" dirty="0"/>
              <a:t>The gene code YNR050C is searched in Uniport at https://www.uniprot.org/</a:t>
            </a:r>
          </a:p>
          <a:p>
            <a:pPr marL="171450" indent="-171450">
              <a:buFont typeface="Arial" panose="020B0604020202020204" pitchFamily="34" charset="0"/>
              <a:buChar char="•"/>
            </a:pPr>
            <a:r>
              <a:rPr lang="en-US" sz="1200" b="0" dirty="0"/>
              <a:t>The result is a protein and we click on Structure on the left menu. </a:t>
            </a:r>
          </a:p>
          <a:p>
            <a:pPr marL="171450" indent="-171450">
              <a:buFont typeface="Arial" panose="020B0604020202020204" pitchFamily="34" charset="0"/>
              <a:buChar char="•"/>
            </a:pPr>
            <a:r>
              <a:rPr lang="en-US" sz="1200" b="0" dirty="0"/>
              <a:t>In the table of Structure you select the Identifier which in this case is 2AXQ.</a:t>
            </a:r>
          </a:p>
          <a:p>
            <a:pPr marL="171450" indent="-171450">
              <a:buFont typeface="Arial" panose="020B0604020202020204" pitchFamily="34" charset="0"/>
              <a:buChar char="•"/>
            </a:pPr>
            <a:r>
              <a:rPr lang="en-US" sz="1200" b="0" dirty="0"/>
              <a:t>The PDB ID is the one giving the mechanical structure to evaluate the resonant frequency.</a:t>
            </a:r>
          </a:p>
          <a:p>
            <a:pPr marL="171450" indent="-171450">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1A3E320B-F44B-6508-00A9-BA2CD07E864D}"/>
              </a:ext>
            </a:extLst>
          </p:cNvPr>
          <p:cNvSpPr>
            <a:spLocks noGrp="1"/>
          </p:cNvSpPr>
          <p:nvPr>
            <p:ph type="sldNum" sz="quarter" idx="5"/>
          </p:nvPr>
        </p:nvSpPr>
        <p:spPr/>
        <p:txBody>
          <a:bodyPr/>
          <a:lstStyle/>
          <a:p>
            <a:fld id="{5F818A67-DE81-4BE5-A09A-01BC8A96D5BB}" type="slidenum">
              <a:rPr lang="en-US" smtClean="0"/>
              <a:t>55</a:t>
            </a:fld>
            <a:endParaRPr lang="en-US"/>
          </a:p>
        </p:txBody>
      </p:sp>
    </p:spTree>
    <p:extLst>
      <p:ext uri="{BB962C8B-B14F-4D97-AF65-F5344CB8AC3E}">
        <p14:creationId xmlns:p14="http://schemas.microsoft.com/office/powerpoint/2010/main" val="252146401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7DEFE1-769D-D587-4AA1-0212042242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53FCBE-44BA-0D55-3DCB-CD34AA04D1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402A58-49EF-349A-0254-7044236B576E}"/>
              </a:ext>
            </a:extLst>
          </p:cNvPr>
          <p:cNvSpPr>
            <a:spLocks noGrp="1"/>
          </p:cNvSpPr>
          <p:nvPr>
            <p:ph type="body" idx="1"/>
          </p:nvPr>
        </p:nvSpPr>
        <p:spPr/>
        <p:txBody>
          <a:bodyPr/>
          <a:lstStyle/>
          <a:p>
            <a:pPr marL="171450" indent="-171450">
              <a:buFont typeface="Arial" panose="020B0604020202020204" pitchFamily="34" charset="0"/>
              <a:buChar char="•"/>
            </a:pPr>
            <a:r>
              <a:rPr lang="en-US" sz="1200" b="0" dirty="0"/>
              <a:t>The gene code YNR050C is searched in Uniport at https://www.uniprot.org/</a:t>
            </a:r>
          </a:p>
          <a:p>
            <a:pPr marL="171450" indent="-171450">
              <a:buFont typeface="Arial" panose="020B0604020202020204" pitchFamily="34" charset="0"/>
              <a:buChar char="•"/>
            </a:pPr>
            <a:r>
              <a:rPr lang="en-US" sz="1200" b="0" dirty="0"/>
              <a:t>The result is a protein and we click on Structure on the left menu. </a:t>
            </a:r>
          </a:p>
          <a:p>
            <a:pPr marL="171450" indent="-171450">
              <a:buFont typeface="Arial" panose="020B0604020202020204" pitchFamily="34" charset="0"/>
              <a:buChar char="•"/>
            </a:pPr>
            <a:r>
              <a:rPr lang="en-US" sz="1200" b="0" dirty="0"/>
              <a:t>In the table of Structure you select the Identifier which in this case is 2AXQ.</a:t>
            </a:r>
          </a:p>
          <a:p>
            <a:pPr marL="171450" indent="-171450">
              <a:buFont typeface="Arial" panose="020B0604020202020204" pitchFamily="34" charset="0"/>
              <a:buChar char="•"/>
            </a:pPr>
            <a:r>
              <a:rPr lang="en-US" sz="1200" b="0" dirty="0"/>
              <a:t>The PDB ID is the one giving the mechanical structure to evaluate the resonant frequency.</a:t>
            </a:r>
          </a:p>
          <a:p>
            <a:pPr marL="171450" indent="-171450">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210C47E6-E338-8F3D-4495-E245C4BCE920}"/>
              </a:ext>
            </a:extLst>
          </p:cNvPr>
          <p:cNvSpPr>
            <a:spLocks noGrp="1"/>
          </p:cNvSpPr>
          <p:nvPr>
            <p:ph type="sldNum" sz="quarter" idx="5"/>
          </p:nvPr>
        </p:nvSpPr>
        <p:spPr/>
        <p:txBody>
          <a:bodyPr/>
          <a:lstStyle/>
          <a:p>
            <a:fld id="{5F818A67-DE81-4BE5-A09A-01BC8A96D5BB}" type="slidenum">
              <a:rPr lang="en-US" smtClean="0"/>
              <a:t>56</a:t>
            </a:fld>
            <a:endParaRPr lang="en-US"/>
          </a:p>
        </p:txBody>
      </p:sp>
    </p:spTree>
    <p:extLst>
      <p:ext uri="{BB962C8B-B14F-4D97-AF65-F5344CB8AC3E}">
        <p14:creationId xmlns:p14="http://schemas.microsoft.com/office/powerpoint/2010/main" val="107970224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899A2B-3B04-B7E4-5397-5E2F65C71F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75EA43-3CCF-CB9C-88FF-392EBFB406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A15578-5FA2-8D01-FA67-BC990562581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0213F30-2B24-5569-CBC9-F420FEBED748}"/>
              </a:ext>
            </a:extLst>
          </p:cNvPr>
          <p:cNvSpPr>
            <a:spLocks noGrp="1"/>
          </p:cNvSpPr>
          <p:nvPr>
            <p:ph type="sldNum" sz="quarter" idx="5"/>
          </p:nvPr>
        </p:nvSpPr>
        <p:spPr/>
        <p:txBody>
          <a:bodyPr/>
          <a:lstStyle/>
          <a:p>
            <a:fld id="{5F818A67-DE81-4BE5-A09A-01BC8A96D5BB}" type="slidenum">
              <a:rPr lang="en-US" smtClean="0"/>
              <a:t>57</a:t>
            </a:fld>
            <a:endParaRPr lang="en-US"/>
          </a:p>
        </p:txBody>
      </p:sp>
    </p:spTree>
    <p:extLst>
      <p:ext uri="{BB962C8B-B14F-4D97-AF65-F5344CB8AC3E}">
        <p14:creationId xmlns:p14="http://schemas.microsoft.com/office/powerpoint/2010/main" val="42325452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8D756C-4121-0C0D-9C54-D0E467BCB0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A0CF22-D4BE-A897-A6BC-E96DAB555F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D39279-5FCE-6776-6FF7-FDCB3504D10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F38ACE7-A7B9-CAFC-01CC-115F33814613}"/>
              </a:ext>
            </a:extLst>
          </p:cNvPr>
          <p:cNvSpPr>
            <a:spLocks noGrp="1"/>
          </p:cNvSpPr>
          <p:nvPr>
            <p:ph type="sldNum" sz="quarter" idx="5"/>
          </p:nvPr>
        </p:nvSpPr>
        <p:spPr/>
        <p:txBody>
          <a:bodyPr/>
          <a:lstStyle/>
          <a:p>
            <a:fld id="{5F818A67-DE81-4BE5-A09A-01BC8A96D5BB}" type="slidenum">
              <a:rPr lang="en-US" smtClean="0"/>
              <a:t>58</a:t>
            </a:fld>
            <a:endParaRPr lang="en-US"/>
          </a:p>
        </p:txBody>
      </p:sp>
    </p:spTree>
    <p:extLst>
      <p:ext uri="{BB962C8B-B14F-4D97-AF65-F5344CB8AC3E}">
        <p14:creationId xmlns:p14="http://schemas.microsoft.com/office/powerpoint/2010/main" val="264641404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5B3DE5-4C31-02B4-6E07-A54D0AF0B1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2F7991-D065-5E1D-4AE1-825BD42BC36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A402F1-A62B-FA7A-CC20-A3E7C4BA8A05}"/>
              </a:ext>
            </a:extLst>
          </p:cNvPr>
          <p:cNvSpPr>
            <a:spLocks noGrp="1"/>
          </p:cNvSpPr>
          <p:nvPr>
            <p:ph type="body" idx="1"/>
          </p:nvPr>
        </p:nvSpPr>
        <p:spPr/>
        <p:txBody>
          <a:bodyPr/>
          <a:lstStyle/>
          <a:p>
            <a:pPr marL="171450" indent="-171450">
              <a:buFont typeface="Arial" panose="020B0604020202020204" pitchFamily="34" charset="0"/>
              <a:buChar char="•"/>
            </a:pPr>
            <a:r>
              <a:rPr lang="en-US" sz="1200" b="0" dirty="0"/>
              <a:t>The gene code YNR050C is searched in Uniport at https://www.uniprot.org/</a:t>
            </a:r>
          </a:p>
          <a:p>
            <a:pPr marL="171450" indent="-171450">
              <a:buFont typeface="Arial" panose="020B0604020202020204" pitchFamily="34" charset="0"/>
              <a:buChar char="•"/>
            </a:pPr>
            <a:r>
              <a:rPr lang="en-US" sz="1200" b="0" dirty="0"/>
              <a:t>The result is a protein and we click on Structure on the left menu. </a:t>
            </a:r>
          </a:p>
          <a:p>
            <a:pPr marL="171450" indent="-171450">
              <a:buFont typeface="Arial" panose="020B0604020202020204" pitchFamily="34" charset="0"/>
              <a:buChar char="•"/>
            </a:pPr>
            <a:r>
              <a:rPr lang="en-US" sz="1200" b="0" dirty="0"/>
              <a:t>In the table of Structure you select the Identifier which in this case is 2AXQ.</a:t>
            </a:r>
          </a:p>
          <a:p>
            <a:pPr marL="171450" indent="-171450">
              <a:buFont typeface="Arial" panose="020B0604020202020204" pitchFamily="34" charset="0"/>
              <a:buChar char="•"/>
            </a:pPr>
            <a:r>
              <a:rPr lang="en-US" sz="1200" b="0" dirty="0"/>
              <a:t>The PDB ID is the one giving the mechanical structure to evaluate the resonant frequency.</a:t>
            </a:r>
          </a:p>
          <a:p>
            <a:pPr marL="171450" indent="-171450">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2D763429-A326-F6B7-A4F0-51C78C1A4487}"/>
              </a:ext>
            </a:extLst>
          </p:cNvPr>
          <p:cNvSpPr>
            <a:spLocks noGrp="1"/>
          </p:cNvSpPr>
          <p:nvPr>
            <p:ph type="sldNum" sz="quarter" idx="5"/>
          </p:nvPr>
        </p:nvSpPr>
        <p:spPr/>
        <p:txBody>
          <a:bodyPr/>
          <a:lstStyle/>
          <a:p>
            <a:fld id="{5F818A67-DE81-4BE5-A09A-01BC8A96D5BB}" type="slidenum">
              <a:rPr lang="en-US" smtClean="0"/>
              <a:t>59</a:t>
            </a:fld>
            <a:endParaRPr lang="en-US"/>
          </a:p>
        </p:txBody>
      </p:sp>
    </p:spTree>
    <p:extLst>
      <p:ext uri="{BB962C8B-B14F-4D97-AF65-F5344CB8AC3E}">
        <p14:creationId xmlns:p14="http://schemas.microsoft.com/office/powerpoint/2010/main" val="408759081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45EFF8-EEB1-2AEC-8924-02890F419C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A3D7E0-1B44-65D1-9771-47402D97B3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F65E54-8320-A442-3816-E23799E2D31A}"/>
              </a:ext>
            </a:extLst>
          </p:cNvPr>
          <p:cNvSpPr>
            <a:spLocks noGrp="1"/>
          </p:cNvSpPr>
          <p:nvPr>
            <p:ph type="body" idx="1"/>
          </p:nvPr>
        </p:nvSpPr>
        <p:spPr/>
        <p:txBody>
          <a:bodyPr/>
          <a:lstStyle/>
          <a:p>
            <a:pPr marL="0" indent="0">
              <a:buFont typeface="Arial" panose="020B0604020202020204" pitchFamily="34" charset="0"/>
              <a:buNone/>
            </a:pPr>
            <a:r>
              <a:rPr lang="en-US" sz="1200" b="0" dirty="0"/>
              <a:t>Looking for the enzyme</a:t>
            </a:r>
          </a:p>
          <a:p>
            <a:pPr marL="171450" indent="-171450">
              <a:buFont typeface="Arial" panose="020B0604020202020204" pitchFamily="34" charset="0"/>
              <a:buChar char="•"/>
            </a:pPr>
            <a:r>
              <a:rPr lang="en-US" sz="1200" b="0" dirty="0"/>
              <a:t>The gene code YNR050C is searched in Uniport at https://www.uniprot.org/</a:t>
            </a:r>
          </a:p>
          <a:p>
            <a:pPr marL="171450" indent="-171450">
              <a:buFont typeface="Arial" panose="020B0604020202020204" pitchFamily="34" charset="0"/>
              <a:buChar char="•"/>
            </a:pPr>
            <a:r>
              <a:rPr lang="en-US" sz="1200" b="0" dirty="0"/>
              <a:t>The result is a protein and we click on Structure on the left menu. </a:t>
            </a:r>
          </a:p>
          <a:p>
            <a:pPr marL="171450" indent="-171450">
              <a:buFont typeface="Arial" panose="020B0604020202020204" pitchFamily="34" charset="0"/>
              <a:buChar char="•"/>
            </a:pPr>
            <a:r>
              <a:rPr lang="en-US" sz="1200" b="0" dirty="0"/>
              <a:t>In the table of Structure you select the Identifier which in this case is 2AXQ.</a:t>
            </a:r>
          </a:p>
          <a:p>
            <a:pPr marL="171450" indent="-171450">
              <a:buFont typeface="Arial" panose="020B0604020202020204" pitchFamily="34" charset="0"/>
              <a:buChar char="•"/>
            </a:pPr>
            <a:r>
              <a:rPr lang="en-US" sz="1200" b="0" dirty="0"/>
              <a:t>The PDB ID is the one giving the mechanical structure to evaluate the resonant frequency.</a:t>
            </a:r>
          </a:p>
          <a:p>
            <a:pPr marL="0" indent="0">
              <a:buFont typeface="Arial" panose="020B0604020202020204" pitchFamily="34" charset="0"/>
              <a:buNone/>
            </a:pPr>
            <a:r>
              <a:rPr lang="en-US" sz="1200" b="0" dirty="0"/>
              <a:t>Looking for the reaction constants associated to the enzyme</a:t>
            </a:r>
          </a:p>
          <a:p>
            <a:pPr marL="171450" indent="-171450">
              <a:buFont typeface="Arial" panose="020B0604020202020204" pitchFamily="34" charset="0"/>
              <a:buChar char="•"/>
            </a:pPr>
            <a:r>
              <a:rPr lang="en-US" sz="1200" b="0" dirty="0"/>
              <a:t>With the EC code visit the website https://www.brenda-enzymes.info/functional_parameter_statistics.php</a:t>
            </a:r>
          </a:p>
          <a:p>
            <a:pPr marL="171450" indent="-171450">
              <a:buFont typeface="Arial" panose="020B0604020202020204" pitchFamily="34" charset="0"/>
              <a:buChar char="•"/>
            </a:pPr>
            <a:endParaRPr lang="en-US" sz="1200" b="0" dirty="0"/>
          </a:p>
          <a:p>
            <a:pPr marL="0" indent="0">
              <a:buFont typeface="Arial" panose="020B0604020202020204" pitchFamily="34" charset="0"/>
              <a:buNone/>
            </a:pPr>
            <a:r>
              <a:rPr lang="en-US" sz="1200" b="0" dirty="0"/>
              <a:t>Molecular parameters</a:t>
            </a:r>
          </a:p>
          <a:p>
            <a:pPr marL="171450" indent="-171450">
              <a:buFont typeface="Arial" panose="020B0604020202020204" pitchFamily="34" charset="0"/>
              <a:buChar char="•"/>
            </a:pPr>
            <a:r>
              <a:rPr lang="en-US" sz="1200" b="0" dirty="0"/>
              <a:t>https://web.expasy.org/protparam/</a:t>
            </a:r>
          </a:p>
          <a:p>
            <a:pPr marL="171450" indent="-171450">
              <a:buFont typeface="Arial" panose="020B0604020202020204" pitchFamily="34" charset="0"/>
              <a:buChar char="•"/>
            </a:pPr>
            <a:r>
              <a:rPr lang="en-US" sz="1200" b="0" dirty="0"/>
              <a:t>chemspider.com</a:t>
            </a:r>
          </a:p>
          <a:p>
            <a:pPr marL="171450" indent="-171450">
              <a:buFont typeface="Arial" panose="020B0604020202020204" pitchFamily="34" charset="0"/>
              <a:buChar char="•"/>
            </a:pPr>
            <a:endParaRPr lang="en-US" sz="1200" b="0" dirty="0"/>
          </a:p>
          <a:p>
            <a:pPr marL="171450" indent="-171450">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C4A3DF72-E094-9F5B-046F-7489F73AC093}"/>
              </a:ext>
            </a:extLst>
          </p:cNvPr>
          <p:cNvSpPr>
            <a:spLocks noGrp="1"/>
          </p:cNvSpPr>
          <p:nvPr>
            <p:ph type="sldNum" sz="quarter" idx="5"/>
          </p:nvPr>
        </p:nvSpPr>
        <p:spPr/>
        <p:txBody>
          <a:bodyPr/>
          <a:lstStyle/>
          <a:p>
            <a:fld id="{5F818A67-DE81-4BE5-A09A-01BC8A96D5BB}" type="slidenum">
              <a:rPr lang="en-US" smtClean="0"/>
              <a:t>60</a:t>
            </a:fld>
            <a:endParaRPr lang="en-US"/>
          </a:p>
        </p:txBody>
      </p:sp>
    </p:spTree>
    <p:extLst>
      <p:ext uri="{BB962C8B-B14F-4D97-AF65-F5344CB8AC3E}">
        <p14:creationId xmlns:p14="http://schemas.microsoft.com/office/powerpoint/2010/main" val="61615444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C82C89-DC60-70FD-378B-E7EE07F32D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A31F76-2344-6D7A-0625-0C0C6AA6CB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58147C-82E0-337B-E3FD-719F2E42BD3D}"/>
              </a:ext>
            </a:extLst>
          </p:cNvPr>
          <p:cNvSpPr>
            <a:spLocks noGrp="1"/>
          </p:cNvSpPr>
          <p:nvPr>
            <p:ph type="body" idx="1"/>
          </p:nvPr>
        </p:nvSpPr>
        <p:spPr/>
        <p:txBody>
          <a:bodyPr/>
          <a:lstStyle/>
          <a:p>
            <a:pPr marL="0" indent="0">
              <a:buFont typeface="Arial" panose="020B0604020202020204" pitchFamily="34" charset="0"/>
              <a:buNone/>
            </a:pPr>
            <a:r>
              <a:rPr lang="en-US" sz="1200" b="0" dirty="0"/>
              <a:t>Looking for the enzyme</a:t>
            </a:r>
          </a:p>
          <a:p>
            <a:pPr marL="171450" indent="-171450">
              <a:buFont typeface="Arial" panose="020B0604020202020204" pitchFamily="34" charset="0"/>
              <a:buChar char="•"/>
            </a:pPr>
            <a:r>
              <a:rPr lang="en-US" sz="1200" b="0" dirty="0"/>
              <a:t>The gene code YNR050C is searched in Uniport at https://www.uniprot.org/</a:t>
            </a:r>
          </a:p>
          <a:p>
            <a:pPr marL="171450" indent="-171450">
              <a:buFont typeface="Arial" panose="020B0604020202020204" pitchFamily="34" charset="0"/>
              <a:buChar char="•"/>
            </a:pPr>
            <a:r>
              <a:rPr lang="en-US" sz="1200" b="0" dirty="0"/>
              <a:t>The result is a protein and we click on Structure on the left menu. </a:t>
            </a:r>
          </a:p>
          <a:p>
            <a:pPr marL="171450" indent="-171450">
              <a:buFont typeface="Arial" panose="020B0604020202020204" pitchFamily="34" charset="0"/>
              <a:buChar char="•"/>
            </a:pPr>
            <a:r>
              <a:rPr lang="en-US" sz="1200" b="0" dirty="0"/>
              <a:t>In the table of Structure you select the Identifier which in this case is 2AXQ.</a:t>
            </a:r>
          </a:p>
          <a:p>
            <a:pPr marL="171450" indent="-171450">
              <a:buFont typeface="Arial" panose="020B0604020202020204" pitchFamily="34" charset="0"/>
              <a:buChar char="•"/>
            </a:pPr>
            <a:r>
              <a:rPr lang="en-US" sz="1200" b="0" dirty="0"/>
              <a:t>The PDB ID is the one giving the mechanical structure to evaluate the resonant frequency.</a:t>
            </a:r>
          </a:p>
          <a:p>
            <a:pPr marL="0" indent="0">
              <a:buFont typeface="Arial" panose="020B0604020202020204" pitchFamily="34" charset="0"/>
              <a:buNone/>
            </a:pPr>
            <a:r>
              <a:rPr lang="en-US" sz="1200" b="0" dirty="0"/>
              <a:t>Looking for the reaction constants associated to the enzyme</a:t>
            </a:r>
          </a:p>
          <a:p>
            <a:pPr marL="171450" indent="-171450">
              <a:buFont typeface="Arial" panose="020B0604020202020204" pitchFamily="34" charset="0"/>
              <a:buChar char="•"/>
            </a:pPr>
            <a:r>
              <a:rPr lang="en-US" sz="1200" b="0" dirty="0"/>
              <a:t>With the EC code visit the website https://www.brenda-enzymes.info/functional_parameter_statistics.php</a:t>
            </a:r>
          </a:p>
          <a:p>
            <a:pPr marL="171450" indent="-171450">
              <a:buFont typeface="Arial" panose="020B0604020202020204" pitchFamily="34" charset="0"/>
              <a:buChar char="•"/>
            </a:pPr>
            <a:endParaRPr lang="en-US" sz="1200" b="0" dirty="0"/>
          </a:p>
          <a:p>
            <a:pPr marL="0" indent="0">
              <a:buFont typeface="Arial" panose="020B0604020202020204" pitchFamily="34" charset="0"/>
              <a:buNone/>
            </a:pPr>
            <a:r>
              <a:rPr lang="en-US" sz="1200" b="0" dirty="0"/>
              <a:t>Molecular parameters</a:t>
            </a:r>
          </a:p>
          <a:p>
            <a:pPr marL="171450" indent="-171450">
              <a:buFont typeface="Arial" panose="020B0604020202020204" pitchFamily="34" charset="0"/>
              <a:buChar char="•"/>
            </a:pPr>
            <a:r>
              <a:rPr lang="en-US" sz="1200" b="0" dirty="0"/>
              <a:t>https://web.expasy.org/protparam/</a:t>
            </a:r>
          </a:p>
          <a:p>
            <a:pPr marL="171450" indent="-171450">
              <a:buFont typeface="Arial" panose="020B0604020202020204" pitchFamily="34" charset="0"/>
              <a:buChar char="•"/>
            </a:pPr>
            <a:r>
              <a:rPr lang="en-US" sz="1200" b="0" dirty="0"/>
              <a:t>chemspider.com</a:t>
            </a:r>
          </a:p>
          <a:p>
            <a:pPr marL="171450" indent="-171450">
              <a:buFont typeface="Arial" panose="020B0604020202020204" pitchFamily="34" charset="0"/>
              <a:buChar char="•"/>
            </a:pPr>
            <a:endParaRPr lang="en-US" sz="1200" b="0" dirty="0"/>
          </a:p>
          <a:p>
            <a:pPr marL="171450" indent="-171450">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A44C24B2-E4BE-CB89-2731-85975E950A94}"/>
              </a:ext>
            </a:extLst>
          </p:cNvPr>
          <p:cNvSpPr>
            <a:spLocks noGrp="1"/>
          </p:cNvSpPr>
          <p:nvPr>
            <p:ph type="sldNum" sz="quarter" idx="5"/>
          </p:nvPr>
        </p:nvSpPr>
        <p:spPr/>
        <p:txBody>
          <a:bodyPr/>
          <a:lstStyle/>
          <a:p>
            <a:fld id="{5F818A67-DE81-4BE5-A09A-01BC8A96D5BB}" type="slidenum">
              <a:rPr lang="en-US" smtClean="0"/>
              <a:t>61</a:t>
            </a:fld>
            <a:endParaRPr lang="en-US"/>
          </a:p>
        </p:txBody>
      </p:sp>
    </p:spTree>
    <p:extLst>
      <p:ext uri="{BB962C8B-B14F-4D97-AF65-F5344CB8AC3E}">
        <p14:creationId xmlns:p14="http://schemas.microsoft.com/office/powerpoint/2010/main" val="290753838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102BF7-4281-8CD0-21D6-EDF6DB89FD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76FB7A-959C-A514-C08F-841105A3BB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3898BF-C743-6293-1D7C-3EDEAA2D9E9D}"/>
              </a:ext>
            </a:extLst>
          </p:cNvPr>
          <p:cNvSpPr>
            <a:spLocks noGrp="1"/>
          </p:cNvSpPr>
          <p:nvPr>
            <p:ph type="body" idx="1"/>
          </p:nvPr>
        </p:nvSpPr>
        <p:spPr/>
        <p:txBody>
          <a:bodyPr/>
          <a:lstStyle/>
          <a:p>
            <a:pPr marL="171450" indent="-171450">
              <a:buFont typeface="Arial" panose="020B0604020202020204" pitchFamily="34" charset="0"/>
              <a:buChar char="•"/>
            </a:pPr>
            <a:r>
              <a:rPr lang="en-US" sz="1200" b="0" dirty="0"/>
              <a:t>The gene code YNR050C is searched in Uniport at https://www.uniprot.org/</a:t>
            </a:r>
          </a:p>
          <a:p>
            <a:pPr marL="171450" indent="-171450">
              <a:buFont typeface="Arial" panose="020B0604020202020204" pitchFamily="34" charset="0"/>
              <a:buChar char="•"/>
            </a:pPr>
            <a:r>
              <a:rPr lang="en-US" sz="1200" b="0" dirty="0"/>
              <a:t>The result is a protein and we click on Structure on the left menu. </a:t>
            </a:r>
          </a:p>
          <a:p>
            <a:pPr marL="171450" indent="-171450">
              <a:buFont typeface="Arial" panose="020B0604020202020204" pitchFamily="34" charset="0"/>
              <a:buChar char="•"/>
            </a:pPr>
            <a:r>
              <a:rPr lang="en-US" sz="1200" b="0" dirty="0"/>
              <a:t>In the table of Structure you select the Identifier which in this case is 2AXQ.</a:t>
            </a:r>
          </a:p>
          <a:p>
            <a:pPr marL="171450" indent="-171450">
              <a:buFont typeface="Arial" panose="020B0604020202020204" pitchFamily="34" charset="0"/>
              <a:buChar char="•"/>
            </a:pPr>
            <a:r>
              <a:rPr lang="en-US" sz="1200" b="0" dirty="0"/>
              <a:t>The PDB ID is the one giving the mechanical structure to evaluate the resonant frequency.</a:t>
            </a:r>
          </a:p>
          <a:p>
            <a:pPr marL="171450" indent="-171450">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1D095171-E0A4-A09E-FAC8-CB5343B2614B}"/>
              </a:ext>
            </a:extLst>
          </p:cNvPr>
          <p:cNvSpPr>
            <a:spLocks noGrp="1"/>
          </p:cNvSpPr>
          <p:nvPr>
            <p:ph type="sldNum" sz="quarter" idx="5"/>
          </p:nvPr>
        </p:nvSpPr>
        <p:spPr/>
        <p:txBody>
          <a:bodyPr/>
          <a:lstStyle/>
          <a:p>
            <a:fld id="{5F818A67-DE81-4BE5-A09A-01BC8A96D5BB}" type="slidenum">
              <a:rPr lang="en-US" smtClean="0"/>
              <a:t>63</a:t>
            </a:fld>
            <a:endParaRPr lang="en-US"/>
          </a:p>
        </p:txBody>
      </p:sp>
    </p:spTree>
    <p:extLst>
      <p:ext uri="{BB962C8B-B14F-4D97-AF65-F5344CB8AC3E}">
        <p14:creationId xmlns:p14="http://schemas.microsoft.com/office/powerpoint/2010/main" val="27678040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FE7AE0-B06B-2BC9-5E9C-355A02F6E9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5A1088-1F3D-58DF-E16C-C7BCB89350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84516C-A725-F466-C23A-C27809581BE6}"/>
              </a:ext>
            </a:extLst>
          </p:cNvPr>
          <p:cNvSpPr>
            <a:spLocks noGrp="1"/>
          </p:cNvSpPr>
          <p:nvPr>
            <p:ph type="body" idx="1"/>
          </p:nvPr>
        </p:nvSpPr>
        <p:spPr/>
        <p:txBody>
          <a:bodyPr/>
          <a:lstStyle/>
          <a:p>
            <a:pPr marL="171450" indent="-171450">
              <a:buFont typeface="Arial" panose="020B0604020202020204" pitchFamily="34" charset="0"/>
              <a:buChar char="•"/>
            </a:pPr>
            <a:r>
              <a:rPr lang="en-US" sz="1200" b="0" dirty="0"/>
              <a:t>The gene code YNR050C is searched in Uniport at https://www.uniprot.org/</a:t>
            </a:r>
          </a:p>
          <a:p>
            <a:pPr marL="171450" indent="-171450">
              <a:buFont typeface="Arial" panose="020B0604020202020204" pitchFamily="34" charset="0"/>
              <a:buChar char="•"/>
            </a:pPr>
            <a:r>
              <a:rPr lang="en-US" sz="1200" b="0" dirty="0"/>
              <a:t>The result is a protein and we click on Structure on the left menu. </a:t>
            </a:r>
          </a:p>
          <a:p>
            <a:pPr marL="171450" indent="-171450">
              <a:buFont typeface="Arial" panose="020B0604020202020204" pitchFamily="34" charset="0"/>
              <a:buChar char="•"/>
            </a:pPr>
            <a:r>
              <a:rPr lang="en-US" sz="1200" b="0" dirty="0"/>
              <a:t>In the table of Structure you select the Identifier which in this case is 2AXQ.</a:t>
            </a:r>
          </a:p>
          <a:p>
            <a:pPr marL="171450" indent="-171450">
              <a:buFont typeface="Arial" panose="020B0604020202020204" pitchFamily="34" charset="0"/>
              <a:buChar char="•"/>
            </a:pPr>
            <a:r>
              <a:rPr lang="en-US" sz="1200" b="0" dirty="0"/>
              <a:t>The PDB ID is the one giving the mechanical structure to evaluate the resonant frequency.</a:t>
            </a:r>
          </a:p>
          <a:p>
            <a:pPr marL="171450" indent="-171450">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182C9F7A-0735-C84D-78D5-97F361E48DF1}"/>
              </a:ext>
            </a:extLst>
          </p:cNvPr>
          <p:cNvSpPr>
            <a:spLocks noGrp="1"/>
          </p:cNvSpPr>
          <p:nvPr>
            <p:ph type="sldNum" sz="quarter" idx="5"/>
          </p:nvPr>
        </p:nvSpPr>
        <p:spPr/>
        <p:txBody>
          <a:bodyPr/>
          <a:lstStyle/>
          <a:p>
            <a:fld id="{5F818A67-DE81-4BE5-A09A-01BC8A96D5BB}" type="slidenum">
              <a:rPr lang="en-US" smtClean="0"/>
              <a:t>64</a:t>
            </a:fld>
            <a:endParaRPr lang="en-US"/>
          </a:p>
        </p:txBody>
      </p:sp>
    </p:spTree>
    <p:extLst>
      <p:ext uri="{BB962C8B-B14F-4D97-AF65-F5344CB8AC3E}">
        <p14:creationId xmlns:p14="http://schemas.microsoft.com/office/powerpoint/2010/main" val="72927267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EDA0D2-1E9A-4A4C-D519-D934023AC9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7ED9D2-006A-57FC-1EF1-3685B2D86B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94F535-1C56-2B8E-6C5E-2845AE514A69}"/>
              </a:ext>
            </a:extLst>
          </p:cNvPr>
          <p:cNvSpPr>
            <a:spLocks noGrp="1"/>
          </p:cNvSpPr>
          <p:nvPr>
            <p:ph type="body" idx="1"/>
          </p:nvPr>
        </p:nvSpPr>
        <p:spPr/>
        <p:txBody>
          <a:bodyPr/>
          <a:lstStyle/>
          <a:p>
            <a:pPr marL="171450" indent="-171450">
              <a:buFont typeface="Arial" panose="020B0604020202020204" pitchFamily="34" charset="0"/>
              <a:buChar char="•"/>
            </a:pPr>
            <a:r>
              <a:rPr lang="en-US" sz="1200" b="0" dirty="0"/>
              <a:t>The gene code YNR050C is searched in Uniport at https://www.uniprot.org/</a:t>
            </a:r>
          </a:p>
          <a:p>
            <a:pPr marL="171450" indent="-171450">
              <a:buFont typeface="Arial" panose="020B0604020202020204" pitchFamily="34" charset="0"/>
              <a:buChar char="•"/>
            </a:pPr>
            <a:r>
              <a:rPr lang="en-US" sz="1200" b="0" dirty="0"/>
              <a:t>The result is a protein and we click on Structure on the left menu. </a:t>
            </a:r>
          </a:p>
          <a:p>
            <a:pPr marL="171450" indent="-171450">
              <a:buFont typeface="Arial" panose="020B0604020202020204" pitchFamily="34" charset="0"/>
              <a:buChar char="•"/>
            </a:pPr>
            <a:r>
              <a:rPr lang="en-US" sz="1200" b="0" dirty="0"/>
              <a:t>In the table of Structure you select the Identifier which in this case is 2AXQ.</a:t>
            </a:r>
          </a:p>
          <a:p>
            <a:pPr marL="171450" indent="-171450">
              <a:buFont typeface="Arial" panose="020B0604020202020204" pitchFamily="34" charset="0"/>
              <a:buChar char="•"/>
            </a:pPr>
            <a:r>
              <a:rPr lang="en-US" sz="1200" b="0" dirty="0"/>
              <a:t>The PDB ID is the one giving the mechanical structure to evaluate the resonant frequency.</a:t>
            </a:r>
          </a:p>
          <a:p>
            <a:pPr marL="171450" indent="-171450">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FCAC3126-475C-C607-F838-BB87004739C5}"/>
              </a:ext>
            </a:extLst>
          </p:cNvPr>
          <p:cNvSpPr>
            <a:spLocks noGrp="1"/>
          </p:cNvSpPr>
          <p:nvPr>
            <p:ph type="sldNum" sz="quarter" idx="5"/>
          </p:nvPr>
        </p:nvSpPr>
        <p:spPr/>
        <p:txBody>
          <a:bodyPr/>
          <a:lstStyle/>
          <a:p>
            <a:fld id="{5F818A67-DE81-4BE5-A09A-01BC8A96D5BB}" type="slidenum">
              <a:rPr lang="en-US" smtClean="0"/>
              <a:t>65</a:t>
            </a:fld>
            <a:endParaRPr lang="en-US"/>
          </a:p>
        </p:txBody>
      </p:sp>
    </p:spTree>
    <p:extLst>
      <p:ext uri="{BB962C8B-B14F-4D97-AF65-F5344CB8AC3E}">
        <p14:creationId xmlns:p14="http://schemas.microsoft.com/office/powerpoint/2010/main" val="186029355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AF0098-9586-9B1D-9665-0D6E525CCF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9551D6-6E08-D156-110F-6A5CD19087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FDBF21-B114-A9DC-BC97-AC8149AD0A54}"/>
              </a:ext>
            </a:extLst>
          </p:cNvPr>
          <p:cNvSpPr>
            <a:spLocks noGrp="1"/>
          </p:cNvSpPr>
          <p:nvPr>
            <p:ph type="body" idx="1"/>
          </p:nvPr>
        </p:nvSpPr>
        <p:spPr/>
        <p:txBody>
          <a:bodyPr/>
          <a:lstStyle/>
          <a:p>
            <a:pPr marL="171450" indent="-171450">
              <a:buFont typeface="Arial" panose="020B0604020202020204" pitchFamily="34" charset="0"/>
              <a:buChar char="•"/>
            </a:pPr>
            <a:r>
              <a:rPr lang="en-US" sz="1200" b="0" dirty="0"/>
              <a:t>The gene code YNR050C is searched in Uniport at https://www.uniprot.org/</a:t>
            </a:r>
          </a:p>
          <a:p>
            <a:pPr marL="171450" indent="-171450">
              <a:buFont typeface="Arial" panose="020B0604020202020204" pitchFamily="34" charset="0"/>
              <a:buChar char="•"/>
            </a:pPr>
            <a:r>
              <a:rPr lang="en-US" sz="1200" b="0" dirty="0"/>
              <a:t>The result is a protein and we click on Structure on the left menu. </a:t>
            </a:r>
          </a:p>
          <a:p>
            <a:pPr marL="171450" indent="-171450">
              <a:buFont typeface="Arial" panose="020B0604020202020204" pitchFamily="34" charset="0"/>
              <a:buChar char="•"/>
            </a:pPr>
            <a:r>
              <a:rPr lang="en-US" sz="1200" b="0" dirty="0"/>
              <a:t>In the table of Structure you select the Identifier which in this case is 2AXQ.</a:t>
            </a:r>
          </a:p>
          <a:p>
            <a:pPr marL="171450" indent="-171450">
              <a:buFont typeface="Arial" panose="020B0604020202020204" pitchFamily="34" charset="0"/>
              <a:buChar char="•"/>
            </a:pPr>
            <a:r>
              <a:rPr lang="en-US" sz="1200" b="0" dirty="0"/>
              <a:t>The PDB ID is the one giving the mechanical structure to evaluate the resonant frequency.</a:t>
            </a:r>
          </a:p>
          <a:p>
            <a:pPr marL="171450" indent="-171450">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8D6232DB-3C38-7BDA-777B-765E8693BCF9}"/>
              </a:ext>
            </a:extLst>
          </p:cNvPr>
          <p:cNvSpPr>
            <a:spLocks noGrp="1"/>
          </p:cNvSpPr>
          <p:nvPr>
            <p:ph type="sldNum" sz="quarter" idx="5"/>
          </p:nvPr>
        </p:nvSpPr>
        <p:spPr/>
        <p:txBody>
          <a:bodyPr/>
          <a:lstStyle/>
          <a:p>
            <a:fld id="{5F818A67-DE81-4BE5-A09A-01BC8A96D5BB}" type="slidenum">
              <a:rPr lang="en-US" smtClean="0"/>
              <a:t>66</a:t>
            </a:fld>
            <a:endParaRPr lang="en-US"/>
          </a:p>
        </p:txBody>
      </p:sp>
    </p:spTree>
    <p:extLst>
      <p:ext uri="{BB962C8B-B14F-4D97-AF65-F5344CB8AC3E}">
        <p14:creationId xmlns:p14="http://schemas.microsoft.com/office/powerpoint/2010/main" val="272895764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CD7046-D3CD-47D9-A5B4-D523230736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2C6324-DF34-937E-B648-DA35A131FD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E6AFD2-DEC6-5AFB-F344-B9678A5BC05E}"/>
              </a:ext>
            </a:extLst>
          </p:cNvPr>
          <p:cNvSpPr>
            <a:spLocks noGrp="1"/>
          </p:cNvSpPr>
          <p:nvPr>
            <p:ph type="body" idx="1"/>
          </p:nvPr>
        </p:nvSpPr>
        <p:spPr/>
        <p:txBody>
          <a:bodyPr/>
          <a:lstStyle/>
          <a:p>
            <a:pPr marL="171450" indent="-171450">
              <a:buFont typeface="Arial" panose="020B0604020202020204" pitchFamily="34" charset="0"/>
              <a:buChar char="•"/>
            </a:pPr>
            <a:r>
              <a:rPr lang="en-US" sz="1200" b="0" dirty="0"/>
              <a:t>The gene code YNR050C is searched in Uniport at https://www.uniprot.org/</a:t>
            </a:r>
          </a:p>
          <a:p>
            <a:pPr marL="171450" indent="-171450">
              <a:buFont typeface="Arial" panose="020B0604020202020204" pitchFamily="34" charset="0"/>
              <a:buChar char="•"/>
            </a:pPr>
            <a:r>
              <a:rPr lang="en-US" sz="1200" b="0" dirty="0"/>
              <a:t>The result is a protein and we click on Structure on the left menu. </a:t>
            </a:r>
          </a:p>
          <a:p>
            <a:pPr marL="171450" indent="-171450">
              <a:buFont typeface="Arial" panose="020B0604020202020204" pitchFamily="34" charset="0"/>
              <a:buChar char="•"/>
            </a:pPr>
            <a:r>
              <a:rPr lang="en-US" sz="1200" b="0" dirty="0"/>
              <a:t>In the table of Structure you select the Identifier which in this case is 2AXQ.</a:t>
            </a:r>
          </a:p>
          <a:p>
            <a:pPr marL="171450" indent="-171450">
              <a:buFont typeface="Arial" panose="020B0604020202020204" pitchFamily="34" charset="0"/>
              <a:buChar char="•"/>
            </a:pPr>
            <a:r>
              <a:rPr lang="en-US" sz="1200" b="0" dirty="0"/>
              <a:t>The PDB ID is the one giving the mechanical structure to evaluate the resonant frequency.</a:t>
            </a:r>
          </a:p>
          <a:p>
            <a:pPr marL="171450" indent="-171450">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68C30670-7AEE-6D2A-960B-72649B09E0B6}"/>
              </a:ext>
            </a:extLst>
          </p:cNvPr>
          <p:cNvSpPr>
            <a:spLocks noGrp="1"/>
          </p:cNvSpPr>
          <p:nvPr>
            <p:ph type="sldNum" sz="quarter" idx="5"/>
          </p:nvPr>
        </p:nvSpPr>
        <p:spPr/>
        <p:txBody>
          <a:bodyPr/>
          <a:lstStyle/>
          <a:p>
            <a:fld id="{5F818A67-DE81-4BE5-A09A-01BC8A96D5BB}" type="slidenum">
              <a:rPr lang="en-US" smtClean="0"/>
              <a:t>67</a:t>
            </a:fld>
            <a:endParaRPr lang="en-US"/>
          </a:p>
        </p:txBody>
      </p:sp>
    </p:spTree>
    <p:extLst>
      <p:ext uri="{BB962C8B-B14F-4D97-AF65-F5344CB8AC3E}">
        <p14:creationId xmlns:p14="http://schemas.microsoft.com/office/powerpoint/2010/main" val="122753620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D8317-8574-8B21-449A-FBAD7072CD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4322E3-0BE3-64DC-EA32-58C21410B1F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225B6D-3188-5438-2242-BA35CB52E9E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545C1F7-4199-2126-398D-CAA8A4FA618A}"/>
              </a:ext>
            </a:extLst>
          </p:cNvPr>
          <p:cNvSpPr>
            <a:spLocks noGrp="1"/>
          </p:cNvSpPr>
          <p:nvPr>
            <p:ph type="sldNum" sz="quarter" idx="5"/>
          </p:nvPr>
        </p:nvSpPr>
        <p:spPr/>
        <p:txBody>
          <a:bodyPr/>
          <a:lstStyle/>
          <a:p>
            <a:fld id="{5F818A67-DE81-4BE5-A09A-01BC8A96D5BB}" type="slidenum">
              <a:rPr lang="en-US" smtClean="0"/>
              <a:t>68</a:t>
            </a:fld>
            <a:endParaRPr lang="en-US"/>
          </a:p>
        </p:txBody>
      </p:sp>
    </p:spTree>
    <p:extLst>
      <p:ext uri="{BB962C8B-B14F-4D97-AF65-F5344CB8AC3E}">
        <p14:creationId xmlns:p14="http://schemas.microsoft.com/office/powerpoint/2010/main" val="378003622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3E1233-7BB1-2657-9EDE-126A7CEE16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68F911-A082-D44F-4562-18666A28B6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029BD1-CF9D-47E1-26C3-2DDBCEE15E62}"/>
              </a:ext>
            </a:extLst>
          </p:cNvPr>
          <p:cNvSpPr>
            <a:spLocks noGrp="1"/>
          </p:cNvSpPr>
          <p:nvPr>
            <p:ph type="body" idx="1"/>
          </p:nvPr>
        </p:nvSpPr>
        <p:spPr/>
        <p:txBody>
          <a:bodyPr/>
          <a:lstStyle/>
          <a:p>
            <a:pPr marL="171450" indent="-171450">
              <a:buFont typeface="Arial" panose="020B0604020202020204" pitchFamily="34" charset="0"/>
              <a:buChar char="•"/>
            </a:pPr>
            <a:r>
              <a:rPr lang="en-US" sz="1200" b="0" dirty="0"/>
              <a:t>The gene code YNR050C is searched in Uniport at https://www.uniprot.org/</a:t>
            </a:r>
          </a:p>
          <a:p>
            <a:pPr marL="171450" indent="-171450">
              <a:buFont typeface="Arial" panose="020B0604020202020204" pitchFamily="34" charset="0"/>
              <a:buChar char="•"/>
            </a:pPr>
            <a:r>
              <a:rPr lang="en-US" sz="1200" b="0" dirty="0"/>
              <a:t>The result is a protein and we click on Structure on the left menu. </a:t>
            </a:r>
          </a:p>
          <a:p>
            <a:pPr marL="171450" indent="-171450">
              <a:buFont typeface="Arial" panose="020B0604020202020204" pitchFamily="34" charset="0"/>
              <a:buChar char="•"/>
            </a:pPr>
            <a:r>
              <a:rPr lang="en-US" sz="1200" b="0" dirty="0"/>
              <a:t>In the table of Structure you select the Identifier which in this case is 2AXQ.</a:t>
            </a:r>
          </a:p>
          <a:p>
            <a:pPr marL="171450" indent="-171450">
              <a:buFont typeface="Arial" panose="020B0604020202020204" pitchFamily="34" charset="0"/>
              <a:buChar char="•"/>
            </a:pPr>
            <a:r>
              <a:rPr lang="en-US" sz="1200" b="0" dirty="0"/>
              <a:t>The PDB ID is the one giving the mechanical structure to evaluate the resonant frequency.</a:t>
            </a:r>
          </a:p>
          <a:p>
            <a:pPr marL="171450" indent="-171450">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3AA352B0-F324-5C77-EC24-8594AFEC6DD2}"/>
              </a:ext>
            </a:extLst>
          </p:cNvPr>
          <p:cNvSpPr>
            <a:spLocks noGrp="1"/>
          </p:cNvSpPr>
          <p:nvPr>
            <p:ph type="sldNum" sz="quarter" idx="5"/>
          </p:nvPr>
        </p:nvSpPr>
        <p:spPr/>
        <p:txBody>
          <a:bodyPr/>
          <a:lstStyle/>
          <a:p>
            <a:fld id="{5F818A67-DE81-4BE5-A09A-01BC8A96D5BB}" type="slidenum">
              <a:rPr lang="en-US" smtClean="0"/>
              <a:t>69</a:t>
            </a:fld>
            <a:endParaRPr lang="en-US"/>
          </a:p>
        </p:txBody>
      </p:sp>
    </p:spTree>
    <p:extLst>
      <p:ext uri="{BB962C8B-B14F-4D97-AF65-F5344CB8AC3E}">
        <p14:creationId xmlns:p14="http://schemas.microsoft.com/office/powerpoint/2010/main" val="25721429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132B29-3A79-BE8B-8354-A5203163FC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E94DE2-1319-0047-FA49-1D039A1801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D970EF-1E98-A1E0-2C09-722271AC14F9}"/>
              </a:ext>
            </a:extLst>
          </p:cNvPr>
          <p:cNvSpPr>
            <a:spLocks noGrp="1"/>
          </p:cNvSpPr>
          <p:nvPr>
            <p:ph type="body" idx="1"/>
          </p:nvPr>
        </p:nvSpPr>
        <p:spPr/>
        <p:txBody>
          <a:bodyPr/>
          <a:lstStyle/>
          <a:p>
            <a:pPr marL="171450" indent="-171450">
              <a:buFont typeface="Arial" panose="020B0604020202020204" pitchFamily="34" charset="0"/>
              <a:buChar char="•"/>
            </a:pPr>
            <a:r>
              <a:rPr lang="en-US" sz="1200" b="0" dirty="0"/>
              <a:t>The gene code YNR050C is searched in Uniport at https://www.uniprot.org/</a:t>
            </a:r>
          </a:p>
          <a:p>
            <a:pPr marL="171450" indent="-171450">
              <a:buFont typeface="Arial" panose="020B0604020202020204" pitchFamily="34" charset="0"/>
              <a:buChar char="•"/>
            </a:pPr>
            <a:r>
              <a:rPr lang="en-US" sz="1200" b="0" dirty="0"/>
              <a:t>The result is a protein and we click on Structure on the left menu. </a:t>
            </a:r>
          </a:p>
          <a:p>
            <a:pPr marL="171450" indent="-171450">
              <a:buFont typeface="Arial" panose="020B0604020202020204" pitchFamily="34" charset="0"/>
              <a:buChar char="•"/>
            </a:pPr>
            <a:r>
              <a:rPr lang="en-US" sz="1200" b="0" dirty="0"/>
              <a:t>In the table of Structure you select the Identifier which in this case is 2AXQ.</a:t>
            </a:r>
          </a:p>
          <a:p>
            <a:pPr marL="171450" indent="-171450">
              <a:buFont typeface="Arial" panose="020B0604020202020204" pitchFamily="34" charset="0"/>
              <a:buChar char="•"/>
            </a:pPr>
            <a:r>
              <a:rPr lang="en-US" sz="1200" b="0" dirty="0"/>
              <a:t>The PDB ID is the one giving the mechanical structure to evaluate the resonant frequency.</a:t>
            </a:r>
          </a:p>
          <a:p>
            <a:pPr marL="171450" indent="-171450">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75E9E69C-8EF4-6A7E-4C61-4A4B6B88A5DF}"/>
              </a:ext>
            </a:extLst>
          </p:cNvPr>
          <p:cNvSpPr>
            <a:spLocks noGrp="1"/>
          </p:cNvSpPr>
          <p:nvPr>
            <p:ph type="sldNum" sz="quarter" idx="5"/>
          </p:nvPr>
        </p:nvSpPr>
        <p:spPr/>
        <p:txBody>
          <a:bodyPr/>
          <a:lstStyle/>
          <a:p>
            <a:fld id="{5F818A67-DE81-4BE5-A09A-01BC8A96D5BB}" type="slidenum">
              <a:rPr lang="en-US" smtClean="0"/>
              <a:t>70</a:t>
            </a:fld>
            <a:endParaRPr lang="en-US"/>
          </a:p>
        </p:txBody>
      </p:sp>
    </p:spTree>
    <p:extLst>
      <p:ext uri="{BB962C8B-B14F-4D97-AF65-F5344CB8AC3E}">
        <p14:creationId xmlns:p14="http://schemas.microsoft.com/office/powerpoint/2010/main" val="79888793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CCA1F7-7BC5-5E53-F8D9-85C9898CF3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7AB066-E185-957B-EBBE-06C926C67F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FA6086-5BBD-0EA0-371F-98288A31EAC7}"/>
              </a:ext>
            </a:extLst>
          </p:cNvPr>
          <p:cNvSpPr>
            <a:spLocks noGrp="1"/>
          </p:cNvSpPr>
          <p:nvPr>
            <p:ph type="body" idx="1"/>
          </p:nvPr>
        </p:nvSpPr>
        <p:spPr/>
        <p:txBody>
          <a:bodyPr/>
          <a:lstStyle/>
          <a:p>
            <a:pPr marL="171450" indent="-171450">
              <a:buFont typeface="Arial" panose="020B0604020202020204" pitchFamily="34" charset="0"/>
              <a:buChar char="•"/>
            </a:pPr>
            <a:r>
              <a:rPr lang="en-US" sz="1200" b="0" dirty="0"/>
              <a:t>The gene code YNR050C is searched in Uniport at https://www.uniprot.org/</a:t>
            </a:r>
          </a:p>
          <a:p>
            <a:pPr marL="171450" indent="-171450">
              <a:buFont typeface="Arial" panose="020B0604020202020204" pitchFamily="34" charset="0"/>
              <a:buChar char="•"/>
            </a:pPr>
            <a:r>
              <a:rPr lang="en-US" sz="1200" b="0" dirty="0"/>
              <a:t>The result is a protein and we click on Structure on the left menu. </a:t>
            </a:r>
          </a:p>
          <a:p>
            <a:pPr marL="171450" indent="-171450">
              <a:buFont typeface="Arial" panose="020B0604020202020204" pitchFamily="34" charset="0"/>
              <a:buChar char="•"/>
            </a:pPr>
            <a:r>
              <a:rPr lang="en-US" sz="1200" b="0" dirty="0"/>
              <a:t>In the table of Structure you select the Identifier which in this case is 2AXQ.</a:t>
            </a:r>
          </a:p>
          <a:p>
            <a:pPr marL="171450" indent="-171450">
              <a:buFont typeface="Arial" panose="020B0604020202020204" pitchFamily="34" charset="0"/>
              <a:buChar char="•"/>
            </a:pPr>
            <a:r>
              <a:rPr lang="en-US" sz="1200" b="0" dirty="0"/>
              <a:t>The PDB ID is the one giving the mechanical structure to evaluate the resonant frequency.</a:t>
            </a:r>
          </a:p>
          <a:p>
            <a:pPr marL="171450" indent="-171450">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78809E8E-B03B-1591-27BD-D4CCF9A71280}"/>
              </a:ext>
            </a:extLst>
          </p:cNvPr>
          <p:cNvSpPr>
            <a:spLocks noGrp="1"/>
          </p:cNvSpPr>
          <p:nvPr>
            <p:ph type="sldNum" sz="quarter" idx="5"/>
          </p:nvPr>
        </p:nvSpPr>
        <p:spPr/>
        <p:txBody>
          <a:bodyPr/>
          <a:lstStyle/>
          <a:p>
            <a:fld id="{5F818A67-DE81-4BE5-A09A-01BC8A96D5BB}" type="slidenum">
              <a:rPr lang="en-US" smtClean="0"/>
              <a:t>71</a:t>
            </a:fld>
            <a:endParaRPr lang="en-US"/>
          </a:p>
        </p:txBody>
      </p:sp>
    </p:spTree>
    <p:extLst>
      <p:ext uri="{BB962C8B-B14F-4D97-AF65-F5344CB8AC3E}">
        <p14:creationId xmlns:p14="http://schemas.microsoft.com/office/powerpoint/2010/main" val="321064895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EC1BFF-4751-12F4-5A87-68F48C58F5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952BEA-4DDC-95D7-5115-9E36202AAB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EE14EF-976F-51A5-0C11-D6149E5DAACF}"/>
              </a:ext>
            </a:extLst>
          </p:cNvPr>
          <p:cNvSpPr>
            <a:spLocks noGrp="1"/>
          </p:cNvSpPr>
          <p:nvPr>
            <p:ph type="body" idx="1"/>
          </p:nvPr>
        </p:nvSpPr>
        <p:spPr/>
        <p:txBody>
          <a:bodyPr/>
          <a:lstStyle/>
          <a:p>
            <a:pPr marL="0" indent="0">
              <a:buFont typeface="Arial" panose="020B0604020202020204" pitchFamily="34" charset="0"/>
              <a:buNone/>
            </a:pPr>
            <a:r>
              <a:rPr lang="en-US" sz="1200" b="0" dirty="0"/>
              <a:t>Looking for the enzyme</a:t>
            </a:r>
          </a:p>
          <a:p>
            <a:pPr marL="171450" indent="-171450">
              <a:buFont typeface="Arial" panose="020B0604020202020204" pitchFamily="34" charset="0"/>
              <a:buChar char="•"/>
            </a:pPr>
            <a:r>
              <a:rPr lang="en-US" sz="1200" b="0" dirty="0"/>
              <a:t>The gene code YNR050C is searched in Uniport at https://www.uniprot.org/</a:t>
            </a:r>
          </a:p>
          <a:p>
            <a:pPr marL="171450" indent="-171450">
              <a:buFont typeface="Arial" panose="020B0604020202020204" pitchFamily="34" charset="0"/>
              <a:buChar char="•"/>
            </a:pPr>
            <a:r>
              <a:rPr lang="en-US" sz="1200" b="0" dirty="0"/>
              <a:t>The result is a protein and we click on Structure on the left menu. </a:t>
            </a:r>
          </a:p>
          <a:p>
            <a:pPr marL="171450" indent="-171450">
              <a:buFont typeface="Arial" panose="020B0604020202020204" pitchFamily="34" charset="0"/>
              <a:buChar char="•"/>
            </a:pPr>
            <a:r>
              <a:rPr lang="en-US" sz="1200" b="0" dirty="0"/>
              <a:t>In the table of Structure you select the Identifier which in this case is 2AXQ.</a:t>
            </a:r>
          </a:p>
          <a:p>
            <a:pPr marL="171450" indent="-171450">
              <a:buFont typeface="Arial" panose="020B0604020202020204" pitchFamily="34" charset="0"/>
              <a:buChar char="•"/>
            </a:pPr>
            <a:r>
              <a:rPr lang="en-US" sz="1200" b="0" dirty="0"/>
              <a:t>The PDB ID is the one giving the mechanical structure to evaluate the resonant frequency.</a:t>
            </a:r>
          </a:p>
          <a:p>
            <a:pPr marL="0" indent="0">
              <a:buFont typeface="Arial" panose="020B0604020202020204" pitchFamily="34" charset="0"/>
              <a:buNone/>
            </a:pPr>
            <a:r>
              <a:rPr lang="en-US" sz="1200" b="0" dirty="0"/>
              <a:t>Looking for the reaction constants associated to the enzyme</a:t>
            </a:r>
          </a:p>
          <a:p>
            <a:pPr marL="171450" indent="-171450">
              <a:buFont typeface="Arial" panose="020B0604020202020204" pitchFamily="34" charset="0"/>
              <a:buChar char="•"/>
            </a:pPr>
            <a:r>
              <a:rPr lang="en-US" sz="1200" b="0" dirty="0"/>
              <a:t>With the EC code visit the website https://www.brenda-enzymes.info/functional_parameter_statistics.php</a:t>
            </a:r>
          </a:p>
          <a:p>
            <a:pPr marL="171450" indent="-171450">
              <a:buFont typeface="Arial" panose="020B0604020202020204" pitchFamily="34" charset="0"/>
              <a:buChar char="•"/>
            </a:pPr>
            <a:endParaRPr lang="en-US" sz="1200" b="0" dirty="0"/>
          </a:p>
          <a:p>
            <a:pPr marL="0" indent="0">
              <a:buFont typeface="Arial" panose="020B0604020202020204" pitchFamily="34" charset="0"/>
              <a:buNone/>
            </a:pPr>
            <a:r>
              <a:rPr lang="en-US" sz="1200" b="0" dirty="0"/>
              <a:t>Molecular parameters</a:t>
            </a:r>
          </a:p>
          <a:p>
            <a:pPr marL="171450" indent="-171450">
              <a:buFont typeface="Arial" panose="020B0604020202020204" pitchFamily="34" charset="0"/>
              <a:buChar char="•"/>
            </a:pPr>
            <a:r>
              <a:rPr lang="en-US" sz="1200" b="0" dirty="0"/>
              <a:t>https://web.expasy.org/protparam/</a:t>
            </a:r>
          </a:p>
          <a:p>
            <a:pPr marL="171450" indent="-171450">
              <a:buFont typeface="Arial" panose="020B0604020202020204" pitchFamily="34" charset="0"/>
              <a:buChar char="•"/>
            </a:pPr>
            <a:r>
              <a:rPr lang="en-US" sz="1200" b="0" dirty="0"/>
              <a:t>chemspider.com</a:t>
            </a:r>
          </a:p>
          <a:p>
            <a:pPr marL="171450" indent="-171450">
              <a:buFont typeface="Arial" panose="020B0604020202020204" pitchFamily="34" charset="0"/>
              <a:buChar char="•"/>
            </a:pPr>
            <a:endParaRPr lang="en-US" sz="1200" b="0" dirty="0"/>
          </a:p>
          <a:p>
            <a:pPr marL="171450" indent="-171450">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8639BDCB-F59E-7566-749A-143B9A3F0F27}"/>
              </a:ext>
            </a:extLst>
          </p:cNvPr>
          <p:cNvSpPr>
            <a:spLocks noGrp="1"/>
          </p:cNvSpPr>
          <p:nvPr>
            <p:ph type="sldNum" sz="quarter" idx="5"/>
          </p:nvPr>
        </p:nvSpPr>
        <p:spPr/>
        <p:txBody>
          <a:bodyPr/>
          <a:lstStyle/>
          <a:p>
            <a:fld id="{5F818A67-DE81-4BE5-A09A-01BC8A96D5BB}" type="slidenum">
              <a:rPr lang="en-US" smtClean="0"/>
              <a:t>72</a:t>
            </a:fld>
            <a:endParaRPr lang="en-US"/>
          </a:p>
        </p:txBody>
      </p:sp>
    </p:spTree>
    <p:extLst>
      <p:ext uri="{BB962C8B-B14F-4D97-AF65-F5344CB8AC3E}">
        <p14:creationId xmlns:p14="http://schemas.microsoft.com/office/powerpoint/2010/main" val="104118589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87BFC5-9383-651E-9EAC-491E462B88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35550B-2265-3530-4E7F-D8B18B7FFB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AAF302-D7E2-25CA-D5BF-2E71B05DF583}"/>
              </a:ext>
            </a:extLst>
          </p:cNvPr>
          <p:cNvSpPr>
            <a:spLocks noGrp="1"/>
          </p:cNvSpPr>
          <p:nvPr>
            <p:ph type="body" idx="1"/>
          </p:nvPr>
        </p:nvSpPr>
        <p:spPr/>
        <p:txBody>
          <a:bodyPr/>
          <a:lstStyle/>
          <a:p>
            <a:pPr marL="171450" indent="-171450">
              <a:buFont typeface="Arial" panose="020B0604020202020204" pitchFamily="34" charset="0"/>
              <a:buChar char="•"/>
            </a:pPr>
            <a:r>
              <a:rPr lang="en-US" sz="1200" b="0" dirty="0"/>
              <a:t>The gene code YNR050C is searched in Uniport at https://www.uniprot.org/</a:t>
            </a:r>
          </a:p>
          <a:p>
            <a:pPr marL="171450" indent="-171450">
              <a:buFont typeface="Arial" panose="020B0604020202020204" pitchFamily="34" charset="0"/>
              <a:buChar char="•"/>
            </a:pPr>
            <a:r>
              <a:rPr lang="en-US" sz="1200" b="0" dirty="0"/>
              <a:t>The result is a protein and we click on Structure on the left menu. </a:t>
            </a:r>
          </a:p>
          <a:p>
            <a:pPr marL="171450" indent="-171450">
              <a:buFont typeface="Arial" panose="020B0604020202020204" pitchFamily="34" charset="0"/>
              <a:buChar char="•"/>
            </a:pPr>
            <a:r>
              <a:rPr lang="en-US" sz="1200" b="0" dirty="0"/>
              <a:t>In the table of Structure you select the Identifier which in this case is 2AXQ.</a:t>
            </a:r>
          </a:p>
          <a:p>
            <a:pPr marL="171450" indent="-171450">
              <a:buFont typeface="Arial" panose="020B0604020202020204" pitchFamily="34" charset="0"/>
              <a:buChar char="•"/>
            </a:pPr>
            <a:r>
              <a:rPr lang="en-US" sz="1200" b="0" dirty="0"/>
              <a:t>The PDB ID is the one giving the mechanical structure to evaluate the resonant frequency.</a:t>
            </a:r>
          </a:p>
          <a:p>
            <a:pPr marL="171450" indent="-171450">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D9FF0D3F-37E7-193C-CD1B-DD2152118301}"/>
              </a:ext>
            </a:extLst>
          </p:cNvPr>
          <p:cNvSpPr>
            <a:spLocks noGrp="1"/>
          </p:cNvSpPr>
          <p:nvPr>
            <p:ph type="sldNum" sz="quarter" idx="5"/>
          </p:nvPr>
        </p:nvSpPr>
        <p:spPr/>
        <p:txBody>
          <a:bodyPr/>
          <a:lstStyle/>
          <a:p>
            <a:fld id="{5F818A67-DE81-4BE5-A09A-01BC8A96D5BB}" type="slidenum">
              <a:rPr lang="en-US" smtClean="0"/>
              <a:t>73</a:t>
            </a:fld>
            <a:endParaRPr lang="en-US"/>
          </a:p>
        </p:txBody>
      </p:sp>
    </p:spTree>
    <p:extLst>
      <p:ext uri="{BB962C8B-B14F-4D97-AF65-F5344CB8AC3E}">
        <p14:creationId xmlns:p14="http://schemas.microsoft.com/office/powerpoint/2010/main" val="10001707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625BD5-5181-7191-93A0-75D28CC9CF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819E00-FA3B-D3BA-3AF1-BE14E380C4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8BAFEC-D9CC-6CC1-FEDD-606148709C2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ED6B430-79B8-1918-C8EC-8D2F09BB2590}"/>
              </a:ext>
            </a:extLst>
          </p:cNvPr>
          <p:cNvSpPr>
            <a:spLocks noGrp="1"/>
          </p:cNvSpPr>
          <p:nvPr>
            <p:ph type="sldNum" sz="quarter" idx="5"/>
          </p:nvPr>
        </p:nvSpPr>
        <p:spPr/>
        <p:txBody>
          <a:bodyPr/>
          <a:lstStyle/>
          <a:p>
            <a:fld id="{5F818A67-DE81-4BE5-A09A-01BC8A96D5BB}" type="slidenum">
              <a:rPr lang="en-US" smtClean="0"/>
              <a:t>74</a:t>
            </a:fld>
            <a:endParaRPr lang="en-US"/>
          </a:p>
        </p:txBody>
      </p:sp>
    </p:spTree>
    <p:extLst>
      <p:ext uri="{BB962C8B-B14F-4D97-AF65-F5344CB8AC3E}">
        <p14:creationId xmlns:p14="http://schemas.microsoft.com/office/powerpoint/2010/main" val="392092065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3D6D20-D07A-ECCD-55C2-906EA4B582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1654A6-CA19-BF6B-2D43-359B01A90A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EF41C2-C9F5-D4A0-F8F0-A491EA4E83F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A559A21-A49E-A6D7-9137-C2C8BD2E09D5}"/>
              </a:ext>
            </a:extLst>
          </p:cNvPr>
          <p:cNvSpPr>
            <a:spLocks noGrp="1"/>
          </p:cNvSpPr>
          <p:nvPr>
            <p:ph type="sldNum" sz="quarter" idx="5"/>
          </p:nvPr>
        </p:nvSpPr>
        <p:spPr/>
        <p:txBody>
          <a:bodyPr/>
          <a:lstStyle/>
          <a:p>
            <a:fld id="{5F818A67-DE81-4BE5-A09A-01BC8A96D5BB}" type="slidenum">
              <a:rPr lang="en-US" smtClean="0"/>
              <a:t>75</a:t>
            </a:fld>
            <a:endParaRPr lang="en-US"/>
          </a:p>
        </p:txBody>
      </p:sp>
    </p:spTree>
    <p:extLst>
      <p:ext uri="{BB962C8B-B14F-4D97-AF65-F5344CB8AC3E}">
        <p14:creationId xmlns:p14="http://schemas.microsoft.com/office/powerpoint/2010/main" val="280209745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8B97BB-2BAC-970A-1E64-0558EB6581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6A0AF0-F23D-2DE0-5050-40E12148E0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017FBB-E365-2EF7-15F4-D9F347134C7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A8BC925-FE55-C71A-4D91-30044997BFFC}"/>
              </a:ext>
            </a:extLst>
          </p:cNvPr>
          <p:cNvSpPr>
            <a:spLocks noGrp="1"/>
          </p:cNvSpPr>
          <p:nvPr>
            <p:ph type="sldNum" sz="quarter" idx="5"/>
          </p:nvPr>
        </p:nvSpPr>
        <p:spPr/>
        <p:txBody>
          <a:bodyPr/>
          <a:lstStyle/>
          <a:p>
            <a:fld id="{5F818A67-DE81-4BE5-A09A-01BC8A96D5BB}" type="slidenum">
              <a:rPr lang="en-US" smtClean="0"/>
              <a:t>76</a:t>
            </a:fld>
            <a:endParaRPr lang="en-US"/>
          </a:p>
        </p:txBody>
      </p:sp>
    </p:spTree>
    <p:extLst>
      <p:ext uri="{BB962C8B-B14F-4D97-AF65-F5344CB8AC3E}">
        <p14:creationId xmlns:p14="http://schemas.microsoft.com/office/powerpoint/2010/main" val="323870003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53EEFA-6767-7DE5-73BC-9803AB66CE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7C5C53-58E1-1827-3BAE-E9A6AF699D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2A0172-4E9B-6C32-1D1E-611F2DD26A1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4C34E20-CF7A-9B56-F544-969BF5F68873}"/>
              </a:ext>
            </a:extLst>
          </p:cNvPr>
          <p:cNvSpPr>
            <a:spLocks noGrp="1"/>
          </p:cNvSpPr>
          <p:nvPr>
            <p:ph type="sldNum" sz="quarter" idx="5"/>
          </p:nvPr>
        </p:nvSpPr>
        <p:spPr/>
        <p:txBody>
          <a:bodyPr/>
          <a:lstStyle/>
          <a:p>
            <a:fld id="{5F818A67-DE81-4BE5-A09A-01BC8A96D5BB}" type="slidenum">
              <a:rPr lang="en-US" smtClean="0"/>
              <a:t>77</a:t>
            </a:fld>
            <a:endParaRPr lang="en-US"/>
          </a:p>
        </p:txBody>
      </p:sp>
    </p:spTree>
    <p:extLst>
      <p:ext uri="{BB962C8B-B14F-4D97-AF65-F5344CB8AC3E}">
        <p14:creationId xmlns:p14="http://schemas.microsoft.com/office/powerpoint/2010/main" val="62171114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9B74D0-D257-F9B9-CD0C-6765ECFE03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A018C6-19A7-3481-D59B-8F42C06776BB}"/>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8021FF3B-7D53-F946-9104-792F8C23A0BF}"/>
                  </a:ext>
                </a:extLst>
              </p:cNvPr>
              <p:cNvSpPr>
                <a:spLocks noGrp="1"/>
              </p:cNvSpPr>
              <p:nvPr>
                <p:ph type="body" idx="1"/>
              </p:nvPr>
            </p:nvSpPr>
            <p:spPr/>
            <p:txBody>
              <a:bodyPr/>
              <a:lstStyle/>
              <a:p>
                <a:r>
                  <a:rPr lang="es-ES" dirty="0" err="1"/>
                  <a:t>Algorithm</a:t>
                </a:r>
                <a:endParaRPr lang="es-ES" dirty="0"/>
              </a:p>
              <a:p>
                <a:pPr marL="171450" indent="-171450">
                  <a:buFont typeface="Arial" panose="020B0604020202020204" pitchFamily="34" charset="0"/>
                  <a:buChar char="•"/>
                </a:pPr>
                <a:r>
                  <a:rPr lang="es-ES" dirty="0" err="1"/>
                  <a:t>For</a:t>
                </a:r>
                <a:r>
                  <a:rPr lang="es-ES" dirty="0"/>
                  <a:t> </a:t>
                </a:r>
                <a:r>
                  <a:rPr lang="es-ES" dirty="0" err="1"/>
                  <a:t>each</a:t>
                </a:r>
                <a:r>
                  <a:rPr lang="es-ES" dirty="0"/>
                  <a:t> </a:t>
                </a:r>
                <a:r>
                  <a:rPr lang="es-ES" dirty="0" err="1"/>
                  <a:t>metabolite</a:t>
                </a:r>
                <a:r>
                  <a:rPr lang="es-ES" dirty="0"/>
                  <a:t> </a:t>
                </a:r>
                <a14:m>
                  <m:oMath xmlns:m="http://schemas.openxmlformats.org/officeDocument/2006/math">
                    <m:r>
                      <a:rPr lang="es-ES" sz="1200" i="1" kern="1200">
                        <a:solidFill>
                          <a:schemeClr val="tx1"/>
                        </a:solidFill>
                        <a:latin typeface="Cambria Math" panose="02040503050406030204" pitchFamily="18" charset="0"/>
                        <a:ea typeface="+mn-ea"/>
                        <a:cs typeface="+mn-cs"/>
                      </a:rPr>
                      <m:t>𝑚</m:t>
                    </m:r>
                  </m:oMath>
                </a14:m>
                <a:r>
                  <a:rPr lang="es-ES" dirty="0"/>
                  <a:t>, </a:t>
                </a:r>
                <a:r>
                  <a:rPr lang="es-ES" dirty="0" err="1"/>
                  <a:t>list</a:t>
                </a:r>
                <a:r>
                  <a:rPr lang="es-ES" dirty="0"/>
                  <a:t> </a:t>
                </a:r>
                <a:r>
                  <a:rPr lang="es-ES" dirty="0" err="1"/>
                  <a:t>producers</a:t>
                </a:r>
                <a:r>
                  <a:rPr lang="es-ES" dirty="0"/>
                  <a:t> </a:t>
                </a:r>
                <a14:m>
                  <m:oMath xmlns:m="http://schemas.openxmlformats.org/officeDocument/2006/math">
                    <m:r>
                      <a:rPr lang="es-ES" sz="1200" i="1" kern="1200">
                        <a:solidFill>
                          <a:schemeClr val="tx1"/>
                        </a:solidFill>
                        <a:latin typeface="Cambria Math" panose="02040503050406030204" pitchFamily="18" charset="0"/>
                        <a:ea typeface="+mn-ea"/>
                        <a:cs typeface="+mn-cs"/>
                      </a:rPr>
                      <m:t>𝑃</m:t>
                    </m:r>
                  </m:oMath>
                </a14:m>
                <a:r>
                  <a:rPr lang="es-ES" dirty="0"/>
                  <a:t>(</a:t>
                </a:r>
                <a:r>
                  <a:rPr lang="es-ES" dirty="0" err="1"/>
                  <a:t>reactions</a:t>
                </a:r>
                <a:r>
                  <a:rPr lang="es-ES" dirty="0"/>
                  <a:t> </a:t>
                </a:r>
                <a:r>
                  <a:rPr lang="es-ES" dirty="0" err="1"/>
                  <a:t>with</a:t>
                </a:r>
                <a:r>
                  <a:rPr lang="es-ES" dirty="0"/>
                  <a:t> </a:t>
                </a:r>
                <a14:m>
                  <m:oMath xmlns:m="http://schemas.openxmlformats.org/officeDocument/2006/math">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𝑆</m:t>
                        </m:r>
                      </m:e>
                      <m:sub>
                        <m:r>
                          <a:rPr lang="ar-AE" sz="1200" i="1" kern="1200">
                            <a:solidFill>
                              <a:schemeClr val="tx1"/>
                            </a:solidFill>
                            <a:latin typeface="Cambria Math" panose="02040503050406030204" pitchFamily="18" charset="0"/>
                            <a:ea typeface="+mn-ea"/>
                            <a:cs typeface="+mn-cs"/>
                          </a:rPr>
                          <m:t>𝑚</m:t>
                        </m:r>
                        <m:r>
                          <a:rPr lang="ar-AE" sz="1200" i="0" kern="1200">
                            <a:solidFill>
                              <a:schemeClr val="tx1"/>
                            </a:solidFill>
                            <a:latin typeface="Cambria Math" panose="02040503050406030204" pitchFamily="18" charset="0"/>
                            <a:ea typeface="+mn-ea"/>
                            <a:cs typeface="+mn-cs"/>
                          </a:rPr>
                          <m:t>,</m:t>
                        </m:r>
                        <m:r>
                          <a:rPr lang="ar-AE" sz="1200" i="1" kern="1200">
                            <a:solidFill>
                              <a:schemeClr val="tx1"/>
                            </a:solidFill>
                            <a:latin typeface="Cambria Math" panose="02040503050406030204" pitchFamily="18" charset="0"/>
                            <a:ea typeface="+mn-ea"/>
                            <a:cs typeface="+mn-cs"/>
                          </a:rPr>
                          <m:t>𝑗</m:t>
                        </m:r>
                      </m:sub>
                    </m:sSub>
                    <m:r>
                      <a:rPr lang="ar-AE" sz="1200" i="0" kern="1200">
                        <a:solidFill>
                          <a:schemeClr val="tx1"/>
                        </a:solidFill>
                        <a:latin typeface="Cambria Math" panose="02040503050406030204" pitchFamily="18" charset="0"/>
                        <a:ea typeface="+mn-ea"/>
                        <a:cs typeface="+mn-cs"/>
                      </a:rPr>
                      <m:t>&gt;0</m:t>
                    </m:r>
                  </m:oMath>
                </a14:m>
                <a:r>
                  <a:rPr lang="ar-AE" dirty="0"/>
                  <a:t>)</a:t>
                </a:r>
              </a:p>
              <a:p>
                <a:pPr marL="171450" indent="-171450">
                  <a:buFont typeface="Arial" panose="020B0604020202020204" pitchFamily="34" charset="0"/>
                  <a:buChar char="•"/>
                </a:pPr>
                <a:r>
                  <a:rPr lang="es-ES" dirty="0" err="1"/>
                  <a:t>List</a:t>
                </a:r>
                <a:r>
                  <a:rPr lang="es-ES" dirty="0"/>
                  <a:t> </a:t>
                </a:r>
                <a:r>
                  <a:rPr lang="es-ES" dirty="0" err="1"/>
                  <a:t>consumers</a:t>
                </a:r>
                <a:r>
                  <a:rPr lang="es-ES" dirty="0"/>
                  <a:t> </a:t>
                </a:r>
                <a14:m>
                  <m:oMath xmlns:m="http://schemas.openxmlformats.org/officeDocument/2006/math">
                    <m:r>
                      <a:rPr lang="es-ES" sz="1200" i="1" kern="1200">
                        <a:solidFill>
                          <a:schemeClr val="tx1"/>
                        </a:solidFill>
                        <a:latin typeface="Cambria Math" panose="02040503050406030204" pitchFamily="18" charset="0"/>
                        <a:ea typeface="+mn-ea"/>
                        <a:cs typeface="+mn-cs"/>
                      </a:rPr>
                      <m:t>𝐶</m:t>
                    </m:r>
                  </m:oMath>
                </a14:m>
                <a:r>
                  <a:rPr lang="es-ES" dirty="0"/>
                  <a:t>(</a:t>
                </a:r>
                <a:r>
                  <a:rPr lang="es-ES" dirty="0" err="1"/>
                  <a:t>reactions</a:t>
                </a:r>
                <a:r>
                  <a:rPr lang="es-ES" dirty="0"/>
                  <a:t> </a:t>
                </a:r>
                <a:r>
                  <a:rPr lang="es-ES" dirty="0" err="1"/>
                  <a:t>with</a:t>
                </a:r>
                <a:r>
                  <a:rPr lang="es-ES" dirty="0"/>
                  <a:t> </a:t>
                </a:r>
                <a14:m>
                  <m:oMath xmlns:m="http://schemas.openxmlformats.org/officeDocument/2006/math">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𝑆</m:t>
                        </m:r>
                      </m:e>
                      <m:sub>
                        <m:r>
                          <a:rPr lang="ar-AE" sz="1200" i="1" kern="1200">
                            <a:solidFill>
                              <a:schemeClr val="tx1"/>
                            </a:solidFill>
                            <a:latin typeface="Cambria Math" panose="02040503050406030204" pitchFamily="18" charset="0"/>
                            <a:ea typeface="+mn-ea"/>
                            <a:cs typeface="+mn-cs"/>
                          </a:rPr>
                          <m:t>𝑚</m:t>
                        </m:r>
                        <m:r>
                          <a:rPr lang="ar-AE" sz="1200" i="0" kern="1200">
                            <a:solidFill>
                              <a:schemeClr val="tx1"/>
                            </a:solidFill>
                            <a:latin typeface="Cambria Math" panose="02040503050406030204" pitchFamily="18" charset="0"/>
                            <a:ea typeface="+mn-ea"/>
                            <a:cs typeface="+mn-cs"/>
                          </a:rPr>
                          <m:t>,</m:t>
                        </m:r>
                        <m:r>
                          <a:rPr lang="ar-AE" sz="1200" i="1" kern="1200">
                            <a:solidFill>
                              <a:schemeClr val="tx1"/>
                            </a:solidFill>
                            <a:latin typeface="Cambria Math" panose="02040503050406030204" pitchFamily="18" charset="0"/>
                            <a:ea typeface="+mn-ea"/>
                            <a:cs typeface="+mn-cs"/>
                          </a:rPr>
                          <m:t>𝑗</m:t>
                        </m:r>
                      </m:sub>
                    </m:sSub>
                    <m:r>
                      <a:rPr lang="ar-AE" sz="1200" i="0" kern="1200">
                        <a:solidFill>
                          <a:schemeClr val="tx1"/>
                        </a:solidFill>
                        <a:latin typeface="Cambria Math" panose="02040503050406030204" pitchFamily="18" charset="0"/>
                        <a:ea typeface="+mn-ea"/>
                        <a:cs typeface="+mn-cs"/>
                      </a:rPr>
                      <m:t>&lt;0</m:t>
                    </m:r>
                  </m:oMath>
                </a14:m>
                <a:r>
                  <a:rPr lang="ar-AE" dirty="0"/>
                  <a:t>)</a:t>
                </a:r>
              </a:p>
              <a:p>
                <a:pPr marL="171450" indent="-171450">
                  <a:buFont typeface="Arial" panose="020B0604020202020204" pitchFamily="34" charset="0"/>
                  <a:buChar char="•"/>
                </a:pPr>
                <a:r>
                  <a:rPr lang="es-ES" dirty="0" err="1"/>
                  <a:t>If</a:t>
                </a:r>
                <a:r>
                  <a:rPr lang="es-ES" dirty="0"/>
                  <a:t> </a:t>
                </a:r>
                <a14:m>
                  <m:oMath xmlns:m="http://schemas.openxmlformats.org/officeDocument/2006/math">
                    <m:r>
                      <a:rPr lang="es-ES" sz="1200" kern="1200">
                        <a:solidFill>
                          <a:schemeClr val="tx1"/>
                        </a:solidFill>
                        <a:latin typeface="Cambria Math" panose="02040503050406030204" pitchFamily="18" charset="0"/>
                        <a:ea typeface="+mn-ea"/>
                        <a:cs typeface="+mn-cs"/>
                      </a:rPr>
                      <m:t>∣</m:t>
                    </m:r>
                    <m:r>
                      <a:rPr lang="es-ES" sz="1200" i="1" kern="1200">
                        <a:solidFill>
                          <a:schemeClr val="tx1"/>
                        </a:solidFill>
                        <a:latin typeface="Cambria Math" panose="02040503050406030204" pitchFamily="18" charset="0"/>
                        <a:ea typeface="+mn-ea"/>
                        <a:cs typeface="+mn-cs"/>
                      </a:rPr>
                      <m:t>𝑃</m:t>
                    </m:r>
                    <m:r>
                      <a:rPr lang="es-ES" sz="1200" i="0" kern="1200">
                        <a:solidFill>
                          <a:schemeClr val="tx1"/>
                        </a:solidFill>
                        <a:latin typeface="Cambria Math" panose="02040503050406030204" pitchFamily="18" charset="0"/>
                        <a:ea typeface="+mn-ea"/>
                        <a:cs typeface="+mn-cs"/>
                      </a:rPr>
                      <m:t>∣≥2</m:t>
                    </m:r>
                  </m:oMath>
                </a14:m>
                <a:r>
                  <a:rPr lang="es-ES" dirty="0"/>
                  <a:t>and </a:t>
                </a:r>
                <a14:m>
                  <m:oMath xmlns:m="http://schemas.openxmlformats.org/officeDocument/2006/math">
                    <m:r>
                      <a:rPr lang="es-ES" sz="1200" kern="1200">
                        <a:solidFill>
                          <a:schemeClr val="tx1"/>
                        </a:solidFill>
                        <a:latin typeface="Cambria Math" panose="02040503050406030204" pitchFamily="18" charset="0"/>
                        <a:ea typeface="+mn-ea"/>
                        <a:cs typeface="+mn-cs"/>
                      </a:rPr>
                      <m:t>∣</m:t>
                    </m:r>
                    <m:r>
                      <a:rPr lang="es-ES" sz="1200" i="1" kern="1200">
                        <a:solidFill>
                          <a:schemeClr val="tx1"/>
                        </a:solidFill>
                        <a:latin typeface="Cambria Math" panose="02040503050406030204" pitchFamily="18" charset="0"/>
                        <a:ea typeface="+mn-ea"/>
                        <a:cs typeface="+mn-cs"/>
                      </a:rPr>
                      <m:t>𝐶</m:t>
                    </m:r>
                    <m:r>
                      <a:rPr lang="es-ES" sz="1200" i="0" kern="1200">
                        <a:solidFill>
                          <a:schemeClr val="tx1"/>
                        </a:solidFill>
                        <a:latin typeface="Cambria Math" panose="02040503050406030204" pitchFamily="18" charset="0"/>
                        <a:ea typeface="+mn-ea"/>
                        <a:cs typeface="+mn-cs"/>
                      </a:rPr>
                      <m:t>∣≥1</m:t>
                    </m:r>
                  </m:oMath>
                </a14:m>
                <a:r>
                  <a:rPr lang="es-ES" dirty="0"/>
                  <a:t>, </a:t>
                </a:r>
                <a:r>
                  <a:rPr lang="es-ES" dirty="0" err="1"/>
                  <a:t>check</a:t>
                </a:r>
                <a:r>
                  <a:rPr lang="es-ES" dirty="0"/>
                  <a:t> candidate outputs </a:t>
                </a:r>
                <a14:m>
                  <m:oMath xmlns:m="http://schemas.openxmlformats.org/officeDocument/2006/math">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𝑟</m:t>
                        </m:r>
                      </m:e>
                      <m:sub>
                        <m:r>
                          <a:rPr lang="ar-AE" sz="1200" i="0" kern="1200">
                            <a:solidFill>
                              <a:schemeClr val="tx1"/>
                            </a:solidFill>
                            <a:latin typeface="Cambria Math" panose="02040503050406030204" pitchFamily="18" charset="0"/>
                            <a:ea typeface="+mn-ea"/>
                            <a:cs typeface="+mn-cs"/>
                          </a:rPr>
                          <m:t>3</m:t>
                        </m:r>
                      </m:sub>
                    </m:sSub>
                    <m:r>
                      <a:rPr lang="ar-AE" sz="1200" i="0" kern="1200">
                        <a:solidFill>
                          <a:schemeClr val="tx1"/>
                        </a:solidFill>
                        <a:latin typeface="Cambria Math" panose="02040503050406030204" pitchFamily="18" charset="0"/>
                        <a:ea typeface="+mn-ea"/>
                        <a:cs typeface="+mn-cs"/>
                      </a:rPr>
                      <m:t>∈</m:t>
                    </m:r>
                    <m:r>
                      <a:rPr lang="ar-AE" sz="1200" i="1" kern="1200">
                        <a:solidFill>
                          <a:schemeClr val="tx1"/>
                        </a:solidFill>
                        <a:latin typeface="Cambria Math" panose="02040503050406030204" pitchFamily="18" charset="0"/>
                        <a:ea typeface="+mn-ea"/>
                        <a:cs typeface="+mn-cs"/>
                      </a:rPr>
                      <m:t>𝐶</m:t>
                    </m:r>
                  </m:oMath>
                </a14:m>
                <a:endParaRPr lang="ar-AE" dirty="0"/>
              </a:p>
              <a:p>
                <a:pPr marL="171450" indent="-171450">
                  <a:buFont typeface="Arial" panose="020B0604020202020204" pitchFamily="34" charset="0"/>
                  <a:buChar char="•"/>
                </a:pPr>
                <a:r>
                  <a:rPr lang="es-ES" dirty="0" err="1"/>
                  <a:t>Prefer</a:t>
                </a:r>
                <a:r>
                  <a:rPr lang="es-ES" dirty="0"/>
                  <a:t> cases </a:t>
                </a:r>
                <a:r>
                  <a:rPr lang="es-ES" dirty="0" err="1"/>
                  <a:t>where</a:t>
                </a:r>
                <a:r>
                  <a:rPr lang="es-ES" dirty="0"/>
                  <a:t> </a:t>
                </a:r>
                <a14:m>
                  <m:oMath xmlns:m="http://schemas.openxmlformats.org/officeDocument/2006/math">
                    <m:r>
                      <a:rPr lang="es-ES" sz="1200" i="1" kern="1200">
                        <a:solidFill>
                          <a:schemeClr val="tx1"/>
                        </a:solidFill>
                        <a:latin typeface="Cambria Math" panose="02040503050406030204" pitchFamily="18" charset="0"/>
                        <a:ea typeface="+mn-ea"/>
                        <a:cs typeface="+mn-cs"/>
                      </a:rPr>
                      <m:t>𝑚</m:t>
                    </m:r>
                  </m:oMath>
                </a14:m>
                <a:r>
                  <a:rPr lang="es-ES" dirty="0"/>
                  <a:t>has </a:t>
                </a:r>
                <a:r>
                  <a:rPr lang="es-ES" b="1" dirty="0" err="1"/>
                  <a:t>exactly</a:t>
                </a:r>
                <a:r>
                  <a:rPr lang="es-ES" dirty="0"/>
                  <a:t> 2 </a:t>
                </a:r>
                <a:r>
                  <a:rPr lang="es-ES" dirty="0" err="1"/>
                  <a:t>producers</a:t>
                </a:r>
                <a:r>
                  <a:rPr lang="es-ES" dirty="0"/>
                  <a:t> and 1 </a:t>
                </a:r>
                <a:r>
                  <a:rPr lang="es-ES" dirty="0" err="1"/>
                  <a:t>consumer</a:t>
                </a:r>
                <a:r>
                  <a:rPr lang="es-ES" dirty="0"/>
                  <a:t> (</a:t>
                </a:r>
                <a:r>
                  <a:rPr lang="es-ES" dirty="0" err="1"/>
                  <a:t>tightest</a:t>
                </a:r>
                <a:r>
                  <a:rPr lang="es-ES" dirty="0"/>
                  <a:t> “</a:t>
                </a:r>
                <a:r>
                  <a:rPr lang="es-ES" dirty="0" err="1"/>
                  <a:t>adder</a:t>
                </a:r>
                <a:r>
                  <a:rPr lang="es-ES" dirty="0"/>
                  <a:t>”)</a:t>
                </a:r>
              </a:p>
              <a:p>
                <a:pPr marL="171450" indent="-171450">
                  <a:buFont typeface="Arial" panose="020B0604020202020204" pitchFamily="34" charset="0"/>
                  <a:buChar char="•"/>
                </a:pPr>
                <a:r>
                  <a:rPr lang="es-ES" dirty="0" err="1"/>
                  <a:t>Intersect</a:t>
                </a:r>
                <a:r>
                  <a:rPr lang="es-ES" dirty="0"/>
                  <a:t> </a:t>
                </a:r>
                <a:r>
                  <a:rPr lang="es-ES" dirty="0" err="1"/>
                  <a:t>producers</a:t>
                </a:r>
                <a:r>
                  <a:rPr lang="es-ES" dirty="0"/>
                  <a:t> </a:t>
                </a:r>
                <a:r>
                  <a:rPr lang="es-ES" dirty="0" err="1"/>
                  <a:t>with</a:t>
                </a:r>
                <a:r>
                  <a:rPr lang="es-ES" dirty="0"/>
                  <a:t> </a:t>
                </a:r>
                <a:r>
                  <a:rPr lang="es-ES" dirty="0" err="1"/>
                  <a:t>your</a:t>
                </a:r>
                <a:r>
                  <a:rPr lang="es-ES" dirty="0"/>
                  <a:t> </a:t>
                </a:r>
                <a:r>
                  <a:rPr lang="es-ES" b="1" dirty="0"/>
                  <a:t>single-gene </a:t>
                </a:r>
                <a:r>
                  <a:rPr lang="es-ES" b="1" dirty="0" err="1"/>
                  <a:t>reaction</a:t>
                </a:r>
                <a:r>
                  <a:rPr lang="es-ES" b="1" dirty="0"/>
                  <a:t> </a:t>
                </a:r>
                <a:r>
                  <a:rPr lang="es-ES" b="1" dirty="0" err="1"/>
                  <a:t>list</a:t>
                </a:r>
                <a:r>
                  <a:rPr lang="es-ES" dirty="0"/>
                  <a:t> (</a:t>
                </a:r>
                <a:r>
                  <a:rPr lang="es-ES" dirty="0" err="1"/>
                  <a:t>your</a:t>
                </a:r>
                <a:r>
                  <a:rPr lang="es-ES" dirty="0"/>
                  <a:t> </a:t>
                </a:r>
                <a:r>
                  <a:rPr lang="es-ES" dirty="0" err="1"/>
                  <a:t>current</a:t>
                </a:r>
                <a:r>
                  <a:rPr lang="es-ES" dirty="0"/>
                  <a:t> </a:t>
                </a:r>
                <a:r>
                  <a:rPr lang="es-ES" dirty="0" err="1"/>
                  <a:t>code</a:t>
                </a:r>
                <a:r>
                  <a:rPr lang="es-ES" dirty="0"/>
                  <a:t> </a:t>
                </a:r>
                <a:r>
                  <a:rPr lang="es-ES" dirty="0" err="1"/>
                  <a:t>already</a:t>
                </a:r>
                <a:r>
                  <a:rPr lang="es-ES" dirty="0"/>
                  <a:t> </a:t>
                </a:r>
                <a:r>
                  <a:rPr lang="es-ES" dirty="0" err="1"/>
                  <a:t>gives</a:t>
                </a:r>
                <a:r>
                  <a:rPr lang="es-ES" dirty="0"/>
                  <a:t> </a:t>
                </a:r>
                <a:r>
                  <a:rPr lang="es-ES" dirty="0" err="1"/>
                  <a:t>that</a:t>
                </a:r>
                <a:r>
                  <a:rPr lang="es-ES" dirty="0"/>
                  <a:t>)</a:t>
                </a:r>
              </a:p>
              <a:p>
                <a:endParaRPr lang="en-US" dirty="0"/>
              </a:p>
            </p:txBody>
          </p:sp>
        </mc:Choice>
        <mc:Fallback xmlns="">
          <p:sp>
            <p:nvSpPr>
              <p:cNvPr id="3" name="Notes Placeholder 2">
                <a:extLst>
                  <a:ext uri="{FF2B5EF4-FFF2-40B4-BE49-F238E27FC236}">
                    <a16:creationId xmlns:a16="http://schemas.microsoft.com/office/drawing/2014/main" id="{8021FF3B-7D53-F946-9104-792F8C23A0BF}"/>
                  </a:ext>
                </a:extLst>
              </p:cNvPr>
              <p:cNvSpPr>
                <a:spLocks noGrp="1"/>
              </p:cNvSpPr>
              <p:nvPr>
                <p:ph type="body" idx="1"/>
              </p:nvPr>
            </p:nvSpPr>
            <p:spPr/>
            <p:txBody>
              <a:bodyPr/>
              <a:lstStyle/>
              <a:p>
                <a:r>
                  <a:rPr lang="es-ES" dirty="0" err="1"/>
                  <a:t>Algorithm</a:t>
                </a:r>
                <a:endParaRPr lang="es-ES" dirty="0"/>
              </a:p>
              <a:p>
                <a:pPr marL="171450" indent="-171450">
                  <a:buFont typeface="Arial" panose="020B0604020202020204" pitchFamily="34" charset="0"/>
                  <a:buChar char="•"/>
                </a:pPr>
                <a:r>
                  <a:rPr lang="es-ES" dirty="0" err="1"/>
                  <a:t>For</a:t>
                </a:r>
                <a:r>
                  <a:rPr lang="es-ES" dirty="0"/>
                  <a:t> </a:t>
                </a:r>
                <a:r>
                  <a:rPr lang="es-ES" dirty="0" err="1"/>
                  <a:t>each</a:t>
                </a:r>
                <a:r>
                  <a:rPr lang="es-ES" dirty="0"/>
                  <a:t> </a:t>
                </a:r>
                <a:r>
                  <a:rPr lang="es-ES" dirty="0" err="1"/>
                  <a:t>metabolite</a:t>
                </a:r>
                <a:r>
                  <a:rPr lang="es-ES" dirty="0"/>
                  <a:t> </a:t>
                </a:r>
                <a:r>
                  <a:rPr lang="es-ES" sz="1200" i="0" kern="1200">
                    <a:solidFill>
                      <a:schemeClr val="tx1"/>
                    </a:solidFill>
                    <a:latin typeface="Cambria Math" panose="02040503050406030204" pitchFamily="18" charset="0"/>
                    <a:ea typeface="+mn-ea"/>
                    <a:cs typeface="+mn-cs"/>
                  </a:rPr>
                  <a:t>𝑚</a:t>
                </a:r>
                <a:r>
                  <a:rPr lang="es-ES" dirty="0"/>
                  <a:t>, </a:t>
                </a:r>
                <a:r>
                  <a:rPr lang="es-ES" dirty="0" err="1"/>
                  <a:t>list</a:t>
                </a:r>
                <a:r>
                  <a:rPr lang="es-ES" dirty="0"/>
                  <a:t> </a:t>
                </a:r>
                <a:r>
                  <a:rPr lang="es-ES" dirty="0" err="1"/>
                  <a:t>producers</a:t>
                </a:r>
                <a:r>
                  <a:rPr lang="es-ES" dirty="0"/>
                  <a:t> </a:t>
                </a:r>
                <a:r>
                  <a:rPr lang="es-ES" sz="1200" i="0" kern="1200">
                    <a:solidFill>
                      <a:schemeClr val="tx1"/>
                    </a:solidFill>
                    <a:latin typeface="Cambria Math" panose="02040503050406030204" pitchFamily="18" charset="0"/>
                    <a:ea typeface="+mn-ea"/>
                    <a:cs typeface="+mn-cs"/>
                  </a:rPr>
                  <a:t>𝑃</a:t>
                </a:r>
                <a:r>
                  <a:rPr lang="es-ES" dirty="0"/>
                  <a:t>(</a:t>
                </a:r>
                <a:r>
                  <a:rPr lang="es-ES" dirty="0" err="1"/>
                  <a:t>reactions</a:t>
                </a:r>
                <a:r>
                  <a:rPr lang="es-ES" dirty="0"/>
                  <a:t> </a:t>
                </a:r>
                <a:r>
                  <a:rPr lang="es-ES" dirty="0" err="1"/>
                  <a:t>with</a:t>
                </a:r>
                <a:r>
                  <a:rPr lang="es-ES" dirty="0"/>
                  <a:t> </a:t>
                </a:r>
                <a:r>
                  <a:rPr lang="ar-AE" sz="1200" i="0" kern="1200">
                    <a:solidFill>
                      <a:schemeClr val="tx1"/>
                    </a:solidFill>
                    <a:latin typeface="Cambria Math" panose="02040503050406030204" pitchFamily="18" charset="0"/>
                    <a:ea typeface="+mn-ea"/>
                    <a:cs typeface="+mn-cs"/>
                  </a:rPr>
                  <a:t>𝑆_(𝑚,𝑗)&gt;0</a:t>
                </a:r>
                <a:r>
                  <a:rPr lang="ar-AE" dirty="0"/>
                  <a:t>)</a:t>
                </a:r>
              </a:p>
              <a:p>
                <a:pPr marL="171450" indent="-171450">
                  <a:buFont typeface="Arial" panose="020B0604020202020204" pitchFamily="34" charset="0"/>
                  <a:buChar char="•"/>
                </a:pPr>
                <a:r>
                  <a:rPr lang="es-ES" dirty="0" err="1"/>
                  <a:t>List</a:t>
                </a:r>
                <a:r>
                  <a:rPr lang="es-ES" dirty="0"/>
                  <a:t> </a:t>
                </a:r>
                <a:r>
                  <a:rPr lang="es-ES" dirty="0" err="1"/>
                  <a:t>consumers</a:t>
                </a:r>
                <a:r>
                  <a:rPr lang="es-ES" dirty="0"/>
                  <a:t> </a:t>
                </a:r>
                <a:r>
                  <a:rPr lang="es-ES" sz="1200" i="0" kern="1200">
                    <a:solidFill>
                      <a:schemeClr val="tx1"/>
                    </a:solidFill>
                    <a:latin typeface="Cambria Math" panose="02040503050406030204" pitchFamily="18" charset="0"/>
                    <a:ea typeface="+mn-ea"/>
                    <a:cs typeface="+mn-cs"/>
                  </a:rPr>
                  <a:t>𝐶</a:t>
                </a:r>
                <a:r>
                  <a:rPr lang="es-ES" dirty="0"/>
                  <a:t>(</a:t>
                </a:r>
                <a:r>
                  <a:rPr lang="es-ES" dirty="0" err="1"/>
                  <a:t>reactions</a:t>
                </a:r>
                <a:r>
                  <a:rPr lang="es-ES" dirty="0"/>
                  <a:t> </a:t>
                </a:r>
                <a:r>
                  <a:rPr lang="es-ES" dirty="0" err="1"/>
                  <a:t>with</a:t>
                </a:r>
                <a:r>
                  <a:rPr lang="es-ES" dirty="0"/>
                  <a:t> </a:t>
                </a:r>
                <a:r>
                  <a:rPr lang="ar-AE" sz="1200" i="0" kern="1200">
                    <a:solidFill>
                      <a:schemeClr val="tx1"/>
                    </a:solidFill>
                    <a:latin typeface="Cambria Math" panose="02040503050406030204" pitchFamily="18" charset="0"/>
                    <a:ea typeface="+mn-ea"/>
                    <a:cs typeface="+mn-cs"/>
                  </a:rPr>
                  <a:t>𝑆_(𝑚,𝑗)&lt;0</a:t>
                </a:r>
                <a:r>
                  <a:rPr lang="ar-AE" dirty="0"/>
                  <a:t>)</a:t>
                </a:r>
              </a:p>
              <a:p>
                <a:pPr marL="171450" indent="-171450">
                  <a:buFont typeface="Arial" panose="020B0604020202020204" pitchFamily="34" charset="0"/>
                  <a:buChar char="•"/>
                </a:pPr>
                <a:r>
                  <a:rPr lang="es-ES" dirty="0" err="1"/>
                  <a:t>If</a:t>
                </a:r>
                <a:r>
                  <a:rPr lang="es-ES" dirty="0"/>
                  <a:t> </a:t>
                </a:r>
                <a:r>
                  <a:rPr lang="es-ES" sz="1200" i="0" kern="1200">
                    <a:solidFill>
                      <a:schemeClr val="tx1"/>
                    </a:solidFill>
                    <a:latin typeface="Cambria Math" panose="02040503050406030204" pitchFamily="18" charset="0"/>
                    <a:ea typeface="+mn-ea"/>
                    <a:cs typeface="+mn-cs"/>
                  </a:rPr>
                  <a:t>∣𝑃∣≥2</a:t>
                </a:r>
                <a:r>
                  <a:rPr lang="es-ES" dirty="0"/>
                  <a:t>and </a:t>
                </a:r>
                <a:r>
                  <a:rPr lang="es-ES" sz="1200" i="0" kern="1200">
                    <a:solidFill>
                      <a:schemeClr val="tx1"/>
                    </a:solidFill>
                    <a:latin typeface="Cambria Math" panose="02040503050406030204" pitchFamily="18" charset="0"/>
                    <a:ea typeface="+mn-ea"/>
                    <a:cs typeface="+mn-cs"/>
                  </a:rPr>
                  <a:t>∣𝐶∣≥1</a:t>
                </a:r>
                <a:r>
                  <a:rPr lang="es-ES" dirty="0"/>
                  <a:t>, </a:t>
                </a:r>
                <a:r>
                  <a:rPr lang="es-ES" dirty="0" err="1"/>
                  <a:t>check</a:t>
                </a:r>
                <a:r>
                  <a:rPr lang="es-ES" dirty="0"/>
                  <a:t> candidate outputs </a:t>
                </a:r>
                <a:r>
                  <a:rPr lang="ar-AE" sz="1200" i="0" kern="1200">
                    <a:solidFill>
                      <a:schemeClr val="tx1"/>
                    </a:solidFill>
                    <a:latin typeface="Cambria Math" panose="02040503050406030204" pitchFamily="18" charset="0"/>
                    <a:ea typeface="+mn-ea"/>
                    <a:cs typeface="+mn-cs"/>
                  </a:rPr>
                  <a:t>𝑟_3∈𝐶</a:t>
                </a:r>
                <a:endParaRPr lang="ar-AE" dirty="0"/>
              </a:p>
              <a:p>
                <a:pPr marL="171450" indent="-171450">
                  <a:buFont typeface="Arial" panose="020B0604020202020204" pitchFamily="34" charset="0"/>
                  <a:buChar char="•"/>
                </a:pPr>
                <a:r>
                  <a:rPr lang="es-ES" dirty="0" err="1"/>
                  <a:t>Prefer</a:t>
                </a:r>
                <a:r>
                  <a:rPr lang="es-ES" dirty="0"/>
                  <a:t> cases </a:t>
                </a:r>
                <a:r>
                  <a:rPr lang="es-ES" dirty="0" err="1"/>
                  <a:t>where</a:t>
                </a:r>
                <a:r>
                  <a:rPr lang="es-ES" dirty="0"/>
                  <a:t> </a:t>
                </a:r>
                <a:r>
                  <a:rPr lang="es-ES" sz="1200" i="0" kern="1200">
                    <a:solidFill>
                      <a:schemeClr val="tx1"/>
                    </a:solidFill>
                    <a:latin typeface="Cambria Math" panose="02040503050406030204" pitchFamily="18" charset="0"/>
                    <a:ea typeface="+mn-ea"/>
                    <a:cs typeface="+mn-cs"/>
                  </a:rPr>
                  <a:t>𝑚</a:t>
                </a:r>
                <a:r>
                  <a:rPr lang="es-ES" dirty="0"/>
                  <a:t>has </a:t>
                </a:r>
                <a:r>
                  <a:rPr lang="es-ES" b="1" dirty="0" err="1"/>
                  <a:t>exactly</a:t>
                </a:r>
                <a:r>
                  <a:rPr lang="es-ES" dirty="0"/>
                  <a:t> 2 </a:t>
                </a:r>
                <a:r>
                  <a:rPr lang="es-ES" dirty="0" err="1"/>
                  <a:t>producers</a:t>
                </a:r>
                <a:r>
                  <a:rPr lang="es-ES" dirty="0"/>
                  <a:t> and 1 </a:t>
                </a:r>
                <a:r>
                  <a:rPr lang="es-ES" dirty="0" err="1"/>
                  <a:t>consumer</a:t>
                </a:r>
                <a:r>
                  <a:rPr lang="es-ES" dirty="0"/>
                  <a:t> (</a:t>
                </a:r>
                <a:r>
                  <a:rPr lang="es-ES" dirty="0" err="1"/>
                  <a:t>tightest</a:t>
                </a:r>
                <a:r>
                  <a:rPr lang="es-ES" dirty="0"/>
                  <a:t> “</a:t>
                </a:r>
                <a:r>
                  <a:rPr lang="es-ES" dirty="0" err="1"/>
                  <a:t>adder</a:t>
                </a:r>
                <a:r>
                  <a:rPr lang="es-ES" dirty="0"/>
                  <a:t>”)</a:t>
                </a:r>
              </a:p>
              <a:p>
                <a:pPr marL="171450" indent="-171450">
                  <a:buFont typeface="Arial" panose="020B0604020202020204" pitchFamily="34" charset="0"/>
                  <a:buChar char="•"/>
                </a:pPr>
                <a:r>
                  <a:rPr lang="es-ES" dirty="0" err="1"/>
                  <a:t>Intersect</a:t>
                </a:r>
                <a:r>
                  <a:rPr lang="es-ES" dirty="0"/>
                  <a:t> </a:t>
                </a:r>
                <a:r>
                  <a:rPr lang="es-ES" dirty="0" err="1"/>
                  <a:t>producers</a:t>
                </a:r>
                <a:r>
                  <a:rPr lang="es-ES" dirty="0"/>
                  <a:t> </a:t>
                </a:r>
                <a:r>
                  <a:rPr lang="es-ES" dirty="0" err="1"/>
                  <a:t>with</a:t>
                </a:r>
                <a:r>
                  <a:rPr lang="es-ES" dirty="0"/>
                  <a:t> </a:t>
                </a:r>
                <a:r>
                  <a:rPr lang="es-ES" dirty="0" err="1"/>
                  <a:t>your</a:t>
                </a:r>
                <a:r>
                  <a:rPr lang="es-ES" dirty="0"/>
                  <a:t> </a:t>
                </a:r>
                <a:r>
                  <a:rPr lang="es-ES" b="1" dirty="0"/>
                  <a:t>single-gene </a:t>
                </a:r>
                <a:r>
                  <a:rPr lang="es-ES" b="1" dirty="0" err="1"/>
                  <a:t>reaction</a:t>
                </a:r>
                <a:r>
                  <a:rPr lang="es-ES" b="1" dirty="0"/>
                  <a:t> </a:t>
                </a:r>
                <a:r>
                  <a:rPr lang="es-ES" b="1" dirty="0" err="1"/>
                  <a:t>list</a:t>
                </a:r>
                <a:r>
                  <a:rPr lang="es-ES" dirty="0"/>
                  <a:t> (</a:t>
                </a:r>
                <a:r>
                  <a:rPr lang="es-ES" dirty="0" err="1"/>
                  <a:t>your</a:t>
                </a:r>
                <a:r>
                  <a:rPr lang="es-ES" dirty="0"/>
                  <a:t> </a:t>
                </a:r>
                <a:r>
                  <a:rPr lang="es-ES" dirty="0" err="1"/>
                  <a:t>current</a:t>
                </a:r>
                <a:r>
                  <a:rPr lang="es-ES" dirty="0"/>
                  <a:t> </a:t>
                </a:r>
                <a:r>
                  <a:rPr lang="es-ES" dirty="0" err="1"/>
                  <a:t>code</a:t>
                </a:r>
                <a:r>
                  <a:rPr lang="es-ES" dirty="0"/>
                  <a:t> </a:t>
                </a:r>
                <a:r>
                  <a:rPr lang="es-ES" dirty="0" err="1"/>
                  <a:t>already</a:t>
                </a:r>
                <a:r>
                  <a:rPr lang="es-ES" dirty="0"/>
                  <a:t> </a:t>
                </a:r>
                <a:r>
                  <a:rPr lang="es-ES" dirty="0" err="1"/>
                  <a:t>gives</a:t>
                </a:r>
                <a:r>
                  <a:rPr lang="es-ES" dirty="0"/>
                  <a:t> </a:t>
                </a:r>
                <a:r>
                  <a:rPr lang="es-ES" dirty="0" err="1"/>
                  <a:t>that</a:t>
                </a:r>
                <a:r>
                  <a:rPr lang="es-ES" dirty="0"/>
                  <a:t>)</a:t>
                </a:r>
              </a:p>
              <a:p>
                <a:endParaRPr lang="en-US" dirty="0"/>
              </a:p>
            </p:txBody>
          </p:sp>
        </mc:Fallback>
      </mc:AlternateContent>
      <p:sp>
        <p:nvSpPr>
          <p:cNvPr id="4" name="Slide Number Placeholder 3">
            <a:extLst>
              <a:ext uri="{FF2B5EF4-FFF2-40B4-BE49-F238E27FC236}">
                <a16:creationId xmlns:a16="http://schemas.microsoft.com/office/drawing/2014/main" id="{9E05FD10-FB96-52C6-AA1E-F40F398D9E8D}"/>
              </a:ext>
            </a:extLst>
          </p:cNvPr>
          <p:cNvSpPr>
            <a:spLocks noGrp="1"/>
          </p:cNvSpPr>
          <p:nvPr>
            <p:ph type="sldNum" sz="quarter" idx="5"/>
          </p:nvPr>
        </p:nvSpPr>
        <p:spPr/>
        <p:txBody>
          <a:bodyPr/>
          <a:lstStyle/>
          <a:p>
            <a:fld id="{5F818A67-DE81-4BE5-A09A-01BC8A96D5BB}" type="slidenum">
              <a:rPr lang="en-US" smtClean="0"/>
              <a:t>79</a:t>
            </a:fld>
            <a:endParaRPr lang="en-US"/>
          </a:p>
        </p:txBody>
      </p:sp>
    </p:spTree>
    <p:extLst>
      <p:ext uri="{BB962C8B-B14F-4D97-AF65-F5344CB8AC3E}">
        <p14:creationId xmlns:p14="http://schemas.microsoft.com/office/powerpoint/2010/main" val="127378218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4BB26F-9AFE-5470-7D6D-5C520D4E6B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4B700E-64FC-BCF3-7CEF-E10B7DC1923B}"/>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21EECFA1-5399-3134-1367-0B37BE108452}"/>
                  </a:ext>
                </a:extLst>
              </p:cNvPr>
              <p:cNvSpPr>
                <a:spLocks noGrp="1"/>
              </p:cNvSpPr>
              <p:nvPr>
                <p:ph type="body" idx="1"/>
              </p:nvPr>
            </p:nvSpPr>
            <p:spPr/>
            <p:txBody>
              <a:bodyPr/>
              <a:lstStyle/>
              <a:p>
                <a:r>
                  <a:rPr lang="es-ES" dirty="0" err="1"/>
                  <a:t>Algorithm</a:t>
                </a:r>
                <a:endParaRPr lang="es-ES" dirty="0"/>
              </a:p>
              <a:p>
                <a:pPr marL="171450" indent="-171450">
                  <a:buFont typeface="Arial" panose="020B0604020202020204" pitchFamily="34" charset="0"/>
                  <a:buChar char="•"/>
                </a:pPr>
                <a:r>
                  <a:rPr lang="es-ES" dirty="0" err="1"/>
                  <a:t>For</a:t>
                </a:r>
                <a:r>
                  <a:rPr lang="es-ES" dirty="0"/>
                  <a:t> </a:t>
                </a:r>
                <a:r>
                  <a:rPr lang="es-ES" dirty="0" err="1"/>
                  <a:t>each</a:t>
                </a:r>
                <a:r>
                  <a:rPr lang="es-ES" dirty="0"/>
                  <a:t> </a:t>
                </a:r>
                <a:r>
                  <a:rPr lang="es-ES" dirty="0" err="1"/>
                  <a:t>metabolite</a:t>
                </a:r>
                <a:r>
                  <a:rPr lang="es-ES" dirty="0"/>
                  <a:t> </a:t>
                </a:r>
                <a14:m>
                  <m:oMath xmlns:m="http://schemas.openxmlformats.org/officeDocument/2006/math">
                    <m:r>
                      <a:rPr lang="es-ES" sz="1200" i="1" kern="1200">
                        <a:solidFill>
                          <a:schemeClr val="tx1"/>
                        </a:solidFill>
                        <a:latin typeface="Cambria Math" panose="02040503050406030204" pitchFamily="18" charset="0"/>
                        <a:ea typeface="+mn-ea"/>
                        <a:cs typeface="+mn-cs"/>
                      </a:rPr>
                      <m:t>𝑚</m:t>
                    </m:r>
                  </m:oMath>
                </a14:m>
                <a:r>
                  <a:rPr lang="es-ES" dirty="0"/>
                  <a:t>, </a:t>
                </a:r>
                <a:r>
                  <a:rPr lang="es-ES" dirty="0" err="1"/>
                  <a:t>list</a:t>
                </a:r>
                <a:r>
                  <a:rPr lang="es-ES" dirty="0"/>
                  <a:t> </a:t>
                </a:r>
                <a:r>
                  <a:rPr lang="es-ES" dirty="0" err="1"/>
                  <a:t>producers</a:t>
                </a:r>
                <a:r>
                  <a:rPr lang="es-ES" dirty="0"/>
                  <a:t> </a:t>
                </a:r>
                <a14:m>
                  <m:oMath xmlns:m="http://schemas.openxmlformats.org/officeDocument/2006/math">
                    <m:r>
                      <a:rPr lang="es-ES" sz="1200" i="1" kern="1200">
                        <a:solidFill>
                          <a:schemeClr val="tx1"/>
                        </a:solidFill>
                        <a:latin typeface="Cambria Math" panose="02040503050406030204" pitchFamily="18" charset="0"/>
                        <a:ea typeface="+mn-ea"/>
                        <a:cs typeface="+mn-cs"/>
                      </a:rPr>
                      <m:t>𝑃</m:t>
                    </m:r>
                  </m:oMath>
                </a14:m>
                <a:r>
                  <a:rPr lang="es-ES" dirty="0"/>
                  <a:t>(</a:t>
                </a:r>
                <a:r>
                  <a:rPr lang="es-ES" dirty="0" err="1"/>
                  <a:t>reactions</a:t>
                </a:r>
                <a:r>
                  <a:rPr lang="es-ES" dirty="0"/>
                  <a:t> </a:t>
                </a:r>
                <a:r>
                  <a:rPr lang="es-ES" dirty="0" err="1"/>
                  <a:t>with</a:t>
                </a:r>
                <a:r>
                  <a:rPr lang="es-ES" dirty="0"/>
                  <a:t> </a:t>
                </a:r>
                <a14:m>
                  <m:oMath xmlns:m="http://schemas.openxmlformats.org/officeDocument/2006/math">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𝑆</m:t>
                        </m:r>
                      </m:e>
                      <m:sub>
                        <m:r>
                          <a:rPr lang="ar-AE" sz="1200" i="1" kern="1200">
                            <a:solidFill>
                              <a:schemeClr val="tx1"/>
                            </a:solidFill>
                            <a:latin typeface="Cambria Math" panose="02040503050406030204" pitchFamily="18" charset="0"/>
                            <a:ea typeface="+mn-ea"/>
                            <a:cs typeface="+mn-cs"/>
                          </a:rPr>
                          <m:t>𝑚</m:t>
                        </m:r>
                        <m:r>
                          <a:rPr lang="ar-AE" sz="1200" i="0" kern="1200">
                            <a:solidFill>
                              <a:schemeClr val="tx1"/>
                            </a:solidFill>
                            <a:latin typeface="Cambria Math" panose="02040503050406030204" pitchFamily="18" charset="0"/>
                            <a:ea typeface="+mn-ea"/>
                            <a:cs typeface="+mn-cs"/>
                          </a:rPr>
                          <m:t>,</m:t>
                        </m:r>
                        <m:r>
                          <a:rPr lang="ar-AE" sz="1200" i="1" kern="1200">
                            <a:solidFill>
                              <a:schemeClr val="tx1"/>
                            </a:solidFill>
                            <a:latin typeface="Cambria Math" panose="02040503050406030204" pitchFamily="18" charset="0"/>
                            <a:ea typeface="+mn-ea"/>
                            <a:cs typeface="+mn-cs"/>
                          </a:rPr>
                          <m:t>𝑗</m:t>
                        </m:r>
                      </m:sub>
                    </m:sSub>
                    <m:r>
                      <a:rPr lang="ar-AE" sz="1200" i="0" kern="1200">
                        <a:solidFill>
                          <a:schemeClr val="tx1"/>
                        </a:solidFill>
                        <a:latin typeface="Cambria Math" panose="02040503050406030204" pitchFamily="18" charset="0"/>
                        <a:ea typeface="+mn-ea"/>
                        <a:cs typeface="+mn-cs"/>
                      </a:rPr>
                      <m:t>&gt;0</m:t>
                    </m:r>
                  </m:oMath>
                </a14:m>
                <a:r>
                  <a:rPr lang="ar-AE" dirty="0"/>
                  <a:t>)</a:t>
                </a:r>
              </a:p>
              <a:p>
                <a:pPr marL="171450" indent="-171450">
                  <a:buFont typeface="Arial" panose="020B0604020202020204" pitchFamily="34" charset="0"/>
                  <a:buChar char="•"/>
                </a:pPr>
                <a:r>
                  <a:rPr lang="es-ES" dirty="0" err="1"/>
                  <a:t>List</a:t>
                </a:r>
                <a:r>
                  <a:rPr lang="es-ES" dirty="0"/>
                  <a:t> </a:t>
                </a:r>
                <a:r>
                  <a:rPr lang="es-ES" dirty="0" err="1"/>
                  <a:t>consumers</a:t>
                </a:r>
                <a:r>
                  <a:rPr lang="es-ES" dirty="0"/>
                  <a:t> </a:t>
                </a:r>
                <a14:m>
                  <m:oMath xmlns:m="http://schemas.openxmlformats.org/officeDocument/2006/math">
                    <m:r>
                      <a:rPr lang="es-ES" sz="1200" i="1" kern="1200">
                        <a:solidFill>
                          <a:schemeClr val="tx1"/>
                        </a:solidFill>
                        <a:latin typeface="Cambria Math" panose="02040503050406030204" pitchFamily="18" charset="0"/>
                        <a:ea typeface="+mn-ea"/>
                        <a:cs typeface="+mn-cs"/>
                      </a:rPr>
                      <m:t>𝐶</m:t>
                    </m:r>
                  </m:oMath>
                </a14:m>
                <a:r>
                  <a:rPr lang="es-ES" dirty="0"/>
                  <a:t>(</a:t>
                </a:r>
                <a:r>
                  <a:rPr lang="es-ES" dirty="0" err="1"/>
                  <a:t>reactions</a:t>
                </a:r>
                <a:r>
                  <a:rPr lang="es-ES" dirty="0"/>
                  <a:t> </a:t>
                </a:r>
                <a:r>
                  <a:rPr lang="es-ES" dirty="0" err="1"/>
                  <a:t>with</a:t>
                </a:r>
                <a:r>
                  <a:rPr lang="es-ES" dirty="0"/>
                  <a:t> </a:t>
                </a:r>
                <a14:m>
                  <m:oMath xmlns:m="http://schemas.openxmlformats.org/officeDocument/2006/math">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𝑆</m:t>
                        </m:r>
                      </m:e>
                      <m:sub>
                        <m:r>
                          <a:rPr lang="ar-AE" sz="1200" i="1" kern="1200">
                            <a:solidFill>
                              <a:schemeClr val="tx1"/>
                            </a:solidFill>
                            <a:latin typeface="Cambria Math" panose="02040503050406030204" pitchFamily="18" charset="0"/>
                            <a:ea typeface="+mn-ea"/>
                            <a:cs typeface="+mn-cs"/>
                          </a:rPr>
                          <m:t>𝑚</m:t>
                        </m:r>
                        <m:r>
                          <a:rPr lang="ar-AE" sz="1200" i="0" kern="1200">
                            <a:solidFill>
                              <a:schemeClr val="tx1"/>
                            </a:solidFill>
                            <a:latin typeface="Cambria Math" panose="02040503050406030204" pitchFamily="18" charset="0"/>
                            <a:ea typeface="+mn-ea"/>
                            <a:cs typeface="+mn-cs"/>
                          </a:rPr>
                          <m:t>,</m:t>
                        </m:r>
                        <m:r>
                          <a:rPr lang="ar-AE" sz="1200" i="1" kern="1200">
                            <a:solidFill>
                              <a:schemeClr val="tx1"/>
                            </a:solidFill>
                            <a:latin typeface="Cambria Math" panose="02040503050406030204" pitchFamily="18" charset="0"/>
                            <a:ea typeface="+mn-ea"/>
                            <a:cs typeface="+mn-cs"/>
                          </a:rPr>
                          <m:t>𝑗</m:t>
                        </m:r>
                      </m:sub>
                    </m:sSub>
                    <m:r>
                      <a:rPr lang="ar-AE" sz="1200" i="0" kern="1200">
                        <a:solidFill>
                          <a:schemeClr val="tx1"/>
                        </a:solidFill>
                        <a:latin typeface="Cambria Math" panose="02040503050406030204" pitchFamily="18" charset="0"/>
                        <a:ea typeface="+mn-ea"/>
                        <a:cs typeface="+mn-cs"/>
                      </a:rPr>
                      <m:t>&lt;0</m:t>
                    </m:r>
                  </m:oMath>
                </a14:m>
                <a:r>
                  <a:rPr lang="ar-AE" dirty="0"/>
                  <a:t>)</a:t>
                </a:r>
              </a:p>
              <a:p>
                <a:pPr marL="171450" indent="-171450">
                  <a:buFont typeface="Arial" panose="020B0604020202020204" pitchFamily="34" charset="0"/>
                  <a:buChar char="•"/>
                </a:pPr>
                <a:r>
                  <a:rPr lang="es-ES" dirty="0" err="1"/>
                  <a:t>If</a:t>
                </a:r>
                <a:r>
                  <a:rPr lang="es-ES" dirty="0"/>
                  <a:t> </a:t>
                </a:r>
                <a14:m>
                  <m:oMath xmlns:m="http://schemas.openxmlformats.org/officeDocument/2006/math">
                    <m:r>
                      <a:rPr lang="es-ES" sz="1200" kern="1200">
                        <a:solidFill>
                          <a:schemeClr val="tx1"/>
                        </a:solidFill>
                        <a:latin typeface="Cambria Math" panose="02040503050406030204" pitchFamily="18" charset="0"/>
                        <a:ea typeface="+mn-ea"/>
                        <a:cs typeface="+mn-cs"/>
                      </a:rPr>
                      <m:t>∣</m:t>
                    </m:r>
                    <m:r>
                      <a:rPr lang="es-ES" sz="1200" i="1" kern="1200">
                        <a:solidFill>
                          <a:schemeClr val="tx1"/>
                        </a:solidFill>
                        <a:latin typeface="Cambria Math" panose="02040503050406030204" pitchFamily="18" charset="0"/>
                        <a:ea typeface="+mn-ea"/>
                        <a:cs typeface="+mn-cs"/>
                      </a:rPr>
                      <m:t>𝑃</m:t>
                    </m:r>
                    <m:r>
                      <a:rPr lang="es-ES" sz="1200" i="0" kern="1200">
                        <a:solidFill>
                          <a:schemeClr val="tx1"/>
                        </a:solidFill>
                        <a:latin typeface="Cambria Math" panose="02040503050406030204" pitchFamily="18" charset="0"/>
                        <a:ea typeface="+mn-ea"/>
                        <a:cs typeface="+mn-cs"/>
                      </a:rPr>
                      <m:t>∣≥2</m:t>
                    </m:r>
                  </m:oMath>
                </a14:m>
                <a:r>
                  <a:rPr lang="es-ES" dirty="0"/>
                  <a:t>and </a:t>
                </a:r>
                <a14:m>
                  <m:oMath xmlns:m="http://schemas.openxmlformats.org/officeDocument/2006/math">
                    <m:r>
                      <a:rPr lang="es-ES" sz="1200" kern="1200">
                        <a:solidFill>
                          <a:schemeClr val="tx1"/>
                        </a:solidFill>
                        <a:latin typeface="Cambria Math" panose="02040503050406030204" pitchFamily="18" charset="0"/>
                        <a:ea typeface="+mn-ea"/>
                        <a:cs typeface="+mn-cs"/>
                      </a:rPr>
                      <m:t>∣</m:t>
                    </m:r>
                    <m:r>
                      <a:rPr lang="es-ES" sz="1200" i="1" kern="1200">
                        <a:solidFill>
                          <a:schemeClr val="tx1"/>
                        </a:solidFill>
                        <a:latin typeface="Cambria Math" panose="02040503050406030204" pitchFamily="18" charset="0"/>
                        <a:ea typeface="+mn-ea"/>
                        <a:cs typeface="+mn-cs"/>
                      </a:rPr>
                      <m:t>𝐶</m:t>
                    </m:r>
                    <m:r>
                      <a:rPr lang="es-ES" sz="1200" i="0" kern="1200">
                        <a:solidFill>
                          <a:schemeClr val="tx1"/>
                        </a:solidFill>
                        <a:latin typeface="Cambria Math" panose="02040503050406030204" pitchFamily="18" charset="0"/>
                        <a:ea typeface="+mn-ea"/>
                        <a:cs typeface="+mn-cs"/>
                      </a:rPr>
                      <m:t>∣≥1</m:t>
                    </m:r>
                  </m:oMath>
                </a14:m>
                <a:r>
                  <a:rPr lang="es-ES" dirty="0"/>
                  <a:t>, </a:t>
                </a:r>
                <a:r>
                  <a:rPr lang="es-ES" dirty="0" err="1"/>
                  <a:t>check</a:t>
                </a:r>
                <a:r>
                  <a:rPr lang="es-ES" dirty="0"/>
                  <a:t> candidate outputs </a:t>
                </a:r>
                <a14:m>
                  <m:oMath xmlns:m="http://schemas.openxmlformats.org/officeDocument/2006/math">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𝑟</m:t>
                        </m:r>
                      </m:e>
                      <m:sub>
                        <m:r>
                          <a:rPr lang="ar-AE" sz="1200" i="0" kern="1200">
                            <a:solidFill>
                              <a:schemeClr val="tx1"/>
                            </a:solidFill>
                            <a:latin typeface="Cambria Math" panose="02040503050406030204" pitchFamily="18" charset="0"/>
                            <a:ea typeface="+mn-ea"/>
                            <a:cs typeface="+mn-cs"/>
                          </a:rPr>
                          <m:t>3</m:t>
                        </m:r>
                      </m:sub>
                    </m:sSub>
                    <m:r>
                      <a:rPr lang="ar-AE" sz="1200" i="0" kern="1200">
                        <a:solidFill>
                          <a:schemeClr val="tx1"/>
                        </a:solidFill>
                        <a:latin typeface="Cambria Math" panose="02040503050406030204" pitchFamily="18" charset="0"/>
                        <a:ea typeface="+mn-ea"/>
                        <a:cs typeface="+mn-cs"/>
                      </a:rPr>
                      <m:t>∈</m:t>
                    </m:r>
                    <m:r>
                      <a:rPr lang="ar-AE" sz="1200" i="1" kern="1200">
                        <a:solidFill>
                          <a:schemeClr val="tx1"/>
                        </a:solidFill>
                        <a:latin typeface="Cambria Math" panose="02040503050406030204" pitchFamily="18" charset="0"/>
                        <a:ea typeface="+mn-ea"/>
                        <a:cs typeface="+mn-cs"/>
                      </a:rPr>
                      <m:t>𝐶</m:t>
                    </m:r>
                  </m:oMath>
                </a14:m>
                <a:endParaRPr lang="ar-AE" dirty="0"/>
              </a:p>
              <a:p>
                <a:pPr marL="171450" indent="-171450">
                  <a:buFont typeface="Arial" panose="020B0604020202020204" pitchFamily="34" charset="0"/>
                  <a:buChar char="•"/>
                </a:pPr>
                <a:r>
                  <a:rPr lang="es-ES" dirty="0" err="1"/>
                  <a:t>Prefer</a:t>
                </a:r>
                <a:r>
                  <a:rPr lang="es-ES" dirty="0"/>
                  <a:t> cases </a:t>
                </a:r>
                <a:r>
                  <a:rPr lang="es-ES" dirty="0" err="1"/>
                  <a:t>where</a:t>
                </a:r>
                <a:r>
                  <a:rPr lang="es-ES" dirty="0"/>
                  <a:t> </a:t>
                </a:r>
                <a14:m>
                  <m:oMath xmlns:m="http://schemas.openxmlformats.org/officeDocument/2006/math">
                    <m:r>
                      <a:rPr lang="es-ES" sz="1200" i="1" kern="1200">
                        <a:solidFill>
                          <a:schemeClr val="tx1"/>
                        </a:solidFill>
                        <a:latin typeface="Cambria Math" panose="02040503050406030204" pitchFamily="18" charset="0"/>
                        <a:ea typeface="+mn-ea"/>
                        <a:cs typeface="+mn-cs"/>
                      </a:rPr>
                      <m:t>𝑚</m:t>
                    </m:r>
                  </m:oMath>
                </a14:m>
                <a:r>
                  <a:rPr lang="es-ES" dirty="0"/>
                  <a:t>has </a:t>
                </a:r>
                <a:r>
                  <a:rPr lang="es-ES" b="1" dirty="0" err="1"/>
                  <a:t>exactly</a:t>
                </a:r>
                <a:r>
                  <a:rPr lang="es-ES" dirty="0"/>
                  <a:t> 2 </a:t>
                </a:r>
                <a:r>
                  <a:rPr lang="es-ES" dirty="0" err="1"/>
                  <a:t>producers</a:t>
                </a:r>
                <a:r>
                  <a:rPr lang="es-ES" dirty="0"/>
                  <a:t> and 1 </a:t>
                </a:r>
                <a:r>
                  <a:rPr lang="es-ES" dirty="0" err="1"/>
                  <a:t>consumer</a:t>
                </a:r>
                <a:r>
                  <a:rPr lang="es-ES" dirty="0"/>
                  <a:t> (</a:t>
                </a:r>
                <a:r>
                  <a:rPr lang="es-ES" dirty="0" err="1"/>
                  <a:t>tightest</a:t>
                </a:r>
                <a:r>
                  <a:rPr lang="es-ES" dirty="0"/>
                  <a:t> “</a:t>
                </a:r>
                <a:r>
                  <a:rPr lang="es-ES" dirty="0" err="1"/>
                  <a:t>adder</a:t>
                </a:r>
                <a:r>
                  <a:rPr lang="es-ES" dirty="0"/>
                  <a:t>”)</a:t>
                </a:r>
              </a:p>
              <a:p>
                <a:pPr marL="171450" indent="-171450">
                  <a:buFont typeface="Arial" panose="020B0604020202020204" pitchFamily="34" charset="0"/>
                  <a:buChar char="•"/>
                </a:pPr>
                <a:r>
                  <a:rPr lang="es-ES" dirty="0" err="1"/>
                  <a:t>Intersect</a:t>
                </a:r>
                <a:r>
                  <a:rPr lang="es-ES" dirty="0"/>
                  <a:t> </a:t>
                </a:r>
                <a:r>
                  <a:rPr lang="es-ES" dirty="0" err="1"/>
                  <a:t>producers</a:t>
                </a:r>
                <a:r>
                  <a:rPr lang="es-ES" dirty="0"/>
                  <a:t> </a:t>
                </a:r>
                <a:r>
                  <a:rPr lang="es-ES" dirty="0" err="1"/>
                  <a:t>with</a:t>
                </a:r>
                <a:r>
                  <a:rPr lang="es-ES" dirty="0"/>
                  <a:t> </a:t>
                </a:r>
                <a:r>
                  <a:rPr lang="es-ES" dirty="0" err="1"/>
                  <a:t>your</a:t>
                </a:r>
                <a:r>
                  <a:rPr lang="es-ES" dirty="0"/>
                  <a:t> </a:t>
                </a:r>
                <a:r>
                  <a:rPr lang="es-ES" b="1" dirty="0"/>
                  <a:t>single-gene </a:t>
                </a:r>
                <a:r>
                  <a:rPr lang="es-ES" b="1" dirty="0" err="1"/>
                  <a:t>reaction</a:t>
                </a:r>
                <a:r>
                  <a:rPr lang="es-ES" b="1" dirty="0"/>
                  <a:t> </a:t>
                </a:r>
                <a:r>
                  <a:rPr lang="es-ES" b="1" dirty="0" err="1"/>
                  <a:t>list</a:t>
                </a:r>
                <a:r>
                  <a:rPr lang="es-ES" dirty="0"/>
                  <a:t> (</a:t>
                </a:r>
                <a:r>
                  <a:rPr lang="es-ES" dirty="0" err="1"/>
                  <a:t>your</a:t>
                </a:r>
                <a:r>
                  <a:rPr lang="es-ES" dirty="0"/>
                  <a:t> </a:t>
                </a:r>
                <a:r>
                  <a:rPr lang="es-ES" dirty="0" err="1"/>
                  <a:t>current</a:t>
                </a:r>
                <a:r>
                  <a:rPr lang="es-ES" dirty="0"/>
                  <a:t> </a:t>
                </a:r>
                <a:r>
                  <a:rPr lang="es-ES" dirty="0" err="1"/>
                  <a:t>code</a:t>
                </a:r>
                <a:r>
                  <a:rPr lang="es-ES" dirty="0"/>
                  <a:t> </a:t>
                </a:r>
                <a:r>
                  <a:rPr lang="es-ES" dirty="0" err="1"/>
                  <a:t>already</a:t>
                </a:r>
                <a:r>
                  <a:rPr lang="es-ES" dirty="0"/>
                  <a:t> </a:t>
                </a:r>
                <a:r>
                  <a:rPr lang="es-ES" dirty="0" err="1"/>
                  <a:t>gives</a:t>
                </a:r>
                <a:r>
                  <a:rPr lang="es-ES" dirty="0"/>
                  <a:t> </a:t>
                </a:r>
                <a:r>
                  <a:rPr lang="es-ES" dirty="0" err="1"/>
                  <a:t>that</a:t>
                </a:r>
                <a:r>
                  <a:rPr lang="es-ES" dirty="0"/>
                  <a:t>)</a:t>
                </a:r>
              </a:p>
              <a:p>
                <a:endParaRPr lang="en-US" dirty="0"/>
              </a:p>
            </p:txBody>
          </p:sp>
        </mc:Choice>
        <mc:Fallback xmlns="">
          <p:sp>
            <p:nvSpPr>
              <p:cNvPr id="3" name="Notes Placeholder 2">
                <a:extLst>
                  <a:ext uri="{FF2B5EF4-FFF2-40B4-BE49-F238E27FC236}">
                    <a16:creationId xmlns:a16="http://schemas.microsoft.com/office/drawing/2014/main" id="{21EECFA1-5399-3134-1367-0B37BE108452}"/>
                  </a:ext>
                </a:extLst>
              </p:cNvPr>
              <p:cNvSpPr>
                <a:spLocks noGrp="1"/>
              </p:cNvSpPr>
              <p:nvPr>
                <p:ph type="body" idx="1"/>
              </p:nvPr>
            </p:nvSpPr>
            <p:spPr/>
            <p:txBody>
              <a:bodyPr/>
              <a:lstStyle/>
              <a:p>
                <a:r>
                  <a:rPr lang="es-ES" dirty="0" err="1"/>
                  <a:t>Algorithm</a:t>
                </a:r>
                <a:endParaRPr lang="es-ES" dirty="0"/>
              </a:p>
              <a:p>
                <a:pPr marL="171450" indent="-171450">
                  <a:buFont typeface="Arial" panose="020B0604020202020204" pitchFamily="34" charset="0"/>
                  <a:buChar char="•"/>
                </a:pPr>
                <a:r>
                  <a:rPr lang="es-ES" dirty="0" err="1"/>
                  <a:t>For</a:t>
                </a:r>
                <a:r>
                  <a:rPr lang="es-ES" dirty="0"/>
                  <a:t> </a:t>
                </a:r>
                <a:r>
                  <a:rPr lang="es-ES" dirty="0" err="1"/>
                  <a:t>each</a:t>
                </a:r>
                <a:r>
                  <a:rPr lang="es-ES" dirty="0"/>
                  <a:t> </a:t>
                </a:r>
                <a:r>
                  <a:rPr lang="es-ES" dirty="0" err="1"/>
                  <a:t>metabolite</a:t>
                </a:r>
                <a:r>
                  <a:rPr lang="es-ES" dirty="0"/>
                  <a:t> </a:t>
                </a:r>
                <a:r>
                  <a:rPr lang="es-ES" sz="1200" i="0" kern="1200">
                    <a:solidFill>
                      <a:schemeClr val="tx1"/>
                    </a:solidFill>
                    <a:latin typeface="Cambria Math" panose="02040503050406030204" pitchFamily="18" charset="0"/>
                    <a:ea typeface="+mn-ea"/>
                    <a:cs typeface="+mn-cs"/>
                  </a:rPr>
                  <a:t>𝑚</a:t>
                </a:r>
                <a:r>
                  <a:rPr lang="es-ES" dirty="0"/>
                  <a:t>, </a:t>
                </a:r>
                <a:r>
                  <a:rPr lang="es-ES" dirty="0" err="1"/>
                  <a:t>list</a:t>
                </a:r>
                <a:r>
                  <a:rPr lang="es-ES" dirty="0"/>
                  <a:t> </a:t>
                </a:r>
                <a:r>
                  <a:rPr lang="es-ES" dirty="0" err="1"/>
                  <a:t>producers</a:t>
                </a:r>
                <a:r>
                  <a:rPr lang="es-ES" dirty="0"/>
                  <a:t> </a:t>
                </a:r>
                <a:r>
                  <a:rPr lang="es-ES" sz="1200" i="0" kern="1200">
                    <a:solidFill>
                      <a:schemeClr val="tx1"/>
                    </a:solidFill>
                    <a:latin typeface="Cambria Math" panose="02040503050406030204" pitchFamily="18" charset="0"/>
                    <a:ea typeface="+mn-ea"/>
                    <a:cs typeface="+mn-cs"/>
                  </a:rPr>
                  <a:t>𝑃</a:t>
                </a:r>
                <a:r>
                  <a:rPr lang="es-ES" dirty="0"/>
                  <a:t>(</a:t>
                </a:r>
                <a:r>
                  <a:rPr lang="es-ES" dirty="0" err="1"/>
                  <a:t>reactions</a:t>
                </a:r>
                <a:r>
                  <a:rPr lang="es-ES" dirty="0"/>
                  <a:t> </a:t>
                </a:r>
                <a:r>
                  <a:rPr lang="es-ES" dirty="0" err="1"/>
                  <a:t>with</a:t>
                </a:r>
                <a:r>
                  <a:rPr lang="es-ES" dirty="0"/>
                  <a:t> </a:t>
                </a:r>
                <a:r>
                  <a:rPr lang="ar-AE" sz="1200" i="0" kern="1200">
                    <a:solidFill>
                      <a:schemeClr val="tx1"/>
                    </a:solidFill>
                    <a:latin typeface="Cambria Math" panose="02040503050406030204" pitchFamily="18" charset="0"/>
                    <a:ea typeface="+mn-ea"/>
                    <a:cs typeface="+mn-cs"/>
                  </a:rPr>
                  <a:t>𝑆_(𝑚,𝑗)&gt;0</a:t>
                </a:r>
                <a:r>
                  <a:rPr lang="ar-AE" dirty="0"/>
                  <a:t>)</a:t>
                </a:r>
              </a:p>
              <a:p>
                <a:pPr marL="171450" indent="-171450">
                  <a:buFont typeface="Arial" panose="020B0604020202020204" pitchFamily="34" charset="0"/>
                  <a:buChar char="•"/>
                </a:pPr>
                <a:r>
                  <a:rPr lang="es-ES" dirty="0" err="1"/>
                  <a:t>List</a:t>
                </a:r>
                <a:r>
                  <a:rPr lang="es-ES" dirty="0"/>
                  <a:t> </a:t>
                </a:r>
                <a:r>
                  <a:rPr lang="es-ES" dirty="0" err="1"/>
                  <a:t>consumers</a:t>
                </a:r>
                <a:r>
                  <a:rPr lang="es-ES" dirty="0"/>
                  <a:t> </a:t>
                </a:r>
                <a:r>
                  <a:rPr lang="es-ES" sz="1200" i="0" kern="1200">
                    <a:solidFill>
                      <a:schemeClr val="tx1"/>
                    </a:solidFill>
                    <a:latin typeface="Cambria Math" panose="02040503050406030204" pitchFamily="18" charset="0"/>
                    <a:ea typeface="+mn-ea"/>
                    <a:cs typeface="+mn-cs"/>
                  </a:rPr>
                  <a:t>𝐶</a:t>
                </a:r>
                <a:r>
                  <a:rPr lang="es-ES" dirty="0"/>
                  <a:t>(</a:t>
                </a:r>
                <a:r>
                  <a:rPr lang="es-ES" dirty="0" err="1"/>
                  <a:t>reactions</a:t>
                </a:r>
                <a:r>
                  <a:rPr lang="es-ES" dirty="0"/>
                  <a:t> </a:t>
                </a:r>
                <a:r>
                  <a:rPr lang="es-ES" dirty="0" err="1"/>
                  <a:t>with</a:t>
                </a:r>
                <a:r>
                  <a:rPr lang="es-ES" dirty="0"/>
                  <a:t> </a:t>
                </a:r>
                <a:r>
                  <a:rPr lang="ar-AE" sz="1200" i="0" kern="1200">
                    <a:solidFill>
                      <a:schemeClr val="tx1"/>
                    </a:solidFill>
                    <a:latin typeface="Cambria Math" panose="02040503050406030204" pitchFamily="18" charset="0"/>
                    <a:ea typeface="+mn-ea"/>
                    <a:cs typeface="+mn-cs"/>
                  </a:rPr>
                  <a:t>𝑆_(𝑚,𝑗)&lt;0</a:t>
                </a:r>
                <a:r>
                  <a:rPr lang="ar-AE" dirty="0"/>
                  <a:t>)</a:t>
                </a:r>
              </a:p>
              <a:p>
                <a:pPr marL="171450" indent="-171450">
                  <a:buFont typeface="Arial" panose="020B0604020202020204" pitchFamily="34" charset="0"/>
                  <a:buChar char="•"/>
                </a:pPr>
                <a:r>
                  <a:rPr lang="es-ES" dirty="0" err="1"/>
                  <a:t>If</a:t>
                </a:r>
                <a:r>
                  <a:rPr lang="es-ES" dirty="0"/>
                  <a:t> </a:t>
                </a:r>
                <a:r>
                  <a:rPr lang="es-ES" sz="1200" i="0" kern="1200">
                    <a:solidFill>
                      <a:schemeClr val="tx1"/>
                    </a:solidFill>
                    <a:latin typeface="Cambria Math" panose="02040503050406030204" pitchFamily="18" charset="0"/>
                    <a:ea typeface="+mn-ea"/>
                    <a:cs typeface="+mn-cs"/>
                  </a:rPr>
                  <a:t>∣𝑃∣≥2</a:t>
                </a:r>
                <a:r>
                  <a:rPr lang="es-ES" dirty="0"/>
                  <a:t>and </a:t>
                </a:r>
                <a:r>
                  <a:rPr lang="es-ES" sz="1200" i="0" kern="1200">
                    <a:solidFill>
                      <a:schemeClr val="tx1"/>
                    </a:solidFill>
                    <a:latin typeface="Cambria Math" panose="02040503050406030204" pitchFamily="18" charset="0"/>
                    <a:ea typeface="+mn-ea"/>
                    <a:cs typeface="+mn-cs"/>
                  </a:rPr>
                  <a:t>∣𝐶∣≥1</a:t>
                </a:r>
                <a:r>
                  <a:rPr lang="es-ES" dirty="0"/>
                  <a:t>, </a:t>
                </a:r>
                <a:r>
                  <a:rPr lang="es-ES" dirty="0" err="1"/>
                  <a:t>check</a:t>
                </a:r>
                <a:r>
                  <a:rPr lang="es-ES" dirty="0"/>
                  <a:t> candidate outputs </a:t>
                </a:r>
                <a:r>
                  <a:rPr lang="ar-AE" sz="1200" i="0" kern="1200">
                    <a:solidFill>
                      <a:schemeClr val="tx1"/>
                    </a:solidFill>
                    <a:latin typeface="Cambria Math" panose="02040503050406030204" pitchFamily="18" charset="0"/>
                    <a:ea typeface="+mn-ea"/>
                    <a:cs typeface="+mn-cs"/>
                  </a:rPr>
                  <a:t>𝑟_3∈𝐶</a:t>
                </a:r>
                <a:endParaRPr lang="ar-AE" dirty="0"/>
              </a:p>
              <a:p>
                <a:pPr marL="171450" indent="-171450">
                  <a:buFont typeface="Arial" panose="020B0604020202020204" pitchFamily="34" charset="0"/>
                  <a:buChar char="•"/>
                </a:pPr>
                <a:r>
                  <a:rPr lang="es-ES" dirty="0" err="1"/>
                  <a:t>Prefer</a:t>
                </a:r>
                <a:r>
                  <a:rPr lang="es-ES" dirty="0"/>
                  <a:t> cases </a:t>
                </a:r>
                <a:r>
                  <a:rPr lang="es-ES" dirty="0" err="1"/>
                  <a:t>where</a:t>
                </a:r>
                <a:r>
                  <a:rPr lang="es-ES" dirty="0"/>
                  <a:t> </a:t>
                </a:r>
                <a:r>
                  <a:rPr lang="es-ES" sz="1200" i="0" kern="1200">
                    <a:solidFill>
                      <a:schemeClr val="tx1"/>
                    </a:solidFill>
                    <a:latin typeface="Cambria Math" panose="02040503050406030204" pitchFamily="18" charset="0"/>
                    <a:ea typeface="+mn-ea"/>
                    <a:cs typeface="+mn-cs"/>
                  </a:rPr>
                  <a:t>𝑚</a:t>
                </a:r>
                <a:r>
                  <a:rPr lang="es-ES" dirty="0"/>
                  <a:t>has </a:t>
                </a:r>
                <a:r>
                  <a:rPr lang="es-ES" b="1" dirty="0" err="1"/>
                  <a:t>exactly</a:t>
                </a:r>
                <a:r>
                  <a:rPr lang="es-ES" dirty="0"/>
                  <a:t> 2 </a:t>
                </a:r>
                <a:r>
                  <a:rPr lang="es-ES" dirty="0" err="1"/>
                  <a:t>producers</a:t>
                </a:r>
                <a:r>
                  <a:rPr lang="es-ES" dirty="0"/>
                  <a:t> and 1 </a:t>
                </a:r>
                <a:r>
                  <a:rPr lang="es-ES" dirty="0" err="1"/>
                  <a:t>consumer</a:t>
                </a:r>
                <a:r>
                  <a:rPr lang="es-ES" dirty="0"/>
                  <a:t> (</a:t>
                </a:r>
                <a:r>
                  <a:rPr lang="es-ES" dirty="0" err="1"/>
                  <a:t>tightest</a:t>
                </a:r>
                <a:r>
                  <a:rPr lang="es-ES" dirty="0"/>
                  <a:t> “</a:t>
                </a:r>
                <a:r>
                  <a:rPr lang="es-ES" dirty="0" err="1"/>
                  <a:t>adder</a:t>
                </a:r>
                <a:r>
                  <a:rPr lang="es-ES" dirty="0"/>
                  <a:t>”)</a:t>
                </a:r>
              </a:p>
              <a:p>
                <a:pPr marL="171450" indent="-171450">
                  <a:buFont typeface="Arial" panose="020B0604020202020204" pitchFamily="34" charset="0"/>
                  <a:buChar char="•"/>
                </a:pPr>
                <a:r>
                  <a:rPr lang="es-ES" dirty="0" err="1"/>
                  <a:t>Intersect</a:t>
                </a:r>
                <a:r>
                  <a:rPr lang="es-ES" dirty="0"/>
                  <a:t> </a:t>
                </a:r>
                <a:r>
                  <a:rPr lang="es-ES" dirty="0" err="1"/>
                  <a:t>producers</a:t>
                </a:r>
                <a:r>
                  <a:rPr lang="es-ES" dirty="0"/>
                  <a:t> </a:t>
                </a:r>
                <a:r>
                  <a:rPr lang="es-ES" dirty="0" err="1"/>
                  <a:t>with</a:t>
                </a:r>
                <a:r>
                  <a:rPr lang="es-ES" dirty="0"/>
                  <a:t> </a:t>
                </a:r>
                <a:r>
                  <a:rPr lang="es-ES" dirty="0" err="1"/>
                  <a:t>your</a:t>
                </a:r>
                <a:r>
                  <a:rPr lang="es-ES" dirty="0"/>
                  <a:t> </a:t>
                </a:r>
                <a:r>
                  <a:rPr lang="es-ES" b="1" dirty="0"/>
                  <a:t>single-gene </a:t>
                </a:r>
                <a:r>
                  <a:rPr lang="es-ES" b="1" dirty="0" err="1"/>
                  <a:t>reaction</a:t>
                </a:r>
                <a:r>
                  <a:rPr lang="es-ES" b="1" dirty="0"/>
                  <a:t> </a:t>
                </a:r>
                <a:r>
                  <a:rPr lang="es-ES" b="1" dirty="0" err="1"/>
                  <a:t>list</a:t>
                </a:r>
                <a:r>
                  <a:rPr lang="es-ES" dirty="0"/>
                  <a:t> (</a:t>
                </a:r>
                <a:r>
                  <a:rPr lang="es-ES" dirty="0" err="1"/>
                  <a:t>your</a:t>
                </a:r>
                <a:r>
                  <a:rPr lang="es-ES" dirty="0"/>
                  <a:t> </a:t>
                </a:r>
                <a:r>
                  <a:rPr lang="es-ES" dirty="0" err="1"/>
                  <a:t>current</a:t>
                </a:r>
                <a:r>
                  <a:rPr lang="es-ES" dirty="0"/>
                  <a:t> </a:t>
                </a:r>
                <a:r>
                  <a:rPr lang="es-ES" dirty="0" err="1"/>
                  <a:t>code</a:t>
                </a:r>
                <a:r>
                  <a:rPr lang="es-ES" dirty="0"/>
                  <a:t> </a:t>
                </a:r>
                <a:r>
                  <a:rPr lang="es-ES" dirty="0" err="1"/>
                  <a:t>already</a:t>
                </a:r>
                <a:r>
                  <a:rPr lang="es-ES" dirty="0"/>
                  <a:t> </a:t>
                </a:r>
                <a:r>
                  <a:rPr lang="es-ES" dirty="0" err="1"/>
                  <a:t>gives</a:t>
                </a:r>
                <a:r>
                  <a:rPr lang="es-ES" dirty="0"/>
                  <a:t> </a:t>
                </a:r>
                <a:r>
                  <a:rPr lang="es-ES" dirty="0" err="1"/>
                  <a:t>that</a:t>
                </a:r>
                <a:r>
                  <a:rPr lang="es-ES" dirty="0"/>
                  <a:t>)</a:t>
                </a:r>
              </a:p>
              <a:p>
                <a:endParaRPr lang="en-US" dirty="0"/>
              </a:p>
            </p:txBody>
          </p:sp>
        </mc:Fallback>
      </mc:AlternateContent>
      <p:sp>
        <p:nvSpPr>
          <p:cNvPr id="4" name="Slide Number Placeholder 3">
            <a:extLst>
              <a:ext uri="{FF2B5EF4-FFF2-40B4-BE49-F238E27FC236}">
                <a16:creationId xmlns:a16="http://schemas.microsoft.com/office/drawing/2014/main" id="{5C52AA24-08FB-A288-0023-EE5D0D847B97}"/>
              </a:ext>
            </a:extLst>
          </p:cNvPr>
          <p:cNvSpPr>
            <a:spLocks noGrp="1"/>
          </p:cNvSpPr>
          <p:nvPr>
            <p:ph type="sldNum" sz="quarter" idx="5"/>
          </p:nvPr>
        </p:nvSpPr>
        <p:spPr/>
        <p:txBody>
          <a:bodyPr/>
          <a:lstStyle/>
          <a:p>
            <a:fld id="{5F818A67-DE81-4BE5-A09A-01BC8A96D5BB}" type="slidenum">
              <a:rPr lang="en-US" smtClean="0"/>
              <a:t>81</a:t>
            </a:fld>
            <a:endParaRPr lang="en-US"/>
          </a:p>
        </p:txBody>
      </p:sp>
    </p:spTree>
    <p:extLst>
      <p:ext uri="{BB962C8B-B14F-4D97-AF65-F5344CB8AC3E}">
        <p14:creationId xmlns:p14="http://schemas.microsoft.com/office/powerpoint/2010/main" val="2222001782"/>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CE9082-18D2-760F-B5FB-F7841F6C9B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DEF3DC-FBFB-0F19-6340-541C26CD5339}"/>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9DF7C19D-699C-C6DE-407E-1404316443F4}"/>
                  </a:ext>
                </a:extLst>
              </p:cNvPr>
              <p:cNvSpPr>
                <a:spLocks noGrp="1"/>
              </p:cNvSpPr>
              <p:nvPr>
                <p:ph type="body" idx="1"/>
              </p:nvPr>
            </p:nvSpPr>
            <p:spPr/>
            <p:txBody>
              <a:bodyPr/>
              <a:lstStyle/>
              <a:p>
                <a:r>
                  <a:rPr lang="es-ES" dirty="0" err="1"/>
                  <a:t>Algorithm</a:t>
                </a:r>
                <a:endParaRPr lang="es-ES" dirty="0"/>
              </a:p>
              <a:p>
                <a:pPr marL="171450" indent="-171450">
                  <a:buFont typeface="Arial" panose="020B0604020202020204" pitchFamily="34" charset="0"/>
                  <a:buChar char="•"/>
                </a:pPr>
                <a:r>
                  <a:rPr lang="es-ES" dirty="0" err="1"/>
                  <a:t>For</a:t>
                </a:r>
                <a:r>
                  <a:rPr lang="es-ES" dirty="0"/>
                  <a:t> </a:t>
                </a:r>
                <a:r>
                  <a:rPr lang="es-ES" dirty="0" err="1"/>
                  <a:t>each</a:t>
                </a:r>
                <a:r>
                  <a:rPr lang="es-ES" dirty="0"/>
                  <a:t> </a:t>
                </a:r>
                <a:r>
                  <a:rPr lang="es-ES" dirty="0" err="1"/>
                  <a:t>metabolite</a:t>
                </a:r>
                <a:r>
                  <a:rPr lang="es-ES" dirty="0"/>
                  <a:t> </a:t>
                </a:r>
                <a14:m>
                  <m:oMath xmlns:m="http://schemas.openxmlformats.org/officeDocument/2006/math">
                    <m:r>
                      <a:rPr lang="es-ES" sz="1200" i="1" kern="1200">
                        <a:solidFill>
                          <a:schemeClr val="tx1"/>
                        </a:solidFill>
                        <a:latin typeface="Cambria Math" panose="02040503050406030204" pitchFamily="18" charset="0"/>
                        <a:ea typeface="+mn-ea"/>
                        <a:cs typeface="+mn-cs"/>
                      </a:rPr>
                      <m:t>𝑚</m:t>
                    </m:r>
                  </m:oMath>
                </a14:m>
                <a:r>
                  <a:rPr lang="es-ES" dirty="0"/>
                  <a:t>, </a:t>
                </a:r>
                <a:r>
                  <a:rPr lang="es-ES" dirty="0" err="1"/>
                  <a:t>list</a:t>
                </a:r>
                <a:r>
                  <a:rPr lang="es-ES" dirty="0"/>
                  <a:t> </a:t>
                </a:r>
                <a:r>
                  <a:rPr lang="es-ES" dirty="0" err="1"/>
                  <a:t>producers</a:t>
                </a:r>
                <a:r>
                  <a:rPr lang="es-ES" dirty="0"/>
                  <a:t> </a:t>
                </a:r>
                <a14:m>
                  <m:oMath xmlns:m="http://schemas.openxmlformats.org/officeDocument/2006/math">
                    <m:r>
                      <a:rPr lang="es-ES" sz="1200" i="1" kern="1200">
                        <a:solidFill>
                          <a:schemeClr val="tx1"/>
                        </a:solidFill>
                        <a:latin typeface="Cambria Math" panose="02040503050406030204" pitchFamily="18" charset="0"/>
                        <a:ea typeface="+mn-ea"/>
                        <a:cs typeface="+mn-cs"/>
                      </a:rPr>
                      <m:t>𝑃</m:t>
                    </m:r>
                  </m:oMath>
                </a14:m>
                <a:r>
                  <a:rPr lang="es-ES" dirty="0"/>
                  <a:t>(</a:t>
                </a:r>
                <a:r>
                  <a:rPr lang="es-ES" dirty="0" err="1"/>
                  <a:t>reactions</a:t>
                </a:r>
                <a:r>
                  <a:rPr lang="es-ES" dirty="0"/>
                  <a:t> </a:t>
                </a:r>
                <a:r>
                  <a:rPr lang="es-ES" dirty="0" err="1"/>
                  <a:t>with</a:t>
                </a:r>
                <a:r>
                  <a:rPr lang="es-ES" dirty="0"/>
                  <a:t> </a:t>
                </a:r>
                <a14:m>
                  <m:oMath xmlns:m="http://schemas.openxmlformats.org/officeDocument/2006/math">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𝑆</m:t>
                        </m:r>
                      </m:e>
                      <m:sub>
                        <m:r>
                          <a:rPr lang="ar-AE" sz="1200" i="1" kern="1200">
                            <a:solidFill>
                              <a:schemeClr val="tx1"/>
                            </a:solidFill>
                            <a:latin typeface="Cambria Math" panose="02040503050406030204" pitchFamily="18" charset="0"/>
                            <a:ea typeface="+mn-ea"/>
                            <a:cs typeface="+mn-cs"/>
                          </a:rPr>
                          <m:t>𝑚</m:t>
                        </m:r>
                        <m:r>
                          <a:rPr lang="ar-AE" sz="1200" i="0" kern="1200">
                            <a:solidFill>
                              <a:schemeClr val="tx1"/>
                            </a:solidFill>
                            <a:latin typeface="Cambria Math" panose="02040503050406030204" pitchFamily="18" charset="0"/>
                            <a:ea typeface="+mn-ea"/>
                            <a:cs typeface="+mn-cs"/>
                          </a:rPr>
                          <m:t>,</m:t>
                        </m:r>
                        <m:r>
                          <a:rPr lang="ar-AE" sz="1200" i="1" kern="1200">
                            <a:solidFill>
                              <a:schemeClr val="tx1"/>
                            </a:solidFill>
                            <a:latin typeface="Cambria Math" panose="02040503050406030204" pitchFamily="18" charset="0"/>
                            <a:ea typeface="+mn-ea"/>
                            <a:cs typeface="+mn-cs"/>
                          </a:rPr>
                          <m:t>𝑗</m:t>
                        </m:r>
                      </m:sub>
                    </m:sSub>
                    <m:r>
                      <a:rPr lang="ar-AE" sz="1200" i="0" kern="1200">
                        <a:solidFill>
                          <a:schemeClr val="tx1"/>
                        </a:solidFill>
                        <a:latin typeface="Cambria Math" panose="02040503050406030204" pitchFamily="18" charset="0"/>
                        <a:ea typeface="+mn-ea"/>
                        <a:cs typeface="+mn-cs"/>
                      </a:rPr>
                      <m:t>&gt;0</m:t>
                    </m:r>
                  </m:oMath>
                </a14:m>
                <a:r>
                  <a:rPr lang="ar-AE" dirty="0"/>
                  <a:t>)</a:t>
                </a:r>
              </a:p>
              <a:p>
                <a:pPr marL="171450" indent="-171450">
                  <a:buFont typeface="Arial" panose="020B0604020202020204" pitchFamily="34" charset="0"/>
                  <a:buChar char="•"/>
                </a:pPr>
                <a:r>
                  <a:rPr lang="es-ES" dirty="0" err="1"/>
                  <a:t>List</a:t>
                </a:r>
                <a:r>
                  <a:rPr lang="es-ES" dirty="0"/>
                  <a:t> </a:t>
                </a:r>
                <a:r>
                  <a:rPr lang="es-ES" dirty="0" err="1"/>
                  <a:t>consumers</a:t>
                </a:r>
                <a:r>
                  <a:rPr lang="es-ES" dirty="0"/>
                  <a:t> </a:t>
                </a:r>
                <a14:m>
                  <m:oMath xmlns:m="http://schemas.openxmlformats.org/officeDocument/2006/math">
                    <m:r>
                      <a:rPr lang="es-ES" sz="1200" i="1" kern="1200">
                        <a:solidFill>
                          <a:schemeClr val="tx1"/>
                        </a:solidFill>
                        <a:latin typeface="Cambria Math" panose="02040503050406030204" pitchFamily="18" charset="0"/>
                        <a:ea typeface="+mn-ea"/>
                        <a:cs typeface="+mn-cs"/>
                      </a:rPr>
                      <m:t>𝐶</m:t>
                    </m:r>
                  </m:oMath>
                </a14:m>
                <a:r>
                  <a:rPr lang="es-ES" dirty="0"/>
                  <a:t>(</a:t>
                </a:r>
                <a:r>
                  <a:rPr lang="es-ES" dirty="0" err="1"/>
                  <a:t>reactions</a:t>
                </a:r>
                <a:r>
                  <a:rPr lang="es-ES" dirty="0"/>
                  <a:t> </a:t>
                </a:r>
                <a:r>
                  <a:rPr lang="es-ES" dirty="0" err="1"/>
                  <a:t>with</a:t>
                </a:r>
                <a:r>
                  <a:rPr lang="es-ES" dirty="0"/>
                  <a:t> </a:t>
                </a:r>
                <a14:m>
                  <m:oMath xmlns:m="http://schemas.openxmlformats.org/officeDocument/2006/math">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𝑆</m:t>
                        </m:r>
                      </m:e>
                      <m:sub>
                        <m:r>
                          <a:rPr lang="ar-AE" sz="1200" i="1" kern="1200">
                            <a:solidFill>
                              <a:schemeClr val="tx1"/>
                            </a:solidFill>
                            <a:latin typeface="Cambria Math" panose="02040503050406030204" pitchFamily="18" charset="0"/>
                            <a:ea typeface="+mn-ea"/>
                            <a:cs typeface="+mn-cs"/>
                          </a:rPr>
                          <m:t>𝑚</m:t>
                        </m:r>
                        <m:r>
                          <a:rPr lang="ar-AE" sz="1200" i="0" kern="1200">
                            <a:solidFill>
                              <a:schemeClr val="tx1"/>
                            </a:solidFill>
                            <a:latin typeface="Cambria Math" panose="02040503050406030204" pitchFamily="18" charset="0"/>
                            <a:ea typeface="+mn-ea"/>
                            <a:cs typeface="+mn-cs"/>
                          </a:rPr>
                          <m:t>,</m:t>
                        </m:r>
                        <m:r>
                          <a:rPr lang="ar-AE" sz="1200" i="1" kern="1200">
                            <a:solidFill>
                              <a:schemeClr val="tx1"/>
                            </a:solidFill>
                            <a:latin typeface="Cambria Math" panose="02040503050406030204" pitchFamily="18" charset="0"/>
                            <a:ea typeface="+mn-ea"/>
                            <a:cs typeface="+mn-cs"/>
                          </a:rPr>
                          <m:t>𝑗</m:t>
                        </m:r>
                      </m:sub>
                    </m:sSub>
                    <m:r>
                      <a:rPr lang="ar-AE" sz="1200" i="0" kern="1200">
                        <a:solidFill>
                          <a:schemeClr val="tx1"/>
                        </a:solidFill>
                        <a:latin typeface="Cambria Math" panose="02040503050406030204" pitchFamily="18" charset="0"/>
                        <a:ea typeface="+mn-ea"/>
                        <a:cs typeface="+mn-cs"/>
                      </a:rPr>
                      <m:t>&lt;0</m:t>
                    </m:r>
                  </m:oMath>
                </a14:m>
                <a:r>
                  <a:rPr lang="ar-AE" dirty="0"/>
                  <a:t>)</a:t>
                </a:r>
              </a:p>
              <a:p>
                <a:pPr marL="171450" indent="-171450">
                  <a:buFont typeface="Arial" panose="020B0604020202020204" pitchFamily="34" charset="0"/>
                  <a:buChar char="•"/>
                </a:pPr>
                <a:r>
                  <a:rPr lang="es-ES" dirty="0" err="1"/>
                  <a:t>If</a:t>
                </a:r>
                <a:r>
                  <a:rPr lang="es-ES" dirty="0"/>
                  <a:t> </a:t>
                </a:r>
                <a14:m>
                  <m:oMath xmlns:m="http://schemas.openxmlformats.org/officeDocument/2006/math">
                    <m:r>
                      <a:rPr lang="es-ES" sz="1200" kern="1200">
                        <a:solidFill>
                          <a:schemeClr val="tx1"/>
                        </a:solidFill>
                        <a:latin typeface="Cambria Math" panose="02040503050406030204" pitchFamily="18" charset="0"/>
                        <a:ea typeface="+mn-ea"/>
                        <a:cs typeface="+mn-cs"/>
                      </a:rPr>
                      <m:t>∣</m:t>
                    </m:r>
                    <m:r>
                      <a:rPr lang="es-ES" sz="1200" i="1" kern="1200">
                        <a:solidFill>
                          <a:schemeClr val="tx1"/>
                        </a:solidFill>
                        <a:latin typeface="Cambria Math" panose="02040503050406030204" pitchFamily="18" charset="0"/>
                        <a:ea typeface="+mn-ea"/>
                        <a:cs typeface="+mn-cs"/>
                      </a:rPr>
                      <m:t>𝑃</m:t>
                    </m:r>
                    <m:r>
                      <a:rPr lang="es-ES" sz="1200" i="0" kern="1200">
                        <a:solidFill>
                          <a:schemeClr val="tx1"/>
                        </a:solidFill>
                        <a:latin typeface="Cambria Math" panose="02040503050406030204" pitchFamily="18" charset="0"/>
                        <a:ea typeface="+mn-ea"/>
                        <a:cs typeface="+mn-cs"/>
                      </a:rPr>
                      <m:t>∣≥2</m:t>
                    </m:r>
                  </m:oMath>
                </a14:m>
                <a:r>
                  <a:rPr lang="es-ES" dirty="0"/>
                  <a:t>and </a:t>
                </a:r>
                <a14:m>
                  <m:oMath xmlns:m="http://schemas.openxmlformats.org/officeDocument/2006/math">
                    <m:r>
                      <a:rPr lang="es-ES" sz="1200" kern="1200">
                        <a:solidFill>
                          <a:schemeClr val="tx1"/>
                        </a:solidFill>
                        <a:latin typeface="Cambria Math" panose="02040503050406030204" pitchFamily="18" charset="0"/>
                        <a:ea typeface="+mn-ea"/>
                        <a:cs typeface="+mn-cs"/>
                      </a:rPr>
                      <m:t>∣</m:t>
                    </m:r>
                    <m:r>
                      <a:rPr lang="es-ES" sz="1200" i="1" kern="1200">
                        <a:solidFill>
                          <a:schemeClr val="tx1"/>
                        </a:solidFill>
                        <a:latin typeface="Cambria Math" panose="02040503050406030204" pitchFamily="18" charset="0"/>
                        <a:ea typeface="+mn-ea"/>
                        <a:cs typeface="+mn-cs"/>
                      </a:rPr>
                      <m:t>𝐶</m:t>
                    </m:r>
                    <m:r>
                      <a:rPr lang="es-ES" sz="1200" i="0" kern="1200">
                        <a:solidFill>
                          <a:schemeClr val="tx1"/>
                        </a:solidFill>
                        <a:latin typeface="Cambria Math" panose="02040503050406030204" pitchFamily="18" charset="0"/>
                        <a:ea typeface="+mn-ea"/>
                        <a:cs typeface="+mn-cs"/>
                      </a:rPr>
                      <m:t>∣≥1</m:t>
                    </m:r>
                  </m:oMath>
                </a14:m>
                <a:r>
                  <a:rPr lang="es-ES" dirty="0"/>
                  <a:t>, </a:t>
                </a:r>
                <a:r>
                  <a:rPr lang="es-ES" dirty="0" err="1"/>
                  <a:t>check</a:t>
                </a:r>
                <a:r>
                  <a:rPr lang="es-ES" dirty="0"/>
                  <a:t> candidate outputs </a:t>
                </a:r>
                <a14:m>
                  <m:oMath xmlns:m="http://schemas.openxmlformats.org/officeDocument/2006/math">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𝑟</m:t>
                        </m:r>
                      </m:e>
                      <m:sub>
                        <m:r>
                          <a:rPr lang="ar-AE" sz="1200" i="0" kern="1200">
                            <a:solidFill>
                              <a:schemeClr val="tx1"/>
                            </a:solidFill>
                            <a:latin typeface="Cambria Math" panose="02040503050406030204" pitchFamily="18" charset="0"/>
                            <a:ea typeface="+mn-ea"/>
                            <a:cs typeface="+mn-cs"/>
                          </a:rPr>
                          <m:t>3</m:t>
                        </m:r>
                      </m:sub>
                    </m:sSub>
                    <m:r>
                      <a:rPr lang="ar-AE" sz="1200" i="0" kern="1200">
                        <a:solidFill>
                          <a:schemeClr val="tx1"/>
                        </a:solidFill>
                        <a:latin typeface="Cambria Math" panose="02040503050406030204" pitchFamily="18" charset="0"/>
                        <a:ea typeface="+mn-ea"/>
                        <a:cs typeface="+mn-cs"/>
                      </a:rPr>
                      <m:t>∈</m:t>
                    </m:r>
                    <m:r>
                      <a:rPr lang="ar-AE" sz="1200" i="1" kern="1200">
                        <a:solidFill>
                          <a:schemeClr val="tx1"/>
                        </a:solidFill>
                        <a:latin typeface="Cambria Math" panose="02040503050406030204" pitchFamily="18" charset="0"/>
                        <a:ea typeface="+mn-ea"/>
                        <a:cs typeface="+mn-cs"/>
                      </a:rPr>
                      <m:t>𝐶</m:t>
                    </m:r>
                  </m:oMath>
                </a14:m>
                <a:endParaRPr lang="ar-AE" dirty="0"/>
              </a:p>
              <a:p>
                <a:pPr marL="171450" indent="-171450">
                  <a:buFont typeface="Arial" panose="020B0604020202020204" pitchFamily="34" charset="0"/>
                  <a:buChar char="•"/>
                </a:pPr>
                <a:r>
                  <a:rPr lang="es-ES" dirty="0" err="1"/>
                  <a:t>Prefer</a:t>
                </a:r>
                <a:r>
                  <a:rPr lang="es-ES" dirty="0"/>
                  <a:t> cases </a:t>
                </a:r>
                <a:r>
                  <a:rPr lang="es-ES" dirty="0" err="1"/>
                  <a:t>where</a:t>
                </a:r>
                <a:r>
                  <a:rPr lang="es-ES" dirty="0"/>
                  <a:t> </a:t>
                </a:r>
                <a14:m>
                  <m:oMath xmlns:m="http://schemas.openxmlformats.org/officeDocument/2006/math">
                    <m:r>
                      <a:rPr lang="es-ES" sz="1200" i="1" kern="1200">
                        <a:solidFill>
                          <a:schemeClr val="tx1"/>
                        </a:solidFill>
                        <a:latin typeface="Cambria Math" panose="02040503050406030204" pitchFamily="18" charset="0"/>
                        <a:ea typeface="+mn-ea"/>
                        <a:cs typeface="+mn-cs"/>
                      </a:rPr>
                      <m:t>𝑚</m:t>
                    </m:r>
                  </m:oMath>
                </a14:m>
                <a:r>
                  <a:rPr lang="es-ES" dirty="0"/>
                  <a:t>has </a:t>
                </a:r>
                <a:r>
                  <a:rPr lang="es-ES" b="1" dirty="0" err="1"/>
                  <a:t>exactly</a:t>
                </a:r>
                <a:r>
                  <a:rPr lang="es-ES" dirty="0"/>
                  <a:t> 2 </a:t>
                </a:r>
                <a:r>
                  <a:rPr lang="es-ES" dirty="0" err="1"/>
                  <a:t>producers</a:t>
                </a:r>
                <a:r>
                  <a:rPr lang="es-ES" dirty="0"/>
                  <a:t> and 1 </a:t>
                </a:r>
                <a:r>
                  <a:rPr lang="es-ES" dirty="0" err="1"/>
                  <a:t>consumer</a:t>
                </a:r>
                <a:r>
                  <a:rPr lang="es-ES" dirty="0"/>
                  <a:t> (</a:t>
                </a:r>
                <a:r>
                  <a:rPr lang="es-ES" dirty="0" err="1"/>
                  <a:t>tightest</a:t>
                </a:r>
                <a:r>
                  <a:rPr lang="es-ES" dirty="0"/>
                  <a:t> “</a:t>
                </a:r>
                <a:r>
                  <a:rPr lang="es-ES" dirty="0" err="1"/>
                  <a:t>adder</a:t>
                </a:r>
                <a:r>
                  <a:rPr lang="es-ES" dirty="0"/>
                  <a:t>”)</a:t>
                </a:r>
              </a:p>
              <a:p>
                <a:pPr marL="171450" indent="-171450">
                  <a:buFont typeface="Arial" panose="020B0604020202020204" pitchFamily="34" charset="0"/>
                  <a:buChar char="•"/>
                </a:pPr>
                <a:r>
                  <a:rPr lang="es-ES" dirty="0" err="1"/>
                  <a:t>Intersect</a:t>
                </a:r>
                <a:r>
                  <a:rPr lang="es-ES" dirty="0"/>
                  <a:t> </a:t>
                </a:r>
                <a:r>
                  <a:rPr lang="es-ES" dirty="0" err="1"/>
                  <a:t>producers</a:t>
                </a:r>
                <a:r>
                  <a:rPr lang="es-ES" dirty="0"/>
                  <a:t> </a:t>
                </a:r>
                <a:r>
                  <a:rPr lang="es-ES" dirty="0" err="1"/>
                  <a:t>with</a:t>
                </a:r>
                <a:r>
                  <a:rPr lang="es-ES" dirty="0"/>
                  <a:t> </a:t>
                </a:r>
                <a:r>
                  <a:rPr lang="es-ES" dirty="0" err="1"/>
                  <a:t>your</a:t>
                </a:r>
                <a:r>
                  <a:rPr lang="es-ES" dirty="0"/>
                  <a:t> </a:t>
                </a:r>
                <a:r>
                  <a:rPr lang="es-ES" b="1" dirty="0"/>
                  <a:t>single-gene </a:t>
                </a:r>
                <a:r>
                  <a:rPr lang="es-ES" b="1" dirty="0" err="1"/>
                  <a:t>reaction</a:t>
                </a:r>
                <a:r>
                  <a:rPr lang="es-ES" b="1" dirty="0"/>
                  <a:t> </a:t>
                </a:r>
                <a:r>
                  <a:rPr lang="es-ES" b="1" dirty="0" err="1"/>
                  <a:t>list</a:t>
                </a:r>
                <a:r>
                  <a:rPr lang="es-ES" dirty="0"/>
                  <a:t> (</a:t>
                </a:r>
                <a:r>
                  <a:rPr lang="es-ES" dirty="0" err="1"/>
                  <a:t>your</a:t>
                </a:r>
                <a:r>
                  <a:rPr lang="es-ES" dirty="0"/>
                  <a:t> </a:t>
                </a:r>
                <a:r>
                  <a:rPr lang="es-ES" dirty="0" err="1"/>
                  <a:t>current</a:t>
                </a:r>
                <a:r>
                  <a:rPr lang="es-ES" dirty="0"/>
                  <a:t> </a:t>
                </a:r>
                <a:r>
                  <a:rPr lang="es-ES" dirty="0" err="1"/>
                  <a:t>code</a:t>
                </a:r>
                <a:r>
                  <a:rPr lang="es-ES" dirty="0"/>
                  <a:t> </a:t>
                </a:r>
                <a:r>
                  <a:rPr lang="es-ES" dirty="0" err="1"/>
                  <a:t>already</a:t>
                </a:r>
                <a:r>
                  <a:rPr lang="es-ES" dirty="0"/>
                  <a:t> </a:t>
                </a:r>
                <a:r>
                  <a:rPr lang="es-ES" dirty="0" err="1"/>
                  <a:t>gives</a:t>
                </a:r>
                <a:r>
                  <a:rPr lang="es-ES" dirty="0"/>
                  <a:t> </a:t>
                </a:r>
                <a:r>
                  <a:rPr lang="es-ES" dirty="0" err="1"/>
                  <a:t>that</a:t>
                </a:r>
                <a:r>
                  <a:rPr lang="es-ES" dirty="0"/>
                  <a:t>)</a:t>
                </a:r>
              </a:p>
              <a:p>
                <a:endParaRPr lang="en-US" dirty="0"/>
              </a:p>
            </p:txBody>
          </p:sp>
        </mc:Choice>
        <mc:Fallback xmlns="">
          <p:sp>
            <p:nvSpPr>
              <p:cNvPr id="3" name="Notes Placeholder 2">
                <a:extLst>
                  <a:ext uri="{FF2B5EF4-FFF2-40B4-BE49-F238E27FC236}">
                    <a16:creationId xmlns:a16="http://schemas.microsoft.com/office/drawing/2014/main" id="{9DF7C19D-699C-C6DE-407E-1404316443F4}"/>
                  </a:ext>
                </a:extLst>
              </p:cNvPr>
              <p:cNvSpPr>
                <a:spLocks noGrp="1"/>
              </p:cNvSpPr>
              <p:nvPr>
                <p:ph type="body" idx="1"/>
              </p:nvPr>
            </p:nvSpPr>
            <p:spPr/>
            <p:txBody>
              <a:bodyPr/>
              <a:lstStyle/>
              <a:p>
                <a:r>
                  <a:rPr lang="es-ES" dirty="0" err="1"/>
                  <a:t>Algorithm</a:t>
                </a:r>
                <a:endParaRPr lang="es-ES" dirty="0"/>
              </a:p>
              <a:p>
                <a:pPr marL="171450" indent="-171450">
                  <a:buFont typeface="Arial" panose="020B0604020202020204" pitchFamily="34" charset="0"/>
                  <a:buChar char="•"/>
                </a:pPr>
                <a:r>
                  <a:rPr lang="es-ES" dirty="0" err="1"/>
                  <a:t>For</a:t>
                </a:r>
                <a:r>
                  <a:rPr lang="es-ES" dirty="0"/>
                  <a:t> </a:t>
                </a:r>
                <a:r>
                  <a:rPr lang="es-ES" dirty="0" err="1"/>
                  <a:t>each</a:t>
                </a:r>
                <a:r>
                  <a:rPr lang="es-ES" dirty="0"/>
                  <a:t> </a:t>
                </a:r>
                <a:r>
                  <a:rPr lang="es-ES" dirty="0" err="1"/>
                  <a:t>metabolite</a:t>
                </a:r>
                <a:r>
                  <a:rPr lang="es-ES" dirty="0"/>
                  <a:t> </a:t>
                </a:r>
                <a:r>
                  <a:rPr lang="es-ES" sz="1200" i="0" kern="1200">
                    <a:solidFill>
                      <a:schemeClr val="tx1"/>
                    </a:solidFill>
                    <a:latin typeface="Cambria Math" panose="02040503050406030204" pitchFamily="18" charset="0"/>
                    <a:ea typeface="+mn-ea"/>
                    <a:cs typeface="+mn-cs"/>
                  </a:rPr>
                  <a:t>𝑚</a:t>
                </a:r>
                <a:r>
                  <a:rPr lang="es-ES" dirty="0"/>
                  <a:t>, </a:t>
                </a:r>
                <a:r>
                  <a:rPr lang="es-ES" dirty="0" err="1"/>
                  <a:t>list</a:t>
                </a:r>
                <a:r>
                  <a:rPr lang="es-ES" dirty="0"/>
                  <a:t> </a:t>
                </a:r>
                <a:r>
                  <a:rPr lang="es-ES" dirty="0" err="1"/>
                  <a:t>producers</a:t>
                </a:r>
                <a:r>
                  <a:rPr lang="es-ES" dirty="0"/>
                  <a:t> </a:t>
                </a:r>
                <a:r>
                  <a:rPr lang="es-ES" sz="1200" i="0" kern="1200">
                    <a:solidFill>
                      <a:schemeClr val="tx1"/>
                    </a:solidFill>
                    <a:latin typeface="Cambria Math" panose="02040503050406030204" pitchFamily="18" charset="0"/>
                    <a:ea typeface="+mn-ea"/>
                    <a:cs typeface="+mn-cs"/>
                  </a:rPr>
                  <a:t>𝑃</a:t>
                </a:r>
                <a:r>
                  <a:rPr lang="es-ES" dirty="0"/>
                  <a:t>(</a:t>
                </a:r>
                <a:r>
                  <a:rPr lang="es-ES" dirty="0" err="1"/>
                  <a:t>reactions</a:t>
                </a:r>
                <a:r>
                  <a:rPr lang="es-ES" dirty="0"/>
                  <a:t> </a:t>
                </a:r>
                <a:r>
                  <a:rPr lang="es-ES" dirty="0" err="1"/>
                  <a:t>with</a:t>
                </a:r>
                <a:r>
                  <a:rPr lang="es-ES" dirty="0"/>
                  <a:t> </a:t>
                </a:r>
                <a:r>
                  <a:rPr lang="ar-AE" sz="1200" i="0" kern="1200">
                    <a:solidFill>
                      <a:schemeClr val="tx1"/>
                    </a:solidFill>
                    <a:latin typeface="Cambria Math" panose="02040503050406030204" pitchFamily="18" charset="0"/>
                    <a:ea typeface="+mn-ea"/>
                    <a:cs typeface="+mn-cs"/>
                  </a:rPr>
                  <a:t>𝑆_(𝑚,𝑗)&gt;0</a:t>
                </a:r>
                <a:r>
                  <a:rPr lang="ar-AE" dirty="0"/>
                  <a:t>)</a:t>
                </a:r>
              </a:p>
              <a:p>
                <a:pPr marL="171450" indent="-171450">
                  <a:buFont typeface="Arial" panose="020B0604020202020204" pitchFamily="34" charset="0"/>
                  <a:buChar char="•"/>
                </a:pPr>
                <a:r>
                  <a:rPr lang="es-ES" dirty="0" err="1"/>
                  <a:t>List</a:t>
                </a:r>
                <a:r>
                  <a:rPr lang="es-ES" dirty="0"/>
                  <a:t> </a:t>
                </a:r>
                <a:r>
                  <a:rPr lang="es-ES" dirty="0" err="1"/>
                  <a:t>consumers</a:t>
                </a:r>
                <a:r>
                  <a:rPr lang="es-ES" dirty="0"/>
                  <a:t> </a:t>
                </a:r>
                <a:r>
                  <a:rPr lang="es-ES" sz="1200" i="0" kern="1200">
                    <a:solidFill>
                      <a:schemeClr val="tx1"/>
                    </a:solidFill>
                    <a:latin typeface="Cambria Math" panose="02040503050406030204" pitchFamily="18" charset="0"/>
                    <a:ea typeface="+mn-ea"/>
                    <a:cs typeface="+mn-cs"/>
                  </a:rPr>
                  <a:t>𝐶</a:t>
                </a:r>
                <a:r>
                  <a:rPr lang="es-ES" dirty="0"/>
                  <a:t>(</a:t>
                </a:r>
                <a:r>
                  <a:rPr lang="es-ES" dirty="0" err="1"/>
                  <a:t>reactions</a:t>
                </a:r>
                <a:r>
                  <a:rPr lang="es-ES" dirty="0"/>
                  <a:t> </a:t>
                </a:r>
                <a:r>
                  <a:rPr lang="es-ES" dirty="0" err="1"/>
                  <a:t>with</a:t>
                </a:r>
                <a:r>
                  <a:rPr lang="es-ES" dirty="0"/>
                  <a:t> </a:t>
                </a:r>
                <a:r>
                  <a:rPr lang="ar-AE" sz="1200" i="0" kern="1200">
                    <a:solidFill>
                      <a:schemeClr val="tx1"/>
                    </a:solidFill>
                    <a:latin typeface="Cambria Math" panose="02040503050406030204" pitchFamily="18" charset="0"/>
                    <a:ea typeface="+mn-ea"/>
                    <a:cs typeface="+mn-cs"/>
                  </a:rPr>
                  <a:t>𝑆_(𝑚,𝑗)&lt;0</a:t>
                </a:r>
                <a:r>
                  <a:rPr lang="ar-AE" dirty="0"/>
                  <a:t>)</a:t>
                </a:r>
              </a:p>
              <a:p>
                <a:pPr marL="171450" indent="-171450">
                  <a:buFont typeface="Arial" panose="020B0604020202020204" pitchFamily="34" charset="0"/>
                  <a:buChar char="•"/>
                </a:pPr>
                <a:r>
                  <a:rPr lang="es-ES" dirty="0" err="1"/>
                  <a:t>If</a:t>
                </a:r>
                <a:r>
                  <a:rPr lang="es-ES" dirty="0"/>
                  <a:t> </a:t>
                </a:r>
                <a:r>
                  <a:rPr lang="es-ES" sz="1200" i="0" kern="1200">
                    <a:solidFill>
                      <a:schemeClr val="tx1"/>
                    </a:solidFill>
                    <a:latin typeface="Cambria Math" panose="02040503050406030204" pitchFamily="18" charset="0"/>
                    <a:ea typeface="+mn-ea"/>
                    <a:cs typeface="+mn-cs"/>
                  </a:rPr>
                  <a:t>∣𝑃∣≥2</a:t>
                </a:r>
                <a:r>
                  <a:rPr lang="es-ES" dirty="0"/>
                  <a:t>and </a:t>
                </a:r>
                <a:r>
                  <a:rPr lang="es-ES" sz="1200" i="0" kern="1200">
                    <a:solidFill>
                      <a:schemeClr val="tx1"/>
                    </a:solidFill>
                    <a:latin typeface="Cambria Math" panose="02040503050406030204" pitchFamily="18" charset="0"/>
                    <a:ea typeface="+mn-ea"/>
                    <a:cs typeface="+mn-cs"/>
                  </a:rPr>
                  <a:t>∣𝐶∣≥1</a:t>
                </a:r>
                <a:r>
                  <a:rPr lang="es-ES" dirty="0"/>
                  <a:t>, </a:t>
                </a:r>
                <a:r>
                  <a:rPr lang="es-ES" dirty="0" err="1"/>
                  <a:t>check</a:t>
                </a:r>
                <a:r>
                  <a:rPr lang="es-ES" dirty="0"/>
                  <a:t> candidate outputs </a:t>
                </a:r>
                <a:r>
                  <a:rPr lang="ar-AE" sz="1200" i="0" kern="1200">
                    <a:solidFill>
                      <a:schemeClr val="tx1"/>
                    </a:solidFill>
                    <a:latin typeface="Cambria Math" panose="02040503050406030204" pitchFamily="18" charset="0"/>
                    <a:ea typeface="+mn-ea"/>
                    <a:cs typeface="+mn-cs"/>
                  </a:rPr>
                  <a:t>𝑟_3∈𝐶</a:t>
                </a:r>
                <a:endParaRPr lang="ar-AE" dirty="0"/>
              </a:p>
              <a:p>
                <a:pPr marL="171450" indent="-171450">
                  <a:buFont typeface="Arial" panose="020B0604020202020204" pitchFamily="34" charset="0"/>
                  <a:buChar char="•"/>
                </a:pPr>
                <a:r>
                  <a:rPr lang="es-ES" dirty="0" err="1"/>
                  <a:t>Prefer</a:t>
                </a:r>
                <a:r>
                  <a:rPr lang="es-ES" dirty="0"/>
                  <a:t> cases </a:t>
                </a:r>
                <a:r>
                  <a:rPr lang="es-ES" dirty="0" err="1"/>
                  <a:t>where</a:t>
                </a:r>
                <a:r>
                  <a:rPr lang="es-ES" dirty="0"/>
                  <a:t> </a:t>
                </a:r>
                <a:r>
                  <a:rPr lang="es-ES" sz="1200" i="0" kern="1200">
                    <a:solidFill>
                      <a:schemeClr val="tx1"/>
                    </a:solidFill>
                    <a:latin typeface="Cambria Math" panose="02040503050406030204" pitchFamily="18" charset="0"/>
                    <a:ea typeface="+mn-ea"/>
                    <a:cs typeface="+mn-cs"/>
                  </a:rPr>
                  <a:t>𝑚</a:t>
                </a:r>
                <a:r>
                  <a:rPr lang="es-ES" dirty="0"/>
                  <a:t>has </a:t>
                </a:r>
                <a:r>
                  <a:rPr lang="es-ES" b="1" dirty="0" err="1"/>
                  <a:t>exactly</a:t>
                </a:r>
                <a:r>
                  <a:rPr lang="es-ES" dirty="0"/>
                  <a:t> 2 </a:t>
                </a:r>
                <a:r>
                  <a:rPr lang="es-ES" dirty="0" err="1"/>
                  <a:t>producers</a:t>
                </a:r>
                <a:r>
                  <a:rPr lang="es-ES" dirty="0"/>
                  <a:t> and 1 </a:t>
                </a:r>
                <a:r>
                  <a:rPr lang="es-ES" dirty="0" err="1"/>
                  <a:t>consumer</a:t>
                </a:r>
                <a:r>
                  <a:rPr lang="es-ES" dirty="0"/>
                  <a:t> (</a:t>
                </a:r>
                <a:r>
                  <a:rPr lang="es-ES" dirty="0" err="1"/>
                  <a:t>tightest</a:t>
                </a:r>
                <a:r>
                  <a:rPr lang="es-ES" dirty="0"/>
                  <a:t> “</a:t>
                </a:r>
                <a:r>
                  <a:rPr lang="es-ES" dirty="0" err="1"/>
                  <a:t>adder</a:t>
                </a:r>
                <a:r>
                  <a:rPr lang="es-ES" dirty="0"/>
                  <a:t>”)</a:t>
                </a:r>
              </a:p>
              <a:p>
                <a:pPr marL="171450" indent="-171450">
                  <a:buFont typeface="Arial" panose="020B0604020202020204" pitchFamily="34" charset="0"/>
                  <a:buChar char="•"/>
                </a:pPr>
                <a:r>
                  <a:rPr lang="es-ES" dirty="0" err="1"/>
                  <a:t>Intersect</a:t>
                </a:r>
                <a:r>
                  <a:rPr lang="es-ES" dirty="0"/>
                  <a:t> </a:t>
                </a:r>
                <a:r>
                  <a:rPr lang="es-ES" dirty="0" err="1"/>
                  <a:t>producers</a:t>
                </a:r>
                <a:r>
                  <a:rPr lang="es-ES" dirty="0"/>
                  <a:t> </a:t>
                </a:r>
                <a:r>
                  <a:rPr lang="es-ES" dirty="0" err="1"/>
                  <a:t>with</a:t>
                </a:r>
                <a:r>
                  <a:rPr lang="es-ES" dirty="0"/>
                  <a:t> </a:t>
                </a:r>
                <a:r>
                  <a:rPr lang="es-ES" dirty="0" err="1"/>
                  <a:t>your</a:t>
                </a:r>
                <a:r>
                  <a:rPr lang="es-ES" dirty="0"/>
                  <a:t> </a:t>
                </a:r>
                <a:r>
                  <a:rPr lang="es-ES" b="1" dirty="0"/>
                  <a:t>single-gene </a:t>
                </a:r>
                <a:r>
                  <a:rPr lang="es-ES" b="1" dirty="0" err="1"/>
                  <a:t>reaction</a:t>
                </a:r>
                <a:r>
                  <a:rPr lang="es-ES" b="1" dirty="0"/>
                  <a:t> </a:t>
                </a:r>
                <a:r>
                  <a:rPr lang="es-ES" b="1" dirty="0" err="1"/>
                  <a:t>list</a:t>
                </a:r>
                <a:r>
                  <a:rPr lang="es-ES" dirty="0"/>
                  <a:t> (</a:t>
                </a:r>
                <a:r>
                  <a:rPr lang="es-ES" dirty="0" err="1"/>
                  <a:t>your</a:t>
                </a:r>
                <a:r>
                  <a:rPr lang="es-ES" dirty="0"/>
                  <a:t> </a:t>
                </a:r>
                <a:r>
                  <a:rPr lang="es-ES" dirty="0" err="1"/>
                  <a:t>current</a:t>
                </a:r>
                <a:r>
                  <a:rPr lang="es-ES" dirty="0"/>
                  <a:t> </a:t>
                </a:r>
                <a:r>
                  <a:rPr lang="es-ES" dirty="0" err="1"/>
                  <a:t>code</a:t>
                </a:r>
                <a:r>
                  <a:rPr lang="es-ES" dirty="0"/>
                  <a:t> </a:t>
                </a:r>
                <a:r>
                  <a:rPr lang="es-ES" dirty="0" err="1"/>
                  <a:t>already</a:t>
                </a:r>
                <a:r>
                  <a:rPr lang="es-ES" dirty="0"/>
                  <a:t> </a:t>
                </a:r>
                <a:r>
                  <a:rPr lang="es-ES" dirty="0" err="1"/>
                  <a:t>gives</a:t>
                </a:r>
                <a:r>
                  <a:rPr lang="es-ES" dirty="0"/>
                  <a:t> </a:t>
                </a:r>
                <a:r>
                  <a:rPr lang="es-ES" dirty="0" err="1"/>
                  <a:t>that</a:t>
                </a:r>
                <a:r>
                  <a:rPr lang="es-ES" dirty="0"/>
                  <a:t>)</a:t>
                </a:r>
              </a:p>
              <a:p>
                <a:endParaRPr lang="en-US" dirty="0"/>
              </a:p>
            </p:txBody>
          </p:sp>
        </mc:Fallback>
      </mc:AlternateContent>
      <p:sp>
        <p:nvSpPr>
          <p:cNvPr id="4" name="Slide Number Placeholder 3">
            <a:extLst>
              <a:ext uri="{FF2B5EF4-FFF2-40B4-BE49-F238E27FC236}">
                <a16:creationId xmlns:a16="http://schemas.microsoft.com/office/drawing/2014/main" id="{8816F076-5CF3-E08F-551E-00D896E90A64}"/>
              </a:ext>
            </a:extLst>
          </p:cNvPr>
          <p:cNvSpPr>
            <a:spLocks noGrp="1"/>
          </p:cNvSpPr>
          <p:nvPr>
            <p:ph type="sldNum" sz="quarter" idx="5"/>
          </p:nvPr>
        </p:nvSpPr>
        <p:spPr/>
        <p:txBody>
          <a:bodyPr/>
          <a:lstStyle/>
          <a:p>
            <a:fld id="{5F818A67-DE81-4BE5-A09A-01BC8A96D5BB}" type="slidenum">
              <a:rPr lang="en-US" smtClean="0"/>
              <a:t>82</a:t>
            </a:fld>
            <a:endParaRPr lang="en-US"/>
          </a:p>
        </p:txBody>
      </p:sp>
    </p:spTree>
    <p:extLst>
      <p:ext uri="{BB962C8B-B14F-4D97-AF65-F5344CB8AC3E}">
        <p14:creationId xmlns:p14="http://schemas.microsoft.com/office/powerpoint/2010/main" val="357502824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C18800-D2E8-3A8F-2BDB-EAF665260D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4417F9-0B9C-78CA-8B69-CF13D96978EB}"/>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44516861-9E37-C2AA-9822-E71BC1ABC8CF}"/>
                  </a:ext>
                </a:extLst>
              </p:cNvPr>
              <p:cNvSpPr>
                <a:spLocks noGrp="1"/>
              </p:cNvSpPr>
              <p:nvPr>
                <p:ph type="body" idx="1"/>
              </p:nvPr>
            </p:nvSpPr>
            <p:spPr/>
            <p:txBody>
              <a:bodyPr/>
              <a:lstStyle/>
              <a:p>
                <a:r>
                  <a:rPr lang="es-ES" dirty="0" err="1"/>
                  <a:t>Algorithm</a:t>
                </a:r>
                <a:endParaRPr lang="es-ES" dirty="0"/>
              </a:p>
              <a:p>
                <a:pPr marL="171450" indent="-171450">
                  <a:buFont typeface="Arial" panose="020B0604020202020204" pitchFamily="34" charset="0"/>
                  <a:buChar char="•"/>
                </a:pPr>
                <a:r>
                  <a:rPr lang="es-ES" dirty="0" err="1"/>
                  <a:t>For</a:t>
                </a:r>
                <a:r>
                  <a:rPr lang="es-ES" dirty="0"/>
                  <a:t> </a:t>
                </a:r>
                <a:r>
                  <a:rPr lang="es-ES" dirty="0" err="1"/>
                  <a:t>each</a:t>
                </a:r>
                <a:r>
                  <a:rPr lang="es-ES" dirty="0"/>
                  <a:t> </a:t>
                </a:r>
                <a:r>
                  <a:rPr lang="es-ES" dirty="0" err="1"/>
                  <a:t>metabolite</a:t>
                </a:r>
                <a:r>
                  <a:rPr lang="es-ES" dirty="0"/>
                  <a:t> </a:t>
                </a:r>
                <a14:m>
                  <m:oMath xmlns:m="http://schemas.openxmlformats.org/officeDocument/2006/math">
                    <m:r>
                      <a:rPr lang="es-ES" sz="1200" i="1" kern="1200">
                        <a:solidFill>
                          <a:schemeClr val="tx1"/>
                        </a:solidFill>
                        <a:latin typeface="Cambria Math" panose="02040503050406030204" pitchFamily="18" charset="0"/>
                        <a:ea typeface="+mn-ea"/>
                        <a:cs typeface="+mn-cs"/>
                      </a:rPr>
                      <m:t>𝑚</m:t>
                    </m:r>
                  </m:oMath>
                </a14:m>
                <a:r>
                  <a:rPr lang="es-ES" dirty="0"/>
                  <a:t>, </a:t>
                </a:r>
                <a:r>
                  <a:rPr lang="es-ES" dirty="0" err="1"/>
                  <a:t>list</a:t>
                </a:r>
                <a:r>
                  <a:rPr lang="es-ES" dirty="0"/>
                  <a:t> </a:t>
                </a:r>
                <a:r>
                  <a:rPr lang="es-ES" dirty="0" err="1"/>
                  <a:t>producers</a:t>
                </a:r>
                <a:r>
                  <a:rPr lang="es-ES" dirty="0"/>
                  <a:t> </a:t>
                </a:r>
                <a14:m>
                  <m:oMath xmlns:m="http://schemas.openxmlformats.org/officeDocument/2006/math">
                    <m:r>
                      <a:rPr lang="es-ES" sz="1200" i="1" kern="1200">
                        <a:solidFill>
                          <a:schemeClr val="tx1"/>
                        </a:solidFill>
                        <a:latin typeface="Cambria Math" panose="02040503050406030204" pitchFamily="18" charset="0"/>
                        <a:ea typeface="+mn-ea"/>
                        <a:cs typeface="+mn-cs"/>
                      </a:rPr>
                      <m:t>𝑃</m:t>
                    </m:r>
                  </m:oMath>
                </a14:m>
                <a:r>
                  <a:rPr lang="es-ES" dirty="0"/>
                  <a:t>(</a:t>
                </a:r>
                <a:r>
                  <a:rPr lang="es-ES" dirty="0" err="1"/>
                  <a:t>reactions</a:t>
                </a:r>
                <a:r>
                  <a:rPr lang="es-ES" dirty="0"/>
                  <a:t> </a:t>
                </a:r>
                <a:r>
                  <a:rPr lang="es-ES" dirty="0" err="1"/>
                  <a:t>with</a:t>
                </a:r>
                <a:r>
                  <a:rPr lang="es-ES" dirty="0"/>
                  <a:t> </a:t>
                </a:r>
                <a14:m>
                  <m:oMath xmlns:m="http://schemas.openxmlformats.org/officeDocument/2006/math">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𝑆</m:t>
                        </m:r>
                      </m:e>
                      <m:sub>
                        <m:r>
                          <a:rPr lang="ar-AE" sz="1200" i="1" kern="1200">
                            <a:solidFill>
                              <a:schemeClr val="tx1"/>
                            </a:solidFill>
                            <a:latin typeface="Cambria Math" panose="02040503050406030204" pitchFamily="18" charset="0"/>
                            <a:ea typeface="+mn-ea"/>
                            <a:cs typeface="+mn-cs"/>
                          </a:rPr>
                          <m:t>𝑚</m:t>
                        </m:r>
                        <m:r>
                          <a:rPr lang="ar-AE" sz="1200" i="0" kern="1200">
                            <a:solidFill>
                              <a:schemeClr val="tx1"/>
                            </a:solidFill>
                            <a:latin typeface="Cambria Math" panose="02040503050406030204" pitchFamily="18" charset="0"/>
                            <a:ea typeface="+mn-ea"/>
                            <a:cs typeface="+mn-cs"/>
                          </a:rPr>
                          <m:t>,</m:t>
                        </m:r>
                        <m:r>
                          <a:rPr lang="ar-AE" sz="1200" i="1" kern="1200">
                            <a:solidFill>
                              <a:schemeClr val="tx1"/>
                            </a:solidFill>
                            <a:latin typeface="Cambria Math" panose="02040503050406030204" pitchFamily="18" charset="0"/>
                            <a:ea typeface="+mn-ea"/>
                            <a:cs typeface="+mn-cs"/>
                          </a:rPr>
                          <m:t>𝑗</m:t>
                        </m:r>
                      </m:sub>
                    </m:sSub>
                    <m:r>
                      <a:rPr lang="ar-AE" sz="1200" i="0" kern="1200">
                        <a:solidFill>
                          <a:schemeClr val="tx1"/>
                        </a:solidFill>
                        <a:latin typeface="Cambria Math" panose="02040503050406030204" pitchFamily="18" charset="0"/>
                        <a:ea typeface="+mn-ea"/>
                        <a:cs typeface="+mn-cs"/>
                      </a:rPr>
                      <m:t>&gt;0</m:t>
                    </m:r>
                  </m:oMath>
                </a14:m>
                <a:r>
                  <a:rPr lang="ar-AE" dirty="0"/>
                  <a:t>)</a:t>
                </a:r>
              </a:p>
              <a:p>
                <a:pPr marL="171450" indent="-171450">
                  <a:buFont typeface="Arial" panose="020B0604020202020204" pitchFamily="34" charset="0"/>
                  <a:buChar char="•"/>
                </a:pPr>
                <a:r>
                  <a:rPr lang="es-ES" dirty="0" err="1"/>
                  <a:t>List</a:t>
                </a:r>
                <a:r>
                  <a:rPr lang="es-ES" dirty="0"/>
                  <a:t> </a:t>
                </a:r>
                <a:r>
                  <a:rPr lang="es-ES" dirty="0" err="1"/>
                  <a:t>consumers</a:t>
                </a:r>
                <a:r>
                  <a:rPr lang="es-ES" dirty="0"/>
                  <a:t> </a:t>
                </a:r>
                <a14:m>
                  <m:oMath xmlns:m="http://schemas.openxmlformats.org/officeDocument/2006/math">
                    <m:r>
                      <a:rPr lang="es-ES" sz="1200" i="1" kern="1200">
                        <a:solidFill>
                          <a:schemeClr val="tx1"/>
                        </a:solidFill>
                        <a:latin typeface="Cambria Math" panose="02040503050406030204" pitchFamily="18" charset="0"/>
                        <a:ea typeface="+mn-ea"/>
                        <a:cs typeface="+mn-cs"/>
                      </a:rPr>
                      <m:t>𝐶</m:t>
                    </m:r>
                  </m:oMath>
                </a14:m>
                <a:r>
                  <a:rPr lang="es-ES" dirty="0"/>
                  <a:t>(</a:t>
                </a:r>
                <a:r>
                  <a:rPr lang="es-ES" dirty="0" err="1"/>
                  <a:t>reactions</a:t>
                </a:r>
                <a:r>
                  <a:rPr lang="es-ES" dirty="0"/>
                  <a:t> </a:t>
                </a:r>
                <a:r>
                  <a:rPr lang="es-ES" dirty="0" err="1"/>
                  <a:t>with</a:t>
                </a:r>
                <a:r>
                  <a:rPr lang="es-ES" dirty="0"/>
                  <a:t> </a:t>
                </a:r>
                <a14:m>
                  <m:oMath xmlns:m="http://schemas.openxmlformats.org/officeDocument/2006/math">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𝑆</m:t>
                        </m:r>
                      </m:e>
                      <m:sub>
                        <m:r>
                          <a:rPr lang="ar-AE" sz="1200" i="1" kern="1200">
                            <a:solidFill>
                              <a:schemeClr val="tx1"/>
                            </a:solidFill>
                            <a:latin typeface="Cambria Math" panose="02040503050406030204" pitchFamily="18" charset="0"/>
                            <a:ea typeface="+mn-ea"/>
                            <a:cs typeface="+mn-cs"/>
                          </a:rPr>
                          <m:t>𝑚</m:t>
                        </m:r>
                        <m:r>
                          <a:rPr lang="ar-AE" sz="1200" i="0" kern="1200">
                            <a:solidFill>
                              <a:schemeClr val="tx1"/>
                            </a:solidFill>
                            <a:latin typeface="Cambria Math" panose="02040503050406030204" pitchFamily="18" charset="0"/>
                            <a:ea typeface="+mn-ea"/>
                            <a:cs typeface="+mn-cs"/>
                          </a:rPr>
                          <m:t>,</m:t>
                        </m:r>
                        <m:r>
                          <a:rPr lang="ar-AE" sz="1200" i="1" kern="1200">
                            <a:solidFill>
                              <a:schemeClr val="tx1"/>
                            </a:solidFill>
                            <a:latin typeface="Cambria Math" panose="02040503050406030204" pitchFamily="18" charset="0"/>
                            <a:ea typeface="+mn-ea"/>
                            <a:cs typeface="+mn-cs"/>
                          </a:rPr>
                          <m:t>𝑗</m:t>
                        </m:r>
                      </m:sub>
                    </m:sSub>
                    <m:r>
                      <a:rPr lang="ar-AE" sz="1200" i="0" kern="1200">
                        <a:solidFill>
                          <a:schemeClr val="tx1"/>
                        </a:solidFill>
                        <a:latin typeface="Cambria Math" panose="02040503050406030204" pitchFamily="18" charset="0"/>
                        <a:ea typeface="+mn-ea"/>
                        <a:cs typeface="+mn-cs"/>
                      </a:rPr>
                      <m:t>&lt;0</m:t>
                    </m:r>
                  </m:oMath>
                </a14:m>
                <a:r>
                  <a:rPr lang="ar-AE" dirty="0"/>
                  <a:t>)</a:t>
                </a:r>
              </a:p>
              <a:p>
                <a:pPr marL="171450" indent="-171450">
                  <a:buFont typeface="Arial" panose="020B0604020202020204" pitchFamily="34" charset="0"/>
                  <a:buChar char="•"/>
                </a:pPr>
                <a:r>
                  <a:rPr lang="es-ES" dirty="0" err="1"/>
                  <a:t>If</a:t>
                </a:r>
                <a:r>
                  <a:rPr lang="es-ES" dirty="0"/>
                  <a:t> </a:t>
                </a:r>
                <a14:m>
                  <m:oMath xmlns:m="http://schemas.openxmlformats.org/officeDocument/2006/math">
                    <m:r>
                      <a:rPr lang="es-ES" sz="1200" kern="1200">
                        <a:solidFill>
                          <a:schemeClr val="tx1"/>
                        </a:solidFill>
                        <a:latin typeface="Cambria Math" panose="02040503050406030204" pitchFamily="18" charset="0"/>
                        <a:ea typeface="+mn-ea"/>
                        <a:cs typeface="+mn-cs"/>
                      </a:rPr>
                      <m:t>∣</m:t>
                    </m:r>
                    <m:r>
                      <a:rPr lang="es-ES" sz="1200" i="1" kern="1200">
                        <a:solidFill>
                          <a:schemeClr val="tx1"/>
                        </a:solidFill>
                        <a:latin typeface="Cambria Math" panose="02040503050406030204" pitchFamily="18" charset="0"/>
                        <a:ea typeface="+mn-ea"/>
                        <a:cs typeface="+mn-cs"/>
                      </a:rPr>
                      <m:t>𝑃</m:t>
                    </m:r>
                    <m:r>
                      <a:rPr lang="es-ES" sz="1200" i="0" kern="1200">
                        <a:solidFill>
                          <a:schemeClr val="tx1"/>
                        </a:solidFill>
                        <a:latin typeface="Cambria Math" panose="02040503050406030204" pitchFamily="18" charset="0"/>
                        <a:ea typeface="+mn-ea"/>
                        <a:cs typeface="+mn-cs"/>
                      </a:rPr>
                      <m:t>∣≥2</m:t>
                    </m:r>
                  </m:oMath>
                </a14:m>
                <a:r>
                  <a:rPr lang="es-ES" dirty="0"/>
                  <a:t>and </a:t>
                </a:r>
                <a14:m>
                  <m:oMath xmlns:m="http://schemas.openxmlformats.org/officeDocument/2006/math">
                    <m:r>
                      <a:rPr lang="es-ES" sz="1200" kern="1200">
                        <a:solidFill>
                          <a:schemeClr val="tx1"/>
                        </a:solidFill>
                        <a:latin typeface="Cambria Math" panose="02040503050406030204" pitchFamily="18" charset="0"/>
                        <a:ea typeface="+mn-ea"/>
                        <a:cs typeface="+mn-cs"/>
                      </a:rPr>
                      <m:t>∣</m:t>
                    </m:r>
                    <m:r>
                      <a:rPr lang="es-ES" sz="1200" i="1" kern="1200">
                        <a:solidFill>
                          <a:schemeClr val="tx1"/>
                        </a:solidFill>
                        <a:latin typeface="Cambria Math" panose="02040503050406030204" pitchFamily="18" charset="0"/>
                        <a:ea typeface="+mn-ea"/>
                        <a:cs typeface="+mn-cs"/>
                      </a:rPr>
                      <m:t>𝐶</m:t>
                    </m:r>
                    <m:r>
                      <a:rPr lang="es-ES" sz="1200" i="0" kern="1200">
                        <a:solidFill>
                          <a:schemeClr val="tx1"/>
                        </a:solidFill>
                        <a:latin typeface="Cambria Math" panose="02040503050406030204" pitchFamily="18" charset="0"/>
                        <a:ea typeface="+mn-ea"/>
                        <a:cs typeface="+mn-cs"/>
                      </a:rPr>
                      <m:t>∣≥1</m:t>
                    </m:r>
                  </m:oMath>
                </a14:m>
                <a:r>
                  <a:rPr lang="es-ES" dirty="0"/>
                  <a:t>, </a:t>
                </a:r>
                <a:r>
                  <a:rPr lang="es-ES" dirty="0" err="1"/>
                  <a:t>check</a:t>
                </a:r>
                <a:r>
                  <a:rPr lang="es-ES" dirty="0"/>
                  <a:t> candidate outputs </a:t>
                </a:r>
                <a14:m>
                  <m:oMath xmlns:m="http://schemas.openxmlformats.org/officeDocument/2006/math">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𝑟</m:t>
                        </m:r>
                      </m:e>
                      <m:sub>
                        <m:r>
                          <a:rPr lang="ar-AE" sz="1200" i="0" kern="1200">
                            <a:solidFill>
                              <a:schemeClr val="tx1"/>
                            </a:solidFill>
                            <a:latin typeface="Cambria Math" panose="02040503050406030204" pitchFamily="18" charset="0"/>
                            <a:ea typeface="+mn-ea"/>
                            <a:cs typeface="+mn-cs"/>
                          </a:rPr>
                          <m:t>3</m:t>
                        </m:r>
                      </m:sub>
                    </m:sSub>
                    <m:r>
                      <a:rPr lang="ar-AE" sz="1200" i="0" kern="1200">
                        <a:solidFill>
                          <a:schemeClr val="tx1"/>
                        </a:solidFill>
                        <a:latin typeface="Cambria Math" panose="02040503050406030204" pitchFamily="18" charset="0"/>
                        <a:ea typeface="+mn-ea"/>
                        <a:cs typeface="+mn-cs"/>
                      </a:rPr>
                      <m:t>∈</m:t>
                    </m:r>
                    <m:r>
                      <a:rPr lang="ar-AE" sz="1200" i="1" kern="1200">
                        <a:solidFill>
                          <a:schemeClr val="tx1"/>
                        </a:solidFill>
                        <a:latin typeface="Cambria Math" panose="02040503050406030204" pitchFamily="18" charset="0"/>
                        <a:ea typeface="+mn-ea"/>
                        <a:cs typeface="+mn-cs"/>
                      </a:rPr>
                      <m:t>𝐶</m:t>
                    </m:r>
                  </m:oMath>
                </a14:m>
                <a:endParaRPr lang="ar-AE" dirty="0"/>
              </a:p>
              <a:p>
                <a:pPr marL="171450" indent="-171450">
                  <a:buFont typeface="Arial" panose="020B0604020202020204" pitchFamily="34" charset="0"/>
                  <a:buChar char="•"/>
                </a:pPr>
                <a:r>
                  <a:rPr lang="es-ES" dirty="0" err="1"/>
                  <a:t>Prefer</a:t>
                </a:r>
                <a:r>
                  <a:rPr lang="es-ES" dirty="0"/>
                  <a:t> cases </a:t>
                </a:r>
                <a:r>
                  <a:rPr lang="es-ES" dirty="0" err="1"/>
                  <a:t>where</a:t>
                </a:r>
                <a:r>
                  <a:rPr lang="es-ES" dirty="0"/>
                  <a:t> </a:t>
                </a:r>
                <a14:m>
                  <m:oMath xmlns:m="http://schemas.openxmlformats.org/officeDocument/2006/math">
                    <m:r>
                      <a:rPr lang="es-ES" sz="1200" i="1" kern="1200">
                        <a:solidFill>
                          <a:schemeClr val="tx1"/>
                        </a:solidFill>
                        <a:latin typeface="Cambria Math" panose="02040503050406030204" pitchFamily="18" charset="0"/>
                        <a:ea typeface="+mn-ea"/>
                        <a:cs typeface="+mn-cs"/>
                      </a:rPr>
                      <m:t>𝑚</m:t>
                    </m:r>
                  </m:oMath>
                </a14:m>
                <a:r>
                  <a:rPr lang="es-ES" dirty="0"/>
                  <a:t>has </a:t>
                </a:r>
                <a:r>
                  <a:rPr lang="es-ES" b="1" dirty="0" err="1"/>
                  <a:t>exactly</a:t>
                </a:r>
                <a:r>
                  <a:rPr lang="es-ES" dirty="0"/>
                  <a:t> 2 </a:t>
                </a:r>
                <a:r>
                  <a:rPr lang="es-ES" dirty="0" err="1"/>
                  <a:t>producers</a:t>
                </a:r>
                <a:r>
                  <a:rPr lang="es-ES" dirty="0"/>
                  <a:t> and 1 </a:t>
                </a:r>
                <a:r>
                  <a:rPr lang="es-ES" dirty="0" err="1"/>
                  <a:t>consumer</a:t>
                </a:r>
                <a:r>
                  <a:rPr lang="es-ES" dirty="0"/>
                  <a:t> (</a:t>
                </a:r>
                <a:r>
                  <a:rPr lang="es-ES" dirty="0" err="1"/>
                  <a:t>tightest</a:t>
                </a:r>
                <a:r>
                  <a:rPr lang="es-ES" dirty="0"/>
                  <a:t> “</a:t>
                </a:r>
                <a:r>
                  <a:rPr lang="es-ES" dirty="0" err="1"/>
                  <a:t>adder</a:t>
                </a:r>
                <a:r>
                  <a:rPr lang="es-ES" dirty="0"/>
                  <a:t>”)</a:t>
                </a:r>
              </a:p>
              <a:p>
                <a:pPr marL="171450" indent="-171450">
                  <a:buFont typeface="Arial" panose="020B0604020202020204" pitchFamily="34" charset="0"/>
                  <a:buChar char="•"/>
                </a:pPr>
                <a:r>
                  <a:rPr lang="es-ES" dirty="0" err="1"/>
                  <a:t>Intersect</a:t>
                </a:r>
                <a:r>
                  <a:rPr lang="es-ES" dirty="0"/>
                  <a:t> </a:t>
                </a:r>
                <a:r>
                  <a:rPr lang="es-ES" dirty="0" err="1"/>
                  <a:t>producers</a:t>
                </a:r>
                <a:r>
                  <a:rPr lang="es-ES" dirty="0"/>
                  <a:t> </a:t>
                </a:r>
                <a:r>
                  <a:rPr lang="es-ES" dirty="0" err="1"/>
                  <a:t>with</a:t>
                </a:r>
                <a:r>
                  <a:rPr lang="es-ES" dirty="0"/>
                  <a:t> </a:t>
                </a:r>
                <a:r>
                  <a:rPr lang="es-ES" dirty="0" err="1"/>
                  <a:t>your</a:t>
                </a:r>
                <a:r>
                  <a:rPr lang="es-ES" dirty="0"/>
                  <a:t> </a:t>
                </a:r>
                <a:r>
                  <a:rPr lang="es-ES" b="1" dirty="0"/>
                  <a:t>single-gene </a:t>
                </a:r>
                <a:r>
                  <a:rPr lang="es-ES" b="1" dirty="0" err="1"/>
                  <a:t>reaction</a:t>
                </a:r>
                <a:r>
                  <a:rPr lang="es-ES" b="1" dirty="0"/>
                  <a:t> </a:t>
                </a:r>
                <a:r>
                  <a:rPr lang="es-ES" b="1" dirty="0" err="1"/>
                  <a:t>list</a:t>
                </a:r>
                <a:r>
                  <a:rPr lang="es-ES" dirty="0"/>
                  <a:t> (</a:t>
                </a:r>
                <a:r>
                  <a:rPr lang="es-ES" dirty="0" err="1"/>
                  <a:t>your</a:t>
                </a:r>
                <a:r>
                  <a:rPr lang="es-ES" dirty="0"/>
                  <a:t> </a:t>
                </a:r>
                <a:r>
                  <a:rPr lang="es-ES" dirty="0" err="1"/>
                  <a:t>current</a:t>
                </a:r>
                <a:r>
                  <a:rPr lang="es-ES" dirty="0"/>
                  <a:t> </a:t>
                </a:r>
                <a:r>
                  <a:rPr lang="es-ES" dirty="0" err="1"/>
                  <a:t>code</a:t>
                </a:r>
                <a:r>
                  <a:rPr lang="es-ES" dirty="0"/>
                  <a:t> </a:t>
                </a:r>
                <a:r>
                  <a:rPr lang="es-ES" dirty="0" err="1"/>
                  <a:t>already</a:t>
                </a:r>
                <a:r>
                  <a:rPr lang="es-ES" dirty="0"/>
                  <a:t> </a:t>
                </a:r>
                <a:r>
                  <a:rPr lang="es-ES" dirty="0" err="1"/>
                  <a:t>gives</a:t>
                </a:r>
                <a:r>
                  <a:rPr lang="es-ES" dirty="0"/>
                  <a:t> </a:t>
                </a:r>
                <a:r>
                  <a:rPr lang="es-ES" dirty="0" err="1"/>
                  <a:t>that</a:t>
                </a:r>
                <a:r>
                  <a:rPr lang="es-ES" dirty="0"/>
                  <a:t>)</a:t>
                </a:r>
              </a:p>
              <a:p>
                <a:endParaRPr lang="en-US" dirty="0"/>
              </a:p>
            </p:txBody>
          </p:sp>
        </mc:Choice>
        <mc:Fallback xmlns="">
          <p:sp>
            <p:nvSpPr>
              <p:cNvPr id="3" name="Notes Placeholder 2">
                <a:extLst>
                  <a:ext uri="{FF2B5EF4-FFF2-40B4-BE49-F238E27FC236}">
                    <a16:creationId xmlns:a16="http://schemas.microsoft.com/office/drawing/2014/main" id="{44516861-9E37-C2AA-9822-E71BC1ABC8CF}"/>
                  </a:ext>
                </a:extLst>
              </p:cNvPr>
              <p:cNvSpPr>
                <a:spLocks noGrp="1"/>
              </p:cNvSpPr>
              <p:nvPr>
                <p:ph type="body" idx="1"/>
              </p:nvPr>
            </p:nvSpPr>
            <p:spPr/>
            <p:txBody>
              <a:bodyPr/>
              <a:lstStyle/>
              <a:p>
                <a:r>
                  <a:rPr lang="es-ES" dirty="0" err="1"/>
                  <a:t>Algorithm</a:t>
                </a:r>
                <a:endParaRPr lang="es-ES" dirty="0"/>
              </a:p>
              <a:p>
                <a:pPr marL="171450" indent="-171450">
                  <a:buFont typeface="Arial" panose="020B0604020202020204" pitchFamily="34" charset="0"/>
                  <a:buChar char="•"/>
                </a:pPr>
                <a:r>
                  <a:rPr lang="es-ES" dirty="0" err="1"/>
                  <a:t>For</a:t>
                </a:r>
                <a:r>
                  <a:rPr lang="es-ES" dirty="0"/>
                  <a:t> </a:t>
                </a:r>
                <a:r>
                  <a:rPr lang="es-ES" dirty="0" err="1"/>
                  <a:t>each</a:t>
                </a:r>
                <a:r>
                  <a:rPr lang="es-ES" dirty="0"/>
                  <a:t> </a:t>
                </a:r>
                <a:r>
                  <a:rPr lang="es-ES" dirty="0" err="1"/>
                  <a:t>metabolite</a:t>
                </a:r>
                <a:r>
                  <a:rPr lang="es-ES" dirty="0"/>
                  <a:t> </a:t>
                </a:r>
                <a:r>
                  <a:rPr lang="es-ES" sz="1200" i="0" kern="1200">
                    <a:solidFill>
                      <a:schemeClr val="tx1"/>
                    </a:solidFill>
                    <a:latin typeface="Cambria Math" panose="02040503050406030204" pitchFamily="18" charset="0"/>
                    <a:ea typeface="+mn-ea"/>
                    <a:cs typeface="+mn-cs"/>
                  </a:rPr>
                  <a:t>𝑚</a:t>
                </a:r>
                <a:r>
                  <a:rPr lang="es-ES" dirty="0"/>
                  <a:t>, </a:t>
                </a:r>
                <a:r>
                  <a:rPr lang="es-ES" dirty="0" err="1"/>
                  <a:t>list</a:t>
                </a:r>
                <a:r>
                  <a:rPr lang="es-ES" dirty="0"/>
                  <a:t> </a:t>
                </a:r>
                <a:r>
                  <a:rPr lang="es-ES" dirty="0" err="1"/>
                  <a:t>producers</a:t>
                </a:r>
                <a:r>
                  <a:rPr lang="es-ES" dirty="0"/>
                  <a:t> </a:t>
                </a:r>
                <a:r>
                  <a:rPr lang="es-ES" sz="1200" i="0" kern="1200">
                    <a:solidFill>
                      <a:schemeClr val="tx1"/>
                    </a:solidFill>
                    <a:latin typeface="Cambria Math" panose="02040503050406030204" pitchFamily="18" charset="0"/>
                    <a:ea typeface="+mn-ea"/>
                    <a:cs typeface="+mn-cs"/>
                  </a:rPr>
                  <a:t>𝑃</a:t>
                </a:r>
                <a:r>
                  <a:rPr lang="es-ES" dirty="0"/>
                  <a:t>(</a:t>
                </a:r>
                <a:r>
                  <a:rPr lang="es-ES" dirty="0" err="1"/>
                  <a:t>reactions</a:t>
                </a:r>
                <a:r>
                  <a:rPr lang="es-ES" dirty="0"/>
                  <a:t> </a:t>
                </a:r>
                <a:r>
                  <a:rPr lang="es-ES" dirty="0" err="1"/>
                  <a:t>with</a:t>
                </a:r>
                <a:r>
                  <a:rPr lang="es-ES" dirty="0"/>
                  <a:t> </a:t>
                </a:r>
                <a:r>
                  <a:rPr lang="ar-AE" sz="1200" i="0" kern="1200">
                    <a:solidFill>
                      <a:schemeClr val="tx1"/>
                    </a:solidFill>
                    <a:latin typeface="Cambria Math" panose="02040503050406030204" pitchFamily="18" charset="0"/>
                    <a:ea typeface="+mn-ea"/>
                    <a:cs typeface="+mn-cs"/>
                  </a:rPr>
                  <a:t>𝑆_(𝑚,𝑗)&gt;0</a:t>
                </a:r>
                <a:r>
                  <a:rPr lang="ar-AE" dirty="0"/>
                  <a:t>)</a:t>
                </a:r>
              </a:p>
              <a:p>
                <a:pPr marL="171450" indent="-171450">
                  <a:buFont typeface="Arial" panose="020B0604020202020204" pitchFamily="34" charset="0"/>
                  <a:buChar char="•"/>
                </a:pPr>
                <a:r>
                  <a:rPr lang="es-ES" dirty="0" err="1"/>
                  <a:t>List</a:t>
                </a:r>
                <a:r>
                  <a:rPr lang="es-ES" dirty="0"/>
                  <a:t> </a:t>
                </a:r>
                <a:r>
                  <a:rPr lang="es-ES" dirty="0" err="1"/>
                  <a:t>consumers</a:t>
                </a:r>
                <a:r>
                  <a:rPr lang="es-ES" dirty="0"/>
                  <a:t> </a:t>
                </a:r>
                <a:r>
                  <a:rPr lang="es-ES" sz="1200" i="0" kern="1200">
                    <a:solidFill>
                      <a:schemeClr val="tx1"/>
                    </a:solidFill>
                    <a:latin typeface="Cambria Math" panose="02040503050406030204" pitchFamily="18" charset="0"/>
                    <a:ea typeface="+mn-ea"/>
                    <a:cs typeface="+mn-cs"/>
                  </a:rPr>
                  <a:t>𝐶</a:t>
                </a:r>
                <a:r>
                  <a:rPr lang="es-ES" dirty="0"/>
                  <a:t>(</a:t>
                </a:r>
                <a:r>
                  <a:rPr lang="es-ES" dirty="0" err="1"/>
                  <a:t>reactions</a:t>
                </a:r>
                <a:r>
                  <a:rPr lang="es-ES" dirty="0"/>
                  <a:t> </a:t>
                </a:r>
                <a:r>
                  <a:rPr lang="es-ES" dirty="0" err="1"/>
                  <a:t>with</a:t>
                </a:r>
                <a:r>
                  <a:rPr lang="es-ES" dirty="0"/>
                  <a:t> </a:t>
                </a:r>
                <a:r>
                  <a:rPr lang="ar-AE" sz="1200" i="0" kern="1200">
                    <a:solidFill>
                      <a:schemeClr val="tx1"/>
                    </a:solidFill>
                    <a:latin typeface="Cambria Math" panose="02040503050406030204" pitchFamily="18" charset="0"/>
                    <a:ea typeface="+mn-ea"/>
                    <a:cs typeface="+mn-cs"/>
                  </a:rPr>
                  <a:t>𝑆_(𝑚,𝑗)&lt;0</a:t>
                </a:r>
                <a:r>
                  <a:rPr lang="ar-AE" dirty="0"/>
                  <a:t>)</a:t>
                </a:r>
              </a:p>
              <a:p>
                <a:pPr marL="171450" indent="-171450">
                  <a:buFont typeface="Arial" panose="020B0604020202020204" pitchFamily="34" charset="0"/>
                  <a:buChar char="•"/>
                </a:pPr>
                <a:r>
                  <a:rPr lang="es-ES" dirty="0" err="1"/>
                  <a:t>If</a:t>
                </a:r>
                <a:r>
                  <a:rPr lang="es-ES" dirty="0"/>
                  <a:t> </a:t>
                </a:r>
                <a:r>
                  <a:rPr lang="es-ES" sz="1200" i="0" kern="1200">
                    <a:solidFill>
                      <a:schemeClr val="tx1"/>
                    </a:solidFill>
                    <a:latin typeface="Cambria Math" panose="02040503050406030204" pitchFamily="18" charset="0"/>
                    <a:ea typeface="+mn-ea"/>
                    <a:cs typeface="+mn-cs"/>
                  </a:rPr>
                  <a:t>∣𝑃∣≥2</a:t>
                </a:r>
                <a:r>
                  <a:rPr lang="es-ES" dirty="0"/>
                  <a:t>and </a:t>
                </a:r>
                <a:r>
                  <a:rPr lang="es-ES" sz="1200" i="0" kern="1200">
                    <a:solidFill>
                      <a:schemeClr val="tx1"/>
                    </a:solidFill>
                    <a:latin typeface="Cambria Math" panose="02040503050406030204" pitchFamily="18" charset="0"/>
                    <a:ea typeface="+mn-ea"/>
                    <a:cs typeface="+mn-cs"/>
                  </a:rPr>
                  <a:t>∣𝐶∣≥1</a:t>
                </a:r>
                <a:r>
                  <a:rPr lang="es-ES" dirty="0"/>
                  <a:t>, </a:t>
                </a:r>
                <a:r>
                  <a:rPr lang="es-ES" dirty="0" err="1"/>
                  <a:t>check</a:t>
                </a:r>
                <a:r>
                  <a:rPr lang="es-ES" dirty="0"/>
                  <a:t> candidate outputs </a:t>
                </a:r>
                <a:r>
                  <a:rPr lang="ar-AE" sz="1200" i="0" kern="1200">
                    <a:solidFill>
                      <a:schemeClr val="tx1"/>
                    </a:solidFill>
                    <a:latin typeface="Cambria Math" panose="02040503050406030204" pitchFamily="18" charset="0"/>
                    <a:ea typeface="+mn-ea"/>
                    <a:cs typeface="+mn-cs"/>
                  </a:rPr>
                  <a:t>𝑟_3∈𝐶</a:t>
                </a:r>
                <a:endParaRPr lang="ar-AE" dirty="0"/>
              </a:p>
              <a:p>
                <a:pPr marL="171450" indent="-171450">
                  <a:buFont typeface="Arial" panose="020B0604020202020204" pitchFamily="34" charset="0"/>
                  <a:buChar char="•"/>
                </a:pPr>
                <a:r>
                  <a:rPr lang="es-ES" dirty="0" err="1"/>
                  <a:t>Prefer</a:t>
                </a:r>
                <a:r>
                  <a:rPr lang="es-ES" dirty="0"/>
                  <a:t> cases </a:t>
                </a:r>
                <a:r>
                  <a:rPr lang="es-ES" dirty="0" err="1"/>
                  <a:t>where</a:t>
                </a:r>
                <a:r>
                  <a:rPr lang="es-ES" dirty="0"/>
                  <a:t> </a:t>
                </a:r>
                <a:r>
                  <a:rPr lang="es-ES" sz="1200" i="0" kern="1200">
                    <a:solidFill>
                      <a:schemeClr val="tx1"/>
                    </a:solidFill>
                    <a:latin typeface="Cambria Math" panose="02040503050406030204" pitchFamily="18" charset="0"/>
                    <a:ea typeface="+mn-ea"/>
                    <a:cs typeface="+mn-cs"/>
                  </a:rPr>
                  <a:t>𝑚</a:t>
                </a:r>
                <a:r>
                  <a:rPr lang="es-ES" dirty="0"/>
                  <a:t>has </a:t>
                </a:r>
                <a:r>
                  <a:rPr lang="es-ES" b="1" dirty="0" err="1"/>
                  <a:t>exactly</a:t>
                </a:r>
                <a:r>
                  <a:rPr lang="es-ES" dirty="0"/>
                  <a:t> 2 </a:t>
                </a:r>
                <a:r>
                  <a:rPr lang="es-ES" dirty="0" err="1"/>
                  <a:t>producers</a:t>
                </a:r>
                <a:r>
                  <a:rPr lang="es-ES" dirty="0"/>
                  <a:t> and 1 </a:t>
                </a:r>
                <a:r>
                  <a:rPr lang="es-ES" dirty="0" err="1"/>
                  <a:t>consumer</a:t>
                </a:r>
                <a:r>
                  <a:rPr lang="es-ES" dirty="0"/>
                  <a:t> (</a:t>
                </a:r>
                <a:r>
                  <a:rPr lang="es-ES" dirty="0" err="1"/>
                  <a:t>tightest</a:t>
                </a:r>
                <a:r>
                  <a:rPr lang="es-ES" dirty="0"/>
                  <a:t> “</a:t>
                </a:r>
                <a:r>
                  <a:rPr lang="es-ES" dirty="0" err="1"/>
                  <a:t>adder</a:t>
                </a:r>
                <a:r>
                  <a:rPr lang="es-ES" dirty="0"/>
                  <a:t>”)</a:t>
                </a:r>
              </a:p>
              <a:p>
                <a:pPr marL="171450" indent="-171450">
                  <a:buFont typeface="Arial" panose="020B0604020202020204" pitchFamily="34" charset="0"/>
                  <a:buChar char="•"/>
                </a:pPr>
                <a:r>
                  <a:rPr lang="es-ES" dirty="0" err="1"/>
                  <a:t>Intersect</a:t>
                </a:r>
                <a:r>
                  <a:rPr lang="es-ES" dirty="0"/>
                  <a:t> </a:t>
                </a:r>
                <a:r>
                  <a:rPr lang="es-ES" dirty="0" err="1"/>
                  <a:t>producers</a:t>
                </a:r>
                <a:r>
                  <a:rPr lang="es-ES" dirty="0"/>
                  <a:t> </a:t>
                </a:r>
                <a:r>
                  <a:rPr lang="es-ES" dirty="0" err="1"/>
                  <a:t>with</a:t>
                </a:r>
                <a:r>
                  <a:rPr lang="es-ES" dirty="0"/>
                  <a:t> </a:t>
                </a:r>
                <a:r>
                  <a:rPr lang="es-ES" dirty="0" err="1"/>
                  <a:t>your</a:t>
                </a:r>
                <a:r>
                  <a:rPr lang="es-ES" dirty="0"/>
                  <a:t> </a:t>
                </a:r>
                <a:r>
                  <a:rPr lang="es-ES" b="1" dirty="0"/>
                  <a:t>single-gene </a:t>
                </a:r>
                <a:r>
                  <a:rPr lang="es-ES" b="1" dirty="0" err="1"/>
                  <a:t>reaction</a:t>
                </a:r>
                <a:r>
                  <a:rPr lang="es-ES" b="1" dirty="0"/>
                  <a:t> </a:t>
                </a:r>
                <a:r>
                  <a:rPr lang="es-ES" b="1" dirty="0" err="1"/>
                  <a:t>list</a:t>
                </a:r>
                <a:r>
                  <a:rPr lang="es-ES" dirty="0"/>
                  <a:t> (</a:t>
                </a:r>
                <a:r>
                  <a:rPr lang="es-ES" dirty="0" err="1"/>
                  <a:t>your</a:t>
                </a:r>
                <a:r>
                  <a:rPr lang="es-ES" dirty="0"/>
                  <a:t> </a:t>
                </a:r>
                <a:r>
                  <a:rPr lang="es-ES" dirty="0" err="1"/>
                  <a:t>current</a:t>
                </a:r>
                <a:r>
                  <a:rPr lang="es-ES" dirty="0"/>
                  <a:t> </a:t>
                </a:r>
                <a:r>
                  <a:rPr lang="es-ES" dirty="0" err="1"/>
                  <a:t>code</a:t>
                </a:r>
                <a:r>
                  <a:rPr lang="es-ES" dirty="0"/>
                  <a:t> </a:t>
                </a:r>
                <a:r>
                  <a:rPr lang="es-ES" dirty="0" err="1"/>
                  <a:t>already</a:t>
                </a:r>
                <a:r>
                  <a:rPr lang="es-ES" dirty="0"/>
                  <a:t> </a:t>
                </a:r>
                <a:r>
                  <a:rPr lang="es-ES" dirty="0" err="1"/>
                  <a:t>gives</a:t>
                </a:r>
                <a:r>
                  <a:rPr lang="es-ES" dirty="0"/>
                  <a:t> </a:t>
                </a:r>
                <a:r>
                  <a:rPr lang="es-ES" dirty="0" err="1"/>
                  <a:t>that</a:t>
                </a:r>
                <a:r>
                  <a:rPr lang="es-ES" dirty="0"/>
                  <a:t>)</a:t>
                </a:r>
              </a:p>
              <a:p>
                <a:endParaRPr lang="en-US" dirty="0"/>
              </a:p>
            </p:txBody>
          </p:sp>
        </mc:Fallback>
      </mc:AlternateContent>
      <p:sp>
        <p:nvSpPr>
          <p:cNvPr id="4" name="Slide Number Placeholder 3">
            <a:extLst>
              <a:ext uri="{FF2B5EF4-FFF2-40B4-BE49-F238E27FC236}">
                <a16:creationId xmlns:a16="http://schemas.microsoft.com/office/drawing/2014/main" id="{E5D8D06F-3DE4-5031-547A-23CC7852F764}"/>
              </a:ext>
            </a:extLst>
          </p:cNvPr>
          <p:cNvSpPr>
            <a:spLocks noGrp="1"/>
          </p:cNvSpPr>
          <p:nvPr>
            <p:ph type="sldNum" sz="quarter" idx="5"/>
          </p:nvPr>
        </p:nvSpPr>
        <p:spPr/>
        <p:txBody>
          <a:bodyPr/>
          <a:lstStyle/>
          <a:p>
            <a:fld id="{5F818A67-DE81-4BE5-A09A-01BC8A96D5BB}" type="slidenum">
              <a:rPr lang="en-US" smtClean="0"/>
              <a:t>83</a:t>
            </a:fld>
            <a:endParaRPr lang="en-US"/>
          </a:p>
        </p:txBody>
      </p:sp>
    </p:spTree>
    <p:extLst>
      <p:ext uri="{BB962C8B-B14F-4D97-AF65-F5344CB8AC3E}">
        <p14:creationId xmlns:p14="http://schemas.microsoft.com/office/powerpoint/2010/main" val="2609767126"/>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F818A67-DE81-4BE5-A09A-01BC8A96D5BB}" type="slidenum">
              <a:rPr lang="en-US" smtClean="0"/>
              <a:t>85</a:t>
            </a:fld>
            <a:endParaRPr lang="en-US"/>
          </a:p>
        </p:txBody>
      </p:sp>
    </p:spTree>
    <p:extLst>
      <p:ext uri="{BB962C8B-B14F-4D97-AF65-F5344CB8AC3E}">
        <p14:creationId xmlns:p14="http://schemas.microsoft.com/office/powerpoint/2010/main" val="2773622407"/>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6301F3-93AA-0320-D4DB-2ACDFFBDAB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A345BC-FDFD-9FB5-F3CF-71B729E248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BBF544-F98B-C9BB-DF1D-10DB1B5F81D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3FD0B76-F760-642E-7264-2ECA7CC4A7D4}"/>
              </a:ext>
            </a:extLst>
          </p:cNvPr>
          <p:cNvSpPr>
            <a:spLocks noGrp="1"/>
          </p:cNvSpPr>
          <p:nvPr>
            <p:ph type="sldNum" sz="quarter" idx="5"/>
          </p:nvPr>
        </p:nvSpPr>
        <p:spPr/>
        <p:txBody>
          <a:bodyPr/>
          <a:lstStyle/>
          <a:p>
            <a:fld id="{5F818A67-DE81-4BE5-A09A-01BC8A96D5BB}" type="slidenum">
              <a:rPr lang="en-US" smtClean="0"/>
              <a:t>86</a:t>
            </a:fld>
            <a:endParaRPr lang="en-US"/>
          </a:p>
        </p:txBody>
      </p:sp>
    </p:spTree>
    <p:extLst>
      <p:ext uri="{BB962C8B-B14F-4D97-AF65-F5344CB8AC3E}">
        <p14:creationId xmlns:p14="http://schemas.microsoft.com/office/powerpoint/2010/main" val="187318089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09E046-5A27-45A4-899E-9A201E08B5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7C8B8D-FCB5-9AF6-C690-B6C7284106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AF30D4-A7FA-EEA5-E8E1-DF0945113E2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34660CB-9B37-21FB-C160-8467BF66AC16}"/>
              </a:ext>
            </a:extLst>
          </p:cNvPr>
          <p:cNvSpPr>
            <a:spLocks noGrp="1"/>
          </p:cNvSpPr>
          <p:nvPr>
            <p:ph type="sldNum" sz="quarter" idx="5"/>
          </p:nvPr>
        </p:nvSpPr>
        <p:spPr/>
        <p:txBody>
          <a:bodyPr/>
          <a:lstStyle/>
          <a:p>
            <a:fld id="{5F818A67-DE81-4BE5-A09A-01BC8A96D5BB}" type="slidenum">
              <a:rPr lang="en-US" smtClean="0"/>
              <a:t>87</a:t>
            </a:fld>
            <a:endParaRPr lang="en-US"/>
          </a:p>
        </p:txBody>
      </p:sp>
    </p:spTree>
    <p:extLst>
      <p:ext uri="{BB962C8B-B14F-4D97-AF65-F5344CB8AC3E}">
        <p14:creationId xmlns:p14="http://schemas.microsoft.com/office/powerpoint/2010/main" val="226744436"/>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6FAFAE-4088-DB20-7DB7-EB253B6D67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804330-7530-585C-A76A-3368B7E5BE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D3F16F-1B04-13CE-D632-9C1778A19E10}"/>
              </a:ext>
            </a:extLst>
          </p:cNvPr>
          <p:cNvSpPr>
            <a:spLocks noGrp="1"/>
          </p:cNvSpPr>
          <p:nvPr>
            <p:ph type="body" idx="1"/>
          </p:nvPr>
        </p:nvSpPr>
        <p:spPr/>
        <p:txBody>
          <a:bodyPr/>
          <a:lstStyle/>
          <a:p>
            <a:r>
              <a:rPr lang="en-US" dirty="0">
                <a:effectLst/>
              </a:rPr>
              <a:t>[1] B. Alberts, D. Bray, and K. Hopkin, </a:t>
            </a:r>
            <a:r>
              <a:rPr lang="en-US" i="1" dirty="0">
                <a:effectLst/>
              </a:rPr>
              <a:t>Essential Cell Biology</a:t>
            </a:r>
            <a:r>
              <a:rPr lang="en-US" dirty="0">
                <a:effectLst/>
              </a:rPr>
              <a:t>, 4th rev ed. edition. New York, NY: Norton &amp; Company, 2014.</a:t>
            </a:r>
          </a:p>
          <a:p>
            <a:endParaRPr lang="en-US" dirty="0"/>
          </a:p>
        </p:txBody>
      </p:sp>
      <p:sp>
        <p:nvSpPr>
          <p:cNvPr id="4" name="Slide Number Placeholder 3">
            <a:extLst>
              <a:ext uri="{FF2B5EF4-FFF2-40B4-BE49-F238E27FC236}">
                <a16:creationId xmlns:a16="http://schemas.microsoft.com/office/drawing/2014/main" id="{EC3B43EB-C772-DF7D-98FA-562308E1254F}"/>
              </a:ext>
            </a:extLst>
          </p:cNvPr>
          <p:cNvSpPr>
            <a:spLocks noGrp="1"/>
          </p:cNvSpPr>
          <p:nvPr>
            <p:ph type="sldNum" sz="quarter" idx="5"/>
          </p:nvPr>
        </p:nvSpPr>
        <p:spPr/>
        <p:txBody>
          <a:bodyPr/>
          <a:lstStyle/>
          <a:p>
            <a:fld id="{5F818A67-DE81-4BE5-A09A-01BC8A96D5BB}" type="slidenum">
              <a:rPr lang="en-US" smtClean="0"/>
              <a:t>88</a:t>
            </a:fld>
            <a:endParaRPr lang="en-US"/>
          </a:p>
        </p:txBody>
      </p:sp>
    </p:spTree>
    <p:extLst>
      <p:ext uri="{BB962C8B-B14F-4D97-AF65-F5344CB8AC3E}">
        <p14:creationId xmlns:p14="http://schemas.microsoft.com/office/powerpoint/2010/main" val="3710247970"/>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E8C523-BA59-612A-6488-2506B40A43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EB2B2A-B54B-A0E3-8C52-E1FF9029218E}"/>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D9CD71D4-62D5-E625-3D10-708FEFCC061E}"/>
                  </a:ext>
                </a:extLst>
              </p:cNvPr>
              <p:cNvSpPr>
                <a:spLocks noGrp="1"/>
              </p:cNvSpPr>
              <p:nvPr>
                <p:ph type="body" idx="1"/>
              </p:nvPr>
            </p:nvSpPr>
            <p:spPr/>
            <p:txBody>
              <a:bodyPr/>
              <a:lstStyle/>
              <a:p>
                <a:r>
                  <a:rPr lang="es-ES" dirty="0" err="1"/>
                  <a:t>Algorithm</a:t>
                </a:r>
                <a:endParaRPr lang="es-ES" dirty="0"/>
              </a:p>
              <a:p>
                <a:pPr marL="171450" indent="-171450">
                  <a:buFont typeface="Arial" panose="020B0604020202020204" pitchFamily="34" charset="0"/>
                  <a:buChar char="•"/>
                </a:pPr>
                <a:r>
                  <a:rPr lang="es-ES" dirty="0" err="1"/>
                  <a:t>For</a:t>
                </a:r>
                <a:r>
                  <a:rPr lang="es-ES" dirty="0"/>
                  <a:t> </a:t>
                </a:r>
                <a:r>
                  <a:rPr lang="es-ES" dirty="0" err="1"/>
                  <a:t>each</a:t>
                </a:r>
                <a:r>
                  <a:rPr lang="es-ES" dirty="0"/>
                  <a:t> </a:t>
                </a:r>
                <a:r>
                  <a:rPr lang="es-ES" dirty="0" err="1"/>
                  <a:t>metabolite</a:t>
                </a:r>
                <a:r>
                  <a:rPr lang="es-ES" dirty="0"/>
                  <a:t> </a:t>
                </a:r>
                <a14:m>
                  <m:oMath xmlns:m="http://schemas.openxmlformats.org/officeDocument/2006/math">
                    <m:r>
                      <a:rPr lang="es-ES" sz="1200" i="1" kern="1200">
                        <a:solidFill>
                          <a:schemeClr val="tx1"/>
                        </a:solidFill>
                        <a:latin typeface="Cambria Math" panose="02040503050406030204" pitchFamily="18" charset="0"/>
                        <a:ea typeface="+mn-ea"/>
                        <a:cs typeface="+mn-cs"/>
                      </a:rPr>
                      <m:t>𝑚</m:t>
                    </m:r>
                  </m:oMath>
                </a14:m>
                <a:r>
                  <a:rPr lang="es-ES" dirty="0"/>
                  <a:t>, </a:t>
                </a:r>
                <a:r>
                  <a:rPr lang="es-ES" dirty="0" err="1"/>
                  <a:t>list</a:t>
                </a:r>
                <a:r>
                  <a:rPr lang="es-ES" dirty="0"/>
                  <a:t> </a:t>
                </a:r>
                <a:r>
                  <a:rPr lang="es-ES" dirty="0" err="1"/>
                  <a:t>producers</a:t>
                </a:r>
                <a:r>
                  <a:rPr lang="es-ES" dirty="0"/>
                  <a:t> </a:t>
                </a:r>
                <a14:m>
                  <m:oMath xmlns:m="http://schemas.openxmlformats.org/officeDocument/2006/math">
                    <m:r>
                      <a:rPr lang="es-ES" sz="1200" i="1" kern="1200">
                        <a:solidFill>
                          <a:schemeClr val="tx1"/>
                        </a:solidFill>
                        <a:latin typeface="Cambria Math" panose="02040503050406030204" pitchFamily="18" charset="0"/>
                        <a:ea typeface="+mn-ea"/>
                        <a:cs typeface="+mn-cs"/>
                      </a:rPr>
                      <m:t>𝑃</m:t>
                    </m:r>
                  </m:oMath>
                </a14:m>
                <a:r>
                  <a:rPr lang="es-ES" dirty="0"/>
                  <a:t>(</a:t>
                </a:r>
                <a:r>
                  <a:rPr lang="es-ES" dirty="0" err="1"/>
                  <a:t>reactions</a:t>
                </a:r>
                <a:r>
                  <a:rPr lang="es-ES" dirty="0"/>
                  <a:t> </a:t>
                </a:r>
                <a:r>
                  <a:rPr lang="es-ES" dirty="0" err="1"/>
                  <a:t>with</a:t>
                </a:r>
                <a:r>
                  <a:rPr lang="es-ES" dirty="0"/>
                  <a:t> </a:t>
                </a:r>
                <a14:m>
                  <m:oMath xmlns:m="http://schemas.openxmlformats.org/officeDocument/2006/math">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𝑆</m:t>
                        </m:r>
                      </m:e>
                      <m:sub>
                        <m:r>
                          <a:rPr lang="ar-AE" sz="1200" i="1" kern="1200">
                            <a:solidFill>
                              <a:schemeClr val="tx1"/>
                            </a:solidFill>
                            <a:latin typeface="Cambria Math" panose="02040503050406030204" pitchFamily="18" charset="0"/>
                            <a:ea typeface="+mn-ea"/>
                            <a:cs typeface="+mn-cs"/>
                          </a:rPr>
                          <m:t>𝑚</m:t>
                        </m:r>
                        <m:r>
                          <a:rPr lang="ar-AE" sz="1200" i="0" kern="1200">
                            <a:solidFill>
                              <a:schemeClr val="tx1"/>
                            </a:solidFill>
                            <a:latin typeface="Cambria Math" panose="02040503050406030204" pitchFamily="18" charset="0"/>
                            <a:ea typeface="+mn-ea"/>
                            <a:cs typeface="+mn-cs"/>
                          </a:rPr>
                          <m:t>,</m:t>
                        </m:r>
                        <m:r>
                          <a:rPr lang="ar-AE" sz="1200" i="1" kern="1200">
                            <a:solidFill>
                              <a:schemeClr val="tx1"/>
                            </a:solidFill>
                            <a:latin typeface="Cambria Math" panose="02040503050406030204" pitchFamily="18" charset="0"/>
                            <a:ea typeface="+mn-ea"/>
                            <a:cs typeface="+mn-cs"/>
                          </a:rPr>
                          <m:t>𝑗</m:t>
                        </m:r>
                      </m:sub>
                    </m:sSub>
                    <m:r>
                      <a:rPr lang="ar-AE" sz="1200" i="0" kern="1200">
                        <a:solidFill>
                          <a:schemeClr val="tx1"/>
                        </a:solidFill>
                        <a:latin typeface="Cambria Math" panose="02040503050406030204" pitchFamily="18" charset="0"/>
                        <a:ea typeface="+mn-ea"/>
                        <a:cs typeface="+mn-cs"/>
                      </a:rPr>
                      <m:t>&gt;0</m:t>
                    </m:r>
                  </m:oMath>
                </a14:m>
                <a:r>
                  <a:rPr lang="ar-AE" dirty="0"/>
                  <a:t>)</a:t>
                </a:r>
              </a:p>
              <a:p>
                <a:pPr marL="171450" indent="-171450">
                  <a:buFont typeface="Arial" panose="020B0604020202020204" pitchFamily="34" charset="0"/>
                  <a:buChar char="•"/>
                </a:pPr>
                <a:r>
                  <a:rPr lang="es-ES" dirty="0" err="1"/>
                  <a:t>List</a:t>
                </a:r>
                <a:r>
                  <a:rPr lang="es-ES" dirty="0"/>
                  <a:t> </a:t>
                </a:r>
                <a:r>
                  <a:rPr lang="es-ES" dirty="0" err="1"/>
                  <a:t>consumers</a:t>
                </a:r>
                <a:r>
                  <a:rPr lang="es-ES" dirty="0"/>
                  <a:t> </a:t>
                </a:r>
                <a14:m>
                  <m:oMath xmlns:m="http://schemas.openxmlformats.org/officeDocument/2006/math">
                    <m:r>
                      <a:rPr lang="es-ES" sz="1200" i="1" kern="1200">
                        <a:solidFill>
                          <a:schemeClr val="tx1"/>
                        </a:solidFill>
                        <a:latin typeface="Cambria Math" panose="02040503050406030204" pitchFamily="18" charset="0"/>
                        <a:ea typeface="+mn-ea"/>
                        <a:cs typeface="+mn-cs"/>
                      </a:rPr>
                      <m:t>𝐶</m:t>
                    </m:r>
                  </m:oMath>
                </a14:m>
                <a:r>
                  <a:rPr lang="es-ES" dirty="0"/>
                  <a:t>(</a:t>
                </a:r>
                <a:r>
                  <a:rPr lang="es-ES" dirty="0" err="1"/>
                  <a:t>reactions</a:t>
                </a:r>
                <a:r>
                  <a:rPr lang="es-ES" dirty="0"/>
                  <a:t> </a:t>
                </a:r>
                <a:r>
                  <a:rPr lang="es-ES" dirty="0" err="1"/>
                  <a:t>with</a:t>
                </a:r>
                <a:r>
                  <a:rPr lang="es-ES" dirty="0"/>
                  <a:t> </a:t>
                </a:r>
                <a14:m>
                  <m:oMath xmlns:m="http://schemas.openxmlformats.org/officeDocument/2006/math">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𝑆</m:t>
                        </m:r>
                      </m:e>
                      <m:sub>
                        <m:r>
                          <a:rPr lang="ar-AE" sz="1200" i="1" kern="1200">
                            <a:solidFill>
                              <a:schemeClr val="tx1"/>
                            </a:solidFill>
                            <a:latin typeface="Cambria Math" panose="02040503050406030204" pitchFamily="18" charset="0"/>
                            <a:ea typeface="+mn-ea"/>
                            <a:cs typeface="+mn-cs"/>
                          </a:rPr>
                          <m:t>𝑚</m:t>
                        </m:r>
                        <m:r>
                          <a:rPr lang="ar-AE" sz="1200" i="0" kern="1200">
                            <a:solidFill>
                              <a:schemeClr val="tx1"/>
                            </a:solidFill>
                            <a:latin typeface="Cambria Math" panose="02040503050406030204" pitchFamily="18" charset="0"/>
                            <a:ea typeface="+mn-ea"/>
                            <a:cs typeface="+mn-cs"/>
                          </a:rPr>
                          <m:t>,</m:t>
                        </m:r>
                        <m:r>
                          <a:rPr lang="ar-AE" sz="1200" i="1" kern="1200">
                            <a:solidFill>
                              <a:schemeClr val="tx1"/>
                            </a:solidFill>
                            <a:latin typeface="Cambria Math" panose="02040503050406030204" pitchFamily="18" charset="0"/>
                            <a:ea typeface="+mn-ea"/>
                            <a:cs typeface="+mn-cs"/>
                          </a:rPr>
                          <m:t>𝑗</m:t>
                        </m:r>
                      </m:sub>
                    </m:sSub>
                    <m:r>
                      <a:rPr lang="ar-AE" sz="1200" i="0" kern="1200">
                        <a:solidFill>
                          <a:schemeClr val="tx1"/>
                        </a:solidFill>
                        <a:latin typeface="Cambria Math" panose="02040503050406030204" pitchFamily="18" charset="0"/>
                        <a:ea typeface="+mn-ea"/>
                        <a:cs typeface="+mn-cs"/>
                      </a:rPr>
                      <m:t>&lt;0</m:t>
                    </m:r>
                  </m:oMath>
                </a14:m>
                <a:r>
                  <a:rPr lang="ar-AE" dirty="0"/>
                  <a:t>)</a:t>
                </a:r>
              </a:p>
              <a:p>
                <a:pPr marL="171450" indent="-171450">
                  <a:buFont typeface="Arial" panose="020B0604020202020204" pitchFamily="34" charset="0"/>
                  <a:buChar char="•"/>
                </a:pPr>
                <a:r>
                  <a:rPr lang="es-ES" dirty="0" err="1"/>
                  <a:t>If</a:t>
                </a:r>
                <a:r>
                  <a:rPr lang="es-ES" dirty="0"/>
                  <a:t> </a:t>
                </a:r>
                <a14:m>
                  <m:oMath xmlns:m="http://schemas.openxmlformats.org/officeDocument/2006/math">
                    <m:r>
                      <a:rPr lang="es-ES" sz="1200" kern="1200">
                        <a:solidFill>
                          <a:schemeClr val="tx1"/>
                        </a:solidFill>
                        <a:latin typeface="Cambria Math" panose="02040503050406030204" pitchFamily="18" charset="0"/>
                        <a:ea typeface="+mn-ea"/>
                        <a:cs typeface="+mn-cs"/>
                      </a:rPr>
                      <m:t>∣</m:t>
                    </m:r>
                    <m:r>
                      <a:rPr lang="es-ES" sz="1200" i="1" kern="1200">
                        <a:solidFill>
                          <a:schemeClr val="tx1"/>
                        </a:solidFill>
                        <a:latin typeface="Cambria Math" panose="02040503050406030204" pitchFamily="18" charset="0"/>
                        <a:ea typeface="+mn-ea"/>
                        <a:cs typeface="+mn-cs"/>
                      </a:rPr>
                      <m:t>𝑃</m:t>
                    </m:r>
                    <m:r>
                      <a:rPr lang="es-ES" sz="1200" i="0" kern="1200">
                        <a:solidFill>
                          <a:schemeClr val="tx1"/>
                        </a:solidFill>
                        <a:latin typeface="Cambria Math" panose="02040503050406030204" pitchFamily="18" charset="0"/>
                        <a:ea typeface="+mn-ea"/>
                        <a:cs typeface="+mn-cs"/>
                      </a:rPr>
                      <m:t>∣≥2</m:t>
                    </m:r>
                  </m:oMath>
                </a14:m>
                <a:r>
                  <a:rPr lang="es-ES" dirty="0"/>
                  <a:t>and </a:t>
                </a:r>
                <a14:m>
                  <m:oMath xmlns:m="http://schemas.openxmlformats.org/officeDocument/2006/math">
                    <m:r>
                      <a:rPr lang="es-ES" sz="1200" kern="1200">
                        <a:solidFill>
                          <a:schemeClr val="tx1"/>
                        </a:solidFill>
                        <a:latin typeface="Cambria Math" panose="02040503050406030204" pitchFamily="18" charset="0"/>
                        <a:ea typeface="+mn-ea"/>
                        <a:cs typeface="+mn-cs"/>
                      </a:rPr>
                      <m:t>∣</m:t>
                    </m:r>
                    <m:r>
                      <a:rPr lang="es-ES" sz="1200" i="1" kern="1200">
                        <a:solidFill>
                          <a:schemeClr val="tx1"/>
                        </a:solidFill>
                        <a:latin typeface="Cambria Math" panose="02040503050406030204" pitchFamily="18" charset="0"/>
                        <a:ea typeface="+mn-ea"/>
                        <a:cs typeface="+mn-cs"/>
                      </a:rPr>
                      <m:t>𝐶</m:t>
                    </m:r>
                    <m:r>
                      <a:rPr lang="es-ES" sz="1200" i="0" kern="1200">
                        <a:solidFill>
                          <a:schemeClr val="tx1"/>
                        </a:solidFill>
                        <a:latin typeface="Cambria Math" panose="02040503050406030204" pitchFamily="18" charset="0"/>
                        <a:ea typeface="+mn-ea"/>
                        <a:cs typeface="+mn-cs"/>
                      </a:rPr>
                      <m:t>∣≥1</m:t>
                    </m:r>
                  </m:oMath>
                </a14:m>
                <a:r>
                  <a:rPr lang="es-ES" dirty="0"/>
                  <a:t>, </a:t>
                </a:r>
                <a:r>
                  <a:rPr lang="es-ES" dirty="0" err="1"/>
                  <a:t>check</a:t>
                </a:r>
                <a:r>
                  <a:rPr lang="es-ES" dirty="0"/>
                  <a:t> candidate outputs </a:t>
                </a:r>
                <a14:m>
                  <m:oMath xmlns:m="http://schemas.openxmlformats.org/officeDocument/2006/math">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𝑟</m:t>
                        </m:r>
                      </m:e>
                      <m:sub>
                        <m:r>
                          <a:rPr lang="ar-AE" sz="1200" i="0" kern="1200">
                            <a:solidFill>
                              <a:schemeClr val="tx1"/>
                            </a:solidFill>
                            <a:latin typeface="Cambria Math" panose="02040503050406030204" pitchFamily="18" charset="0"/>
                            <a:ea typeface="+mn-ea"/>
                            <a:cs typeface="+mn-cs"/>
                          </a:rPr>
                          <m:t>3</m:t>
                        </m:r>
                      </m:sub>
                    </m:sSub>
                    <m:r>
                      <a:rPr lang="ar-AE" sz="1200" i="0" kern="1200">
                        <a:solidFill>
                          <a:schemeClr val="tx1"/>
                        </a:solidFill>
                        <a:latin typeface="Cambria Math" panose="02040503050406030204" pitchFamily="18" charset="0"/>
                        <a:ea typeface="+mn-ea"/>
                        <a:cs typeface="+mn-cs"/>
                      </a:rPr>
                      <m:t>∈</m:t>
                    </m:r>
                    <m:r>
                      <a:rPr lang="ar-AE" sz="1200" i="1" kern="1200">
                        <a:solidFill>
                          <a:schemeClr val="tx1"/>
                        </a:solidFill>
                        <a:latin typeface="Cambria Math" panose="02040503050406030204" pitchFamily="18" charset="0"/>
                        <a:ea typeface="+mn-ea"/>
                        <a:cs typeface="+mn-cs"/>
                      </a:rPr>
                      <m:t>𝐶</m:t>
                    </m:r>
                  </m:oMath>
                </a14:m>
                <a:endParaRPr lang="ar-AE" dirty="0"/>
              </a:p>
              <a:p>
                <a:pPr marL="171450" indent="-171450">
                  <a:buFont typeface="Arial" panose="020B0604020202020204" pitchFamily="34" charset="0"/>
                  <a:buChar char="•"/>
                </a:pPr>
                <a:r>
                  <a:rPr lang="es-ES" dirty="0" err="1"/>
                  <a:t>Prefer</a:t>
                </a:r>
                <a:r>
                  <a:rPr lang="es-ES" dirty="0"/>
                  <a:t> cases </a:t>
                </a:r>
                <a:r>
                  <a:rPr lang="es-ES" dirty="0" err="1"/>
                  <a:t>where</a:t>
                </a:r>
                <a:r>
                  <a:rPr lang="es-ES" dirty="0"/>
                  <a:t> </a:t>
                </a:r>
                <a14:m>
                  <m:oMath xmlns:m="http://schemas.openxmlformats.org/officeDocument/2006/math">
                    <m:r>
                      <a:rPr lang="es-ES" sz="1200" i="1" kern="1200">
                        <a:solidFill>
                          <a:schemeClr val="tx1"/>
                        </a:solidFill>
                        <a:latin typeface="Cambria Math" panose="02040503050406030204" pitchFamily="18" charset="0"/>
                        <a:ea typeface="+mn-ea"/>
                        <a:cs typeface="+mn-cs"/>
                      </a:rPr>
                      <m:t>𝑚</m:t>
                    </m:r>
                  </m:oMath>
                </a14:m>
                <a:r>
                  <a:rPr lang="es-ES" dirty="0"/>
                  <a:t>has </a:t>
                </a:r>
                <a:r>
                  <a:rPr lang="es-ES" b="1" dirty="0" err="1"/>
                  <a:t>exactly</a:t>
                </a:r>
                <a:r>
                  <a:rPr lang="es-ES" dirty="0"/>
                  <a:t> 2 </a:t>
                </a:r>
                <a:r>
                  <a:rPr lang="es-ES" dirty="0" err="1"/>
                  <a:t>producers</a:t>
                </a:r>
                <a:r>
                  <a:rPr lang="es-ES" dirty="0"/>
                  <a:t> and 1 </a:t>
                </a:r>
                <a:r>
                  <a:rPr lang="es-ES" dirty="0" err="1"/>
                  <a:t>consumer</a:t>
                </a:r>
                <a:r>
                  <a:rPr lang="es-ES" dirty="0"/>
                  <a:t> (</a:t>
                </a:r>
                <a:r>
                  <a:rPr lang="es-ES" dirty="0" err="1"/>
                  <a:t>tightest</a:t>
                </a:r>
                <a:r>
                  <a:rPr lang="es-ES" dirty="0"/>
                  <a:t> “</a:t>
                </a:r>
                <a:r>
                  <a:rPr lang="es-ES" dirty="0" err="1"/>
                  <a:t>adder</a:t>
                </a:r>
                <a:r>
                  <a:rPr lang="es-ES" dirty="0"/>
                  <a:t>”)</a:t>
                </a:r>
              </a:p>
              <a:p>
                <a:pPr marL="171450" indent="-171450">
                  <a:buFont typeface="Arial" panose="020B0604020202020204" pitchFamily="34" charset="0"/>
                  <a:buChar char="•"/>
                </a:pPr>
                <a:r>
                  <a:rPr lang="es-ES" dirty="0" err="1"/>
                  <a:t>Intersect</a:t>
                </a:r>
                <a:r>
                  <a:rPr lang="es-ES" dirty="0"/>
                  <a:t> </a:t>
                </a:r>
                <a:r>
                  <a:rPr lang="es-ES" dirty="0" err="1"/>
                  <a:t>producers</a:t>
                </a:r>
                <a:r>
                  <a:rPr lang="es-ES" dirty="0"/>
                  <a:t> </a:t>
                </a:r>
                <a:r>
                  <a:rPr lang="es-ES" dirty="0" err="1"/>
                  <a:t>with</a:t>
                </a:r>
                <a:r>
                  <a:rPr lang="es-ES" dirty="0"/>
                  <a:t> </a:t>
                </a:r>
                <a:r>
                  <a:rPr lang="es-ES" dirty="0" err="1"/>
                  <a:t>your</a:t>
                </a:r>
                <a:r>
                  <a:rPr lang="es-ES" dirty="0"/>
                  <a:t> </a:t>
                </a:r>
                <a:r>
                  <a:rPr lang="es-ES" b="1" dirty="0"/>
                  <a:t>single-gene </a:t>
                </a:r>
                <a:r>
                  <a:rPr lang="es-ES" b="1" dirty="0" err="1"/>
                  <a:t>reaction</a:t>
                </a:r>
                <a:r>
                  <a:rPr lang="es-ES" b="1" dirty="0"/>
                  <a:t> </a:t>
                </a:r>
                <a:r>
                  <a:rPr lang="es-ES" b="1" dirty="0" err="1"/>
                  <a:t>list</a:t>
                </a:r>
                <a:r>
                  <a:rPr lang="es-ES" dirty="0"/>
                  <a:t> (</a:t>
                </a:r>
                <a:r>
                  <a:rPr lang="es-ES" dirty="0" err="1"/>
                  <a:t>your</a:t>
                </a:r>
                <a:r>
                  <a:rPr lang="es-ES" dirty="0"/>
                  <a:t> </a:t>
                </a:r>
                <a:r>
                  <a:rPr lang="es-ES" dirty="0" err="1"/>
                  <a:t>current</a:t>
                </a:r>
                <a:r>
                  <a:rPr lang="es-ES" dirty="0"/>
                  <a:t> </a:t>
                </a:r>
                <a:r>
                  <a:rPr lang="es-ES" dirty="0" err="1"/>
                  <a:t>code</a:t>
                </a:r>
                <a:r>
                  <a:rPr lang="es-ES" dirty="0"/>
                  <a:t> </a:t>
                </a:r>
                <a:r>
                  <a:rPr lang="es-ES" dirty="0" err="1"/>
                  <a:t>already</a:t>
                </a:r>
                <a:r>
                  <a:rPr lang="es-ES" dirty="0"/>
                  <a:t> </a:t>
                </a:r>
                <a:r>
                  <a:rPr lang="es-ES" dirty="0" err="1"/>
                  <a:t>gives</a:t>
                </a:r>
                <a:r>
                  <a:rPr lang="es-ES" dirty="0"/>
                  <a:t> </a:t>
                </a:r>
                <a:r>
                  <a:rPr lang="es-ES" dirty="0" err="1"/>
                  <a:t>that</a:t>
                </a:r>
                <a:r>
                  <a:rPr lang="es-ES" dirty="0"/>
                  <a:t>)</a:t>
                </a:r>
              </a:p>
              <a:p>
                <a:endParaRPr lang="en-US" dirty="0"/>
              </a:p>
            </p:txBody>
          </p:sp>
        </mc:Choice>
        <mc:Fallback xmlns="">
          <p:sp>
            <p:nvSpPr>
              <p:cNvPr id="3" name="Notes Placeholder 2">
                <a:extLst>
                  <a:ext uri="{FF2B5EF4-FFF2-40B4-BE49-F238E27FC236}">
                    <a16:creationId xmlns:a16="http://schemas.microsoft.com/office/drawing/2014/main" id="{D9CD71D4-62D5-E625-3D10-708FEFCC061E}"/>
                  </a:ext>
                </a:extLst>
              </p:cNvPr>
              <p:cNvSpPr>
                <a:spLocks noGrp="1"/>
              </p:cNvSpPr>
              <p:nvPr>
                <p:ph type="body" idx="1"/>
              </p:nvPr>
            </p:nvSpPr>
            <p:spPr/>
            <p:txBody>
              <a:bodyPr/>
              <a:lstStyle/>
              <a:p>
                <a:r>
                  <a:rPr lang="es-ES" dirty="0" err="1"/>
                  <a:t>Algorithm</a:t>
                </a:r>
                <a:endParaRPr lang="es-ES" dirty="0"/>
              </a:p>
              <a:p>
                <a:pPr marL="171450" indent="-171450">
                  <a:buFont typeface="Arial" panose="020B0604020202020204" pitchFamily="34" charset="0"/>
                  <a:buChar char="•"/>
                </a:pPr>
                <a:r>
                  <a:rPr lang="es-ES" dirty="0" err="1"/>
                  <a:t>For</a:t>
                </a:r>
                <a:r>
                  <a:rPr lang="es-ES" dirty="0"/>
                  <a:t> </a:t>
                </a:r>
                <a:r>
                  <a:rPr lang="es-ES" dirty="0" err="1"/>
                  <a:t>each</a:t>
                </a:r>
                <a:r>
                  <a:rPr lang="es-ES" dirty="0"/>
                  <a:t> </a:t>
                </a:r>
                <a:r>
                  <a:rPr lang="es-ES" dirty="0" err="1"/>
                  <a:t>metabolite</a:t>
                </a:r>
                <a:r>
                  <a:rPr lang="es-ES" dirty="0"/>
                  <a:t> </a:t>
                </a:r>
                <a:r>
                  <a:rPr lang="es-ES" sz="1200" i="0" kern="1200">
                    <a:solidFill>
                      <a:schemeClr val="tx1"/>
                    </a:solidFill>
                    <a:latin typeface="Cambria Math" panose="02040503050406030204" pitchFamily="18" charset="0"/>
                    <a:ea typeface="+mn-ea"/>
                    <a:cs typeface="+mn-cs"/>
                  </a:rPr>
                  <a:t>𝑚</a:t>
                </a:r>
                <a:r>
                  <a:rPr lang="es-ES" dirty="0"/>
                  <a:t>, </a:t>
                </a:r>
                <a:r>
                  <a:rPr lang="es-ES" dirty="0" err="1"/>
                  <a:t>list</a:t>
                </a:r>
                <a:r>
                  <a:rPr lang="es-ES" dirty="0"/>
                  <a:t> </a:t>
                </a:r>
                <a:r>
                  <a:rPr lang="es-ES" dirty="0" err="1"/>
                  <a:t>producers</a:t>
                </a:r>
                <a:r>
                  <a:rPr lang="es-ES" dirty="0"/>
                  <a:t> </a:t>
                </a:r>
                <a:r>
                  <a:rPr lang="es-ES" sz="1200" i="0" kern="1200">
                    <a:solidFill>
                      <a:schemeClr val="tx1"/>
                    </a:solidFill>
                    <a:latin typeface="Cambria Math" panose="02040503050406030204" pitchFamily="18" charset="0"/>
                    <a:ea typeface="+mn-ea"/>
                    <a:cs typeface="+mn-cs"/>
                  </a:rPr>
                  <a:t>𝑃</a:t>
                </a:r>
                <a:r>
                  <a:rPr lang="es-ES" dirty="0"/>
                  <a:t>(</a:t>
                </a:r>
                <a:r>
                  <a:rPr lang="es-ES" dirty="0" err="1"/>
                  <a:t>reactions</a:t>
                </a:r>
                <a:r>
                  <a:rPr lang="es-ES" dirty="0"/>
                  <a:t> </a:t>
                </a:r>
                <a:r>
                  <a:rPr lang="es-ES" dirty="0" err="1"/>
                  <a:t>with</a:t>
                </a:r>
                <a:r>
                  <a:rPr lang="es-ES" dirty="0"/>
                  <a:t> </a:t>
                </a:r>
                <a:r>
                  <a:rPr lang="ar-AE" sz="1200" i="0" kern="1200">
                    <a:solidFill>
                      <a:schemeClr val="tx1"/>
                    </a:solidFill>
                    <a:latin typeface="Cambria Math" panose="02040503050406030204" pitchFamily="18" charset="0"/>
                    <a:ea typeface="+mn-ea"/>
                    <a:cs typeface="+mn-cs"/>
                  </a:rPr>
                  <a:t>𝑆_(𝑚,𝑗)&gt;0</a:t>
                </a:r>
                <a:r>
                  <a:rPr lang="ar-AE" dirty="0"/>
                  <a:t>)</a:t>
                </a:r>
              </a:p>
              <a:p>
                <a:pPr marL="171450" indent="-171450">
                  <a:buFont typeface="Arial" panose="020B0604020202020204" pitchFamily="34" charset="0"/>
                  <a:buChar char="•"/>
                </a:pPr>
                <a:r>
                  <a:rPr lang="es-ES" dirty="0" err="1"/>
                  <a:t>List</a:t>
                </a:r>
                <a:r>
                  <a:rPr lang="es-ES" dirty="0"/>
                  <a:t> </a:t>
                </a:r>
                <a:r>
                  <a:rPr lang="es-ES" dirty="0" err="1"/>
                  <a:t>consumers</a:t>
                </a:r>
                <a:r>
                  <a:rPr lang="es-ES" dirty="0"/>
                  <a:t> </a:t>
                </a:r>
                <a:r>
                  <a:rPr lang="es-ES" sz="1200" i="0" kern="1200">
                    <a:solidFill>
                      <a:schemeClr val="tx1"/>
                    </a:solidFill>
                    <a:latin typeface="Cambria Math" panose="02040503050406030204" pitchFamily="18" charset="0"/>
                    <a:ea typeface="+mn-ea"/>
                    <a:cs typeface="+mn-cs"/>
                  </a:rPr>
                  <a:t>𝐶</a:t>
                </a:r>
                <a:r>
                  <a:rPr lang="es-ES" dirty="0"/>
                  <a:t>(</a:t>
                </a:r>
                <a:r>
                  <a:rPr lang="es-ES" dirty="0" err="1"/>
                  <a:t>reactions</a:t>
                </a:r>
                <a:r>
                  <a:rPr lang="es-ES" dirty="0"/>
                  <a:t> </a:t>
                </a:r>
                <a:r>
                  <a:rPr lang="es-ES" dirty="0" err="1"/>
                  <a:t>with</a:t>
                </a:r>
                <a:r>
                  <a:rPr lang="es-ES" dirty="0"/>
                  <a:t> </a:t>
                </a:r>
                <a:r>
                  <a:rPr lang="ar-AE" sz="1200" i="0" kern="1200">
                    <a:solidFill>
                      <a:schemeClr val="tx1"/>
                    </a:solidFill>
                    <a:latin typeface="Cambria Math" panose="02040503050406030204" pitchFamily="18" charset="0"/>
                    <a:ea typeface="+mn-ea"/>
                    <a:cs typeface="+mn-cs"/>
                  </a:rPr>
                  <a:t>𝑆_(𝑚,𝑗)&lt;0</a:t>
                </a:r>
                <a:r>
                  <a:rPr lang="ar-AE" dirty="0"/>
                  <a:t>)</a:t>
                </a:r>
              </a:p>
              <a:p>
                <a:pPr marL="171450" indent="-171450">
                  <a:buFont typeface="Arial" panose="020B0604020202020204" pitchFamily="34" charset="0"/>
                  <a:buChar char="•"/>
                </a:pPr>
                <a:r>
                  <a:rPr lang="es-ES" dirty="0" err="1"/>
                  <a:t>If</a:t>
                </a:r>
                <a:r>
                  <a:rPr lang="es-ES" dirty="0"/>
                  <a:t> </a:t>
                </a:r>
                <a:r>
                  <a:rPr lang="es-ES" sz="1200" i="0" kern="1200">
                    <a:solidFill>
                      <a:schemeClr val="tx1"/>
                    </a:solidFill>
                    <a:latin typeface="Cambria Math" panose="02040503050406030204" pitchFamily="18" charset="0"/>
                    <a:ea typeface="+mn-ea"/>
                    <a:cs typeface="+mn-cs"/>
                  </a:rPr>
                  <a:t>∣𝑃∣≥2</a:t>
                </a:r>
                <a:r>
                  <a:rPr lang="es-ES" dirty="0"/>
                  <a:t>and </a:t>
                </a:r>
                <a:r>
                  <a:rPr lang="es-ES" sz="1200" i="0" kern="1200">
                    <a:solidFill>
                      <a:schemeClr val="tx1"/>
                    </a:solidFill>
                    <a:latin typeface="Cambria Math" panose="02040503050406030204" pitchFamily="18" charset="0"/>
                    <a:ea typeface="+mn-ea"/>
                    <a:cs typeface="+mn-cs"/>
                  </a:rPr>
                  <a:t>∣𝐶∣≥1</a:t>
                </a:r>
                <a:r>
                  <a:rPr lang="es-ES" dirty="0"/>
                  <a:t>, </a:t>
                </a:r>
                <a:r>
                  <a:rPr lang="es-ES" dirty="0" err="1"/>
                  <a:t>check</a:t>
                </a:r>
                <a:r>
                  <a:rPr lang="es-ES" dirty="0"/>
                  <a:t> candidate outputs </a:t>
                </a:r>
                <a:r>
                  <a:rPr lang="ar-AE" sz="1200" i="0" kern="1200">
                    <a:solidFill>
                      <a:schemeClr val="tx1"/>
                    </a:solidFill>
                    <a:latin typeface="Cambria Math" panose="02040503050406030204" pitchFamily="18" charset="0"/>
                    <a:ea typeface="+mn-ea"/>
                    <a:cs typeface="+mn-cs"/>
                  </a:rPr>
                  <a:t>𝑟_3∈𝐶</a:t>
                </a:r>
                <a:endParaRPr lang="ar-AE" dirty="0"/>
              </a:p>
              <a:p>
                <a:pPr marL="171450" indent="-171450">
                  <a:buFont typeface="Arial" panose="020B0604020202020204" pitchFamily="34" charset="0"/>
                  <a:buChar char="•"/>
                </a:pPr>
                <a:r>
                  <a:rPr lang="es-ES" dirty="0" err="1"/>
                  <a:t>Prefer</a:t>
                </a:r>
                <a:r>
                  <a:rPr lang="es-ES" dirty="0"/>
                  <a:t> cases </a:t>
                </a:r>
                <a:r>
                  <a:rPr lang="es-ES" dirty="0" err="1"/>
                  <a:t>where</a:t>
                </a:r>
                <a:r>
                  <a:rPr lang="es-ES" dirty="0"/>
                  <a:t> </a:t>
                </a:r>
                <a:r>
                  <a:rPr lang="es-ES" sz="1200" i="0" kern="1200">
                    <a:solidFill>
                      <a:schemeClr val="tx1"/>
                    </a:solidFill>
                    <a:latin typeface="Cambria Math" panose="02040503050406030204" pitchFamily="18" charset="0"/>
                    <a:ea typeface="+mn-ea"/>
                    <a:cs typeface="+mn-cs"/>
                  </a:rPr>
                  <a:t>𝑚</a:t>
                </a:r>
                <a:r>
                  <a:rPr lang="es-ES" dirty="0"/>
                  <a:t>has </a:t>
                </a:r>
                <a:r>
                  <a:rPr lang="es-ES" b="1" dirty="0" err="1"/>
                  <a:t>exactly</a:t>
                </a:r>
                <a:r>
                  <a:rPr lang="es-ES" dirty="0"/>
                  <a:t> 2 </a:t>
                </a:r>
                <a:r>
                  <a:rPr lang="es-ES" dirty="0" err="1"/>
                  <a:t>producers</a:t>
                </a:r>
                <a:r>
                  <a:rPr lang="es-ES" dirty="0"/>
                  <a:t> and 1 </a:t>
                </a:r>
                <a:r>
                  <a:rPr lang="es-ES" dirty="0" err="1"/>
                  <a:t>consumer</a:t>
                </a:r>
                <a:r>
                  <a:rPr lang="es-ES" dirty="0"/>
                  <a:t> (</a:t>
                </a:r>
                <a:r>
                  <a:rPr lang="es-ES" dirty="0" err="1"/>
                  <a:t>tightest</a:t>
                </a:r>
                <a:r>
                  <a:rPr lang="es-ES" dirty="0"/>
                  <a:t> “</a:t>
                </a:r>
                <a:r>
                  <a:rPr lang="es-ES" dirty="0" err="1"/>
                  <a:t>adder</a:t>
                </a:r>
                <a:r>
                  <a:rPr lang="es-ES" dirty="0"/>
                  <a:t>”)</a:t>
                </a:r>
              </a:p>
              <a:p>
                <a:pPr marL="171450" indent="-171450">
                  <a:buFont typeface="Arial" panose="020B0604020202020204" pitchFamily="34" charset="0"/>
                  <a:buChar char="•"/>
                </a:pPr>
                <a:r>
                  <a:rPr lang="es-ES" dirty="0" err="1"/>
                  <a:t>Intersect</a:t>
                </a:r>
                <a:r>
                  <a:rPr lang="es-ES" dirty="0"/>
                  <a:t> </a:t>
                </a:r>
                <a:r>
                  <a:rPr lang="es-ES" dirty="0" err="1"/>
                  <a:t>producers</a:t>
                </a:r>
                <a:r>
                  <a:rPr lang="es-ES" dirty="0"/>
                  <a:t> </a:t>
                </a:r>
                <a:r>
                  <a:rPr lang="es-ES" dirty="0" err="1"/>
                  <a:t>with</a:t>
                </a:r>
                <a:r>
                  <a:rPr lang="es-ES" dirty="0"/>
                  <a:t> </a:t>
                </a:r>
                <a:r>
                  <a:rPr lang="es-ES" dirty="0" err="1"/>
                  <a:t>your</a:t>
                </a:r>
                <a:r>
                  <a:rPr lang="es-ES" dirty="0"/>
                  <a:t> </a:t>
                </a:r>
                <a:r>
                  <a:rPr lang="es-ES" b="1" dirty="0"/>
                  <a:t>single-gene </a:t>
                </a:r>
                <a:r>
                  <a:rPr lang="es-ES" b="1" dirty="0" err="1"/>
                  <a:t>reaction</a:t>
                </a:r>
                <a:r>
                  <a:rPr lang="es-ES" b="1" dirty="0"/>
                  <a:t> </a:t>
                </a:r>
                <a:r>
                  <a:rPr lang="es-ES" b="1" dirty="0" err="1"/>
                  <a:t>list</a:t>
                </a:r>
                <a:r>
                  <a:rPr lang="es-ES" dirty="0"/>
                  <a:t> (</a:t>
                </a:r>
                <a:r>
                  <a:rPr lang="es-ES" dirty="0" err="1"/>
                  <a:t>your</a:t>
                </a:r>
                <a:r>
                  <a:rPr lang="es-ES" dirty="0"/>
                  <a:t> </a:t>
                </a:r>
                <a:r>
                  <a:rPr lang="es-ES" dirty="0" err="1"/>
                  <a:t>current</a:t>
                </a:r>
                <a:r>
                  <a:rPr lang="es-ES" dirty="0"/>
                  <a:t> </a:t>
                </a:r>
                <a:r>
                  <a:rPr lang="es-ES" dirty="0" err="1"/>
                  <a:t>code</a:t>
                </a:r>
                <a:r>
                  <a:rPr lang="es-ES" dirty="0"/>
                  <a:t> </a:t>
                </a:r>
                <a:r>
                  <a:rPr lang="es-ES" dirty="0" err="1"/>
                  <a:t>already</a:t>
                </a:r>
                <a:r>
                  <a:rPr lang="es-ES" dirty="0"/>
                  <a:t> </a:t>
                </a:r>
                <a:r>
                  <a:rPr lang="es-ES" dirty="0" err="1"/>
                  <a:t>gives</a:t>
                </a:r>
                <a:r>
                  <a:rPr lang="es-ES" dirty="0"/>
                  <a:t> </a:t>
                </a:r>
                <a:r>
                  <a:rPr lang="es-ES" dirty="0" err="1"/>
                  <a:t>that</a:t>
                </a:r>
                <a:r>
                  <a:rPr lang="es-ES" dirty="0"/>
                  <a:t>)</a:t>
                </a:r>
              </a:p>
              <a:p>
                <a:endParaRPr lang="en-US" dirty="0"/>
              </a:p>
            </p:txBody>
          </p:sp>
        </mc:Fallback>
      </mc:AlternateContent>
      <p:sp>
        <p:nvSpPr>
          <p:cNvPr id="4" name="Slide Number Placeholder 3">
            <a:extLst>
              <a:ext uri="{FF2B5EF4-FFF2-40B4-BE49-F238E27FC236}">
                <a16:creationId xmlns:a16="http://schemas.microsoft.com/office/drawing/2014/main" id="{08EA91E3-E0D6-AEB7-CF9F-1322CB51887A}"/>
              </a:ext>
            </a:extLst>
          </p:cNvPr>
          <p:cNvSpPr>
            <a:spLocks noGrp="1"/>
          </p:cNvSpPr>
          <p:nvPr>
            <p:ph type="sldNum" sz="quarter" idx="5"/>
          </p:nvPr>
        </p:nvSpPr>
        <p:spPr/>
        <p:txBody>
          <a:bodyPr/>
          <a:lstStyle/>
          <a:p>
            <a:fld id="{5F818A67-DE81-4BE5-A09A-01BC8A96D5BB}" type="slidenum">
              <a:rPr lang="en-US" smtClean="0"/>
              <a:t>89</a:t>
            </a:fld>
            <a:endParaRPr lang="en-US"/>
          </a:p>
        </p:txBody>
      </p:sp>
    </p:spTree>
    <p:extLst>
      <p:ext uri="{BB962C8B-B14F-4D97-AF65-F5344CB8AC3E}">
        <p14:creationId xmlns:p14="http://schemas.microsoft.com/office/powerpoint/2010/main" val="1154672442"/>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FBEA9E-9443-C3AB-A8E5-EE997ACDD1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9F2E51-D1D5-04FA-DBDA-045303106D58}"/>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D9C4C0D6-5DE8-B6D6-B365-B39BBCCEA248}"/>
                  </a:ext>
                </a:extLst>
              </p:cNvPr>
              <p:cNvSpPr>
                <a:spLocks noGrp="1"/>
              </p:cNvSpPr>
              <p:nvPr>
                <p:ph type="body" idx="1"/>
              </p:nvPr>
            </p:nvSpPr>
            <p:spPr/>
            <p:txBody>
              <a:bodyPr/>
              <a:lstStyle/>
              <a:p>
                <a:r>
                  <a:rPr lang="es-ES" dirty="0" err="1"/>
                  <a:t>Algorithm</a:t>
                </a:r>
                <a:endParaRPr lang="es-ES" dirty="0"/>
              </a:p>
              <a:p>
                <a:pPr marL="171450" indent="-171450">
                  <a:buFont typeface="Arial" panose="020B0604020202020204" pitchFamily="34" charset="0"/>
                  <a:buChar char="•"/>
                </a:pPr>
                <a:r>
                  <a:rPr lang="es-ES" dirty="0" err="1"/>
                  <a:t>For</a:t>
                </a:r>
                <a:r>
                  <a:rPr lang="es-ES" dirty="0"/>
                  <a:t> </a:t>
                </a:r>
                <a:r>
                  <a:rPr lang="es-ES" dirty="0" err="1"/>
                  <a:t>each</a:t>
                </a:r>
                <a:r>
                  <a:rPr lang="es-ES" dirty="0"/>
                  <a:t> </a:t>
                </a:r>
                <a:r>
                  <a:rPr lang="es-ES" dirty="0" err="1"/>
                  <a:t>metabolite</a:t>
                </a:r>
                <a:r>
                  <a:rPr lang="es-ES" dirty="0"/>
                  <a:t> </a:t>
                </a:r>
                <a14:m>
                  <m:oMath xmlns:m="http://schemas.openxmlformats.org/officeDocument/2006/math">
                    <m:r>
                      <a:rPr lang="es-ES" sz="1200" i="1" kern="1200">
                        <a:solidFill>
                          <a:schemeClr val="tx1"/>
                        </a:solidFill>
                        <a:latin typeface="Cambria Math" panose="02040503050406030204" pitchFamily="18" charset="0"/>
                        <a:ea typeface="+mn-ea"/>
                        <a:cs typeface="+mn-cs"/>
                      </a:rPr>
                      <m:t>𝑚</m:t>
                    </m:r>
                  </m:oMath>
                </a14:m>
                <a:r>
                  <a:rPr lang="es-ES" dirty="0"/>
                  <a:t>, </a:t>
                </a:r>
                <a:r>
                  <a:rPr lang="es-ES" dirty="0" err="1"/>
                  <a:t>list</a:t>
                </a:r>
                <a:r>
                  <a:rPr lang="es-ES" dirty="0"/>
                  <a:t> </a:t>
                </a:r>
                <a:r>
                  <a:rPr lang="es-ES" dirty="0" err="1"/>
                  <a:t>producers</a:t>
                </a:r>
                <a:r>
                  <a:rPr lang="es-ES" dirty="0"/>
                  <a:t> </a:t>
                </a:r>
                <a14:m>
                  <m:oMath xmlns:m="http://schemas.openxmlformats.org/officeDocument/2006/math">
                    <m:r>
                      <a:rPr lang="es-ES" sz="1200" i="1" kern="1200">
                        <a:solidFill>
                          <a:schemeClr val="tx1"/>
                        </a:solidFill>
                        <a:latin typeface="Cambria Math" panose="02040503050406030204" pitchFamily="18" charset="0"/>
                        <a:ea typeface="+mn-ea"/>
                        <a:cs typeface="+mn-cs"/>
                      </a:rPr>
                      <m:t>𝑃</m:t>
                    </m:r>
                  </m:oMath>
                </a14:m>
                <a:r>
                  <a:rPr lang="es-ES" dirty="0"/>
                  <a:t>(</a:t>
                </a:r>
                <a:r>
                  <a:rPr lang="es-ES" dirty="0" err="1"/>
                  <a:t>reactions</a:t>
                </a:r>
                <a:r>
                  <a:rPr lang="es-ES" dirty="0"/>
                  <a:t> </a:t>
                </a:r>
                <a:r>
                  <a:rPr lang="es-ES" dirty="0" err="1"/>
                  <a:t>with</a:t>
                </a:r>
                <a:r>
                  <a:rPr lang="es-ES" dirty="0"/>
                  <a:t> </a:t>
                </a:r>
                <a14:m>
                  <m:oMath xmlns:m="http://schemas.openxmlformats.org/officeDocument/2006/math">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𝑆</m:t>
                        </m:r>
                      </m:e>
                      <m:sub>
                        <m:r>
                          <a:rPr lang="ar-AE" sz="1200" i="1" kern="1200">
                            <a:solidFill>
                              <a:schemeClr val="tx1"/>
                            </a:solidFill>
                            <a:latin typeface="Cambria Math" panose="02040503050406030204" pitchFamily="18" charset="0"/>
                            <a:ea typeface="+mn-ea"/>
                            <a:cs typeface="+mn-cs"/>
                          </a:rPr>
                          <m:t>𝑚</m:t>
                        </m:r>
                        <m:r>
                          <a:rPr lang="ar-AE" sz="1200" i="0" kern="1200">
                            <a:solidFill>
                              <a:schemeClr val="tx1"/>
                            </a:solidFill>
                            <a:latin typeface="Cambria Math" panose="02040503050406030204" pitchFamily="18" charset="0"/>
                            <a:ea typeface="+mn-ea"/>
                            <a:cs typeface="+mn-cs"/>
                          </a:rPr>
                          <m:t>,</m:t>
                        </m:r>
                        <m:r>
                          <a:rPr lang="ar-AE" sz="1200" i="1" kern="1200">
                            <a:solidFill>
                              <a:schemeClr val="tx1"/>
                            </a:solidFill>
                            <a:latin typeface="Cambria Math" panose="02040503050406030204" pitchFamily="18" charset="0"/>
                            <a:ea typeface="+mn-ea"/>
                            <a:cs typeface="+mn-cs"/>
                          </a:rPr>
                          <m:t>𝑗</m:t>
                        </m:r>
                      </m:sub>
                    </m:sSub>
                    <m:r>
                      <a:rPr lang="ar-AE" sz="1200" i="0" kern="1200">
                        <a:solidFill>
                          <a:schemeClr val="tx1"/>
                        </a:solidFill>
                        <a:latin typeface="Cambria Math" panose="02040503050406030204" pitchFamily="18" charset="0"/>
                        <a:ea typeface="+mn-ea"/>
                        <a:cs typeface="+mn-cs"/>
                      </a:rPr>
                      <m:t>&gt;0</m:t>
                    </m:r>
                  </m:oMath>
                </a14:m>
                <a:r>
                  <a:rPr lang="ar-AE" dirty="0"/>
                  <a:t>)</a:t>
                </a:r>
              </a:p>
              <a:p>
                <a:pPr marL="171450" indent="-171450">
                  <a:buFont typeface="Arial" panose="020B0604020202020204" pitchFamily="34" charset="0"/>
                  <a:buChar char="•"/>
                </a:pPr>
                <a:r>
                  <a:rPr lang="es-ES" dirty="0" err="1"/>
                  <a:t>List</a:t>
                </a:r>
                <a:r>
                  <a:rPr lang="es-ES" dirty="0"/>
                  <a:t> </a:t>
                </a:r>
                <a:r>
                  <a:rPr lang="es-ES" dirty="0" err="1"/>
                  <a:t>consumers</a:t>
                </a:r>
                <a:r>
                  <a:rPr lang="es-ES" dirty="0"/>
                  <a:t> </a:t>
                </a:r>
                <a14:m>
                  <m:oMath xmlns:m="http://schemas.openxmlformats.org/officeDocument/2006/math">
                    <m:r>
                      <a:rPr lang="es-ES" sz="1200" i="1" kern="1200">
                        <a:solidFill>
                          <a:schemeClr val="tx1"/>
                        </a:solidFill>
                        <a:latin typeface="Cambria Math" panose="02040503050406030204" pitchFamily="18" charset="0"/>
                        <a:ea typeface="+mn-ea"/>
                        <a:cs typeface="+mn-cs"/>
                      </a:rPr>
                      <m:t>𝐶</m:t>
                    </m:r>
                  </m:oMath>
                </a14:m>
                <a:r>
                  <a:rPr lang="es-ES" dirty="0"/>
                  <a:t>(</a:t>
                </a:r>
                <a:r>
                  <a:rPr lang="es-ES" dirty="0" err="1"/>
                  <a:t>reactions</a:t>
                </a:r>
                <a:r>
                  <a:rPr lang="es-ES" dirty="0"/>
                  <a:t> </a:t>
                </a:r>
                <a:r>
                  <a:rPr lang="es-ES" dirty="0" err="1"/>
                  <a:t>with</a:t>
                </a:r>
                <a:r>
                  <a:rPr lang="es-ES" dirty="0"/>
                  <a:t> </a:t>
                </a:r>
                <a14:m>
                  <m:oMath xmlns:m="http://schemas.openxmlformats.org/officeDocument/2006/math">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𝑆</m:t>
                        </m:r>
                      </m:e>
                      <m:sub>
                        <m:r>
                          <a:rPr lang="ar-AE" sz="1200" i="1" kern="1200">
                            <a:solidFill>
                              <a:schemeClr val="tx1"/>
                            </a:solidFill>
                            <a:latin typeface="Cambria Math" panose="02040503050406030204" pitchFamily="18" charset="0"/>
                            <a:ea typeface="+mn-ea"/>
                            <a:cs typeface="+mn-cs"/>
                          </a:rPr>
                          <m:t>𝑚</m:t>
                        </m:r>
                        <m:r>
                          <a:rPr lang="ar-AE" sz="1200" i="0" kern="1200">
                            <a:solidFill>
                              <a:schemeClr val="tx1"/>
                            </a:solidFill>
                            <a:latin typeface="Cambria Math" panose="02040503050406030204" pitchFamily="18" charset="0"/>
                            <a:ea typeface="+mn-ea"/>
                            <a:cs typeface="+mn-cs"/>
                          </a:rPr>
                          <m:t>,</m:t>
                        </m:r>
                        <m:r>
                          <a:rPr lang="ar-AE" sz="1200" i="1" kern="1200">
                            <a:solidFill>
                              <a:schemeClr val="tx1"/>
                            </a:solidFill>
                            <a:latin typeface="Cambria Math" panose="02040503050406030204" pitchFamily="18" charset="0"/>
                            <a:ea typeface="+mn-ea"/>
                            <a:cs typeface="+mn-cs"/>
                          </a:rPr>
                          <m:t>𝑗</m:t>
                        </m:r>
                      </m:sub>
                    </m:sSub>
                    <m:r>
                      <a:rPr lang="ar-AE" sz="1200" i="0" kern="1200">
                        <a:solidFill>
                          <a:schemeClr val="tx1"/>
                        </a:solidFill>
                        <a:latin typeface="Cambria Math" panose="02040503050406030204" pitchFamily="18" charset="0"/>
                        <a:ea typeface="+mn-ea"/>
                        <a:cs typeface="+mn-cs"/>
                      </a:rPr>
                      <m:t>&lt;0</m:t>
                    </m:r>
                  </m:oMath>
                </a14:m>
                <a:r>
                  <a:rPr lang="ar-AE" dirty="0"/>
                  <a:t>)</a:t>
                </a:r>
              </a:p>
              <a:p>
                <a:pPr marL="171450" indent="-171450">
                  <a:buFont typeface="Arial" panose="020B0604020202020204" pitchFamily="34" charset="0"/>
                  <a:buChar char="•"/>
                </a:pPr>
                <a:r>
                  <a:rPr lang="es-ES" dirty="0" err="1"/>
                  <a:t>If</a:t>
                </a:r>
                <a:r>
                  <a:rPr lang="es-ES" dirty="0"/>
                  <a:t> </a:t>
                </a:r>
                <a14:m>
                  <m:oMath xmlns:m="http://schemas.openxmlformats.org/officeDocument/2006/math">
                    <m:r>
                      <a:rPr lang="es-ES" sz="1200" kern="1200">
                        <a:solidFill>
                          <a:schemeClr val="tx1"/>
                        </a:solidFill>
                        <a:latin typeface="Cambria Math" panose="02040503050406030204" pitchFamily="18" charset="0"/>
                        <a:ea typeface="+mn-ea"/>
                        <a:cs typeface="+mn-cs"/>
                      </a:rPr>
                      <m:t>∣</m:t>
                    </m:r>
                    <m:r>
                      <a:rPr lang="es-ES" sz="1200" i="1" kern="1200">
                        <a:solidFill>
                          <a:schemeClr val="tx1"/>
                        </a:solidFill>
                        <a:latin typeface="Cambria Math" panose="02040503050406030204" pitchFamily="18" charset="0"/>
                        <a:ea typeface="+mn-ea"/>
                        <a:cs typeface="+mn-cs"/>
                      </a:rPr>
                      <m:t>𝑃</m:t>
                    </m:r>
                    <m:r>
                      <a:rPr lang="es-ES" sz="1200" i="0" kern="1200">
                        <a:solidFill>
                          <a:schemeClr val="tx1"/>
                        </a:solidFill>
                        <a:latin typeface="Cambria Math" panose="02040503050406030204" pitchFamily="18" charset="0"/>
                        <a:ea typeface="+mn-ea"/>
                        <a:cs typeface="+mn-cs"/>
                      </a:rPr>
                      <m:t>∣≥2</m:t>
                    </m:r>
                  </m:oMath>
                </a14:m>
                <a:r>
                  <a:rPr lang="es-ES" dirty="0"/>
                  <a:t>and </a:t>
                </a:r>
                <a14:m>
                  <m:oMath xmlns:m="http://schemas.openxmlformats.org/officeDocument/2006/math">
                    <m:r>
                      <a:rPr lang="es-ES" sz="1200" kern="1200">
                        <a:solidFill>
                          <a:schemeClr val="tx1"/>
                        </a:solidFill>
                        <a:latin typeface="Cambria Math" panose="02040503050406030204" pitchFamily="18" charset="0"/>
                        <a:ea typeface="+mn-ea"/>
                        <a:cs typeface="+mn-cs"/>
                      </a:rPr>
                      <m:t>∣</m:t>
                    </m:r>
                    <m:r>
                      <a:rPr lang="es-ES" sz="1200" i="1" kern="1200">
                        <a:solidFill>
                          <a:schemeClr val="tx1"/>
                        </a:solidFill>
                        <a:latin typeface="Cambria Math" panose="02040503050406030204" pitchFamily="18" charset="0"/>
                        <a:ea typeface="+mn-ea"/>
                        <a:cs typeface="+mn-cs"/>
                      </a:rPr>
                      <m:t>𝐶</m:t>
                    </m:r>
                    <m:r>
                      <a:rPr lang="es-ES" sz="1200" i="0" kern="1200">
                        <a:solidFill>
                          <a:schemeClr val="tx1"/>
                        </a:solidFill>
                        <a:latin typeface="Cambria Math" panose="02040503050406030204" pitchFamily="18" charset="0"/>
                        <a:ea typeface="+mn-ea"/>
                        <a:cs typeface="+mn-cs"/>
                      </a:rPr>
                      <m:t>∣≥1</m:t>
                    </m:r>
                  </m:oMath>
                </a14:m>
                <a:r>
                  <a:rPr lang="es-ES" dirty="0"/>
                  <a:t>, </a:t>
                </a:r>
                <a:r>
                  <a:rPr lang="es-ES" dirty="0" err="1"/>
                  <a:t>check</a:t>
                </a:r>
                <a:r>
                  <a:rPr lang="es-ES" dirty="0"/>
                  <a:t> candidate outputs </a:t>
                </a:r>
                <a14:m>
                  <m:oMath xmlns:m="http://schemas.openxmlformats.org/officeDocument/2006/math">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𝑟</m:t>
                        </m:r>
                      </m:e>
                      <m:sub>
                        <m:r>
                          <a:rPr lang="ar-AE" sz="1200" i="0" kern="1200">
                            <a:solidFill>
                              <a:schemeClr val="tx1"/>
                            </a:solidFill>
                            <a:latin typeface="Cambria Math" panose="02040503050406030204" pitchFamily="18" charset="0"/>
                            <a:ea typeface="+mn-ea"/>
                            <a:cs typeface="+mn-cs"/>
                          </a:rPr>
                          <m:t>3</m:t>
                        </m:r>
                      </m:sub>
                    </m:sSub>
                    <m:r>
                      <a:rPr lang="ar-AE" sz="1200" i="0" kern="1200">
                        <a:solidFill>
                          <a:schemeClr val="tx1"/>
                        </a:solidFill>
                        <a:latin typeface="Cambria Math" panose="02040503050406030204" pitchFamily="18" charset="0"/>
                        <a:ea typeface="+mn-ea"/>
                        <a:cs typeface="+mn-cs"/>
                      </a:rPr>
                      <m:t>∈</m:t>
                    </m:r>
                    <m:r>
                      <a:rPr lang="ar-AE" sz="1200" i="1" kern="1200">
                        <a:solidFill>
                          <a:schemeClr val="tx1"/>
                        </a:solidFill>
                        <a:latin typeface="Cambria Math" panose="02040503050406030204" pitchFamily="18" charset="0"/>
                        <a:ea typeface="+mn-ea"/>
                        <a:cs typeface="+mn-cs"/>
                      </a:rPr>
                      <m:t>𝐶</m:t>
                    </m:r>
                  </m:oMath>
                </a14:m>
                <a:endParaRPr lang="ar-AE" dirty="0"/>
              </a:p>
              <a:p>
                <a:pPr marL="171450" indent="-171450">
                  <a:buFont typeface="Arial" panose="020B0604020202020204" pitchFamily="34" charset="0"/>
                  <a:buChar char="•"/>
                </a:pPr>
                <a:r>
                  <a:rPr lang="es-ES" dirty="0" err="1"/>
                  <a:t>Prefer</a:t>
                </a:r>
                <a:r>
                  <a:rPr lang="es-ES" dirty="0"/>
                  <a:t> cases </a:t>
                </a:r>
                <a:r>
                  <a:rPr lang="es-ES" dirty="0" err="1"/>
                  <a:t>where</a:t>
                </a:r>
                <a:r>
                  <a:rPr lang="es-ES" dirty="0"/>
                  <a:t> </a:t>
                </a:r>
                <a14:m>
                  <m:oMath xmlns:m="http://schemas.openxmlformats.org/officeDocument/2006/math">
                    <m:r>
                      <a:rPr lang="es-ES" sz="1200" i="1" kern="1200">
                        <a:solidFill>
                          <a:schemeClr val="tx1"/>
                        </a:solidFill>
                        <a:latin typeface="Cambria Math" panose="02040503050406030204" pitchFamily="18" charset="0"/>
                        <a:ea typeface="+mn-ea"/>
                        <a:cs typeface="+mn-cs"/>
                      </a:rPr>
                      <m:t>𝑚</m:t>
                    </m:r>
                  </m:oMath>
                </a14:m>
                <a:r>
                  <a:rPr lang="es-ES" dirty="0"/>
                  <a:t>has </a:t>
                </a:r>
                <a:r>
                  <a:rPr lang="es-ES" b="1" dirty="0" err="1"/>
                  <a:t>exactly</a:t>
                </a:r>
                <a:r>
                  <a:rPr lang="es-ES" dirty="0"/>
                  <a:t> 2 </a:t>
                </a:r>
                <a:r>
                  <a:rPr lang="es-ES" dirty="0" err="1"/>
                  <a:t>producers</a:t>
                </a:r>
                <a:r>
                  <a:rPr lang="es-ES" dirty="0"/>
                  <a:t> and 1 </a:t>
                </a:r>
                <a:r>
                  <a:rPr lang="es-ES" dirty="0" err="1"/>
                  <a:t>consumer</a:t>
                </a:r>
                <a:r>
                  <a:rPr lang="es-ES" dirty="0"/>
                  <a:t> (</a:t>
                </a:r>
                <a:r>
                  <a:rPr lang="es-ES" dirty="0" err="1"/>
                  <a:t>tightest</a:t>
                </a:r>
                <a:r>
                  <a:rPr lang="es-ES" dirty="0"/>
                  <a:t> “</a:t>
                </a:r>
                <a:r>
                  <a:rPr lang="es-ES" dirty="0" err="1"/>
                  <a:t>adder</a:t>
                </a:r>
                <a:r>
                  <a:rPr lang="es-ES" dirty="0"/>
                  <a:t>”)</a:t>
                </a:r>
              </a:p>
              <a:p>
                <a:pPr marL="171450" indent="-171450">
                  <a:buFont typeface="Arial" panose="020B0604020202020204" pitchFamily="34" charset="0"/>
                  <a:buChar char="•"/>
                </a:pPr>
                <a:r>
                  <a:rPr lang="es-ES" dirty="0" err="1"/>
                  <a:t>Intersect</a:t>
                </a:r>
                <a:r>
                  <a:rPr lang="es-ES" dirty="0"/>
                  <a:t> </a:t>
                </a:r>
                <a:r>
                  <a:rPr lang="es-ES" dirty="0" err="1"/>
                  <a:t>producers</a:t>
                </a:r>
                <a:r>
                  <a:rPr lang="es-ES" dirty="0"/>
                  <a:t> </a:t>
                </a:r>
                <a:r>
                  <a:rPr lang="es-ES" dirty="0" err="1"/>
                  <a:t>with</a:t>
                </a:r>
                <a:r>
                  <a:rPr lang="es-ES" dirty="0"/>
                  <a:t> </a:t>
                </a:r>
                <a:r>
                  <a:rPr lang="es-ES" dirty="0" err="1"/>
                  <a:t>your</a:t>
                </a:r>
                <a:r>
                  <a:rPr lang="es-ES" dirty="0"/>
                  <a:t> </a:t>
                </a:r>
                <a:r>
                  <a:rPr lang="es-ES" b="1" dirty="0"/>
                  <a:t>single-gene </a:t>
                </a:r>
                <a:r>
                  <a:rPr lang="es-ES" b="1" dirty="0" err="1"/>
                  <a:t>reaction</a:t>
                </a:r>
                <a:r>
                  <a:rPr lang="es-ES" b="1" dirty="0"/>
                  <a:t> </a:t>
                </a:r>
                <a:r>
                  <a:rPr lang="es-ES" b="1" dirty="0" err="1"/>
                  <a:t>list</a:t>
                </a:r>
                <a:r>
                  <a:rPr lang="es-ES" dirty="0"/>
                  <a:t> (</a:t>
                </a:r>
                <a:r>
                  <a:rPr lang="es-ES" dirty="0" err="1"/>
                  <a:t>your</a:t>
                </a:r>
                <a:r>
                  <a:rPr lang="es-ES" dirty="0"/>
                  <a:t> </a:t>
                </a:r>
                <a:r>
                  <a:rPr lang="es-ES" dirty="0" err="1"/>
                  <a:t>current</a:t>
                </a:r>
                <a:r>
                  <a:rPr lang="es-ES" dirty="0"/>
                  <a:t> </a:t>
                </a:r>
                <a:r>
                  <a:rPr lang="es-ES" dirty="0" err="1"/>
                  <a:t>code</a:t>
                </a:r>
                <a:r>
                  <a:rPr lang="es-ES" dirty="0"/>
                  <a:t> </a:t>
                </a:r>
                <a:r>
                  <a:rPr lang="es-ES" dirty="0" err="1"/>
                  <a:t>already</a:t>
                </a:r>
                <a:r>
                  <a:rPr lang="es-ES" dirty="0"/>
                  <a:t> </a:t>
                </a:r>
                <a:r>
                  <a:rPr lang="es-ES" dirty="0" err="1"/>
                  <a:t>gives</a:t>
                </a:r>
                <a:r>
                  <a:rPr lang="es-ES" dirty="0"/>
                  <a:t> </a:t>
                </a:r>
                <a:r>
                  <a:rPr lang="es-ES" dirty="0" err="1"/>
                  <a:t>that</a:t>
                </a:r>
                <a:r>
                  <a:rPr lang="es-ES" dirty="0"/>
                  <a:t>)</a:t>
                </a:r>
              </a:p>
              <a:p>
                <a:endParaRPr lang="en-US" dirty="0"/>
              </a:p>
            </p:txBody>
          </p:sp>
        </mc:Choice>
        <mc:Fallback xmlns="">
          <p:sp>
            <p:nvSpPr>
              <p:cNvPr id="3" name="Notes Placeholder 2">
                <a:extLst>
                  <a:ext uri="{FF2B5EF4-FFF2-40B4-BE49-F238E27FC236}">
                    <a16:creationId xmlns:a16="http://schemas.microsoft.com/office/drawing/2014/main" id="{D9C4C0D6-5DE8-B6D6-B365-B39BBCCEA248}"/>
                  </a:ext>
                </a:extLst>
              </p:cNvPr>
              <p:cNvSpPr>
                <a:spLocks noGrp="1"/>
              </p:cNvSpPr>
              <p:nvPr>
                <p:ph type="body" idx="1"/>
              </p:nvPr>
            </p:nvSpPr>
            <p:spPr/>
            <p:txBody>
              <a:bodyPr/>
              <a:lstStyle/>
              <a:p>
                <a:r>
                  <a:rPr lang="es-ES" dirty="0" err="1"/>
                  <a:t>Algorithm</a:t>
                </a:r>
                <a:endParaRPr lang="es-ES" dirty="0"/>
              </a:p>
              <a:p>
                <a:pPr marL="171450" indent="-171450">
                  <a:buFont typeface="Arial" panose="020B0604020202020204" pitchFamily="34" charset="0"/>
                  <a:buChar char="•"/>
                </a:pPr>
                <a:r>
                  <a:rPr lang="es-ES" dirty="0" err="1"/>
                  <a:t>For</a:t>
                </a:r>
                <a:r>
                  <a:rPr lang="es-ES" dirty="0"/>
                  <a:t> </a:t>
                </a:r>
                <a:r>
                  <a:rPr lang="es-ES" dirty="0" err="1"/>
                  <a:t>each</a:t>
                </a:r>
                <a:r>
                  <a:rPr lang="es-ES" dirty="0"/>
                  <a:t> </a:t>
                </a:r>
                <a:r>
                  <a:rPr lang="es-ES" dirty="0" err="1"/>
                  <a:t>metabolite</a:t>
                </a:r>
                <a:r>
                  <a:rPr lang="es-ES" dirty="0"/>
                  <a:t> </a:t>
                </a:r>
                <a:r>
                  <a:rPr lang="es-ES" sz="1200" i="0" kern="1200">
                    <a:solidFill>
                      <a:schemeClr val="tx1"/>
                    </a:solidFill>
                    <a:latin typeface="Cambria Math" panose="02040503050406030204" pitchFamily="18" charset="0"/>
                    <a:ea typeface="+mn-ea"/>
                    <a:cs typeface="+mn-cs"/>
                  </a:rPr>
                  <a:t>𝑚</a:t>
                </a:r>
                <a:r>
                  <a:rPr lang="es-ES" dirty="0"/>
                  <a:t>, </a:t>
                </a:r>
                <a:r>
                  <a:rPr lang="es-ES" dirty="0" err="1"/>
                  <a:t>list</a:t>
                </a:r>
                <a:r>
                  <a:rPr lang="es-ES" dirty="0"/>
                  <a:t> </a:t>
                </a:r>
                <a:r>
                  <a:rPr lang="es-ES" dirty="0" err="1"/>
                  <a:t>producers</a:t>
                </a:r>
                <a:r>
                  <a:rPr lang="es-ES" dirty="0"/>
                  <a:t> </a:t>
                </a:r>
                <a:r>
                  <a:rPr lang="es-ES" sz="1200" i="0" kern="1200">
                    <a:solidFill>
                      <a:schemeClr val="tx1"/>
                    </a:solidFill>
                    <a:latin typeface="Cambria Math" panose="02040503050406030204" pitchFamily="18" charset="0"/>
                    <a:ea typeface="+mn-ea"/>
                    <a:cs typeface="+mn-cs"/>
                  </a:rPr>
                  <a:t>𝑃</a:t>
                </a:r>
                <a:r>
                  <a:rPr lang="es-ES" dirty="0"/>
                  <a:t>(</a:t>
                </a:r>
                <a:r>
                  <a:rPr lang="es-ES" dirty="0" err="1"/>
                  <a:t>reactions</a:t>
                </a:r>
                <a:r>
                  <a:rPr lang="es-ES" dirty="0"/>
                  <a:t> </a:t>
                </a:r>
                <a:r>
                  <a:rPr lang="es-ES" dirty="0" err="1"/>
                  <a:t>with</a:t>
                </a:r>
                <a:r>
                  <a:rPr lang="es-ES" dirty="0"/>
                  <a:t> </a:t>
                </a:r>
                <a:r>
                  <a:rPr lang="ar-AE" sz="1200" i="0" kern="1200">
                    <a:solidFill>
                      <a:schemeClr val="tx1"/>
                    </a:solidFill>
                    <a:latin typeface="Cambria Math" panose="02040503050406030204" pitchFamily="18" charset="0"/>
                    <a:ea typeface="+mn-ea"/>
                    <a:cs typeface="+mn-cs"/>
                  </a:rPr>
                  <a:t>𝑆_(𝑚,𝑗)&gt;0</a:t>
                </a:r>
                <a:r>
                  <a:rPr lang="ar-AE" dirty="0"/>
                  <a:t>)</a:t>
                </a:r>
              </a:p>
              <a:p>
                <a:pPr marL="171450" indent="-171450">
                  <a:buFont typeface="Arial" panose="020B0604020202020204" pitchFamily="34" charset="0"/>
                  <a:buChar char="•"/>
                </a:pPr>
                <a:r>
                  <a:rPr lang="es-ES" dirty="0" err="1"/>
                  <a:t>List</a:t>
                </a:r>
                <a:r>
                  <a:rPr lang="es-ES" dirty="0"/>
                  <a:t> </a:t>
                </a:r>
                <a:r>
                  <a:rPr lang="es-ES" dirty="0" err="1"/>
                  <a:t>consumers</a:t>
                </a:r>
                <a:r>
                  <a:rPr lang="es-ES" dirty="0"/>
                  <a:t> </a:t>
                </a:r>
                <a:r>
                  <a:rPr lang="es-ES" sz="1200" i="0" kern="1200">
                    <a:solidFill>
                      <a:schemeClr val="tx1"/>
                    </a:solidFill>
                    <a:latin typeface="Cambria Math" panose="02040503050406030204" pitchFamily="18" charset="0"/>
                    <a:ea typeface="+mn-ea"/>
                    <a:cs typeface="+mn-cs"/>
                  </a:rPr>
                  <a:t>𝐶</a:t>
                </a:r>
                <a:r>
                  <a:rPr lang="es-ES" dirty="0"/>
                  <a:t>(</a:t>
                </a:r>
                <a:r>
                  <a:rPr lang="es-ES" dirty="0" err="1"/>
                  <a:t>reactions</a:t>
                </a:r>
                <a:r>
                  <a:rPr lang="es-ES" dirty="0"/>
                  <a:t> </a:t>
                </a:r>
                <a:r>
                  <a:rPr lang="es-ES" dirty="0" err="1"/>
                  <a:t>with</a:t>
                </a:r>
                <a:r>
                  <a:rPr lang="es-ES" dirty="0"/>
                  <a:t> </a:t>
                </a:r>
                <a:r>
                  <a:rPr lang="ar-AE" sz="1200" i="0" kern="1200">
                    <a:solidFill>
                      <a:schemeClr val="tx1"/>
                    </a:solidFill>
                    <a:latin typeface="Cambria Math" panose="02040503050406030204" pitchFamily="18" charset="0"/>
                    <a:ea typeface="+mn-ea"/>
                    <a:cs typeface="+mn-cs"/>
                  </a:rPr>
                  <a:t>𝑆_(𝑚,𝑗)&lt;0</a:t>
                </a:r>
                <a:r>
                  <a:rPr lang="ar-AE" dirty="0"/>
                  <a:t>)</a:t>
                </a:r>
              </a:p>
              <a:p>
                <a:pPr marL="171450" indent="-171450">
                  <a:buFont typeface="Arial" panose="020B0604020202020204" pitchFamily="34" charset="0"/>
                  <a:buChar char="•"/>
                </a:pPr>
                <a:r>
                  <a:rPr lang="es-ES" dirty="0" err="1"/>
                  <a:t>If</a:t>
                </a:r>
                <a:r>
                  <a:rPr lang="es-ES" dirty="0"/>
                  <a:t> </a:t>
                </a:r>
                <a:r>
                  <a:rPr lang="es-ES" sz="1200" i="0" kern="1200">
                    <a:solidFill>
                      <a:schemeClr val="tx1"/>
                    </a:solidFill>
                    <a:latin typeface="Cambria Math" panose="02040503050406030204" pitchFamily="18" charset="0"/>
                    <a:ea typeface="+mn-ea"/>
                    <a:cs typeface="+mn-cs"/>
                  </a:rPr>
                  <a:t>∣𝑃∣≥2</a:t>
                </a:r>
                <a:r>
                  <a:rPr lang="es-ES" dirty="0"/>
                  <a:t>and </a:t>
                </a:r>
                <a:r>
                  <a:rPr lang="es-ES" sz="1200" i="0" kern="1200">
                    <a:solidFill>
                      <a:schemeClr val="tx1"/>
                    </a:solidFill>
                    <a:latin typeface="Cambria Math" panose="02040503050406030204" pitchFamily="18" charset="0"/>
                    <a:ea typeface="+mn-ea"/>
                    <a:cs typeface="+mn-cs"/>
                  </a:rPr>
                  <a:t>∣𝐶∣≥1</a:t>
                </a:r>
                <a:r>
                  <a:rPr lang="es-ES" dirty="0"/>
                  <a:t>, </a:t>
                </a:r>
                <a:r>
                  <a:rPr lang="es-ES" dirty="0" err="1"/>
                  <a:t>check</a:t>
                </a:r>
                <a:r>
                  <a:rPr lang="es-ES" dirty="0"/>
                  <a:t> candidate outputs </a:t>
                </a:r>
                <a:r>
                  <a:rPr lang="ar-AE" sz="1200" i="0" kern="1200">
                    <a:solidFill>
                      <a:schemeClr val="tx1"/>
                    </a:solidFill>
                    <a:latin typeface="Cambria Math" panose="02040503050406030204" pitchFamily="18" charset="0"/>
                    <a:ea typeface="+mn-ea"/>
                    <a:cs typeface="+mn-cs"/>
                  </a:rPr>
                  <a:t>𝑟_3∈𝐶</a:t>
                </a:r>
                <a:endParaRPr lang="ar-AE" dirty="0"/>
              </a:p>
              <a:p>
                <a:pPr marL="171450" indent="-171450">
                  <a:buFont typeface="Arial" panose="020B0604020202020204" pitchFamily="34" charset="0"/>
                  <a:buChar char="•"/>
                </a:pPr>
                <a:r>
                  <a:rPr lang="es-ES" dirty="0" err="1"/>
                  <a:t>Prefer</a:t>
                </a:r>
                <a:r>
                  <a:rPr lang="es-ES" dirty="0"/>
                  <a:t> cases </a:t>
                </a:r>
                <a:r>
                  <a:rPr lang="es-ES" dirty="0" err="1"/>
                  <a:t>where</a:t>
                </a:r>
                <a:r>
                  <a:rPr lang="es-ES" dirty="0"/>
                  <a:t> </a:t>
                </a:r>
                <a:r>
                  <a:rPr lang="es-ES" sz="1200" i="0" kern="1200">
                    <a:solidFill>
                      <a:schemeClr val="tx1"/>
                    </a:solidFill>
                    <a:latin typeface="Cambria Math" panose="02040503050406030204" pitchFamily="18" charset="0"/>
                    <a:ea typeface="+mn-ea"/>
                    <a:cs typeface="+mn-cs"/>
                  </a:rPr>
                  <a:t>𝑚</a:t>
                </a:r>
                <a:r>
                  <a:rPr lang="es-ES" dirty="0"/>
                  <a:t>has </a:t>
                </a:r>
                <a:r>
                  <a:rPr lang="es-ES" b="1" dirty="0" err="1"/>
                  <a:t>exactly</a:t>
                </a:r>
                <a:r>
                  <a:rPr lang="es-ES" dirty="0"/>
                  <a:t> 2 </a:t>
                </a:r>
                <a:r>
                  <a:rPr lang="es-ES" dirty="0" err="1"/>
                  <a:t>producers</a:t>
                </a:r>
                <a:r>
                  <a:rPr lang="es-ES" dirty="0"/>
                  <a:t> and 1 </a:t>
                </a:r>
                <a:r>
                  <a:rPr lang="es-ES" dirty="0" err="1"/>
                  <a:t>consumer</a:t>
                </a:r>
                <a:r>
                  <a:rPr lang="es-ES" dirty="0"/>
                  <a:t> (</a:t>
                </a:r>
                <a:r>
                  <a:rPr lang="es-ES" dirty="0" err="1"/>
                  <a:t>tightest</a:t>
                </a:r>
                <a:r>
                  <a:rPr lang="es-ES" dirty="0"/>
                  <a:t> “</a:t>
                </a:r>
                <a:r>
                  <a:rPr lang="es-ES" dirty="0" err="1"/>
                  <a:t>adder</a:t>
                </a:r>
                <a:r>
                  <a:rPr lang="es-ES" dirty="0"/>
                  <a:t>”)</a:t>
                </a:r>
              </a:p>
              <a:p>
                <a:pPr marL="171450" indent="-171450">
                  <a:buFont typeface="Arial" panose="020B0604020202020204" pitchFamily="34" charset="0"/>
                  <a:buChar char="•"/>
                </a:pPr>
                <a:r>
                  <a:rPr lang="es-ES" dirty="0" err="1"/>
                  <a:t>Intersect</a:t>
                </a:r>
                <a:r>
                  <a:rPr lang="es-ES" dirty="0"/>
                  <a:t> </a:t>
                </a:r>
                <a:r>
                  <a:rPr lang="es-ES" dirty="0" err="1"/>
                  <a:t>producers</a:t>
                </a:r>
                <a:r>
                  <a:rPr lang="es-ES" dirty="0"/>
                  <a:t> </a:t>
                </a:r>
                <a:r>
                  <a:rPr lang="es-ES" dirty="0" err="1"/>
                  <a:t>with</a:t>
                </a:r>
                <a:r>
                  <a:rPr lang="es-ES" dirty="0"/>
                  <a:t> </a:t>
                </a:r>
                <a:r>
                  <a:rPr lang="es-ES" dirty="0" err="1"/>
                  <a:t>your</a:t>
                </a:r>
                <a:r>
                  <a:rPr lang="es-ES" dirty="0"/>
                  <a:t> </a:t>
                </a:r>
                <a:r>
                  <a:rPr lang="es-ES" b="1" dirty="0"/>
                  <a:t>single-gene </a:t>
                </a:r>
                <a:r>
                  <a:rPr lang="es-ES" b="1" dirty="0" err="1"/>
                  <a:t>reaction</a:t>
                </a:r>
                <a:r>
                  <a:rPr lang="es-ES" b="1" dirty="0"/>
                  <a:t> </a:t>
                </a:r>
                <a:r>
                  <a:rPr lang="es-ES" b="1" dirty="0" err="1"/>
                  <a:t>list</a:t>
                </a:r>
                <a:r>
                  <a:rPr lang="es-ES" dirty="0"/>
                  <a:t> (</a:t>
                </a:r>
                <a:r>
                  <a:rPr lang="es-ES" dirty="0" err="1"/>
                  <a:t>your</a:t>
                </a:r>
                <a:r>
                  <a:rPr lang="es-ES" dirty="0"/>
                  <a:t> </a:t>
                </a:r>
                <a:r>
                  <a:rPr lang="es-ES" dirty="0" err="1"/>
                  <a:t>current</a:t>
                </a:r>
                <a:r>
                  <a:rPr lang="es-ES" dirty="0"/>
                  <a:t> </a:t>
                </a:r>
                <a:r>
                  <a:rPr lang="es-ES" dirty="0" err="1"/>
                  <a:t>code</a:t>
                </a:r>
                <a:r>
                  <a:rPr lang="es-ES" dirty="0"/>
                  <a:t> </a:t>
                </a:r>
                <a:r>
                  <a:rPr lang="es-ES" dirty="0" err="1"/>
                  <a:t>already</a:t>
                </a:r>
                <a:r>
                  <a:rPr lang="es-ES" dirty="0"/>
                  <a:t> </a:t>
                </a:r>
                <a:r>
                  <a:rPr lang="es-ES" dirty="0" err="1"/>
                  <a:t>gives</a:t>
                </a:r>
                <a:r>
                  <a:rPr lang="es-ES" dirty="0"/>
                  <a:t> </a:t>
                </a:r>
                <a:r>
                  <a:rPr lang="es-ES" dirty="0" err="1"/>
                  <a:t>that</a:t>
                </a:r>
                <a:r>
                  <a:rPr lang="es-ES" dirty="0"/>
                  <a:t>)</a:t>
                </a:r>
              </a:p>
              <a:p>
                <a:endParaRPr lang="en-US" dirty="0"/>
              </a:p>
            </p:txBody>
          </p:sp>
        </mc:Fallback>
      </mc:AlternateContent>
      <p:sp>
        <p:nvSpPr>
          <p:cNvPr id="4" name="Slide Number Placeholder 3">
            <a:extLst>
              <a:ext uri="{FF2B5EF4-FFF2-40B4-BE49-F238E27FC236}">
                <a16:creationId xmlns:a16="http://schemas.microsoft.com/office/drawing/2014/main" id="{CA4A601F-F388-3C4D-9698-2BCC29B096EB}"/>
              </a:ext>
            </a:extLst>
          </p:cNvPr>
          <p:cNvSpPr>
            <a:spLocks noGrp="1"/>
          </p:cNvSpPr>
          <p:nvPr>
            <p:ph type="sldNum" sz="quarter" idx="5"/>
          </p:nvPr>
        </p:nvSpPr>
        <p:spPr/>
        <p:txBody>
          <a:bodyPr/>
          <a:lstStyle/>
          <a:p>
            <a:fld id="{5F818A67-DE81-4BE5-A09A-01BC8A96D5BB}" type="slidenum">
              <a:rPr lang="en-US" smtClean="0"/>
              <a:t>90</a:t>
            </a:fld>
            <a:endParaRPr lang="en-US"/>
          </a:p>
        </p:txBody>
      </p:sp>
    </p:spTree>
    <p:extLst>
      <p:ext uri="{BB962C8B-B14F-4D97-AF65-F5344CB8AC3E}">
        <p14:creationId xmlns:p14="http://schemas.microsoft.com/office/powerpoint/2010/main" val="2782398269"/>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6A8CCB-0F89-5E6C-2B3A-F0B41842DB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8DD812-1F22-A757-0517-006322AE5D22}"/>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66BF823A-0A14-CA6A-4388-129C5A043654}"/>
                  </a:ext>
                </a:extLst>
              </p:cNvPr>
              <p:cNvSpPr>
                <a:spLocks noGrp="1"/>
              </p:cNvSpPr>
              <p:nvPr>
                <p:ph type="body" idx="1"/>
              </p:nvPr>
            </p:nvSpPr>
            <p:spPr/>
            <p:txBody>
              <a:bodyPr/>
              <a:lstStyle/>
              <a:p>
                <a:r>
                  <a:rPr lang="es-ES" dirty="0" err="1"/>
                  <a:t>Algorithm</a:t>
                </a:r>
                <a:endParaRPr lang="es-ES" dirty="0"/>
              </a:p>
              <a:p>
                <a:pPr marL="171450" indent="-171450">
                  <a:buFont typeface="Arial" panose="020B0604020202020204" pitchFamily="34" charset="0"/>
                  <a:buChar char="•"/>
                </a:pPr>
                <a:r>
                  <a:rPr lang="es-ES" dirty="0" err="1"/>
                  <a:t>For</a:t>
                </a:r>
                <a:r>
                  <a:rPr lang="es-ES" dirty="0"/>
                  <a:t> </a:t>
                </a:r>
                <a:r>
                  <a:rPr lang="es-ES" dirty="0" err="1"/>
                  <a:t>each</a:t>
                </a:r>
                <a:r>
                  <a:rPr lang="es-ES" dirty="0"/>
                  <a:t> </a:t>
                </a:r>
                <a:r>
                  <a:rPr lang="es-ES" dirty="0" err="1"/>
                  <a:t>metabolite</a:t>
                </a:r>
                <a:r>
                  <a:rPr lang="es-ES" dirty="0"/>
                  <a:t> </a:t>
                </a:r>
                <a14:m>
                  <m:oMath xmlns:m="http://schemas.openxmlformats.org/officeDocument/2006/math">
                    <m:r>
                      <a:rPr lang="es-ES" sz="1200" i="1" kern="1200">
                        <a:solidFill>
                          <a:schemeClr val="tx1"/>
                        </a:solidFill>
                        <a:latin typeface="Cambria Math" panose="02040503050406030204" pitchFamily="18" charset="0"/>
                        <a:ea typeface="+mn-ea"/>
                        <a:cs typeface="+mn-cs"/>
                      </a:rPr>
                      <m:t>𝑚</m:t>
                    </m:r>
                  </m:oMath>
                </a14:m>
                <a:r>
                  <a:rPr lang="es-ES" dirty="0"/>
                  <a:t>, </a:t>
                </a:r>
                <a:r>
                  <a:rPr lang="es-ES" dirty="0" err="1"/>
                  <a:t>list</a:t>
                </a:r>
                <a:r>
                  <a:rPr lang="es-ES" dirty="0"/>
                  <a:t> </a:t>
                </a:r>
                <a:r>
                  <a:rPr lang="es-ES" dirty="0" err="1"/>
                  <a:t>producers</a:t>
                </a:r>
                <a:r>
                  <a:rPr lang="es-ES" dirty="0"/>
                  <a:t> </a:t>
                </a:r>
                <a14:m>
                  <m:oMath xmlns:m="http://schemas.openxmlformats.org/officeDocument/2006/math">
                    <m:r>
                      <a:rPr lang="es-ES" sz="1200" i="1" kern="1200">
                        <a:solidFill>
                          <a:schemeClr val="tx1"/>
                        </a:solidFill>
                        <a:latin typeface="Cambria Math" panose="02040503050406030204" pitchFamily="18" charset="0"/>
                        <a:ea typeface="+mn-ea"/>
                        <a:cs typeface="+mn-cs"/>
                      </a:rPr>
                      <m:t>𝑃</m:t>
                    </m:r>
                  </m:oMath>
                </a14:m>
                <a:r>
                  <a:rPr lang="es-ES" dirty="0"/>
                  <a:t>(</a:t>
                </a:r>
                <a:r>
                  <a:rPr lang="es-ES" dirty="0" err="1"/>
                  <a:t>reactions</a:t>
                </a:r>
                <a:r>
                  <a:rPr lang="es-ES" dirty="0"/>
                  <a:t> </a:t>
                </a:r>
                <a:r>
                  <a:rPr lang="es-ES" dirty="0" err="1"/>
                  <a:t>with</a:t>
                </a:r>
                <a:r>
                  <a:rPr lang="es-ES" dirty="0"/>
                  <a:t> </a:t>
                </a:r>
                <a14:m>
                  <m:oMath xmlns:m="http://schemas.openxmlformats.org/officeDocument/2006/math">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𝑆</m:t>
                        </m:r>
                      </m:e>
                      <m:sub>
                        <m:r>
                          <a:rPr lang="ar-AE" sz="1200" i="1" kern="1200">
                            <a:solidFill>
                              <a:schemeClr val="tx1"/>
                            </a:solidFill>
                            <a:latin typeface="Cambria Math" panose="02040503050406030204" pitchFamily="18" charset="0"/>
                            <a:ea typeface="+mn-ea"/>
                            <a:cs typeface="+mn-cs"/>
                          </a:rPr>
                          <m:t>𝑚</m:t>
                        </m:r>
                        <m:r>
                          <a:rPr lang="ar-AE" sz="1200" i="0" kern="1200">
                            <a:solidFill>
                              <a:schemeClr val="tx1"/>
                            </a:solidFill>
                            <a:latin typeface="Cambria Math" panose="02040503050406030204" pitchFamily="18" charset="0"/>
                            <a:ea typeface="+mn-ea"/>
                            <a:cs typeface="+mn-cs"/>
                          </a:rPr>
                          <m:t>,</m:t>
                        </m:r>
                        <m:r>
                          <a:rPr lang="ar-AE" sz="1200" i="1" kern="1200">
                            <a:solidFill>
                              <a:schemeClr val="tx1"/>
                            </a:solidFill>
                            <a:latin typeface="Cambria Math" panose="02040503050406030204" pitchFamily="18" charset="0"/>
                            <a:ea typeface="+mn-ea"/>
                            <a:cs typeface="+mn-cs"/>
                          </a:rPr>
                          <m:t>𝑗</m:t>
                        </m:r>
                      </m:sub>
                    </m:sSub>
                    <m:r>
                      <a:rPr lang="ar-AE" sz="1200" i="0" kern="1200">
                        <a:solidFill>
                          <a:schemeClr val="tx1"/>
                        </a:solidFill>
                        <a:latin typeface="Cambria Math" panose="02040503050406030204" pitchFamily="18" charset="0"/>
                        <a:ea typeface="+mn-ea"/>
                        <a:cs typeface="+mn-cs"/>
                      </a:rPr>
                      <m:t>&gt;0</m:t>
                    </m:r>
                  </m:oMath>
                </a14:m>
                <a:r>
                  <a:rPr lang="ar-AE" dirty="0"/>
                  <a:t>)</a:t>
                </a:r>
              </a:p>
              <a:p>
                <a:pPr marL="171450" indent="-171450">
                  <a:buFont typeface="Arial" panose="020B0604020202020204" pitchFamily="34" charset="0"/>
                  <a:buChar char="•"/>
                </a:pPr>
                <a:r>
                  <a:rPr lang="es-ES" dirty="0" err="1"/>
                  <a:t>List</a:t>
                </a:r>
                <a:r>
                  <a:rPr lang="es-ES" dirty="0"/>
                  <a:t> </a:t>
                </a:r>
                <a:r>
                  <a:rPr lang="es-ES" dirty="0" err="1"/>
                  <a:t>consumers</a:t>
                </a:r>
                <a:r>
                  <a:rPr lang="es-ES" dirty="0"/>
                  <a:t> </a:t>
                </a:r>
                <a14:m>
                  <m:oMath xmlns:m="http://schemas.openxmlformats.org/officeDocument/2006/math">
                    <m:r>
                      <a:rPr lang="es-ES" sz="1200" i="1" kern="1200">
                        <a:solidFill>
                          <a:schemeClr val="tx1"/>
                        </a:solidFill>
                        <a:latin typeface="Cambria Math" panose="02040503050406030204" pitchFamily="18" charset="0"/>
                        <a:ea typeface="+mn-ea"/>
                        <a:cs typeface="+mn-cs"/>
                      </a:rPr>
                      <m:t>𝐶</m:t>
                    </m:r>
                  </m:oMath>
                </a14:m>
                <a:r>
                  <a:rPr lang="es-ES" dirty="0"/>
                  <a:t>(</a:t>
                </a:r>
                <a:r>
                  <a:rPr lang="es-ES" dirty="0" err="1"/>
                  <a:t>reactions</a:t>
                </a:r>
                <a:r>
                  <a:rPr lang="es-ES" dirty="0"/>
                  <a:t> </a:t>
                </a:r>
                <a:r>
                  <a:rPr lang="es-ES" dirty="0" err="1"/>
                  <a:t>with</a:t>
                </a:r>
                <a:r>
                  <a:rPr lang="es-ES" dirty="0"/>
                  <a:t> </a:t>
                </a:r>
                <a14:m>
                  <m:oMath xmlns:m="http://schemas.openxmlformats.org/officeDocument/2006/math">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𝑆</m:t>
                        </m:r>
                      </m:e>
                      <m:sub>
                        <m:r>
                          <a:rPr lang="ar-AE" sz="1200" i="1" kern="1200">
                            <a:solidFill>
                              <a:schemeClr val="tx1"/>
                            </a:solidFill>
                            <a:latin typeface="Cambria Math" panose="02040503050406030204" pitchFamily="18" charset="0"/>
                            <a:ea typeface="+mn-ea"/>
                            <a:cs typeface="+mn-cs"/>
                          </a:rPr>
                          <m:t>𝑚</m:t>
                        </m:r>
                        <m:r>
                          <a:rPr lang="ar-AE" sz="1200" i="0" kern="1200">
                            <a:solidFill>
                              <a:schemeClr val="tx1"/>
                            </a:solidFill>
                            <a:latin typeface="Cambria Math" panose="02040503050406030204" pitchFamily="18" charset="0"/>
                            <a:ea typeface="+mn-ea"/>
                            <a:cs typeface="+mn-cs"/>
                          </a:rPr>
                          <m:t>,</m:t>
                        </m:r>
                        <m:r>
                          <a:rPr lang="ar-AE" sz="1200" i="1" kern="1200">
                            <a:solidFill>
                              <a:schemeClr val="tx1"/>
                            </a:solidFill>
                            <a:latin typeface="Cambria Math" panose="02040503050406030204" pitchFamily="18" charset="0"/>
                            <a:ea typeface="+mn-ea"/>
                            <a:cs typeface="+mn-cs"/>
                          </a:rPr>
                          <m:t>𝑗</m:t>
                        </m:r>
                      </m:sub>
                    </m:sSub>
                    <m:r>
                      <a:rPr lang="ar-AE" sz="1200" i="0" kern="1200">
                        <a:solidFill>
                          <a:schemeClr val="tx1"/>
                        </a:solidFill>
                        <a:latin typeface="Cambria Math" panose="02040503050406030204" pitchFamily="18" charset="0"/>
                        <a:ea typeface="+mn-ea"/>
                        <a:cs typeface="+mn-cs"/>
                      </a:rPr>
                      <m:t>&lt;0</m:t>
                    </m:r>
                  </m:oMath>
                </a14:m>
                <a:r>
                  <a:rPr lang="ar-AE" dirty="0"/>
                  <a:t>)</a:t>
                </a:r>
              </a:p>
              <a:p>
                <a:pPr marL="171450" indent="-171450">
                  <a:buFont typeface="Arial" panose="020B0604020202020204" pitchFamily="34" charset="0"/>
                  <a:buChar char="•"/>
                </a:pPr>
                <a:r>
                  <a:rPr lang="es-ES" dirty="0" err="1"/>
                  <a:t>If</a:t>
                </a:r>
                <a:r>
                  <a:rPr lang="es-ES" dirty="0"/>
                  <a:t> </a:t>
                </a:r>
                <a14:m>
                  <m:oMath xmlns:m="http://schemas.openxmlformats.org/officeDocument/2006/math">
                    <m:r>
                      <a:rPr lang="es-ES" sz="1200" kern="1200">
                        <a:solidFill>
                          <a:schemeClr val="tx1"/>
                        </a:solidFill>
                        <a:latin typeface="Cambria Math" panose="02040503050406030204" pitchFamily="18" charset="0"/>
                        <a:ea typeface="+mn-ea"/>
                        <a:cs typeface="+mn-cs"/>
                      </a:rPr>
                      <m:t>∣</m:t>
                    </m:r>
                    <m:r>
                      <a:rPr lang="es-ES" sz="1200" i="1" kern="1200">
                        <a:solidFill>
                          <a:schemeClr val="tx1"/>
                        </a:solidFill>
                        <a:latin typeface="Cambria Math" panose="02040503050406030204" pitchFamily="18" charset="0"/>
                        <a:ea typeface="+mn-ea"/>
                        <a:cs typeface="+mn-cs"/>
                      </a:rPr>
                      <m:t>𝑃</m:t>
                    </m:r>
                    <m:r>
                      <a:rPr lang="es-ES" sz="1200" i="0" kern="1200">
                        <a:solidFill>
                          <a:schemeClr val="tx1"/>
                        </a:solidFill>
                        <a:latin typeface="Cambria Math" panose="02040503050406030204" pitchFamily="18" charset="0"/>
                        <a:ea typeface="+mn-ea"/>
                        <a:cs typeface="+mn-cs"/>
                      </a:rPr>
                      <m:t>∣≥2</m:t>
                    </m:r>
                  </m:oMath>
                </a14:m>
                <a:r>
                  <a:rPr lang="es-ES" dirty="0"/>
                  <a:t>and </a:t>
                </a:r>
                <a14:m>
                  <m:oMath xmlns:m="http://schemas.openxmlformats.org/officeDocument/2006/math">
                    <m:r>
                      <a:rPr lang="es-ES" sz="1200" kern="1200">
                        <a:solidFill>
                          <a:schemeClr val="tx1"/>
                        </a:solidFill>
                        <a:latin typeface="Cambria Math" panose="02040503050406030204" pitchFamily="18" charset="0"/>
                        <a:ea typeface="+mn-ea"/>
                        <a:cs typeface="+mn-cs"/>
                      </a:rPr>
                      <m:t>∣</m:t>
                    </m:r>
                    <m:r>
                      <a:rPr lang="es-ES" sz="1200" i="1" kern="1200">
                        <a:solidFill>
                          <a:schemeClr val="tx1"/>
                        </a:solidFill>
                        <a:latin typeface="Cambria Math" panose="02040503050406030204" pitchFamily="18" charset="0"/>
                        <a:ea typeface="+mn-ea"/>
                        <a:cs typeface="+mn-cs"/>
                      </a:rPr>
                      <m:t>𝐶</m:t>
                    </m:r>
                    <m:r>
                      <a:rPr lang="es-ES" sz="1200" i="0" kern="1200">
                        <a:solidFill>
                          <a:schemeClr val="tx1"/>
                        </a:solidFill>
                        <a:latin typeface="Cambria Math" panose="02040503050406030204" pitchFamily="18" charset="0"/>
                        <a:ea typeface="+mn-ea"/>
                        <a:cs typeface="+mn-cs"/>
                      </a:rPr>
                      <m:t>∣≥1</m:t>
                    </m:r>
                  </m:oMath>
                </a14:m>
                <a:r>
                  <a:rPr lang="es-ES" dirty="0"/>
                  <a:t>, </a:t>
                </a:r>
                <a:r>
                  <a:rPr lang="es-ES" dirty="0" err="1"/>
                  <a:t>check</a:t>
                </a:r>
                <a:r>
                  <a:rPr lang="es-ES" dirty="0"/>
                  <a:t> candidate outputs </a:t>
                </a:r>
                <a14:m>
                  <m:oMath xmlns:m="http://schemas.openxmlformats.org/officeDocument/2006/math">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𝑟</m:t>
                        </m:r>
                      </m:e>
                      <m:sub>
                        <m:r>
                          <a:rPr lang="ar-AE" sz="1200" i="0" kern="1200">
                            <a:solidFill>
                              <a:schemeClr val="tx1"/>
                            </a:solidFill>
                            <a:latin typeface="Cambria Math" panose="02040503050406030204" pitchFamily="18" charset="0"/>
                            <a:ea typeface="+mn-ea"/>
                            <a:cs typeface="+mn-cs"/>
                          </a:rPr>
                          <m:t>3</m:t>
                        </m:r>
                      </m:sub>
                    </m:sSub>
                    <m:r>
                      <a:rPr lang="ar-AE" sz="1200" i="0" kern="1200">
                        <a:solidFill>
                          <a:schemeClr val="tx1"/>
                        </a:solidFill>
                        <a:latin typeface="Cambria Math" panose="02040503050406030204" pitchFamily="18" charset="0"/>
                        <a:ea typeface="+mn-ea"/>
                        <a:cs typeface="+mn-cs"/>
                      </a:rPr>
                      <m:t>∈</m:t>
                    </m:r>
                    <m:r>
                      <a:rPr lang="ar-AE" sz="1200" i="1" kern="1200">
                        <a:solidFill>
                          <a:schemeClr val="tx1"/>
                        </a:solidFill>
                        <a:latin typeface="Cambria Math" panose="02040503050406030204" pitchFamily="18" charset="0"/>
                        <a:ea typeface="+mn-ea"/>
                        <a:cs typeface="+mn-cs"/>
                      </a:rPr>
                      <m:t>𝐶</m:t>
                    </m:r>
                  </m:oMath>
                </a14:m>
                <a:endParaRPr lang="ar-AE" dirty="0"/>
              </a:p>
              <a:p>
                <a:pPr marL="171450" indent="-171450">
                  <a:buFont typeface="Arial" panose="020B0604020202020204" pitchFamily="34" charset="0"/>
                  <a:buChar char="•"/>
                </a:pPr>
                <a:r>
                  <a:rPr lang="es-ES" dirty="0" err="1"/>
                  <a:t>Prefer</a:t>
                </a:r>
                <a:r>
                  <a:rPr lang="es-ES" dirty="0"/>
                  <a:t> cases </a:t>
                </a:r>
                <a:r>
                  <a:rPr lang="es-ES" dirty="0" err="1"/>
                  <a:t>where</a:t>
                </a:r>
                <a:r>
                  <a:rPr lang="es-ES" dirty="0"/>
                  <a:t> </a:t>
                </a:r>
                <a14:m>
                  <m:oMath xmlns:m="http://schemas.openxmlformats.org/officeDocument/2006/math">
                    <m:r>
                      <a:rPr lang="es-ES" sz="1200" i="1" kern="1200">
                        <a:solidFill>
                          <a:schemeClr val="tx1"/>
                        </a:solidFill>
                        <a:latin typeface="Cambria Math" panose="02040503050406030204" pitchFamily="18" charset="0"/>
                        <a:ea typeface="+mn-ea"/>
                        <a:cs typeface="+mn-cs"/>
                      </a:rPr>
                      <m:t>𝑚</m:t>
                    </m:r>
                  </m:oMath>
                </a14:m>
                <a:r>
                  <a:rPr lang="es-ES" dirty="0"/>
                  <a:t>has </a:t>
                </a:r>
                <a:r>
                  <a:rPr lang="es-ES" b="1" dirty="0" err="1"/>
                  <a:t>exactly</a:t>
                </a:r>
                <a:r>
                  <a:rPr lang="es-ES" dirty="0"/>
                  <a:t> 2 </a:t>
                </a:r>
                <a:r>
                  <a:rPr lang="es-ES" dirty="0" err="1"/>
                  <a:t>producers</a:t>
                </a:r>
                <a:r>
                  <a:rPr lang="es-ES" dirty="0"/>
                  <a:t> and 1 </a:t>
                </a:r>
                <a:r>
                  <a:rPr lang="es-ES" dirty="0" err="1"/>
                  <a:t>consumer</a:t>
                </a:r>
                <a:r>
                  <a:rPr lang="es-ES" dirty="0"/>
                  <a:t> (</a:t>
                </a:r>
                <a:r>
                  <a:rPr lang="es-ES" dirty="0" err="1"/>
                  <a:t>tightest</a:t>
                </a:r>
                <a:r>
                  <a:rPr lang="es-ES" dirty="0"/>
                  <a:t> “</a:t>
                </a:r>
                <a:r>
                  <a:rPr lang="es-ES" dirty="0" err="1"/>
                  <a:t>adder</a:t>
                </a:r>
                <a:r>
                  <a:rPr lang="es-ES" dirty="0"/>
                  <a:t>”)</a:t>
                </a:r>
              </a:p>
              <a:p>
                <a:pPr marL="171450" indent="-171450">
                  <a:buFont typeface="Arial" panose="020B0604020202020204" pitchFamily="34" charset="0"/>
                  <a:buChar char="•"/>
                </a:pPr>
                <a:r>
                  <a:rPr lang="es-ES" dirty="0" err="1"/>
                  <a:t>Intersect</a:t>
                </a:r>
                <a:r>
                  <a:rPr lang="es-ES" dirty="0"/>
                  <a:t> </a:t>
                </a:r>
                <a:r>
                  <a:rPr lang="es-ES" dirty="0" err="1"/>
                  <a:t>producers</a:t>
                </a:r>
                <a:r>
                  <a:rPr lang="es-ES" dirty="0"/>
                  <a:t> </a:t>
                </a:r>
                <a:r>
                  <a:rPr lang="es-ES" dirty="0" err="1"/>
                  <a:t>with</a:t>
                </a:r>
                <a:r>
                  <a:rPr lang="es-ES" dirty="0"/>
                  <a:t> </a:t>
                </a:r>
                <a:r>
                  <a:rPr lang="es-ES" dirty="0" err="1"/>
                  <a:t>your</a:t>
                </a:r>
                <a:r>
                  <a:rPr lang="es-ES" dirty="0"/>
                  <a:t> </a:t>
                </a:r>
                <a:r>
                  <a:rPr lang="es-ES" b="1" dirty="0"/>
                  <a:t>single-gene </a:t>
                </a:r>
                <a:r>
                  <a:rPr lang="es-ES" b="1" dirty="0" err="1"/>
                  <a:t>reaction</a:t>
                </a:r>
                <a:r>
                  <a:rPr lang="es-ES" b="1" dirty="0"/>
                  <a:t> </a:t>
                </a:r>
                <a:r>
                  <a:rPr lang="es-ES" b="1" dirty="0" err="1"/>
                  <a:t>list</a:t>
                </a:r>
                <a:r>
                  <a:rPr lang="es-ES" dirty="0"/>
                  <a:t> (</a:t>
                </a:r>
                <a:r>
                  <a:rPr lang="es-ES" dirty="0" err="1"/>
                  <a:t>your</a:t>
                </a:r>
                <a:r>
                  <a:rPr lang="es-ES" dirty="0"/>
                  <a:t> </a:t>
                </a:r>
                <a:r>
                  <a:rPr lang="es-ES" dirty="0" err="1"/>
                  <a:t>current</a:t>
                </a:r>
                <a:r>
                  <a:rPr lang="es-ES" dirty="0"/>
                  <a:t> </a:t>
                </a:r>
                <a:r>
                  <a:rPr lang="es-ES" dirty="0" err="1"/>
                  <a:t>code</a:t>
                </a:r>
                <a:r>
                  <a:rPr lang="es-ES" dirty="0"/>
                  <a:t> </a:t>
                </a:r>
                <a:r>
                  <a:rPr lang="es-ES" dirty="0" err="1"/>
                  <a:t>already</a:t>
                </a:r>
                <a:r>
                  <a:rPr lang="es-ES" dirty="0"/>
                  <a:t> </a:t>
                </a:r>
                <a:r>
                  <a:rPr lang="es-ES" dirty="0" err="1"/>
                  <a:t>gives</a:t>
                </a:r>
                <a:r>
                  <a:rPr lang="es-ES" dirty="0"/>
                  <a:t> </a:t>
                </a:r>
                <a:r>
                  <a:rPr lang="es-ES" dirty="0" err="1"/>
                  <a:t>that</a:t>
                </a:r>
                <a:r>
                  <a:rPr lang="es-ES" dirty="0"/>
                  <a:t>)</a:t>
                </a:r>
              </a:p>
              <a:p>
                <a:endParaRPr lang="en-US" dirty="0"/>
              </a:p>
            </p:txBody>
          </p:sp>
        </mc:Choice>
        <mc:Fallback xmlns="">
          <p:sp>
            <p:nvSpPr>
              <p:cNvPr id="3" name="Notes Placeholder 2">
                <a:extLst>
                  <a:ext uri="{FF2B5EF4-FFF2-40B4-BE49-F238E27FC236}">
                    <a16:creationId xmlns:a16="http://schemas.microsoft.com/office/drawing/2014/main" id="{66BF823A-0A14-CA6A-4388-129C5A043654}"/>
                  </a:ext>
                </a:extLst>
              </p:cNvPr>
              <p:cNvSpPr>
                <a:spLocks noGrp="1"/>
              </p:cNvSpPr>
              <p:nvPr>
                <p:ph type="body" idx="1"/>
              </p:nvPr>
            </p:nvSpPr>
            <p:spPr/>
            <p:txBody>
              <a:bodyPr/>
              <a:lstStyle/>
              <a:p>
                <a:r>
                  <a:rPr lang="es-ES" dirty="0" err="1"/>
                  <a:t>Algorithm</a:t>
                </a:r>
                <a:endParaRPr lang="es-ES" dirty="0"/>
              </a:p>
              <a:p>
                <a:pPr marL="171450" indent="-171450">
                  <a:buFont typeface="Arial" panose="020B0604020202020204" pitchFamily="34" charset="0"/>
                  <a:buChar char="•"/>
                </a:pPr>
                <a:r>
                  <a:rPr lang="es-ES" dirty="0" err="1"/>
                  <a:t>For</a:t>
                </a:r>
                <a:r>
                  <a:rPr lang="es-ES" dirty="0"/>
                  <a:t> </a:t>
                </a:r>
                <a:r>
                  <a:rPr lang="es-ES" dirty="0" err="1"/>
                  <a:t>each</a:t>
                </a:r>
                <a:r>
                  <a:rPr lang="es-ES" dirty="0"/>
                  <a:t> </a:t>
                </a:r>
                <a:r>
                  <a:rPr lang="es-ES" dirty="0" err="1"/>
                  <a:t>metabolite</a:t>
                </a:r>
                <a:r>
                  <a:rPr lang="es-ES" dirty="0"/>
                  <a:t> </a:t>
                </a:r>
                <a:r>
                  <a:rPr lang="es-ES" sz="1200" i="0" kern="1200">
                    <a:solidFill>
                      <a:schemeClr val="tx1"/>
                    </a:solidFill>
                    <a:latin typeface="Cambria Math" panose="02040503050406030204" pitchFamily="18" charset="0"/>
                    <a:ea typeface="+mn-ea"/>
                    <a:cs typeface="+mn-cs"/>
                  </a:rPr>
                  <a:t>𝑚</a:t>
                </a:r>
                <a:r>
                  <a:rPr lang="es-ES" dirty="0"/>
                  <a:t>, </a:t>
                </a:r>
                <a:r>
                  <a:rPr lang="es-ES" dirty="0" err="1"/>
                  <a:t>list</a:t>
                </a:r>
                <a:r>
                  <a:rPr lang="es-ES" dirty="0"/>
                  <a:t> </a:t>
                </a:r>
                <a:r>
                  <a:rPr lang="es-ES" dirty="0" err="1"/>
                  <a:t>producers</a:t>
                </a:r>
                <a:r>
                  <a:rPr lang="es-ES" dirty="0"/>
                  <a:t> </a:t>
                </a:r>
                <a:r>
                  <a:rPr lang="es-ES" sz="1200" i="0" kern="1200">
                    <a:solidFill>
                      <a:schemeClr val="tx1"/>
                    </a:solidFill>
                    <a:latin typeface="Cambria Math" panose="02040503050406030204" pitchFamily="18" charset="0"/>
                    <a:ea typeface="+mn-ea"/>
                    <a:cs typeface="+mn-cs"/>
                  </a:rPr>
                  <a:t>𝑃</a:t>
                </a:r>
                <a:r>
                  <a:rPr lang="es-ES" dirty="0"/>
                  <a:t>(</a:t>
                </a:r>
                <a:r>
                  <a:rPr lang="es-ES" dirty="0" err="1"/>
                  <a:t>reactions</a:t>
                </a:r>
                <a:r>
                  <a:rPr lang="es-ES" dirty="0"/>
                  <a:t> </a:t>
                </a:r>
                <a:r>
                  <a:rPr lang="es-ES" dirty="0" err="1"/>
                  <a:t>with</a:t>
                </a:r>
                <a:r>
                  <a:rPr lang="es-ES" dirty="0"/>
                  <a:t> </a:t>
                </a:r>
                <a:r>
                  <a:rPr lang="ar-AE" sz="1200" i="0" kern="1200">
                    <a:solidFill>
                      <a:schemeClr val="tx1"/>
                    </a:solidFill>
                    <a:latin typeface="Cambria Math" panose="02040503050406030204" pitchFamily="18" charset="0"/>
                    <a:ea typeface="+mn-ea"/>
                    <a:cs typeface="+mn-cs"/>
                  </a:rPr>
                  <a:t>𝑆_(𝑚,𝑗)&gt;0</a:t>
                </a:r>
                <a:r>
                  <a:rPr lang="ar-AE" dirty="0"/>
                  <a:t>)</a:t>
                </a:r>
              </a:p>
              <a:p>
                <a:pPr marL="171450" indent="-171450">
                  <a:buFont typeface="Arial" panose="020B0604020202020204" pitchFamily="34" charset="0"/>
                  <a:buChar char="•"/>
                </a:pPr>
                <a:r>
                  <a:rPr lang="es-ES" dirty="0" err="1"/>
                  <a:t>List</a:t>
                </a:r>
                <a:r>
                  <a:rPr lang="es-ES" dirty="0"/>
                  <a:t> </a:t>
                </a:r>
                <a:r>
                  <a:rPr lang="es-ES" dirty="0" err="1"/>
                  <a:t>consumers</a:t>
                </a:r>
                <a:r>
                  <a:rPr lang="es-ES" dirty="0"/>
                  <a:t> </a:t>
                </a:r>
                <a:r>
                  <a:rPr lang="es-ES" sz="1200" i="0" kern="1200">
                    <a:solidFill>
                      <a:schemeClr val="tx1"/>
                    </a:solidFill>
                    <a:latin typeface="Cambria Math" panose="02040503050406030204" pitchFamily="18" charset="0"/>
                    <a:ea typeface="+mn-ea"/>
                    <a:cs typeface="+mn-cs"/>
                  </a:rPr>
                  <a:t>𝐶</a:t>
                </a:r>
                <a:r>
                  <a:rPr lang="es-ES" dirty="0"/>
                  <a:t>(</a:t>
                </a:r>
                <a:r>
                  <a:rPr lang="es-ES" dirty="0" err="1"/>
                  <a:t>reactions</a:t>
                </a:r>
                <a:r>
                  <a:rPr lang="es-ES" dirty="0"/>
                  <a:t> </a:t>
                </a:r>
                <a:r>
                  <a:rPr lang="es-ES" dirty="0" err="1"/>
                  <a:t>with</a:t>
                </a:r>
                <a:r>
                  <a:rPr lang="es-ES" dirty="0"/>
                  <a:t> </a:t>
                </a:r>
                <a:r>
                  <a:rPr lang="ar-AE" sz="1200" i="0" kern="1200">
                    <a:solidFill>
                      <a:schemeClr val="tx1"/>
                    </a:solidFill>
                    <a:latin typeface="Cambria Math" panose="02040503050406030204" pitchFamily="18" charset="0"/>
                    <a:ea typeface="+mn-ea"/>
                    <a:cs typeface="+mn-cs"/>
                  </a:rPr>
                  <a:t>𝑆_(𝑚,𝑗)&lt;0</a:t>
                </a:r>
                <a:r>
                  <a:rPr lang="ar-AE" dirty="0"/>
                  <a:t>)</a:t>
                </a:r>
              </a:p>
              <a:p>
                <a:pPr marL="171450" indent="-171450">
                  <a:buFont typeface="Arial" panose="020B0604020202020204" pitchFamily="34" charset="0"/>
                  <a:buChar char="•"/>
                </a:pPr>
                <a:r>
                  <a:rPr lang="es-ES" dirty="0" err="1"/>
                  <a:t>If</a:t>
                </a:r>
                <a:r>
                  <a:rPr lang="es-ES" dirty="0"/>
                  <a:t> </a:t>
                </a:r>
                <a:r>
                  <a:rPr lang="es-ES" sz="1200" i="0" kern="1200">
                    <a:solidFill>
                      <a:schemeClr val="tx1"/>
                    </a:solidFill>
                    <a:latin typeface="Cambria Math" panose="02040503050406030204" pitchFamily="18" charset="0"/>
                    <a:ea typeface="+mn-ea"/>
                    <a:cs typeface="+mn-cs"/>
                  </a:rPr>
                  <a:t>∣𝑃∣≥2</a:t>
                </a:r>
                <a:r>
                  <a:rPr lang="es-ES" dirty="0"/>
                  <a:t>and </a:t>
                </a:r>
                <a:r>
                  <a:rPr lang="es-ES" sz="1200" i="0" kern="1200">
                    <a:solidFill>
                      <a:schemeClr val="tx1"/>
                    </a:solidFill>
                    <a:latin typeface="Cambria Math" panose="02040503050406030204" pitchFamily="18" charset="0"/>
                    <a:ea typeface="+mn-ea"/>
                    <a:cs typeface="+mn-cs"/>
                  </a:rPr>
                  <a:t>∣𝐶∣≥1</a:t>
                </a:r>
                <a:r>
                  <a:rPr lang="es-ES" dirty="0"/>
                  <a:t>, </a:t>
                </a:r>
                <a:r>
                  <a:rPr lang="es-ES" dirty="0" err="1"/>
                  <a:t>check</a:t>
                </a:r>
                <a:r>
                  <a:rPr lang="es-ES" dirty="0"/>
                  <a:t> candidate outputs </a:t>
                </a:r>
                <a:r>
                  <a:rPr lang="ar-AE" sz="1200" i="0" kern="1200">
                    <a:solidFill>
                      <a:schemeClr val="tx1"/>
                    </a:solidFill>
                    <a:latin typeface="Cambria Math" panose="02040503050406030204" pitchFamily="18" charset="0"/>
                    <a:ea typeface="+mn-ea"/>
                    <a:cs typeface="+mn-cs"/>
                  </a:rPr>
                  <a:t>𝑟_3∈𝐶</a:t>
                </a:r>
                <a:endParaRPr lang="ar-AE" dirty="0"/>
              </a:p>
              <a:p>
                <a:pPr marL="171450" indent="-171450">
                  <a:buFont typeface="Arial" panose="020B0604020202020204" pitchFamily="34" charset="0"/>
                  <a:buChar char="•"/>
                </a:pPr>
                <a:r>
                  <a:rPr lang="es-ES" dirty="0" err="1"/>
                  <a:t>Prefer</a:t>
                </a:r>
                <a:r>
                  <a:rPr lang="es-ES" dirty="0"/>
                  <a:t> cases </a:t>
                </a:r>
                <a:r>
                  <a:rPr lang="es-ES" dirty="0" err="1"/>
                  <a:t>where</a:t>
                </a:r>
                <a:r>
                  <a:rPr lang="es-ES" dirty="0"/>
                  <a:t> </a:t>
                </a:r>
                <a:r>
                  <a:rPr lang="es-ES" sz="1200" i="0" kern="1200">
                    <a:solidFill>
                      <a:schemeClr val="tx1"/>
                    </a:solidFill>
                    <a:latin typeface="Cambria Math" panose="02040503050406030204" pitchFamily="18" charset="0"/>
                    <a:ea typeface="+mn-ea"/>
                    <a:cs typeface="+mn-cs"/>
                  </a:rPr>
                  <a:t>𝑚</a:t>
                </a:r>
                <a:r>
                  <a:rPr lang="es-ES" dirty="0"/>
                  <a:t>has </a:t>
                </a:r>
                <a:r>
                  <a:rPr lang="es-ES" b="1" dirty="0" err="1"/>
                  <a:t>exactly</a:t>
                </a:r>
                <a:r>
                  <a:rPr lang="es-ES" dirty="0"/>
                  <a:t> 2 </a:t>
                </a:r>
                <a:r>
                  <a:rPr lang="es-ES" dirty="0" err="1"/>
                  <a:t>producers</a:t>
                </a:r>
                <a:r>
                  <a:rPr lang="es-ES" dirty="0"/>
                  <a:t> and 1 </a:t>
                </a:r>
                <a:r>
                  <a:rPr lang="es-ES" dirty="0" err="1"/>
                  <a:t>consumer</a:t>
                </a:r>
                <a:r>
                  <a:rPr lang="es-ES" dirty="0"/>
                  <a:t> (</a:t>
                </a:r>
                <a:r>
                  <a:rPr lang="es-ES" dirty="0" err="1"/>
                  <a:t>tightest</a:t>
                </a:r>
                <a:r>
                  <a:rPr lang="es-ES" dirty="0"/>
                  <a:t> “</a:t>
                </a:r>
                <a:r>
                  <a:rPr lang="es-ES" dirty="0" err="1"/>
                  <a:t>adder</a:t>
                </a:r>
                <a:r>
                  <a:rPr lang="es-ES" dirty="0"/>
                  <a:t>”)</a:t>
                </a:r>
              </a:p>
              <a:p>
                <a:pPr marL="171450" indent="-171450">
                  <a:buFont typeface="Arial" panose="020B0604020202020204" pitchFamily="34" charset="0"/>
                  <a:buChar char="•"/>
                </a:pPr>
                <a:r>
                  <a:rPr lang="es-ES" dirty="0" err="1"/>
                  <a:t>Intersect</a:t>
                </a:r>
                <a:r>
                  <a:rPr lang="es-ES" dirty="0"/>
                  <a:t> </a:t>
                </a:r>
                <a:r>
                  <a:rPr lang="es-ES" dirty="0" err="1"/>
                  <a:t>producers</a:t>
                </a:r>
                <a:r>
                  <a:rPr lang="es-ES" dirty="0"/>
                  <a:t> </a:t>
                </a:r>
                <a:r>
                  <a:rPr lang="es-ES" dirty="0" err="1"/>
                  <a:t>with</a:t>
                </a:r>
                <a:r>
                  <a:rPr lang="es-ES" dirty="0"/>
                  <a:t> </a:t>
                </a:r>
                <a:r>
                  <a:rPr lang="es-ES" dirty="0" err="1"/>
                  <a:t>your</a:t>
                </a:r>
                <a:r>
                  <a:rPr lang="es-ES" dirty="0"/>
                  <a:t> </a:t>
                </a:r>
                <a:r>
                  <a:rPr lang="es-ES" b="1" dirty="0"/>
                  <a:t>single-gene </a:t>
                </a:r>
                <a:r>
                  <a:rPr lang="es-ES" b="1" dirty="0" err="1"/>
                  <a:t>reaction</a:t>
                </a:r>
                <a:r>
                  <a:rPr lang="es-ES" b="1" dirty="0"/>
                  <a:t> </a:t>
                </a:r>
                <a:r>
                  <a:rPr lang="es-ES" b="1" dirty="0" err="1"/>
                  <a:t>list</a:t>
                </a:r>
                <a:r>
                  <a:rPr lang="es-ES" dirty="0"/>
                  <a:t> (</a:t>
                </a:r>
                <a:r>
                  <a:rPr lang="es-ES" dirty="0" err="1"/>
                  <a:t>your</a:t>
                </a:r>
                <a:r>
                  <a:rPr lang="es-ES" dirty="0"/>
                  <a:t> </a:t>
                </a:r>
                <a:r>
                  <a:rPr lang="es-ES" dirty="0" err="1"/>
                  <a:t>current</a:t>
                </a:r>
                <a:r>
                  <a:rPr lang="es-ES" dirty="0"/>
                  <a:t> </a:t>
                </a:r>
                <a:r>
                  <a:rPr lang="es-ES" dirty="0" err="1"/>
                  <a:t>code</a:t>
                </a:r>
                <a:r>
                  <a:rPr lang="es-ES" dirty="0"/>
                  <a:t> </a:t>
                </a:r>
                <a:r>
                  <a:rPr lang="es-ES" dirty="0" err="1"/>
                  <a:t>already</a:t>
                </a:r>
                <a:r>
                  <a:rPr lang="es-ES" dirty="0"/>
                  <a:t> </a:t>
                </a:r>
                <a:r>
                  <a:rPr lang="es-ES" dirty="0" err="1"/>
                  <a:t>gives</a:t>
                </a:r>
                <a:r>
                  <a:rPr lang="es-ES" dirty="0"/>
                  <a:t> </a:t>
                </a:r>
                <a:r>
                  <a:rPr lang="es-ES" dirty="0" err="1"/>
                  <a:t>that</a:t>
                </a:r>
                <a:r>
                  <a:rPr lang="es-ES" dirty="0"/>
                  <a:t>)</a:t>
                </a:r>
              </a:p>
              <a:p>
                <a:endParaRPr lang="en-US" dirty="0"/>
              </a:p>
            </p:txBody>
          </p:sp>
        </mc:Fallback>
      </mc:AlternateContent>
      <p:sp>
        <p:nvSpPr>
          <p:cNvPr id="4" name="Slide Number Placeholder 3">
            <a:extLst>
              <a:ext uri="{FF2B5EF4-FFF2-40B4-BE49-F238E27FC236}">
                <a16:creationId xmlns:a16="http://schemas.microsoft.com/office/drawing/2014/main" id="{AD240BE0-4EFB-442F-35E3-FCBED9FC7FFD}"/>
              </a:ext>
            </a:extLst>
          </p:cNvPr>
          <p:cNvSpPr>
            <a:spLocks noGrp="1"/>
          </p:cNvSpPr>
          <p:nvPr>
            <p:ph type="sldNum" sz="quarter" idx="5"/>
          </p:nvPr>
        </p:nvSpPr>
        <p:spPr/>
        <p:txBody>
          <a:bodyPr/>
          <a:lstStyle/>
          <a:p>
            <a:fld id="{5F818A67-DE81-4BE5-A09A-01BC8A96D5BB}" type="slidenum">
              <a:rPr lang="en-US" smtClean="0"/>
              <a:t>91</a:t>
            </a:fld>
            <a:endParaRPr lang="en-US"/>
          </a:p>
        </p:txBody>
      </p:sp>
    </p:spTree>
    <p:extLst>
      <p:ext uri="{BB962C8B-B14F-4D97-AF65-F5344CB8AC3E}">
        <p14:creationId xmlns:p14="http://schemas.microsoft.com/office/powerpoint/2010/main" val="2812135575"/>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4821F6-12C9-547B-75B1-5C5F90C97F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75459E-BC74-323B-C617-72532C415B87}"/>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B6F0692A-8BF8-2144-03E5-5192C227B2FC}"/>
                  </a:ext>
                </a:extLst>
              </p:cNvPr>
              <p:cNvSpPr>
                <a:spLocks noGrp="1"/>
              </p:cNvSpPr>
              <p:nvPr>
                <p:ph type="body" idx="1"/>
              </p:nvPr>
            </p:nvSpPr>
            <p:spPr/>
            <p:txBody>
              <a:bodyPr/>
              <a:lstStyle/>
              <a:p>
                <a:r>
                  <a:rPr lang="es-ES" dirty="0" err="1"/>
                  <a:t>Algorithm</a:t>
                </a:r>
                <a:endParaRPr lang="es-ES" dirty="0"/>
              </a:p>
              <a:p>
                <a:pPr marL="171450" indent="-171450">
                  <a:buFont typeface="Arial" panose="020B0604020202020204" pitchFamily="34" charset="0"/>
                  <a:buChar char="•"/>
                </a:pPr>
                <a:r>
                  <a:rPr lang="es-ES" dirty="0" err="1"/>
                  <a:t>For</a:t>
                </a:r>
                <a:r>
                  <a:rPr lang="es-ES" dirty="0"/>
                  <a:t> </a:t>
                </a:r>
                <a:r>
                  <a:rPr lang="es-ES" dirty="0" err="1"/>
                  <a:t>each</a:t>
                </a:r>
                <a:r>
                  <a:rPr lang="es-ES" dirty="0"/>
                  <a:t> </a:t>
                </a:r>
                <a:r>
                  <a:rPr lang="es-ES" dirty="0" err="1"/>
                  <a:t>metabolite</a:t>
                </a:r>
                <a:r>
                  <a:rPr lang="es-ES" dirty="0"/>
                  <a:t> </a:t>
                </a:r>
                <a14:m>
                  <m:oMath xmlns:m="http://schemas.openxmlformats.org/officeDocument/2006/math">
                    <m:r>
                      <a:rPr lang="es-ES" sz="1200" i="1" kern="1200">
                        <a:solidFill>
                          <a:schemeClr val="tx1"/>
                        </a:solidFill>
                        <a:latin typeface="Cambria Math" panose="02040503050406030204" pitchFamily="18" charset="0"/>
                        <a:ea typeface="+mn-ea"/>
                        <a:cs typeface="+mn-cs"/>
                      </a:rPr>
                      <m:t>𝑚</m:t>
                    </m:r>
                  </m:oMath>
                </a14:m>
                <a:r>
                  <a:rPr lang="es-ES" dirty="0"/>
                  <a:t>, </a:t>
                </a:r>
                <a:r>
                  <a:rPr lang="es-ES" dirty="0" err="1"/>
                  <a:t>list</a:t>
                </a:r>
                <a:r>
                  <a:rPr lang="es-ES" dirty="0"/>
                  <a:t> </a:t>
                </a:r>
                <a:r>
                  <a:rPr lang="es-ES" dirty="0" err="1"/>
                  <a:t>producers</a:t>
                </a:r>
                <a:r>
                  <a:rPr lang="es-ES" dirty="0"/>
                  <a:t> </a:t>
                </a:r>
                <a14:m>
                  <m:oMath xmlns:m="http://schemas.openxmlformats.org/officeDocument/2006/math">
                    <m:r>
                      <a:rPr lang="es-ES" sz="1200" i="1" kern="1200">
                        <a:solidFill>
                          <a:schemeClr val="tx1"/>
                        </a:solidFill>
                        <a:latin typeface="Cambria Math" panose="02040503050406030204" pitchFamily="18" charset="0"/>
                        <a:ea typeface="+mn-ea"/>
                        <a:cs typeface="+mn-cs"/>
                      </a:rPr>
                      <m:t>𝑃</m:t>
                    </m:r>
                  </m:oMath>
                </a14:m>
                <a:r>
                  <a:rPr lang="es-ES" dirty="0"/>
                  <a:t>(</a:t>
                </a:r>
                <a:r>
                  <a:rPr lang="es-ES" dirty="0" err="1"/>
                  <a:t>reactions</a:t>
                </a:r>
                <a:r>
                  <a:rPr lang="es-ES" dirty="0"/>
                  <a:t> </a:t>
                </a:r>
                <a:r>
                  <a:rPr lang="es-ES" dirty="0" err="1"/>
                  <a:t>with</a:t>
                </a:r>
                <a:r>
                  <a:rPr lang="es-ES" dirty="0"/>
                  <a:t> </a:t>
                </a:r>
                <a14:m>
                  <m:oMath xmlns:m="http://schemas.openxmlformats.org/officeDocument/2006/math">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𝑆</m:t>
                        </m:r>
                      </m:e>
                      <m:sub>
                        <m:r>
                          <a:rPr lang="ar-AE" sz="1200" i="1" kern="1200">
                            <a:solidFill>
                              <a:schemeClr val="tx1"/>
                            </a:solidFill>
                            <a:latin typeface="Cambria Math" panose="02040503050406030204" pitchFamily="18" charset="0"/>
                            <a:ea typeface="+mn-ea"/>
                            <a:cs typeface="+mn-cs"/>
                          </a:rPr>
                          <m:t>𝑚</m:t>
                        </m:r>
                        <m:r>
                          <a:rPr lang="ar-AE" sz="1200" i="0" kern="1200">
                            <a:solidFill>
                              <a:schemeClr val="tx1"/>
                            </a:solidFill>
                            <a:latin typeface="Cambria Math" panose="02040503050406030204" pitchFamily="18" charset="0"/>
                            <a:ea typeface="+mn-ea"/>
                            <a:cs typeface="+mn-cs"/>
                          </a:rPr>
                          <m:t>,</m:t>
                        </m:r>
                        <m:r>
                          <a:rPr lang="ar-AE" sz="1200" i="1" kern="1200">
                            <a:solidFill>
                              <a:schemeClr val="tx1"/>
                            </a:solidFill>
                            <a:latin typeface="Cambria Math" panose="02040503050406030204" pitchFamily="18" charset="0"/>
                            <a:ea typeface="+mn-ea"/>
                            <a:cs typeface="+mn-cs"/>
                          </a:rPr>
                          <m:t>𝑗</m:t>
                        </m:r>
                      </m:sub>
                    </m:sSub>
                    <m:r>
                      <a:rPr lang="ar-AE" sz="1200" i="0" kern="1200">
                        <a:solidFill>
                          <a:schemeClr val="tx1"/>
                        </a:solidFill>
                        <a:latin typeface="Cambria Math" panose="02040503050406030204" pitchFamily="18" charset="0"/>
                        <a:ea typeface="+mn-ea"/>
                        <a:cs typeface="+mn-cs"/>
                      </a:rPr>
                      <m:t>&gt;0</m:t>
                    </m:r>
                  </m:oMath>
                </a14:m>
                <a:r>
                  <a:rPr lang="ar-AE" dirty="0"/>
                  <a:t>)</a:t>
                </a:r>
              </a:p>
              <a:p>
                <a:pPr marL="171450" indent="-171450">
                  <a:buFont typeface="Arial" panose="020B0604020202020204" pitchFamily="34" charset="0"/>
                  <a:buChar char="•"/>
                </a:pPr>
                <a:r>
                  <a:rPr lang="es-ES" dirty="0" err="1"/>
                  <a:t>List</a:t>
                </a:r>
                <a:r>
                  <a:rPr lang="es-ES" dirty="0"/>
                  <a:t> </a:t>
                </a:r>
                <a:r>
                  <a:rPr lang="es-ES" dirty="0" err="1"/>
                  <a:t>consumers</a:t>
                </a:r>
                <a:r>
                  <a:rPr lang="es-ES" dirty="0"/>
                  <a:t> </a:t>
                </a:r>
                <a14:m>
                  <m:oMath xmlns:m="http://schemas.openxmlformats.org/officeDocument/2006/math">
                    <m:r>
                      <a:rPr lang="es-ES" sz="1200" i="1" kern="1200">
                        <a:solidFill>
                          <a:schemeClr val="tx1"/>
                        </a:solidFill>
                        <a:latin typeface="Cambria Math" panose="02040503050406030204" pitchFamily="18" charset="0"/>
                        <a:ea typeface="+mn-ea"/>
                        <a:cs typeface="+mn-cs"/>
                      </a:rPr>
                      <m:t>𝐶</m:t>
                    </m:r>
                  </m:oMath>
                </a14:m>
                <a:r>
                  <a:rPr lang="es-ES" dirty="0"/>
                  <a:t>(</a:t>
                </a:r>
                <a:r>
                  <a:rPr lang="es-ES" dirty="0" err="1"/>
                  <a:t>reactions</a:t>
                </a:r>
                <a:r>
                  <a:rPr lang="es-ES" dirty="0"/>
                  <a:t> </a:t>
                </a:r>
                <a:r>
                  <a:rPr lang="es-ES" dirty="0" err="1"/>
                  <a:t>with</a:t>
                </a:r>
                <a:r>
                  <a:rPr lang="es-ES" dirty="0"/>
                  <a:t> </a:t>
                </a:r>
                <a14:m>
                  <m:oMath xmlns:m="http://schemas.openxmlformats.org/officeDocument/2006/math">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𝑆</m:t>
                        </m:r>
                      </m:e>
                      <m:sub>
                        <m:r>
                          <a:rPr lang="ar-AE" sz="1200" i="1" kern="1200">
                            <a:solidFill>
                              <a:schemeClr val="tx1"/>
                            </a:solidFill>
                            <a:latin typeface="Cambria Math" panose="02040503050406030204" pitchFamily="18" charset="0"/>
                            <a:ea typeface="+mn-ea"/>
                            <a:cs typeface="+mn-cs"/>
                          </a:rPr>
                          <m:t>𝑚</m:t>
                        </m:r>
                        <m:r>
                          <a:rPr lang="ar-AE" sz="1200" i="0" kern="1200">
                            <a:solidFill>
                              <a:schemeClr val="tx1"/>
                            </a:solidFill>
                            <a:latin typeface="Cambria Math" panose="02040503050406030204" pitchFamily="18" charset="0"/>
                            <a:ea typeface="+mn-ea"/>
                            <a:cs typeface="+mn-cs"/>
                          </a:rPr>
                          <m:t>,</m:t>
                        </m:r>
                        <m:r>
                          <a:rPr lang="ar-AE" sz="1200" i="1" kern="1200">
                            <a:solidFill>
                              <a:schemeClr val="tx1"/>
                            </a:solidFill>
                            <a:latin typeface="Cambria Math" panose="02040503050406030204" pitchFamily="18" charset="0"/>
                            <a:ea typeface="+mn-ea"/>
                            <a:cs typeface="+mn-cs"/>
                          </a:rPr>
                          <m:t>𝑗</m:t>
                        </m:r>
                      </m:sub>
                    </m:sSub>
                    <m:r>
                      <a:rPr lang="ar-AE" sz="1200" i="0" kern="1200">
                        <a:solidFill>
                          <a:schemeClr val="tx1"/>
                        </a:solidFill>
                        <a:latin typeface="Cambria Math" panose="02040503050406030204" pitchFamily="18" charset="0"/>
                        <a:ea typeface="+mn-ea"/>
                        <a:cs typeface="+mn-cs"/>
                      </a:rPr>
                      <m:t>&lt;0</m:t>
                    </m:r>
                  </m:oMath>
                </a14:m>
                <a:r>
                  <a:rPr lang="ar-AE" dirty="0"/>
                  <a:t>)</a:t>
                </a:r>
              </a:p>
              <a:p>
                <a:pPr marL="171450" indent="-171450">
                  <a:buFont typeface="Arial" panose="020B0604020202020204" pitchFamily="34" charset="0"/>
                  <a:buChar char="•"/>
                </a:pPr>
                <a:r>
                  <a:rPr lang="es-ES" dirty="0" err="1"/>
                  <a:t>If</a:t>
                </a:r>
                <a:r>
                  <a:rPr lang="es-ES" dirty="0"/>
                  <a:t> </a:t>
                </a:r>
                <a14:m>
                  <m:oMath xmlns:m="http://schemas.openxmlformats.org/officeDocument/2006/math">
                    <m:r>
                      <a:rPr lang="es-ES" sz="1200" kern="1200">
                        <a:solidFill>
                          <a:schemeClr val="tx1"/>
                        </a:solidFill>
                        <a:latin typeface="Cambria Math" panose="02040503050406030204" pitchFamily="18" charset="0"/>
                        <a:ea typeface="+mn-ea"/>
                        <a:cs typeface="+mn-cs"/>
                      </a:rPr>
                      <m:t>∣</m:t>
                    </m:r>
                    <m:r>
                      <a:rPr lang="es-ES" sz="1200" i="1" kern="1200">
                        <a:solidFill>
                          <a:schemeClr val="tx1"/>
                        </a:solidFill>
                        <a:latin typeface="Cambria Math" panose="02040503050406030204" pitchFamily="18" charset="0"/>
                        <a:ea typeface="+mn-ea"/>
                        <a:cs typeface="+mn-cs"/>
                      </a:rPr>
                      <m:t>𝑃</m:t>
                    </m:r>
                    <m:r>
                      <a:rPr lang="es-ES" sz="1200" i="0" kern="1200">
                        <a:solidFill>
                          <a:schemeClr val="tx1"/>
                        </a:solidFill>
                        <a:latin typeface="Cambria Math" panose="02040503050406030204" pitchFamily="18" charset="0"/>
                        <a:ea typeface="+mn-ea"/>
                        <a:cs typeface="+mn-cs"/>
                      </a:rPr>
                      <m:t>∣≥2</m:t>
                    </m:r>
                  </m:oMath>
                </a14:m>
                <a:r>
                  <a:rPr lang="es-ES" dirty="0"/>
                  <a:t>and </a:t>
                </a:r>
                <a14:m>
                  <m:oMath xmlns:m="http://schemas.openxmlformats.org/officeDocument/2006/math">
                    <m:r>
                      <a:rPr lang="es-ES" sz="1200" kern="1200">
                        <a:solidFill>
                          <a:schemeClr val="tx1"/>
                        </a:solidFill>
                        <a:latin typeface="Cambria Math" panose="02040503050406030204" pitchFamily="18" charset="0"/>
                        <a:ea typeface="+mn-ea"/>
                        <a:cs typeface="+mn-cs"/>
                      </a:rPr>
                      <m:t>∣</m:t>
                    </m:r>
                    <m:r>
                      <a:rPr lang="es-ES" sz="1200" i="1" kern="1200">
                        <a:solidFill>
                          <a:schemeClr val="tx1"/>
                        </a:solidFill>
                        <a:latin typeface="Cambria Math" panose="02040503050406030204" pitchFamily="18" charset="0"/>
                        <a:ea typeface="+mn-ea"/>
                        <a:cs typeface="+mn-cs"/>
                      </a:rPr>
                      <m:t>𝐶</m:t>
                    </m:r>
                    <m:r>
                      <a:rPr lang="es-ES" sz="1200" i="0" kern="1200">
                        <a:solidFill>
                          <a:schemeClr val="tx1"/>
                        </a:solidFill>
                        <a:latin typeface="Cambria Math" panose="02040503050406030204" pitchFamily="18" charset="0"/>
                        <a:ea typeface="+mn-ea"/>
                        <a:cs typeface="+mn-cs"/>
                      </a:rPr>
                      <m:t>∣≥1</m:t>
                    </m:r>
                  </m:oMath>
                </a14:m>
                <a:r>
                  <a:rPr lang="es-ES" dirty="0"/>
                  <a:t>, </a:t>
                </a:r>
                <a:r>
                  <a:rPr lang="es-ES" dirty="0" err="1"/>
                  <a:t>check</a:t>
                </a:r>
                <a:r>
                  <a:rPr lang="es-ES" dirty="0"/>
                  <a:t> candidate outputs </a:t>
                </a:r>
                <a14:m>
                  <m:oMath xmlns:m="http://schemas.openxmlformats.org/officeDocument/2006/math">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𝑟</m:t>
                        </m:r>
                      </m:e>
                      <m:sub>
                        <m:r>
                          <a:rPr lang="ar-AE" sz="1200" i="0" kern="1200">
                            <a:solidFill>
                              <a:schemeClr val="tx1"/>
                            </a:solidFill>
                            <a:latin typeface="Cambria Math" panose="02040503050406030204" pitchFamily="18" charset="0"/>
                            <a:ea typeface="+mn-ea"/>
                            <a:cs typeface="+mn-cs"/>
                          </a:rPr>
                          <m:t>3</m:t>
                        </m:r>
                      </m:sub>
                    </m:sSub>
                    <m:r>
                      <a:rPr lang="ar-AE" sz="1200" i="0" kern="1200">
                        <a:solidFill>
                          <a:schemeClr val="tx1"/>
                        </a:solidFill>
                        <a:latin typeface="Cambria Math" panose="02040503050406030204" pitchFamily="18" charset="0"/>
                        <a:ea typeface="+mn-ea"/>
                        <a:cs typeface="+mn-cs"/>
                      </a:rPr>
                      <m:t>∈</m:t>
                    </m:r>
                    <m:r>
                      <a:rPr lang="ar-AE" sz="1200" i="1" kern="1200">
                        <a:solidFill>
                          <a:schemeClr val="tx1"/>
                        </a:solidFill>
                        <a:latin typeface="Cambria Math" panose="02040503050406030204" pitchFamily="18" charset="0"/>
                        <a:ea typeface="+mn-ea"/>
                        <a:cs typeface="+mn-cs"/>
                      </a:rPr>
                      <m:t>𝐶</m:t>
                    </m:r>
                  </m:oMath>
                </a14:m>
                <a:endParaRPr lang="ar-AE" dirty="0"/>
              </a:p>
              <a:p>
                <a:pPr marL="171450" indent="-171450">
                  <a:buFont typeface="Arial" panose="020B0604020202020204" pitchFamily="34" charset="0"/>
                  <a:buChar char="•"/>
                </a:pPr>
                <a:r>
                  <a:rPr lang="es-ES" dirty="0" err="1"/>
                  <a:t>Prefer</a:t>
                </a:r>
                <a:r>
                  <a:rPr lang="es-ES" dirty="0"/>
                  <a:t> cases </a:t>
                </a:r>
                <a:r>
                  <a:rPr lang="es-ES" dirty="0" err="1"/>
                  <a:t>where</a:t>
                </a:r>
                <a:r>
                  <a:rPr lang="es-ES" dirty="0"/>
                  <a:t> </a:t>
                </a:r>
                <a14:m>
                  <m:oMath xmlns:m="http://schemas.openxmlformats.org/officeDocument/2006/math">
                    <m:r>
                      <a:rPr lang="es-ES" sz="1200" i="1" kern="1200">
                        <a:solidFill>
                          <a:schemeClr val="tx1"/>
                        </a:solidFill>
                        <a:latin typeface="Cambria Math" panose="02040503050406030204" pitchFamily="18" charset="0"/>
                        <a:ea typeface="+mn-ea"/>
                        <a:cs typeface="+mn-cs"/>
                      </a:rPr>
                      <m:t>𝑚</m:t>
                    </m:r>
                  </m:oMath>
                </a14:m>
                <a:r>
                  <a:rPr lang="es-ES" dirty="0"/>
                  <a:t>has </a:t>
                </a:r>
                <a:r>
                  <a:rPr lang="es-ES" b="1" dirty="0" err="1"/>
                  <a:t>exactly</a:t>
                </a:r>
                <a:r>
                  <a:rPr lang="es-ES" dirty="0"/>
                  <a:t> 2 </a:t>
                </a:r>
                <a:r>
                  <a:rPr lang="es-ES" dirty="0" err="1"/>
                  <a:t>producers</a:t>
                </a:r>
                <a:r>
                  <a:rPr lang="es-ES" dirty="0"/>
                  <a:t> and 1 </a:t>
                </a:r>
                <a:r>
                  <a:rPr lang="es-ES" dirty="0" err="1"/>
                  <a:t>consumer</a:t>
                </a:r>
                <a:r>
                  <a:rPr lang="es-ES" dirty="0"/>
                  <a:t> (</a:t>
                </a:r>
                <a:r>
                  <a:rPr lang="es-ES" dirty="0" err="1"/>
                  <a:t>tightest</a:t>
                </a:r>
                <a:r>
                  <a:rPr lang="es-ES" dirty="0"/>
                  <a:t> “</a:t>
                </a:r>
                <a:r>
                  <a:rPr lang="es-ES" dirty="0" err="1"/>
                  <a:t>adder</a:t>
                </a:r>
                <a:r>
                  <a:rPr lang="es-ES" dirty="0"/>
                  <a:t>”)</a:t>
                </a:r>
              </a:p>
              <a:p>
                <a:pPr marL="171450" indent="-171450">
                  <a:buFont typeface="Arial" panose="020B0604020202020204" pitchFamily="34" charset="0"/>
                  <a:buChar char="•"/>
                </a:pPr>
                <a:r>
                  <a:rPr lang="es-ES" dirty="0" err="1"/>
                  <a:t>Intersect</a:t>
                </a:r>
                <a:r>
                  <a:rPr lang="es-ES" dirty="0"/>
                  <a:t> </a:t>
                </a:r>
                <a:r>
                  <a:rPr lang="es-ES" dirty="0" err="1"/>
                  <a:t>producers</a:t>
                </a:r>
                <a:r>
                  <a:rPr lang="es-ES" dirty="0"/>
                  <a:t> </a:t>
                </a:r>
                <a:r>
                  <a:rPr lang="es-ES" dirty="0" err="1"/>
                  <a:t>with</a:t>
                </a:r>
                <a:r>
                  <a:rPr lang="es-ES" dirty="0"/>
                  <a:t> </a:t>
                </a:r>
                <a:r>
                  <a:rPr lang="es-ES" dirty="0" err="1"/>
                  <a:t>your</a:t>
                </a:r>
                <a:r>
                  <a:rPr lang="es-ES" dirty="0"/>
                  <a:t> </a:t>
                </a:r>
                <a:r>
                  <a:rPr lang="es-ES" b="1" dirty="0"/>
                  <a:t>single-gene </a:t>
                </a:r>
                <a:r>
                  <a:rPr lang="es-ES" b="1" dirty="0" err="1"/>
                  <a:t>reaction</a:t>
                </a:r>
                <a:r>
                  <a:rPr lang="es-ES" b="1" dirty="0"/>
                  <a:t> </a:t>
                </a:r>
                <a:r>
                  <a:rPr lang="es-ES" b="1" dirty="0" err="1"/>
                  <a:t>list</a:t>
                </a:r>
                <a:r>
                  <a:rPr lang="es-ES" dirty="0"/>
                  <a:t> (</a:t>
                </a:r>
                <a:r>
                  <a:rPr lang="es-ES" dirty="0" err="1"/>
                  <a:t>your</a:t>
                </a:r>
                <a:r>
                  <a:rPr lang="es-ES" dirty="0"/>
                  <a:t> </a:t>
                </a:r>
                <a:r>
                  <a:rPr lang="es-ES" dirty="0" err="1"/>
                  <a:t>current</a:t>
                </a:r>
                <a:r>
                  <a:rPr lang="es-ES" dirty="0"/>
                  <a:t> </a:t>
                </a:r>
                <a:r>
                  <a:rPr lang="es-ES" dirty="0" err="1"/>
                  <a:t>code</a:t>
                </a:r>
                <a:r>
                  <a:rPr lang="es-ES" dirty="0"/>
                  <a:t> </a:t>
                </a:r>
                <a:r>
                  <a:rPr lang="es-ES" dirty="0" err="1"/>
                  <a:t>already</a:t>
                </a:r>
                <a:r>
                  <a:rPr lang="es-ES" dirty="0"/>
                  <a:t> </a:t>
                </a:r>
                <a:r>
                  <a:rPr lang="es-ES" dirty="0" err="1"/>
                  <a:t>gives</a:t>
                </a:r>
                <a:r>
                  <a:rPr lang="es-ES" dirty="0"/>
                  <a:t> </a:t>
                </a:r>
                <a:r>
                  <a:rPr lang="es-ES" dirty="0" err="1"/>
                  <a:t>that</a:t>
                </a:r>
                <a:r>
                  <a:rPr lang="es-ES" dirty="0"/>
                  <a:t>)</a:t>
                </a:r>
              </a:p>
              <a:p>
                <a:endParaRPr lang="en-US" dirty="0"/>
              </a:p>
            </p:txBody>
          </p:sp>
        </mc:Choice>
        <mc:Fallback xmlns="">
          <p:sp>
            <p:nvSpPr>
              <p:cNvPr id="3" name="Notes Placeholder 2">
                <a:extLst>
                  <a:ext uri="{FF2B5EF4-FFF2-40B4-BE49-F238E27FC236}">
                    <a16:creationId xmlns:a16="http://schemas.microsoft.com/office/drawing/2014/main" id="{B6F0692A-8BF8-2144-03E5-5192C227B2FC}"/>
                  </a:ext>
                </a:extLst>
              </p:cNvPr>
              <p:cNvSpPr>
                <a:spLocks noGrp="1"/>
              </p:cNvSpPr>
              <p:nvPr>
                <p:ph type="body" idx="1"/>
              </p:nvPr>
            </p:nvSpPr>
            <p:spPr/>
            <p:txBody>
              <a:bodyPr/>
              <a:lstStyle/>
              <a:p>
                <a:r>
                  <a:rPr lang="es-ES" dirty="0" err="1"/>
                  <a:t>Algorithm</a:t>
                </a:r>
                <a:endParaRPr lang="es-ES" dirty="0"/>
              </a:p>
              <a:p>
                <a:pPr marL="171450" indent="-171450">
                  <a:buFont typeface="Arial" panose="020B0604020202020204" pitchFamily="34" charset="0"/>
                  <a:buChar char="•"/>
                </a:pPr>
                <a:r>
                  <a:rPr lang="es-ES" dirty="0" err="1"/>
                  <a:t>For</a:t>
                </a:r>
                <a:r>
                  <a:rPr lang="es-ES" dirty="0"/>
                  <a:t> </a:t>
                </a:r>
                <a:r>
                  <a:rPr lang="es-ES" dirty="0" err="1"/>
                  <a:t>each</a:t>
                </a:r>
                <a:r>
                  <a:rPr lang="es-ES" dirty="0"/>
                  <a:t> </a:t>
                </a:r>
                <a:r>
                  <a:rPr lang="es-ES" dirty="0" err="1"/>
                  <a:t>metabolite</a:t>
                </a:r>
                <a:r>
                  <a:rPr lang="es-ES" dirty="0"/>
                  <a:t> </a:t>
                </a:r>
                <a:r>
                  <a:rPr lang="es-ES" sz="1200" i="0" kern="1200">
                    <a:solidFill>
                      <a:schemeClr val="tx1"/>
                    </a:solidFill>
                    <a:latin typeface="Cambria Math" panose="02040503050406030204" pitchFamily="18" charset="0"/>
                    <a:ea typeface="+mn-ea"/>
                    <a:cs typeface="+mn-cs"/>
                  </a:rPr>
                  <a:t>𝑚</a:t>
                </a:r>
                <a:r>
                  <a:rPr lang="es-ES" dirty="0"/>
                  <a:t>, </a:t>
                </a:r>
                <a:r>
                  <a:rPr lang="es-ES" dirty="0" err="1"/>
                  <a:t>list</a:t>
                </a:r>
                <a:r>
                  <a:rPr lang="es-ES" dirty="0"/>
                  <a:t> </a:t>
                </a:r>
                <a:r>
                  <a:rPr lang="es-ES" dirty="0" err="1"/>
                  <a:t>producers</a:t>
                </a:r>
                <a:r>
                  <a:rPr lang="es-ES" dirty="0"/>
                  <a:t> </a:t>
                </a:r>
                <a:r>
                  <a:rPr lang="es-ES" sz="1200" i="0" kern="1200">
                    <a:solidFill>
                      <a:schemeClr val="tx1"/>
                    </a:solidFill>
                    <a:latin typeface="Cambria Math" panose="02040503050406030204" pitchFamily="18" charset="0"/>
                    <a:ea typeface="+mn-ea"/>
                    <a:cs typeface="+mn-cs"/>
                  </a:rPr>
                  <a:t>𝑃</a:t>
                </a:r>
                <a:r>
                  <a:rPr lang="es-ES" dirty="0"/>
                  <a:t>(</a:t>
                </a:r>
                <a:r>
                  <a:rPr lang="es-ES" dirty="0" err="1"/>
                  <a:t>reactions</a:t>
                </a:r>
                <a:r>
                  <a:rPr lang="es-ES" dirty="0"/>
                  <a:t> </a:t>
                </a:r>
                <a:r>
                  <a:rPr lang="es-ES" dirty="0" err="1"/>
                  <a:t>with</a:t>
                </a:r>
                <a:r>
                  <a:rPr lang="es-ES" dirty="0"/>
                  <a:t> </a:t>
                </a:r>
                <a:r>
                  <a:rPr lang="ar-AE" sz="1200" i="0" kern="1200">
                    <a:solidFill>
                      <a:schemeClr val="tx1"/>
                    </a:solidFill>
                    <a:latin typeface="Cambria Math" panose="02040503050406030204" pitchFamily="18" charset="0"/>
                    <a:ea typeface="+mn-ea"/>
                    <a:cs typeface="+mn-cs"/>
                  </a:rPr>
                  <a:t>𝑆_(𝑚,𝑗)&gt;0</a:t>
                </a:r>
                <a:r>
                  <a:rPr lang="ar-AE" dirty="0"/>
                  <a:t>)</a:t>
                </a:r>
              </a:p>
              <a:p>
                <a:pPr marL="171450" indent="-171450">
                  <a:buFont typeface="Arial" panose="020B0604020202020204" pitchFamily="34" charset="0"/>
                  <a:buChar char="•"/>
                </a:pPr>
                <a:r>
                  <a:rPr lang="es-ES" dirty="0" err="1"/>
                  <a:t>List</a:t>
                </a:r>
                <a:r>
                  <a:rPr lang="es-ES" dirty="0"/>
                  <a:t> </a:t>
                </a:r>
                <a:r>
                  <a:rPr lang="es-ES" dirty="0" err="1"/>
                  <a:t>consumers</a:t>
                </a:r>
                <a:r>
                  <a:rPr lang="es-ES" dirty="0"/>
                  <a:t> </a:t>
                </a:r>
                <a:r>
                  <a:rPr lang="es-ES" sz="1200" i="0" kern="1200">
                    <a:solidFill>
                      <a:schemeClr val="tx1"/>
                    </a:solidFill>
                    <a:latin typeface="Cambria Math" panose="02040503050406030204" pitchFamily="18" charset="0"/>
                    <a:ea typeface="+mn-ea"/>
                    <a:cs typeface="+mn-cs"/>
                  </a:rPr>
                  <a:t>𝐶</a:t>
                </a:r>
                <a:r>
                  <a:rPr lang="es-ES" dirty="0"/>
                  <a:t>(</a:t>
                </a:r>
                <a:r>
                  <a:rPr lang="es-ES" dirty="0" err="1"/>
                  <a:t>reactions</a:t>
                </a:r>
                <a:r>
                  <a:rPr lang="es-ES" dirty="0"/>
                  <a:t> </a:t>
                </a:r>
                <a:r>
                  <a:rPr lang="es-ES" dirty="0" err="1"/>
                  <a:t>with</a:t>
                </a:r>
                <a:r>
                  <a:rPr lang="es-ES" dirty="0"/>
                  <a:t> </a:t>
                </a:r>
                <a:r>
                  <a:rPr lang="ar-AE" sz="1200" i="0" kern="1200">
                    <a:solidFill>
                      <a:schemeClr val="tx1"/>
                    </a:solidFill>
                    <a:latin typeface="Cambria Math" panose="02040503050406030204" pitchFamily="18" charset="0"/>
                    <a:ea typeface="+mn-ea"/>
                    <a:cs typeface="+mn-cs"/>
                  </a:rPr>
                  <a:t>𝑆_(𝑚,𝑗)&lt;0</a:t>
                </a:r>
                <a:r>
                  <a:rPr lang="ar-AE" dirty="0"/>
                  <a:t>)</a:t>
                </a:r>
              </a:p>
              <a:p>
                <a:pPr marL="171450" indent="-171450">
                  <a:buFont typeface="Arial" panose="020B0604020202020204" pitchFamily="34" charset="0"/>
                  <a:buChar char="•"/>
                </a:pPr>
                <a:r>
                  <a:rPr lang="es-ES" dirty="0" err="1"/>
                  <a:t>If</a:t>
                </a:r>
                <a:r>
                  <a:rPr lang="es-ES" dirty="0"/>
                  <a:t> </a:t>
                </a:r>
                <a:r>
                  <a:rPr lang="es-ES" sz="1200" i="0" kern="1200">
                    <a:solidFill>
                      <a:schemeClr val="tx1"/>
                    </a:solidFill>
                    <a:latin typeface="Cambria Math" panose="02040503050406030204" pitchFamily="18" charset="0"/>
                    <a:ea typeface="+mn-ea"/>
                    <a:cs typeface="+mn-cs"/>
                  </a:rPr>
                  <a:t>∣𝑃∣≥2</a:t>
                </a:r>
                <a:r>
                  <a:rPr lang="es-ES" dirty="0"/>
                  <a:t>and </a:t>
                </a:r>
                <a:r>
                  <a:rPr lang="es-ES" sz="1200" i="0" kern="1200">
                    <a:solidFill>
                      <a:schemeClr val="tx1"/>
                    </a:solidFill>
                    <a:latin typeface="Cambria Math" panose="02040503050406030204" pitchFamily="18" charset="0"/>
                    <a:ea typeface="+mn-ea"/>
                    <a:cs typeface="+mn-cs"/>
                  </a:rPr>
                  <a:t>∣𝐶∣≥1</a:t>
                </a:r>
                <a:r>
                  <a:rPr lang="es-ES" dirty="0"/>
                  <a:t>, </a:t>
                </a:r>
                <a:r>
                  <a:rPr lang="es-ES" dirty="0" err="1"/>
                  <a:t>check</a:t>
                </a:r>
                <a:r>
                  <a:rPr lang="es-ES" dirty="0"/>
                  <a:t> candidate outputs </a:t>
                </a:r>
                <a:r>
                  <a:rPr lang="ar-AE" sz="1200" i="0" kern="1200">
                    <a:solidFill>
                      <a:schemeClr val="tx1"/>
                    </a:solidFill>
                    <a:latin typeface="Cambria Math" panose="02040503050406030204" pitchFamily="18" charset="0"/>
                    <a:ea typeface="+mn-ea"/>
                    <a:cs typeface="+mn-cs"/>
                  </a:rPr>
                  <a:t>𝑟_3∈𝐶</a:t>
                </a:r>
                <a:endParaRPr lang="ar-AE" dirty="0"/>
              </a:p>
              <a:p>
                <a:pPr marL="171450" indent="-171450">
                  <a:buFont typeface="Arial" panose="020B0604020202020204" pitchFamily="34" charset="0"/>
                  <a:buChar char="•"/>
                </a:pPr>
                <a:r>
                  <a:rPr lang="es-ES" dirty="0" err="1"/>
                  <a:t>Prefer</a:t>
                </a:r>
                <a:r>
                  <a:rPr lang="es-ES" dirty="0"/>
                  <a:t> cases </a:t>
                </a:r>
                <a:r>
                  <a:rPr lang="es-ES" dirty="0" err="1"/>
                  <a:t>where</a:t>
                </a:r>
                <a:r>
                  <a:rPr lang="es-ES" dirty="0"/>
                  <a:t> </a:t>
                </a:r>
                <a:r>
                  <a:rPr lang="es-ES" sz="1200" i="0" kern="1200">
                    <a:solidFill>
                      <a:schemeClr val="tx1"/>
                    </a:solidFill>
                    <a:latin typeface="Cambria Math" panose="02040503050406030204" pitchFamily="18" charset="0"/>
                    <a:ea typeface="+mn-ea"/>
                    <a:cs typeface="+mn-cs"/>
                  </a:rPr>
                  <a:t>𝑚</a:t>
                </a:r>
                <a:r>
                  <a:rPr lang="es-ES" dirty="0"/>
                  <a:t>has </a:t>
                </a:r>
                <a:r>
                  <a:rPr lang="es-ES" b="1" dirty="0" err="1"/>
                  <a:t>exactly</a:t>
                </a:r>
                <a:r>
                  <a:rPr lang="es-ES" dirty="0"/>
                  <a:t> 2 </a:t>
                </a:r>
                <a:r>
                  <a:rPr lang="es-ES" dirty="0" err="1"/>
                  <a:t>producers</a:t>
                </a:r>
                <a:r>
                  <a:rPr lang="es-ES" dirty="0"/>
                  <a:t> and 1 </a:t>
                </a:r>
                <a:r>
                  <a:rPr lang="es-ES" dirty="0" err="1"/>
                  <a:t>consumer</a:t>
                </a:r>
                <a:r>
                  <a:rPr lang="es-ES" dirty="0"/>
                  <a:t> (</a:t>
                </a:r>
                <a:r>
                  <a:rPr lang="es-ES" dirty="0" err="1"/>
                  <a:t>tightest</a:t>
                </a:r>
                <a:r>
                  <a:rPr lang="es-ES" dirty="0"/>
                  <a:t> “</a:t>
                </a:r>
                <a:r>
                  <a:rPr lang="es-ES" dirty="0" err="1"/>
                  <a:t>adder</a:t>
                </a:r>
                <a:r>
                  <a:rPr lang="es-ES" dirty="0"/>
                  <a:t>”)</a:t>
                </a:r>
              </a:p>
              <a:p>
                <a:pPr marL="171450" indent="-171450">
                  <a:buFont typeface="Arial" panose="020B0604020202020204" pitchFamily="34" charset="0"/>
                  <a:buChar char="•"/>
                </a:pPr>
                <a:r>
                  <a:rPr lang="es-ES" dirty="0" err="1"/>
                  <a:t>Intersect</a:t>
                </a:r>
                <a:r>
                  <a:rPr lang="es-ES" dirty="0"/>
                  <a:t> </a:t>
                </a:r>
                <a:r>
                  <a:rPr lang="es-ES" dirty="0" err="1"/>
                  <a:t>producers</a:t>
                </a:r>
                <a:r>
                  <a:rPr lang="es-ES" dirty="0"/>
                  <a:t> </a:t>
                </a:r>
                <a:r>
                  <a:rPr lang="es-ES" dirty="0" err="1"/>
                  <a:t>with</a:t>
                </a:r>
                <a:r>
                  <a:rPr lang="es-ES" dirty="0"/>
                  <a:t> </a:t>
                </a:r>
                <a:r>
                  <a:rPr lang="es-ES" dirty="0" err="1"/>
                  <a:t>your</a:t>
                </a:r>
                <a:r>
                  <a:rPr lang="es-ES" dirty="0"/>
                  <a:t> </a:t>
                </a:r>
                <a:r>
                  <a:rPr lang="es-ES" b="1" dirty="0"/>
                  <a:t>single-gene </a:t>
                </a:r>
                <a:r>
                  <a:rPr lang="es-ES" b="1" dirty="0" err="1"/>
                  <a:t>reaction</a:t>
                </a:r>
                <a:r>
                  <a:rPr lang="es-ES" b="1" dirty="0"/>
                  <a:t> </a:t>
                </a:r>
                <a:r>
                  <a:rPr lang="es-ES" b="1" dirty="0" err="1"/>
                  <a:t>list</a:t>
                </a:r>
                <a:r>
                  <a:rPr lang="es-ES" dirty="0"/>
                  <a:t> (</a:t>
                </a:r>
                <a:r>
                  <a:rPr lang="es-ES" dirty="0" err="1"/>
                  <a:t>your</a:t>
                </a:r>
                <a:r>
                  <a:rPr lang="es-ES" dirty="0"/>
                  <a:t> </a:t>
                </a:r>
                <a:r>
                  <a:rPr lang="es-ES" dirty="0" err="1"/>
                  <a:t>current</a:t>
                </a:r>
                <a:r>
                  <a:rPr lang="es-ES" dirty="0"/>
                  <a:t> </a:t>
                </a:r>
                <a:r>
                  <a:rPr lang="es-ES" dirty="0" err="1"/>
                  <a:t>code</a:t>
                </a:r>
                <a:r>
                  <a:rPr lang="es-ES" dirty="0"/>
                  <a:t> </a:t>
                </a:r>
                <a:r>
                  <a:rPr lang="es-ES" dirty="0" err="1"/>
                  <a:t>already</a:t>
                </a:r>
                <a:r>
                  <a:rPr lang="es-ES" dirty="0"/>
                  <a:t> </a:t>
                </a:r>
                <a:r>
                  <a:rPr lang="es-ES" dirty="0" err="1"/>
                  <a:t>gives</a:t>
                </a:r>
                <a:r>
                  <a:rPr lang="es-ES" dirty="0"/>
                  <a:t> </a:t>
                </a:r>
                <a:r>
                  <a:rPr lang="es-ES" dirty="0" err="1"/>
                  <a:t>that</a:t>
                </a:r>
                <a:r>
                  <a:rPr lang="es-ES" dirty="0"/>
                  <a:t>)</a:t>
                </a:r>
              </a:p>
              <a:p>
                <a:endParaRPr lang="en-US" dirty="0"/>
              </a:p>
            </p:txBody>
          </p:sp>
        </mc:Fallback>
      </mc:AlternateContent>
      <p:sp>
        <p:nvSpPr>
          <p:cNvPr id="4" name="Slide Number Placeholder 3">
            <a:extLst>
              <a:ext uri="{FF2B5EF4-FFF2-40B4-BE49-F238E27FC236}">
                <a16:creationId xmlns:a16="http://schemas.microsoft.com/office/drawing/2014/main" id="{33312563-413A-7AAD-D905-9B3D15694317}"/>
              </a:ext>
            </a:extLst>
          </p:cNvPr>
          <p:cNvSpPr>
            <a:spLocks noGrp="1"/>
          </p:cNvSpPr>
          <p:nvPr>
            <p:ph type="sldNum" sz="quarter" idx="5"/>
          </p:nvPr>
        </p:nvSpPr>
        <p:spPr/>
        <p:txBody>
          <a:bodyPr/>
          <a:lstStyle/>
          <a:p>
            <a:fld id="{5F818A67-DE81-4BE5-A09A-01BC8A96D5BB}" type="slidenum">
              <a:rPr lang="en-US" smtClean="0"/>
              <a:t>92</a:t>
            </a:fld>
            <a:endParaRPr lang="en-US"/>
          </a:p>
        </p:txBody>
      </p:sp>
    </p:spTree>
    <p:extLst>
      <p:ext uri="{BB962C8B-B14F-4D97-AF65-F5344CB8AC3E}">
        <p14:creationId xmlns:p14="http://schemas.microsoft.com/office/powerpoint/2010/main" val="692900530"/>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EE7C20-BBE2-FDB2-5DC8-D8F44D9637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8E56B8-09EF-3D77-53D9-7BC66F86B4D0}"/>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EF3C47A7-494D-5C09-D262-FD2978AA833A}"/>
                  </a:ext>
                </a:extLst>
              </p:cNvPr>
              <p:cNvSpPr>
                <a:spLocks noGrp="1"/>
              </p:cNvSpPr>
              <p:nvPr>
                <p:ph type="body" idx="1"/>
              </p:nvPr>
            </p:nvSpPr>
            <p:spPr/>
            <p:txBody>
              <a:bodyPr/>
              <a:lstStyle/>
              <a:p>
                <a:r>
                  <a:rPr lang="es-ES" dirty="0" err="1"/>
                  <a:t>Algorithm</a:t>
                </a:r>
                <a:endParaRPr lang="es-ES" dirty="0"/>
              </a:p>
              <a:p>
                <a:pPr marL="171450" indent="-171450">
                  <a:buFont typeface="Arial" panose="020B0604020202020204" pitchFamily="34" charset="0"/>
                  <a:buChar char="•"/>
                </a:pPr>
                <a:r>
                  <a:rPr lang="es-ES" dirty="0" err="1"/>
                  <a:t>For</a:t>
                </a:r>
                <a:r>
                  <a:rPr lang="es-ES" dirty="0"/>
                  <a:t> </a:t>
                </a:r>
                <a:r>
                  <a:rPr lang="es-ES" dirty="0" err="1"/>
                  <a:t>each</a:t>
                </a:r>
                <a:r>
                  <a:rPr lang="es-ES" dirty="0"/>
                  <a:t> </a:t>
                </a:r>
                <a:r>
                  <a:rPr lang="es-ES" dirty="0" err="1"/>
                  <a:t>metabolite</a:t>
                </a:r>
                <a:r>
                  <a:rPr lang="es-ES" dirty="0"/>
                  <a:t> </a:t>
                </a:r>
                <a14:m>
                  <m:oMath xmlns:m="http://schemas.openxmlformats.org/officeDocument/2006/math">
                    <m:r>
                      <a:rPr lang="es-ES" sz="1200" i="1" kern="1200">
                        <a:solidFill>
                          <a:schemeClr val="tx1"/>
                        </a:solidFill>
                        <a:latin typeface="Cambria Math" panose="02040503050406030204" pitchFamily="18" charset="0"/>
                        <a:ea typeface="+mn-ea"/>
                        <a:cs typeface="+mn-cs"/>
                      </a:rPr>
                      <m:t>𝑚</m:t>
                    </m:r>
                  </m:oMath>
                </a14:m>
                <a:r>
                  <a:rPr lang="es-ES" dirty="0"/>
                  <a:t>, </a:t>
                </a:r>
                <a:r>
                  <a:rPr lang="es-ES" dirty="0" err="1"/>
                  <a:t>list</a:t>
                </a:r>
                <a:r>
                  <a:rPr lang="es-ES" dirty="0"/>
                  <a:t> </a:t>
                </a:r>
                <a:r>
                  <a:rPr lang="es-ES" dirty="0" err="1"/>
                  <a:t>producers</a:t>
                </a:r>
                <a:r>
                  <a:rPr lang="es-ES" dirty="0"/>
                  <a:t> </a:t>
                </a:r>
                <a14:m>
                  <m:oMath xmlns:m="http://schemas.openxmlformats.org/officeDocument/2006/math">
                    <m:r>
                      <a:rPr lang="es-ES" sz="1200" i="1" kern="1200">
                        <a:solidFill>
                          <a:schemeClr val="tx1"/>
                        </a:solidFill>
                        <a:latin typeface="Cambria Math" panose="02040503050406030204" pitchFamily="18" charset="0"/>
                        <a:ea typeface="+mn-ea"/>
                        <a:cs typeface="+mn-cs"/>
                      </a:rPr>
                      <m:t>𝑃</m:t>
                    </m:r>
                  </m:oMath>
                </a14:m>
                <a:r>
                  <a:rPr lang="es-ES" dirty="0"/>
                  <a:t>(</a:t>
                </a:r>
                <a:r>
                  <a:rPr lang="es-ES" dirty="0" err="1"/>
                  <a:t>reactions</a:t>
                </a:r>
                <a:r>
                  <a:rPr lang="es-ES" dirty="0"/>
                  <a:t> </a:t>
                </a:r>
                <a:r>
                  <a:rPr lang="es-ES" dirty="0" err="1"/>
                  <a:t>with</a:t>
                </a:r>
                <a:r>
                  <a:rPr lang="es-ES" dirty="0"/>
                  <a:t> </a:t>
                </a:r>
                <a14:m>
                  <m:oMath xmlns:m="http://schemas.openxmlformats.org/officeDocument/2006/math">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𝑆</m:t>
                        </m:r>
                      </m:e>
                      <m:sub>
                        <m:r>
                          <a:rPr lang="ar-AE" sz="1200" i="1" kern="1200">
                            <a:solidFill>
                              <a:schemeClr val="tx1"/>
                            </a:solidFill>
                            <a:latin typeface="Cambria Math" panose="02040503050406030204" pitchFamily="18" charset="0"/>
                            <a:ea typeface="+mn-ea"/>
                            <a:cs typeface="+mn-cs"/>
                          </a:rPr>
                          <m:t>𝑚</m:t>
                        </m:r>
                        <m:r>
                          <a:rPr lang="ar-AE" sz="1200" i="0" kern="1200">
                            <a:solidFill>
                              <a:schemeClr val="tx1"/>
                            </a:solidFill>
                            <a:latin typeface="Cambria Math" panose="02040503050406030204" pitchFamily="18" charset="0"/>
                            <a:ea typeface="+mn-ea"/>
                            <a:cs typeface="+mn-cs"/>
                          </a:rPr>
                          <m:t>,</m:t>
                        </m:r>
                        <m:r>
                          <a:rPr lang="ar-AE" sz="1200" i="1" kern="1200">
                            <a:solidFill>
                              <a:schemeClr val="tx1"/>
                            </a:solidFill>
                            <a:latin typeface="Cambria Math" panose="02040503050406030204" pitchFamily="18" charset="0"/>
                            <a:ea typeface="+mn-ea"/>
                            <a:cs typeface="+mn-cs"/>
                          </a:rPr>
                          <m:t>𝑗</m:t>
                        </m:r>
                      </m:sub>
                    </m:sSub>
                    <m:r>
                      <a:rPr lang="ar-AE" sz="1200" i="0" kern="1200">
                        <a:solidFill>
                          <a:schemeClr val="tx1"/>
                        </a:solidFill>
                        <a:latin typeface="Cambria Math" panose="02040503050406030204" pitchFamily="18" charset="0"/>
                        <a:ea typeface="+mn-ea"/>
                        <a:cs typeface="+mn-cs"/>
                      </a:rPr>
                      <m:t>&gt;0</m:t>
                    </m:r>
                  </m:oMath>
                </a14:m>
                <a:r>
                  <a:rPr lang="ar-AE" dirty="0"/>
                  <a:t>)</a:t>
                </a:r>
              </a:p>
              <a:p>
                <a:pPr marL="171450" indent="-171450">
                  <a:buFont typeface="Arial" panose="020B0604020202020204" pitchFamily="34" charset="0"/>
                  <a:buChar char="•"/>
                </a:pPr>
                <a:r>
                  <a:rPr lang="es-ES" dirty="0" err="1"/>
                  <a:t>List</a:t>
                </a:r>
                <a:r>
                  <a:rPr lang="es-ES" dirty="0"/>
                  <a:t> </a:t>
                </a:r>
                <a:r>
                  <a:rPr lang="es-ES" dirty="0" err="1"/>
                  <a:t>consumers</a:t>
                </a:r>
                <a:r>
                  <a:rPr lang="es-ES" dirty="0"/>
                  <a:t> </a:t>
                </a:r>
                <a14:m>
                  <m:oMath xmlns:m="http://schemas.openxmlformats.org/officeDocument/2006/math">
                    <m:r>
                      <a:rPr lang="es-ES" sz="1200" i="1" kern="1200">
                        <a:solidFill>
                          <a:schemeClr val="tx1"/>
                        </a:solidFill>
                        <a:latin typeface="Cambria Math" panose="02040503050406030204" pitchFamily="18" charset="0"/>
                        <a:ea typeface="+mn-ea"/>
                        <a:cs typeface="+mn-cs"/>
                      </a:rPr>
                      <m:t>𝐶</m:t>
                    </m:r>
                  </m:oMath>
                </a14:m>
                <a:r>
                  <a:rPr lang="es-ES" dirty="0"/>
                  <a:t>(</a:t>
                </a:r>
                <a:r>
                  <a:rPr lang="es-ES" dirty="0" err="1"/>
                  <a:t>reactions</a:t>
                </a:r>
                <a:r>
                  <a:rPr lang="es-ES" dirty="0"/>
                  <a:t> </a:t>
                </a:r>
                <a:r>
                  <a:rPr lang="es-ES" dirty="0" err="1"/>
                  <a:t>with</a:t>
                </a:r>
                <a:r>
                  <a:rPr lang="es-ES" dirty="0"/>
                  <a:t> </a:t>
                </a:r>
                <a14:m>
                  <m:oMath xmlns:m="http://schemas.openxmlformats.org/officeDocument/2006/math">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𝑆</m:t>
                        </m:r>
                      </m:e>
                      <m:sub>
                        <m:r>
                          <a:rPr lang="ar-AE" sz="1200" i="1" kern="1200">
                            <a:solidFill>
                              <a:schemeClr val="tx1"/>
                            </a:solidFill>
                            <a:latin typeface="Cambria Math" panose="02040503050406030204" pitchFamily="18" charset="0"/>
                            <a:ea typeface="+mn-ea"/>
                            <a:cs typeface="+mn-cs"/>
                          </a:rPr>
                          <m:t>𝑚</m:t>
                        </m:r>
                        <m:r>
                          <a:rPr lang="ar-AE" sz="1200" i="0" kern="1200">
                            <a:solidFill>
                              <a:schemeClr val="tx1"/>
                            </a:solidFill>
                            <a:latin typeface="Cambria Math" panose="02040503050406030204" pitchFamily="18" charset="0"/>
                            <a:ea typeface="+mn-ea"/>
                            <a:cs typeface="+mn-cs"/>
                          </a:rPr>
                          <m:t>,</m:t>
                        </m:r>
                        <m:r>
                          <a:rPr lang="ar-AE" sz="1200" i="1" kern="1200">
                            <a:solidFill>
                              <a:schemeClr val="tx1"/>
                            </a:solidFill>
                            <a:latin typeface="Cambria Math" panose="02040503050406030204" pitchFamily="18" charset="0"/>
                            <a:ea typeface="+mn-ea"/>
                            <a:cs typeface="+mn-cs"/>
                          </a:rPr>
                          <m:t>𝑗</m:t>
                        </m:r>
                      </m:sub>
                    </m:sSub>
                    <m:r>
                      <a:rPr lang="ar-AE" sz="1200" i="0" kern="1200">
                        <a:solidFill>
                          <a:schemeClr val="tx1"/>
                        </a:solidFill>
                        <a:latin typeface="Cambria Math" panose="02040503050406030204" pitchFamily="18" charset="0"/>
                        <a:ea typeface="+mn-ea"/>
                        <a:cs typeface="+mn-cs"/>
                      </a:rPr>
                      <m:t>&lt;0</m:t>
                    </m:r>
                  </m:oMath>
                </a14:m>
                <a:r>
                  <a:rPr lang="ar-AE" dirty="0"/>
                  <a:t>)</a:t>
                </a:r>
              </a:p>
              <a:p>
                <a:pPr marL="171450" indent="-171450">
                  <a:buFont typeface="Arial" panose="020B0604020202020204" pitchFamily="34" charset="0"/>
                  <a:buChar char="•"/>
                </a:pPr>
                <a:r>
                  <a:rPr lang="es-ES" dirty="0" err="1"/>
                  <a:t>If</a:t>
                </a:r>
                <a:r>
                  <a:rPr lang="es-ES" dirty="0"/>
                  <a:t> </a:t>
                </a:r>
                <a14:m>
                  <m:oMath xmlns:m="http://schemas.openxmlformats.org/officeDocument/2006/math">
                    <m:r>
                      <a:rPr lang="es-ES" sz="1200" kern="1200">
                        <a:solidFill>
                          <a:schemeClr val="tx1"/>
                        </a:solidFill>
                        <a:latin typeface="Cambria Math" panose="02040503050406030204" pitchFamily="18" charset="0"/>
                        <a:ea typeface="+mn-ea"/>
                        <a:cs typeface="+mn-cs"/>
                      </a:rPr>
                      <m:t>∣</m:t>
                    </m:r>
                    <m:r>
                      <a:rPr lang="es-ES" sz="1200" i="1" kern="1200">
                        <a:solidFill>
                          <a:schemeClr val="tx1"/>
                        </a:solidFill>
                        <a:latin typeface="Cambria Math" panose="02040503050406030204" pitchFamily="18" charset="0"/>
                        <a:ea typeface="+mn-ea"/>
                        <a:cs typeface="+mn-cs"/>
                      </a:rPr>
                      <m:t>𝑃</m:t>
                    </m:r>
                    <m:r>
                      <a:rPr lang="es-ES" sz="1200" i="0" kern="1200">
                        <a:solidFill>
                          <a:schemeClr val="tx1"/>
                        </a:solidFill>
                        <a:latin typeface="Cambria Math" panose="02040503050406030204" pitchFamily="18" charset="0"/>
                        <a:ea typeface="+mn-ea"/>
                        <a:cs typeface="+mn-cs"/>
                      </a:rPr>
                      <m:t>∣≥2</m:t>
                    </m:r>
                  </m:oMath>
                </a14:m>
                <a:r>
                  <a:rPr lang="es-ES" dirty="0"/>
                  <a:t>and </a:t>
                </a:r>
                <a14:m>
                  <m:oMath xmlns:m="http://schemas.openxmlformats.org/officeDocument/2006/math">
                    <m:r>
                      <a:rPr lang="es-ES" sz="1200" kern="1200">
                        <a:solidFill>
                          <a:schemeClr val="tx1"/>
                        </a:solidFill>
                        <a:latin typeface="Cambria Math" panose="02040503050406030204" pitchFamily="18" charset="0"/>
                        <a:ea typeface="+mn-ea"/>
                        <a:cs typeface="+mn-cs"/>
                      </a:rPr>
                      <m:t>∣</m:t>
                    </m:r>
                    <m:r>
                      <a:rPr lang="es-ES" sz="1200" i="1" kern="1200">
                        <a:solidFill>
                          <a:schemeClr val="tx1"/>
                        </a:solidFill>
                        <a:latin typeface="Cambria Math" panose="02040503050406030204" pitchFamily="18" charset="0"/>
                        <a:ea typeface="+mn-ea"/>
                        <a:cs typeface="+mn-cs"/>
                      </a:rPr>
                      <m:t>𝐶</m:t>
                    </m:r>
                    <m:r>
                      <a:rPr lang="es-ES" sz="1200" i="0" kern="1200">
                        <a:solidFill>
                          <a:schemeClr val="tx1"/>
                        </a:solidFill>
                        <a:latin typeface="Cambria Math" panose="02040503050406030204" pitchFamily="18" charset="0"/>
                        <a:ea typeface="+mn-ea"/>
                        <a:cs typeface="+mn-cs"/>
                      </a:rPr>
                      <m:t>∣≥1</m:t>
                    </m:r>
                  </m:oMath>
                </a14:m>
                <a:r>
                  <a:rPr lang="es-ES" dirty="0"/>
                  <a:t>, </a:t>
                </a:r>
                <a:r>
                  <a:rPr lang="es-ES" dirty="0" err="1"/>
                  <a:t>check</a:t>
                </a:r>
                <a:r>
                  <a:rPr lang="es-ES" dirty="0"/>
                  <a:t> candidate outputs </a:t>
                </a:r>
                <a14:m>
                  <m:oMath xmlns:m="http://schemas.openxmlformats.org/officeDocument/2006/math">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𝑟</m:t>
                        </m:r>
                      </m:e>
                      <m:sub>
                        <m:r>
                          <a:rPr lang="ar-AE" sz="1200" i="0" kern="1200">
                            <a:solidFill>
                              <a:schemeClr val="tx1"/>
                            </a:solidFill>
                            <a:latin typeface="Cambria Math" panose="02040503050406030204" pitchFamily="18" charset="0"/>
                            <a:ea typeface="+mn-ea"/>
                            <a:cs typeface="+mn-cs"/>
                          </a:rPr>
                          <m:t>3</m:t>
                        </m:r>
                      </m:sub>
                    </m:sSub>
                    <m:r>
                      <a:rPr lang="ar-AE" sz="1200" i="0" kern="1200">
                        <a:solidFill>
                          <a:schemeClr val="tx1"/>
                        </a:solidFill>
                        <a:latin typeface="Cambria Math" panose="02040503050406030204" pitchFamily="18" charset="0"/>
                        <a:ea typeface="+mn-ea"/>
                        <a:cs typeface="+mn-cs"/>
                      </a:rPr>
                      <m:t>∈</m:t>
                    </m:r>
                    <m:r>
                      <a:rPr lang="ar-AE" sz="1200" i="1" kern="1200">
                        <a:solidFill>
                          <a:schemeClr val="tx1"/>
                        </a:solidFill>
                        <a:latin typeface="Cambria Math" panose="02040503050406030204" pitchFamily="18" charset="0"/>
                        <a:ea typeface="+mn-ea"/>
                        <a:cs typeface="+mn-cs"/>
                      </a:rPr>
                      <m:t>𝐶</m:t>
                    </m:r>
                  </m:oMath>
                </a14:m>
                <a:endParaRPr lang="ar-AE" dirty="0"/>
              </a:p>
              <a:p>
                <a:pPr marL="171450" indent="-171450">
                  <a:buFont typeface="Arial" panose="020B0604020202020204" pitchFamily="34" charset="0"/>
                  <a:buChar char="•"/>
                </a:pPr>
                <a:r>
                  <a:rPr lang="es-ES" dirty="0" err="1"/>
                  <a:t>Prefer</a:t>
                </a:r>
                <a:r>
                  <a:rPr lang="es-ES" dirty="0"/>
                  <a:t> cases </a:t>
                </a:r>
                <a:r>
                  <a:rPr lang="es-ES" dirty="0" err="1"/>
                  <a:t>where</a:t>
                </a:r>
                <a:r>
                  <a:rPr lang="es-ES" dirty="0"/>
                  <a:t> </a:t>
                </a:r>
                <a14:m>
                  <m:oMath xmlns:m="http://schemas.openxmlformats.org/officeDocument/2006/math">
                    <m:r>
                      <a:rPr lang="es-ES" sz="1200" i="1" kern="1200">
                        <a:solidFill>
                          <a:schemeClr val="tx1"/>
                        </a:solidFill>
                        <a:latin typeface="Cambria Math" panose="02040503050406030204" pitchFamily="18" charset="0"/>
                        <a:ea typeface="+mn-ea"/>
                        <a:cs typeface="+mn-cs"/>
                      </a:rPr>
                      <m:t>𝑚</m:t>
                    </m:r>
                  </m:oMath>
                </a14:m>
                <a:r>
                  <a:rPr lang="es-ES" dirty="0"/>
                  <a:t>has </a:t>
                </a:r>
                <a:r>
                  <a:rPr lang="es-ES" b="1" dirty="0" err="1"/>
                  <a:t>exactly</a:t>
                </a:r>
                <a:r>
                  <a:rPr lang="es-ES" dirty="0"/>
                  <a:t> 2 </a:t>
                </a:r>
                <a:r>
                  <a:rPr lang="es-ES" dirty="0" err="1"/>
                  <a:t>producers</a:t>
                </a:r>
                <a:r>
                  <a:rPr lang="es-ES" dirty="0"/>
                  <a:t> and 1 </a:t>
                </a:r>
                <a:r>
                  <a:rPr lang="es-ES" dirty="0" err="1"/>
                  <a:t>consumer</a:t>
                </a:r>
                <a:r>
                  <a:rPr lang="es-ES" dirty="0"/>
                  <a:t> (</a:t>
                </a:r>
                <a:r>
                  <a:rPr lang="es-ES" dirty="0" err="1"/>
                  <a:t>tightest</a:t>
                </a:r>
                <a:r>
                  <a:rPr lang="es-ES" dirty="0"/>
                  <a:t> “</a:t>
                </a:r>
                <a:r>
                  <a:rPr lang="es-ES" dirty="0" err="1"/>
                  <a:t>adder</a:t>
                </a:r>
                <a:r>
                  <a:rPr lang="es-ES" dirty="0"/>
                  <a:t>”)</a:t>
                </a:r>
              </a:p>
              <a:p>
                <a:pPr marL="171450" indent="-171450">
                  <a:buFont typeface="Arial" panose="020B0604020202020204" pitchFamily="34" charset="0"/>
                  <a:buChar char="•"/>
                </a:pPr>
                <a:r>
                  <a:rPr lang="es-ES" dirty="0" err="1"/>
                  <a:t>Intersect</a:t>
                </a:r>
                <a:r>
                  <a:rPr lang="es-ES" dirty="0"/>
                  <a:t> </a:t>
                </a:r>
                <a:r>
                  <a:rPr lang="es-ES" dirty="0" err="1"/>
                  <a:t>producers</a:t>
                </a:r>
                <a:r>
                  <a:rPr lang="es-ES" dirty="0"/>
                  <a:t> </a:t>
                </a:r>
                <a:r>
                  <a:rPr lang="es-ES" dirty="0" err="1"/>
                  <a:t>with</a:t>
                </a:r>
                <a:r>
                  <a:rPr lang="es-ES" dirty="0"/>
                  <a:t> </a:t>
                </a:r>
                <a:r>
                  <a:rPr lang="es-ES" dirty="0" err="1"/>
                  <a:t>your</a:t>
                </a:r>
                <a:r>
                  <a:rPr lang="es-ES" dirty="0"/>
                  <a:t> </a:t>
                </a:r>
                <a:r>
                  <a:rPr lang="es-ES" b="1" dirty="0"/>
                  <a:t>single-gene </a:t>
                </a:r>
                <a:r>
                  <a:rPr lang="es-ES" b="1" dirty="0" err="1"/>
                  <a:t>reaction</a:t>
                </a:r>
                <a:r>
                  <a:rPr lang="es-ES" b="1" dirty="0"/>
                  <a:t> </a:t>
                </a:r>
                <a:r>
                  <a:rPr lang="es-ES" b="1" dirty="0" err="1"/>
                  <a:t>list</a:t>
                </a:r>
                <a:r>
                  <a:rPr lang="es-ES" dirty="0"/>
                  <a:t> (</a:t>
                </a:r>
                <a:r>
                  <a:rPr lang="es-ES" dirty="0" err="1"/>
                  <a:t>your</a:t>
                </a:r>
                <a:r>
                  <a:rPr lang="es-ES" dirty="0"/>
                  <a:t> </a:t>
                </a:r>
                <a:r>
                  <a:rPr lang="es-ES" dirty="0" err="1"/>
                  <a:t>current</a:t>
                </a:r>
                <a:r>
                  <a:rPr lang="es-ES" dirty="0"/>
                  <a:t> </a:t>
                </a:r>
                <a:r>
                  <a:rPr lang="es-ES" dirty="0" err="1"/>
                  <a:t>code</a:t>
                </a:r>
                <a:r>
                  <a:rPr lang="es-ES" dirty="0"/>
                  <a:t> </a:t>
                </a:r>
                <a:r>
                  <a:rPr lang="es-ES" dirty="0" err="1"/>
                  <a:t>already</a:t>
                </a:r>
                <a:r>
                  <a:rPr lang="es-ES" dirty="0"/>
                  <a:t> </a:t>
                </a:r>
                <a:r>
                  <a:rPr lang="es-ES" dirty="0" err="1"/>
                  <a:t>gives</a:t>
                </a:r>
                <a:r>
                  <a:rPr lang="es-ES" dirty="0"/>
                  <a:t> </a:t>
                </a:r>
                <a:r>
                  <a:rPr lang="es-ES" dirty="0" err="1"/>
                  <a:t>that</a:t>
                </a:r>
                <a:r>
                  <a:rPr lang="es-ES" dirty="0"/>
                  <a:t>)</a:t>
                </a:r>
              </a:p>
              <a:p>
                <a:endParaRPr lang="en-US" dirty="0"/>
              </a:p>
            </p:txBody>
          </p:sp>
        </mc:Choice>
        <mc:Fallback xmlns="">
          <p:sp>
            <p:nvSpPr>
              <p:cNvPr id="3" name="Notes Placeholder 2">
                <a:extLst>
                  <a:ext uri="{FF2B5EF4-FFF2-40B4-BE49-F238E27FC236}">
                    <a16:creationId xmlns:a16="http://schemas.microsoft.com/office/drawing/2014/main" id="{EF3C47A7-494D-5C09-D262-FD2978AA833A}"/>
                  </a:ext>
                </a:extLst>
              </p:cNvPr>
              <p:cNvSpPr>
                <a:spLocks noGrp="1"/>
              </p:cNvSpPr>
              <p:nvPr>
                <p:ph type="body" idx="1"/>
              </p:nvPr>
            </p:nvSpPr>
            <p:spPr/>
            <p:txBody>
              <a:bodyPr/>
              <a:lstStyle/>
              <a:p>
                <a:r>
                  <a:rPr lang="es-ES" dirty="0" err="1"/>
                  <a:t>Algorithm</a:t>
                </a:r>
                <a:endParaRPr lang="es-ES" dirty="0"/>
              </a:p>
              <a:p>
                <a:pPr marL="171450" indent="-171450">
                  <a:buFont typeface="Arial" panose="020B0604020202020204" pitchFamily="34" charset="0"/>
                  <a:buChar char="•"/>
                </a:pPr>
                <a:r>
                  <a:rPr lang="es-ES" dirty="0" err="1"/>
                  <a:t>For</a:t>
                </a:r>
                <a:r>
                  <a:rPr lang="es-ES" dirty="0"/>
                  <a:t> </a:t>
                </a:r>
                <a:r>
                  <a:rPr lang="es-ES" dirty="0" err="1"/>
                  <a:t>each</a:t>
                </a:r>
                <a:r>
                  <a:rPr lang="es-ES" dirty="0"/>
                  <a:t> </a:t>
                </a:r>
                <a:r>
                  <a:rPr lang="es-ES" dirty="0" err="1"/>
                  <a:t>metabolite</a:t>
                </a:r>
                <a:r>
                  <a:rPr lang="es-ES" dirty="0"/>
                  <a:t> </a:t>
                </a:r>
                <a:r>
                  <a:rPr lang="es-ES" sz="1200" i="0" kern="1200">
                    <a:solidFill>
                      <a:schemeClr val="tx1"/>
                    </a:solidFill>
                    <a:latin typeface="Cambria Math" panose="02040503050406030204" pitchFamily="18" charset="0"/>
                    <a:ea typeface="+mn-ea"/>
                    <a:cs typeface="+mn-cs"/>
                  </a:rPr>
                  <a:t>𝑚</a:t>
                </a:r>
                <a:r>
                  <a:rPr lang="es-ES" dirty="0"/>
                  <a:t>, </a:t>
                </a:r>
                <a:r>
                  <a:rPr lang="es-ES" dirty="0" err="1"/>
                  <a:t>list</a:t>
                </a:r>
                <a:r>
                  <a:rPr lang="es-ES" dirty="0"/>
                  <a:t> </a:t>
                </a:r>
                <a:r>
                  <a:rPr lang="es-ES" dirty="0" err="1"/>
                  <a:t>producers</a:t>
                </a:r>
                <a:r>
                  <a:rPr lang="es-ES" dirty="0"/>
                  <a:t> </a:t>
                </a:r>
                <a:r>
                  <a:rPr lang="es-ES" sz="1200" i="0" kern="1200">
                    <a:solidFill>
                      <a:schemeClr val="tx1"/>
                    </a:solidFill>
                    <a:latin typeface="Cambria Math" panose="02040503050406030204" pitchFamily="18" charset="0"/>
                    <a:ea typeface="+mn-ea"/>
                    <a:cs typeface="+mn-cs"/>
                  </a:rPr>
                  <a:t>𝑃</a:t>
                </a:r>
                <a:r>
                  <a:rPr lang="es-ES" dirty="0"/>
                  <a:t>(</a:t>
                </a:r>
                <a:r>
                  <a:rPr lang="es-ES" dirty="0" err="1"/>
                  <a:t>reactions</a:t>
                </a:r>
                <a:r>
                  <a:rPr lang="es-ES" dirty="0"/>
                  <a:t> </a:t>
                </a:r>
                <a:r>
                  <a:rPr lang="es-ES" dirty="0" err="1"/>
                  <a:t>with</a:t>
                </a:r>
                <a:r>
                  <a:rPr lang="es-ES" dirty="0"/>
                  <a:t> </a:t>
                </a:r>
                <a:r>
                  <a:rPr lang="ar-AE" sz="1200" i="0" kern="1200">
                    <a:solidFill>
                      <a:schemeClr val="tx1"/>
                    </a:solidFill>
                    <a:latin typeface="Cambria Math" panose="02040503050406030204" pitchFamily="18" charset="0"/>
                    <a:ea typeface="+mn-ea"/>
                    <a:cs typeface="+mn-cs"/>
                  </a:rPr>
                  <a:t>𝑆_(𝑚,𝑗)&gt;0</a:t>
                </a:r>
                <a:r>
                  <a:rPr lang="ar-AE" dirty="0"/>
                  <a:t>)</a:t>
                </a:r>
              </a:p>
              <a:p>
                <a:pPr marL="171450" indent="-171450">
                  <a:buFont typeface="Arial" panose="020B0604020202020204" pitchFamily="34" charset="0"/>
                  <a:buChar char="•"/>
                </a:pPr>
                <a:r>
                  <a:rPr lang="es-ES" dirty="0" err="1"/>
                  <a:t>List</a:t>
                </a:r>
                <a:r>
                  <a:rPr lang="es-ES" dirty="0"/>
                  <a:t> </a:t>
                </a:r>
                <a:r>
                  <a:rPr lang="es-ES" dirty="0" err="1"/>
                  <a:t>consumers</a:t>
                </a:r>
                <a:r>
                  <a:rPr lang="es-ES" dirty="0"/>
                  <a:t> </a:t>
                </a:r>
                <a:r>
                  <a:rPr lang="es-ES" sz="1200" i="0" kern="1200">
                    <a:solidFill>
                      <a:schemeClr val="tx1"/>
                    </a:solidFill>
                    <a:latin typeface="Cambria Math" panose="02040503050406030204" pitchFamily="18" charset="0"/>
                    <a:ea typeface="+mn-ea"/>
                    <a:cs typeface="+mn-cs"/>
                  </a:rPr>
                  <a:t>𝐶</a:t>
                </a:r>
                <a:r>
                  <a:rPr lang="es-ES" dirty="0"/>
                  <a:t>(</a:t>
                </a:r>
                <a:r>
                  <a:rPr lang="es-ES" dirty="0" err="1"/>
                  <a:t>reactions</a:t>
                </a:r>
                <a:r>
                  <a:rPr lang="es-ES" dirty="0"/>
                  <a:t> </a:t>
                </a:r>
                <a:r>
                  <a:rPr lang="es-ES" dirty="0" err="1"/>
                  <a:t>with</a:t>
                </a:r>
                <a:r>
                  <a:rPr lang="es-ES" dirty="0"/>
                  <a:t> </a:t>
                </a:r>
                <a:r>
                  <a:rPr lang="ar-AE" sz="1200" i="0" kern="1200">
                    <a:solidFill>
                      <a:schemeClr val="tx1"/>
                    </a:solidFill>
                    <a:latin typeface="Cambria Math" panose="02040503050406030204" pitchFamily="18" charset="0"/>
                    <a:ea typeface="+mn-ea"/>
                    <a:cs typeface="+mn-cs"/>
                  </a:rPr>
                  <a:t>𝑆_(𝑚,𝑗)&lt;0</a:t>
                </a:r>
                <a:r>
                  <a:rPr lang="ar-AE" dirty="0"/>
                  <a:t>)</a:t>
                </a:r>
              </a:p>
              <a:p>
                <a:pPr marL="171450" indent="-171450">
                  <a:buFont typeface="Arial" panose="020B0604020202020204" pitchFamily="34" charset="0"/>
                  <a:buChar char="•"/>
                </a:pPr>
                <a:r>
                  <a:rPr lang="es-ES" dirty="0" err="1"/>
                  <a:t>If</a:t>
                </a:r>
                <a:r>
                  <a:rPr lang="es-ES" dirty="0"/>
                  <a:t> </a:t>
                </a:r>
                <a:r>
                  <a:rPr lang="es-ES" sz="1200" i="0" kern="1200">
                    <a:solidFill>
                      <a:schemeClr val="tx1"/>
                    </a:solidFill>
                    <a:latin typeface="Cambria Math" panose="02040503050406030204" pitchFamily="18" charset="0"/>
                    <a:ea typeface="+mn-ea"/>
                    <a:cs typeface="+mn-cs"/>
                  </a:rPr>
                  <a:t>∣𝑃∣≥2</a:t>
                </a:r>
                <a:r>
                  <a:rPr lang="es-ES" dirty="0"/>
                  <a:t>and </a:t>
                </a:r>
                <a:r>
                  <a:rPr lang="es-ES" sz="1200" i="0" kern="1200">
                    <a:solidFill>
                      <a:schemeClr val="tx1"/>
                    </a:solidFill>
                    <a:latin typeface="Cambria Math" panose="02040503050406030204" pitchFamily="18" charset="0"/>
                    <a:ea typeface="+mn-ea"/>
                    <a:cs typeface="+mn-cs"/>
                  </a:rPr>
                  <a:t>∣𝐶∣≥1</a:t>
                </a:r>
                <a:r>
                  <a:rPr lang="es-ES" dirty="0"/>
                  <a:t>, </a:t>
                </a:r>
                <a:r>
                  <a:rPr lang="es-ES" dirty="0" err="1"/>
                  <a:t>check</a:t>
                </a:r>
                <a:r>
                  <a:rPr lang="es-ES" dirty="0"/>
                  <a:t> candidate outputs </a:t>
                </a:r>
                <a:r>
                  <a:rPr lang="ar-AE" sz="1200" i="0" kern="1200">
                    <a:solidFill>
                      <a:schemeClr val="tx1"/>
                    </a:solidFill>
                    <a:latin typeface="Cambria Math" panose="02040503050406030204" pitchFamily="18" charset="0"/>
                    <a:ea typeface="+mn-ea"/>
                    <a:cs typeface="+mn-cs"/>
                  </a:rPr>
                  <a:t>𝑟_3∈𝐶</a:t>
                </a:r>
                <a:endParaRPr lang="ar-AE" dirty="0"/>
              </a:p>
              <a:p>
                <a:pPr marL="171450" indent="-171450">
                  <a:buFont typeface="Arial" panose="020B0604020202020204" pitchFamily="34" charset="0"/>
                  <a:buChar char="•"/>
                </a:pPr>
                <a:r>
                  <a:rPr lang="es-ES" dirty="0" err="1"/>
                  <a:t>Prefer</a:t>
                </a:r>
                <a:r>
                  <a:rPr lang="es-ES" dirty="0"/>
                  <a:t> cases </a:t>
                </a:r>
                <a:r>
                  <a:rPr lang="es-ES" dirty="0" err="1"/>
                  <a:t>where</a:t>
                </a:r>
                <a:r>
                  <a:rPr lang="es-ES" dirty="0"/>
                  <a:t> </a:t>
                </a:r>
                <a:r>
                  <a:rPr lang="es-ES" sz="1200" i="0" kern="1200">
                    <a:solidFill>
                      <a:schemeClr val="tx1"/>
                    </a:solidFill>
                    <a:latin typeface="Cambria Math" panose="02040503050406030204" pitchFamily="18" charset="0"/>
                    <a:ea typeface="+mn-ea"/>
                    <a:cs typeface="+mn-cs"/>
                  </a:rPr>
                  <a:t>𝑚</a:t>
                </a:r>
                <a:r>
                  <a:rPr lang="es-ES" dirty="0"/>
                  <a:t>has </a:t>
                </a:r>
                <a:r>
                  <a:rPr lang="es-ES" b="1" dirty="0" err="1"/>
                  <a:t>exactly</a:t>
                </a:r>
                <a:r>
                  <a:rPr lang="es-ES" dirty="0"/>
                  <a:t> 2 </a:t>
                </a:r>
                <a:r>
                  <a:rPr lang="es-ES" dirty="0" err="1"/>
                  <a:t>producers</a:t>
                </a:r>
                <a:r>
                  <a:rPr lang="es-ES" dirty="0"/>
                  <a:t> and 1 </a:t>
                </a:r>
                <a:r>
                  <a:rPr lang="es-ES" dirty="0" err="1"/>
                  <a:t>consumer</a:t>
                </a:r>
                <a:r>
                  <a:rPr lang="es-ES" dirty="0"/>
                  <a:t> (</a:t>
                </a:r>
                <a:r>
                  <a:rPr lang="es-ES" dirty="0" err="1"/>
                  <a:t>tightest</a:t>
                </a:r>
                <a:r>
                  <a:rPr lang="es-ES" dirty="0"/>
                  <a:t> “</a:t>
                </a:r>
                <a:r>
                  <a:rPr lang="es-ES" dirty="0" err="1"/>
                  <a:t>adder</a:t>
                </a:r>
                <a:r>
                  <a:rPr lang="es-ES" dirty="0"/>
                  <a:t>”)</a:t>
                </a:r>
              </a:p>
              <a:p>
                <a:pPr marL="171450" indent="-171450">
                  <a:buFont typeface="Arial" panose="020B0604020202020204" pitchFamily="34" charset="0"/>
                  <a:buChar char="•"/>
                </a:pPr>
                <a:r>
                  <a:rPr lang="es-ES" dirty="0" err="1"/>
                  <a:t>Intersect</a:t>
                </a:r>
                <a:r>
                  <a:rPr lang="es-ES" dirty="0"/>
                  <a:t> </a:t>
                </a:r>
                <a:r>
                  <a:rPr lang="es-ES" dirty="0" err="1"/>
                  <a:t>producers</a:t>
                </a:r>
                <a:r>
                  <a:rPr lang="es-ES" dirty="0"/>
                  <a:t> </a:t>
                </a:r>
                <a:r>
                  <a:rPr lang="es-ES" dirty="0" err="1"/>
                  <a:t>with</a:t>
                </a:r>
                <a:r>
                  <a:rPr lang="es-ES" dirty="0"/>
                  <a:t> </a:t>
                </a:r>
                <a:r>
                  <a:rPr lang="es-ES" dirty="0" err="1"/>
                  <a:t>your</a:t>
                </a:r>
                <a:r>
                  <a:rPr lang="es-ES" dirty="0"/>
                  <a:t> </a:t>
                </a:r>
                <a:r>
                  <a:rPr lang="es-ES" b="1" dirty="0"/>
                  <a:t>single-gene </a:t>
                </a:r>
                <a:r>
                  <a:rPr lang="es-ES" b="1" dirty="0" err="1"/>
                  <a:t>reaction</a:t>
                </a:r>
                <a:r>
                  <a:rPr lang="es-ES" b="1" dirty="0"/>
                  <a:t> </a:t>
                </a:r>
                <a:r>
                  <a:rPr lang="es-ES" b="1" dirty="0" err="1"/>
                  <a:t>list</a:t>
                </a:r>
                <a:r>
                  <a:rPr lang="es-ES" dirty="0"/>
                  <a:t> (</a:t>
                </a:r>
                <a:r>
                  <a:rPr lang="es-ES" dirty="0" err="1"/>
                  <a:t>your</a:t>
                </a:r>
                <a:r>
                  <a:rPr lang="es-ES" dirty="0"/>
                  <a:t> </a:t>
                </a:r>
                <a:r>
                  <a:rPr lang="es-ES" dirty="0" err="1"/>
                  <a:t>current</a:t>
                </a:r>
                <a:r>
                  <a:rPr lang="es-ES" dirty="0"/>
                  <a:t> </a:t>
                </a:r>
                <a:r>
                  <a:rPr lang="es-ES" dirty="0" err="1"/>
                  <a:t>code</a:t>
                </a:r>
                <a:r>
                  <a:rPr lang="es-ES" dirty="0"/>
                  <a:t> </a:t>
                </a:r>
                <a:r>
                  <a:rPr lang="es-ES" dirty="0" err="1"/>
                  <a:t>already</a:t>
                </a:r>
                <a:r>
                  <a:rPr lang="es-ES" dirty="0"/>
                  <a:t> </a:t>
                </a:r>
                <a:r>
                  <a:rPr lang="es-ES" dirty="0" err="1"/>
                  <a:t>gives</a:t>
                </a:r>
                <a:r>
                  <a:rPr lang="es-ES" dirty="0"/>
                  <a:t> </a:t>
                </a:r>
                <a:r>
                  <a:rPr lang="es-ES" dirty="0" err="1"/>
                  <a:t>that</a:t>
                </a:r>
                <a:r>
                  <a:rPr lang="es-ES" dirty="0"/>
                  <a:t>)</a:t>
                </a:r>
              </a:p>
              <a:p>
                <a:endParaRPr lang="en-US" dirty="0"/>
              </a:p>
            </p:txBody>
          </p:sp>
        </mc:Fallback>
      </mc:AlternateContent>
      <p:sp>
        <p:nvSpPr>
          <p:cNvPr id="4" name="Slide Number Placeholder 3">
            <a:extLst>
              <a:ext uri="{FF2B5EF4-FFF2-40B4-BE49-F238E27FC236}">
                <a16:creationId xmlns:a16="http://schemas.microsoft.com/office/drawing/2014/main" id="{0C372C31-FC2C-A3E8-0A41-B160BEC69218}"/>
              </a:ext>
            </a:extLst>
          </p:cNvPr>
          <p:cNvSpPr>
            <a:spLocks noGrp="1"/>
          </p:cNvSpPr>
          <p:nvPr>
            <p:ph type="sldNum" sz="quarter" idx="5"/>
          </p:nvPr>
        </p:nvSpPr>
        <p:spPr/>
        <p:txBody>
          <a:bodyPr/>
          <a:lstStyle/>
          <a:p>
            <a:fld id="{5F818A67-DE81-4BE5-A09A-01BC8A96D5BB}" type="slidenum">
              <a:rPr lang="en-US" smtClean="0"/>
              <a:t>93</a:t>
            </a:fld>
            <a:endParaRPr lang="en-US"/>
          </a:p>
        </p:txBody>
      </p:sp>
    </p:spTree>
    <p:extLst>
      <p:ext uri="{BB962C8B-B14F-4D97-AF65-F5344CB8AC3E}">
        <p14:creationId xmlns:p14="http://schemas.microsoft.com/office/powerpoint/2010/main" val="2196019912"/>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choose this combination for E3, as it relates with the metabolites of the highest concentration</a:t>
            </a:r>
          </a:p>
        </p:txBody>
      </p:sp>
      <p:sp>
        <p:nvSpPr>
          <p:cNvPr id="4" name="Slide Number Placeholder 3"/>
          <p:cNvSpPr>
            <a:spLocks noGrp="1"/>
          </p:cNvSpPr>
          <p:nvPr>
            <p:ph type="sldNum" sz="quarter" idx="5"/>
          </p:nvPr>
        </p:nvSpPr>
        <p:spPr/>
        <p:txBody>
          <a:bodyPr/>
          <a:lstStyle/>
          <a:p>
            <a:fld id="{5F818A67-DE81-4BE5-A09A-01BC8A96D5BB}" type="slidenum">
              <a:rPr lang="en-US" smtClean="0"/>
              <a:t>95</a:t>
            </a:fld>
            <a:endParaRPr lang="en-US"/>
          </a:p>
        </p:txBody>
      </p:sp>
    </p:spTree>
    <p:extLst>
      <p:ext uri="{BB962C8B-B14F-4D97-AF65-F5344CB8AC3E}">
        <p14:creationId xmlns:p14="http://schemas.microsoft.com/office/powerpoint/2010/main" val="4232645680"/>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F2234B-9D30-E288-DD98-966E75B17F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09F8EF-038B-3C3E-A0C3-9DE8710C6B71}"/>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8AEE57BA-2CAF-A4D5-3C9B-F1A4D626CD0A}"/>
                  </a:ext>
                </a:extLst>
              </p:cNvPr>
              <p:cNvSpPr>
                <a:spLocks noGrp="1"/>
              </p:cNvSpPr>
              <p:nvPr>
                <p:ph type="body" idx="1"/>
              </p:nvPr>
            </p:nvSpPr>
            <p:spPr/>
            <p:txBody>
              <a:bodyPr/>
              <a:lstStyle/>
              <a:p>
                <a:r>
                  <a:rPr lang="es-ES" dirty="0" err="1"/>
                  <a:t>Algorithm</a:t>
                </a:r>
                <a:endParaRPr lang="es-ES" dirty="0"/>
              </a:p>
              <a:p>
                <a:pPr marL="171450" indent="-171450">
                  <a:buFont typeface="Arial" panose="020B0604020202020204" pitchFamily="34" charset="0"/>
                  <a:buChar char="•"/>
                </a:pPr>
                <a:r>
                  <a:rPr lang="es-ES" dirty="0" err="1"/>
                  <a:t>For</a:t>
                </a:r>
                <a:r>
                  <a:rPr lang="es-ES" dirty="0"/>
                  <a:t> </a:t>
                </a:r>
                <a:r>
                  <a:rPr lang="es-ES" dirty="0" err="1"/>
                  <a:t>each</a:t>
                </a:r>
                <a:r>
                  <a:rPr lang="es-ES" dirty="0"/>
                  <a:t> </a:t>
                </a:r>
                <a:r>
                  <a:rPr lang="es-ES" dirty="0" err="1"/>
                  <a:t>metabolite</a:t>
                </a:r>
                <a:r>
                  <a:rPr lang="es-ES" dirty="0"/>
                  <a:t> </a:t>
                </a:r>
                <a14:m>
                  <m:oMath xmlns:m="http://schemas.openxmlformats.org/officeDocument/2006/math">
                    <m:r>
                      <a:rPr lang="es-ES" sz="1200" i="1" kern="1200">
                        <a:solidFill>
                          <a:schemeClr val="tx1"/>
                        </a:solidFill>
                        <a:latin typeface="Cambria Math" panose="02040503050406030204" pitchFamily="18" charset="0"/>
                        <a:ea typeface="+mn-ea"/>
                        <a:cs typeface="+mn-cs"/>
                      </a:rPr>
                      <m:t>𝑚</m:t>
                    </m:r>
                  </m:oMath>
                </a14:m>
                <a:r>
                  <a:rPr lang="es-ES" dirty="0"/>
                  <a:t>, </a:t>
                </a:r>
                <a:r>
                  <a:rPr lang="es-ES" dirty="0" err="1"/>
                  <a:t>list</a:t>
                </a:r>
                <a:r>
                  <a:rPr lang="es-ES" dirty="0"/>
                  <a:t> </a:t>
                </a:r>
                <a:r>
                  <a:rPr lang="es-ES" dirty="0" err="1"/>
                  <a:t>producers</a:t>
                </a:r>
                <a:r>
                  <a:rPr lang="es-ES" dirty="0"/>
                  <a:t> </a:t>
                </a:r>
                <a14:m>
                  <m:oMath xmlns:m="http://schemas.openxmlformats.org/officeDocument/2006/math">
                    <m:r>
                      <a:rPr lang="es-ES" sz="1200" i="1" kern="1200">
                        <a:solidFill>
                          <a:schemeClr val="tx1"/>
                        </a:solidFill>
                        <a:latin typeface="Cambria Math" panose="02040503050406030204" pitchFamily="18" charset="0"/>
                        <a:ea typeface="+mn-ea"/>
                        <a:cs typeface="+mn-cs"/>
                      </a:rPr>
                      <m:t>𝑃</m:t>
                    </m:r>
                  </m:oMath>
                </a14:m>
                <a:r>
                  <a:rPr lang="es-ES" dirty="0"/>
                  <a:t>(</a:t>
                </a:r>
                <a:r>
                  <a:rPr lang="es-ES" dirty="0" err="1"/>
                  <a:t>reactions</a:t>
                </a:r>
                <a:r>
                  <a:rPr lang="es-ES" dirty="0"/>
                  <a:t> </a:t>
                </a:r>
                <a:r>
                  <a:rPr lang="es-ES" dirty="0" err="1"/>
                  <a:t>with</a:t>
                </a:r>
                <a:r>
                  <a:rPr lang="es-ES" dirty="0"/>
                  <a:t> </a:t>
                </a:r>
                <a14:m>
                  <m:oMath xmlns:m="http://schemas.openxmlformats.org/officeDocument/2006/math">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𝑆</m:t>
                        </m:r>
                      </m:e>
                      <m:sub>
                        <m:r>
                          <a:rPr lang="ar-AE" sz="1200" i="1" kern="1200">
                            <a:solidFill>
                              <a:schemeClr val="tx1"/>
                            </a:solidFill>
                            <a:latin typeface="Cambria Math" panose="02040503050406030204" pitchFamily="18" charset="0"/>
                            <a:ea typeface="+mn-ea"/>
                            <a:cs typeface="+mn-cs"/>
                          </a:rPr>
                          <m:t>𝑚</m:t>
                        </m:r>
                        <m:r>
                          <a:rPr lang="ar-AE" sz="1200" i="0" kern="1200">
                            <a:solidFill>
                              <a:schemeClr val="tx1"/>
                            </a:solidFill>
                            <a:latin typeface="Cambria Math" panose="02040503050406030204" pitchFamily="18" charset="0"/>
                            <a:ea typeface="+mn-ea"/>
                            <a:cs typeface="+mn-cs"/>
                          </a:rPr>
                          <m:t>,</m:t>
                        </m:r>
                        <m:r>
                          <a:rPr lang="ar-AE" sz="1200" i="1" kern="1200">
                            <a:solidFill>
                              <a:schemeClr val="tx1"/>
                            </a:solidFill>
                            <a:latin typeface="Cambria Math" panose="02040503050406030204" pitchFamily="18" charset="0"/>
                            <a:ea typeface="+mn-ea"/>
                            <a:cs typeface="+mn-cs"/>
                          </a:rPr>
                          <m:t>𝑗</m:t>
                        </m:r>
                      </m:sub>
                    </m:sSub>
                    <m:r>
                      <a:rPr lang="ar-AE" sz="1200" i="0" kern="1200">
                        <a:solidFill>
                          <a:schemeClr val="tx1"/>
                        </a:solidFill>
                        <a:latin typeface="Cambria Math" panose="02040503050406030204" pitchFamily="18" charset="0"/>
                        <a:ea typeface="+mn-ea"/>
                        <a:cs typeface="+mn-cs"/>
                      </a:rPr>
                      <m:t>&gt;0</m:t>
                    </m:r>
                  </m:oMath>
                </a14:m>
                <a:r>
                  <a:rPr lang="ar-AE" dirty="0"/>
                  <a:t>)</a:t>
                </a:r>
              </a:p>
              <a:p>
                <a:pPr marL="171450" indent="-171450">
                  <a:buFont typeface="Arial" panose="020B0604020202020204" pitchFamily="34" charset="0"/>
                  <a:buChar char="•"/>
                </a:pPr>
                <a:r>
                  <a:rPr lang="es-ES" dirty="0" err="1"/>
                  <a:t>List</a:t>
                </a:r>
                <a:r>
                  <a:rPr lang="es-ES" dirty="0"/>
                  <a:t> </a:t>
                </a:r>
                <a:r>
                  <a:rPr lang="es-ES" dirty="0" err="1"/>
                  <a:t>consumers</a:t>
                </a:r>
                <a:r>
                  <a:rPr lang="es-ES" dirty="0"/>
                  <a:t> </a:t>
                </a:r>
                <a14:m>
                  <m:oMath xmlns:m="http://schemas.openxmlformats.org/officeDocument/2006/math">
                    <m:r>
                      <a:rPr lang="es-ES" sz="1200" i="1" kern="1200">
                        <a:solidFill>
                          <a:schemeClr val="tx1"/>
                        </a:solidFill>
                        <a:latin typeface="Cambria Math" panose="02040503050406030204" pitchFamily="18" charset="0"/>
                        <a:ea typeface="+mn-ea"/>
                        <a:cs typeface="+mn-cs"/>
                      </a:rPr>
                      <m:t>𝐶</m:t>
                    </m:r>
                  </m:oMath>
                </a14:m>
                <a:r>
                  <a:rPr lang="es-ES" dirty="0"/>
                  <a:t>(</a:t>
                </a:r>
                <a:r>
                  <a:rPr lang="es-ES" dirty="0" err="1"/>
                  <a:t>reactions</a:t>
                </a:r>
                <a:r>
                  <a:rPr lang="es-ES" dirty="0"/>
                  <a:t> </a:t>
                </a:r>
                <a:r>
                  <a:rPr lang="es-ES" dirty="0" err="1"/>
                  <a:t>with</a:t>
                </a:r>
                <a:r>
                  <a:rPr lang="es-ES" dirty="0"/>
                  <a:t> </a:t>
                </a:r>
                <a14:m>
                  <m:oMath xmlns:m="http://schemas.openxmlformats.org/officeDocument/2006/math">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𝑆</m:t>
                        </m:r>
                      </m:e>
                      <m:sub>
                        <m:r>
                          <a:rPr lang="ar-AE" sz="1200" i="1" kern="1200">
                            <a:solidFill>
                              <a:schemeClr val="tx1"/>
                            </a:solidFill>
                            <a:latin typeface="Cambria Math" panose="02040503050406030204" pitchFamily="18" charset="0"/>
                            <a:ea typeface="+mn-ea"/>
                            <a:cs typeface="+mn-cs"/>
                          </a:rPr>
                          <m:t>𝑚</m:t>
                        </m:r>
                        <m:r>
                          <a:rPr lang="ar-AE" sz="1200" i="0" kern="1200">
                            <a:solidFill>
                              <a:schemeClr val="tx1"/>
                            </a:solidFill>
                            <a:latin typeface="Cambria Math" panose="02040503050406030204" pitchFamily="18" charset="0"/>
                            <a:ea typeface="+mn-ea"/>
                            <a:cs typeface="+mn-cs"/>
                          </a:rPr>
                          <m:t>,</m:t>
                        </m:r>
                        <m:r>
                          <a:rPr lang="ar-AE" sz="1200" i="1" kern="1200">
                            <a:solidFill>
                              <a:schemeClr val="tx1"/>
                            </a:solidFill>
                            <a:latin typeface="Cambria Math" panose="02040503050406030204" pitchFamily="18" charset="0"/>
                            <a:ea typeface="+mn-ea"/>
                            <a:cs typeface="+mn-cs"/>
                          </a:rPr>
                          <m:t>𝑗</m:t>
                        </m:r>
                      </m:sub>
                    </m:sSub>
                    <m:r>
                      <a:rPr lang="ar-AE" sz="1200" i="0" kern="1200">
                        <a:solidFill>
                          <a:schemeClr val="tx1"/>
                        </a:solidFill>
                        <a:latin typeface="Cambria Math" panose="02040503050406030204" pitchFamily="18" charset="0"/>
                        <a:ea typeface="+mn-ea"/>
                        <a:cs typeface="+mn-cs"/>
                      </a:rPr>
                      <m:t>&lt;0</m:t>
                    </m:r>
                  </m:oMath>
                </a14:m>
                <a:r>
                  <a:rPr lang="ar-AE" dirty="0"/>
                  <a:t>)</a:t>
                </a:r>
              </a:p>
              <a:p>
                <a:pPr marL="171450" indent="-171450">
                  <a:buFont typeface="Arial" panose="020B0604020202020204" pitchFamily="34" charset="0"/>
                  <a:buChar char="•"/>
                </a:pPr>
                <a:r>
                  <a:rPr lang="es-ES" dirty="0" err="1"/>
                  <a:t>If</a:t>
                </a:r>
                <a:r>
                  <a:rPr lang="es-ES" dirty="0"/>
                  <a:t> </a:t>
                </a:r>
                <a14:m>
                  <m:oMath xmlns:m="http://schemas.openxmlformats.org/officeDocument/2006/math">
                    <m:r>
                      <a:rPr lang="es-ES" sz="1200" kern="1200">
                        <a:solidFill>
                          <a:schemeClr val="tx1"/>
                        </a:solidFill>
                        <a:latin typeface="Cambria Math" panose="02040503050406030204" pitchFamily="18" charset="0"/>
                        <a:ea typeface="+mn-ea"/>
                        <a:cs typeface="+mn-cs"/>
                      </a:rPr>
                      <m:t>∣</m:t>
                    </m:r>
                    <m:r>
                      <a:rPr lang="es-ES" sz="1200" i="1" kern="1200">
                        <a:solidFill>
                          <a:schemeClr val="tx1"/>
                        </a:solidFill>
                        <a:latin typeface="Cambria Math" panose="02040503050406030204" pitchFamily="18" charset="0"/>
                        <a:ea typeface="+mn-ea"/>
                        <a:cs typeface="+mn-cs"/>
                      </a:rPr>
                      <m:t>𝑃</m:t>
                    </m:r>
                    <m:r>
                      <a:rPr lang="es-ES" sz="1200" i="0" kern="1200">
                        <a:solidFill>
                          <a:schemeClr val="tx1"/>
                        </a:solidFill>
                        <a:latin typeface="Cambria Math" panose="02040503050406030204" pitchFamily="18" charset="0"/>
                        <a:ea typeface="+mn-ea"/>
                        <a:cs typeface="+mn-cs"/>
                      </a:rPr>
                      <m:t>∣≥2</m:t>
                    </m:r>
                  </m:oMath>
                </a14:m>
                <a:r>
                  <a:rPr lang="es-ES" dirty="0"/>
                  <a:t>and </a:t>
                </a:r>
                <a14:m>
                  <m:oMath xmlns:m="http://schemas.openxmlformats.org/officeDocument/2006/math">
                    <m:r>
                      <a:rPr lang="es-ES" sz="1200" kern="1200">
                        <a:solidFill>
                          <a:schemeClr val="tx1"/>
                        </a:solidFill>
                        <a:latin typeface="Cambria Math" panose="02040503050406030204" pitchFamily="18" charset="0"/>
                        <a:ea typeface="+mn-ea"/>
                        <a:cs typeface="+mn-cs"/>
                      </a:rPr>
                      <m:t>∣</m:t>
                    </m:r>
                    <m:r>
                      <a:rPr lang="es-ES" sz="1200" i="1" kern="1200">
                        <a:solidFill>
                          <a:schemeClr val="tx1"/>
                        </a:solidFill>
                        <a:latin typeface="Cambria Math" panose="02040503050406030204" pitchFamily="18" charset="0"/>
                        <a:ea typeface="+mn-ea"/>
                        <a:cs typeface="+mn-cs"/>
                      </a:rPr>
                      <m:t>𝐶</m:t>
                    </m:r>
                    <m:r>
                      <a:rPr lang="es-ES" sz="1200" i="0" kern="1200">
                        <a:solidFill>
                          <a:schemeClr val="tx1"/>
                        </a:solidFill>
                        <a:latin typeface="Cambria Math" panose="02040503050406030204" pitchFamily="18" charset="0"/>
                        <a:ea typeface="+mn-ea"/>
                        <a:cs typeface="+mn-cs"/>
                      </a:rPr>
                      <m:t>∣≥1</m:t>
                    </m:r>
                  </m:oMath>
                </a14:m>
                <a:r>
                  <a:rPr lang="es-ES" dirty="0"/>
                  <a:t>, </a:t>
                </a:r>
                <a:r>
                  <a:rPr lang="es-ES" dirty="0" err="1"/>
                  <a:t>check</a:t>
                </a:r>
                <a:r>
                  <a:rPr lang="es-ES" dirty="0"/>
                  <a:t> candidate outputs </a:t>
                </a:r>
                <a14:m>
                  <m:oMath xmlns:m="http://schemas.openxmlformats.org/officeDocument/2006/math">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𝑟</m:t>
                        </m:r>
                      </m:e>
                      <m:sub>
                        <m:r>
                          <a:rPr lang="ar-AE" sz="1200" i="0" kern="1200">
                            <a:solidFill>
                              <a:schemeClr val="tx1"/>
                            </a:solidFill>
                            <a:latin typeface="Cambria Math" panose="02040503050406030204" pitchFamily="18" charset="0"/>
                            <a:ea typeface="+mn-ea"/>
                            <a:cs typeface="+mn-cs"/>
                          </a:rPr>
                          <m:t>3</m:t>
                        </m:r>
                      </m:sub>
                    </m:sSub>
                    <m:r>
                      <a:rPr lang="ar-AE" sz="1200" i="0" kern="1200">
                        <a:solidFill>
                          <a:schemeClr val="tx1"/>
                        </a:solidFill>
                        <a:latin typeface="Cambria Math" panose="02040503050406030204" pitchFamily="18" charset="0"/>
                        <a:ea typeface="+mn-ea"/>
                        <a:cs typeface="+mn-cs"/>
                      </a:rPr>
                      <m:t>∈</m:t>
                    </m:r>
                    <m:r>
                      <a:rPr lang="ar-AE" sz="1200" i="1" kern="1200">
                        <a:solidFill>
                          <a:schemeClr val="tx1"/>
                        </a:solidFill>
                        <a:latin typeface="Cambria Math" panose="02040503050406030204" pitchFamily="18" charset="0"/>
                        <a:ea typeface="+mn-ea"/>
                        <a:cs typeface="+mn-cs"/>
                      </a:rPr>
                      <m:t>𝐶</m:t>
                    </m:r>
                  </m:oMath>
                </a14:m>
                <a:endParaRPr lang="ar-AE" dirty="0"/>
              </a:p>
              <a:p>
                <a:pPr marL="171450" indent="-171450">
                  <a:buFont typeface="Arial" panose="020B0604020202020204" pitchFamily="34" charset="0"/>
                  <a:buChar char="•"/>
                </a:pPr>
                <a:r>
                  <a:rPr lang="es-ES" dirty="0" err="1"/>
                  <a:t>Prefer</a:t>
                </a:r>
                <a:r>
                  <a:rPr lang="es-ES" dirty="0"/>
                  <a:t> cases </a:t>
                </a:r>
                <a:r>
                  <a:rPr lang="es-ES" dirty="0" err="1"/>
                  <a:t>where</a:t>
                </a:r>
                <a:r>
                  <a:rPr lang="es-ES" dirty="0"/>
                  <a:t> </a:t>
                </a:r>
                <a14:m>
                  <m:oMath xmlns:m="http://schemas.openxmlformats.org/officeDocument/2006/math">
                    <m:r>
                      <a:rPr lang="es-ES" sz="1200" i="1" kern="1200">
                        <a:solidFill>
                          <a:schemeClr val="tx1"/>
                        </a:solidFill>
                        <a:latin typeface="Cambria Math" panose="02040503050406030204" pitchFamily="18" charset="0"/>
                        <a:ea typeface="+mn-ea"/>
                        <a:cs typeface="+mn-cs"/>
                      </a:rPr>
                      <m:t>𝑚</m:t>
                    </m:r>
                  </m:oMath>
                </a14:m>
                <a:r>
                  <a:rPr lang="es-ES" dirty="0"/>
                  <a:t>has </a:t>
                </a:r>
                <a:r>
                  <a:rPr lang="es-ES" b="1" dirty="0" err="1"/>
                  <a:t>exactly</a:t>
                </a:r>
                <a:r>
                  <a:rPr lang="es-ES" dirty="0"/>
                  <a:t> 2 </a:t>
                </a:r>
                <a:r>
                  <a:rPr lang="es-ES" dirty="0" err="1"/>
                  <a:t>producers</a:t>
                </a:r>
                <a:r>
                  <a:rPr lang="es-ES" dirty="0"/>
                  <a:t> and 1 </a:t>
                </a:r>
                <a:r>
                  <a:rPr lang="es-ES" dirty="0" err="1"/>
                  <a:t>consumer</a:t>
                </a:r>
                <a:r>
                  <a:rPr lang="es-ES" dirty="0"/>
                  <a:t> (</a:t>
                </a:r>
                <a:r>
                  <a:rPr lang="es-ES" dirty="0" err="1"/>
                  <a:t>tightest</a:t>
                </a:r>
                <a:r>
                  <a:rPr lang="es-ES" dirty="0"/>
                  <a:t> “</a:t>
                </a:r>
                <a:r>
                  <a:rPr lang="es-ES" dirty="0" err="1"/>
                  <a:t>adder</a:t>
                </a:r>
                <a:r>
                  <a:rPr lang="es-ES" dirty="0"/>
                  <a:t>”)</a:t>
                </a:r>
              </a:p>
              <a:p>
                <a:pPr marL="171450" indent="-171450">
                  <a:buFont typeface="Arial" panose="020B0604020202020204" pitchFamily="34" charset="0"/>
                  <a:buChar char="•"/>
                </a:pPr>
                <a:r>
                  <a:rPr lang="es-ES" dirty="0" err="1"/>
                  <a:t>Intersect</a:t>
                </a:r>
                <a:r>
                  <a:rPr lang="es-ES" dirty="0"/>
                  <a:t> </a:t>
                </a:r>
                <a:r>
                  <a:rPr lang="es-ES" dirty="0" err="1"/>
                  <a:t>producers</a:t>
                </a:r>
                <a:r>
                  <a:rPr lang="es-ES" dirty="0"/>
                  <a:t> </a:t>
                </a:r>
                <a:r>
                  <a:rPr lang="es-ES" dirty="0" err="1"/>
                  <a:t>with</a:t>
                </a:r>
                <a:r>
                  <a:rPr lang="es-ES" dirty="0"/>
                  <a:t> </a:t>
                </a:r>
                <a:r>
                  <a:rPr lang="es-ES" dirty="0" err="1"/>
                  <a:t>your</a:t>
                </a:r>
                <a:r>
                  <a:rPr lang="es-ES" dirty="0"/>
                  <a:t> </a:t>
                </a:r>
                <a:r>
                  <a:rPr lang="es-ES" b="1" dirty="0"/>
                  <a:t>single-gene </a:t>
                </a:r>
                <a:r>
                  <a:rPr lang="es-ES" b="1" dirty="0" err="1"/>
                  <a:t>reaction</a:t>
                </a:r>
                <a:r>
                  <a:rPr lang="es-ES" b="1" dirty="0"/>
                  <a:t> </a:t>
                </a:r>
                <a:r>
                  <a:rPr lang="es-ES" b="1" dirty="0" err="1"/>
                  <a:t>list</a:t>
                </a:r>
                <a:r>
                  <a:rPr lang="es-ES" dirty="0"/>
                  <a:t> (</a:t>
                </a:r>
                <a:r>
                  <a:rPr lang="es-ES" dirty="0" err="1"/>
                  <a:t>your</a:t>
                </a:r>
                <a:r>
                  <a:rPr lang="es-ES" dirty="0"/>
                  <a:t> </a:t>
                </a:r>
                <a:r>
                  <a:rPr lang="es-ES" dirty="0" err="1"/>
                  <a:t>current</a:t>
                </a:r>
                <a:r>
                  <a:rPr lang="es-ES" dirty="0"/>
                  <a:t> </a:t>
                </a:r>
                <a:r>
                  <a:rPr lang="es-ES" dirty="0" err="1"/>
                  <a:t>code</a:t>
                </a:r>
                <a:r>
                  <a:rPr lang="es-ES" dirty="0"/>
                  <a:t> </a:t>
                </a:r>
                <a:r>
                  <a:rPr lang="es-ES" dirty="0" err="1"/>
                  <a:t>already</a:t>
                </a:r>
                <a:r>
                  <a:rPr lang="es-ES" dirty="0"/>
                  <a:t> </a:t>
                </a:r>
                <a:r>
                  <a:rPr lang="es-ES" dirty="0" err="1"/>
                  <a:t>gives</a:t>
                </a:r>
                <a:r>
                  <a:rPr lang="es-ES" dirty="0"/>
                  <a:t> </a:t>
                </a:r>
                <a:r>
                  <a:rPr lang="es-ES" dirty="0" err="1"/>
                  <a:t>that</a:t>
                </a:r>
                <a:r>
                  <a:rPr lang="es-ES" dirty="0"/>
                  <a:t>)</a:t>
                </a:r>
              </a:p>
              <a:p>
                <a:endParaRPr lang="en-US" dirty="0"/>
              </a:p>
            </p:txBody>
          </p:sp>
        </mc:Choice>
        <mc:Fallback xmlns="">
          <p:sp>
            <p:nvSpPr>
              <p:cNvPr id="3" name="Notes Placeholder 2">
                <a:extLst>
                  <a:ext uri="{FF2B5EF4-FFF2-40B4-BE49-F238E27FC236}">
                    <a16:creationId xmlns:a16="http://schemas.microsoft.com/office/drawing/2014/main" id="{8AEE57BA-2CAF-A4D5-3C9B-F1A4D626CD0A}"/>
                  </a:ext>
                </a:extLst>
              </p:cNvPr>
              <p:cNvSpPr>
                <a:spLocks noGrp="1"/>
              </p:cNvSpPr>
              <p:nvPr>
                <p:ph type="body" idx="1"/>
              </p:nvPr>
            </p:nvSpPr>
            <p:spPr/>
            <p:txBody>
              <a:bodyPr/>
              <a:lstStyle/>
              <a:p>
                <a:r>
                  <a:rPr lang="es-ES" dirty="0" err="1"/>
                  <a:t>Algorithm</a:t>
                </a:r>
                <a:endParaRPr lang="es-ES" dirty="0"/>
              </a:p>
              <a:p>
                <a:pPr marL="171450" indent="-171450">
                  <a:buFont typeface="Arial" panose="020B0604020202020204" pitchFamily="34" charset="0"/>
                  <a:buChar char="•"/>
                </a:pPr>
                <a:r>
                  <a:rPr lang="es-ES" dirty="0" err="1"/>
                  <a:t>For</a:t>
                </a:r>
                <a:r>
                  <a:rPr lang="es-ES" dirty="0"/>
                  <a:t> </a:t>
                </a:r>
                <a:r>
                  <a:rPr lang="es-ES" dirty="0" err="1"/>
                  <a:t>each</a:t>
                </a:r>
                <a:r>
                  <a:rPr lang="es-ES" dirty="0"/>
                  <a:t> </a:t>
                </a:r>
                <a:r>
                  <a:rPr lang="es-ES" dirty="0" err="1"/>
                  <a:t>metabolite</a:t>
                </a:r>
                <a:r>
                  <a:rPr lang="es-ES" dirty="0"/>
                  <a:t> </a:t>
                </a:r>
                <a:r>
                  <a:rPr lang="es-ES" sz="1200" i="0" kern="1200">
                    <a:solidFill>
                      <a:schemeClr val="tx1"/>
                    </a:solidFill>
                    <a:latin typeface="Cambria Math" panose="02040503050406030204" pitchFamily="18" charset="0"/>
                    <a:ea typeface="+mn-ea"/>
                    <a:cs typeface="+mn-cs"/>
                  </a:rPr>
                  <a:t>𝑚</a:t>
                </a:r>
                <a:r>
                  <a:rPr lang="es-ES" dirty="0"/>
                  <a:t>, </a:t>
                </a:r>
                <a:r>
                  <a:rPr lang="es-ES" dirty="0" err="1"/>
                  <a:t>list</a:t>
                </a:r>
                <a:r>
                  <a:rPr lang="es-ES" dirty="0"/>
                  <a:t> </a:t>
                </a:r>
                <a:r>
                  <a:rPr lang="es-ES" dirty="0" err="1"/>
                  <a:t>producers</a:t>
                </a:r>
                <a:r>
                  <a:rPr lang="es-ES" dirty="0"/>
                  <a:t> </a:t>
                </a:r>
                <a:r>
                  <a:rPr lang="es-ES" sz="1200" i="0" kern="1200">
                    <a:solidFill>
                      <a:schemeClr val="tx1"/>
                    </a:solidFill>
                    <a:latin typeface="Cambria Math" panose="02040503050406030204" pitchFamily="18" charset="0"/>
                    <a:ea typeface="+mn-ea"/>
                    <a:cs typeface="+mn-cs"/>
                  </a:rPr>
                  <a:t>𝑃</a:t>
                </a:r>
                <a:r>
                  <a:rPr lang="es-ES" dirty="0"/>
                  <a:t>(</a:t>
                </a:r>
                <a:r>
                  <a:rPr lang="es-ES" dirty="0" err="1"/>
                  <a:t>reactions</a:t>
                </a:r>
                <a:r>
                  <a:rPr lang="es-ES" dirty="0"/>
                  <a:t> </a:t>
                </a:r>
                <a:r>
                  <a:rPr lang="es-ES" dirty="0" err="1"/>
                  <a:t>with</a:t>
                </a:r>
                <a:r>
                  <a:rPr lang="es-ES" dirty="0"/>
                  <a:t> </a:t>
                </a:r>
                <a:r>
                  <a:rPr lang="ar-AE" sz="1200" i="0" kern="1200">
                    <a:solidFill>
                      <a:schemeClr val="tx1"/>
                    </a:solidFill>
                    <a:latin typeface="Cambria Math" panose="02040503050406030204" pitchFamily="18" charset="0"/>
                    <a:ea typeface="+mn-ea"/>
                    <a:cs typeface="+mn-cs"/>
                  </a:rPr>
                  <a:t>𝑆_(𝑚,𝑗)&gt;0</a:t>
                </a:r>
                <a:r>
                  <a:rPr lang="ar-AE" dirty="0"/>
                  <a:t>)</a:t>
                </a:r>
              </a:p>
              <a:p>
                <a:pPr marL="171450" indent="-171450">
                  <a:buFont typeface="Arial" panose="020B0604020202020204" pitchFamily="34" charset="0"/>
                  <a:buChar char="•"/>
                </a:pPr>
                <a:r>
                  <a:rPr lang="es-ES" dirty="0" err="1"/>
                  <a:t>List</a:t>
                </a:r>
                <a:r>
                  <a:rPr lang="es-ES" dirty="0"/>
                  <a:t> </a:t>
                </a:r>
                <a:r>
                  <a:rPr lang="es-ES" dirty="0" err="1"/>
                  <a:t>consumers</a:t>
                </a:r>
                <a:r>
                  <a:rPr lang="es-ES" dirty="0"/>
                  <a:t> </a:t>
                </a:r>
                <a:r>
                  <a:rPr lang="es-ES" sz="1200" i="0" kern="1200">
                    <a:solidFill>
                      <a:schemeClr val="tx1"/>
                    </a:solidFill>
                    <a:latin typeface="Cambria Math" panose="02040503050406030204" pitchFamily="18" charset="0"/>
                    <a:ea typeface="+mn-ea"/>
                    <a:cs typeface="+mn-cs"/>
                  </a:rPr>
                  <a:t>𝐶</a:t>
                </a:r>
                <a:r>
                  <a:rPr lang="es-ES" dirty="0"/>
                  <a:t>(</a:t>
                </a:r>
                <a:r>
                  <a:rPr lang="es-ES" dirty="0" err="1"/>
                  <a:t>reactions</a:t>
                </a:r>
                <a:r>
                  <a:rPr lang="es-ES" dirty="0"/>
                  <a:t> </a:t>
                </a:r>
                <a:r>
                  <a:rPr lang="es-ES" dirty="0" err="1"/>
                  <a:t>with</a:t>
                </a:r>
                <a:r>
                  <a:rPr lang="es-ES" dirty="0"/>
                  <a:t> </a:t>
                </a:r>
                <a:r>
                  <a:rPr lang="ar-AE" sz="1200" i="0" kern="1200">
                    <a:solidFill>
                      <a:schemeClr val="tx1"/>
                    </a:solidFill>
                    <a:latin typeface="Cambria Math" panose="02040503050406030204" pitchFamily="18" charset="0"/>
                    <a:ea typeface="+mn-ea"/>
                    <a:cs typeface="+mn-cs"/>
                  </a:rPr>
                  <a:t>𝑆_(𝑚,𝑗)&lt;0</a:t>
                </a:r>
                <a:r>
                  <a:rPr lang="ar-AE" dirty="0"/>
                  <a:t>)</a:t>
                </a:r>
              </a:p>
              <a:p>
                <a:pPr marL="171450" indent="-171450">
                  <a:buFont typeface="Arial" panose="020B0604020202020204" pitchFamily="34" charset="0"/>
                  <a:buChar char="•"/>
                </a:pPr>
                <a:r>
                  <a:rPr lang="es-ES" dirty="0" err="1"/>
                  <a:t>If</a:t>
                </a:r>
                <a:r>
                  <a:rPr lang="es-ES" dirty="0"/>
                  <a:t> </a:t>
                </a:r>
                <a:r>
                  <a:rPr lang="es-ES" sz="1200" i="0" kern="1200">
                    <a:solidFill>
                      <a:schemeClr val="tx1"/>
                    </a:solidFill>
                    <a:latin typeface="Cambria Math" panose="02040503050406030204" pitchFamily="18" charset="0"/>
                    <a:ea typeface="+mn-ea"/>
                    <a:cs typeface="+mn-cs"/>
                  </a:rPr>
                  <a:t>∣𝑃∣≥2</a:t>
                </a:r>
                <a:r>
                  <a:rPr lang="es-ES" dirty="0"/>
                  <a:t>and </a:t>
                </a:r>
                <a:r>
                  <a:rPr lang="es-ES" sz="1200" i="0" kern="1200">
                    <a:solidFill>
                      <a:schemeClr val="tx1"/>
                    </a:solidFill>
                    <a:latin typeface="Cambria Math" panose="02040503050406030204" pitchFamily="18" charset="0"/>
                    <a:ea typeface="+mn-ea"/>
                    <a:cs typeface="+mn-cs"/>
                  </a:rPr>
                  <a:t>∣𝐶∣≥1</a:t>
                </a:r>
                <a:r>
                  <a:rPr lang="es-ES" dirty="0"/>
                  <a:t>, </a:t>
                </a:r>
                <a:r>
                  <a:rPr lang="es-ES" dirty="0" err="1"/>
                  <a:t>check</a:t>
                </a:r>
                <a:r>
                  <a:rPr lang="es-ES" dirty="0"/>
                  <a:t> candidate outputs </a:t>
                </a:r>
                <a:r>
                  <a:rPr lang="ar-AE" sz="1200" i="0" kern="1200">
                    <a:solidFill>
                      <a:schemeClr val="tx1"/>
                    </a:solidFill>
                    <a:latin typeface="Cambria Math" panose="02040503050406030204" pitchFamily="18" charset="0"/>
                    <a:ea typeface="+mn-ea"/>
                    <a:cs typeface="+mn-cs"/>
                  </a:rPr>
                  <a:t>𝑟_3∈𝐶</a:t>
                </a:r>
                <a:endParaRPr lang="ar-AE" dirty="0"/>
              </a:p>
              <a:p>
                <a:pPr marL="171450" indent="-171450">
                  <a:buFont typeface="Arial" panose="020B0604020202020204" pitchFamily="34" charset="0"/>
                  <a:buChar char="•"/>
                </a:pPr>
                <a:r>
                  <a:rPr lang="es-ES" dirty="0" err="1"/>
                  <a:t>Prefer</a:t>
                </a:r>
                <a:r>
                  <a:rPr lang="es-ES" dirty="0"/>
                  <a:t> cases </a:t>
                </a:r>
                <a:r>
                  <a:rPr lang="es-ES" dirty="0" err="1"/>
                  <a:t>where</a:t>
                </a:r>
                <a:r>
                  <a:rPr lang="es-ES" dirty="0"/>
                  <a:t> </a:t>
                </a:r>
                <a:r>
                  <a:rPr lang="es-ES" sz="1200" i="0" kern="1200">
                    <a:solidFill>
                      <a:schemeClr val="tx1"/>
                    </a:solidFill>
                    <a:latin typeface="Cambria Math" panose="02040503050406030204" pitchFamily="18" charset="0"/>
                    <a:ea typeface="+mn-ea"/>
                    <a:cs typeface="+mn-cs"/>
                  </a:rPr>
                  <a:t>𝑚</a:t>
                </a:r>
                <a:r>
                  <a:rPr lang="es-ES" dirty="0"/>
                  <a:t>has </a:t>
                </a:r>
                <a:r>
                  <a:rPr lang="es-ES" b="1" dirty="0" err="1"/>
                  <a:t>exactly</a:t>
                </a:r>
                <a:r>
                  <a:rPr lang="es-ES" dirty="0"/>
                  <a:t> 2 </a:t>
                </a:r>
                <a:r>
                  <a:rPr lang="es-ES" dirty="0" err="1"/>
                  <a:t>producers</a:t>
                </a:r>
                <a:r>
                  <a:rPr lang="es-ES" dirty="0"/>
                  <a:t> and 1 </a:t>
                </a:r>
                <a:r>
                  <a:rPr lang="es-ES" dirty="0" err="1"/>
                  <a:t>consumer</a:t>
                </a:r>
                <a:r>
                  <a:rPr lang="es-ES" dirty="0"/>
                  <a:t> (</a:t>
                </a:r>
                <a:r>
                  <a:rPr lang="es-ES" dirty="0" err="1"/>
                  <a:t>tightest</a:t>
                </a:r>
                <a:r>
                  <a:rPr lang="es-ES" dirty="0"/>
                  <a:t> “</a:t>
                </a:r>
                <a:r>
                  <a:rPr lang="es-ES" dirty="0" err="1"/>
                  <a:t>adder</a:t>
                </a:r>
                <a:r>
                  <a:rPr lang="es-ES" dirty="0"/>
                  <a:t>”)</a:t>
                </a:r>
              </a:p>
              <a:p>
                <a:pPr marL="171450" indent="-171450">
                  <a:buFont typeface="Arial" panose="020B0604020202020204" pitchFamily="34" charset="0"/>
                  <a:buChar char="•"/>
                </a:pPr>
                <a:r>
                  <a:rPr lang="es-ES" dirty="0" err="1"/>
                  <a:t>Intersect</a:t>
                </a:r>
                <a:r>
                  <a:rPr lang="es-ES" dirty="0"/>
                  <a:t> </a:t>
                </a:r>
                <a:r>
                  <a:rPr lang="es-ES" dirty="0" err="1"/>
                  <a:t>producers</a:t>
                </a:r>
                <a:r>
                  <a:rPr lang="es-ES" dirty="0"/>
                  <a:t> </a:t>
                </a:r>
                <a:r>
                  <a:rPr lang="es-ES" dirty="0" err="1"/>
                  <a:t>with</a:t>
                </a:r>
                <a:r>
                  <a:rPr lang="es-ES" dirty="0"/>
                  <a:t> </a:t>
                </a:r>
                <a:r>
                  <a:rPr lang="es-ES" dirty="0" err="1"/>
                  <a:t>your</a:t>
                </a:r>
                <a:r>
                  <a:rPr lang="es-ES" dirty="0"/>
                  <a:t> </a:t>
                </a:r>
                <a:r>
                  <a:rPr lang="es-ES" b="1" dirty="0"/>
                  <a:t>single-gene </a:t>
                </a:r>
                <a:r>
                  <a:rPr lang="es-ES" b="1" dirty="0" err="1"/>
                  <a:t>reaction</a:t>
                </a:r>
                <a:r>
                  <a:rPr lang="es-ES" b="1" dirty="0"/>
                  <a:t> </a:t>
                </a:r>
                <a:r>
                  <a:rPr lang="es-ES" b="1" dirty="0" err="1"/>
                  <a:t>list</a:t>
                </a:r>
                <a:r>
                  <a:rPr lang="es-ES" dirty="0"/>
                  <a:t> (</a:t>
                </a:r>
                <a:r>
                  <a:rPr lang="es-ES" dirty="0" err="1"/>
                  <a:t>your</a:t>
                </a:r>
                <a:r>
                  <a:rPr lang="es-ES" dirty="0"/>
                  <a:t> </a:t>
                </a:r>
                <a:r>
                  <a:rPr lang="es-ES" dirty="0" err="1"/>
                  <a:t>current</a:t>
                </a:r>
                <a:r>
                  <a:rPr lang="es-ES" dirty="0"/>
                  <a:t> </a:t>
                </a:r>
                <a:r>
                  <a:rPr lang="es-ES" dirty="0" err="1"/>
                  <a:t>code</a:t>
                </a:r>
                <a:r>
                  <a:rPr lang="es-ES" dirty="0"/>
                  <a:t> </a:t>
                </a:r>
                <a:r>
                  <a:rPr lang="es-ES" dirty="0" err="1"/>
                  <a:t>already</a:t>
                </a:r>
                <a:r>
                  <a:rPr lang="es-ES" dirty="0"/>
                  <a:t> </a:t>
                </a:r>
                <a:r>
                  <a:rPr lang="es-ES" dirty="0" err="1"/>
                  <a:t>gives</a:t>
                </a:r>
                <a:r>
                  <a:rPr lang="es-ES" dirty="0"/>
                  <a:t> </a:t>
                </a:r>
                <a:r>
                  <a:rPr lang="es-ES" dirty="0" err="1"/>
                  <a:t>that</a:t>
                </a:r>
                <a:r>
                  <a:rPr lang="es-ES" dirty="0"/>
                  <a:t>)</a:t>
                </a:r>
              </a:p>
              <a:p>
                <a:endParaRPr lang="en-US" dirty="0"/>
              </a:p>
            </p:txBody>
          </p:sp>
        </mc:Fallback>
      </mc:AlternateContent>
      <p:sp>
        <p:nvSpPr>
          <p:cNvPr id="4" name="Slide Number Placeholder 3">
            <a:extLst>
              <a:ext uri="{FF2B5EF4-FFF2-40B4-BE49-F238E27FC236}">
                <a16:creationId xmlns:a16="http://schemas.microsoft.com/office/drawing/2014/main" id="{EF1969D6-C267-71A3-B4D8-D3242C7960AC}"/>
              </a:ext>
            </a:extLst>
          </p:cNvPr>
          <p:cNvSpPr>
            <a:spLocks noGrp="1"/>
          </p:cNvSpPr>
          <p:nvPr>
            <p:ph type="sldNum" sz="quarter" idx="5"/>
          </p:nvPr>
        </p:nvSpPr>
        <p:spPr/>
        <p:txBody>
          <a:bodyPr/>
          <a:lstStyle/>
          <a:p>
            <a:fld id="{5F818A67-DE81-4BE5-A09A-01BC8A96D5BB}" type="slidenum">
              <a:rPr lang="en-US" smtClean="0"/>
              <a:t>98</a:t>
            </a:fld>
            <a:endParaRPr lang="en-US"/>
          </a:p>
        </p:txBody>
      </p:sp>
    </p:spTree>
    <p:extLst>
      <p:ext uri="{BB962C8B-B14F-4D97-AF65-F5344CB8AC3E}">
        <p14:creationId xmlns:p14="http://schemas.microsoft.com/office/powerpoint/2010/main" val="3682660608"/>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905572-6063-7C16-16E8-29879B1D7B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2EE637-7715-1373-4493-02CFD416B33F}"/>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608074F7-E0BB-400B-67BA-E0BFC59D701B}"/>
                  </a:ext>
                </a:extLst>
              </p:cNvPr>
              <p:cNvSpPr>
                <a:spLocks noGrp="1"/>
              </p:cNvSpPr>
              <p:nvPr>
                <p:ph type="body" idx="1"/>
              </p:nvPr>
            </p:nvSpPr>
            <p:spPr/>
            <p:txBody>
              <a:bodyPr/>
              <a:lstStyle/>
              <a:p>
                <a:r>
                  <a:rPr lang="es-ES" dirty="0" err="1"/>
                  <a:t>Algorithm</a:t>
                </a:r>
                <a:endParaRPr lang="es-ES" dirty="0"/>
              </a:p>
              <a:p>
                <a:pPr marL="171450" indent="-171450">
                  <a:buFont typeface="Arial" panose="020B0604020202020204" pitchFamily="34" charset="0"/>
                  <a:buChar char="•"/>
                </a:pPr>
                <a:r>
                  <a:rPr lang="es-ES" dirty="0" err="1"/>
                  <a:t>For</a:t>
                </a:r>
                <a:r>
                  <a:rPr lang="es-ES" dirty="0"/>
                  <a:t> </a:t>
                </a:r>
                <a:r>
                  <a:rPr lang="es-ES" dirty="0" err="1"/>
                  <a:t>each</a:t>
                </a:r>
                <a:r>
                  <a:rPr lang="es-ES" dirty="0"/>
                  <a:t> </a:t>
                </a:r>
                <a:r>
                  <a:rPr lang="es-ES" dirty="0" err="1"/>
                  <a:t>metabolite</a:t>
                </a:r>
                <a:r>
                  <a:rPr lang="es-ES" dirty="0"/>
                  <a:t> </a:t>
                </a:r>
                <a14:m>
                  <m:oMath xmlns:m="http://schemas.openxmlformats.org/officeDocument/2006/math">
                    <m:r>
                      <a:rPr lang="es-ES" sz="1200" i="1" kern="1200">
                        <a:solidFill>
                          <a:schemeClr val="tx1"/>
                        </a:solidFill>
                        <a:latin typeface="Cambria Math" panose="02040503050406030204" pitchFamily="18" charset="0"/>
                        <a:ea typeface="+mn-ea"/>
                        <a:cs typeface="+mn-cs"/>
                      </a:rPr>
                      <m:t>𝑚</m:t>
                    </m:r>
                  </m:oMath>
                </a14:m>
                <a:r>
                  <a:rPr lang="es-ES" dirty="0"/>
                  <a:t>, </a:t>
                </a:r>
                <a:r>
                  <a:rPr lang="es-ES" dirty="0" err="1"/>
                  <a:t>list</a:t>
                </a:r>
                <a:r>
                  <a:rPr lang="es-ES" dirty="0"/>
                  <a:t> </a:t>
                </a:r>
                <a:r>
                  <a:rPr lang="es-ES" dirty="0" err="1"/>
                  <a:t>producers</a:t>
                </a:r>
                <a:r>
                  <a:rPr lang="es-ES" dirty="0"/>
                  <a:t> </a:t>
                </a:r>
                <a14:m>
                  <m:oMath xmlns:m="http://schemas.openxmlformats.org/officeDocument/2006/math">
                    <m:r>
                      <a:rPr lang="es-ES" sz="1200" i="1" kern="1200">
                        <a:solidFill>
                          <a:schemeClr val="tx1"/>
                        </a:solidFill>
                        <a:latin typeface="Cambria Math" panose="02040503050406030204" pitchFamily="18" charset="0"/>
                        <a:ea typeface="+mn-ea"/>
                        <a:cs typeface="+mn-cs"/>
                      </a:rPr>
                      <m:t>𝑃</m:t>
                    </m:r>
                  </m:oMath>
                </a14:m>
                <a:r>
                  <a:rPr lang="es-ES" dirty="0"/>
                  <a:t>(</a:t>
                </a:r>
                <a:r>
                  <a:rPr lang="es-ES" dirty="0" err="1"/>
                  <a:t>reactions</a:t>
                </a:r>
                <a:r>
                  <a:rPr lang="es-ES" dirty="0"/>
                  <a:t> </a:t>
                </a:r>
                <a:r>
                  <a:rPr lang="es-ES" dirty="0" err="1"/>
                  <a:t>with</a:t>
                </a:r>
                <a:r>
                  <a:rPr lang="es-ES" dirty="0"/>
                  <a:t> </a:t>
                </a:r>
                <a14:m>
                  <m:oMath xmlns:m="http://schemas.openxmlformats.org/officeDocument/2006/math">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𝑆</m:t>
                        </m:r>
                      </m:e>
                      <m:sub>
                        <m:r>
                          <a:rPr lang="ar-AE" sz="1200" i="1" kern="1200">
                            <a:solidFill>
                              <a:schemeClr val="tx1"/>
                            </a:solidFill>
                            <a:latin typeface="Cambria Math" panose="02040503050406030204" pitchFamily="18" charset="0"/>
                            <a:ea typeface="+mn-ea"/>
                            <a:cs typeface="+mn-cs"/>
                          </a:rPr>
                          <m:t>𝑚</m:t>
                        </m:r>
                        <m:r>
                          <a:rPr lang="ar-AE" sz="1200" i="0" kern="1200">
                            <a:solidFill>
                              <a:schemeClr val="tx1"/>
                            </a:solidFill>
                            <a:latin typeface="Cambria Math" panose="02040503050406030204" pitchFamily="18" charset="0"/>
                            <a:ea typeface="+mn-ea"/>
                            <a:cs typeface="+mn-cs"/>
                          </a:rPr>
                          <m:t>,</m:t>
                        </m:r>
                        <m:r>
                          <a:rPr lang="ar-AE" sz="1200" i="1" kern="1200">
                            <a:solidFill>
                              <a:schemeClr val="tx1"/>
                            </a:solidFill>
                            <a:latin typeface="Cambria Math" panose="02040503050406030204" pitchFamily="18" charset="0"/>
                            <a:ea typeface="+mn-ea"/>
                            <a:cs typeface="+mn-cs"/>
                          </a:rPr>
                          <m:t>𝑗</m:t>
                        </m:r>
                      </m:sub>
                    </m:sSub>
                    <m:r>
                      <a:rPr lang="ar-AE" sz="1200" i="0" kern="1200">
                        <a:solidFill>
                          <a:schemeClr val="tx1"/>
                        </a:solidFill>
                        <a:latin typeface="Cambria Math" panose="02040503050406030204" pitchFamily="18" charset="0"/>
                        <a:ea typeface="+mn-ea"/>
                        <a:cs typeface="+mn-cs"/>
                      </a:rPr>
                      <m:t>&gt;0</m:t>
                    </m:r>
                  </m:oMath>
                </a14:m>
                <a:r>
                  <a:rPr lang="ar-AE" dirty="0"/>
                  <a:t>)</a:t>
                </a:r>
              </a:p>
              <a:p>
                <a:pPr marL="171450" indent="-171450">
                  <a:buFont typeface="Arial" panose="020B0604020202020204" pitchFamily="34" charset="0"/>
                  <a:buChar char="•"/>
                </a:pPr>
                <a:r>
                  <a:rPr lang="es-ES" dirty="0" err="1"/>
                  <a:t>List</a:t>
                </a:r>
                <a:r>
                  <a:rPr lang="es-ES" dirty="0"/>
                  <a:t> </a:t>
                </a:r>
                <a:r>
                  <a:rPr lang="es-ES" dirty="0" err="1"/>
                  <a:t>consumers</a:t>
                </a:r>
                <a:r>
                  <a:rPr lang="es-ES" dirty="0"/>
                  <a:t> </a:t>
                </a:r>
                <a14:m>
                  <m:oMath xmlns:m="http://schemas.openxmlformats.org/officeDocument/2006/math">
                    <m:r>
                      <a:rPr lang="es-ES" sz="1200" i="1" kern="1200">
                        <a:solidFill>
                          <a:schemeClr val="tx1"/>
                        </a:solidFill>
                        <a:latin typeface="Cambria Math" panose="02040503050406030204" pitchFamily="18" charset="0"/>
                        <a:ea typeface="+mn-ea"/>
                        <a:cs typeface="+mn-cs"/>
                      </a:rPr>
                      <m:t>𝐶</m:t>
                    </m:r>
                  </m:oMath>
                </a14:m>
                <a:r>
                  <a:rPr lang="es-ES" dirty="0"/>
                  <a:t>(</a:t>
                </a:r>
                <a:r>
                  <a:rPr lang="es-ES" dirty="0" err="1"/>
                  <a:t>reactions</a:t>
                </a:r>
                <a:r>
                  <a:rPr lang="es-ES" dirty="0"/>
                  <a:t> </a:t>
                </a:r>
                <a:r>
                  <a:rPr lang="es-ES" dirty="0" err="1"/>
                  <a:t>with</a:t>
                </a:r>
                <a:r>
                  <a:rPr lang="es-ES" dirty="0"/>
                  <a:t> </a:t>
                </a:r>
                <a14:m>
                  <m:oMath xmlns:m="http://schemas.openxmlformats.org/officeDocument/2006/math">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𝑆</m:t>
                        </m:r>
                      </m:e>
                      <m:sub>
                        <m:r>
                          <a:rPr lang="ar-AE" sz="1200" i="1" kern="1200">
                            <a:solidFill>
                              <a:schemeClr val="tx1"/>
                            </a:solidFill>
                            <a:latin typeface="Cambria Math" panose="02040503050406030204" pitchFamily="18" charset="0"/>
                            <a:ea typeface="+mn-ea"/>
                            <a:cs typeface="+mn-cs"/>
                          </a:rPr>
                          <m:t>𝑚</m:t>
                        </m:r>
                        <m:r>
                          <a:rPr lang="ar-AE" sz="1200" i="0" kern="1200">
                            <a:solidFill>
                              <a:schemeClr val="tx1"/>
                            </a:solidFill>
                            <a:latin typeface="Cambria Math" panose="02040503050406030204" pitchFamily="18" charset="0"/>
                            <a:ea typeface="+mn-ea"/>
                            <a:cs typeface="+mn-cs"/>
                          </a:rPr>
                          <m:t>,</m:t>
                        </m:r>
                        <m:r>
                          <a:rPr lang="ar-AE" sz="1200" i="1" kern="1200">
                            <a:solidFill>
                              <a:schemeClr val="tx1"/>
                            </a:solidFill>
                            <a:latin typeface="Cambria Math" panose="02040503050406030204" pitchFamily="18" charset="0"/>
                            <a:ea typeface="+mn-ea"/>
                            <a:cs typeface="+mn-cs"/>
                          </a:rPr>
                          <m:t>𝑗</m:t>
                        </m:r>
                      </m:sub>
                    </m:sSub>
                    <m:r>
                      <a:rPr lang="ar-AE" sz="1200" i="0" kern="1200">
                        <a:solidFill>
                          <a:schemeClr val="tx1"/>
                        </a:solidFill>
                        <a:latin typeface="Cambria Math" panose="02040503050406030204" pitchFamily="18" charset="0"/>
                        <a:ea typeface="+mn-ea"/>
                        <a:cs typeface="+mn-cs"/>
                      </a:rPr>
                      <m:t>&lt;0</m:t>
                    </m:r>
                  </m:oMath>
                </a14:m>
                <a:r>
                  <a:rPr lang="ar-AE" dirty="0"/>
                  <a:t>)</a:t>
                </a:r>
              </a:p>
              <a:p>
                <a:pPr marL="171450" indent="-171450">
                  <a:buFont typeface="Arial" panose="020B0604020202020204" pitchFamily="34" charset="0"/>
                  <a:buChar char="•"/>
                </a:pPr>
                <a:r>
                  <a:rPr lang="es-ES" dirty="0" err="1"/>
                  <a:t>If</a:t>
                </a:r>
                <a:r>
                  <a:rPr lang="es-ES" dirty="0"/>
                  <a:t> </a:t>
                </a:r>
                <a14:m>
                  <m:oMath xmlns:m="http://schemas.openxmlformats.org/officeDocument/2006/math">
                    <m:r>
                      <a:rPr lang="es-ES" sz="1200" kern="1200">
                        <a:solidFill>
                          <a:schemeClr val="tx1"/>
                        </a:solidFill>
                        <a:latin typeface="Cambria Math" panose="02040503050406030204" pitchFamily="18" charset="0"/>
                        <a:ea typeface="+mn-ea"/>
                        <a:cs typeface="+mn-cs"/>
                      </a:rPr>
                      <m:t>∣</m:t>
                    </m:r>
                    <m:r>
                      <a:rPr lang="es-ES" sz="1200" i="1" kern="1200">
                        <a:solidFill>
                          <a:schemeClr val="tx1"/>
                        </a:solidFill>
                        <a:latin typeface="Cambria Math" panose="02040503050406030204" pitchFamily="18" charset="0"/>
                        <a:ea typeface="+mn-ea"/>
                        <a:cs typeface="+mn-cs"/>
                      </a:rPr>
                      <m:t>𝑃</m:t>
                    </m:r>
                    <m:r>
                      <a:rPr lang="es-ES" sz="1200" i="0" kern="1200">
                        <a:solidFill>
                          <a:schemeClr val="tx1"/>
                        </a:solidFill>
                        <a:latin typeface="Cambria Math" panose="02040503050406030204" pitchFamily="18" charset="0"/>
                        <a:ea typeface="+mn-ea"/>
                        <a:cs typeface="+mn-cs"/>
                      </a:rPr>
                      <m:t>∣≥2</m:t>
                    </m:r>
                  </m:oMath>
                </a14:m>
                <a:r>
                  <a:rPr lang="es-ES" dirty="0"/>
                  <a:t>and </a:t>
                </a:r>
                <a14:m>
                  <m:oMath xmlns:m="http://schemas.openxmlformats.org/officeDocument/2006/math">
                    <m:r>
                      <a:rPr lang="es-ES" sz="1200" kern="1200">
                        <a:solidFill>
                          <a:schemeClr val="tx1"/>
                        </a:solidFill>
                        <a:latin typeface="Cambria Math" panose="02040503050406030204" pitchFamily="18" charset="0"/>
                        <a:ea typeface="+mn-ea"/>
                        <a:cs typeface="+mn-cs"/>
                      </a:rPr>
                      <m:t>∣</m:t>
                    </m:r>
                    <m:r>
                      <a:rPr lang="es-ES" sz="1200" i="1" kern="1200">
                        <a:solidFill>
                          <a:schemeClr val="tx1"/>
                        </a:solidFill>
                        <a:latin typeface="Cambria Math" panose="02040503050406030204" pitchFamily="18" charset="0"/>
                        <a:ea typeface="+mn-ea"/>
                        <a:cs typeface="+mn-cs"/>
                      </a:rPr>
                      <m:t>𝐶</m:t>
                    </m:r>
                    <m:r>
                      <a:rPr lang="es-ES" sz="1200" i="0" kern="1200">
                        <a:solidFill>
                          <a:schemeClr val="tx1"/>
                        </a:solidFill>
                        <a:latin typeface="Cambria Math" panose="02040503050406030204" pitchFamily="18" charset="0"/>
                        <a:ea typeface="+mn-ea"/>
                        <a:cs typeface="+mn-cs"/>
                      </a:rPr>
                      <m:t>∣≥1</m:t>
                    </m:r>
                  </m:oMath>
                </a14:m>
                <a:r>
                  <a:rPr lang="es-ES" dirty="0"/>
                  <a:t>, </a:t>
                </a:r>
                <a:r>
                  <a:rPr lang="es-ES" dirty="0" err="1"/>
                  <a:t>check</a:t>
                </a:r>
                <a:r>
                  <a:rPr lang="es-ES" dirty="0"/>
                  <a:t> candidate outputs </a:t>
                </a:r>
                <a14:m>
                  <m:oMath xmlns:m="http://schemas.openxmlformats.org/officeDocument/2006/math">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𝑟</m:t>
                        </m:r>
                      </m:e>
                      <m:sub>
                        <m:r>
                          <a:rPr lang="ar-AE" sz="1200" i="0" kern="1200">
                            <a:solidFill>
                              <a:schemeClr val="tx1"/>
                            </a:solidFill>
                            <a:latin typeface="Cambria Math" panose="02040503050406030204" pitchFamily="18" charset="0"/>
                            <a:ea typeface="+mn-ea"/>
                            <a:cs typeface="+mn-cs"/>
                          </a:rPr>
                          <m:t>3</m:t>
                        </m:r>
                      </m:sub>
                    </m:sSub>
                    <m:r>
                      <a:rPr lang="ar-AE" sz="1200" i="0" kern="1200">
                        <a:solidFill>
                          <a:schemeClr val="tx1"/>
                        </a:solidFill>
                        <a:latin typeface="Cambria Math" panose="02040503050406030204" pitchFamily="18" charset="0"/>
                        <a:ea typeface="+mn-ea"/>
                        <a:cs typeface="+mn-cs"/>
                      </a:rPr>
                      <m:t>∈</m:t>
                    </m:r>
                    <m:r>
                      <a:rPr lang="ar-AE" sz="1200" i="1" kern="1200">
                        <a:solidFill>
                          <a:schemeClr val="tx1"/>
                        </a:solidFill>
                        <a:latin typeface="Cambria Math" panose="02040503050406030204" pitchFamily="18" charset="0"/>
                        <a:ea typeface="+mn-ea"/>
                        <a:cs typeface="+mn-cs"/>
                      </a:rPr>
                      <m:t>𝐶</m:t>
                    </m:r>
                  </m:oMath>
                </a14:m>
                <a:endParaRPr lang="ar-AE" dirty="0"/>
              </a:p>
              <a:p>
                <a:pPr marL="171450" indent="-171450">
                  <a:buFont typeface="Arial" panose="020B0604020202020204" pitchFamily="34" charset="0"/>
                  <a:buChar char="•"/>
                </a:pPr>
                <a:r>
                  <a:rPr lang="es-ES" dirty="0" err="1"/>
                  <a:t>Prefer</a:t>
                </a:r>
                <a:r>
                  <a:rPr lang="es-ES" dirty="0"/>
                  <a:t> cases </a:t>
                </a:r>
                <a:r>
                  <a:rPr lang="es-ES" dirty="0" err="1"/>
                  <a:t>where</a:t>
                </a:r>
                <a:r>
                  <a:rPr lang="es-ES" dirty="0"/>
                  <a:t> </a:t>
                </a:r>
                <a14:m>
                  <m:oMath xmlns:m="http://schemas.openxmlformats.org/officeDocument/2006/math">
                    <m:r>
                      <a:rPr lang="es-ES" sz="1200" i="1" kern="1200">
                        <a:solidFill>
                          <a:schemeClr val="tx1"/>
                        </a:solidFill>
                        <a:latin typeface="Cambria Math" panose="02040503050406030204" pitchFamily="18" charset="0"/>
                        <a:ea typeface="+mn-ea"/>
                        <a:cs typeface="+mn-cs"/>
                      </a:rPr>
                      <m:t>𝑚</m:t>
                    </m:r>
                  </m:oMath>
                </a14:m>
                <a:r>
                  <a:rPr lang="es-ES" dirty="0"/>
                  <a:t>has </a:t>
                </a:r>
                <a:r>
                  <a:rPr lang="es-ES" b="1" dirty="0" err="1"/>
                  <a:t>exactly</a:t>
                </a:r>
                <a:r>
                  <a:rPr lang="es-ES" dirty="0"/>
                  <a:t> 2 </a:t>
                </a:r>
                <a:r>
                  <a:rPr lang="es-ES" dirty="0" err="1"/>
                  <a:t>producers</a:t>
                </a:r>
                <a:r>
                  <a:rPr lang="es-ES" dirty="0"/>
                  <a:t> and 1 </a:t>
                </a:r>
                <a:r>
                  <a:rPr lang="es-ES" dirty="0" err="1"/>
                  <a:t>consumer</a:t>
                </a:r>
                <a:r>
                  <a:rPr lang="es-ES" dirty="0"/>
                  <a:t> (</a:t>
                </a:r>
                <a:r>
                  <a:rPr lang="es-ES" dirty="0" err="1"/>
                  <a:t>tightest</a:t>
                </a:r>
                <a:r>
                  <a:rPr lang="es-ES" dirty="0"/>
                  <a:t> “</a:t>
                </a:r>
                <a:r>
                  <a:rPr lang="es-ES" dirty="0" err="1"/>
                  <a:t>adder</a:t>
                </a:r>
                <a:r>
                  <a:rPr lang="es-ES" dirty="0"/>
                  <a:t>”)</a:t>
                </a:r>
              </a:p>
              <a:p>
                <a:pPr marL="171450" indent="-171450">
                  <a:buFont typeface="Arial" panose="020B0604020202020204" pitchFamily="34" charset="0"/>
                  <a:buChar char="•"/>
                </a:pPr>
                <a:r>
                  <a:rPr lang="es-ES" dirty="0" err="1"/>
                  <a:t>Intersect</a:t>
                </a:r>
                <a:r>
                  <a:rPr lang="es-ES" dirty="0"/>
                  <a:t> </a:t>
                </a:r>
                <a:r>
                  <a:rPr lang="es-ES" dirty="0" err="1"/>
                  <a:t>producers</a:t>
                </a:r>
                <a:r>
                  <a:rPr lang="es-ES" dirty="0"/>
                  <a:t> </a:t>
                </a:r>
                <a:r>
                  <a:rPr lang="es-ES" dirty="0" err="1"/>
                  <a:t>with</a:t>
                </a:r>
                <a:r>
                  <a:rPr lang="es-ES" dirty="0"/>
                  <a:t> </a:t>
                </a:r>
                <a:r>
                  <a:rPr lang="es-ES" dirty="0" err="1"/>
                  <a:t>your</a:t>
                </a:r>
                <a:r>
                  <a:rPr lang="es-ES" dirty="0"/>
                  <a:t> </a:t>
                </a:r>
                <a:r>
                  <a:rPr lang="es-ES" b="1" dirty="0"/>
                  <a:t>single-gene </a:t>
                </a:r>
                <a:r>
                  <a:rPr lang="es-ES" b="1" dirty="0" err="1"/>
                  <a:t>reaction</a:t>
                </a:r>
                <a:r>
                  <a:rPr lang="es-ES" b="1" dirty="0"/>
                  <a:t> </a:t>
                </a:r>
                <a:r>
                  <a:rPr lang="es-ES" b="1" dirty="0" err="1"/>
                  <a:t>list</a:t>
                </a:r>
                <a:r>
                  <a:rPr lang="es-ES" dirty="0"/>
                  <a:t> (</a:t>
                </a:r>
                <a:r>
                  <a:rPr lang="es-ES" dirty="0" err="1"/>
                  <a:t>your</a:t>
                </a:r>
                <a:r>
                  <a:rPr lang="es-ES" dirty="0"/>
                  <a:t> </a:t>
                </a:r>
                <a:r>
                  <a:rPr lang="es-ES" dirty="0" err="1"/>
                  <a:t>current</a:t>
                </a:r>
                <a:r>
                  <a:rPr lang="es-ES" dirty="0"/>
                  <a:t> </a:t>
                </a:r>
                <a:r>
                  <a:rPr lang="es-ES" dirty="0" err="1"/>
                  <a:t>code</a:t>
                </a:r>
                <a:r>
                  <a:rPr lang="es-ES" dirty="0"/>
                  <a:t> </a:t>
                </a:r>
                <a:r>
                  <a:rPr lang="es-ES" dirty="0" err="1"/>
                  <a:t>already</a:t>
                </a:r>
                <a:r>
                  <a:rPr lang="es-ES" dirty="0"/>
                  <a:t> </a:t>
                </a:r>
                <a:r>
                  <a:rPr lang="es-ES" dirty="0" err="1"/>
                  <a:t>gives</a:t>
                </a:r>
                <a:r>
                  <a:rPr lang="es-ES" dirty="0"/>
                  <a:t> </a:t>
                </a:r>
                <a:r>
                  <a:rPr lang="es-ES" dirty="0" err="1"/>
                  <a:t>that</a:t>
                </a:r>
                <a:r>
                  <a:rPr lang="es-ES" dirty="0"/>
                  <a:t>)</a:t>
                </a:r>
              </a:p>
              <a:p>
                <a:endParaRPr lang="en-US" dirty="0"/>
              </a:p>
            </p:txBody>
          </p:sp>
        </mc:Choice>
        <mc:Fallback xmlns="">
          <p:sp>
            <p:nvSpPr>
              <p:cNvPr id="3" name="Notes Placeholder 2">
                <a:extLst>
                  <a:ext uri="{FF2B5EF4-FFF2-40B4-BE49-F238E27FC236}">
                    <a16:creationId xmlns:a16="http://schemas.microsoft.com/office/drawing/2014/main" id="{608074F7-E0BB-400B-67BA-E0BFC59D701B}"/>
                  </a:ext>
                </a:extLst>
              </p:cNvPr>
              <p:cNvSpPr>
                <a:spLocks noGrp="1"/>
              </p:cNvSpPr>
              <p:nvPr>
                <p:ph type="body" idx="1"/>
              </p:nvPr>
            </p:nvSpPr>
            <p:spPr/>
            <p:txBody>
              <a:bodyPr/>
              <a:lstStyle/>
              <a:p>
                <a:r>
                  <a:rPr lang="es-ES" dirty="0" err="1"/>
                  <a:t>Algorithm</a:t>
                </a:r>
                <a:endParaRPr lang="es-ES" dirty="0"/>
              </a:p>
              <a:p>
                <a:pPr marL="171450" indent="-171450">
                  <a:buFont typeface="Arial" panose="020B0604020202020204" pitchFamily="34" charset="0"/>
                  <a:buChar char="•"/>
                </a:pPr>
                <a:r>
                  <a:rPr lang="es-ES" dirty="0" err="1"/>
                  <a:t>For</a:t>
                </a:r>
                <a:r>
                  <a:rPr lang="es-ES" dirty="0"/>
                  <a:t> </a:t>
                </a:r>
                <a:r>
                  <a:rPr lang="es-ES" dirty="0" err="1"/>
                  <a:t>each</a:t>
                </a:r>
                <a:r>
                  <a:rPr lang="es-ES" dirty="0"/>
                  <a:t> </a:t>
                </a:r>
                <a:r>
                  <a:rPr lang="es-ES" dirty="0" err="1"/>
                  <a:t>metabolite</a:t>
                </a:r>
                <a:r>
                  <a:rPr lang="es-ES" dirty="0"/>
                  <a:t> </a:t>
                </a:r>
                <a:r>
                  <a:rPr lang="es-ES" sz="1200" i="0" kern="1200">
                    <a:solidFill>
                      <a:schemeClr val="tx1"/>
                    </a:solidFill>
                    <a:latin typeface="Cambria Math" panose="02040503050406030204" pitchFamily="18" charset="0"/>
                    <a:ea typeface="+mn-ea"/>
                    <a:cs typeface="+mn-cs"/>
                  </a:rPr>
                  <a:t>𝑚</a:t>
                </a:r>
                <a:r>
                  <a:rPr lang="es-ES" dirty="0"/>
                  <a:t>, </a:t>
                </a:r>
                <a:r>
                  <a:rPr lang="es-ES" dirty="0" err="1"/>
                  <a:t>list</a:t>
                </a:r>
                <a:r>
                  <a:rPr lang="es-ES" dirty="0"/>
                  <a:t> </a:t>
                </a:r>
                <a:r>
                  <a:rPr lang="es-ES" dirty="0" err="1"/>
                  <a:t>producers</a:t>
                </a:r>
                <a:r>
                  <a:rPr lang="es-ES" dirty="0"/>
                  <a:t> </a:t>
                </a:r>
                <a:r>
                  <a:rPr lang="es-ES" sz="1200" i="0" kern="1200">
                    <a:solidFill>
                      <a:schemeClr val="tx1"/>
                    </a:solidFill>
                    <a:latin typeface="Cambria Math" panose="02040503050406030204" pitchFamily="18" charset="0"/>
                    <a:ea typeface="+mn-ea"/>
                    <a:cs typeface="+mn-cs"/>
                  </a:rPr>
                  <a:t>𝑃</a:t>
                </a:r>
                <a:r>
                  <a:rPr lang="es-ES" dirty="0"/>
                  <a:t>(</a:t>
                </a:r>
                <a:r>
                  <a:rPr lang="es-ES" dirty="0" err="1"/>
                  <a:t>reactions</a:t>
                </a:r>
                <a:r>
                  <a:rPr lang="es-ES" dirty="0"/>
                  <a:t> </a:t>
                </a:r>
                <a:r>
                  <a:rPr lang="es-ES" dirty="0" err="1"/>
                  <a:t>with</a:t>
                </a:r>
                <a:r>
                  <a:rPr lang="es-ES" dirty="0"/>
                  <a:t> </a:t>
                </a:r>
                <a:r>
                  <a:rPr lang="ar-AE" sz="1200" i="0" kern="1200">
                    <a:solidFill>
                      <a:schemeClr val="tx1"/>
                    </a:solidFill>
                    <a:latin typeface="Cambria Math" panose="02040503050406030204" pitchFamily="18" charset="0"/>
                    <a:ea typeface="+mn-ea"/>
                    <a:cs typeface="+mn-cs"/>
                  </a:rPr>
                  <a:t>𝑆_(𝑚,𝑗)&gt;0</a:t>
                </a:r>
                <a:r>
                  <a:rPr lang="ar-AE" dirty="0"/>
                  <a:t>)</a:t>
                </a:r>
              </a:p>
              <a:p>
                <a:pPr marL="171450" indent="-171450">
                  <a:buFont typeface="Arial" panose="020B0604020202020204" pitchFamily="34" charset="0"/>
                  <a:buChar char="•"/>
                </a:pPr>
                <a:r>
                  <a:rPr lang="es-ES" dirty="0" err="1"/>
                  <a:t>List</a:t>
                </a:r>
                <a:r>
                  <a:rPr lang="es-ES" dirty="0"/>
                  <a:t> </a:t>
                </a:r>
                <a:r>
                  <a:rPr lang="es-ES" dirty="0" err="1"/>
                  <a:t>consumers</a:t>
                </a:r>
                <a:r>
                  <a:rPr lang="es-ES" dirty="0"/>
                  <a:t> </a:t>
                </a:r>
                <a:r>
                  <a:rPr lang="es-ES" sz="1200" i="0" kern="1200">
                    <a:solidFill>
                      <a:schemeClr val="tx1"/>
                    </a:solidFill>
                    <a:latin typeface="Cambria Math" panose="02040503050406030204" pitchFamily="18" charset="0"/>
                    <a:ea typeface="+mn-ea"/>
                    <a:cs typeface="+mn-cs"/>
                  </a:rPr>
                  <a:t>𝐶</a:t>
                </a:r>
                <a:r>
                  <a:rPr lang="es-ES" dirty="0"/>
                  <a:t>(</a:t>
                </a:r>
                <a:r>
                  <a:rPr lang="es-ES" dirty="0" err="1"/>
                  <a:t>reactions</a:t>
                </a:r>
                <a:r>
                  <a:rPr lang="es-ES" dirty="0"/>
                  <a:t> </a:t>
                </a:r>
                <a:r>
                  <a:rPr lang="es-ES" dirty="0" err="1"/>
                  <a:t>with</a:t>
                </a:r>
                <a:r>
                  <a:rPr lang="es-ES" dirty="0"/>
                  <a:t> </a:t>
                </a:r>
                <a:r>
                  <a:rPr lang="ar-AE" sz="1200" i="0" kern="1200">
                    <a:solidFill>
                      <a:schemeClr val="tx1"/>
                    </a:solidFill>
                    <a:latin typeface="Cambria Math" panose="02040503050406030204" pitchFamily="18" charset="0"/>
                    <a:ea typeface="+mn-ea"/>
                    <a:cs typeface="+mn-cs"/>
                  </a:rPr>
                  <a:t>𝑆_(𝑚,𝑗)&lt;0</a:t>
                </a:r>
                <a:r>
                  <a:rPr lang="ar-AE" dirty="0"/>
                  <a:t>)</a:t>
                </a:r>
              </a:p>
              <a:p>
                <a:pPr marL="171450" indent="-171450">
                  <a:buFont typeface="Arial" panose="020B0604020202020204" pitchFamily="34" charset="0"/>
                  <a:buChar char="•"/>
                </a:pPr>
                <a:r>
                  <a:rPr lang="es-ES" dirty="0" err="1"/>
                  <a:t>If</a:t>
                </a:r>
                <a:r>
                  <a:rPr lang="es-ES" dirty="0"/>
                  <a:t> </a:t>
                </a:r>
                <a:r>
                  <a:rPr lang="es-ES" sz="1200" i="0" kern="1200">
                    <a:solidFill>
                      <a:schemeClr val="tx1"/>
                    </a:solidFill>
                    <a:latin typeface="Cambria Math" panose="02040503050406030204" pitchFamily="18" charset="0"/>
                    <a:ea typeface="+mn-ea"/>
                    <a:cs typeface="+mn-cs"/>
                  </a:rPr>
                  <a:t>∣𝑃∣≥2</a:t>
                </a:r>
                <a:r>
                  <a:rPr lang="es-ES" dirty="0"/>
                  <a:t>and </a:t>
                </a:r>
                <a:r>
                  <a:rPr lang="es-ES" sz="1200" i="0" kern="1200">
                    <a:solidFill>
                      <a:schemeClr val="tx1"/>
                    </a:solidFill>
                    <a:latin typeface="Cambria Math" panose="02040503050406030204" pitchFamily="18" charset="0"/>
                    <a:ea typeface="+mn-ea"/>
                    <a:cs typeface="+mn-cs"/>
                  </a:rPr>
                  <a:t>∣𝐶∣≥1</a:t>
                </a:r>
                <a:r>
                  <a:rPr lang="es-ES" dirty="0"/>
                  <a:t>, </a:t>
                </a:r>
                <a:r>
                  <a:rPr lang="es-ES" dirty="0" err="1"/>
                  <a:t>check</a:t>
                </a:r>
                <a:r>
                  <a:rPr lang="es-ES" dirty="0"/>
                  <a:t> candidate outputs </a:t>
                </a:r>
                <a:r>
                  <a:rPr lang="ar-AE" sz="1200" i="0" kern="1200">
                    <a:solidFill>
                      <a:schemeClr val="tx1"/>
                    </a:solidFill>
                    <a:latin typeface="Cambria Math" panose="02040503050406030204" pitchFamily="18" charset="0"/>
                    <a:ea typeface="+mn-ea"/>
                    <a:cs typeface="+mn-cs"/>
                  </a:rPr>
                  <a:t>𝑟_3∈𝐶</a:t>
                </a:r>
                <a:endParaRPr lang="ar-AE" dirty="0"/>
              </a:p>
              <a:p>
                <a:pPr marL="171450" indent="-171450">
                  <a:buFont typeface="Arial" panose="020B0604020202020204" pitchFamily="34" charset="0"/>
                  <a:buChar char="•"/>
                </a:pPr>
                <a:r>
                  <a:rPr lang="es-ES" dirty="0" err="1"/>
                  <a:t>Prefer</a:t>
                </a:r>
                <a:r>
                  <a:rPr lang="es-ES" dirty="0"/>
                  <a:t> cases </a:t>
                </a:r>
                <a:r>
                  <a:rPr lang="es-ES" dirty="0" err="1"/>
                  <a:t>where</a:t>
                </a:r>
                <a:r>
                  <a:rPr lang="es-ES" dirty="0"/>
                  <a:t> </a:t>
                </a:r>
                <a:r>
                  <a:rPr lang="es-ES" sz="1200" i="0" kern="1200">
                    <a:solidFill>
                      <a:schemeClr val="tx1"/>
                    </a:solidFill>
                    <a:latin typeface="Cambria Math" panose="02040503050406030204" pitchFamily="18" charset="0"/>
                    <a:ea typeface="+mn-ea"/>
                    <a:cs typeface="+mn-cs"/>
                  </a:rPr>
                  <a:t>𝑚</a:t>
                </a:r>
                <a:r>
                  <a:rPr lang="es-ES" dirty="0"/>
                  <a:t>has </a:t>
                </a:r>
                <a:r>
                  <a:rPr lang="es-ES" b="1" dirty="0" err="1"/>
                  <a:t>exactly</a:t>
                </a:r>
                <a:r>
                  <a:rPr lang="es-ES" dirty="0"/>
                  <a:t> 2 </a:t>
                </a:r>
                <a:r>
                  <a:rPr lang="es-ES" dirty="0" err="1"/>
                  <a:t>producers</a:t>
                </a:r>
                <a:r>
                  <a:rPr lang="es-ES" dirty="0"/>
                  <a:t> and 1 </a:t>
                </a:r>
                <a:r>
                  <a:rPr lang="es-ES" dirty="0" err="1"/>
                  <a:t>consumer</a:t>
                </a:r>
                <a:r>
                  <a:rPr lang="es-ES" dirty="0"/>
                  <a:t> (</a:t>
                </a:r>
                <a:r>
                  <a:rPr lang="es-ES" dirty="0" err="1"/>
                  <a:t>tightest</a:t>
                </a:r>
                <a:r>
                  <a:rPr lang="es-ES" dirty="0"/>
                  <a:t> “</a:t>
                </a:r>
                <a:r>
                  <a:rPr lang="es-ES" dirty="0" err="1"/>
                  <a:t>adder</a:t>
                </a:r>
                <a:r>
                  <a:rPr lang="es-ES" dirty="0"/>
                  <a:t>”)</a:t>
                </a:r>
              </a:p>
              <a:p>
                <a:pPr marL="171450" indent="-171450">
                  <a:buFont typeface="Arial" panose="020B0604020202020204" pitchFamily="34" charset="0"/>
                  <a:buChar char="•"/>
                </a:pPr>
                <a:r>
                  <a:rPr lang="es-ES" dirty="0" err="1"/>
                  <a:t>Intersect</a:t>
                </a:r>
                <a:r>
                  <a:rPr lang="es-ES" dirty="0"/>
                  <a:t> </a:t>
                </a:r>
                <a:r>
                  <a:rPr lang="es-ES" dirty="0" err="1"/>
                  <a:t>producers</a:t>
                </a:r>
                <a:r>
                  <a:rPr lang="es-ES" dirty="0"/>
                  <a:t> </a:t>
                </a:r>
                <a:r>
                  <a:rPr lang="es-ES" dirty="0" err="1"/>
                  <a:t>with</a:t>
                </a:r>
                <a:r>
                  <a:rPr lang="es-ES" dirty="0"/>
                  <a:t> </a:t>
                </a:r>
                <a:r>
                  <a:rPr lang="es-ES" dirty="0" err="1"/>
                  <a:t>your</a:t>
                </a:r>
                <a:r>
                  <a:rPr lang="es-ES" dirty="0"/>
                  <a:t> </a:t>
                </a:r>
                <a:r>
                  <a:rPr lang="es-ES" b="1" dirty="0"/>
                  <a:t>single-gene </a:t>
                </a:r>
                <a:r>
                  <a:rPr lang="es-ES" b="1" dirty="0" err="1"/>
                  <a:t>reaction</a:t>
                </a:r>
                <a:r>
                  <a:rPr lang="es-ES" b="1" dirty="0"/>
                  <a:t> </a:t>
                </a:r>
                <a:r>
                  <a:rPr lang="es-ES" b="1" dirty="0" err="1"/>
                  <a:t>list</a:t>
                </a:r>
                <a:r>
                  <a:rPr lang="es-ES" dirty="0"/>
                  <a:t> (</a:t>
                </a:r>
                <a:r>
                  <a:rPr lang="es-ES" dirty="0" err="1"/>
                  <a:t>your</a:t>
                </a:r>
                <a:r>
                  <a:rPr lang="es-ES" dirty="0"/>
                  <a:t> </a:t>
                </a:r>
                <a:r>
                  <a:rPr lang="es-ES" dirty="0" err="1"/>
                  <a:t>current</a:t>
                </a:r>
                <a:r>
                  <a:rPr lang="es-ES" dirty="0"/>
                  <a:t> </a:t>
                </a:r>
                <a:r>
                  <a:rPr lang="es-ES" dirty="0" err="1"/>
                  <a:t>code</a:t>
                </a:r>
                <a:r>
                  <a:rPr lang="es-ES" dirty="0"/>
                  <a:t> </a:t>
                </a:r>
                <a:r>
                  <a:rPr lang="es-ES" dirty="0" err="1"/>
                  <a:t>already</a:t>
                </a:r>
                <a:r>
                  <a:rPr lang="es-ES" dirty="0"/>
                  <a:t> </a:t>
                </a:r>
                <a:r>
                  <a:rPr lang="es-ES" dirty="0" err="1"/>
                  <a:t>gives</a:t>
                </a:r>
                <a:r>
                  <a:rPr lang="es-ES" dirty="0"/>
                  <a:t> </a:t>
                </a:r>
                <a:r>
                  <a:rPr lang="es-ES" dirty="0" err="1"/>
                  <a:t>that</a:t>
                </a:r>
                <a:r>
                  <a:rPr lang="es-ES" dirty="0"/>
                  <a:t>)</a:t>
                </a:r>
              </a:p>
              <a:p>
                <a:endParaRPr lang="en-US" dirty="0"/>
              </a:p>
            </p:txBody>
          </p:sp>
        </mc:Fallback>
      </mc:AlternateContent>
      <p:sp>
        <p:nvSpPr>
          <p:cNvPr id="4" name="Slide Number Placeholder 3">
            <a:extLst>
              <a:ext uri="{FF2B5EF4-FFF2-40B4-BE49-F238E27FC236}">
                <a16:creationId xmlns:a16="http://schemas.microsoft.com/office/drawing/2014/main" id="{4F91765A-03B0-AFA3-CA95-6E32F3D7E691}"/>
              </a:ext>
            </a:extLst>
          </p:cNvPr>
          <p:cNvSpPr>
            <a:spLocks noGrp="1"/>
          </p:cNvSpPr>
          <p:nvPr>
            <p:ph type="sldNum" sz="quarter" idx="5"/>
          </p:nvPr>
        </p:nvSpPr>
        <p:spPr/>
        <p:txBody>
          <a:bodyPr/>
          <a:lstStyle/>
          <a:p>
            <a:fld id="{5F818A67-DE81-4BE5-A09A-01BC8A96D5BB}" type="slidenum">
              <a:rPr lang="en-US" smtClean="0"/>
              <a:t>99</a:t>
            </a:fld>
            <a:endParaRPr lang="en-US"/>
          </a:p>
        </p:txBody>
      </p:sp>
    </p:spTree>
    <p:extLst>
      <p:ext uri="{BB962C8B-B14F-4D97-AF65-F5344CB8AC3E}">
        <p14:creationId xmlns:p14="http://schemas.microsoft.com/office/powerpoint/2010/main" val="8282590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18ED6A-528D-21D0-2C0F-A0C60DF9C7F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6008DCB-018B-A6F1-1277-1CAC357B626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7E87D90-FE0E-4372-61FB-DDFADB610497}"/>
              </a:ext>
            </a:extLst>
          </p:cNvPr>
          <p:cNvSpPr>
            <a:spLocks noGrp="1"/>
          </p:cNvSpPr>
          <p:nvPr>
            <p:ph type="dt" sz="half" idx="10"/>
          </p:nvPr>
        </p:nvSpPr>
        <p:spPr/>
        <p:txBody>
          <a:bodyPr/>
          <a:lstStyle/>
          <a:p>
            <a:fld id="{E6D7105C-A8E4-4519-9028-35FD188A98F2}" type="datetimeFigureOut">
              <a:rPr lang="en-US" smtClean="0"/>
              <a:t>9/4/2026</a:t>
            </a:fld>
            <a:endParaRPr lang="en-US"/>
          </a:p>
        </p:txBody>
      </p:sp>
      <p:sp>
        <p:nvSpPr>
          <p:cNvPr id="5" name="Footer Placeholder 4">
            <a:extLst>
              <a:ext uri="{FF2B5EF4-FFF2-40B4-BE49-F238E27FC236}">
                <a16:creationId xmlns:a16="http://schemas.microsoft.com/office/drawing/2014/main" id="{E24389D3-00E4-38F2-194B-ED2EDD4D1DC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8A74827-CC80-912D-BC38-A4165701BB08}"/>
              </a:ext>
            </a:extLst>
          </p:cNvPr>
          <p:cNvSpPr>
            <a:spLocks noGrp="1"/>
          </p:cNvSpPr>
          <p:nvPr>
            <p:ph type="sldNum" sz="quarter" idx="12"/>
          </p:nvPr>
        </p:nvSpPr>
        <p:spPr/>
        <p:txBody>
          <a:bodyPr/>
          <a:lstStyle/>
          <a:p>
            <a:fld id="{250B62C5-2ACF-4D78-8FF3-37371B948607}" type="slidenum">
              <a:rPr lang="en-US" smtClean="0"/>
              <a:t>‹#›</a:t>
            </a:fld>
            <a:endParaRPr lang="en-US"/>
          </a:p>
        </p:txBody>
      </p:sp>
    </p:spTree>
    <p:extLst>
      <p:ext uri="{BB962C8B-B14F-4D97-AF65-F5344CB8AC3E}">
        <p14:creationId xmlns:p14="http://schemas.microsoft.com/office/powerpoint/2010/main" val="16083436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6F8A52-7B86-E650-B4BA-EFCD7907EA6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43C5CF6-29A3-4598-D49C-A46A504533E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2E22CDA-23CA-086A-1D96-91C0DB0B3551}"/>
              </a:ext>
            </a:extLst>
          </p:cNvPr>
          <p:cNvSpPr>
            <a:spLocks noGrp="1"/>
          </p:cNvSpPr>
          <p:nvPr>
            <p:ph type="dt" sz="half" idx="10"/>
          </p:nvPr>
        </p:nvSpPr>
        <p:spPr/>
        <p:txBody>
          <a:bodyPr/>
          <a:lstStyle/>
          <a:p>
            <a:fld id="{E6D7105C-A8E4-4519-9028-35FD188A98F2}" type="datetimeFigureOut">
              <a:rPr lang="en-US" smtClean="0"/>
              <a:t>9/4/2026</a:t>
            </a:fld>
            <a:endParaRPr lang="en-US"/>
          </a:p>
        </p:txBody>
      </p:sp>
      <p:sp>
        <p:nvSpPr>
          <p:cNvPr id="5" name="Footer Placeholder 4">
            <a:extLst>
              <a:ext uri="{FF2B5EF4-FFF2-40B4-BE49-F238E27FC236}">
                <a16:creationId xmlns:a16="http://schemas.microsoft.com/office/drawing/2014/main" id="{76667791-BA04-3D29-01C9-9DD0495F2C8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102C9B9-99A6-C647-899C-9056E5D7DD9D}"/>
              </a:ext>
            </a:extLst>
          </p:cNvPr>
          <p:cNvSpPr>
            <a:spLocks noGrp="1"/>
          </p:cNvSpPr>
          <p:nvPr>
            <p:ph type="sldNum" sz="quarter" idx="12"/>
          </p:nvPr>
        </p:nvSpPr>
        <p:spPr/>
        <p:txBody>
          <a:bodyPr/>
          <a:lstStyle/>
          <a:p>
            <a:fld id="{250B62C5-2ACF-4D78-8FF3-37371B948607}" type="slidenum">
              <a:rPr lang="en-US" smtClean="0"/>
              <a:t>‹#›</a:t>
            </a:fld>
            <a:endParaRPr lang="en-US"/>
          </a:p>
        </p:txBody>
      </p:sp>
    </p:spTree>
    <p:extLst>
      <p:ext uri="{BB962C8B-B14F-4D97-AF65-F5344CB8AC3E}">
        <p14:creationId xmlns:p14="http://schemas.microsoft.com/office/powerpoint/2010/main" val="1608260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10D67C-D2BD-6C22-4377-9FEF654B1AB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EA5D80F-75A6-3598-4E68-E5999C51A0B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9B9AAEA-83D8-13ED-A516-ED6E6683AB9B}"/>
              </a:ext>
            </a:extLst>
          </p:cNvPr>
          <p:cNvSpPr>
            <a:spLocks noGrp="1"/>
          </p:cNvSpPr>
          <p:nvPr>
            <p:ph type="dt" sz="half" idx="10"/>
          </p:nvPr>
        </p:nvSpPr>
        <p:spPr/>
        <p:txBody>
          <a:bodyPr/>
          <a:lstStyle/>
          <a:p>
            <a:fld id="{E6D7105C-A8E4-4519-9028-35FD188A98F2}" type="datetimeFigureOut">
              <a:rPr lang="en-US" smtClean="0"/>
              <a:t>9/4/2026</a:t>
            </a:fld>
            <a:endParaRPr lang="en-US"/>
          </a:p>
        </p:txBody>
      </p:sp>
      <p:sp>
        <p:nvSpPr>
          <p:cNvPr id="5" name="Footer Placeholder 4">
            <a:extLst>
              <a:ext uri="{FF2B5EF4-FFF2-40B4-BE49-F238E27FC236}">
                <a16:creationId xmlns:a16="http://schemas.microsoft.com/office/drawing/2014/main" id="{E9EC7DFD-EBF1-7BBD-4045-DE957302E4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CE62B48-4673-FA63-FF0D-581FF7B4167E}"/>
              </a:ext>
            </a:extLst>
          </p:cNvPr>
          <p:cNvSpPr>
            <a:spLocks noGrp="1"/>
          </p:cNvSpPr>
          <p:nvPr>
            <p:ph type="sldNum" sz="quarter" idx="12"/>
          </p:nvPr>
        </p:nvSpPr>
        <p:spPr/>
        <p:txBody>
          <a:bodyPr/>
          <a:lstStyle/>
          <a:p>
            <a:fld id="{250B62C5-2ACF-4D78-8FF3-37371B948607}" type="slidenum">
              <a:rPr lang="en-US" smtClean="0"/>
              <a:t>‹#›</a:t>
            </a:fld>
            <a:endParaRPr lang="en-US"/>
          </a:p>
        </p:txBody>
      </p:sp>
    </p:spTree>
    <p:extLst>
      <p:ext uri="{BB962C8B-B14F-4D97-AF65-F5344CB8AC3E}">
        <p14:creationId xmlns:p14="http://schemas.microsoft.com/office/powerpoint/2010/main" val="11907196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256D7-9C50-95BA-1C1E-17553343018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562A9E6-0196-39CA-A6A7-9EEC5E27B29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E266B31-FD5E-BD70-95EA-7AFCBA433CB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C6A1A7C-7C77-7A3C-7156-025F68643C4E}"/>
              </a:ext>
            </a:extLst>
          </p:cNvPr>
          <p:cNvSpPr>
            <a:spLocks noGrp="1"/>
          </p:cNvSpPr>
          <p:nvPr>
            <p:ph type="dt" sz="half" idx="10"/>
          </p:nvPr>
        </p:nvSpPr>
        <p:spPr/>
        <p:txBody>
          <a:bodyPr/>
          <a:lstStyle/>
          <a:p>
            <a:fld id="{E6D7105C-A8E4-4519-9028-35FD188A98F2}" type="datetimeFigureOut">
              <a:rPr lang="en-US" smtClean="0"/>
              <a:t>9/4/2026</a:t>
            </a:fld>
            <a:endParaRPr lang="en-US"/>
          </a:p>
        </p:txBody>
      </p:sp>
      <p:sp>
        <p:nvSpPr>
          <p:cNvPr id="6" name="Footer Placeholder 5">
            <a:extLst>
              <a:ext uri="{FF2B5EF4-FFF2-40B4-BE49-F238E27FC236}">
                <a16:creationId xmlns:a16="http://schemas.microsoft.com/office/drawing/2014/main" id="{636A2DDF-A703-BF06-26BE-698E04A58BD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9DE0D02-E5FB-B36B-CA1E-3B232D4996C8}"/>
              </a:ext>
            </a:extLst>
          </p:cNvPr>
          <p:cNvSpPr>
            <a:spLocks noGrp="1"/>
          </p:cNvSpPr>
          <p:nvPr>
            <p:ph type="sldNum" sz="quarter" idx="12"/>
          </p:nvPr>
        </p:nvSpPr>
        <p:spPr/>
        <p:txBody>
          <a:bodyPr/>
          <a:lstStyle/>
          <a:p>
            <a:fld id="{250B62C5-2ACF-4D78-8FF3-37371B948607}" type="slidenum">
              <a:rPr lang="en-US" smtClean="0"/>
              <a:t>‹#›</a:t>
            </a:fld>
            <a:endParaRPr lang="en-US"/>
          </a:p>
        </p:txBody>
      </p:sp>
    </p:spTree>
    <p:extLst>
      <p:ext uri="{BB962C8B-B14F-4D97-AF65-F5344CB8AC3E}">
        <p14:creationId xmlns:p14="http://schemas.microsoft.com/office/powerpoint/2010/main" val="12883575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C8941C-88C3-BE7E-91C0-E5728E6A0D8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D411BDA-73C5-01E3-9FBE-D40A9FF613F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C9FBA2A-4904-E59D-536D-1ACC4F9F67A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4A9E1A2-0A42-908A-727F-78A1688381C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F868B73-3D9B-01EE-EF36-44D4BD745D9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52D3C0B-F09E-F2A6-C8D1-264F5C726376}"/>
              </a:ext>
            </a:extLst>
          </p:cNvPr>
          <p:cNvSpPr>
            <a:spLocks noGrp="1"/>
          </p:cNvSpPr>
          <p:nvPr>
            <p:ph type="dt" sz="half" idx="10"/>
          </p:nvPr>
        </p:nvSpPr>
        <p:spPr/>
        <p:txBody>
          <a:bodyPr/>
          <a:lstStyle/>
          <a:p>
            <a:fld id="{E6D7105C-A8E4-4519-9028-35FD188A98F2}" type="datetimeFigureOut">
              <a:rPr lang="en-US" smtClean="0"/>
              <a:t>9/4/2026</a:t>
            </a:fld>
            <a:endParaRPr lang="en-US"/>
          </a:p>
        </p:txBody>
      </p:sp>
      <p:sp>
        <p:nvSpPr>
          <p:cNvPr id="8" name="Footer Placeholder 7">
            <a:extLst>
              <a:ext uri="{FF2B5EF4-FFF2-40B4-BE49-F238E27FC236}">
                <a16:creationId xmlns:a16="http://schemas.microsoft.com/office/drawing/2014/main" id="{624A742E-FD1B-B0AC-4C46-F45D80FDFB4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59EAFDC-7EDC-D32C-0432-327ED41230CB}"/>
              </a:ext>
            </a:extLst>
          </p:cNvPr>
          <p:cNvSpPr>
            <a:spLocks noGrp="1"/>
          </p:cNvSpPr>
          <p:nvPr>
            <p:ph type="sldNum" sz="quarter" idx="12"/>
          </p:nvPr>
        </p:nvSpPr>
        <p:spPr/>
        <p:txBody>
          <a:bodyPr/>
          <a:lstStyle/>
          <a:p>
            <a:fld id="{250B62C5-2ACF-4D78-8FF3-37371B948607}" type="slidenum">
              <a:rPr lang="en-US" smtClean="0"/>
              <a:t>‹#›</a:t>
            </a:fld>
            <a:endParaRPr lang="en-US"/>
          </a:p>
        </p:txBody>
      </p:sp>
    </p:spTree>
    <p:extLst>
      <p:ext uri="{BB962C8B-B14F-4D97-AF65-F5344CB8AC3E}">
        <p14:creationId xmlns:p14="http://schemas.microsoft.com/office/powerpoint/2010/main" val="26098650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01EF4-5BEF-6CF9-4A99-A6745DEEA07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6FDFD67-D209-5B77-90DF-D33BC2AED26C}"/>
              </a:ext>
            </a:extLst>
          </p:cNvPr>
          <p:cNvSpPr>
            <a:spLocks noGrp="1"/>
          </p:cNvSpPr>
          <p:nvPr>
            <p:ph type="dt" sz="half" idx="10"/>
          </p:nvPr>
        </p:nvSpPr>
        <p:spPr/>
        <p:txBody>
          <a:bodyPr/>
          <a:lstStyle/>
          <a:p>
            <a:fld id="{E6D7105C-A8E4-4519-9028-35FD188A98F2}" type="datetimeFigureOut">
              <a:rPr lang="en-US" smtClean="0"/>
              <a:t>9/4/2026</a:t>
            </a:fld>
            <a:endParaRPr lang="en-US"/>
          </a:p>
        </p:txBody>
      </p:sp>
      <p:sp>
        <p:nvSpPr>
          <p:cNvPr id="4" name="Footer Placeholder 3">
            <a:extLst>
              <a:ext uri="{FF2B5EF4-FFF2-40B4-BE49-F238E27FC236}">
                <a16:creationId xmlns:a16="http://schemas.microsoft.com/office/drawing/2014/main" id="{984AB956-7CF0-DE18-344B-F42C3605D6B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C604B5E-CA0F-3B1F-C721-3733C0F1B068}"/>
              </a:ext>
            </a:extLst>
          </p:cNvPr>
          <p:cNvSpPr>
            <a:spLocks noGrp="1"/>
          </p:cNvSpPr>
          <p:nvPr>
            <p:ph type="sldNum" sz="quarter" idx="12"/>
          </p:nvPr>
        </p:nvSpPr>
        <p:spPr/>
        <p:txBody>
          <a:bodyPr/>
          <a:lstStyle/>
          <a:p>
            <a:fld id="{250B62C5-2ACF-4D78-8FF3-37371B948607}" type="slidenum">
              <a:rPr lang="en-US" smtClean="0"/>
              <a:t>‹#›</a:t>
            </a:fld>
            <a:endParaRPr lang="en-US"/>
          </a:p>
        </p:txBody>
      </p:sp>
    </p:spTree>
    <p:extLst>
      <p:ext uri="{BB962C8B-B14F-4D97-AF65-F5344CB8AC3E}">
        <p14:creationId xmlns:p14="http://schemas.microsoft.com/office/powerpoint/2010/main" val="27991039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CC1F627-BDC1-B591-7B6C-353DCDBA9EF2}"/>
              </a:ext>
            </a:extLst>
          </p:cNvPr>
          <p:cNvSpPr>
            <a:spLocks noGrp="1"/>
          </p:cNvSpPr>
          <p:nvPr>
            <p:ph type="dt" sz="half" idx="10"/>
          </p:nvPr>
        </p:nvSpPr>
        <p:spPr/>
        <p:txBody>
          <a:bodyPr/>
          <a:lstStyle/>
          <a:p>
            <a:fld id="{E6D7105C-A8E4-4519-9028-35FD188A98F2}" type="datetimeFigureOut">
              <a:rPr lang="en-US" smtClean="0"/>
              <a:t>9/4/2026</a:t>
            </a:fld>
            <a:endParaRPr lang="en-US"/>
          </a:p>
        </p:txBody>
      </p:sp>
      <p:sp>
        <p:nvSpPr>
          <p:cNvPr id="3" name="Footer Placeholder 2">
            <a:extLst>
              <a:ext uri="{FF2B5EF4-FFF2-40B4-BE49-F238E27FC236}">
                <a16:creationId xmlns:a16="http://schemas.microsoft.com/office/drawing/2014/main" id="{03E64261-A347-10A7-0CCD-04C6BF6C0EE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4EE6310-4730-C623-FA58-9C7E8B84026B}"/>
              </a:ext>
            </a:extLst>
          </p:cNvPr>
          <p:cNvSpPr>
            <a:spLocks noGrp="1"/>
          </p:cNvSpPr>
          <p:nvPr>
            <p:ph type="sldNum" sz="quarter" idx="12"/>
          </p:nvPr>
        </p:nvSpPr>
        <p:spPr/>
        <p:txBody>
          <a:bodyPr/>
          <a:lstStyle/>
          <a:p>
            <a:fld id="{250B62C5-2ACF-4D78-8FF3-37371B948607}" type="slidenum">
              <a:rPr lang="en-US" smtClean="0"/>
              <a:t>‹#›</a:t>
            </a:fld>
            <a:endParaRPr lang="en-US"/>
          </a:p>
        </p:txBody>
      </p:sp>
    </p:spTree>
    <p:extLst>
      <p:ext uri="{BB962C8B-B14F-4D97-AF65-F5344CB8AC3E}">
        <p14:creationId xmlns:p14="http://schemas.microsoft.com/office/powerpoint/2010/main" val="18708914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716245-C2AD-0D05-019E-E06B11211DA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C36198A-9777-1A27-9017-CDEEEB39688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767F819-7055-5529-7EAC-88CA9D32252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153E9AE-20ED-7DA0-BE49-2B5FD51472AB}"/>
              </a:ext>
            </a:extLst>
          </p:cNvPr>
          <p:cNvSpPr>
            <a:spLocks noGrp="1"/>
          </p:cNvSpPr>
          <p:nvPr>
            <p:ph type="dt" sz="half" idx="10"/>
          </p:nvPr>
        </p:nvSpPr>
        <p:spPr/>
        <p:txBody>
          <a:bodyPr/>
          <a:lstStyle/>
          <a:p>
            <a:fld id="{E6D7105C-A8E4-4519-9028-35FD188A98F2}" type="datetimeFigureOut">
              <a:rPr lang="en-US" smtClean="0"/>
              <a:t>9/4/2026</a:t>
            </a:fld>
            <a:endParaRPr lang="en-US"/>
          </a:p>
        </p:txBody>
      </p:sp>
      <p:sp>
        <p:nvSpPr>
          <p:cNvPr id="6" name="Footer Placeholder 5">
            <a:extLst>
              <a:ext uri="{FF2B5EF4-FFF2-40B4-BE49-F238E27FC236}">
                <a16:creationId xmlns:a16="http://schemas.microsoft.com/office/drawing/2014/main" id="{7F6110F3-28B2-83AA-6275-B009D088E7C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5E4810A-E75F-4318-1BD7-967A3485C02F}"/>
              </a:ext>
            </a:extLst>
          </p:cNvPr>
          <p:cNvSpPr>
            <a:spLocks noGrp="1"/>
          </p:cNvSpPr>
          <p:nvPr>
            <p:ph type="sldNum" sz="quarter" idx="12"/>
          </p:nvPr>
        </p:nvSpPr>
        <p:spPr/>
        <p:txBody>
          <a:bodyPr/>
          <a:lstStyle/>
          <a:p>
            <a:fld id="{250B62C5-2ACF-4D78-8FF3-37371B948607}" type="slidenum">
              <a:rPr lang="en-US" smtClean="0"/>
              <a:t>‹#›</a:t>
            </a:fld>
            <a:endParaRPr lang="en-US"/>
          </a:p>
        </p:txBody>
      </p:sp>
    </p:spTree>
    <p:extLst>
      <p:ext uri="{BB962C8B-B14F-4D97-AF65-F5344CB8AC3E}">
        <p14:creationId xmlns:p14="http://schemas.microsoft.com/office/powerpoint/2010/main" val="8470588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06C3CC-2C70-64C3-4A30-A609452F762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471D0AA-B494-D943-5E5B-8D36C3A5A7D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2E6E2EB-9196-D3D2-1B30-62DE10C01EA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2F41B5-E24C-B47B-BB3D-972C8A3CB006}"/>
              </a:ext>
            </a:extLst>
          </p:cNvPr>
          <p:cNvSpPr>
            <a:spLocks noGrp="1"/>
          </p:cNvSpPr>
          <p:nvPr>
            <p:ph type="dt" sz="half" idx="10"/>
          </p:nvPr>
        </p:nvSpPr>
        <p:spPr/>
        <p:txBody>
          <a:bodyPr/>
          <a:lstStyle/>
          <a:p>
            <a:fld id="{E6D7105C-A8E4-4519-9028-35FD188A98F2}" type="datetimeFigureOut">
              <a:rPr lang="en-US" smtClean="0"/>
              <a:t>9/4/2026</a:t>
            </a:fld>
            <a:endParaRPr lang="en-US"/>
          </a:p>
        </p:txBody>
      </p:sp>
      <p:sp>
        <p:nvSpPr>
          <p:cNvPr id="6" name="Footer Placeholder 5">
            <a:extLst>
              <a:ext uri="{FF2B5EF4-FFF2-40B4-BE49-F238E27FC236}">
                <a16:creationId xmlns:a16="http://schemas.microsoft.com/office/drawing/2014/main" id="{49824E9D-D378-8D22-DCF4-7F6532C01B2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EC3E7FB-323F-F5EC-FA2F-A39210C863F2}"/>
              </a:ext>
            </a:extLst>
          </p:cNvPr>
          <p:cNvSpPr>
            <a:spLocks noGrp="1"/>
          </p:cNvSpPr>
          <p:nvPr>
            <p:ph type="sldNum" sz="quarter" idx="12"/>
          </p:nvPr>
        </p:nvSpPr>
        <p:spPr/>
        <p:txBody>
          <a:bodyPr/>
          <a:lstStyle/>
          <a:p>
            <a:fld id="{250B62C5-2ACF-4D78-8FF3-37371B948607}" type="slidenum">
              <a:rPr lang="en-US" smtClean="0"/>
              <a:t>‹#›</a:t>
            </a:fld>
            <a:endParaRPr lang="en-US"/>
          </a:p>
        </p:txBody>
      </p:sp>
    </p:spTree>
    <p:extLst>
      <p:ext uri="{BB962C8B-B14F-4D97-AF65-F5344CB8AC3E}">
        <p14:creationId xmlns:p14="http://schemas.microsoft.com/office/powerpoint/2010/main" val="36275269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612707-53E3-2569-0E7A-1690F3F7FD9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B9BC101-CAE8-2F23-9755-79948E997D3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D7C1A44-26ED-DB28-C428-DC0CFB329687}"/>
              </a:ext>
            </a:extLst>
          </p:cNvPr>
          <p:cNvSpPr>
            <a:spLocks noGrp="1"/>
          </p:cNvSpPr>
          <p:nvPr>
            <p:ph type="dt" sz="half" idx="10"/>
          </p:nvPr>
        </p:nvSpPr>
        <p:spPr/>
        <p:txBody>
          <a:bodyPr/>
          <a:lstStyle/>
          <a:p>
            <a:fld id="{E6D7105C-A8E4-4519-9028-35FD188A98F2}" type="datetimeFigureOut">
              <a:rPr lang="en-US" smtClean="0"/>
              <a:t>9/4/2026</a:t>
            </a:fld>
            <a:endParaRPr lang="en-US"/>
          </a:p>
        </p:txBody>
      </p:sp>
      <p:sp>
        <p:nvSpPr>
          <p:cNvPr id="5" name="Footer Placeholder 4">
            <a:extLst>
              <a:ext uri="{FF2B5EF4-FFF2-40B4-BE49-F238E27FC236}">
                <a16:creationId xmlns:a16="http://schemas.microsoft.com/office/drawing/2014/main" id="{79524A06-DEB2-7015-6DD9-8B2A87C0B1B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03D3E3F-18AE-63E8-C6C8-276980A18154}"/>
              </a:ext>
            </a:extLst>
          </p:cNvPr>
          <p:cNvSpPr>
            <a:spLocks noGrp="1"/>
          </p:cNvSpPr>
          <p:nvPr>
            <p:ph type="sldNum" sz="quarter" idx="12"/>
          </p:nvPr>
        </p:nvSpPr>
        <p:spPr/>
        <p:txBody>
          <a:bodyPr/>
          <a:lstStyle/>
          <a:p>
            <a:fld id="{250B62C5-2ACF-4D78-8FF3-37371B948607}" type="slidenum">
              <a:rPr lang="en-US" smtClean="0"/>
              <a:t>‹#›</a:t>
            </a:fld>
            <a:endParaRPr lang="en-US"/>
          </a:p>
        </p:txBody>
      </p:sp>
    </p:spTree>
    <p:extLst>
      <p:ext uri="{BB962C8B-B14F-4D97-AF65-F5344CB8AC3E}">
        <p14:creationId xmlns:p14="http://schemas.microsoft.com/office/powerpoint/2010/main" val="31478912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D86E817-77FE-761F-64F3-B0C06C832AC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F4D9400-74DA-F591-439F-B3D8A373BAA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DE69B40-D3C9-8620-5438-6240D96D9B23}"/>
              </a:ext>
            </a:extLst>
          </p:cNvPr>
          <p:cNvSpPr>
            <a:spLocks noGrp="1"/>
          </p:cNvSpPr>
          <p:nvPr>
            <p:ph type="dt" sz="half" idx="10"/>
          </p:nvPr>
        </p:nvSpPr>
        <p:spPr/>
        <p:txBody>
          <a:bodyPr/>
          <a:lstStyle/>
          <a:p>
            <a:fld id="{E6D7105C-A8E4-4519-9028-35FD188A98F2}" type="datetimeFigureOut">
              <a:rPr lang="en-US" smtClean="0"/>
              <a:t>9/4/2026</a:t>
            </a:fld>
            <a:endParaRPr lang="en-US"/>
          </a:p>
        </p:txBody>
      </p:sp>
      <p:sp>
        <p:nvSpPr>
          <p:cNvPr id="5" name="Footer Placeholder 4">
            <a:extLst>
              <a:ext uri="{FF2B5EF4-FFF2-40B4-BE49-F238E27FC236}">
                <a16:creationId xmlns:a16="http://schemas.microsoft.com/office/drawing/2014/main" id="{B02F794E-D081-69C8-CF71-EF1F6857F78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693D011-AE60-4E59-4CAA-42D40456CC65}"/>
              </a:ext>
            </a:extLst>
          </p:cNvPr>
          <p:cNvSpPr>
            <a:spLocks noGrp="1"/>
          </p:cNvSpPr>
          <p:nvPr>
            <p:ph type="sldNum" sz="quarter" idx="12"/>
          </p:nvPr>
        </p:nvSpPr>
        <p:spPr/>
        <p:txBody>
          <a:bodyPr/>
          <a:lstStyle/>
          <a:p>
            <a:fld id="{250B62C5-2ACF-4D78-8FF3-37371B948607}" type="slidenum">
              <a:rPr lang="en-US" smtClean="0"/>
              <a:t>‹#›</a:t>
            </a:fld>
            <a:endParaRPr lang="en-US"/>
          </a:p>
        </p:txBody>
      </p:sp>
    </p:spTree>
    <p:extLst>
      <p:ext uri="{BB962C8B-B14F-4D97-AF65-F5344CB8AC3E}">
        <p14:creationId xmlns:p14="http://schemas.microsoft.com/office/powerpoint/2010/main" val="31981634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 name="PlaceHolder 1"/>
          <p:cNvSpPr>
            <a:spLocks noGrp="1"/>
          </p:cNvSpPr>
          <p:nvPr>
            <p:ph type="title"/>
          </p:nvPr>
        </p:nvSpPr>
        <p:spPr>
          <a:xfrm>
            <a:off x="529200" y="378000"/>
            <a:ext cx="8336880" cy="734040"/>
          </a:xfrm>
          <a:prstGeom prst="rect">
            <a:avLst/>
          </a:prstGeom>
          <a:noFill/>
          <a:ln w="0">
            <a:noFill/>
          </a:ln>
        </p:spPr>
        <p:txBody>
          <a:bodyPr lIns="0" tIns="0" rIns="0" bIns="0" anchor="ctr">
            <a:noAutofit/>
          </a:bodyPr>
          <a:lstStyle/>
          <a:p>
            <a:pPr indent="0" algn="ctr">
              <a:buNone/>
            </a:pPr>
            <a:endParaRPr lang="en-US" sz="4400" b="0" strike="noStrike" spc="-1" dirty="0">
              <a:solidFill>
                <a:srgbClr val="000000"/>
              </a:solidFill>
              <a:latin typeface="Arial"/>
            </a:endParaRPr>
          </a:p>
        </p:txBody>
      </p:sp>
      <p:sp>
        <p:nvSpPr>
          <p:cNvPr id="11" name="PlaceHolder 2"/>
          <p:cNvSpPr>
            <a:spLocks noGrp="1"/>
          </p:cNvSpPr>
          <p:nvPr>
            <p:ph type="subTitle"/>
          </p:nvPr>
        </p:nvSpPr>
        <p:spPr>
          <a:xfrm>
            <a:off x="609480" y="1604520"/>
            <a:ext cx="10972440" cy="397728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Arial"/>
            </a:endParaRPr>
          </a:p>
        </p:txBody>
      </p:sp>
    </p:spTree>
    <p:extLst>
      <p:ext uri="{BB962C8B-B14F-4D97-AF65-F5344CB8AC3E}">
        <p14:creationId xmlns:p14="http://schemas.microsoft.com/office/powerpoint/2010/main" val="32537676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ACB30B-A213-19B1-991A-24DDC9FBB1B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LID4096"/>
          </a:p>
        </p:txBody>
      </p:sp>
      <p:sp>
        <p:nvSpPr>
          <p:cNvPr id="3" name="Subtitle 2">
            <a:extLst>
              <a:ext uri="{FF2B5EF4-FFF2-40B4-BE49-F238E27FC236}">
                <a16:creationId xmlns:a16="http://schemas.microsoft.com/office/drawing/2014/main" id="{126E55C0-2F1C-B4C2-1CEF-5FC73C550A5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LID4096"/>
          </a:p>
        </p:txBody>
      </p:sp>
      <p:sp>
        <p:nvSpPr>
          <p:cNvPr id="4" name="Date Placeholder 3">
            <a:extLst>
              <a:ext uri="{FF2B5EF4-FFF2-40B4-BE49-F238E27FC236}">
                <a16:creationId xmlns:a16="http://schemas.microsoft.com/office/drawing/2014/main" id="{8354DEEF-4261-00AD-4515-6511413526ED}"/>
              </a:ext>
            </a:extLst>
          </p:cNvPr>
          <p:cNvSpPr>
            <a:spLocks noGrp="1"/>
          </p:cNvSpPr>
          <p:nvPr>
            <p:ph type="dt" sz="half" idx="10"/>
          </p:nvPr>
        </p:nvSpPr>
        <p:spPr/>
        <p:txBody>
          <a:bodyPr/>
          <a:lstStyle/>
          <a:p>
            <a:endParaRPr lang="LID4096"/>
          </a:p>
        </p:txBody>
      </p:sp>
      <p:sp>
        <p:nvSpPr>
          <p:cNvPr id="5" name="Footer Placeholder 4">
            <a:extLst>
              <a:ext uri="{FF2B5EF4-FFF2-40B4-BE49-F238E27FC236}">
                <a16:creationId xmlns:a16="http://schemas.microsoft.com/office/drawing/2014/main" id="{F50CA56C-C5E5-869E-6BC6-22C295EEFE08}"/>
              </a:ext>
            </a:extLst>
          </p:cNvPr>
          <p:cNvSpPr>
            <a:spLocks noGrp="1"/>
          </p:cNvSpPr>
          <p:nvPr>
            <p:ph type="ftr" sz="quarter" idx="11"/>
          </p:nvPr>
        </p:nvSpPr>
        <p:spPr/>
        <p:txBody>
          <a:bodyPr/>
          <a:lstStyle/>
          <a:p>
            <a:r>
              <a:rPr lang="en-US"/>
              <a:t>Telecommunication Networks </a:t>
            </a:r>
            <a:endParaRPr lang="LID4096"/>
          </a:p>
        </p:txBody>
      </p:sp>
      <p:sp>
        <p:nvSpPr>
          <p:cNvPr id="6" name="Slide Number Placeholder 5">
            <a:extLst>
              <a:ext uri="{FF2B5EF4-FFF2-40B4-BE49-F238E27FC236}">
                <a16:creationId xmlns:a16="http://schemas.microsoft.com/office/drawing/2014/main" id="{DC8A9C28-C6B5-0AF9-2C45-A97454ECA0E2}"/>
              </a:ext>
            </a:extLst>
          </p:cNvPr>
          <p:cNvSpPr>
            <a:spLocks noGrp="1"/>
          </p:cNvSpPr>
          <p:nvPr>
            <p:ph type="sldNum" sz="quarter" idx="12"/>
          </p:nvPr>
        </p:nvSpPr>
        <p:spPr/>
        <p:txBody>
          <a:bodyPr/>
          <a:lstStyle/>
          <a:p>
            <a:fld id="{105264C1-93CD-4F5F-B6EE-5235E982ADB5}" type="slidenum">
              <a:rPr lang="LID4096" smtClean="0"/>
              <a:t>‹#›</a:t>
            </a:fld>
            <a:endParaRPr lang="LID4096"/>
          </a:p>
        </p:txBody>
      </p:sp>
    </p:spTree>
    <p:extLst>
      <p:ext uri="{BB962C8B-B14F-4D97-AF65-F5344CB8AC3E}">
        <p14:creationId xmlns:p14="http://schemas.microsoft.com/office/powerpoint/2010/main" val="61827226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743803-5A6C-F14A-AFFD-BBAEB7223296}"/>
              </a:ext>
            </a:extLst>
          </p:cNvPr>
          <p:cNvSpPr>
            <a:spLocks noGrp="1"/>
          </p:cNvSpPr>
          <p:nvPr>
            <p:ph type="title"/>
          </p:nvPr>
        </p:nvSpPr>
        <p:spPr/>
        <p:txBody>
          <a:bodyPr/>
          <a:lstStyle/>
          <a:p>
            <a:r>
              <a:rPr lang="en-US"/>
              <a:t>Click to edit Master title style</a:t>
            </a:r>
            <a:endParaRPr lang="LID4096"/>
          </a:p>
        </p:txBody>
      </p:sp>
      <p:sp>
        <p:nvSpPr>
          <p:cNvPr id="3" name="Content Placeholder 2">
            <a:extLst>
              <a:ext uri="{FF2B5EF4-FFF2-40B4-BE49-F238E27FC236}">
                <a16:creationId xmlns:a16="http://schemas.microsoft.com/office/drawing/2014/main" id="{4E5717F5-526B-FC7E-8D59-82A7B10328F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Date Placeholder 3">
            <a:extLst>
              <a:ext uri="{FF2B5EF4-FFF2-40B4-BE49-F238E27FC236}">
                <a16:creationId xmlns:a16="http://schemas.microsoft.com/office/drawing/2014/main" id="{85F371C9-03EA-CD1A-261F-3B276698F899}"/>
              </a:ext>
            </a:extLst>
          </p:cNvPr>
          <p:cNvSpPr>
            <a:spLocks noGrp="1"/>
          </p:cNvSpPr>
          <p:nvPr>
            <p:ph type="dt" sz="half" idx="10"/>
          </p:nvPr>
        </p:nvSpPr>
        <p:spPr/>
        <p:txBody>
          <a:bodyPr/>
          <a:lstStyle/>
          <a:p>
            <a:endParaRPr lang="LID4096"/>
          </a:p>
        </p:txBody>
      </p:sp>
      <p:sp>
        <p:nvSpPr>
          <p:cNvPr id="5" name="Footer Placeholder 4">
            <a:extLst>
              <a:ext uri="{FF2B5EF4-FFF2-40B4-BE49-F238E27FC236}">
                <a16:creationId xmlns:a16="http://schemas.microsoft.com/office/drawing/2014/main" id="{9A57FCFA-1DB5-216A-2317-7B33B3A66462}"/>
              </a:ext>
            </a:extLst>
          </p:cNvPr>
          <p:cNvSpPr>
            <a:spLocks noGrp="1"/>
          </p:cNvSpPr>
          <p:nvPr>
            <p:ph type="ftr" sz="quarter" idx="11"/>
          </p:nvPr>
        </p:nvSpPr>
        <p:spPr/>
        <p:txBody>
          <a:bodyPr/>
          <a:lstStyle/>
          <a:p>
            <a:r>
              <a:rPr lang="en-US"/>
              <a:t>Telecommunication Networks </a:t>
            </a:r>
            <a:endParaRPr lang="LID4096"/>
          </a:p>
        </p:txBody>
      </p:sp>
      <p:sp>
        <p:nvSpPr>
          <p:cNvPr id="6" name="Slide Number Placeholder 5">
            <a:extLst>
              <a:ext uri="{FF2B5EF4-FFF2-40B4-BE49-F238E27FC236}">
                <a16:creationId xmlns:a16="http://schemas.microsoft.com/office/drawing/2014/main" id="{1ED10605-6EAA-F670-A7EA-81573D8E0D22}"/>
              </a:ext>
            </a:extLst>
          </p:cNvPr>
          <p:cNvSpPr>
            <a:spLocks noGrp="1"/>
          </p:cNvSpPr>
          <p:nvPr>
            <p:ph type="sldNum" sz="quarter" idx="12"/>
          </p:nvPr>
        </p:nvSpPr>
        <p:spPr/>
        <p:txBody>
          <a:bodyPr/>
          <a:lstStyle/>
          <a:p>
            <a:fld id="{105264C1-93CD-4F5F-B6EE-5235E982ADB5}" type="slidenum">
              <a:rPr lang="LID4096" smtClean="0"/>
              <a:t>‹#›</a:t>
            </a:fld>
            <a:endParaRPr lang="LID4096"/>
          </a:p>
        </p:txBody>
      </p:sp>
    </p:spTree>
    <p:extLst>
      <p:ext uri="{BB962C8B-B14F-4D97-AF65-F5344CB8AC3E}">
        <p14:creationId xmlns:p14="http://schemas.microsoft.com/office/powerpoint/2010/main" val="203673006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0D6A2A-05D2-F69C-075D-EEE9A80F435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LID4096"/>
          </a:p>
        </p:txBody>
      </p:sp>
      <p:sp>
        <p:nvSpPr>
          <p:cNvPr id="3" name="Text Placeholder 2">
            <a:extLst>
              <a:ext uri="{FF2B5EF4-FFF2-40B4-BE49-F238E27FC236}">
                <a16:creationId xmlns:a16="http://schemas.microsoft.com/office/drawing/2014/main" id="{B0FEE512-C67E-F199-C6C1-C920AAD3FAF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7A1F2F8-3942-E25E-EEEC-62823CD7674C}"/>
              </a:ext>
            </a:extLst>
          </p:cNvPr>
          <p:cNvSpPr>
            <a:spLocks noGrp="1"/>
          </p:cNvSpPr>
          <p:nvPr>
            <p:ph type="dt" sz="half" idx="10"/>
          </p:nvPr>
        </p:nvSpPr>
        <p:spPr/>
        <p:txBody>
          <a:bodyPr/>
          <a:lstStyle/>
          <a:p>
            <a:endParaRPr lang="LID4096"/>
          </a:p>
        </p:txBody>
      </p:sp>
      <p:sp>
        <p:nvSpPr>
          <p:cNvPr id="5" name="Footer Placeholder 4">
            <a:extLst>
              <a:ext uri="{FF2B5EF4-FFF2-40B4-BE49-F238E27FC236}">
                <a16:creationId xmlns:a16="http://schemas.microsoft.com/office/drawing/2014/main" id="{0E12E60E-B176-DECA-FDB2-35F410F52DFE}"/>
              </a:ext>
            </a:extLst>
          </p:cNvPr>
          <p:cNvSpPr>
            <a:spLocks noGrp="1"/>
          </p:cNvSpPr>
          <p:nvPr>
            <p:ph type="ftr" sz="quarter" idx="11"/>
          </p:nvPr>
        </p:nvSpPr>
        <p:spPr/>
        <p:txBody>
          <a:bodyPr/>
          <a:lstStyle/>
          <a:p>
            <a:r>
              <a:rPr lang="en-US"/>
              <a:t>Telecommunication Networks </a:t>
            </a:r>
            <a:endParaRPr lang="LID4096"/>
          </a:p>
        </p:txBody>
      </p:sp>
      <p:sp>
        <p:nvSpPr>
          <p:cNvPr id="6" name="Slide Number Placeholder 5">
            <a:extLst>
              <a:ext uri="{FF2B5EF4-FFF2-40B4-BE49-F238E27FC236}">
                <a16:creationId xmlns:a16="http://schemas.microsoft.com/office/drawing/2014/main" id="{C9F85316-7CBE-CA74-E6C9-4E7FE28F2489}"/>
              </a:ext>
            </a:extLst>
          </p:cNvPr>
          <p:cNvSpPr>
            <a:spLocks noGrp="1"/>
          </p:cNvSpPr>
          <p:nvPr>
            <p:ph type="sldNum" sz="quarter" idx="12"/>
          </p:nvPr>
        </p:nvSpPr>
        <p:spPr/>
        <p:txBody>
          <a:bodyPr/>
          <a:lstStyle/>
          <a:p>
            <a:fld id="{105264C1-93CD-4F5F-B6EE-5235E982ADB5}" type="slidenum">
              <a:rPr lang="LID4096" smtClean="0"/>
              <a:t>‹#›</a:t>
            </a:fld>
            <a:endParaRPr lang="LID4096"/>
          </a:p>
        </p:txBody>
      </p:sp>
    </p:spTree>
    <p:extLst>
      <p:ext uri="{BB962C8B-B14F-4D97-AF65-F5344CB8AC3E}">
        <p14:creationId xmlns:p14="http://schemas.microsoft.com/office/powerpoint/2010/main" val="17878872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55009E-7B7C-10D8-E1BC-FCEE58C42488}"/>
              </a:ext>
            </a:extLst>
          </p:cNvPr>
          <p:cNvSpPr>
            <a:spLocks noGrp="1"/>
          </p:cNvSpPr>
          <p:nvPr>
            <p:ph type="title"/>
          </p:nvPr>
        </p:nvSpPr>
        <p:spPr/>
        <p:txBody>
          <a:bodyPr/>
          <a:lstStyle/>
          <a:p>
            <a:r>
              <a:rPr lang="en-US"/>
              <a:t>Click to edit Master title style</a:t>
            </a:r>
            <a:endParaRPr lang="LID4096"/>
          </a:p>
        </p:txBody>
      </p:sp>
      <p:sp>
        <p:nvSpPr>
          <p:cNvPr id="3" name="Content Placeholder 2">
            <a:extLst>
              <a:ext uri="{FF2B5EF4-FFF2-40B4-BE49-F238E27FC236}">
                <a16:creationId xmlns:a16="http://schemas.microsoft.com/office/drawing/2014/main" id="{27347120-C4FC-1735-4790-C69BB1D2453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Content Placeholder 3">
            <a:extLst>
              <a:ext uri="{FF2B5EF4-FFF2-40B4-BE49-F238E27FC236}">
                <a16:creationId xmlns:a16="http://schemas.microsoft.com/office/drawing/2014/main" id="{BC2F09CA-CA74-D922-FAEC-3D89383717C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5" name="Date Placeholder 4">
            <a:extLst>
              <a:ext uri="{FF2B5EF4-FFF2-40B4-BE49-F238E27FC236}">
                <a16:creationId xmlns:a16="http://schemas.microsoft.com/office/drawing/2014/main" id="{A361733F-63F9-4F51-5473-F8EE7F8B5B5E}"/>
              </a:ext>
            </a:extLst>
          </p:cNvPr>
          <p:cNvSpPr>
            <a:spLocks noGrp="1"/>
          </p:cNvSpPr>
          <p:nvPr>
            <p:ph type="dt" sz="half" idx="10"/>
          </p:nvPr>
        </p:nvSpPr>
        <p:spPr/>
        <p:txBody>
          <a:bodyPr/>
          <a:lstStyle/>
          <a:p>
            <a:endParaRPr lang="LID4096"/>
          </a:p>
        </p:txBody>
      </p:sp>
      <p:sp>
        <p:nvSpPr>
          <p:cNvPr id="6" name="Footer Placeholder 5">
            <a:extLst>
              <a:ext uri="{FF2B5EF4-FFF2-40B4-BE49-F238E27FC236}">
                <a16:creationId xmlns:a16="http://schemas.microsoft.com/office/drawing/2014/main" id="{812F230A-079D-8CEA-F9DF-C238750A6451}"/>
              </a:ext>
            </a:extLst>
          </p:cNvPr>
          <p:cNvSpPr>
            <a:spLocks noGrp="1"/>
          </p:cNvSpPr>
          <p:nvPr>
            <p:ph type="ftr" sz="quarter" idx="11"/>
          </p:nvPr>
        </p:nvSpPr>
        <p:spPr/>
        <p:txBody>
          <a:bodyPr/>
          <a:lstStyle/>
          <a:p>
            <a:r>
              <a:rPr lang="en-US"/>
              <a:t>Telecommunication Networks </a:t>
            </a:r>
            <a:endParaRPr lang="LID4096"/>
          </a:p>
        </p:txBody>
      </p:sp>
      <p:sp>
        <p:nvSpPr>
          <p:cNvPr id="7" name="Slide Number Placeholder 6">
            <a:extLst>
              <a:ext uri="{FF2B5EF4-FFF2-40B4-BE49-F238E27FC236}">
                <a16:creationId xmlns:a16="http://schemas.microsoft.com/office/drawing/2014/main" id="{2E6A036D-1195-4656-9CF4-E92E6CB09A46}"/>
              </a:ext>
            </a:extLst>
          </p:cNvPr>
          <p:cNvSpPr>
            <a:spLocks noGrp="1"/>
          </p:cNvSpPr>
          <p:nvPr>
            <p:ph type="sldNum" sz="quarter" idx="12"/>
          </p:nvPr>
        </p:nvSpPr>
        <p:spPr/>
        <p:txBody>
          <a:bodyPr/>
          <a:lstStyle/>
          <a:p>
            <a:fld id="{105264C1-93CD-4F5F-B6EE-5235E982ADB5}" type="slidenum">
              <a:rPr lang="LID4096" smtClean="0"/>
              <a:t>‹#›</a:t>
            </a:fld>
            <a:endParaRPr lang="LID4096"/>
          </a:p>
        </p:txBody>
      </p:sp>
    </p:spTree>
    <p:extLst>
      <p:ext uri="{BB962C8B-B14F-4D97-AF65-F5344CB8AC3E}">
        <p14:creationId xmlns:p14="http://schemas.microsoft.com/office/powerpoint/2010/main" val="12752937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BAA3BA-5698-8646-E0AF-4A421D61BEBF}"/>
              </a:ext>
            </a:extLst>
          </p:cNvPr>
          <p:cNvSpPr>
            <a:spLocks noGrp="1"/>
          </p:cNvSpPr>
          <p:nvPr>
            <p:ph type="title"/>
          </p:nvPr>
        </p:nvSpPr>
        <p:spPr>
          <a:xfrm>
            <a:off x="839788" y="365125"/>
            <a:ext cx="10515600" cy="1325563"/>
          </a:xfrm>
        </p:spPr>
        <p:txBody>
          <a:bodyPr/>
          <a:lstStyle/>
          <a:p>
            <a:r>
              <a:rPr lang="en-US"/>
              <a:t>Click to edit Master title style</a:t>
            </a:r>
            <a:endParaRPr lang="LID4096"/>
          </a:p>
        </p:txBody>
      </p:sp>
      <p:sp>
        <p:nvSpPr>
          <p:cNvPr id="3" name="Text Placeholder 2">
            <a:extLst>
              <a:ext uri="{FF2B5EF4-FFF2-40B4-BE49-F238E27FC236}">
                <a16:creationId xmlns:a16="http://schemas.microsoft.com/office/drawing/2014/main" id="{D6251BD0-7E2D-E35E-AB0E-9E12E1D6659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B743C29-08E2-4C5C-E22A-C324AD83AD9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5" name="Text Placeholder 4">
            <a:extLst>
              <a:ext uri="{FF2B5EF4-FFF2-40B4-BE49-F238E27FC236}">
                <a16:creationId xmlns:a16="http://schemas.microsoft.com/office/drawing/2014/main" id="{E7C7466F-79FA-9E13-7404-5C94D1C0727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1617833-F49E-5190-7CF3-485CF1BF31F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7" name="Date Placeholder 6">
            <a:extLst>
              <a:ext uri="{FF2B5EF4-FFF2-40B4-BE49-F238E27FC236}">
                <a16:creationId xmlns:a16="http://schemas.microsoft.com/office/drawing/2014/main" id="{9F0C6761-9097-553C-0D37-B5251D8547F4}"/>
              </a:ext>
            </a:extLst>
          </p:cNvPr>
          <p:cNvSpPr>
            <a:spLocks noGrp="1"/>
          </p:cNvSpPr>
          <p:nvPr>
            <p:ph type="dt" sz="half" idx="10"/>
          </p:nvPr>
        </p:nvSpPr>
        <p:spPr/>
        <p:txBody>
          <a:bodyPr/>
          <a:lstStyle/>
          <a:p>
            <a:endParaRPr lang="LID4096"/>
          </a:p>
        </p:txBody>
      </p:sp>
      <p:sp>
        <p:nvSpPr>
          <p:cNvPr id="8" name="Footer Placeholder 7">
            <a:extLst>
              <a:ext uri="{FF2B5EF4-FFF2-40B4-BE49-F238E27FC236}">
                <a16:creationId xmlns:a16="http://schemas.microsoft.com/office/drawing/2014/main" id="{2A507FF0-FBC6-69B5-E9CF-67B274CFCD36}"/>
              </a:ext>
            </a:extLst>
          </p:cNvPr>
          <p:cNvSpPr>
            <a:spLocks noGrp="1"/>
          </p:cNvSpPr>
          <p:nvPr>
            <p:ph type="ftr" sz="quarter" idx="11"/>
          </p:nvPr>
        </p:nvSpPr>
        <p:spPr/>
        <p:txBody>
          <a:bodyPr/>
          <a:lstStyle/>
          <a:p>
            <a:r>
              <a:rPr lang="en-US"/>
              <a:t>Telecommunication Networks </a:t>
            </a:r>
            <a:endParaRPr lang="LID4096"/>
          </a:p>
        </p:txBody>
      </p:sp>
      <p:sp>
        <p:nvSpPr>
          <p:cNvPr id="9" name="Slide Number Placeholder 8">
            <a:extLst>
              <a:ext uri="{FF2B5EF4-FFF2-40B4-BE49-F238E27FC236}">
                <a16:creationId xmlns:a16="http://schemas.microsoft.com/office/drawing/2014/main" id="{8B46B3BF-4C2B-E6C5-DAF8-9F7EBBAE162B}"/>
              </a:ext>
            </a:extLst>
          </p:cNvPr>
          <p:cNvSpPr>
            <a:spLocks noGrp="1"/>
          </p:cNvSpPr>
          <p:nvPr>
            <p:ph type="sldNum" sz="quarter" idx="12"/>
          </p:nvPr>
        </p:nvSpPr>
        <p:spPr/>
        <p:txBody>
          <a:bodyPr/>
          <a:lstStyle/>
          <a:p>
            <a:fld id="{105264C1-93CD-4F5F-B6EE-5235E982ADB5}" type="slidenum">
              <a:rPr lang="LID4096" smtClean="0"/>
              <a:t>‹#›</a:t>
            </a:fld>
            <a:endParaRPr lang="LID4096"/>
          </a:p>
        </p:txBody>
      </p:sp>
    </p:spTree>
    <p:extLst>
      <p:ext uri="{BB962C8B-B14F-4D97-AF65-F5344CB8AC3E}">
        <p14:creationId xmlns:p14="http://schemas.microsoft.com/office/powerpoint/2010/main" val="86105943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7B6105-809C-0A3C-D910-0FB4C6BD56D4}"/>
              </a:ext>
            </a:extLst>
          </p:cNvPr>
          <p:cNvSpPr>
            <a:spLocks noGrp="1"/>
          </p:cNvSpPr>
          <p:nvPr>
            <p:ph type="title"/>
          </p:nvPr>
        </p:nvSpPr>
        <p:spPr/>
        <p:txBody>
          <a:bodyPr/>
          <a:lstStyle/>
          <a:p>
            <a:r>
              <a:rPr lang="en-US"/>
              <a:t>Click to edit Master title style</a:t>
            </a:r>
            <a:endParaRPr lang="LID4096"/>
          </a:p>
        </p:txBody>
      </p:sp>
      <p:sp>
        <p:nvSpPr>
          <p:cNvPr id="3" name="Date Placeholder 2">
            <a:extLst>
              <a:ext uri="{FF2B5EF4-FFF2-40B4-BE49-F238E27FC236}">
                <a16:creationId xmlns:a16="http://schemas.microsoft.com/office/drawing/2014/main" id="{1205A079-008B-B6DD-60B8-0F2D37DC7207}"/>
              </a:ext>
            </a:extLst>
          </p:cNvPr>
          <p:cNvSpPr>
            <a:spLocks noGrp="1"/>
          </p:cNvSpPr>
          <p:nvPr>
            <p:ph type="dt" sz="half" idx="10"/>
          </p:nvPr>
        </p:nvSpPr>
        <p:spPr/>
        <p:txBody>
          <a:bodyPr/>
          <a:lstStyle/>
          <a:p>
            <a:endParaRPr lang="LID4096"/>
          </a:p>
        </p:txBody>
      </p:sp>
      <p:sp>
        <p:nvSpPr>
          <p:cNvPr id="4" name="Footer Placeholder 3">
            <a:extLst>
              <a:ext uri="{FF2B5EF4-FFF2-40B4-BE49-F238E27FC236}">
                <a16:creationId xmlns:a16="http://schemas.microsoft.com/office/drawing/2014/main" id="{925680B5-FBF3-B19C-C2EF-27140DB9831E}"/>
              </a:ext>
            </a:extLst>
          </p:cNvPr>
          <p:cNvSpPr>
            <a:spLocks noGrp="1"/>
          </p:cNvSpPr>
          <p:nvPr>
            <p:ph type="ftr" sz="quarter" idx="11"/>
          </p:nvPr>
        </p:nvSpPr>
        <p:spPr/>
        <p:txBody>
          <a:bodyPr/>
          <a:lstStyle/>
          <a:p>
            <a:r>
              <a:rPr lang="en-US"/>
              <a:t>Telecommunication Networks </a:t>
            </a:r>
            <a:endParaRPr lang="LID4096"/>
          </a:p>
        </p:txBody>
      </p:sp>
      <p:sp>
        <p:nvSpPr>
          <p:cNvPr id="5" name="Slide Number Placeholder 4">
            <a:extLst>
              <a:ext uri="{FF2B5EF4-FFF2-40B4-BE49-F238E27FC236}">
                <a16:creationId xmlns:a16="http://schemas.microsoft.com/office/drawing/2014/main" id="{75F71FD9-A20B-9F7B-11DB-7762024B5384}"/>
              </a:ext>
            </a:extLst>
          </p:cNvPr>
          <p:cNvSpPr>
            <a:spLocks noGrp="1"/>
          </p:cNvSpPr>
          <p:nvPr>
            <p:ph type="sldNum" sz="quarter" idx="12"/>
          </p:nvPr>
        </p:nvSpPr>
        <p:spPr/>
        <p:txBody>
          <a:bodyPr/>
          <a:lstStyle/>
          <a:p>
            <a:fld id="{105264C1-93CD-4F5F-B6EE-5235E982ADB5}" type="slidenum">
              <a:rPr lang="LID4096" smtClean="0"/>
              <a:t>‹#›</a:t>
            </a:fld>
            <a:endParaRPr lang="LID4096"/>
          </a:p>
        </p:txBody>
      </p:sp>
    </p:spTree>
    <p:extLst>
      <p:ext uri="{BB962C8B-B14F-4D97-AF65-F5344CB8AC3E}">
        <p14:creationId xmlns:p14="http://schemas.microsoft.com/office/powerpoint/2010/main" val="150508912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6188CC6-82A1-6B4F-D68C-5623437FCEED}"/>
              </a:ext>
            </a:extLst>
          </p:cNvPr>
          <p:cNvSpPr>
            <a:spLocks noGrp="1"/>
          </p:cNvSpPr>
          <p:nvPr>
            <p:ph type="dt" sz="half" idx="10"/>
          </p:nvPr>
        </p:nvSpPr>
        <p:spPr/>
        <p:txBody>
          <a:bodyPr/>
          <a:lstStyle/>
          <a:p>
            <a:endParaRPr lang="LID4096"/>
          </a:p>
        </p:txBody>
      </p:sp>
      <p:sp>
        <p:nvSpPr>
          <p:cNvPr id="3" name="Footer Placeholder 2">
            <a:extLst>
              <a:ext uri="{FF2B5EF4-FFF2-40B4-BE49-F238E27FC236}">
                <a16:creationId xmlns:a16="http://schemas.microsoft.com/office/drawing/2014/main" id="{40DBCD4F-52E6-CBCE-423D-52ED0B19630D}"/>
              </a:ext>
            </a:extLst>
          </p:cNvPr>
          <p:cNvSpPr>
            <a:spLocks noGrp="1"/>
          </p:cNvSpPr>
          <p:nvPr>
            <p:ph type="ftr" sz="quarter" idx="11"/>
          </p:nvPr>
        </p:nvSpPr>
        <p:spPr/>
        <p:txBody>
          <a:bodyPr/>
          <a:lstStyle/>
          <a:p>
            <a:r>
              <a:rPr lang="en-US"/>
              <a:t>Telecommunication Networks </a:t>
            </a:r>
            <a:endParaRPr lang="LID4096"/>
          </a:p>
        </p:txBody>
      </p:sp>
      <p:sp>
        <p:nvSpPr>
          <p:cNvPr id="4" name="Slide Number Placeholder 3">
            <a:extLst>
              <a:ext uri="{FF2B5EF4-FFF2-40B4-BE49-F238E27FC236}">
                <a16:creationId xmlns:a16="http://schemas.microsoft.com/office/drawing/2014/main" id="{677D4272-2263-FA03-41BD-6433169BD29D}"/>
              </a:ext>
            </a:extLst>
          </p:cNvPr>
          <p:cNvSpPr>
            <a:spLocks noGrp="1"/>
          </p:cNvSpPr>
          <p:nvPr>
            <p:ph type="sldNum" sz="quarter" idx="12"/>
          </p:nvPr>
        </p:nvSpPr>
        <p:spPr/>
        <p:txBody>
          <a:bodyPr/>
          <a:lstStyle/>
          <a:p>
            <a:fld id="{105264C1-93CD-4F5F-B6EE-5235E982ADB5}" type="slidenum">
              <a:rPr lang="LID4096" smtClean="0"/>
              <a:t>‹#›</a:t>
            </a:fld>
            <a:endParaRPr lang="LID4096"/>
          </a:p>
        </p:txBody>
      </p:sp>
    </p:spTree>
    <p:extLst>
      <p:ext uri="{BB962C8B-B14F-4D97-AF65-F5344CB8AC3E}">
        <p14:creationId xmlns:p14="http://schemas.microsoft.com/office/powerpoint/2010/main" val="25088642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8A5FB3-4D03-BB7E-55B6-9B816FD1041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LID4096"/>
          </a:p>
        </p:txBody>
      </p:sp>
      <p:sp>
        <p:nvSpPr>
          <p:cNvPr id="3" name="Content Placeholder 2">
            <a:extLst>
              <a:ext uri="{FF2B5EF4-FFF2-40B4-BE49-F238E27FC236}">
                <a16:creationId xmlns:a16="http://schemas.microsoft.com/office/drawing/2014/main" id="{DC9CFF0E-79EE-B1D6-52E9-BB039A938AA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Text Placeholder 3">
            <a:extLst>
              <a:ext uri="{FF2B5EF4-FFF2-40B4-BE49-F238E27FC236}">
                <a16:creationId xmlns:a16="http://schemas.microsoft.com/office/drawing/2014/main" id="{9CB8EBB6-B7D3-5AC8-61C2-8E6BB970FB5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1DBD4DC-88DE-D7B6-0849-91568D97EA0D}"/>
              </a:ext>
            </a:extLst>
          </p:cNvPr>
          <p:cNvSpPr>
            <a:spLocks noGrp="1"/>
          </p:cNvSpPr>
          <p:nvPr>
            <p:ph type="dt" sz="half" idx="10"/>
          </p:nvPr>
        </p:nvSpPr>
        <p:spPr/>
        <p:txBody>
          <a:bodyPr/>
          <a:lstStyle/>
          <a:p>
            <a:endParaRPr lang="LID4096"/>
          </a:p>
        </p:txBody>
      </p:sp>
      <p:sp>
        <p:nvSpPr>
          <p:cNvPr id="6" name="Footer Placeholder 5">
            <a:extLst>
              <a:ext uri="{FF2B5EF4-FFF2-40B4-BE49-F238E27FC236}">
                <a16:creationId xmlns:a16="http://schemas.microsoft.com/office/drawing/2014/main" id="{97EE3F44-B062-7B72-6C4B-8E41AC32B9F7}"/>
              </a:ext>
            </a:extLst>
          </p:cNvPr>
          <p:cNvSpPr>
            <a:spLocks noGrp="1"/>
          </p:cNvSpPr>
          <p:nvPr>
            <p:ph type="ftr" sz="quarter" idx="11"/>
          </p:nvPr>
        </p:nvSpPr>
        <p:spPr/>
        <p:txBody>
          <a:bodyPr/>
          <a:lstStyle/>
          <a:p>
            <a:r>
              <a:rPr lang="en-US"/>
              <a:t>Telecommunication Networks </a:t>
            </a:r>
            <a:endParaRPr lang="LID4096"/>
          </a:p>
        </p:txBody>
      </p:sp>
      <p:sp>
        <p:nvSpPr>
          <p:cNvPr id="7" name="Slide Number Placeholder 6">
            <a:extLst>
              <a:ext uri="{FF2B5EF4-FFF2-40B4-BE49-F238E27FC236}">
                <a16:creationId xmlns:a16="http://schemas.microsoft.com/office/drawing/2014/main" id="{15495254-82AF-E539-5857-39CA3D867BB8}"/>
              </a:ext>
            </a:extLst>
          </p:cNvPr>
          <p:cNvSpPr>
            <a:spLocks noGrp="1"/>
          </p:cNvSpPr>
          <p:nvPr>
            <p:ph type="sldNum" sz="quarter" idx="12"/>
          </p:nvPr>
        </p:nvSpPr>
        <p:spPr/>
        <p:txBody>
          <a:bodyPr/>
          <a:lstStyle/>
          <a:p>
            <a:fld id="{105264C1-93CD-4F5F-B6EE-5235E982ADB5}" type="slidenum">
              <a:rPr lang="LID4096" smtClean="0"/>
              <a:t>‹#›</a:t>
            </a:fld>
            <a:endParaRPr lang="LID4096"/>
          </a:p>
        </p:txBody>
      </p:sp>
    </p:spTree>
    <p:extLst>
      <p:ext uri="{BB962C8B-B14F-4D97-AF65-F5344CB8AC3E}">
        <p14:creationId xmlns:p14="http://schemas.microsoft.com/office/powerpoint/2010/main" val="214500774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D69B1F-D6FF-AA65-2CA0-F2E7BD79548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LID4096"/>
          </a:p>
        </p:txBody>
      </p:sp>
      <p:sp>
        <p:nvSpPr>
          <p:cNvPr id="3" name="Picture Placeholder 2">
            <a:extLst>
              <a:ext uri="{FF2B5EF4-FFF2-40B4-BE49-F238E27FC236}">
                <a16:creationId xmlns:a16="http://schemas.microsoft.com/office/drawing/2014/main" id="{A148DC6D-CC3B-C718-A5E1-988E5D6D51F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LID4096"/>
          </a:p>
        </p:txBody>
      </p:sp>
      <p:sp>
        <p:nvSpPr>
          <p:cNvPr id="4" name="Text Placeholder 3">
            <a:extLst>
              <a:ext uri="{FF2B5EF4-FFF2-40B4-BE49-F238E27FC236}">
                <a16:creationId xmlns:a16="http://schemas.microsoft.com/office/drawing/2014/main" id="{CA7509B9-2BC2-074C-99F8-50F2F1F90D2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8F36838-4955-D14E-E41A-C1CC2D41D1E9}"/>
              </a:ext>
            </a:extLst>
          </p:cNvPr>
          <p:cNvSpPr>
            <a:spLocks noGrp="1"/>
          </p:cNvSpPr>
          <p:nvPr>
            <p:ph type="dt" sz="half" idx="10"/>
          </p:nvPr>
        </p:nvSpPr>
        <p:spPr/>
        <p:txBody>
          <a:bodyPr/>
          <a:lstStyle/>
          <a:p>
            <a:endParaRPr lang="LID4096"/>
          </a:p>
        </p:txBody>
      </p:sp>
      <p:sp>
        <p:nvSpPr>
          <p:cNvPr id="6" name="Footer Placeholder 5">
            <a:extLst>
              <a:ext uri="{FF2B5EF4-FFF2-40B4-BE49-F238E27FC236}">
                <a16:creationId xmlns:a16="http://schemas.microsoft.com/office/drawing/2014/main" id="{E41FFE9A-4ACA-D68E-DBA6-D8B5C8062088}"/>
              </a:ext>
            </a:extLst>
          </p:cNvPr>
          <p:cNvSpPr>
            <a:spLocks noGrp="1"/>
          </p:cNvSpPr>
          <p:nvPr>
            <p:ph type="ftr" sz="quarter" idx="11"/>
          </p:nvPr>
        </p:nvSpPr>
        <p:spPr/>
        <p:txBody>
          <a:bodyPr/>
          <a:lstStyle/>
          <a:p>
            <a:r>
              <a:rPr lang="en-US"/>
              <a:t>Telecommunication Networks </a:t>
            </a:r>
            <a:endParaRPr lang="LID4096"/>
          </a:p>
        </p:txBody>
      </p:sp>
      <p:sp>
        <p:nvSpPr>
          <p:cNvPr id="7" name="Slide Number Placeholder 6">
            <a:extLst>
              <a:ext uri="{FF2B5EF4-FFF2-40B4-BE49-F238E27FC236}">
                <a16:creationId xmlns:a16="http://schemas.microsoft.com/office/drawing/2014/main" id="{2E2416DA-E2E7-17A1-2DC5-A12B503BE583}"/>
              </a:ext>
            </a:extLst>
          </p:cNvPr>
          <p:cNvSpPr>
            <a:spLocks noGrp="1"/>
          </p:cNvSpPr>
          <p:nvPr>
            <p:ph type="sldNum" sz="quarter" idx="12"/>
          </p:nvPr>
        </p:nvSpPr>
        <p:spPr/>
        <p:txBody>
          <a:bodyPr/>
          <a:lstStyle/>
          <a:p>
            <a:fld id="{105264C1-93CD-4F5F-B6EE-5235E982ADB5}" type="slidenum">
              <a:rPr lang="LID4096" smtClean="0"/>
              <a:t>‹#›</a:t>
            </a:fld>
            <a:endParaRPr lang="LID4096"/>
          </a:p>
        </p:txBody>
      </p:sp>
    </p:spTree>
    <p:extLst>
      <p:ext uri="{BB962C8B-B14F-4D97-AF65-F5344CB8AC3E}">
        <p14:creationId xmlns:p14="http://schemas.microsoft.com/office/powerpoint/2010/main" val="115360908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1E54EB-60AA-EB00-F341-C8AEC4D3A97F}"/>
              </a:ext>
            </a:extLst>
          </p:cNvPr>
          <p:cNvSpPr>
            <a:spLocks noGrp="1"/>
          </p:cNvSpPr>
          <p:nvPr>
            <p:ph type="title"/>
          </p:nvPr>
        </p:nvSpPr>
        <p:spPr/>
        <p:txBody>
          <a:bodyPr/>
          <a:lstStyle/>
          <a:p>
            <a:r>
              <a:rPr lang="en-US"/>
              <a:t>Click to edit Master title style</a:t>
            </a:r>
            <a:endParaRPr lang="LID4096"/>
          </a:p>
        </p:txBody>
      </p:sp>
      <p:sp>
        <p:nvSpPr>
          <p:cNvPr id="3" name="Vertical Text Placeholder 2">
            <a:extLst>
              <a:ext uri="{FF2B5EF4-FFF2-40B4-BE49-F238E27FC236}">
                <a16:creationId xmlns:a16="http://schemas.microsoft.com/office/drawing/2014/main" id="{0165D9CD-8639-A961-9169-E9625E07206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Date Placeholder 3">
            <a:extLst>
              <a:ext uri="{FF2B5EF4-FFF2-40B4-BE49-F238E27FC236}">
                <a16:creationId xmlns:a16="http://schemas.microsoft.com/office/drawing/2014/main" id="{288AEACC-7000-94C3-60A6-9BEC1F9881F6}"/>
              </a:ext>
            </a:extLst>
          </p:cNvPr>
          <p:cNvSpPr>
            <a:spLocks noGrp="1"/>
          </p:cNvSpPr>
          <p:nvPr>
            <p:ph type="dt" sz="half" idx="10"/>
          </p:nvPr>
        </p:nvSpPr>
        <p:spPr/>
        <p:txBody>
          <a:bodyPr/>
          <a:lstStyle/>
          <a:p>
            <a:endParaRPr lang="LID4096"/>
          </a:p>
        </p:txBody>
      </p:sp>
      <p:sp>
        <p:nvSpPr>
          <p:cNvPr id="5" name="Footer Placeholder 4">
            <a:extLst>
              <a:ext uri="{FF2B5EF4-FFF2-40B4-BE49-F238E27FC236}">
                <a16:creationId xmlns:a16="http://schemas.microsoft.com/office/drawing/2014/main" id="{F443759A-2A5C-87DC-5F4C-BE3BCD057E79}"/>
              </a:ext>
            </a:extLst>
          </p:cNvPr>
          <p:cNvSpPr>
            <a:spLocks noGrp="1"/>
          </p:cNvSpPr>
          <p:nvPr>
            <p:ph type="ftr" sz="quarter" idx="11"/>
          </p:nvPr>
        </p:nvSpPr>
        <p:spPr/>
        <p:txBody>
          <a:bodyPr/>
          <a:lstStyle/>
          <a:p>
            <a:r>
              <a:rPr lang="en-US"/>
              <a:t>Telecommunication Networks </a:t>
            </a:r>
            <a:endParaRPr lang="LID4096"/>
          </a:p>
        </p:txBody>
      </p:sp>
      <p:sp>
        <p:nvSpPr>
          <p:cNvPr id="6" name="Slide Number Placeholder 5">
            <a:extLst>
              <a:ext uri="{FF2B5EF4-FFF2-40B4-BE49-F238E27FC236}">
                <a16:creationId xmlns:a16="http://schemas.microsoft.com/office/drawing/2014/main" id="{583C44DB-97C4-3A4F-663D-4F26A42B53FF}"/>
              </a:ext>
            </a:extLst>
          </p:cNvPr>
          <p:cNvSpPr>
            <a:spLocks noGrp="1"/>
          </p:cNvSpPr>
          <p:nvPr>
            <p:ph type="sldNum" sz="quarter" idx="12"/>
          </p:nvPr>
        </p:nvSpPr>
        <p:spPr/>
        <p:txBody>
          <a:bodyPr/>
          <a:lstStyle/>
          <a:p>
            <a:fld id="{105264C1-93CD-4F5F-B6EE-5235E982ADB5}" type="slidenum">
              <a:rPr lang="LID4096" smtClean="0"/>
              <a:t>‹#›</a:t>
            </a:fld>
            <a:endParaRPr lang="LID4096"/>
          </a:p>
        </p:txBody>
      </p:sp>
    </p:spTree>
    <p:extLst>
      <p:ext uri="{BB962C8B-B14F-4D97-AF65-F5344CB8AC3E}">
        <p14:creationId xmlns:p14="http://schemas.microsoft.com/office/powerpoint/2010/main" val="205089396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07A7F8C-8AC2-6802-5836-7D99CCF840B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LID4096"/>
          </a:p>
        </p:txBody>
      </p:sp>
      <p:sp>
        <p:nvSpPr>
          <p:cNvPr id="3" name="Vertical Text Placeholder 2">
            <a:extLst>
              <a:ext uri="{FF2B5EF4-FFF2-40B4-BE49-F238E27FC236}">
                <a16:creationId xmlns:a16="http://schemas.microsoft.com/office/drawing/2014/main" id="{3A68703B-1EA2-115A-9BD1-CB13E1C3783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Date Placeholder 3">
            <a:extLst>
              <a:ext uri="{FF2B5EF4-FFF2-40B4-BE49-F238E27FC236}">
                <a16:creationId xmlns:a16="http://schemas.microsoft.com/office/drawing/2014/main" id="{4DA286DA-2455-731E-EE08-C7A924D37C8A}"/>
              </a:ext>
            </a:extLst>
          </p:cNvPr>
          <p:cNvSpPr>
            <a:spLocks noGrp="1"/>
          </p:cNvSpPr>
          <p:nvPr>
            <p:ph type="dt" sz="half" idx="10"/>
          </p:nvPr>
        </p:nvSpPr>
        <p:spPr/>
        <p:txBody>
          <a:bodyPr/>
          <a:lstStyle/>
          <a:p>
            <a:endParaRPr lang="LID4096"/>
          </a:p>
        </p:txBody>
      </p:sp>
      <p:sp>
        <p:nvSpPr>
          <p:cNvPr id="5" name="Footer Placeholder 4">
            <a:extLst>
              <a:ext uri="{FF2B5EF4-FFF2-40B4-BE49-F238E27FC236}">
                <a16:creationId xmlns:a16="http://schemas.microsoft.com/office/drawing/2014/main" id="{DBF933AB-9438-EC3C-21A2-4221179EDB41}"/>
              </a:ext>
            </a:extLst>
          </p:cNvPr>
          <p:cNvSpPr>
            <a:spLocks noGrp="1"/>
          </p:cNvSpPr>
          <p:nvPr>
            <p:ph type="ftr" sz="quarter" idx="11"/>
          </p:nvPr>
        </p:nvSpPr>
        <p:spPr/>
        <p:txBody>
          <a:bodyPr/>
          <a:lstStyle/>
          <a:p>
            <a:r>
              <a:rPr lang="en-US"/>
              <a:t>Telecommunication Networks </a:t>
            </a:r>
            <a:endParaRPr lang="LID4096"/>
          </a:p>
        </p:txBody>
      </p:sp>
      <p:sp>
        <p:nvSpPr>
          <p:cNvPr id="6" name="Slide Number Placeholder 5">
            <a:extLst>
              <a:ext uri="{FF2B5EF4-FFF2-40B4-BE49-F238E27FC236}">
                <a16:creationId xmlns:a16="http://schemas.microsoft.com/office/drawing/2014/main" id="{16CA1BF6-45CC-6474-B3D9-8564ADDFB291}"/>
              </a:ext>
            </a:extLst>
          </p:cNvPr>
          <p:cNvSpPr>
            <a:spLocks noGrp="1"/>
          </p:cNvSpPr>
          <p:nvPr>
            <p:ph type="sldNum" sz="quarter" idx="12"/>
          </p:nvPr>
        </p:nvSpPr>
        <p:spPr/>
        <p:txBody>
          <a:bodyPr/>
          <a:lstStyle/>
          <a:p>
            <a:fld id="{105264C1-93CD-4F5F-B6EE-5235E982ADB5}" type="slidenum">
              <a:rPr lang="LID4096" smtClean="0"/>
              <a:t>‹#›</a:t>
            </a:fld>
            <a:endParaRPr lang="LID4096"/>
          </a:p>
        </p:txBody>
      </p:sp>
    </p:spTree>
    <p:extLst>
      <p:ext uri="{BB962C8B-B14F-4D97-AF65-F5344CB8AC3E}">
        <p14:creationId xmlns:p14="http://schemas.microsoft.com/office/powerpoint/2010/main" val="133860747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userDrawn="1">
  <p:cSld name="1_Title Slide">
    <p:spTree>
      <p:nvGrpSpPr>
        <p:cNvPr id="1" name=""/>
        <p:cNvGrpSpPr/>
        <p:nvPr/>
      </p:nvGrpSpPr>
      <p:grpSpPr>
        <a:xfrm>
          <a:off x="0" y="0"/>
          <a:ext cx="0" cy="0"/>
          <a:chOff x="0" y="0"/>
          <a:chExt cx="0" cy="0"/>
        </a:xfrm>
      </p:grpSpPr>
      <p:sp>
        <p:nvSpPr>
          <p:cNvPr id="2" name="Rechteck 4">
            <a:extLst>
              <a:ext uri="{FF2B5EF4-FFF2-40B4-BE49-F238E27FC236}">
                <a16:creationId xmlns:a16="http://schemas.microsoft.com/office/drawing/2014/main" id="{DA4ED779-1BF4-E9B2-D05D-97789C628B36}"/>
              </a:ext>
            </a:extLst>
          </p:cNvPr>
          <p:cNvSpPr/>
          <p:nvPr userDrawn="1"/>
        </p:nvSpPr>
        <p:spPr>
          <a:xfrm>
            <a:off x="0" y="1668462"/>
            <a:ext cx="12192000" cy="5189537"/>
          </a:xfrm>
          <a:custGeom>
            <a:avLst/>
            <a:gdLst>
              <a:gd name="connsiteX0" fmla="*/ 0 w 12192000"/>
              <a:gd name="connsiteY0" fmla="*/ 0 h 4760912"/>
              <a:gd name="connsiteX1" fmla="*/ 12192000 w 12192000"/>
              <a:gd name="connsiteY1" fmla="*/ 0 h 4760912"/>
              <a:gd name="connsiteX2" fmla="*/ 12192000 w 12192000"/>
              <a:gd name="connsiteY2" fmla="*/ 4760912 h 4760912"/>
              <a:gd name="connsiteX3" fmla="*/ 0 w 12192000"/>
              <a:gd name="connsiteY3" fmla="*/ 4760912 h 4760912"/>
              <a:gd name="connsiteX4" fmla="*/ 0 w 12192000"/>
              <a:gd name="connsiteY4" fmla="*/ 0 h 4760912"/>
              <a:gd name="connsiteX0" fmla="*/ 0 w 12192000"/>
              <a:gd name="connsiteY0" fmla="*/ 212725 h 4973637"/>
              <a:gd name="connsiteX1" fmla="*/ 12192000 w 12192000"/>
              <a:gd name="connsiteY1" fmla="*/ 0 h 4973637"/>
              <a:gd name="connsiteX2" fmla="*/ 12192000 w 12192000"/>
              <a:gd name="connsiteY2" fmla="*/ 4973637 h 4973637"/>
              <a:gd name="connsiteX3" fmla="*/ 0 w 12192000"/>
              <a:gd name="connsiteY3" fmla="*/ 4973637 h 4973637"/>
              <a:gd name="connsiteX4" fmla="*/ 0 w 12192000"/>
              <a:gd name="connsiteY4" fmla="*/ 212725 h 4973637"/>
              <a:gd name="connsiteX0" fmla="*/ 0 w 12192000"/>
              <a:gd name="connsiteY0" fmla="*/ 428625 h 5189537"/>
              <a:gd name="connsiteX1" fmla="*/ 12192000 w 12192000"/>
              <a:gd name="connsiteY1" fmla="*/ 0 h 5189537"/>
              <a:gd name="connsiteX2" fmla="*/ 12192000 w 12192000"/>
              <a:gd name="connsiteY2" fmla="*/ 5189537 h 5189537"/>
              <a:gd name="connsiteX3" fmla="*/ 0 w 12192000"/>
              <a:gd name="connsiteY3" fmla="*/ 5189537 h 5189537"/>
              <a:gd name="connsiteX4" fmla="*/ 0 w 12192000"/>
              <a:gd name="connsiteY4" fmla="*/ 428625 h 51895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5189537">
                <a:moveTo>
                  <a:pt x="0" y="428625"/>
                </a:moveTo>
                <a:lnTo>
                  <a:pt x="12192000" y="0"/>
                </a:lnTo>
                <a:lnTo>
                  <a:pt x="12192000" y="5189537"/>
                </a:lnTo>
                <a:lnTo>
                  <a:pt x="0" y="5189537"/>
                </a:lnTo>
                <a:lnTo>
                  <a:pt x="0" y="428625"/>
                </a:lnTo>
                <a:close/>
              </a:path>
            </a:pathLst>
          </a:custGeom>
          <a:gradFill>
            <a:gsLst>
              <a:gs pos="0">
                <a:srgbClr val="1F90CC"/>
              </a:gs>
              <a:gs pos="100000">
                <a:srgbClr val="9013FE"/>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7" name="Rechteck 4">
            <a:extLst>
              <a:ext uri="{FF2B5EF4-FFF2-40B4-BE49-F238E27FC236}">
                <a16:creationId xmlns:a16="http://schemas.microsoft.com/office/drawing/2014/main" id="{220A97D8-26D0-E064-8D44-BA1E44C754AA}"/>
              </a:ext>
            </a:extLst>
          </p:cNvPr>
          <p:cNvSpPr/>
          <p:nvPr userDrawn="1"/>
        </p:nvSpPr>
        <p:spPr>
          <a:xfrm>
            <a:off x="-6479" y="1668461"/>
            <a:ext cx="12192000" cy="5189537"/>
          </a:xfrm>
          <a:custGeom>
            <a:avLst/>
            <a:gdLst>
              <a:gd name="connsiteX0" fmla="*/ 0 w 12192000"/>
              <a:gd name="connsiteY0" fmla="*/ 0 h 4760912"/>
              <a:gd name="connsiteX1" fmla="*/ 12192000 w 12192000"/>
              <a:gd name="connsiteY1" fmla="*/ 0 h 4760912"/>
              <a:gd name="connsiteX2" fmla="*/ 12192000 w 12192000"/>
              <a:gd name="connsiteY2" fmla="*/ 4760912 h 4760912"/>
              <a:gd name="connsiteX3" fmla="*/ 0 w 12192000"/>
              <a:gd name="connsiteY3" fmla="*/ 4760912 h 4760912"/>
              <a:gd name="connsiteX4" fmla="*/ 0 w 12192000"/>
              <a:gd name="connsiteY4" fmla="*/ 0 h 4760912"/>
              <a:gd name="connsiteX0" fmla="*/ 0 w 12192000"/>
              <a:gd name="connsiteY0" fmla="*/ 212725 h 4973637"/>
              <a:gd name="connsiteX1" fmla="*/ 12192000 w 12192000"/>
              <a:gd name="connsiteY1" fmla="*/ 0 h 4973637"/>
              <a:gd name="connsiteX2" fmla="*/ 12192000 w 12192000"/>
              <a:gd name="connsiteY2" fmla="*/ 4973637 h 4973637"/>
              <a:gd name="connsiteX3" fmla="*/ 0 w 12192000"/>
              <a:gd name="connsiteY3" fmla="*/ 4973637 h 4973637"/>
              <a:gd name="connsiteX4" fmla="*/ 0 w 12192000"/>
              <a:gd name="connsiteY4" fmla="*/ 212725 h 4973637"/>
              <a:gd name="connsiteX0" fmla="*/ 0 w 12192000"/>
              <a:gd name="connsiteY0" fmla="*/ 428625 h 5189537"/>
              <a:gd name="connsiteX1" fmla="*/ 12192000 w 12192000"/>
              <a:gd name="connsiteY1" fmla="*/ 0 h 5189537"/>
              <a:gd name="connsiteX2" fmla="*/ 12192000 w 12192000"/>
              <a:gd name="connsiteY2" fmla="*/ 5189537 h 5189537"/>
              <a:gd name="connsiteX3" fmla="*/ 0 w 12192000"/>
              <a:gd name="connsiteY3" fmla="*/ 5189537 h 5189537"/>
              <a:gd name="connsiteX4" fmla="*/ 0 w 12192000"/>
              <a:gd name="connsiteY4" fmla="*/ 428625 h 51895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5189537">
                <a:moveTo>
                  <a:pt x="0" y="428625"/>
                </a:moveTo>
                <a:lnTo>
                  <a:pt x="12192000" y="0"/>
                </a:lnTo>
                <a:lnTo>
                  <a:pt x="12192000" y="5189537"/>
                </a:lnTo>
                <a:lnTo>
                  <a:pt x="0" y="5189537"/>
                </a:lnTo>
                <a:lnTo>
                  <a:pt x="0" y="428625"/>
                </a:lnTo>
                <a:close/>
              </a:path>
            </a:pathLst>
          </a:custGeom>
          <a:gradFill>
            <a:gsLst>
              <a:gs pos="0">
                <a:srgbClr val="FF6C00"/>
              </a:gs>
              <a:gs pos="100000">
                <a:srgbClr val="C40D1E"/>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3" name="Grafik 6">
            <a:extLst>
              <a:ext uri="{FF2B5EF4-FFF2-40B4-BE49-F238E27FC236}">
                <a16:creationId xmlns:a16="http://schemas.microsoft.com/office/drawing/2014/main" id="{0E7932CC-57F5-7FF5-6F53-EF9A888DB64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388168" y="378741"/>
            <a:ext cx="2250000" cy="774000"/>
          </a:xfrm>
          <a:prstGeom prst="rect">
            <a:avLst/>
          </a:prstGeom>
        </p:spPr>
      </p:pic>
      <p:sp>
        <p:nvSpPr>
          <p:cNvPr id="4098" name="Rectangle 2">
            <a:extLst>
              <a:ext uri="{FF2B5EF4-FFF2-40B4-BE49-F238E27FC236}">
                <a16:creationId xmlns:a16="http://schemas.microsoft.com/office/drawing/2014/main" id="{5F2B473E-6402-CF41-B498-BF4083E1F7F1}"/>
              </a:ext>
            </a:extLst>
          </p:cNvPr>
          <p:cNvSpPr>
            <a:spLocks noGrp="1" noChangeArrowheads="1"/>
          </p:cNvSpPr>
          <p:nvPr>
            <p:ph type="ctrTitle"/>
          </p:nvPr>
        </p:nvSpPr>
        <p:spPr>
          <a:xfrm>
            <a:off x="550800" y="5431613"/>
            <a:ext cx="8328079" cy="461665"/>
          </a:xfrm>
          <a:noFill/>
        </p:spPr>
        <p:txBody>
          <a:bodyPr wrap="square" lIns="0" tIns="0" rIns="0" bIns="0" rtlCol="0">
            <a:spAutoFit/>
          </a:bodyPr>
          <a:lstStyle>
            <a:lvl1pPr algn="l">
              <a:defRPr lang="en-US" altLang="en-US" sz="3000" noProof="0" dirty="0">
                <a:solidFill>
                  <a:schemeClr val="bg1"/>
                </a:solidFill>
                <a:latin typeface="Arial" panose="020B0604020202020204" pitchFamily="34" charset="0"/>
                <a:ea typeface="+mn-ea"/>
                <a:cs typeface="Arial" panose="020B0604020202020204" pitchFamily="34" charset="0"/>
              </a:defRPr>
            </a:lvl1pPr>
          </a:lstStyle>
          <a:p>
            <a:pPr lvl="0" algn="ctr">
              <a:lnSpc>
                <a:spcPts val="3600"/>
              </a:lnSpc>
            </a:pPr>
            <a:r>
              <a:rPr lang="en-US" altLang="en-US" noProof="0" dirty="0"/>
              <a:t>Click to edit Master title style</a:t>
            </a:r>
          </a:p>
        </p:txBody>
      </p:sp>
      <p:sp>
        <p:nvSpPr>
          <p:cNvPr id="4099" name="Rectangle 3">
            <a:extLst>
              <a:ext uri="{FF2B5EF4-FFF2-40B4-BE49-F238E27FC236}">
                <a16:creationId xmlns:a16="http://schemas.microsoft.com/office/drawing/2014/main" id="{44EFF916-2BDB-4E4D-8A01-EDEA9161D585}"/>
              </a:ext>
            </a:extLst>
          </p:cNvPr>
          <p:cNvSpPr>
            <a:spLocks noGrp="1" noChangeArrowheads="1"/>
          </p:cNvSpPr>
          <p:nvPr>
            <p:ph type="subTitle" idx="1"/>
          </p:nvPr>
        </p:nvSpPr>
        <p:spPr>
          <a:xfrm>
            <a:off x="550801" y="6097223"/>
            <a:ext cx="8328079" cy="283411"/>
          </a:xfrm>
          <a:noFill/>
        </p:spPr>
        <p:txBody>
          <a:bodyPr wrap="square" lIns="0" tIns="0" rIns="0" bIns="0" rtlCol="0">
            <a:spAutoFit/>
          </a:bodyPr>
          <a:lstStyle>
            <a:lvl1pPr>
              <a:defRPr lang="en-US" altLang="en-US" sz="1800" noProof="0" dirty="0">
                <a:solidFill>
                  <a:schemeClr val="bg1"/>
                </a:solidFill>
                <a:latin typeface="Arial" panose="020B0604020202020204" pitchFamily="34" charset="0"/>
                <a:cs typeface="Arial" panose="020B0604020202020204" pitchFamily="34" charset="0"/>
              </a:defRPr>
            </a:lvl1pPr>
          </a:lstStyle>
          <a:p>
            <a:pPr marL="0" marR="0" lvl="0" indent="0" defTabSz="914400" fontAlgn="auto" latinLnBrk="0">
              <a:lnSpc>
                <a:spcPts val="2400"/>
              </a:lnSpc>
              <a:spcAft>
                <a:spcPts val="0"/>
              </a:spcAft>
              <a:buClrTx/>
              <a:buSzTx/>
              <a:buFont typeface="Arial" panose="020B0604020202020204" pitchFamily="34" charset="0"/>
              <a:buNone/>
              <a:tabLst/>
            </a:pPr>
            <a:r>
              <a:rPr lang="en-US" altLang="en-US" noProof="0" dirty="0"/>
              <a:t>Click to edit Master subtitle style</a:t>
            </a:r>
          </a:p>
        </p:txBody>
      </p:sp>
      <p:pic>
        <p:nvPicPr>
          <p:cNvPr id="14" name="Picture 13">
            <a:extLst>
              <a:ext uri="{FF2B5EF4-FFF2-40B4-BE49-F238E27FC236}">
                <a16:creationId xmlns:a16="http://schemas.microsoft.com/office/drawing/2014/main" id="{78AF8769-66B8-2076-3312-6FFEC190D6B9}"/>
              </a:ext>
            </a:extLst>
          </p:cNvPr>
          <p:cNvPicPr>
            <a:picLocks noChangeAspect="1"/>
          </p:cNvPicPr>
          <p:nvPr userDrawn="1"/>
        </p:nvPicPr>
        <p:blipFill>
          <a:blip r:embed="rId3"/>
          <a:stretch>
            <a:fillRect/>
          </a:stretch>
        </p:blipFill>
        <p:spPr>
          <a:xfrm>
            <a:off x="9388168" y="5982101"/>
            <a:ext cx="2432377" cy="497158"/>
          </a:xfrm>
          <a:prstGeom prst="rect">
            <a:avLst/>
          </a:prstGeom>
        </p:spPr>
      </p:pic>
      <p:sp>
        <p:nvSpPr>
          <p:cNvPr id="15" name="Bildplatzhalter 23">
            <a:extLst>
              <a:ext uri="{FF2B5EF4-FFF2-40B4-BE49-F238E27FC236}">
                <a16:creationId xmlns:a16="http://schemas.microsoft.com/office/drawing/2014/main" id="{6D21FA3E-20E0-EB86-2D08-F46A8F5CDCA4}"/>
              </a:ext>
            </a:extLst>
          </p:cNvPr>
          <p:cNvSpPr>
            <a:spLocks noGrp="1"/>
          </p:cNvSpPr>
          <p:nvPr>
            <p:ph type="pic" sz="quarter" idx="17" hasCustomPrompt="1"/>
          </p:nvPr>
        </p:nvSpPr>
        <p:spPr>
          <a:xfrm>
            <a:off x="-6479" y="1260572"/>
            <a:ext cx="8885359" cy="3273604"/>
          </a:xfrm>
          <a:custGeom>
            <a:avLst/>
            <a:gdLst>
              <a:gd name="connsiteX0" fmla="*/ 0 w 8328660"/>
              <a:gd name="connsiteY0" fmla="*/ 0 h 3143274"/>
              <a:gd name="connsiteX1" fmla="*/ 8328660 w 8328660"/>
              <a:gd name="connsiteY1" fmla="*/ 0 h 3143274"/>
              <a:gd name="connsiteX2" fmla="*/ 8328660 w 8328660"/>
              <a:gd name="connsiteY2" fmla="*/ 3143274 h 3143274"/>
              <a:gd name="connsiteX3" fmla="*/ 0 w 8328660"/>
              <a:gd name="connsiteY3" fmla="*/ 3143274 h 3143274"/>
              <a:gd name="connsiteX4" fmla="*/ 0 w 8328660"/>
              <a:gd name="connsiteY4" fmla="*/ 0 h 3143274"/>
              <a:gd name="connsiteX0" fmla="*/ 0 w 8336280"/>
              <a:gd name="connsiteY0" fmla="*/ 601980 h 3745254"/>
              <a:gd name="connsiteX1" fmla="*/ 8336280 w 8336280"/>
              <a:gd name="connsiteY1" fmla="*/ 0 h 3745254"/>
              <a:gd name="connsiteX2" fmla="*/ 8328660 w 8336280"/>
              <a:gd name="connsiteY2" fmla="*/ 3745254 h 3745254"/>
              <a:gd name="connsiteX3" fmla="*/ 0 w 8336280"/>
              <a:gd name="connsiteY3" fmla="*/ 3745254 h 3745254"/>
              <a:gd name="connsiteX4" fmla="*/ 0 w 8336280"/>
              <a:gd name="connsiteY4" fmla="*/ 601980 h 3745254"/>
              <a:gd name="connsiteX0" fmla="*/ 0 w 8336280"/>
              <a:gd name="connsiteY0" fmla="*/ 601980 h 3745254"/>
              <a:gd name="connsiteX1" fmla="*/ 8336280 w 8336280"/>
              <a:gd name="connsiteY1" fmla="*/ 0 h 3745254"/>
              <a:gd name="connsiteX2" fmla="*/ 8321040 w 8336280"/>
              <a:gd name="connsiteY2" fmla="*/ 3242334 h 3745254"/>
              <a:gd name="connsiteX3" fmla="*/ 0 w 8336280"/>
              <a:gd name="connsiteY3" fmla="*/ 3745254 h 3745254"/>
              <a:gd name="connsiteX4" fmla="*/ 0 w 8336280"/>
              <a:gd name="connsiteY4" fmla="*/ 601980 h 3745254"/>
              <a:gd name="connsiteX0" fmla="*/ 0 w 8336280"/>
              <a:gd name="connsiteY0" fmla="*/ 286029 h 3429303"/>
              <a:gd name="connsiteX1" fmla="*/ 8336280 w 8336280"/>
              <a:gd name="connsiteY1" fmla="*/ 0 h 3429303"/>
              <a:gd name="connsiteX2" fmla="*/ 8321040 w 8336280"/>
              <a:gd name="connsiteY2" fmla="*/ 2926383 h 3429303"/>
              <a:gd name="connsiteX3" fmla="*/ 0 w 8336280"/>
              <a:gd name="connsiteY3" fmla="*/ 3429303 h 3429303"/>
              <a:gd name="connsiteX4" fmla="*/ 0 w 8336280"/>
              <a:gd name="connsiteY4" fmla="*/ 286029 h 3429303"/>
              <a:gd name="connsiteX0" fmla="*/ 0 w 8339997"/>
              <a:gd name="connsiteY0" fmla="*/ 312049 h 3429303"/>
              <a:gd name="connsiteX1" fmla="*/ 8339997 w 8339997"/>
              <a:gd name="connsiteY1" fmla="*/ 0 h 3429303"/>
              <a:gd name="connsiteX2" fmla="*/ 8324757 w 8339997"/>
              <a:gd name="connsiteY2" fmla="*/ 2926383 h 3429303"/>
              <a:gd name="connsiteX3" fmla="*/ 3717 w 8339997"/>
              <a:gd name="connsiteY3" fmla="*/ 3429303 h 3429303"/>
              <a:gd name="connsiteX4" fmla="*/ 0 w 8339997"/>
              <a:gd name="connsiteY4" fmla="*/ 312049 h 3429303"/>
              <a:gd name="connsiteX0" fmla="*/ 0 w 8343172"/>
              <a:gd name="connsiteY0" fmla="*/ 305699 h 3429303"/>
              <a:gd name="connsiteX1" fmla="*/ 8343172 w 8343172"/>
              <a:gd name="connsiteY1" fmla="*/ 0 h 3429303"/>
              <a:gd name="connsiteX2" fmla="*/ 8327932 w 8343172"/>
              <a:gd name="connsiteY2" fmla="*/ 2926383 h 3429303"/>
              <a:gd name="connsiteX3" fmla="*/ 6892 w 8343172"/>
              <a:gd name="connsiteY3" fmla="*/ 3429303 h 3429303"/>
              <a:gd name="connsiteX4" fmla="*/ 0 w 8343172"/>
              <a:gd name="connsiteY4" fmla="*/ 305699 h 3429303"/>
              <a:gd name="connsiteX0" fmla="*/ 0 w 8349522"/>
              <a:gd name="connsiteY0" fmla="*/ 308874 h 3429303"/>
              <a:gd name="connsiteX1" fmla="*/ 8349522 w 8349522"/>
              <a:gd name="connsiteY1" fmla="*/ 0 h 3429303"/>
              <a:gd name="connsiteX2" fmla="*/ 8334282 w 8349522"/>
              <a:gd name="connsiteY2" fmla="*/ 2926383 h 3429303"/>
              <a:gd name="connsiteX3" fmla="*/ 13242 w 8349522"/>
              <a:gd name="connsiteY3" fmla="*/ 3429303 h 3429303"/>
              <a:gd name="connsiteX4" fmla="*/ 0 w 8349522"/>
              <a:gd name="connsiteY4" fmla="*/ 308874 h 3429303"/>
              <a:gd name="connsiteX0" fmla="*/ 0 w 8352697"/>
              <a:gd name="connsiteY0" fmla="*/ 312049 h 3429303"/>
              <a:gd name="connsiteX1" fmla="*/ 8352697 w 8352697"/>
              <a:gd name="connsiteY1" fmla="*/ 0 h 3429303"/>
              <a:gd name="connsiteX2" fmla="*/ 8337457 w 8352697"/>
              <a:gd name="connsiteY2" fmla="*/ 2926383 h 3429303"/>
              <a:gd name="connsiteX3" fmla="*/ 16417 w 8352697"/>
              <a:gd name="connsiteY3" fmla="*/ 3429303 h 3429303"/>
              <a:gd name="connsiteX4" fmla="*/ 0 w 8352697"/>
              <a:gd name="connsiteY4" fmla="*/ 312049 h 3429303"/>
              <a:gd name="connsiteX0" fmla="*/ 0 w 8349522"/>
              <a:gd name="connsiteY0" fmla="*/ 302524 h 3429303"/>
              <a:gd name="connsiteX1" fmla="*/ 8349522 w 8349522"/>
              <a:gd name="connsiteY1" fmla="*/ 0 h 3429303"/>
              <a:gd name="connsiteX2" fmla="*/ 8334282 w 8349522"/>
              <a:gd name="connsiteY2" fmla="*/ 2926383 h 3429303"/>
              <a:gd name="connsiteX3" fmla="*/ 13242 w 8349522"/>
              <a:gd name="connsiteY3" fmla="*/ 3429303 h 3429303"/>
              <a:gd name="connsiteX4" fmla="*/ 0 w 8349522"/>
              <a:gd name="connsiteY4" fmla="*/ 302524 h 3429303"/>
              <a:gd name="connsiteX0" fmla="*/ 0 w 8349522"/>
              <a:gd name="connsiteY0" fmla="*/ 302524 h 3226103"/>
              <a:gd name="connsiteX1" fmla="*/ 8349522 w 8349522"/>
              <a:gd name="connsiteY1" fmla="*/ 0 h 3226103"/>
              <a:gd name="connsiteX2" fmla="*/ 8334282 w 8349522"/>
              <a:gd name="connsiteY2" fmla="*/ 2926383 h 3226103"/>
              <a:gd name="connsiteX3" fmla="*/ 13242 w 8349522"/>
              <a:gd name="connsiteY3" fmla="*/ 3226103 h 3226103"/>
              <a:gd name="connsiteX4" fmla="*/ 0 w 8349522"/>
              <a:gd name="connsiteY4" fmla="*/ 302524 h 3226103"/>
              <a:gd name="connsiteX0" fmla="*/ 0 w 8883911"/>
              <a:gd name="connsiteY0" fmla="*/ 326274 h 3226103"/>
              <a:gd name="connsiteX1" fmla="*/ 8883911 w 8883911"/>
              <a:gd name="connsiteY1" fmla="*/ 0 h 3226103"/>
              <a:gd name="connsiteX2" fmla="*/ 8868671 w 8883911"/>
              <a:gd name="connsiteY2" fmla="*/ 2926383 h 3226103"/>
              <a:gd name="connsiteX3" fmla="*/ 547631 w 8883911"/>
              <a:gd name="connsiteY3" fmla="*/ 3226103 h 3226103"/>
              <a:gd name="connsiteX4" fmla="*/ 0 w 8883911"/>
              <a:gd name="connsiteY4" fmla="*/ 326274 h 3226103"/>
              <a:gd name="connsiteX0" fmla="*/ 0 w 8872036"/>
              <a:gd name="connsiteY0" fmla="*/ 326274 h 3226103"/>
              <a:gd name="connsiteX1" fmla="*/ 8872036 w 8872036"/>
              <a:gd name="connsiteY1" fmla="*/ 0 h 3226103"/>
              <a:gd name="connsiteX2" fmla="*/ 8856796 w 8872036"/>
              <a:gd name="connsiteY2" fmla="*/ 2926383 h 3226103"/>
              <a:gd name="connsiteX3" fmla="*/ 535756 w 8872036"/>
              <a:gd name="connsiteY3" fmla="*/ 3226103 h 3226103"/>
              <a:gd name="connsiteX4" fmla="*/ 0 w 8872036"/>
              <a:gd name="connsiteY4" fmla="*/ 326274 h 3226103"/>
              <a:gd name="connsiteX0" fmla="*/ 34357 w 8906393"/>
              <a:gd name="connsiteY0" fmla="*/ 326274 h 3273604"/>
              <a:gd name="connsiteX1" fmla="*/ 8906393 w 8906393"/>
              <a:gd name="connsiteY1" fmla="*/ 0 h 3273604"/>
              <a:gd name="connsiteX2" fmla="*/ 8891153 w 8906393"/>
              <a:gd name="connsiteY2" fmla="*/ 2926383 h 3273604"/>
              <a:gd name="connsiteX3" fmla="*/ 98 w 8906393"/>
              <a:gd name="connsiteY3" fmla="*/ 3273604 h 3273604"/>
              <a:gd name="connsiteX4" fmla="*/ 34357 w 8906393"/>
              <a:gd name="connsiteY4" fmla="*/ 326274 h 3273604"/>
              <a:gd name="connsiteX0" fmla="*/ 0 w 8907662"/>
              <a:gd name="connsiteY0" fmla="*/ 338149 h 3273604"/>
              <a:gd name="connsiteX1" fmla="*/ 8907662 w 8907662"/>
              <a:gd name="connsiteY1" fmla="*/ 0 h 3273604"/>
              <a:gd name="connsiteX2" fmla="*/ 8892422 w 8907662"/>
              <a:gd name="connsiteY2" fmla="*/ 2926383 h 3273604"/>
              <a:gd name="connsiteX3" fmla="*/ 1367 w 8907662"/>
              <a:gd name="connsiteY3" fmla="*/ 3273604 h 3273604"/>
              <a:gd name="connsiteX4" fmla="*/ 0 w 8907662"/>
              <a:gd name="connsiteY4" fmla="*/ 338149 h 3273604"/>
              <a:gd name="connsiteX0" fmla="*/ 0 w 8907662"/>
              <a:gd name="connsiteY0" fmla="*/ 338149 h 3273604"/>
              <a:gd name="connsiteX1" fmla="*/ 8907662 w 8907662"/>
              <a:gd name="connsiteY1" fmla="*/ 0 h 3273604"/>
              <a:gd name="connsiteX2" fmla="*/ 8892422 w 8907662"/>
              <a:gd name="connsiteY2" fmla="*/ 2926383 h 3273604"/>
              <a:gd name="connsiteX3" fmla="*/ 32591 w 8907662"/>
              <a:gd name="connsiteY3" fmla="*/ 3273604 h 3273604"/>
              <a:gd name="connsiteX4" fmla="*/ 0 w 8907662"/>
              <a:gd name="connsiteY4" fmla="*/ 338149 h 3273604"/>
              <a:gd name="connsiteX0" fmla="*/ 0 w 8885359"/>
              <a:gd name="connsiteY0" fmla="*/ 338149 h 3273604"/>
              <a:gd name="connsiteX1" fmla="*/ 8885359 w 8885359"/>
              <a:gd name="connsiteY1" fmla="*/ 0 h 3273604"/>
              <a:gd name="connsiteX2" fmla="*/ 8870119 w 8885359"/>
              <a:gd name="connsiteY2" fmla="*/ 2926383 h 3273604"/>
              <a:gd name="connsiteX3" fmla="*/ 10288 w 8885359"/>
              <a:gd name="connsiteY3" fmla="*/ 3273604 h 3273604"/>
              <a:gd name="connsiteX4" fmla="*/ 0 w 8885359"/>
              <a:gd name="connsiteY4" fmla="*/ 338149 h 32736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85359" h="3273604">
                <a:moveTo>
                  <a:pt x="0" y="338149"/>
                </a:moveTo>
                <a:lnTo>
                  <a:pt x="8885359" y="0"/>
                </a:lnTo>
                <a:lnTo>
                  <a:pt x="8870119" y="2926383"/>
                </a:lnTo>
                <a:lnTo>
                  <a:pt x="10288" y="3273604"/>
                </a:lnTo>
                <a:cubicBezTo>
                  <a:pt x="7991" y="2232403"/>
                  <a:pt x="2297" y="1379350"/>
                  <a:pt x="0" y="338149"/>
                </a:cubicBezTo>
                <a:close/>
              </a:path>
            </a:pathLst>
          </a:custGeom>
          <a:solidFill>
            <a:srgbClr val="434343"/>
          </a:solidFill>
        </p:spPr>
        <p:txBody>
          <a:bodyPr lIns="576000" anchor="ctr" anchorCtr="0"/>
          <a:lstStyle>
            <a:lvl1pPr marL="0" indent="0" algn="ctr">
              <a:buNone/>
              <a:defRPr>
                <a:solidFill>
                  <a:schemeClr val="bg1"/>
                </a:solidFill>
                <a:latin typeface="Arial" panose="020B0604020202020204" pitchFamily="34" charset="0"/>
                <a:cs typeface="Arial" panose="020B0604020202020204" pitchFamily="34" charset="0"/>
              </a:defRPr>
            </a:lvl1pPr>
          </a:lstStyle>
          <a:p>
            <a:r>
              <a:rPr lang="de-DE" dirty="0"/>
              <a:t>Platzhalter: Bild Titelfolie</a:t>
            </a:r>
          </a:p>
        </p:txBody>
      </p:sp>
    </p:spTree>
    <p:extLst>
      <p:ext uri="{BB962C8B-B14F-4D97-AF65-F5344CB8AC3E}">
        <p14:creationId xmlns:p14="http://schemas.microsoft.com/office/powerpoint/2010/main" val="282557147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Inhalt">
    <p:spTree>
      <p:nvGrpSpPr>
        <p:cNvPr id="1" name=""/>
        <p:cNvGrpSpPr/>
        <p:nvPr/>
      </p:nvGrpSpPr>
      <p:grpSpPr>
        <a:xfrm>
          <a:off x="0" y="0"/>
          <a:ext cx="0" cy="0"/>
          <a:chOff x="0" y="0"/>
          <a:chExt cx="0" cy="0"/>
        </a:xfrm>
      </p:grpSpPr>
      <p:sp>
        <p:nvSpPr>
          <p:cNvPr id="6" name="Textplatzhalter 5"/>
          <p:cNvSpPr>
            <a:spLocks noGrp="1"/>
          </p:cNvSpPr>
          <p:nvPr>
            <p:ph type="body" sz="quarter" idx="12"/>
          </p:nvPr>
        </p:nvSpPr>
        <p:spPr>
          <a:xfrm>
            <a:off x="529029" y="1268413"/>
            <a:ext cx="9721851" cy="467494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
        <p:nvSpPr>
          <p:cNvPr id="5" name="Title 4"/>
          <p:cNvSpPr>
            <a:spLocks noGrp="1"/>
          </p:cNvSpPr>
          <p:nvPr>
            <p:ph type="title"/>
          </p:nvPr>
        </p:nvSpPr>
        <p:spPr/>
        <p:txBody>
          <a:bodyPr/>
          <a:lstStyle>
            <a:lvl1pPr>
              <a:defRPr b="0">
                <a:solidFill>
                  <a:srgbClr val="C50D20"/>
                </a:solidFill>
              </a:defRPr>
            </a:lvl1pPr>
          </a:lstStyle>
          <a:p>
            <a:r>
              <a:rPr lang="en-US" dirty="0"/>
              <a:t>Click to edit Master title style</a:t>
            </a:r>
          </a:p>
        </p:txBody>
      </p:sp>
      <p:sp>
        <p:nvSpPr>
          <p:cNvPr id="10" name="Text Placeholder 9"/>
          <p:cNvSpPr>
            <a:spLocks noGrp="1"/>
          </p:cNvSpPr>
          <p:nvPr>
            <p:ph type="body" sz="quarter" idx="13"/>
          </p:nvPr>
        </p:nvSpPr>
        <p:spPr>
          <a:xfrm>
            <a:off x="529029" y="6036150"/>
            <a:ext cx="9721851" cy="230400"/>
          </a:xfrm>
        </p:spPr>
        <p:txBody>
          <a:bodyPr anchor="b"/>
          <a:lstStyle>
            <a:lvl1pPr marL="0" indent="0">
              <a:buNone/>
              <a:tabLst>
                <a:tab pos="265113" algn="l"/>
              </a:tabLst>
              <a:defRPr sz="800"/>
            </a:lvl1pPr>
          </a:lstStyle>
          <a:p>
            <a:pPr lvl="0"/>
            <a:r>
              <a:rPr lang="en-US" dirty="0"/>
              <a:t>Click to edit Master text styles</a:t>
            </a:r>
          </a:p>
        </p:txBody>
      </p:sp>
      <p:sp>
        <p:nvSpPr>
          <p:cNvPr id="2" name="Fußzeilenplatzhalter 1028">
            <a:extLst>
              <a:ext uri="{FF2B5EF4-FFF2-40B4-BE49-F238E27FC236}">
                <a16:creationId xmlns:a16="http://schemas.microsoft.com/office/drawing/2014/main" id="{CB92E6DA-9C1F-7191-58D8-E153A874928F}"/>
              </a:ext>
            </a:extLst>
          </p:cNvPr>
          <p:cNvSpPr>
            <a:spLocks noGrp="1"/>
          </p:cNvSpPr>
          <p:nvPr>
            <p:ph type="ftr" sz="quarter" idx="3"/>
          </p:nvPr>
        </p:nvSpPr>
        <p:spPr>
          <a:xfrm>
            <a:off x="883840" y="6373842"/>
            <a:ext cx="6168585" cy="230400"/>
          </a:xfrm>
          <a:prstGeom prst="rect">
            <a:avLst/>
          </a:prstGeom>
        </p:spPr>
        <p:txBody>
          <a:bodyPr vert="horz" wrap="none" lIns="0" tIns="0" rIns="0" bIns="0" rtlCol="0" anchor="ctr" anchorCtr="0">
            <a:noAutofit/>
          </a:bodyPr>
          <a:lstStyle>
            <a:lvl1pPr algn="l">
              <a:defRPr sz="1200" b="0">
                <a:solidFill>
                  <a:schemeClr val="bg1"/>
                </a:solidFill>
              </a:defRPr>
            </a:lvl1pPr>
          </a:lstStyle>
          <a:p>
            <a:r>
              <a:rPr lang="en-US"/>
              <a:t>Telecommunication Networks </a:t>
            </a:r>
            <a:endParaRPr lang="de-DE" dirty="0"/>
          </a:p>
        </p:txBody>
      </p:sp>
      <p:sp>
        <p:nvSpPr>
          <p:cNvPr id="7" name="Foliennummernplatzhalter 2">
            <a:extLst>
              <a:ext uri="{FF2B5EF4-FFF2-40B4-BE49-F238E27FC236}">
                <a16:creationId xmlns:a16="http://schemas.microsoft.com/office/drawing/2014/main" id="{4D173078-C179-33EB-BFB6-3550712DE1D4}"/>
              </a:ext>
            </a:extLst>
          </p:cNvPr>
          <p:cNvSpPr>
            <a:spLocks noGrp="1"/>
          </p:cNvSpPr>
          <p:nvPr>
            <p:ph type="sldNum" sz="quarter" idx="4"/>
          </p:nvPr>
        </p:nvSpPr>
        <p:spPr>
          <a:xfrm>
            <a:off x="529029" y="6373842"/>
            <a:ext cx="443436" cy="230400"/>
          </a:xfrm>
          <a:prstGeom prst="rect">
            <a:avLst/>
          </a:prstGeom>
        </p:spPr>
        <p:txBody>
          <a:bodyPr vert="horz" lIns="0" tIns="45720" rIns="0" bIns="45720" rtlCol="0" anchor="ctr"/>
          <a:lstStyle>
            <a:lvl1pPr algn="l">
              <a:defRPr sz="1200" b="0">
                <a:solidFill>
                  <a:schemeClr val="bg1"/>
                </a:solidFill>
              </a:defRPr>
            </a:lvl1pPr>
          </a:lstStyle>
          <a:p>
            <a:fld id="{815DB69B-0A2B-4D0B-A3BD-360AAA24381D}" type="slidenum">
              <a:rPr lang="de-DE" smtClean="0"/>
              <a:pPr/>
              <a:t>‹#›</a:t>
            </a:fld>
            <a:endParaRPr lang="de-DE" dirty="0"/>
          </a:p>
        </p:txBody>
      </p:sp>
    </p:spTree>
    <p:extLst>
      <p:ext uri="{BB962C8B-B14F-4D97-AF65-F5344CB8AC3E}">
        <p14:creationId xmlns:p14="http://schemas.microsoft.com/office/powerpoint/2010/main" val="21636355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2.xml"/><Relationship Id="rId1" Type="http://schemas.openxmlformats.org/officeDocument/2006/relationships/slideLayout" Target="../slideLayouts/slideLayout12.xml"/><Relationship Id="rId4" Type="http://schemas.openxmlformats.org/officeDocument/2006/relationships/image" Target="../media/image2.wmf"/></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5D89688-5212-ACD5-E266-9D477DBF1E5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F3570B3-455B-D197-2087-591C574FCD9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54EE478-5C66-582A-151D-23D0BC61FAD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6D7105C-A8E4-4519-9028-35FD188A98F2}" type="datetimeFigureOut">
              <a:rPr lang="en-US" smtClean="0"/>
              <a:t>9/4/2026</a:t>
            </a:fld>
            <a:endParaRPr lang="en-US"/>
          </a:p>
        </p:txBody>
      </p:sp>
      <p:sp>
        <p:nvSpPr>
          <p:cNvPr id="5" name="Footer Placeholder 4">
            <a:extLst>
              <a:ext uri="{FF2B5EF4-FFF2-40B4-BE49-F238E27FC236}">
                <a16:creationId xmlns:a16="http://schemas.microsoft.com/office/drawing/2014/main" id="{23A0986E-D2AE-68DE-FE62-ECFFCF15CB7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54D604D-E86B-1D60-E6C5-5BC1CDA4B96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50B62C5-2ACF-4D78-8FF3-37371B948607}" type="slidenum">
              <a:rPr lang="en-US" smtClean="0"/>
              <a:t>‹#›</a:t>
            </a:fld>
            <a:endParaRPr lang="en-US"/>
          </a:p>
        </p:txBody>
      </p:sp>
    </p:spTree>
    <p:extLst>
      <p:ext uri="{BB962C8B-B14F-4D97-AF65-F5344CB8AC3E}">
        <p14:creationId xmlns:p14="http://schemas.microsoft.com/office/powerpoint/2010/main" val="14859562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6" name="Grafik 6"/>
          <p:cNvPicPr/>
          <p:nvPr/>
        </p:nvPicPr>
        <p:blipFill>
          <a:blip r:embed="rId3"/>
          <a:stretch/>
        </p:blipFill>
        <p:spPr>
          <a:xfrm>
            <a:off x="9388080" y="378720"/>
            <a:ext cx="2248200" cy="772200"/>
          </a:xfrm>
          <a:prstGeom prst="rect">
            <a:avLst/>
          </a:prstGeom>
          <a:ln w="0">
            <a:noFill/>
          </a:ln>
        </p:spPr>
      </p:pic>
      <p:sp>
        <p:nvSpPr>
          <p:cNvPr id="10" name="Rechteck 1" hidden="1"/>
          <p:cNvSpPr/>
          <p:nvPr/>
        </p:nvSpPr>
        <p:spPr>
          <a:xfrm>
            <a:off x="0" y="5748120"/>
            <a:ext cx="12193200" cy="1108080"/>
          </a:xfrm>
          <a:custGeom>
            <a:avLst/>
            <a:gdLst>
              <a:gd name="textAreaLeft" fmla="*/ 0 w 12193200"/>
              <a:gd name="textAreaRight" fmla="*/ 12195000 w 12193200"/>
              <a:gd name="textAreaTop" fmla="*/ 0 h 1108080"/>
              <a:gd name="textAreaBottom" fmla="*/ 1109880 h 1108080"/>
            </a:gdLst>
            <a:ahLst/>
            <a:cxnLst/>
            <a:rect l="textAreaLeft" t="textAreaTop" r="textAreaRight" b="textAreaBottom"/>
            <a:pathLst>
              <a:path w="12195175" h="1109875">
                <a:moveTo>
                  <a:pt x="0" y="422275"/>
                </a:moveTo>
                <a:lnTo>
                  <a:pt x="12195175" y="0"/>
                </a:lnTo>
                <a:cubicBezTo>
                  <a:pt x="12194117" y="369958"/>
                  <a:pt x="12193058" y="739917"/>
                  <a:pt x="12192000" y="1109875"/>
                </a:cubicBezTo>
                <a:lnTo>
                  <a:pt x="0" y="1109875"/>
                </a:lnTo>
                <a:lnTo>
                  <a:pt x="0" y="422275"/>
                </a:lnTo>
                <a:close/>
              </a:path>
            </a:pathLst>
          </a:custGeom>
          <a:gradFill rotWithShape="0">
            <a:gsLst>
              <a:gs pos="0">
                <a:srgbClr val="1F90CC"/>
              </a:gs>
              <a:gs pos="100000">
                <a:srgbClr val="9013FE"/>
              </a:gs>
            </a:gsLst>
            <a:lin ang="18900000"/>
          </a:gradFill>
          <a:ln w="2556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pPr>
            <a:endParaRPr lang="de-DE" sz="1200" b="0" strike="noStrike" spc="-1">
              <a:solidFill>
                <a:schemeClr val="lt1"/>
              </a:solidFill>
              <a:latin typeface="Arial"/>
              <a:ea typeface="DejaVu Sans"/>
            </a:endParaRPr>
          </a:p>
        </p:txBody>
      </p:sp>
      <p:sp>
        <p:nvSpPr>
          <p:cNvPr id="11" name="Rechteck 1" hidden="1"/>
          <p:cNvSpPr/>
          <p:nvPr/>
        </p:nvSpPr>
        <p:spPr>
          <a:xfrm>
            <a:off x="0" y="5748120"/>
            <a:ext cx="12193200" cy="1108080"/>
          </a:xfrm>
          <a:custGeom>
            <a:avLst/>
            <a:gdLst>
              <a:gd name="textAreaLeft" fmla="*/ 0 w 12193200"/>
              <a:gd name="textAreaRight" fmla="*/ 12195000 w 12193200"/>
              <a:gd name="textAreaTop" fmla="*/ 0 h 1108080"/>
              <a:gd name="textAreaBottom" fmla="*/ 1109880 h 1108080"/>
            </a:gdLst>
            <a:ahLst/>
            <a:cxnLst/>
            <a:rect l="textAreaLeft" t="textAreaTop" r="textAreaRight" b="textAreaBottom"/>
            <a:pathLst>
              <a:path w="12195175" h="1109875">
                <a:moveTo>
                  <a:pt x="0" y="422275"/>
                </a:moveTo>
                <a:lnTo>
                  <a:pt x="12195175" y="0"/>
                </a:lnTo>
                <a:cubicBezTo>
                  <a:pt x="12194117" y="369958"/>
                  <a:pt x="12193058" y="739917"/>
                  <a:pt x="12192000" y="1109875"/>
                </a:cubicBezTo>
                <a:lnTo>
                  <a:pt x="0" y="1109875"/>
                </a:lnTo>
                <a:lnTo>
                  <a:pt x="0" y="422275"/>
                </a:lnTo>
                <a:close/>
              </a:path>
            </a:pathLst>
          </a:custGeom>
          <a:gradFill rotWithShape="0">
            <a:gsLst>
              <a:gs pos="0">
                <a:srgbClr val="FF6C00"/>
              </a:gs>
              <a:gs pos="100000">
                <a:srgbClr val="C40D1E"/>
              </a:gs>
            </a:gsLst>
            <a:lin ang="18900000"/>
          </a:gradFill>
          <a:ln w="2556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pPr>
            <a:endParaRPr lang="de-DE" sz="1200" b="0" strike="noStrike" spc="-1">
              <a:solidFill>
                <a:schemeClr val="lt1"/>
              </a:solidFill>
              <a:latin typeface="Arial"/>
              <a:ea typeface="DejaVu Sans"/>
            </a:endParaRPr>
          </a:p>
        </p:txBody>
      </p:sp>
      <p:pic>
        <p:nvPicPr>
          <p:cNvPr id="2" name="Picture 3"/>
          <p:cNvPicPr/>
          <p:nvPr/>
        </p:nvPicPr>
        <p:blipFill>
          <a:blip r:embed="rId4"/>
          <a:stretch/>
        </p:blipFill>
        <p:spPr>
          <a:xfrm>
            <a:off x="9398520" y="6172200"/>
            <a:ext cx="2430720" cy="495360"/>
          </a:xfrm>
          <a:prstGeom prst="rect">
            <a:avLst/>
          </a:prstGeom>
          <a:ln w="0">
            <a:noFill/>
          </a:ln>
        </p:spPr>
      </p:pic>
      <p:sp>
        <p:nvSpPr>
          <p:cNvPr id="4" name="Rechteck 4"/>
          <p:cNvSpPr/>
          <p:nvPr/>
        </p:nvSpPr>
        <p:spPr>
          <a:xfrm>
            <a:off x="0" y="1668600"/>
            <a:ext cx="12190320" cy="5187600"/>
          </a:xfrm>
          <a:custGeom>
            <a:avLst/>
            <a:gdLst>
              <a:gd name="textAreaLeft" fmla="*/ 0 w 12190320"/>
              <a:gd name="textAreaRight" fmla="*/ 12192120 w 12190320"/>
              <a:gd name="textAreaTop" fmla="*/ 0 h 5187600"/>
              <a:gd name="textAreaBottom" fmla="*/ 5189400 h 5187600"/>
            </a:gdLst>
            <a:ahLst/>
            <a:cxnLst/>
            <a:rect l="textAreaLeft" t="textAreaTop" r="textAreaRight" b="textAreaBottom"/>
            <a:pathLst>
              <a:path w="12192000" h="5189537">
                <a:moveTo>
                  <a:pt x="0" y="428625"/>
                </a:moveTo>
                <a:lnTo>
                  <a:pt x="12192000" y="0"/>
                </a:lnTo>
                <a:lnTo>
                  <a:pt x="12192000" y="5189537"/>
                </a:lnTo>
                <a:lnTo>
                  <a:pt x="0" y="5189537"/>
                </a:lnTo>
                <a:lnTo>
                  <a:pt x="0" y="428625"/>
                </a:lnTo>
                <a:close/>
              </a:path>
            </a:pathLst>
          </a:custGeom>
          <a:gradFill rotWithShape="0">
            <a:gsLst>
              <a:gs pos="0">
                <a:srgbClr val="1F90CC"/>
              </a:gs>
              <a:gs pos="100000">
                <a:srgbClr val="9013FE"/>
              </a:gs>
            </a:gsLst>
            <a:lin ang="18900000"/>
          </a:gradFill>
          <a:ln w="2556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pPr>
            <a:endParaRPr lang="de-DE" sz="1200" b="0" strike="noStrike" spc="-1">
              <a:solidFill>
                <a:schemeClr val="lt1"/>
              </a:solidFill>
              <a:latin typeface="Arial"/>
              <a:ea typeface="DejaVu Sans"/>
            </a:endParaRPr>
          </a:p>
        </p:txBody>
      </p:sp>
      <p:sp>
        <p:nvSpPr>
          <p:cNvPr id="5" name="Rechteck 4"/>
          <p:cNvSpPr/>
          <p:nvPr/>
        </p:nvSpPr>
        <p:spPr>
          <a:xfrm>
            <a:off x="-6480" y="1668600"/>
            <a:ext cx="12190320" cy="5187600"/>
          </a:xfrm>
          <a:custGeom>
            <a:avLst/>
            <a:gdLst>
              <a:gd name="textAreaLeft" fmla="*/ 0 w 12190320"/>
              <a:gd name="textAreaRight" fmla="*/ 12192120 w 12190320"/>
              <a:gd name="textAreaTop" fmla="*/ 0 h 5187600"/>
              <a:gd name="textAreaBottom" fmla="*/ 5189400 h 5187600"/>
            </a:gdLst>
            <a:ahLst/>
            <a:cxnLst/>
            <a:rect l="textAreaLeft" t="textAreaTop" r="textAreaRight" b="textAreaBottom"/>
            <a:pathLst>
              <a:path w="12192000" h="5189537">
                <a:moveTo>
                  <a:pt x="0" y="428625"/>
                </a:moveTo>
                <a:lnTo>
                  <a:pt x="12192000" y="0"/>
                </a:lnTo>
                <a:lnTo>
                  <a:pt x="12192000" y="5189537"/>
                </a:lnTo>
                <a:lnTo>
                  <a:pt x="0" y="5189537"/>
                </a:lnTo>
                <a:lnTo>
                  <a:pt x="0" y="428625"/>
                </a:lnTo>
                <a:close/>
              </a:path>
            </a:pathLst>
          </a:custGeom>
          <a:gradFill rotWithShape="0">
            <a:gsLst>
              <a:gs pos="0">
                <a:srgbClr val="FF6C00"/>
              </a:gs>
              <a:gs pos="100000">
                <a:srgbClr val="C40D1E"/>
              </a:gs>
            </a:gsLst>
            <a:lin ang="18900000"/>
          </a:gradFill>
          <a:ln w="2556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pPr>
            <a:endParaRPr lang="de-DE" sz="1200" b="0" strike="noStrike" spc="-1">
              <a:solidFill>
                <a:schemeClr val="lt1"/>
              </a:solidFill>
              <a:latin typeface="Arial"/>
              <a:ea typeface="DejaVu Sans"/>
            </a:endParaRPr>
          </a:p>
        </p:txBody>
      </p:sp>
      <p:pic>
        <p:nvPicPr>
          <p:cNvPr id="7" name="Picture 13"/>
          <p:cNvPicPr/>
          <p:nvPr/>
        </p:nvPicPr>
        <p:blipFill>
          <a:blip r:embed="rId4"/>
          <a:stretch/>
        </p:blipFill>
        <p:spPr>
          <a:xfrm>
            <a:off x="9388080" y="5982120"/>
            <a:ext cx="2430720" cy="495360"/>
          </a:xfrm>
          <a:prstGeom prst="rect">
            <a:avLst/>
          </a:prstGeom>
          <a:ln w="0">
            <a:noFill/>
          </a:ln>
        </p:spPr>
      </p:pic>
      <p:sp>
        <p:nvSpPr>
          <p:cNvPr id="8" name="PlaceHolder 1"/>
          <p:cNvSpPr>
            <a:spLocks noGrp="1"/>
          </p:cNvSpPr>
          <p:nvPr>
            <p:ph type="title"/>
          </p:nvPr>
        </p:nvSpPr>
        <p:spPr>
          <a:xfrm>
            <a:off x="529200" y="378000"/>
            <a:ext cx="8336880" cy="734040"/>
          </a:xfrm>
          <a:prstGeom prst="rect">
            <a:avLst/>
          </a:prstGeom>
          <a:noFill/>
          <a:ln w="0">
            <a:noFill/>
          </a:ln>
        </p:spPr>
        <p:txBody>
          <a:bodyPr lIns="0" tIns="0" rIns="0" bIns="0" anchor="ctr">
            <a:noAutofit/>
          </a:bodyPr>
          <a:lstStyle/>
          <a:p>
            <a:pPr indent="0">
              <a:buNone/>
            </a:pPr>
            <a:r>
              <a:rPr lang="en-US" sz="1800" b="0" strike="noStrike" spc="-1">
                <a:solidFill>
                  <a:srgbClr val="000000"/>
                </a:solidFill>
                <a:latin typeface="Arial"/>
              </a:rPr>
              <a:t>Click to edit the title text format</a:t>
            </a:r>
          </a:p>
        </p:txBody>
      </p:sp>
      <p:sp>
        <p:nvSpPr>
          <p:cNvPr id="9"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US" sz="2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US" sz="2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US" sz="20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US"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US"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US" sz="2000" b="0" strike="noStrike" spc="-1">
                <a:solidFill>
                  <a:srgbClr val="000000"/>
                </a:solidFill>
                <a:latin typeface="Arial"/>
              </a:rPr>
              <a:t>Seventh Outline Level</a:t>
            </a:r>
          </a:p>
        </p:txBody>
      </p:sp>
    </p:spTree>
    <p:extLst>
      <p:ext uri="{BB962C8B-B14F-4D97-AF65-F5344CB8AC3E}">
        <p14:creationId xmlns:p14="http://schemas.microsoft.com/office/powerpoint/2010/main" val="2521348308"/>
      </p:ext>
    </p:extLst>
  </p:cSld>
  <p:clrMap bg1="lt1" tx1="dk1" bg2="lt2" tx2="dk2" accent1="accent1" accent2="accent2" accent3="accent3" accent4="accent4" accent5="accent5" accent6="accent6" hlink="hlink" folHlink="folHlink"/>
  <p:sldLayoutIdLst>
    <p:sldLayoutId id="2147483661" r:id="rId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F0296CD-93A8-AFD0-D548-896CD825203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LID4096"/>
          </a:p>
        </p:txBody>
      </p:sp>
      <p:sp>
        <p:nvSpPr>
          <p:cNvPr id="3" name="Text Placeholder 2">
            <a:extLst>
              <a:ext uri="{FF2B5EF4-FFF2-40B4-BE49-F238E27FC236}">
                <a16:creationId xmlns:a16="http://schemas.microsoft.com/office/drawing/2014/main" id="{6FE4761E-CAB7-70D9-416E-E27C29D3C05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Date Placeholder 3">
            <a:extLst>
              <a:ext uri="{FF2B5EF4-FFF2-40B4-BE49-F238E27FC236}">
                <a16:creationId xmlns:a16="http://schemas.microsoft.com/office/drawing/2014/main" id="{DCE7DE84-CC0F-464C-23AE-C430549BF09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endParaRPr lang="LID4096"/>
          </a:p>
        </p:txBody>
      </p:sp>
      <p:sp>
        <p:nvSpPr>
          <p:cNvPr id="5" name="Footer Placeholder 4">
            <a:extLst>
              <a:ext uri="{FF2B5EF4-FFF2-40B4-BE49-F238E27FC236}">
                <a16:creationId xmlns:a16="http://schemas.microsoft.com/office/drawing/2014/main" id="{0278B9A3-043D-A82F-5ACF-ACDB23985DC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a:t>Telecommunication Networks </a:t>
            </a:r>
            <a:endParaRPr lang="LID4096"/>
          </a:p>
        </p:txBody>
      </p:sp>
      <p:sp>
        <p:nvSpPr>
          <p:cNvPr id="6" name="Slide Number Placeholder 5">
            <a:extLst>
              <a:ext uri="{FF2B5EF4-FFF2-40B4-BE49-F238E27FC236}">
                <a16:creationId xmlns:a16="http://schemas.microsoft.com/office/drawing/2014/main" id="{E1325F53-A9F7-4044-0EB5-0460EEEC35D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05264C1-93CD-4F5F-B6EE-5235E982ADB5}" type="slidenum">
              <a:rPr lang="LID4096" smtClean="0"/>
              <a:t>‹#›</a:t>
            </a:fld>
            <a:endParaRPr lang="LID4096"/>
          </a:p>
        </p:txBody>
      </p:sp>
    </p:spTree>
    <p:extLst>
      <p:ext uri="{BB962C8B-B14F-4D97-AF65-F5344CB8AC3E}">
        <p14:creationId xmlns:p14="http://schemas.microsoft.com/office/powerpoint/2010/main" val="598792048"/>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2.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13" Type="http://schemas.openxmlformats.org/officeDocument/2006/relationships/image" Target="../media/image41.png"/><Relationship Id="rId18" Type="http://schemas.openxmlformats.org/officeDocument/2006/relationships/customXml" Target="../ink/ink4.xml"/><Relationship Id="rId26" Type="http://schemas.openxmlformats.org/officeDocument/2006/relationships/customXml" Target="../ink/ink8.xml"/><Relationship Id="rId39" Type="http://schemas.openxmlformats.org/officeDocument/2006/relationships/image" Target="../media/image17.png"/><Relationship Id="rId21" Type="http://schemas.openxmlformats.org/officeDocument/2006/relationships/image" Target="../media/image80.png"/><Relationship Id="rId34" Type="http://schemas.openxmlformats.org/officeDocument/2006/relationships/customXml" Target="../ink/ink12.xml"/><Relationship Id="rId42" Type="http://schemas.openxmlformats.org/officeDocument/2006/relationships/customXml" Target="../ink/ink16.xml"/><Relationship Id="rId47" Type="http://schemas.openxmlformats.org/officeDocument/2006/relationships/customXml" Target="../ink/ink20.xml"/><Relationship Id="rId50" Type="http://schemas.openxmlformats.org/officeDocument/2006/relationships/customXml" Target="../ink/ink23.xml"/><Relationship Id="rId55" Type="http://schemas.openxmlformats.org/officeDocument/2006/relationships/customXml" Target="../ink/ink28.xml"/><Relationship Id="rId7" Type="http://schemas.openxmlformats.org/officeDocument/2006/relationships/image" Target="../media/image10.png"/><Relationship Id="rId2" Type="http://schemas.openxmlformats.org/officeDocument/2006/relationships/image" Target="../media/image514.png"/><Relationship Id="rId16" Type="http://schemas.openxmlformats.org/officeDocument/2006/relationships/customXml" Target="../ink/ink3.xml"/><Relationship Id="rId29" Type="http://schemas.openxmlformats.org/officeDocument/2006/relationships/image" Target="../media/image120.png"/><Relationship Id="rId11" Type="http://schemas.openxmlformats.org/officeDocument/2006/relationships/image" Target="../media/image14.png"/><Relationship Id="rId24" Type="http://schemas.openxmlformats.org/officeDocument/2006/relationships/customXml" Target="../ink/ink7.xml"/><Relationship Id="rId32" Type="http://schemas.openxmlformats.org/officeDocument/2006/relationships/customXml" Target="../ink/ink11.xml"/><Relationship Id="rId37" Type="http://schemas.openxmlformats.org/officeDocument/2006/relationships/image" Target="../media/image16.png"/><Relationship Id="rId40" Type="http://schemas.openxmlformats.org/officeDocument/2006/relationships/customXml" Target="../ink/ink15.xml"/><Relationship Id="rId45" Type="http://schemas.openxmlformats.org/officeDocument/2006/relationships/customXml" Target="../ink/ink18.xml"/><Relationship Id="rId53" Type="http://schemas.openxmlformats.org/officeDocument/2006/relationships/customXml" Target="../ink/ink26.xml"/><Relationship Id="rId58" Type="http://schemas.openxmlformats.org/officeDocument/2006/relationships/customXml" Target="../ink/ink31.xml"/><Relationship Id="rId5" Type="http://schemas.openxmlformats.org/officeDocument/2006/relationships/image" Target="../media/image82.png"/><Relationship Id="rId61" Type="http://schemas.openxmlformats.org/officeDocument/2006/relationships/image" Target="../media/image21.png"/><Relationship Id="rId19" Type="http://schemas.openxmlformats.org/officeDocument/2006/relationships/image" Target="../media/image76.png"/><Relationship Id="rId14" Type="http://schemas.openxmlformats.org/officeDocument/2006/relationships/customXml" Target="../ink/ink2.xml"/><Relationship Id="rId22" Type="http://schemas.openxmlformats.org/officeDocument/2006/relationships/customXml" Target="../ink/ink6.xml"/><Relationship Id="rId27" Type="http://schemas.openxmlformats.org/officeDocument/2006/relationships/image" Target="../media/image110.png"/><Relationship Id="rId30" Type="http://schemas.openxmlformats.org/officeDocument/2006/relationships/customXml" Target="../ink/ink10.xml"/><Relationship Id="rId35" Type="http://schemas.openxmlformats.org/officeDocument/2006/relationships/image" Target="../media/image15.png"/><Relationship Id="rId43" Type="http://schemas.openxmlformats.org/officeDocument/2006/relationships/image" Target="../media/image19.png"/><Relationship Id="rId48" Type="http://schemas.openxmlformats.org/officeDocument/2006/relationships/customXml" Target="../ink/ink21.xml"/><Relationship Id="rId56" Type="http://schemas.openxmlformats.org/officeDocument/2006/relationships/customXml" Target="../ink/ink29.xml"/><Relationship Id="rId8" Type="http://schemas.openxmlformats.org/officeDocument/2006/relationships/image" Target="../media/image11.png"/><Relationship Id="rId51" Type="http://schemas.openxmlformats.org/officeDocument/2006/relationships/customXml" Target="../ink/ink24.xml"/><Relationship Id="rId3" Type="http://schemas.openxmlformats.org/officeDocument/2006/relationships/image" Target="../media/image7.png"/><Relationship Id="rId12" Type="http://schemas.openxmlformats.org/officeDocument/2006/relationships/customXml" Target="../ink/ink1.xml"/><Relationship Id="rId17" Type="http://schemas.openxmlformats.org/officeDocument/2006/relationships/image" Target="../media/image610.png"/><Relationship Id="rId25" Type="http://schemas.openxmlformats.org/officeDocument/2006/relationships/image" Target="../media/image100.png"/><Relationship Id="rId33" Type="http://schemas.openxmlformats.org/officeDocument/2006/relationships/image" Target="../media/image140.png"/><Relationship Id="rId38" Type="http://schemas.openxmlformats.org/officeDocument/2006/relationships/customXml" Target="../ink/ink14.xml"/><Relationship Id="rId46" Type="http://schemas.openxmlformats.org/officeDocument/2006/relationships/customXml" Target="../ink/ink19.xml"/><Relationship Id="rId59" Type="http://schemas.openxmlformats.org/officeDocument/2006/relationships/customXml" Target="../ink/ink32.xml"/><Relationship Id="rId20" Type="http://schemas.openxmlformats.org/officeDocument/2006/relationships/customXml" Target="../ink/ink5.xml"/><Relationship Id="rId41" Type="http://schemas.openxmlformats.org/officeDocument/2006/relationships/image" Target="../media/image18.png"/><Relationship Id="rId54" Type="http://schemas.openxmlformats.org/officeDocument/2006/relationships/customXml" Target="../ink/ink27.xml"/><Relationship Id="rId62" Type="http://schemas.openxmlformats.org/officeDocument/2006/relationships/hyperlink" Target="https://youtu.be/uakLB7Eni2E" TargetMode="External"/><Relationship Id="rId1" Type="http://schemas.openxmlformats.org/officeDocument/2006/relationships/slideLayout" Target="../slideLayouts/slideLayout2.xml"/><Relationship Id="rId6" Type="http://schemas.openxmlformats.org/officeDocument/2006/relationships/image" Target="../media/image9.png"/><Relationship Id="rId15" Type="http://schemas.openxmlformats.org/officeDocument/2006/relationships/image" Target="../media/image510.png"/><Relationship Id="rId23" Type="http://schemas.openxmlformats.org/officeDocument/2006/relationships/image" Target="../media/image90.png"/><Relationship Id="rId28" Type="http://schemas.openxmlformats.org/officeDocument/2006/relationships/customXml" Target="../ink/ink9.xml"/><Relationship Id="rId36" Type="http://schemas.openxmlformats.org/officeDocument/2006/relationships/customXml" Target="../ink/ink13.xml"/><Relationship Id="rId49" Type="http://schemas.openxmlformats.org/officeDocument/2006/relationships/customXml" Target="../ink/ink22.xml"/><Relationship Id="rId57" Type="http://schemas.openxmlformats.org/officeDocument/2006/relationships/customXml" Target="../ink/ink30.xml"/><Relationship Id="rId10" Type="http://schemas.openxmlformats.org/officeDocument/2006/relationships/image" Target="../media/image13.png"/><Relationship Id="rId31" Type="http://schemas.openxmlformats.org/officeDocument/2006/relationships/image" Target="../media/image130.png"/><Relationship Id="rId44" Type="http://schemas.openxmlformats.org/officeDocument/2006/relationships/customXml" Target="../ink/ink17.xml"/><Relationship Id="rId52" Type="http://schemas.openxmlformats.org/officeDocument/2006/relationships/customXml" Target="../ink/ink25.xml"/><Relationship Id="rId60" Type="http://schemas.openxmlformats.org/officeDocument/2006/relationships/image" Target="../media/image20.png"/><Relationship Id="rId4" Type="http://schemas.openxmlformats.org/officeDocument/2006/relationships/image" Target="../media/image8.png"/><Relationship Id="rId9" Type="http://schemas.openxmlformats.org/officeDocument/2006/relationships/image" Target="../media/image12.png"/></Relationships>
</file>

<file path=ppt/slides/_rels/slide5.xml.rels><?xml version="1.0" encoding="UTF-8" standalone="yes"?>
<Relationships xmlns="http://schemas.openxmlformats.org/package/2006/relationships"><Relationship Id="rId117" Type="http://schemas.openxmlformats.org/officeDocument/2006/relationships/image" Target="NULL"/><Relationship Id="rId159" Type="http://schemas.openxmlformats.org/officeDocument/2006/relationships/image" Target="NULL"/><Relationship Id="rId531" Type="http://schemas.openxmlformats.org/officeDocument/2006/relationships/customXml" Target="../ink/ink183.xml"/><Relationship Id="rId573" Type="http://schemas.openxmlformats.org/officeDocument/2006/relationships/customXml" Target="../ink/ink225.xml"/><Relationship Id="rId170" Type="http://schemas.openxmlformats.org/officeDocument/2006/relationships/customXml" Target="../ink/ink83.xml"/><Relationship Id="rId226" Type="http://schemas.openxmlformats.org/officeDocument/2006/relationships/customXml" Target="../ink/ink111.xml"/><Relationship Id="rId475" Type="http://schemas.openxmlformats.org/officeDocument/2006/relationships/image" Target="NULL"/><Relationship Id="rId74" Type="http://schemas.openxmlformats.org/officeDocument/2006/relationships/customXml" Target="../ink/ink35.xml"/><Relationship Id="rId128" Type="http://schemas.openxmlformats.org/officeDocument/2006/relationships/customXml" Target="../ink/ink62.xml"/><Relationship Id="rId500" Type="http://schemas.openxmlformats.org/officeDocument/2006/relationships/customXml" Target="../ink/ink155.xml"/><Relationship Id="rId542" Type="http://schemas.openxmlformats.org/officeDocument/2006/relationships/customXml" Target="../ink/ink194.xml"/><Relationship Id="rId584" Type="http://schemas.openxmlformats.org/officeDocument/2006/relationships/customXml" Target="../ink/ink236.xml"/><Relationship Id="rId32" Type="http://schemas.openxmlformats.org/officeDocument/2006/relationships/image" Target="NULL"/><Relationship Id="rId181" Type="http://schemas.openxmlformats.org/officeDocument/2006/relationships/image" Target="NULL"/><Relationship Id="rId237" Type="http://schemas.openxmlformats.org/officeDocument/2006/relationships/image" Target="NULL"/><Relationship Id="rId444" Type="http://schemas.openxmlformats.org/officeDocument/2006/relationships/customXml" Target="../ink/ink126.xml"/><Relationship Id="rId486" Type="http://schemas.openxmlformats.org/officeDocument/2006/relationships/customXml" Target="../ink/ink148.xml"/><Relationship Id="rId139" Type="http://schemas.openxmlformats.org/officeDocument/2006/relationships/image" Target="NULL"/><Relationship Id="rId511" Type="http://schemas.openxmlformats.org/officeDocument/2006/relationships/customXml" Target="../ink/ink163.xml"/><Relationship Id="rId553" Type="http://schemas.openxmlformats.org/officeDocument/2006/relationships/customXml" Target="../ink/ink205.xml"/><Relationship Id="rId609" Type="http://schemas.openxmlformats.org/officeDocument/2006/relationships/customXml" Target="../ink/ink259.xml"/><Relationship Id="rId85" Type="http://schemas.openxmlformats.org/officeDocument/2006/relationships/image" Target="NULL"/><Relationship Id="rId150" Type="http://schemas.openxmlformats.org/officeDocument/2006/relationships/customXml" Target="../ink/ink73.xml"/><Relationship Id="rId192" Type="http://schemas.openxmlformats.org/officeDocument/2006/relationships/customXml" Target="../ink/ink94.xml"/><Relationship Id="rId206" Type="http://schemas.openxmlformats.org/officeDocument/2006/relationships/customXml" Target="../ink/ink101.xml"/><Relationship Id="rId595" Type="http://schemas.openxmlformats.org/officeDocument/2006/relationships/customXml" Target="../ink/ink247.xml"/><Relationship Id="rId248" Type="http://schemas.openxmlformats.org/officeDocument/2006/relationships/customXml" Target="../ink/ink122.xml"/><Relationship Id="rId455" Type="http://schemas.openxmlformats.org/officeDocument/2006/relationships/image" Target="NULL"/><Relationship Id="rId497" Type="http://schemas.openxmlformats.org/officeDocument/2006/relationships/image" Target="NULL"/><Relationship Id="rId620" Type="http://schemas.openxmlformats.org/officeDocument/2006/relationships/image" Target="../media/image24.svg"/><Relationship Id="rId108" Type="http://schemas.openxmlformats.org/officeDocument/2006/relationships/customXml" Target="../ink/ink52.xml"/><Relationship Id="rId12" Type="http://schemas.openxmlformats.org/officeDocument/2006/relationships/image" Target="NULL"/><Relationship Id="rId522" Type="http://schemas.openxmlformats.org/officeDocument/2006/relationships/customXml" Target="../ink/ink174.xml"/><Relationship Id="rId96" Type="http://schemas.openxmlformats.org/officeDocument/2006/relationships/customXml" Target="../ink/ink46.xml"/><Relationship Id="rId161" Type="http://schemas.openxmlformats.org/officeDocument/2006/relationships/image" Target="NULL"/><Relationship Id="rId217" Type="http://schemas.openxmlformats.org/officeDocument/2006/relationships/image" Target="NULL"/><Relationship Id="rId564" Type="http://schemas.openxmlformats.org/officeDocument/2006/relationships/customXml" Target="../ink/ink216.xml"/><Relationship Id="rId466" Type="http://schemas.openxmlformats.org/officeDocument/2006/relationships/customXml" Target="../ink/ink137.xml"/><Relationship Id="rId119" Type="http://schemas.openxmlformats.org/officeDocument/2006/relationships/image" Target="NULL"/><Relationship Id="rId533" Type="http://schemas.openxmlformats.org/officeDocument/2006/relationships/customXml" Target="../ink/ink185.xml"/><Relationship Id="rId130" Type="http://schemas.openxmlformats.org/officeDocument/2006/relationships/customXml" Target="../ink/ink63.xml"/><Relationship Id="rId575" Type="http://schemas.openxmlformats.org/officeDocument/2006/relationships/customXml" Target="../ink/ink227.xml"/><Relationship Id="rId172" Type="http://schemas.openxmlformats.org/officeDocument/2006/relationships/customXml" Target="../ink/ink84.xml"/><Relationship Id="rId228" Type="http://schemas.openxmlformats.org/officeDocument/2006/relationships/customXml" Target="../ink/ink112.xml"/><Relationship Id="rId477" Type="http://schemas.openxmlformats.org/officeDocument/2006/relationships/image" Target="NULL"/><Relationship Id="rId600" Type="http://schemas.openxmlformats.org/officeDocument/2006/relationships/customXml" Target="../ink/ink252.xml"/><Relationship Id="rId502" Type="http://schemas.openxmlformats.org/officeDocument/2006/relationships/customXml" Target="../ink/ink156.xml"/><Relationship Id="rId76" Type="http://schemas.openxmlformats.org/officeDocument/2006/relationships/customXml" Target="../ink/ink36.xml"/><Relationship Id="rId141" Type="http://schemas.openxmlformats.org/officeDocument/2006/relationships/image" Target="NULL"/><Relationship Id="rId544" Type="http://schemas.openxmlformats.org/officeDocument/2006/relationships/customXml" Target="../ink/ink196.xml"/><Relationship Id="rId586" Type="http://schemas.openxmlformats.org/officeDocument/2006/relationships/customXml" Target="../ink/ink238.xml"/><Relationship Id="rId34" Type="http://schemas.openxmlformats.org/officeDocument/2006/relationships/image" Target="NULL"/><Relationship Id="rId183" Type="http://schemas.openxmlformats.org/officeDocument/2006/relationships/image" Target="NULL"/><Relationship Id="rId239" Type="http://schemas.openxmlformats.org/officeDocument/2006/relationships/image" Target="NULL"/><Relationship Id="rId446" Type="http://schemas.openxmlformats.org/officeDocument/2006/relationships/customXml" Target="../ink/ink127.xml"/><Relationship Id="rId611" Type="http://schemas.openxmlformats.org/officeDocument/2006/relationships/customXml" Target="../ink/ink261.xml"/><Relationship Id="rId250" Type="http://schemas.openxmlformats.org/officeDocument/2006/relationships/customXml" Target="../ink/ink123.xml"/><Relationship Id="rId488" Type="http://schemas.openxmlformats.org/officeDocument/2006/relationships/customXml" Target="../ink/ink149.xml"/><Relationship Id="rId87" Type="http://schemas.openxmlformats.org/officeDocument/2006/relationships/image" Target="NULL"/><Relationship Id="rId110" Type="http://schemas.openxmlformats.org/officeDocument/2006/relationships/customXml" Target="../ink/ink53.xml"/><Relationship Id="rId513" Type="http://schemas.openxmlformats.org/officeDocument/2006/relationships/customXml" Target="../ink/ink165.xml"/><Relationship Id="rId555" Type="http://schemas.openxmlformats.org/officeDocument/2006/relationships/customXml" Target="../ink/ink207.xml"/><Relationship Id="rId597" Type="http://schemas.openxmlformats.org/officeDocument/2006/relationships/customXml" Target="../ink/ink249.xml"/><Relationship Id="rId152" Type="http://schemas.openxmlformats.org/officeDocument/2006/relationships/customXml" Target="../ink/ink74.xml"/><Relationship Id="rId194" Type="http://schemas.openxmlformats.org/officeDocument/2006/relationships/customXml" Target="../ink/ink95.xml"/><Relationship Id="rId208" Type="http://schemas.openxmlformats.org/officeDocument/2006/relationships/customXml" Target="../ink/ink102.xml"/><Relationship Id="rId457" Type="http://schemas.openxmlformats.org/officeDocument/2006/relationships/image" Target="NULL"/><Relationship Id="rId499" Type="http://schemas.openxmlformats.org/officeDocument/2006/relationships/image" Target="NULL"/><Relationship Id="rId524" Type="http://schemas.openxmlformats.org/officeDocument/2006/relationships/customXml" Target="../ink/ink176.xml"/><Relationship Id="rId566" Type="http://schemas.openxmlformats.org/officeDocument/2006/relationships/customXml" Target="../ink/ink218.xml"/><Relationship Id="rId14" Type="http://schemas.openxmlformats.org/officeDocument/2006/relationships/image" Target="NULL"/><Relationship Id="rId98" Type="http://schemas.openxmlformats.org/officeDocument/2006/relationships/customXml" Target="../ink/ink47.xml"/><Relationship Id="rId121" Type="http://schemas.openxmlformats.org/officeDocument/2006/relationships/image" Target="NULL"/><Relationship Id="rId163" Type="http://schemas.openxmlformats.org/officeDocument/2006/relationships/image" Target="NULL"/><Relationship Id="rId219" Type="http://schemas.openxmlformats.org/officeDocument/2006/relationships/image" Target="NULL"/><Relationship Id="rId230" Type="http://schemas.openxmlformats.org/officeDocument/2006/relationships/customXml" Target="../ink/ink113.xml"/><Relationship Id="rId468" Type="http://schemas.openxmlformats.org/officeDocument/2006/relationships/customXml" Target="../ink/ink138.xml"/><Relationship Id="rId535" Type="http://schemas.openxmlformats.org/officeDocument/2006/relationships/customXml" Target="../ink/ink187.xml"/><Relationship Id="rId577" Type="http://schemas.openxmlformats.org/officeDocument/2006/relationships/customXml" Target="../ink/ink229.xml"/><Relationship Id="rId132" Type="http://schemas.openxmlformats.org/officeDocument/2006/relationships/customXml" Target="../ink/ink64.xml"/><Relationship Id="rId174" Type="http://schemas.openxmlformats.org/officeDocument/2006/relationships/customXml" Target="../ink/ink85.xml"/><Relationship Id="rId602" Type="http://schemas.openxmlformats.org/officeDocument/2006/relationships/customXml" Target="../ink/ink254.xml"/><Relationship Id="rId241" Type="http://schemas.openxmlformats.org/officeDocument/2006/relationships/image" Target="NULL"/><Relationship Id="rId479" Type="http://schemas.openxmlformats.org/officeDocument/2006/relationships/image" Target="NULL"/><Relationship Id="rId490" Type="http://schemas.openxmlformats.org/officeDocument/2006/relationships/customXml" Target="../ink/ink150.xml"/><Relationship Id="rId504" Type="http://schemas.openxmlformats.org/officeDocument/2006/relationships/customXml" Target="../ink/ink157.xml"/><Relationship Id="rId546" Type="http://schemas.openxmlformats.org/officeDocument/2006/relationships/customXml" Target="../ink/ink198.xml"/><Relationship Id="rId36" Type="http://schemas.openxmlformats.org/officeDocument/2006/relationships/image" Target="NULL"/><Relationship Id="rId78" Type="http://schemas.openxmlformats.org/officeDocument/2006/relationships/customXml" Target="../ink/ink37.xml"/><Relationship Id="rId101" Type="http://schemas.openxmlformats.org/officeDocument/2006/relationships/image" Target="NULL"/><Relationship Id="rId143" Type="http://schemas.openxmlformats.org/officeDocument/2006/relationships/image" Target="NULL"/><Relationship Id="rId185" Type="http://schemas.openxmlformats.org/officeDocument/2006/relationships/image" Target="NULL"/><Relationship Id="rId588" Type="http://schemas.openxmlformats.org/officeDocument/2006/relationships/customXml" Target="../ink/ink240.xml"/><Relationship Id="rId210" Type="http://schemas.openxmlformats.org/officeDocument/2006/relationships/customXml" Target="../ink/ink103.xml"/><Relationship Id="rId448" Type="http://schemas.openxmlformats.org/officeDocument/2006/relationships/customXml" Target="../ink/ink128.xml"/><Relationship Id="rId613" Type="http://schemas.openxmlformats.org/officeDocument/2006/relationships/customXml" Target="../ink/ink263.xml"/><Relationship Id="rId231" Type="http://schemas.openxmlformats.org/officeDocument/2006/relationships/image" Target="NULL"/><Relationship Id="rId480" Type="http://schemas.openxmlformats.org/officeDocument/2006/relationships/customXml" Target="../ink/ink144.xml"/><Relationship Id="rId515" Type="http://schemas.openxmlformats.org/officeDocument/2006/relationships/customXml" Target="../ink/ink167.xml"/><Relationship Id="rId536" Type="http://schemas.openxmlformats.org/officeDocument/2006/relationships/customXml" Target="../ink/ink188.xml"/><Relationship Id="rId26" Type="http://schemas.openxmlformats.org/officeDocument/2006/relationships/image" Target="NULL"/><Relationship Id="rId89" Type="http://schemas.openxmlformats.org/officeDocument/2006/relationships/image" Target="NULL"/><Relationship Id="rId112" Type="http://schemas.openxmlformats.org/officeDocument/2006/relationships/customXml" Target="../ink/ink54.xml"/><Relationship Id="rId133" Type="http://schemas.openxmlformats.org/officeDocument/2006/relationships/image" Target="NULL"/><Relationship Id="rId154" Type="http://schemas.openxmlformats.org/officeDocument/2006/relationships/customXml" Target="../ink/ink75.xml"/><Relationship Id="rId175" Type="http://schemas.openxmlformats.org/officeDocument/2006/relationships/image" Target="NULL"/><Relationship Id="rId557" Type="http://schemas.openxmlformats.org/officeDocument/2006/relationships/customXml" Target="../ink/ink209.xml"/><Relationship Id="rId578" Type="http://schemas.openxmlformats.org/officeDocument/2006/relationships/customXml" Target="../ink/ink230.xml"/><Relationship Id="rId599" Type="http://schemas.openxmlformats.org/officeDocument/2006/relationships/customXml" Target="../ink/ink251.xml"/><Relationship Id="rId196" Type="http://schemas.openxmlformats.org/officeDocument/2006/relationships/customXml" Target="../ink/ink96.xml"/><Relationship Id="rId200" Type="http://schemas.openxmlformats.org/officeDocument/2006/relationships/customXml" Target="../ink/ink98.xml"/><Relationship Id="rId459" Type="http://schemas.openxmlformats.org/officeDocument/2006/relationships/image" Target="NULL"/><Relationship Id="rId603" Type="http://schemas.openxmlformats.org/officeDocument/2006/relationships/customXml" Target="../ink/ink255.xml"/><Relationship Id="rId221" Type="http://schemas.openxmlformats.org/officeDocument/2006/relationships/image" Target="NULL"/><Relationship Id="rId242" Type="http://schemas.openxmlformats.org/officeDocument/2006/relationships/customXml" Target="../ink/ink119.xml"/><Relationship Id="rId470" Type="http://schemas.openxmlformats.org/officeDocument/2006/relationships/customXml" Target="../ink/ink139.xml"/><Relationship Id="rId491" Type="http://schemas.openxmlformats.org/officeDocument/2006/relationships/image" Target="NULL"/><Relationship Id="rId505" Type="http://schemas.openxmlformats.org/officeDocument/2006/relationships/image" Target="NULL"/><Relationship Id="rId526" Type="http://schemas.openxmlformats.org/officeDocument/2006/relationships/customXml" Target="../ink/ink178.xml"/><Relationship Id="rId16" Type="http://schemas.openxmlformats.org/officeDocument/2006/relationships/image" Target="NULL"/><Relationship Id="rId79" Type="http://schemas.openxmlformats.org/officeDocument/2006/relationships/image" Target="NULL"/><Relationship Id="rId102" Type="http://schemas.openxmlformats.org/officeDocument/2006/relationships/customXml" Target="../ink/ink49.xml"/><Relationship Id="rId123" Type="http://schemas.openxmlformats.org/officeDocument/2006/relationships/image" Target="NULL"/><Relationship Id="rId144" Type="http://schemas.openxmlformats.org/officeDocument/2006/relationships/customXml" Target="../ink/ink70.xml"/><Relationship Id="rId547" Type="http://schemas.openxmlformats.org/officeDocument/2006/relationships/customXml" Target="../ink/ink199.xml"/><Relationship Id="rId568" Type="http://schemas.openxmlformats.org/officeDocument/2006/relationships/customXml" Target="../ink/ink220.xml"/><Relationship Id="rId589" Type="http://schemas.openxmlformats.org/officeDocument/2006/relationships/customXml" Target="../ink/ink241.xml"/><Relationship Id="rId90" Type="http://schemas.openxmlformats.org/officeDocument/2006/relationships/customXml" Target="../ink/ink43.xml"/><Relationship Id="rId165" Type="http://schemas.openxmlformats.org/officeDocument/2006/relationships/image" Target="NULL"/><Relationship Id="rId186" Type="http://schemas.openxmlformats.org/officeDocument/2006/relationships/customXml" Target="../ink/ink91.xml"/><Relationship Id="rId449" Type="http://schemas.openxmlformats.org/officeDocument/2006/relationships/image" Target="NULL"/><Relationship Id="rId614" Type="http://schemas.openxmlformats.org/officeDocument/2006/relationships/customXml" Target="../ink/ink264.xml"/><Relationship Id="rId211" Type="http://schemas.openxmlformats.org/officeDocument/2006/relationships/image" Target="NULL"/><Relationship Id="rId232" Type="http://schemas.openxmlformats.org/officeDocument/2006/relationships/customXml" Target="../ink/ink114.xml"/><Relationship Id="rId460" Type="http://schemas.openxmlformats.org/officeDocument/2006/relationships/customXml" Target="../ink/ink134.xml"/><Relationship Id="rId481" Type="http://schemas.openxmlformats.org/officeDocument/2006/relationships/customXml" Target="../ink/ink145.xml"/><Relationship Id="rId516" Type="http://schemas.openxmlformats.org/officeDocument/2006/relationships/customXml" Target="../ink/ink168.xml"/><Relationship Id="rId113" Type="http://schemas.openxmlformats.org/officeDocument/2006/relationships/image" Target="NULL"/><Relationship Id="rId134" Type="http://schemas.openxmlformats.org/officeDocument/2006/relationships/customXml" Target="../ink/ink65.xml"/><Relationship Id="rId537" Type="http://schemas.openxmlformats.org/officeDocument/2006/relationships/customXml" Target="../ink/ink189.xml"/><Relationship Id="rId558" Type="http://schemas.openxmlformats.org/officeDocument/2006/relationships/customXml" Target="../ink/ink210.xml"/><Relationship Id="rId579" Type="http://schemas.openxmlformats.org/officeDocument/2006/relationships/customXml" Target="../ink/ink231.xml"/><Relationship Id="rId80" Type="http://schemas.openxmlformats.org/officeDocument/2006/relationships/customXml" Target="../ink/ink38.xml"/><Relationship Id="rId155" Type="http://schemas.openxmlformats.org/officeDocument/2006/relationships/image" Target="NULL"/><Relationship Id="rId176" Type="http://schemas.openxmlformats.org/officeDocument/2006/relationships/customXml" Target="../ink/ink86.xml"/><Relationship Id="rId197" Type="http://schemas.openxmlformats.org/officeDocument/2006/relationships/image" Target="NULL"/><Relationship Id="rId439" Type="http://schemas.openxmlformats.org/officeDocument/2006/relationships/image" Target="NULL"/><Relationship Id="rId590" Type="http://schemas.openxmlformats.org/officeDocument/2006/relationships/customXml" Target="../ink/ink242.xml"/><Relationship Id="rId604" Type="http://schemas.openxmlformats.org/officeDocument/2006/relationships/customXml" Target="../ink/ink256.xml"/><Relationship Id="rId201" Type="http://schemas.openxmlformats.org/officeDocument/2006/relationships/image" Target="NULL"/><Relationship Id="rId222" Type="http://schemas.openxmlformats.org/officeDocument/2006/relationships/customXml" Target="../ink/ink109.xml"/><Relationship Id="rId243" Type="http://schemas.openxmlformats.org/officeDocument/2006/relationships/image" Target="NULL"/><Relationship Id="rId450" Type="http://schemas.openxmlformats.org/officeDocument/2006/relationships/customXml" Target="../ink/ink129.xml"/><Relationship Id="rId471" Type="http://schemas.openxmlformats.org/officeDocument/2006/relationships/image" Target="NULL"/><Relationship Id="rId506" Type="http://schemas.openxmlformats.org/officeDocument/2006/relationships/customXml" Target="../ink/ink158.xml"/><Relationship Id="rId103" Type="http://schemas.openxmlformats.org/officeDocument/2006/relationships/image" Target="NULL"/><Relationship Id="rId124" Type="http://schemas.openxmlformats.org/officeDocument/2006/relationships/customXml" Target="../ink/ink60.xml"/><Relationship Id="rId492" Type="http://schemas.openxmlformats.org/officeDocument/2006/relationships/customXml" Target="../ink/ink151.xml"/><Relationship Id="rId527" Type="http://schemas.openxmlformats.org/officeDocument/2006/relationships/customXml" Target="../ink/ink179.xml"/><Relationship Id="rId548" Type="http://schemas.openxmlformats.org/officeDocument/2006/relationships/customXml" Target="../ink/ink200.xml"/><Relationship Id="rId569" Type="http://schemas.openxmlformats.org/officeDocument/2006/relationships/customXml" Target="../ink/ink221.xml"/><Relationship Id="rId91" Type="http://schemas.openxmlformats.org/officeDocument/2006/relationships/image" Target="NULL"/><Relationship Id="rId145" Type="http://schemas.openxmlformats.org/officeDocument/2006/relationships/image" Target="NULL"/><Relationship Id="rId166" Type="http://schemas.openxmlformats.org/officeDocument/2006/relationships/customXml" Target="../ink/ink81.xml"/><Relationship Id="rId187" Type="http://schemas.openxmlformats.org/officeDocument/2006/relationships/image" Target="NULL"/><Relationship Id="rId580" Type="http://schemas.openxmlformats.org/officeDocument/2006/relationships/customXml" Target="../ink/ink232.xml"/><Relationship Id="rId615" Type="http://schemas.openxmlformats.org/officeDocument/2006/relationships/customXml" Target="../ink/ink265.xml"/><Relationship Id="rId1" Type="http://schemas.openxmlformats.org/officeDocument/2006/relationships/slideLayout" Target="../slideLayouts/slideLayout2.xml"/><Relationship Id="rId212" Type="http://schemas.openxmlformats.org/officeDocument/2006/relationships/customXml" Target="../ink/ink104.xml"/><Relationship Id="rId233" Type="http://schemas.openxmlformats.org/officeDocument/2006/relationships/image" Target="NULL"/><Relationship Id="rId440" Type="http://schemas.openxmlformats.org/officeDocument/2006/relationships/customXml" Target="../ink/ink124.xml"/><Relationship Id="rId114" Type="http://schemas.openxmlformats.org/officeDocument/2006/relationships/customXml" Target="../ink/ink55.xml"/><Relationship Id="rId461" Type="http://schemas.openxmlformats.org/officeDocument/2006/relationships/image" Target="NULL"/><Relationship Id="rId482" Type="http://schemas.openxmlformats.org/officeDocument/2006/relationships/customXml" Target="../ink/ink146.xml"/><Relationship Id="rId517" Type="http://schemas.openxmlformats.org/officeDocument/2006/relationships/customXml" Target="../ink/ink169.xml"/><Relationship Id="rId538" Type="http://schemas.openxmlformats.org/officeDocument/2006/relationships/customXml" Target="../ink/ink190.xml"/><Relationship Id="rId559" Type="http://schemas.openxmlformats.org/officeDocument/2006/relationships/customXml" Target="../ink/ink211.xml"/><Relationship Id="rId28" Type="http://schemas.openxmlformats.org/officeDocument/2006/relationships/image" Target="NULL"/><Relationship Id="rId81" Type="http://schemas.openxmlformats.org/officeDocument/2006/relationships/image" Target="NULL"/><Relationship Id="rId135" Type="http://schemas.openxmlformats.org/officeDocument/2006/relationships/image" Target="NULL"/><Relationship Id="rId156" Type="http://schemas.openxmlformats.org/officeDocument/2006/relationships/customXml" Target="../ink/ink76.xml"/><Relationship Id="rId177" Type="http://schemas.openxmlformats.org/officeDocument/2006/relationships/image" Target="NULL"/><Relationship Id="rId198" Type="http://schemas.openxmlformats.org/officeDocument/2006/relationships/customXml" Target="../ink/ink97.xml"/><Relationship Id="rId570" Type="http://schemas.openxmlformats.org/officeDocument/2006/relationships/customXml" Target="../ink/ink222.xml"/><Relationship Id="rId591" Type="http://schemas.openxmlformats.org/officeDocument/2006/relationships/customXml" Target="../ink/ink243.xml"/><Relationship Id="rId605" Type="http://schemas.openxmlformats.org/officeDocument/2006/relationships/image" Target="NULL"/><Relationship Id="rId202" Type="http://schemas.openxmlformats.org/officeDocument/2006/relationships/customXml" Target="../ink/ink99.xml"/><Relationship Id="rId223" Type="http://schemas.openxmlformats.org/officeDocument/2006/relationships/image" Target="NULL"/><Relationship Id="rId244" Type="http://schemas.openxmlformats.org/officeDocument/2006/relationships/customXml" Target="../ink/ink120.xml"/><Relationship Id="rId451" Type="http://schemas.openxmlformats.org/officeDocument/2006/relationships/image" Target="NULL"/><Relationship Id="rId472" Type="http://schemas.openxmlformats.org/officeDocument/2006/relationships/customXml" Target="../ink/ink140.xml"/><Relationship Id="rId493" Type="http://schemas.openxmlformats.org/officeDocument/2006/relationships/image" Target="NULL"/><Relationship Id="rId507" Type="http://schemas.openxmlformats.org/officeDocument/2006/relationships/customXml" Target="../ink/ink159.xml"/><Relationship Id="rId528" Type="http://schemas.openxmlformats.org/officeDocument/2006/relationships/customXml" Target="../ink/ink180.xml"/><Relationship Id="rId549" Type="http://schemas.openxmlformats.org/officeDocument/2006/relationships/customXml" Target="../ink/ink201.xml"/><Relationship Id="rId18" Type="http://schemas.openxmlformats.org/officeDocument/2006/relationships/image" Target="NULL"/><Relationship Id="rId104" Type="http://schemas.openxmlformats.org/officeDocument/2006/relationships/customXml" Target="../ink/ink50.xml"/><Relationship Id="rId125" Type="http://schemas.openxmlformats.org/officeDocument/2006/relationships/image" Target="NULL"/><Relationship Id="rId146" Type="http://schemas.openxmlformats.org/officeDocument/2006/relationships/customXml" Target="../ink/ink71.xml"/><Relationship Id="rId167" Type="http://schemas.openxmlformats.org/officeDocument/2006/relationships/image" Target="NULL"/><Relationship Id="rId188" Type="http://schemas.openxmlformats.org/officeDocument/2006/relationships/customXml" Target="../ink/ink92.xml"/><Relationship Id="rId560" Type="http://schemas.openxmlformats.org/officeDocument/2006/relationships/customXml" Target="../ink/ink212.xml"/><Relationship Id="rId581" Type="http://schemas.openxmlformats.org/officeDocument/2006/relationships/customXml" Target="../ink/ink233.xml"/><Relationship Id="rId71" Type="http://schemas.openxmlformats.org/officeDocument/2006/relationships/image" Target="NULL"/><Relationship Id="rId92" Type="http://schemas.openxmlformats.org/officeDocument/2006/relationships/customXml" Target="../ink/ink44.xml"/><Relationship Id="rId213" Type="http://schemas.openxmlformats.org/officeDocument/2006/relationships/image" Target="NULL"/><Relationship Id="rId234" Type="http://schemas.openxmlformats.org/officeDocument/2006/relationships/customXml" Target="../ink/ink115.xml"/><Relationship Id="rId616" Type="http://schemas.openxmlformats.org/officeDocument/2006/relationships/customXml" Target="../ink/ink266.xml"/><Relationship Id="rId2" Type="http://schemas.openxmlformats.org/officeDocument/2006/relationships/image" Target="../media/image22.png"/><Relationship Id="rId441" Type="http://schemas.openxmlformats.org/officeDocument/2006/relationships/image" Target="NULL"/><Relationship Id="rId462" Type="http://schemas.openxmlformats.org/officeDocument/2006/relationships/customXml" Target="../ink/ink135.xml"/><Relationship Id="rId483" Type="http://schemas.openxmlformats.org/officeDocument/2006/relationships/image" Target="NULL"/><Relationship Id="rId518" Type="http://schemas.openxmlformats.org/officeDocument/2006/relationships/customXml" Target="../ink/ink170.xml"/><Relationship Id="rId539" Type="http://schemas.openxmlformats.org/officeDocument/2006/relationships/customXml" Target="../ink/ink191.xml"/><Relationship Id="rId115" Type="http://schemas.openxmlformats.org/officeDocument/2006/relationships/image" Target="NULL"/><Relationship Id="rId136" Type="http://schemas.openxmlformats.org/officeDocument/2006/relationships/customXml" Target="../ink/ink66.xml"/><Relationship Id="rId157" Type="http://schemas.openxmlformats.org/officeDocument/2006/relationships/image" Target="NULL"/><Relationship Id="rId178" Type="http://schemas.openxmlformats.org/officeDocument/2006/relationships/customXml" Target="../ink/ink87.xml"/><Relationship Id="rId550" Type="http://schemas.openxmlformats.org/officeDocument/2006/relationships/customXml" Target="../ink/ink202.xml"/><Relationship Id="rId82" Type="http://schemas.openxmlformats.org/officeDocument/2006/relationships/customXml" Target="../ink/ink39.xml"/><Relationship Id="rId199" Type="http://schemas.openxmlformats.org/officeDocument/2006/relationships/image" Target="NULL"/><Relationship Id="rId203" Type="http://schemas.openxmlformats.org/officeDocument/2006/relationships/image" Target="NULL"/><Relationship Id="rId571" Type="http://schemas.openxmlformats.org/officeDocument/2006/relationships/customXml" Target="../ink/ink223.xml"/><Relationship Id="rId592" Type="http://schemas.openxmlformats.org/officeDocument/2006/relationships/customXml" Target="../ink/ink244.xml"/><Relationship Id="rId606" Type="http://schemas.openxmlformats.org/officeDocument/2006/relationships/customXml" Target="../ink/ink257.xml"/><Relationship Id="rId224" Type="http://schemas.openxmlformats.org/officeDocument/2006/relationships/customXml" Target="../ink/ink110.xml"/><Relationship Id="rId245" Type="http://schemas.openxmlformats.org/officeDocument/2006/relationships/image" Target="NULL"/><Relationship Id="rId452" Type="http://schemas.openxmlformats.org/officeDocument/2006/relationships/customXml" Target="../ink/ink130.xml"/><Relationship Id="rId473" Type="http://schemas.openxmlformats.org/officeDocument/2006/relationships/image" Target="NULL"/><Relationship Id="rId494" Type="http://schemas.openxmlformats.org/officeDocument/2006/relationships/customXml" Target="../ink/ink152.xml"/><Relationship Id="rId508" Type="http://schemas.openxmlformats.org/officeDocument/2006/relationships/customXml" Target="../ink/ink160.xml"/><Relationship Id="rId529" Type="http://schemas.openxmlformats.org/officeDocument/2006/relationships/customXml" Target="../ink/ink181.xml"/><Relationship Id="rId105" Type="http://schemas.openxmlformats.org/officeDocument/2006/relationships/image" Target="NULL"/><Relationship Id="rId126" Type="http://schemas.openxmlformats.org/officeDocument/2006/relationships/customXml" Target="../ink/ink61.xml"/><Relationship Id="rId147" Type="http://schemas.openxmlformats.org/officeDocument/2006/relationships/image" Target="NULL"/><Relationship Id="rId168" Type="http://schemas.openxmlformats.org/officeDocument/2006/relationships/customXml" Target="../ink/ink82.xml"/><Relationship Id="rId540" Type="http://schemas.openxmlformats.org/officeDocument/2006/relationships/customXml" Target="../ink/ink192.xml"/><Relationship Id="rId30" Type="http://schemas.openxmlformats.org/officeDocument/2006/relationships/image" Target="NULL"/><Relationship Id="rId72" Type="http://schemas.openxmlformats.org/officeDocument/2006/relationships/customXml" Target="../ink/ink34.xml"/><Relationship Id="rId93" Type="http://schemas.openxmlformats.org/officeDocument/2006/relationships/image" Target="NULL"/><Relationship Id="rId189" Type="http://schemas.openxmlformats.org/officeDocument/2006/relationships/image" Target="NULL"/><Relationship Id="rId561" Type="http://schemas.openxmlformats.org/officeDocument/2006/relationships/customXml" Target="../ink/ink213.xml"/><Relationship Id="rId582" Type="http://schemas.openxmlformats.org/officeDocument/2006/relationships/customXml" Target="../ink/ink234.xml"/><Relationship Id="rId617" Type="http://schemas.openxmlformats.org/officeDocument/2006/relationships/customXml" Target="../ink/ink267.xml"/><Relationship Id="rId3" Type="http://schemas.openxmlformats.org/officeDocument/2006/relationships/image" Target="../media/image23.jpeg"/><Relationship Id="rId214" Type="http://schemas.openxmlformats.org/officeDocument/2006/relationships/customXml" Target="../ink/ink105.xml"/><Relationship Id="rId235" Type="http://schemas.openxmlformats.org/officeDocument/2006/relationships/image" Target="NULL"/><Relationship Id="rId442" Type="http://schemas.openxmlformats.org/officeDocument/2006/relationships/customXml" Target="../ink/ink125.xml"/><Relationship Id="rId463" Type="http://schemas.openxmlformats.org/officeDocument/2006/relationships/image" Target="NULL"/><Relationship Id="rId484" Type="http://schemas.openxmlformats.org/officeDocument/2006/relationships/customXml" Target="../ink/ink147.xml"/><Relationship Id="rId519" Type="http://schemas.openxmlformats.org/officeDocument/2006/relationships/customXml" Target="../ink/ink171.xml"/><Relationship Id="rId116" Type="http://schemas.openxmlformats.org/officeDocument/2006/relationships/customXml" Target="../ink/ink56.xml"/><Relationship Id="rId137" Type="http://schemas.openxmlformats.org/officeDocument/2006/relationships/image" Target="NULL"/><Relationship Id="rId158" Type="http://schemas.openxmlformats.org/officeDocument/2006/relationships/customXml" Target="../ink/ink77.xml"/><Relationship Id="rId530" Type="http://schemas.openxmlformats.org/officeDocument/2006/relationships/customXml" Target="../ink/ink182.xml"/><Relationship Id="rId83" Type="http://schemas.openxmlformats.org/officeDocument/2006/relationships/image" Target="NULL"/><Relationship Id="rId179" Type="http://schemas.openxmlformats.org/officeDocument/2006/relationships/image" Target="NULL"/><Relationship Id="rId551" Type="http://schemas.openxmlformats.org/officeDocument/2006/relationships/customXml" Target="../ink/ink203.xml"/><Relationship Id="rId572" Type="http://schemas.openxmlformats.org/officeDocument/2006/relationships/customXml" Target="../ink/ink224.xml"/><Relationship Id="rId593" Type="http://schemas.openxmlformats.org/officeDocument/2006/relationships/customXml" Target="../ink/ink245.xml"/><Relationship Id="rId607" Type="http://schemas.openxmlformats.org/officeDocument/2006/relationships/image" Target="NULL"/><Relationship Id="rId20" Type="http://schemas.openxmlformats.org/officeDocument/2006/relationships/image" Target="NULL"/><Relationship Id="rId190" Type="http://schemas.openxmlformats.org/officeDocument/2006/relationships/customXml" Target="../ink/ink93.xml"/><Relationship Id="rId204" Type="http://schemas.openxmlformats.org/officeDocument/2006/relationships/customXml" Target="../ink/ink100.xml"/><Relationship Id="rId225" Type="http://schemas.openxmlformats.org/officeDocument/2006/relationships/image" Target="NULL"/><Relationship Id="rId246" Type="http://schemas.openxmlformats.org/officeDocument/2006/relationships/customXml" Target="../ink/ink121.xml"/><Relationship Id="rId453" Type="http://schemas.openxmlformats.org/officeDocument/2006/relationships/image" Target="NULL"/><Relationship Id="rId474" Type="http://schemas.openxmlformats.org/officeDocument/2006/relationships/customXml" Target="../ink/ink141.xml"/><Relationship Id="rId509" Type="http://schemas.openxmlformats.org/officeDocument/2006/relationships/customXml" Target="../ink/ink161.xml"/><Relationship Id="rId106" Type="http://schemas.openxmlformats.org/officeDocument/2006/relationships/customXml" Target="../ink/ink51.xml"/><Relationship Id="rId127" Type="http://schemas.openxmlformats.org/officeDocument/2006/relationships/image" Target="NULL"/><Relationship Id="rId495" Type="http://schemas.openxmlformats.org/officeDocument/2006/relationships/image" Target="NULL"/><Relationship Id="rId73" Type="http://schemas.openxmlformats.org/officeDocument/2006/relationships/image" Target="NULL"/><Relationship Id="rId94" Type="http://schemas.openxmlformats.org/officeDocument/2006/relationships/customXml" Target="../ink/ink45.xml"/><Relationship Id="rId148" Type="http://schemas.openxmlformats.org/officeDocument/2006/relationships/customXml" Target="../ink/ink72.xml"/><Relationship Id="rId169" Type="http://schemas.openxmlformats.org/officeDocument/2006/relationships/image" Target="NULL"/><Relationship Id="rId10" Type="http://schemas.openxmlformats.org/officeDocument/2006/relationships/image" Target="NULL"/><Relationship Id="rId520" Type="http://schemas.openxmlformats.org/officeDocument/2006/relationships/customXml" Target="../ink/ink172.xml"/><Relationship Id="rId541" Type="http://schemas.openxmlformats.org/officeDocument/2006/relationships/customXml" Target="../ink/ink193.xml"/><Relationship Id="rId562" Type="http://schemas.openxmlformats.org/officeDocument/2006/relationships/customXml" Target="../ink/ink214.xml"/><Relationship Id="rId583" Type="http://schemas.openxmlformats.org/officeDocument/2006/relationships/customXml" Target="../ink/ink235.xml"/><Relationship Id="rId618" Type="http://schemas.openxmlformats.org/officeDocument/2006/relationships/customXml" Target="../ink/ink268.xml"/><Relationship Id="rId4" Type="http://schemas.openxmlformats.org/officeDocument/2006/relationships/customXml" Target="../ink/ink33.xml"/><Relationship Id="rId180" Type="http://schemas.openxmlformats.org/officeDocument/2006/relationships/customXml" Target="../ink/ink88.xml"/><Relationship Id="rId215" Type="http://schemas.openxmlformats.org/officeDocument/2006/relationships/image" Target="NULL"/><Relationship Id="rId236" Type="http://schemas.openxmlformats.org/officeDocument/2006/relationships/customXml" Target="../ink/ink116.xml"/><Relationship Id="rId443" Type="http://schemas.openxmlformats.org/officeDocument/2006/relationships/image" Target="NULL"/><Relationship Id="rId464" Type="http://schemas.openxmlformats.org/officeDocument/2006/relationships/customXml" Target="../ink/ink136.xml"/><Relationship Id="rId485" Type="http://schemas.openxmlformats.org/officeDocument/2006/relationships/image" Target="NULL"/><Relationship Id="rId84" Type="http://schemas.openxmlformats.org/officeDocument/2006/relationships/customXml" Target="../ink/ink40.xml"/><Relationship Id="rId138" Type="http://schemas.openxmlformats.org/officeDocument/2006/relationships/customXml" Target="../ink/ink67.xml"/><Relationship Id="rId510" Type="http://schemas.openxmlformats.org/officeDocument/2006/relationships/customXml" Target="../ink/ink162.xml"/><Relationship Id="rId552" Type="http://schemas.openxmlformats.org/officeDocument/2006/relationships/customXml" Target="../ink/ink204.xml"/><Relationship Id="rId594" Type="http://schemas.openxmlformats.org/officeDocument/2006/relationships/customXml" Target="../ink/ink246.xml"/><Relationship Id="rId608" Type="http://schemas.openxmlformats.org/officeDocument/2006/relationships/customXml" Target="../ink/ink258.xml"/><Relationship Id="rId191" Type="http://schemas.openxmlformats.org/officeDocument/2006/relationships/image" Target="NULL"/><Relationship Id="rId205" Type="http://schemas.openxmlformats.org/officeDocument/2006/relationships/image" Target="NULL"/><Relationship Id="rId247" Type="http://schemas.openxmlformats.org/officeDocument/2006/relationships/image" Target="NULL"/><Relationship Id="rId107" Type="http://schemas.openxmlformats.org/officeDocument/2006/relationships/image" Target="NULL"/><Relationship Id="rId454" Type="http://schemas.openxmlformats.org/officeDocument/2006/relationships/customXml" Target="../ink/ink131.xml"/><Relationship Id="rId496" Type="http://schemas.openxmlformats.org/officeDocument/2006/relationships/customXml" Target="../ink/ink153.xml"/><Relationship Id="rId149" Type="http://schemas.openxmlformats.org/officeDocument/2006/relationships/image" Target="NULL"/><Relationship Id="rId521" Type="http://schemas.openxmlformats.org/officeDocument/2006/relationships/customXml" Target="../ink/ink173.xml"/><Relationship Id="rId563" Type="http://schemas.openxmlformats.org/officeDocument/2006/relationships/customXml" Target="../ink/ink215.xml"/><Relationship Id="rId619" Type="http://schemas.openxmlformats.org/officeDocument/2006/relationships/customXml" Target="../ink/ink269.xml"/><Relationship Id="rId95" Type="http://schemas.openxmlformats.org/officeDocument/2006/relationships/image" Target="NULL"/><Relationship Id="rId160" Type="http://schemas.openxmlformats.org/officeDocument/2006/relationships/customXml" Target="../ink/ink78.xml"/><Relationship Id="rId216" Type="http://schemas.openxmlformats.org/officeDocument/2006/relationships/customXml" Target="../ink/ink106.xml"/><Relationship Id="rId465" Type="http://schemas.openxmlformats.org/officeDocument/2006/relationships/image" Target="NULL"/><Relationship Id="rId118" Type="http://schemas.openxmlformats.org/officeDocument/2006/relationships/customXml" Target="../ink/ink57.xml"/><Relationship Id="rId532" Type="http://schemas.openxmlformats.org/officeDocument/2006/relationships/customXml" Target="../ink/ink184.xml"/><Relationship Id="rId574" Type="http://schemas.openxmlformats.org/officeDocument/2006/relationships/customXml" Target="../ink/ink226.xml"/><Relationship Id="rId22" Type="http://schemas.openxmlformats.org/officeDocument/2006/relationships/image" Target="NULL"/><Relationship Id="rId171" Type="http://schemas.openxmlformats.org/officeDocument/2006/relationships/image" Target="NULL"/><Relationship Id="rId227" Type="http://schemas.openxmlformats.org/officeDocument/2006/relationships/image" Target="NULL"/><Relationship Id="rId476" Type="http://schemas.openxmlformats.org/officeDocument/2006/relationships/customXml" Target="../ink/ink142.xml"/><Relationship Id="rId129" Type="http://schemas.openxmlformats.org/officeDocument/2006/relationships/image" Target="NULL"/><Relationship Id="rId501" Type="http://schemas.openxmlformats.org/officeDocument/2006/relationships/image" Target="NULL"/><Relationship Id="rId543" Type="http://schemas.openxmlformats.org/officeDocument/2006/relationships/customXml" Target="../ink/ink195.xml"/><Relationship Id="rId75" Type="http://schemas.openxmlformats.org/officeDocument/2006/relationships/image" Target="NULL"/><Relationship Id="rId140" Type="http://schemas.openxmlformats.org/officeDocument/2006/relationships/customXml" Target="../ink/ink68.xml"/><Relationship Id="rId182" Type="http://schemas.openxmlformats.org/officeDocument/2006/relationships/customXml" Target="../ink/ink89.xml"/><Relationship Id="rId585" Type="http://schemas.openxmlformats.org/officeDocument/2006/relationships/customXml" Target="../ink/ink237.xml"/><Relationship Id="rId238" Type="http://schemas.openxmlformats.org/officeDocument/2006/relationships/customXml" Target="../ink/ink117.xml"/><Relationship Id="rId445" Type="http://schemas.openxmlformats.org/officeDocument/2006/relationships/image" Target="NULL"/><Relationship Id="rId487" Type="http://schemas.openxmlformats.org/officeDocument/2006/relationships/image" Target="NULL"/><Relationship Id="rId6" Type="http://schemas.openxmlformats.org/officeDocument/2006/relationships/image" Target="NULL"/><Relationship Id="rId610" Type="http://schemas.openxmlformats.org/officeDocument/2006/relationships/customXml" Target="../ink/ink260.xml"/><Relationship Id="rId512" Type="http://schemas.openxmlformats.org/officeDocument/2006/relationships/customXml" Target="../ink/ink164.xml"/><Relationship Id="rId86" Type="http://schemas.openxmlformats.org/officeDocument/2006/relationships/customXml" Target="../ink/ink41.xml"/><Relationship Id="rId151" Type="http://schemas.openxmlformats.org/officeDocument/2006/relationships/image" Target="NULL"/><Relationship Id="rId554" Type="http://schemas.openxmlformats.org/officeDocument/2006/relationships/customXml" Target="../ink/ink206.xml"/><Relationship Id="rId596" Type="http://schemas.openxmlformats.org/officeDocument/2006/relationships/customXml" Target="../ink/ink248.xml"/><Relationship Id="rId193" Type="http://schemas.openxmlformats.org/officeDocument/2006/relationships/image" Target="NULL"/><Relationship Id="rId207" Type="http://schemas.openxmlformats.org/officeDocument/2006/relationships/image" Target="NULL"/><Relationship Id="rId249" Type="http://schemas.openxmlformats.org/officeDocument/2006/relationships/image" Target="NULL"/><Relationship Id="rId456" Type="http://schemas.openxmlformats.org/officeDocument/2006/relationships/customXml" Target="../ink/ink132.xml"/><Relationship Id="rId498" Type="http://schemas.openxmlformats.org/officeDocument/2006/relationships/customXml" Target="../ink/ink154.xml"/><Relationship Id="rId621" Type="http://schemas.openxmlformats.org/officeDocument/2006/relationships/image" Target="../media/image25.svg"/><Relationship Id="rId109" Type="http://schemas.openxmlformats.org/officeDocument/2006/relationships/image" Target="NULL"/><Relationship Id="rId523" Type="http://schemas.openxmlformats.org/officeDocument/2006/relationships/customXml" Target="../ink/ink175.xml"/><Relationship Id="rId97" Type="http://schemas.openxmlformats.org/officeDocument/2006/relationships/image" Target="NULL"/><Relationship Id="rId120" Type="http://schemas.openxmlformats.org/officeDocument/2006/relationships/customXml" Target="../ink/ink58.xml"/><Relationship Id="rId565" Type="http://schemas.openxmlformats.org/officeDocument/2006/relationships/customXml" Target="../ink/ink217.xml"/><Relationship Id="rId162" Type="http://schemas.openxmlformats.org/officeDocument/2006/relationships/customXml" Target="../ink/ink79.xml"/><Relationship Id="rId218" Type="http://schemas.openxmlformats.org/officeDocument/2006/relationships/customXml" Target="../ink/ink107.xml"/><Relationship Id="rId467" Type="http://schemas.openxmlformats.org/officeDocument/2006/relationships/image" Target="NULL"/><Relationship Id="rId131" Type="http://schemas.openxmlformats.org/officeDocument/2006/relationships/image" Target="NULL"/><Relationship Id="rId534" Type="http://schemas.openxmlformats.org/officeDocument/2006/relationships/customXml" Target="../ink/ink186.xml"/><Relationship Id="rId576" Type="http://schemas.openxmlformats.org/officeDocument/2006/relationships/customXml" Target="../ink/ink228.xml"/><Relationship Id="rId24" Type="http://schemas.openxmlformats.org/officeDocument/2006/relationships/image" Target="NULL"/><Relationship Id="rId173" Type="http://schemas.openxmlformats.org/officeDocument/2006/relationships/image" Target="NULL"/><Relationship Id="rId229" Type="http://schemas.openxmlformats.org/officeDocument/2006/relationships/image" Target="NULL"/><Relationship Id="rId601" Type="http://schemas.openxmlformats.org/officeDocument/2006/relationships/customXml" Target="../ink/ink253.xml"/><Relationship Id="rId240" Type="http://schemas.openxmlformats.org/officeDocument/2006/relationships/customXml" Target="../ink/ink118.xml"/><Relationship Id="rId478" Type="http://schemas.openxmlformats.org/officeDocument/2006/relationships/customXml" Target="../ink/ink143.xml"/><Relationship Id="rId77" Type="http://schemas.openxmlformats.org/officeDocument/2006/relationships/image" Target="NULL"/><Relationship Id="rId100" Type="http://schemas.openxmlformats.org/officeDocument/2006/relationships/customXml" Target="../ink/ink48.xml"/><Relationship Id="rId503" Type="http://schemas.openxmlformats.org/officeDocument/2006/relationships/image" Target="NULL"/><Relationship Id="rId545" Type="http://schemas.openxmlformats.org/officeDocument/2006/relationships/customXml" Target="../ink/ink197.xml"/><Relationship Id="rId587" Type="http://schemas.openxmlformats.org/officeDocument/2006/relationships/customXml" Target="../ink/ink239.xml"/><Relationship Id="rId142" Type="http://schemas.openxmlformats.org/officeDocument/2006/relationships/customXml" Target="../ink/ink69.xml"/><Relationship Id="rId184" Type="http://schemas.openxmlformats.org/officeDocument/2006/relationships/customXml" Target="../ink/ink90.xml"/><Relationship Id="rId447" Type="http://schemas.openxmlformats.org/officeDocument/2006/relationships/image" Target="NULL"/><Relationship Id="rId8" Type="http://schemas.openxmlformats.org/officeDocument/2006/relationships/image" Target="NULL"/><Relationship Id="rId612" Type="http://schemas.openxmlformats.org/officeDocument/2006/relationships/customXml" Target="../ink/ink262.xml"/><Relationship Id="rId489" Type="http://schemas.openxmlformats.org/officeDocument/2006/relationships/image" Target="NULL"/><Relationship Id="rId514" Type="http://schemas.openxmlformats.org/officeDocument/2006/relationships/customXml" Target="../ink/ink166.xml"/><Relationship Id="rId556" Type="http://schemas.openxmlformats.org/officeDocument/2006/relationships/customXml" Target="../ink/ink208.xml"/><Relationship Id="rId88" Type="http://schemas.openxmlformats.org/officeDocument/2006/relationships/customXml" Target="../ink/ink42.xml"/><Relationship Id="rId111" Type="http://schemas.openxmlformats.org/officeDocument/2006/relationships/image" Target="NULL"/><Relationship Id="rId153" Type="http://schemas.openxmlformats.org/officeDocument/2006/relationships/image" Target="NULL"/><Relationship Id="rId195" Type="http://schemas.openxmlformats.org/officeDocument/2006/relationships/image" Target="NULL"/><Relationship Id="rId209" Type="http://schemas.openxmlformats.org/officeDocument/2006/relationships/image" Target="NULL"/><Relationship Id="rId598" Type="http://schemas.openxmlformats.org/officeDocument/2006/relationships/customXml" Target="../ink/ink250.xml"/><Relationship Id="rId220" Type="http://schemas.openxmlformats.org/officeDocument/2006/relationships/customXml" Target="../ink/ink108.xml"/><Relationship Id="rId458" Type="http://schemas.openxmlformats.org/officeDocument/2006/relationships/customXml" Target="../ink/ink133.xml"/><Relationship Id="rId525" Type="http://schemas.openxmlformats.org/officeDocument/2006/relationships/customXml" Target="../ink/ink177.xml"/><Relationship Id="rId567" Type="http://schemas.openxmlformats.org/officeDocument/2006/relationships/customXml" Target="../ink/ink219.xml"/><Relationship Id="rId99" Type="http://schemas.openxmlformats.org/officeDocument/2006/relationships/image" Target="NULL"/><Relationship Id="rId122" Type="http://schemas.openxmlformats.org/officeDocument/2006/relationships/customXml" Target="../ink/ink59.xml"/><Relationship Id="rId164" Type="http://schemas.openxmlformats.org/officeDocument/2006/relationships/customXml" Target="../ink/ink80.xml"/><Relationship Id="rId469" Type="http://schemas.openxmlformats.org/officeDocument/2006/relationships/image" Target="NULL"/></Relationships>
</file>

<file path=ppt/slides/_rels/slide6.xml.rels><?xml version="1.0" encoding="UTF-8" standalone="yes"?>
<Relationships xmlns="http://schemas.openxmlformats.org/package/2006/relationships"><Relationship Id="rId117" Type="http://schemas.openxmlformats.org/officeDocument/2006/relationships/image" Target="NULL"/><Relationship Id="rId299" Type="http://schemas.openxmlformats.org/officeDocument/2006/relationships/customXml" Target="../ink/ink440.xml"/><Relationship Id="rId21" Type="http://schemas.openxmlformats.org/officeDocument/2006/relationships/image" Target="NULL"/><Relationship Id="rId63" Type="http://schemas.openxmlformats.org/officeDocument/2006/relationships/image" Target="NULL"/><Relationship Id="rId159" Type="http://schemas.openxmlformats.org/officeDocument/2006/relationships/image" Target="NULL"/><Relationship Id="rId324" Type="http://schemas.openxmlformats.org/officeDocument/2006/relationships/customXml" Target="../ink/ink465.xml"/><Relationship Id="rId366" Type="http://schemas.openxmlformats.org/officeDocument/2006/relationships/image" Target="NULL"/><Relationship Id="rId170" Type="http://schemas.openxmlformats.org/officeDocument/2006/relationships/customXml" Target="../ink/ink353.xml"/><Relationship Id="rId226" Type="http://schemas.openxmlformats.org/officeDocument/2006/relationships/customXml" Target="../ink/ink381.xml"/><Relationship Id="rId268" Type="http://schemas.openxmlformats.org/officeDocument/2006/relationships/customXml" Target="../ink/ink409.xml"/><Relationship Id="rId32" Type="http://schemas.openxmlformats.org/officeDocument/2006/relationships/customXml" Target="../ink/ink284.xml"/><Relationship Id="rId74" Type="http://schemas.openxmlformats.org/officeDocument/2006/relationships/customXml" Target="../ink/ink305.xml"/><Relationship Id="rId128" Type="http://schemas.openxmlformats.org/officeDocument/2006/relationships/customXml" Target="../ink/ink332.xml"/><Relationship Id="rId335" Type="http://schemas.openxmlformats.org/officeDocument/2006/relationships/customXml" Target="../ink/ink476.xml"/><Relationship Id="rId377" Type="http://schemas.openxmlformats.org/officeDocument/2006/relationships/customXml" Target="../ink/ink504.xml"/><Relationship Id="rId5" Type="http://schemas.openxmlformats.org/officeDocument/2006/relationships/image" Target="NULL"/><Relationship Id="rId181" Type="http://schemas.openxmlformats.org/officeDocument/2006/relationships/image" Target="NULL"/><Relationship Id="rId237" Type="http://schemas.openxmlformats.org/officeDocument/2006/relationships/image" Target="NULL"/><Relationship Id="rId279" Type="http://schemas.openxmlformats.org/officeDocument/2006/relationships/customXml" Target="../ink/ink420.xml"/><Relationship Id="rId43" Type="http://schemas.openxmlformats.org/officeDocument/2006/relationships/image" Target="NULL"/><Relationship Id="rId139" Type="http://schemas.openxmlformats.org/officeDocument/2006/relationships/image" Target="NULL"/><Relationship Id="rId290" Type="http://schemas.openxmlformats.org/officeDocument/2006/relationships/customXml" Target="../ink/ink431.xml"/><Relationship Id="rId304" Type="http://schemas.openxmlformats.org/officeDocument/2006/relationships/customXml" Target="../ink/ink445.xml"/><Relationship Id="rId346" Type="http://schemas.openxmlformats.org/officeDocument/2006/relationships/customXml" Target="../ink/ink487.xml"/><Relationship Id="rId85" Type="http://schemas.openxmlformats.org/officeDocument/2006/relationships/image" Target="NULL"/><Relationship Id="rId150" Type="http://schemas.openxmlformats.org/officeDocument/2006/relationships/customXml" Target="../ink/ink343.xml"/><Relationship Id="rId192" Type="http://schemas.openxmlformats.org/officeDocument/2006/relationships/customXml" Target="../ink/ink364.xml"/><Relationship Id="rId206" Type="http://schemas.openxmlformats.org/officeDocument/2006/relationships/customXml" Target="../ink/ink371.xml"/><Relationship Id="rId248" Type="http://schemas.openxmlformats.org/officeDocument/2006/relationships/customXml" Target="../ink/ink392.xml"/><Relationship Id="rId12" Type="http://schemas.openxmlformats.org/officeDocument/2006/relationships/customXml" Target="../ink/ink274.xml"/><Relationship Id="rId108" Type="http://schemas.openxmlformats.org/officeDocument/2006/relationships/customXml" Target="../ink/ink322.xml"/><Relationship Id="rId315" Type="http://schemas.openxmlformats.org/officeDocument/2006/relationships/customXml" Target="../ink/ink456.xml"/><Relationship Id="rId357" Type="http://schemas.openxmlformats.org/officeDocument/2006/relationships/customXml" Target="../ink/ink494.xml"/><Relationship Id="rId54" Type="http://schemas.openxmlformats.org/officeDocument/2006/relationships/customXml" Target="../ink/ink295.xml"/><Relationship Id="rId96" Type="http://schemas.openxmlformats.org/officeDocument/2006/relationships/customXml" Target="../ink/ink316.xml"/><Relationship Id="rId161" Type="http://schemas.openxmlformats.org/officeDocument/2006/relationships/image" Target="NULL"/><Relationship Id="rId217" Type="http://schemas.openxmlformats.org/officeDocument/2006/relationships/image" Target="NULL"/><Relationship Id="rId259" Type="http://schemas.openxmlformats.org/officeDocument/2006/relationships/customXml" Target="../ink/ink400.xml"/><Relationship Id="rId23" Type="http://schemas.openxmlformats.org/officeDocument/2006/relationships/image" Target="NULL"/><Relationship Id="rId119" Type="http://schemas.openxmlformats.org/officeDocument/2006/relationships/image" Target="NULL"/><Relationship Id="rId270" Type="http://schemas.openxmlformats.org/officeDocument/2006/relationships/customXml" Target="../ink/ink411.xml"/><Relationship Id="rId326" Type="http://schemas.openxmlformats.org/officeDocument/2006/relationships/customXml" Target="../ink/ink467.xml"/><Relationship Id="rId65" Type="http://schemas.openxmlformats.org/officeDocument/2006/relationships/image" Target="NULL"/><Relationship Id="rId130" Type="http://schemas.openxmlformats.org/officeDocument/2006/relationships/customXml" Target="../ink/ink333.xml"/><Relationship Id="rId368" Type="http://schemas.openxmlformats.org/officeDocument/2006/relationships/image" Target="NULL"/><Relationship Id="rId172" Type="http://schemas.openxmlformats.org/officeDocument/2006/relationships/customXml" Target="../ink/ink354.xml"/><Relationship Id="rId228" Type="http://schemas.openxmlformats.org/officeDocument/2006/relationships/customXml" Target="../ink/ink382.xml"/><Relationship Id="rId281" Type="http://schemas.openxmlformats.org/officeDocument/2006/relationships/customXml" Target="../ink/ink422.xml"/><Relationship Id="rId337" Type="http://schemas.openxmlformats.org/officeDocument/2006/relationships/customXml" Target="../ink/ink478.xml"/><Relationship Id="rId34" Type="http://schemas.openxmlformats.org/officeDocument/2006/relationships/customXml" Target="../ink/ink285.xml"/><Relationship Id="rId76" Type="http://schemas.openxmlformats.org/officeDocument/2006/relationships/customXml" Target="../ink/ink306.xml"/><Relationship Id="rId141" Type="http://schemas.openxmlformats.org/officeDocument/2006/relationships/image" Target="NULL"/><Relationship Id="rId379" Type="http://schemas.openxmlformats.org/officeDocument/2006/relationships/customXml" Target="../ink/ink505.xml"/><Relationship Id="rId7" Type="http://schemas.openxmlformats.org/officeDocument/2006/relationships/image" Target="NULL"/><Relationship Id="rId183" Type="http://schemas.openxmlformats.org/officeDocument/2006/relationships/image" Target="NULL"/><Relationship Id="rId239" Type="http://schemas.openxmlformats.org/officeDocument/2006/relationships/image" Target="NULL"/><Relationship Id="rId250" Type="http://schemas.openxmlformats.org/officeDocument/2006/relationships/customXml" Target="../ink/ink393.xml"/><Relationship Id="rId292" Type="http://schemas.openxmlformats.org/officeDocument/2006/relationships/customXml" Target="../ink/ink433.xml"/><Relationship Id="rId306" Type="http://schemas.openxmlformats.org/officeDocument/2006/relationships/customXml" Target="../ink/ink447.xml"/><Relationship Id="rId45" Type="http://schemas.openxmlformats.org/officeDocument/2006/relationships/image" Target="NULL"/><Relationship Id="rId87" Type="http://schemas.openxmlformats.org/officeDocument/2006/relationships/image" Target="NULL"/><Relationship Id="rId110" Type="http://schemas.openxmlformats.org/officeDocument/2006/relationships/customXml" Target="../ink/ink323.xml"/><Relationship Id="rId348" Type="http://schemas.openxmlformats.org/officeDocument/2006/relationships/customXml" Target="../ink/ink489.xml"/><Relationship Id="rId152" Type="http://schemas.openxmlformats.org/officeDocument/2006/relationships/customXml" Target="../ink/ink344.xml"/><Relationship Id="rId194" Type="http://schemas.openxmlformats.org/officeDocument/2006/relationships/customXml" Target="../ink/ink365.xml"/><Relationship Id="rId208" Type="http://schemas.openxmlformats.org/officeDocument/2006/relationships/customXml" Target="../ink/ink372.xml"/><Relationship Id="rId261" Type="http://schemas.openxmlformats.org/officeDocument/2006/relationships/customXml" Target="../ink/ink402.xml"/><Relationship Id="rId14" Type="http://schemas.openxmlformats.org/officeDocument/2006/relationships/customXml" Target="../ink/ink275.xml"/><Relationship Id="rId56" Type="http://schemas.openxmlformats.org/officeDocument/2006/relationships/customXml" Target="../ink/ink296.xml"/><Relationship Id="rId317" Type="http://schemas.openxmlformats.org/officeDocument/2006/relationships/customXml" Target="../ink/ink458.xml"/><Relationship Id="rId359" Type="http://schemas.openxmlformats.org/officeDocument/2006/relationships/customXml" Target="../ink/ink495.xml"/><Relationship Id="rId98" Type="http://schemas.openxmlformats.org/officeDocument/2006/relationships/customXml" Target="../ink/ink317.xml"/><Relationship Id="rId121" Type="http://schemas.openxmlformats.org/officeDocument/2006/relationships/image" Target="NULL"/><Relationship Id="rId163" Type="http://schemas.openxmlformats.org/officeDocument/2006/relationships/image" Target="NULL"/><Relationship Id="rId219" Type="http://schemas.openxmlformats.org/officeDocument/2006/relationships/image" Target="NULL"/><Relationship Id="rId370" Type="http://schemas.openxmlformats.org/officeDocument/2006/relationships/image" Target="NULL"/><Relationship Id="rId230" Type="http://schemas.openxmlformats.org/officeDocument/2006/relationships/customXml" Target="../ink/ink383.xml"/><Relationship Id="rId25" Type="http://schemas.openxmlformats.org/officeDocument/2006/relationships/image" Target="NULL"/><Relationship Id="rId67" Type="http://schemas.openxmlformats.org/officeDocument/2006/relationships/image" Target="NULL"/><Relationship Id="rId272" Type="http://schemas.openxmlformats.org/officeDocument/2006/relationships/customXml" Target="../ink/ink413.xml"/><Relationship Id="rId328" Type="http://schemas.openxmlformats.org/officeDocument/2006/relationships/customXml" Target="../ink/ink469.xml"/><Relationship Id="rId132" Type="http://schemas.openxmlformats.org/officeDocument/2006/relationships/customXml" Target="../ink/ink334.xml"/><Relationship Id="rId174" Type="http://schemas.openxmlformats.org/officeDocument/2006/relationships/customXml" Target="../ink/ink355.xml"/><Relationship Id="rId381" Type="http://schemas.openxmlformats.org/officeDocument/2006/relationships/customXml" Target="../ink/ink506.xml"/><Relationship Id="rId241" Type="http://schemas.openxmlformats.org/officeDocument/2006/relationships/image" Target="NULL"/><Relationship Id="rId36" Type="http://schemas.openxmlformats.org/officeDocument/2006/relationships/customXml" Target="../ink/ink286.xml"/><Relationship Id="rId283" Type="http://schemas.openxmlformats.org/officeDocument/2006/relationships/customXml" Target="../ink/ink424.xml"/><Relationship Id="rId339" Type="http://schemas.openxmlformats.org/officeDocument/2006/relationships/customXml" Target="../ink/ink480.xml"/><Relationship Id="rId78" Type="http://schemas.openxmlformats.org/officeDocument/2006/relationships/customXml" Target="../ink/ink307.xml"/><Relationship Id="rId101" Type="http://schemas.openxmlformats.org/officeDocument/2006/relationships/image" Target="NULL"/><Relationship Id="rId143" Type="http://schemas.openxmlformats.org/officeDocument/2006/relationships/image" Target="NULL"/><Relationship Id="rId185" Type="http://schemas.openxmlformats.org/officeDocument/2006/relationships/image" Target="NULL"/><Relationship Id="rId350" Type="http://schemas.openxmlformats.org/officeDocument/2006/relationships/image" Target="../media/image26.png"/><Relationship Id="rId9" Type="http://schemas.openxmlformats.org/officeDocument/2006/relationships/image" Target="NULL"/><Relationship Id="rId210" Type="http://schemas.openxmlformats.org/officeDocument/2006/relationships/customXml" Target="../ink/ink373.xml"/><Relationship Id="rId26" Type="http://schemas.openxmlformats.org/officeDocument/2006/relationships/customXml" Target="../ink/ink281.xml"/><Relationship Id="rId231" Type="http://schemas.openxmlformats.org/officeDocument/2006/relationships/image" Target="NULL"/><Relationship Id="rId252" Type="http://schemas.openxmlformats.org/officeDocument/2006/relationships/customXml" Target="../ink/ink394.xml"/><Relationship Id="rId273" Type="http://schemas.openxmlformats.org/officeDocument/2006/relationships/customXml" Target="../ink/ink414.xml"/><Relationship Id="rId294" Type="http://schemas.openxmlformats.org/officeDocument/2006/relationships/customXml" Target="../ink/ink435.xml"/><Relationship Id="rId308" Type="http://schemas.openxmlformats.org/officeDocument/2006/relationships/customXml" Target="../ink/ink449.xml"/><Relationship Id="rId329" Type="http://schemas.openxmlformats.org/officeDocument/2006/relationships/customXml" Target="../ink/ink470.xml"/><Relationship Id="rId47" Type="http://schemas.openxmlformats.org/officeDocument/2006/relationships/image" Target="NULL"/><Relationship Id="rId68" Type="http://schemas.openxmlformats.org/officeDocument/2006/relationships/customXml" Target="../ink/ink302.xml"/><Relationship Id="rId89" Type="http://schemas.openxmlformats.org/officeDocument/2006/relationships/image" Target="NULL"/><Relationship Id="rId112" Type="http://schemas.openxmlformats.org/officeDocument/2006/relationships/customXml" Target="../ink/ink324.xml"/><Relationship Id="rId133" Type="http://schemas.openxmlformats.org/officeDocument/2006/relationships/image" Target="NULL"/><Relationship Id="rId154" Type="http://schemas.openxmlformats.org/officeDocument/2006/relationships/customXml" Target="../ink/ink345.xml"/><Relationship Id="rId175" Type="http://schemas.openxmlformats.org/officeDocument/2006/relationships/image" Target="NULL"/><Relationship Id="rId340" Type="http://schemas.openxmlformats.org/officeDocument/2006/relationships/customXml" Target="../ink/ink481.xml"/><Relationship Id="rId361" Type="http://schemas.openxmlformats.org/officeDocument/2006/relationships/customXml" Target="../ink/ink496.xml"/><Relationship Id="rId196" Type="http://schemas.openxmlformats.org/officeDocument/2006/relationships/customXml" Target="../ink/ink366.xml"/><Relationship Id="rId200" Type="http://schemas.openxmlformats.org/officeDocument/2006/relationships/customXml" Target="../ink/ink368.xml"/><Relationship Id="rId382" Type="http://schemas.openxmlformats.org/officeDocument/2006/relationships/image" Target="NULL"/><Relationship Id="rId16" Type="http://schemas.openxmlformats.org/officeDocument/2006/relationships/customXml" Target="../ink/ink276.xml"/><Relationship Id="rId221" Type="http://schemas.openxmlformats.org/officeDocument/2006/relationships/image" Target="NULL"/><Relationship Id="rId242" Type="http://schemas.openxmlformats.org/officeDocument/2006/relationships/customXml" Target="../ink/ink389.xml"/><Relationship Id="rId263" Type="http://schemas.openxmlformats.org/officeDocument/2006/relationships/customXml" Target="../ink/ink404.xml"/><Relationship Id="rId284" Type="http://schemas.openxmlformats.org/officeDocument/2006/relationships/customXml" Target="../ink/ink425.xml"/><Relationship Id="rId319" Type="http://schemas.openxmlformats.org/officeDocument/2006/relationships/customXml" Target="../ink/ink460.xml"/><Relationship Id="rId37" Type="http://schemas.openxmlformats.org/officeDocument/2006/relationships/image" Target="NULL"/><Relationship Id="rId58" Type="http://schemas.openxmlformats.org/officeDocument/2006/relationships/customXml" Target="../ink/ink297.xml"/><Relationship Id="rId79" Type="http://schemas.openxmlformats.org/officeDocument/2006/relationships/image" Target="NULL"/><Relationship Id="rId102" Type="http://schemas.openxmlformats.org/officeDocument/2006/relationships/customXml" Target="../ink/ink319.xml"/><Relationship Id="rId123" Type="http://schemas.openxmlformats.org/officeDocument/2006/relationships/image" Target="NULL"/><Relationship Id="rId144" Type="http://schemas.openxmlformats.org/officeDocument/2006/relationships/customXml" Target="../ink/ink340.xml"/><Relationship Id="rId330" Type="http://schemas.openxmlformats.org/officeDocument/2006/relationships/customXml" Target="../ink/ink471.xml"/><Relationship Id="rId90" Type="http://schemas.openxmlformats.org/officeDocument/2006/relationships/customXml" Target="../ink/ink313.xml"/><Relationship Id="rId165" Type="http://schemas.openxmlformats.org/officeDocument/2006/relationships/image" Target="NULL"/><Relationship Id="rId186" Type="http://schemas.openxmlformats.org/officeDocument/2006/relationships/customXml" Target="../ink/ink361.xml"/><Relationship Id="rId351" Type="http://schemas.openxmlformats.org/officeDocument/2006/relationships/customXml" Target="../ink/ink491.xml"/><Relationship Id="rId372" Type="http://schemas.openxmlformats.org/officeDocument/2006/relationships/image" Target="NULL"/><Relationship Id="rId211" Type="http://schemas.openxmlformats.org/officeDocument/2006/relationships/image" Target="NULL"/><Relationship Id="rId232" Type="http://schemas.openxmlformats.org/officeDocument/2006/relationships/customXml" Target="../ink/ink384.xml"/><Relationship Id="rId253" Type="http://schemas.openxmlformats.org/officeDocument/2006/relationships/image" Target="NULL"/><Relationship Id="rId274" Type="http://schemas.openxmlformats.org/officeDocument/2006/relationships/customXml" Target="../ink/ink415.xml"/><Relationship Id="rId295" Type="http://schemas.openxmlformats.org/officeDocument/2006/relationships/customXml" Target="../ink/ink436.xml"/><Relationship Id="rId309" Type="http://schemas.openxmlformats.org/officeDocument/2006/relationships/customXml" Target="../ink/ink450.xml"/><Relationship Id="rId27" Type="http://schemas.openxmlformats.org/officeDocument/2006/relationships/image" Target="NULL"/><Relationship Id="rId48" Type="http://schemas.openxmlformats.org/officeDocument/2006/relationships/customXml" Target="../ink/ink292.xml"/><Relationship Id="rId69" Type="http://schemas.openxmlformats.org/officeDocument/2006/relationships/image" Target="NULL"/><Relationship Id="rId113" Type="http://schemas.openxmlformats.org/officeDocument/2006/relationships/image" Target="NULL"/><Relationship Id="rId134" Type="http://schemas.openxmlformats.org/officeDocument/2006/relationships/customXml" Target="../ink/ink335.xml"/><Relationship Id="rId320" Type="http://schemas.openxmlformats.org/officeDocument/2006/relationships/customXml" Target="../ink/ink461.xml"/><Relationship Id="rId80" Type="http://schemas.openxmlformats.org/officeDocument/2006/relationships/customXml" Target="../ink/ink308.xml"/><Relationship Id="rId155" Type="http://schemas.openxmlformats.org/officeDocument/2006/relationships/image" Target="NULL"/><Relationship Id="rId176" Type="http://schemas.openxmlformats.org/officeDocument/2006/relationships/customXml" Target="../ink/ink356.xml"/><Relationship Id="rId197" Type="http://schemas.openxmlformats.org/officeDocument/2006/relationships/image" Target="NULL"/><Relationship Id="rId341" Type="http://schemas.openxmlformats.org/officeDocument/2006/relationships/customXml" Target="../ink/ink482.xml"/><Relationship Id="rId362" Type="http://schemas.openxmlformats.org/officeDocument/2006/relationships/image" Target="NULL"/><Relationship Id="rId383" Type="http://schemas.openxmlformats.org/officeDocument/2006/relationships/image" Target="../media/image24.svg"/><Relationship Id="rId201" Type="http://schemas.openxmlformats.org/officeDocument/2006/relationships/image" Target="NULL"/><Relationship Id="rId222" Type="http://schemas.openxmlformats.org/officeDocument/2006/relationships/customXml" Target="../ink/ink379.xml"/><Relationship Id="rId243" Type="http://schemas.openxmlformats.org/officeDocument/2006/relationships/image" Target="NULL"/><Relationship Id="rId264" Type="http://schemas.openxmlformats.org/officeDocument/2006/relationships/customXml" Target="../ink/ink405.xml"/><Relationship Id="rId285" Type="http://schemas.openxmlformats.org/officeDocument/2006/relationships/customXml" Target="../ink/ink426.xml"/><Relationship Id="rId17" Type="http://schemas.openxmlformats.org/officeDocument/2006/relationships/image" Target="NULL"/><Relationship Id="rId38" Type="http://schemas.openxmlformats.org/officeDocument/2006/relationships/customXml" Target="../ink/ink287.xml"/><Relationship Id="rId59" Type="http://schemas.openxmlformats.org/officeDocument/2006/relationships/image" Target="NULL"/><Relationship Id="rId103" Type="http://schemas.openxmlformats.org/officeDocument/2006/relationships/image" Target="NULL"/><Relationship Id="rId124" Type="http://schemas.openxmlformats.org/officeDocument/2006/relationships/customXml" Target="../ink/ink330.xml"/><Relationship Id="rId310" Type="http://schemas.openxmlformats.org/officeDocument/2006/relationships/customXml" Target="../ink/ink451.xml"/><Relationship Id="rId70" Type="http://schemas.openxmlformats.org/officeDocument/2006/relationships/customXml" Target="../ink/ink303.xml"/><Relationship Id="rId91" Type="http://schemas.openxmlformats.org/officeDocument/2006/relationships/image" Target="NULL"/><Relationship Id="rId145" Type="http://schemas.openxmlformats.org/officeDocument/2006/relationships/image" Target="NULL"/><Relationship Id="rId166" Type="http://schemas.openxmlformats.org/officeDocument/2006/relationships/customXml" Target="../ink/ink351.xml"/><Relationship Id="rId187" Type="http://schemas.openxmlformats.org/officeDocument/2006/relationships/image" Target="NULL"/><Relationship Id="rId331" Type="http://schemas.openxmlformats.org/officeDocument/2006/relationships/customXml" Target="../ink/ink472.xml"/><Relationship Id="rId352" Type="http://schemas.openxmlformats.org/officeDocument/2006/relationships/image" Target="NULL"/><Relationship Id="rId373" Type="http://schemas.openxmlformats.org/officeDocument/2006/relationships/customXml" Target="../ink/ink502.xml"/><Relationship Id="rId1" Type="http://schemas.openxmlformats.org/officeDocument/2006/relationships/slideLayout" Target="../slideLayouts/slideLayout2.xml"/><Relationship Id="rId212" Type="http://schemas.openxmlformats.org/officeDocument/2006/relationships/customXml" Target="../ink/ink374.xml"/><Relationship Id="rId233" Type="http://schemas.openxmlformats.org/officeDocument/2006/relationships/image" Target="NULL"/><Relationship Id="rId254" Type="http://schemas.openxmlformats.org/officeDocument/2006/relationships/customXml" Target="../ink/ink395.xml"/><Relationship Id="rId28" Type="http://schemas.openxmlformats.org/officeDocument/2006/relationships/customXml" Target="../ink/ink282.xml"/><Relationship Id="rId49" Type="http://schemas.openxmlformats.org/officeDocument/2006/relationships/image" Target="NULL"/><Relationship Id="rId114" Type="http://schemas.openxmlformats.org/officeDocument/2006/relationships/customXml" Target="../ink/ink325.xml"/><Relationship Id="rId275" Type="http://schemas.openxmlformats.org/officeDocument/2006/relationships/customXml" Target="../ink/ink416.xml"/><Relationship Id="rId296" Type="http://schemas.openxmlformats.org/officeDocument/2006/relationships/customXml" Target="../ink/ink437.xml"/><Relationship Id="rId300" Type="http://schemas.openxmlformats.org/officeDocument/2006/relationships/customXml" Target="../ink/ink441.xml"/><Relationship Id="rId60" Type="http://schemas.openxmlformats.org/officeDocument/2006/relationships/customXml" Target="../ink/ink298.xml"/><Relationship Id="rId81" Type="http://schemas.openxmlformats.org/officeDocument/2006/relationships/image" Target="NULL"/><Relationship Id="rId135" Type="http://schemas.openxmlformats.org/officeDocument/2006/relationships/image" Target="NULL"/><Relationship Id="rId156" Type="http://schemas.openxmlformats.org/officeDocument/2006/relationships/customXml" Target="../ink/ink346.xml"/><Relationship Id="rId177" Type="http://schemas.openxmlformats.org/officeDocument/2006/relationships/image" Target="NULL"/><Relationship Id="rId198" Type="http://schemas.openxmlformats.org/officeDocument/2006/relationships/customXml" Target="../ink/ink367.xml"/><Relationship Id="rId321" Type="http://schemas.openxmlformats.org/officeDocument/2006/relationships/customXml" Target="../ink/ink462.xml"/><Relationship Id="rId342" Type="http://schemas.openxmlformats.org/officeDocument/2006/relationships/customXml" Target="../ink/ink483.xml"/><Relationship Id="rId363" Type="http://schemas.openxmlformats.org/officeDocument/2006/relationships/customXml" Target="../ink/ink497.xml"/><Relationship Id="rId384" Type="http://schemas.openxmlformats.org/officeDocument/2006/relationships/image" Target="../media/image25.svg"/><Relationship Id="rId202" Type="http://schemas.openxmlformats.org/officeDocument/2006/relationships/customXml" Target="../ink/ink369.xml"/><Relationship Id="rId223" Type="http://schemas.openxmlformats.org/officeDocument/2006/relationships/image" Target="NULL"/><Relationship Id="rId244" Type="http://schemas.openxmlformats.org/officeDocument/2006/relationships/customXml" Target="../ink/ink390.xml"/><Relationship Id="rId18" Type="http://schemas.openxmlformats.org/officeDocument/2006/relationships/customXml" Target="../ink/ink277.xml"/><Relationship Id="rId39" Type="http://schemas.openxmlformats.org/officeDocument/2006/relationships/image" Target="NULL"/><Relationship Id="rId265" Type="http://schemas.openxmlformats.org/officeDocument/2006/relationships/customXml" Target="../ink/ink406.xml"/><Relationship Id="rId286" Type="http://schemas.openxmlformats.org/officeDocument/2006/relationships/customXml" Target="../ink/ink427.xml"/><Relationship Id="rId50" Type="http://schemas.openxmlformats.org/officeDocument/2006/relationships/customXml" Target="../ink/ink293.xml"/><Relationship Id="rId104" Type="http://schemas.openxmlformats.org/officeDocument/2006/relationships/customXml" Target="../ink/ink320.xml"/><Relationship Id="rId125" Type="http://schemas.openxmlformats.org/officeDocument/2006/relationships/image" Target="NULL"/><Relationship Id="rId146" Type="http://schemas.openxmlformats.org/officeDocument/2006/relationships/customXml" Target="../ink/ink341.xml"/><Relationship Id="rId167" Type="http://schemas.openxmlformats.org/officeDocument/2006/relationships/image" Target="NULL"/><Relationship Id="rId188" Type="http://schemas.openxmlformats.org/officeDocument/2006/relationships/customXml" Target="../ink/ink362.xml"/><Relationship Id="rId311" Type="http://schemas.openxmlformats.org/officeDocument/2006/relationships/customXml" Target="../ink/ink452.xml"/><Relationship Id="rId332" Type="http://schemas.openxmlformats.org/officeDocument/2006/relationships/customXml" Target="../ink/ink473.xml"/><Relationship Id="rId353" Type="http://schemas.openxmlformats.org/officeDocument/2006/relationships/customXml" Target="../ink/ink492.xml"/><Relationship Id="rId374" Type="http://schemas.openxmlformats.org/officeDocument/2006/relationships/image" Target="NULL"/><Relationship Id="rId71" Type="http://schemas.openxmlformats.org/officeDocument/2006/relationships/image" Target="NULL"/><Relationship Id="rId92" Type="http://schemas.openxmlformats.org/officeDocument/2006/relationships/customXml" Target="../ink/ink314.xml"/><Relationship Id="rId213" Type="http://schemas.openxmlformats.org/officeDocument/2006/relationships/image" Target="NULL"/><Relationship Id="rId234" Type="http://schemas.openxmlformats.org/officeDocument/2006/relationships/customXml" Target="../ink/ink385.xml"/><Relationship Id="rId2" Type="http://schemas.openxmlformats.org/officeDocument/2006/relationships/image" Target="../media/image22.png"/><Relationship Id="rId29" Type="http://schemas.openxmlformats.org/officeDocument/2006/relationships/image" Target="NULL"/><Relationship Id="rId255" Type="http://schemas.openxmlformats.org/officeDocument/2006/relationships/customXml" Target="../ink/ink396.xml"/><Relationship Id="rId276" Type="http://schemas.openxmlformats.org/officeDocument/2006/relationships/customXml" Target="../ink/ink417.xml"/><Relationship Id="rId297" Type="http://schemas.openxmlformats.org/officeDocument/2006/relationships/customXml" Target="../ink/ink438.xml"/><Relationship Id="rId40" Type="http://schemas.openxmlformats.org/officeDocument/2006/relationships/customXml" Target="../ink/ink288.xml"/><Relationship Id="rId115" Type="http://schemas.openxmlformats.org/officeDocument/2006/relationships/image" Target="NULL"/><Relationship Id="rId136" Type="http://schemas.openxmlformats.org/officeDocument/2006/relationships/customXml" Target="../ink/ink336.xml"/><Relationship Id="rId157" Type="http://schemas.openxmlformats.org/officeDocument/2006/relationships/image" Target="NULL"/><Relationship Id="rId178" Type="http://schemas.openxmlformats.org/officeDocument/2006/relationships/customXml" Target="../ink/ink357.xml"/><Relationship Id="rId301" Type="http://schemas.openxmlformats.org/officeDocument/2006/relationships/customXml" Target="../ink/ink442.xml"/><Relationship Id="rId322" Type="http://schemas.openxmlformats.org/officeDocument/2006/relationships/customXml" Target="../ink/ink463.xml"/><Relationship Id="rId343" Type="http://schemas.openxmlformats.org/officeDocument/2006/relationships/customXml" Target="../ink/ink484.xml"/><Relationship Id="rId364" Type="http://schemas.openxmlformats.org/officeDocument/2006/relationships/image" Target="NULL"/><Relationship Id="rId61" Type="http://schemas.openxmlformats.org/officeDocument/2006/relationships/image" Target="NULL"/><Relationship Id="rId82" Type="http://schemas.openxmlformats.org/officeDocument/2006/relationships/customXml" Target="../ink/ink309.xml"/><Relationship Id="rId199" Type="http://schemas.openxmlformats.org/officeDocument/2006/relationships/image" Target="NULL"/><Relationship Id="rId203" Type="http://schemas.openxmlformats.org/officeDocument/2006/relationships/image" Target="NULL"/><Relationship Id="rId19" Type="http://schemas.openxmlformats.org/officeDocument/2006/relationships/image" Target="NULL"/><Relationship Id="rId224" Type="http://schemas.openxmlformats.org/officeDocument/2006/relationships/customXml" Target="../ink/ink380.xml"/><Relationship Id="rId245" Type="http://schemas.openxmlformats.org/officeDocument/2006/relationships/image" Target="NULL"/><Relationship Id="rId266" Type="http://schemas.openxmlformats.org/officeDocument/2006/relationships/customXml" Target="../ink/ink407.xml"/><Relationship Id="rId287" Type="http://schemas.openxmlformats.org/officeDocument/2006/relationships/customXml" Target="../ink/ink428.xml"/><Relationship Id="rId30" Type="http://schemas.openxmlformats.org/officeDocument/2006/relationships/customXml" Target="../ink/ink283.xml"/><Relationship Id="rId105" Type="http://schemas.openxmlformats.org/officeDocument/2006/relationships/image" Target="NULL"/><Relationship Id="rId126" Type="http://schemas.openxmlformats.org/officeDocument/2006/relationships/customXml" Target="../ink/ink331.xml"/><Relationship Id="rId147" Type="http://schemas.openxmlformats.org/officeDocument/2006/relationships/image" Target="NULL"/><Relationship Id="rId168" Type="http://schemas.openxmlformats.org/officeDocument/2006/relationships/customXml" Target="../ink/ink352.xml"/><Relationship Id="rId312" Type="http://schemas.openxmlformats.org/officeDocument/2006/relationships/customXml" Target="../ink/ink453.xml"/><Relationship Id="rId333" Type="http://schemas.openxmlformats.org/officeDocument/2006/relationships/customXml" Target="../ink/ink474.xml"/><Relationship Id="rId354" Type="http://schemas.openxmlformats.org/officeDocument/2006/relationships/image" Target="NULL"/><Relationship Id="rId51" Type="http://schemas.openxmlformats.org/officeDocument/2006/relationships/image" Target="NULL"/><Relationship Id="rId72" Type="http://schemas.openxmlformats.org/officeDocument/2006/relationships/customXml" Target="../ink/ink304.xml"/><Relationship Id="rId93" Type="http://schemas.openxmlformats.org/officeDocument/2006/relationships/image" Target="NULL"/><Relationship Id="rId189" Type="http://schemas.openxmlformats.org/officeDocument/2006/relationships/image" Target="NULL"/><Relationship Id="rId375" Type="http://schemas.openxmlformats.org/officeDocument/2006/relationships/customXml" Target="../ink/ink503.xml"/><Relationship Id="rId3" Type="http://schemas.openxmlformats.org/officeDocument/2006/relationships/image" Target="../media/image23.jpeg"/><Relationship Id="rId214" Type="http://schemas.openxmlformats.org/officeDocument/2006/relationships/customXml" Target="../ink/ink375.xml"/><Relationship Id="rId235" Type="http://schemas.openxmlformats.org/officeDocument/2006/relationships/image" Target="NULL"/><Relationship Id="rId256" Type="http://schemas.openxmlformats.org/officeDocument/2006/relationships/customXml" Target="../ink/ink397.xml"/><Relationship Id="rId277" Type="http://schemas.openxmlformats.org/officeDocument/2006/relationships/customXml" Target="../ink/ink418.xml"/><Relationship Id="rId298" Type="http://schemas.openxmlformats.org/officeDocument/2006/relationships/customXml" Target="../ink/ink439.xml"/><Relationship Id="rId116" Type="http://schemas.openxmlformats.org/officeDocument/2006/relationships/customXml" Target="../ink/ink326.xml"/><Relationship Id="rId137" Type="http://schemas.openxmlformats.org/officeDocument/2006/relationships/image" Target="NULL"/><Relationship Id="rId158" Type="http://schemas.openxmlformats.org/officeDocument/2006/relationships/customXml" Target="../ink/ink347.xml"/><Relationship Id="rId302" Type="http://schemas.openxmlformats.org/officeDocument/2006/relationships/customXml" Target="../ink/ink443.xml"/><Relationship Id="rId323" Type="http://schemas.openxmlformats.org/officeDocument/2006/relationships/customXml" Target="../ink/ink464.xml"/><Relationship Id="rId344" Type="http://schemas.openxmlformats.org/officeDocument/2006/relationships/customXml" Target="../ink/ink485.xml"/><Relationship Id="rId20" Type="http://schemas.openxmlformats.org/officeDocument/2006/relationships/customXml" Target="../ink/ink278.xml"/><Relationship Id="rId41" Type="http://schemas.openxmlformats.org/officeDocument/2006/relationships/image" Target="NULL"/><Relationship Id="rId62" Type="http://schemas.openxmlformats.org/officeDocument/2006/relationships/customXml" Target="../ink/ink299.xml"/><Relationship Id="rId83" Type="http://schemas.openxmlformats.org/officeDocument/2006/relationships/image" Target="NULL"/><Relationship Id="rId179" Type="http://schemas.openxmlformats.org/officeDocument/2006/relationships/image" Target="NULL"/><Relationship Id="rId365" Type="http://schemas.openxmlformats.org/officeDocument/2006/relationships/customXml" Target="../ink/ink498.xml"/><Relationship Id="rId190" Type="http://schemas.openxmlformats.org/officeDocument/2006/relationships/customXml" Target="../ink/ink363.xml"/><Relationship Id="rId204" Type="http://schemas.openxmlformats.org/officeDocument/2006/relationships/customXml" Target="../ink/ink370.xml"/><Relationship Id="rId225" Type="http://schemas.openxmlformats.org/officeDocument/2006/relationships/image" Target="NULL"/><Relationship Id="rId246" Type="http://schemas.openxmlformats.org/officeDocument/2006/relationships/customXml" Target="../ink/ink391.xml"/><Relationship Id="rId267" Type="http://schemas.openxmlformats.org/officeDocument/2006/relationships/customXml" Target="../ink/ink408.xml"/><Relationship Id="rId288" Type="http://schemas.openxmlformats.org/officeDocument/2006/relationships/customXml" Target="../ink/ink429.xml"/><Relationship Id="rId106" Type="http://schemas.openxmlformats.org/officeDocument/2006/relationships/customXml" Target="../ink/ink321.xml"/><Relationship Id="rId127" Type="http://schemas.openxmlformats.org/officeDocument/2006/relationships/image" Target="NULL"/><Relationship Id="rId313" Type="http://schemas.openxmlformats.org/officeDocument/2006/relationships/customXml" Target="../ink/ink454.xml"/><Relationship Id="rId10" Type="http://schemas.openxmlformats.org/officeDocument/2006/relationships/customXml" Target="../ink/ink273.xml"/><Relationship Id="rId31" Type="http://schemas.openxmlformats.org/officeDocument/2006/relationships/image" Target="NULL"/><Relationship Id="rId52" Type="http://schemas.openxmlformats.org/officeDocument/2006/relationships/customXml" Target="../ink/ink294.xml"/><Relationship Id="rId73" Type="http://schemas.openxmlformats.org/officeDocument/2006/relationships/image" Target="NULL"/><Relationship Id="rId94" Type="http://schemas.openxmlformats.org/officeDocument/2006/relationships/customXml" Target="../ink/ink315.xml"/><Relationship Id="rId148" Type="http://schemas.openxmlformats.org/officeDocument/2006/relationships/customXml" Target="../ink/ink342.xml"/><Relationship Id="rId169" Type="http://schemas.openxmlformats.org/officeDocument/2006/relationships/image" Target="NULL"/><Relationship Id="rId334" Type="http://schemas.openxmlformats.org/officeDocument/2006/relationships/customXml" Target="../ink/ink475.xml"/><Relationship Id="rId355" Type="http://schemas.openxmlformats.org/officeDocument/2006/relationships/customXml" Target="../ink/ink493.xml"/><Relationship Id="rId376" Type="http://schemas.openxmlformats.org/officeDocument/2006/relationships/image" Target="NULL"/><Relationship Id="rId4" Type="http://schemas.openxmlformats.org/officeDocument/2006/relationships/customXml" Target="../ink/ink270.xml"/><Relationship Id="rId180" Type="http://schemas.openxmlformats.org/officeDocument/2006/relationships/customXml" Target="../ink/ink358.xml"/><Relationship Id="rId215" Type="http://schemas.openxmlformats.org/officeDocument/2006/relationships/image" Target="NULL"/><Relationship Id="rId236" Type="http://schemas.openxmlformats.org/officeDocument/2006/relationships/customXml" Target="../ink/ink386.xml"/><Relationship Id="rId257" Type="http://schemas.openxmlformats.org/officeDocument/2006/relationships/customXml" Target="../ink/ink398.xml"/><Relationship Id="rId278" Type="http://schemas.openxmlformats.org/officeDocument/2006/relationships/customXml" Target="../ink/ink419.xml"/><Relationship Id="rId303" Type="http://schemas.openxmlformats.org/officeDocument/2006/relationships/customXml" Target="../ink/ink444.xml"/><Relationship Id="rId42" Type="http://schemas.openxmlformats.org/officeDocument/2006/relationships/customXml" Target="../ink/ink289.xml"/><Relationship Id="rId84" Type="http://schemas.openxmlformats.org/officeDocument/2006/relationships/customXml" Target="../ink/ink310.xml"/><Relationship Id="rId138" Type="http://schemas.openxmlformats.org/officeDocument/2006/relationships/customXml" Target="../ink/ink337.xml"/><Relationship Id="rId345" Type="http://schemas.openxmlformats.org/officeDocument/2006/relationships/customXml" Target="../ink/ink486.xml"/><Relationship Id="rId191" Type="http://schemas.openxmlformats.org/officeDocument/2006/relationships/image" Target="NULL"/><Relationship Id="rId205" Type="http://schemas.openxmlformats.org/officeDocument/2006/relationships/image" Target="NULL"/><Relationship Id="rId247" Type="http://schemas.openxmlformats.org/officeDocument/2006/relationships/image" Target="NULL"/><Relationship Id="rId107" Type="http://schemas.openxmlformats.org/officeDocument/2006/relationships/image" Target="NULL"/><Relationship Id="rId289" Type="http://schemas.openxmlformats.org/officeDocument/2006/relationships/customXml" Target="../ink/ink430.xml"/><Relationship Id="rId11" Type="http://schemas.openxmlformats.org/officeDocument/2006/relationships/image" Target="NULL"/><Relationship Id="rId53" Type="http://schemas.openxmlformats.org/officeDocument/2006/relationships/image" Target="NULL"/><Relationship Id="rId149" Type="http://schemas.openxmlformats.org/officeDocument/2006/relationships/image" Target="NULL"/><Relationship Id="rId314" Type="http://schemas.openxmlformats.org/officeDocument/2006/relationships/customXml" Target="../ink/ink455.xml"/><Relationship Id="rId356" Type="http://schemas.openxmlformats.org/officeDocument/2006/relationships/image" Target="NULL"/><Relationship Id="rId95" Type="http://schemas.openxmlformats.org/officeDocument/2006/relationships/image" Target="NULL"/><Relationship Id="rId160" Type="http://schemas.openxmlformats.org/officeDocument/2006/relationships/customXml" Target="../ink/ink348.xml"/><Relationship Id="rId216" Type="http://schemas.openxmlformats.org/officeDocument/2006/relationships/customXml" Target="../ink/ink376.xml"/><Relationship Id="rId258" Type="http://schemas.openxmlformats.org/officeDocument/2006/relationships/customXml" Target="../ink/ink399.xml"/><Relationship Id="rId22" Type="http://schemas.openxmlformats.org/officeDocument/2006/relationships/customXml" Target="../ink/ink279.xml"/><Relationship Id="rId64" Type="http://schemas.openxmlformats.org/officeDocument/2006/relationships/customXml" Target="../ink/ink300.xml"/><Relationship Id="rId118" Type="http://schemas.openxmlformats.org/officeDocument/2006/relationships/customXml" Target="../ink/ink327.xml"/><Relationship Id="rId325" Type="http://schemas.openxmlformats.org/officeDocument/2006/relationships/customXml" Target="../ink/ink466.xml"/><Relationship Id="rId367" Type="http://schemas.openxmlformats.org/officeDocument/2006/relationships/customXml" Target="../ink/ink499.xml"/><Relationship Id="rId171" Type="http://schemas.openxmlformats.org/officeDocument/2006/relationships/image" Target="NULL"/><Relationship Id="rId227" Type="http://schemas.openxmlformats.org/officeDocument/2006/relationships/image" Target="NULL"/><Relationship Id="rId269" Type="http://schemas.openxmlformats.org/officeDocument/2006/relationships/customXml" Target="../ink/ink410.xml"/><Relationship Id="rId33" Type="http://schemas.openxmlformats.org/officeDocument/2006/relationships/image" Target="NULL"/><Relationship Id="rId129" Type="http://schemas.openxmlformats.org/officeDocument/2006/relationships/image" Target="NULL"/><Relationship Id="rId280" Type="http://schemas.openxmlformats.org/officeDocument/2006/relationships/customXml" Target="../ink/ink421.xml"/><Relationship Id="rId336" Type="http://schemas.openxmlformats.org/officeDocument/2006/relationships/customXml" Target="../ink/ink477.xml"/><Relationship Id="rId75" Type="http://schemas.openxmlformats.org/officeDocument/2006/relationships/image" Target="NULL"/><Relationship Id="rId140" Type="http://schemas.openxmlformats.org/officeDocument/2006/relationships/customXml" Target="../ink/ink338.xml"/><Relationship Id="rId182" Type="http://schemas.openxmlformats.org/officeDocument/2006/relationships/customXml" Target="../ink/ink359.xml"/><Relationship Id="rId378" Type="http://schemas.openxmlformats.org/officeDocument/2006/relationships/image" Target="NULL"/><Relationship Id="rId6" Type="http://schemas.openxmlformats.org/officeDocument/2006/relationships/customXml" Target="../ink/ink271.xml"/><Relationship Id="rId238" Type="http://schemas.openxmlformats.org/officeDocument/2006/relationships/customXml" Target="../ink/ink387.xml"/><Relationship Id="rId291" Type="http://schemas.openxmlformats.org/officeDocument/2006/relationships/customXml" Target="../ink/ink432.xml"/><Relationship Id="rId305" Type="http://schemas.openxmlformats.org/officeDocument/2006/relationships/customXml" Target="../ink/ink446.xml"/><Relationship Id="rId347" Type="http://schemas.openxmlformats.org/officeDocument/2006/relationships/customXml" Target="../ink/ink488.xml"/><Relationship Id="rId44" Type="http://schemas.openxmlformats.org/officeDocument/2006/relationships/customXml" Target="../ink/ink290.xml"/><Relationship Id="rId86" Type="http://schemas.openxmlformats.org/officeDocument/2006/relationships/customXml" Target="../ink/ink311.xml"/><Relationship Id="rId151" Type="http://schemas.openxmlformats.org/officeDocument/2006/relationships/image" Target="NULL"/><Relationship Id="rId193" Type="http://schemas.openxmlformats.org/officeDocument/2006/relationships/image" Target="NULL"/><Relationship Id="rId207" Type="http://schemas.openxmlformats.org/officeDocument/2006/relationships/image" Target="NULL"/><Relationship Id="rId249" Type="http://schemas.openxmlformats.org/officeDocument/2006/relationships/image" Target="NULL"/><Relationship Id="rId13" Type="http://schemas.openxmlformats.org/officeDocument/2006/relationships/image" Target="NULL"/><Relationship Id="rId109" Type="http://schemas.openxmlformats.org/officeDocument/2006/relationships/image" Target="NULL"/><Relationship Id="rId260" Type="http://schemas.openxmlformats.org/officeDocument/2006/relationships/customXml" Target="../ink/ink401.xml"/><Relationship Id="rId316" Type="http://schemas.openxmlformats.org/officeDocument/2006/relationships/customXml" Target="../ink/ink457.xml"/><Relationship Id="rId55" Type="http://schemas.openxmlformats.org/officeDocument/2006/relationships/image" Target="NULL"/><Relationship Id="rId97" Type="http://schemas.openxmlformats.org/officeDocument/2006/relationships/image" Target="NULL"/><Relationship Id="rId120" Type="http://schemas.openxmlformats.org/officeDocument/2006/relationships/customXml" Target="../ink/ink328.xml"/><Relationship Id="rId358" Type="http://schemas.openxmlformats.org/officeDocument/2006/relationships/image" Target="NULL"/><Relationship Id="rId162" Type="http://schemas.openxmlformats.org/officeDocument/2006/relationships/customXml" Target="../ink/ink349.xml"/><Relationship Id="rId218" Type="http://schemas.openxmlformats.org/officeDocument/2006/relationships/customXml" Target="../ink/ink377.xml"/><Relationship Id="rId271" Type="http://schemas.openxmlformats.org/officeDocument/2006/relationships/customXml" Target="../ink/ink412.xml"/><Relationship Id="rId24" Type="http://schemas.openxmlformats.org/officeDocument/2006/relationships/customXml" Target="../ink/ink280.xml"/><Relationship Id="rId66" Type="http://schemas.openxmlformats.org/officeDocument/2006/relationships/customXml" Target="../ink/ink301.xml"/><Relationship Id="rId131" Type="http://schemas.openxmlformats.org/officeDocument/2006/relationships/image" Target="NULL"/><Relationship Id="rId327" Type="http://schemas.openxmlformats.org/officeDocument/2006/relationships/customXml" Target="../ink/ink468.xml"/><Relationship Id="rId369" Type="http://schemas.openxmlformats.org/officeDocument/2006/relationships/customXml" Target="../ink/ink500.xml"/><Relationship Id="rId173" Type="http://schemas.openxmlformats.org/officeDocument/2006/relationships/image" Target="NULL"/><Relationship Id="rId229" Type="http://schemas.openxmlformats.org/officeDocument/2006/relationships/image" Target="NULL"/><Relationship Id="rId380" Type="http://schemas.openxmlformats.org/officeDocument/2006/relationships/image" Target="NULL"/><Relationship Id="rId240" Type="http://schemas.openxmlformats.org/officeDocument/2006/relationships/customXml" Target="../ink/ink388.xml"/><Relationship Id="rId35" Type="http://schemas.openxmlformats.org/officeDocument/2006/relationships/image" Target="NULL"/><Relationship Id="rId77" Type="http://schemas.openxmlformats.org/officeDocument/2006/relationships/image" Target="NULL"/><Relationship Id="rId100" Type="http://schemas.openxmlformats.org/officeDocument/2006/relationships/customXml" Target="../ink/ink318.xml"/><Relationship Id="rId282" Type="http://schemas.openxmlformats.org/officeDocument/2006/relationships/customXml" Target="../ink/ink423.xml"/><Relationship Id="rId338" Type="http://schemas.openxmlformats.org/officeDocument/2006/relationships/customXml" Target="../ink/ink479.xml"/><Relationship Id="rId8" Type="http://schemas.openxmlformats.org/officeDocument/2006/relationships/customXml" Target="../ink/ink272.xml"/><Relationship Id="rId142" Type="http://schemas.openxmlformats.org/officeDocument/2006/relationships/customXml" Target="../ink/ink339.xml"/><Relationship Id="rId184" Type="http://schemas.openxmlformats.org/officeDocument/2006/relationships/customXml" Target="../ink/ink360.xml"/><Relationship Id="rId251" Type="http://schemas.openxmlformats.org/officeDocument/2006/relationships/image" Target="NULL"/><Relationship Id="rId46" Type="http://schemas.openxmlformats.org/officeDocument/2006/relationships/customXml" Target="../ink/ink291.xml"/><Relationship Id="rId293" Type="http://schemas.openxmlformats.org/officeDocument/2006/relationships/customXml" Target="../ink/ink434.xml"/><Relationship Id="rId307" Type="http://schemas.openxmlformats.org/officeDocument/2006/relationships/customXml" Target="../ink/ink448.xml"/><Relationship Id="rId349" Type="http://schemas.openxmlformats.org/officeDocument/2006/relationships/customXml" Target="../ink/ink490.xml"/><Relationship Id="rId88" Type="http://schemas.openxmlformats.org/officeDocument/2006/relationships/customXml" Target="../ink/ink312.xml"/><Relationship Id="rId111" Type="http://schemas.openxmlformats.org/officeDocument/2006/relationships/image" Target="NULL"/><Relationship Id="rId153" Type="http://schemas.openxmlformats.org/officeDocument/2006/relationships/image" Target="NULL"/><Relationship Id="rId195" Type="http://schemas.openxmlformats.org/officeDocument/2006/relationships/image" Target="NULL"/><Relationship Id="rId209" Type="http://schemas.openxmlformats.org/officeDocument/2006/relationships/image" Target="NULL"/><Relationship Id="rId360" Type="http://schemas.openxmlformats.org/officeDocument/2006/relationships/image" Target="NULL"/><Relationship Id="rId220" Type="http://schemas.openxmlformats.org/officeDocument/2006/relationships/customXml" Target="../ink/ink378.xml"/><Relationship Id="rId15" Type="http://schemas.openxmlformats.org/officeDocument/2006/relationships/image" Target="NULL"/><Relationship Id="rId57" Type="http://schemas.openxmlformats.org/officeDocument/2006/relationships/image" Target="NULL"/><Relationship Id="rId262" Type="http://schemas.openxmlformats.org/officeDocument/2006/relationships/customXml" Target="../ink/ink403.xml"/><Relationship Id="rId318" Type="http://schemas.openxmlformats.org/officeDocument/2006/relationships/customXml" Target="../ink/ink459.xml"/><Relationship Id="rId99" Type="http://schemas.openxmlformats.org/officeDocument/2006/relationships/image" Target="NULL"/><Relationship Id="rId122" Type="http://schemas.openxmlformats.org/officeDocument/2006/relationships/customXml" Target="../ink/ink329.xml"/><Relationship Id="rId164" Type="http://schemas.openxmlformats.org/officeDocument/2006/relationships/customXml" Target="../ink/ink350.xml"/><Relationship Id="rId371" Type="http://schemas.openxmlformats.org/officeDocument/2006/relationships/customXml" Target="../ink/ink501.xml"/></Relationships>
</file>

<file path=ppt/slides/_rels/slide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8.xml.rels><?xml version="1.0" encoding="UTF-8" standalone="yes"?>
<Relationships xmlns="http://schemas.openxmlformats.org/package/2006/relationships"><Relationship Id="rId8" Type="http://schemas.openxmlformats.org/officeDocument/2006/relationships/image" Target="NULL"/><Relationship Id="rId3" Type="http://schemas.openxmlformats.org/officeDocument/2006/relationships/image" Target="../media/image28.png"/><Relationship Id="rId7" Type="http://schemas.openxmlformats.org/officeDocument/2006/relationships/image" Target="NULL"/><Relationship Id="rId2" Type="http://schemas.openxmlformats.org/officeDocument/2006/relationships/image" Target="../media/image27.png"/><Relationship Id="rId1" Type="http://schemas.openxmlformats.org/officeDocument/2006/relationships/slideLayout" Target="../slideLayouts/slideLayout2.xml"/><Relationship Id="rId6" Type="http://schemas.openxmlformats.org/officeDocument/2006/relationships/image" Target="NULL"/><Relationship Id="rId4" Type="http://schemas.openxmlformats.org/officeDocument/2006/relationships/image" Target="../media/image30.svg"/></Relationships>
</file>

<file path=ppt/slides/_rels/slide9.xml.rels><?xml version="1.0" encoding="UTF-8" standalone="yes"?>
<Relationships xmlns="http://schemas.openxmlformats.org/package/2006/relationships"><Relationship Id="rId8" Type="http://schemas.openxmlformats.org/officeDocument/2006/relationships/image" Target="NULL"/><Relationship Id="rId3" Type="http://schemas.openxmlformats.org/officeDocument/2006/relationships/image" Target="../media/image28.png"/><Relationship Id="rId7" Type="http://schemas.openxmlformats.org/officeDocument/2006/relationships/image" Target="NULL"/><Relationship Id="rId2" Type="http://schemas.openxmlformats.org/officeDocument/2006/relationships/image" Target="../media/image27.png"/><Relationship Id="rId1" Type="http://schemas.openxmlformats.org/officeDocument/2006/relationships/slideLayout" Target="../slideLayouts/slideLayout2.xml"/><Relationship Id="rId6" Type="http://schemas.openxmlformats.org/officeDocument/2006/relationships/image" Target="NULL"/><Relationship Id="rId4" Type="http://schemas.openxmlformats.org/officeDocument/2006/relationships/image" Target="../media/image30.svg"/><Relationship Id="rId9" Type="http://schemas.openxmlformats.org/officeDocument/2006/relationships/image" Target="../media/image31.png"/></Relationships>
</file>

<file path=ppt/slides/_rels/slide10.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2911.png"/><Relationship Id="rId7" Type="http://schemas.openxmlformats.org/officeDocument/2006/relationships/image" Target="../media/image33.png"/><Relationship Id="rId12" Type="http://schemas.openxmlformats.org/officeDocument/2006/relationships/image" Target="../media/image38.png"/><Relationship Id="rId2" Type="http://schemas.openxmlformats.org/officeDocument/2006/relationships/image" Target="../media/image2812.png"/><Relationship Id="rId1" Type="http://schemas.openxmlformats.org/officeDocument/2006/relationships/slideLayout" Target="../slideLayouts/slideLayout25.xml"/><Relationship Id="rId6" Type="http://schemas.openxmlformats.org/officeDocument/2006/relationships/image" Target="../media/image32.png"/><Relationship Id="rId11" Type="http://schemas.openxmlformats.org/officeDocument/2006/relationships/image" Target="../media/image37.png"/><Relationship Id="rId5" Type="http://schemas.openxmlformats.org/officeDocument/2006/relationships/image" Target="../media/image3112.png"/><Relationship Id="rId10" Type="http://schemas.openxmlformats.org/officeDocument/2006/relationships/image" Target="../media/image36.png"/><Relationship Id="rId4" Type="http://schemas.openxmlformats.org/officeDocument/2006/relationships/image" Target="../media/image30.png"/><Relationship Id="rId9" Type="http://schemas.openxmlformats.org/officeDocument/2006/relationships/image" Target="../media/image3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image" Target="../media/image39.png"/><Relationship Id="rId1" Type="http://schemas.openxmlformats.org/officeDocument/2006/relationships/slideLayout" Target="../slideLayouts/slideLayout2.xml"/><Relationship Id="rId5" Type="http://schemas.openxmlformats.org/officeDocument/2006/relationships/image" Target="../media/image34.svg"/><Relationship Id="rId4" Type="http://schemas.openxmlformats.org/officeDocument/2006/relationships/image" Target="../media/image33.svg"/></Relationships>
</file>

<file path=ppt/slides/_rels/slide13.xml.rels><?xml version="1.0" encoding="UTF-8" standalone="yes"?>
<Relationships xmlns="http://schemas.openxmlformats.org/package/2006/relationships"><Relationship Id="rId3" Type="http://schemas.openxmlformats.org/officeDocument/2006/relationships/image" Target="../media/image32.svg"/><Relationship Id="rId7" Type="http://schemas.openxmlformats.org/officeDocument/2006/relationships/image" Target="../media/image42.png"/><Relationship Id="rId2" Type="http://schemas.openxmlformats.org/officeDocument/2006/relationships/image" Target="../media/image39.png"/><Relationship Id="rId1" Type="http://schemas.openxmlformats.org/officeDocument/2006/relationships/slideLayout" Target="../slideLayouts/slideLayout2.xml"/><Relationship Id="rId6" Type="http://schemas.openxmlformats.org/officeDocument/2006/relationships/image" Target="../media/image40.png"/><Relationship Id="rId5" Type="http://schemas.openxmlformats.org/officeDocument/2006/relationships/image" Target="../media/image34.svg"/><Relationship Id="rId4" Type="http://schemas.openxmlformats.org/officeDocument/2006/relationships/image" Target="../media/image33.svg"/></Relationships>
</file>

<file path=ppt/slides/_rels/slide14.xml.rels><?xml version="1.0" encoding="UTF-8" standalone="yes"?>
<Relationships xmlns="http://schemas.openxmlformats.org/package/2006/relationships"><Relationship Id="rId8" Type="http://schemas.openxmlformats.org/officeDocument/2006/relationships/image" Target="../media/image50.png"/><Relationship Id="rId13" Type="http://schemas.openxmlformats.org/officeDocument/2006/relationships/image" Target="../media/image53.png"/><Relationship Id="rId3" Type="http://schemas.openxmlformats.org/officeDocument/2006/relationships/image" Target="../media/image46.png"/><Relationship Id="rId7" Type="http://schemas.openxmlformats.org/officeDocument/2006/relationships/image" Target="../media/image49.png"/><Relationship Id="rId12" Type="http://schemas.openxmlformats.org/officeDocument/2006/relationships/image" Target="../media/image52.png"/><Relationship Id="rId2" Type="http://schemas.openxmlformats.org/officeDocument/2006/relationships/image" Target="../media/image45.png"/><Relationship Id="rId16" Type="http://schemas.openxmlformats.org/officeDocument/2006/relationships/image" Target="../media/image44.svg"/><Relationship Id="rId1" Type="http://schemas.openxmlformats.org/officeDocument/2006/relationships/slideLayout" Target="../slideLayouts/slideLayout2.xml"/><Relationship Id="rId6" Type="http://schemas.openxmlformats.org/officeDocument/2006/relationships/image" Target="../media/image48.png"/><Relationship Id="rId11" Type="http://schemas.openxmlformats.org/officeDocument/2006/relationships/image" Target="../media/image34.svg"/><Relationship Id="rId5" Type="http://schemas.openxmlformats.org/officeDocument/2006/relationships/image" Target="../media/image32.svg"/><Relationship Id="rId15" Type="http://schemas.openxmlformats.org/officeDocument/2006/relationships/image" Target="../media/image55.png"/><Relationship Id="rId10" Type="http://schemas.openxmlformats.org/officeDocument/2006/relationships/image" Target="../media/image33.svg"/><Relationship Id="rId4" Type="http://schemas.openxmlformats.org/officeDocument/2006/relationships/image" Target="../media/image47.png"/><Relationship Id="rId9" Type="http://schemas.openxmlformats.org/officeDocument/2006/relationships/image" Target="../media/image43.svg"/><Relationship Id="rId14" Type="http://schemas.openxmlformats.org/officeDocument/2006/relationships/image" Target="../media/image54.png"/></Relationships>
</file>

<file path=ppt/slides/_rels/slide15.xml.rels><?xml version="1.0" encoding="UTF-8" standalone="yes"?>
<Relationships xmlns="http://schemas.openxmlformats.org/package/2006/relationships"><Relationship Id="rId8" Type="http://schemas.openxmlformats.org/officeDocument/2006/relationships/image" Target="../media/image50.png"/><Relationship Id="rId13" Type="http://schemas.openxmlformats.org/officeDocument/2006/relationships/image" Target="../media/image53.png"/><Relationship Id="rId18" Type="http://schemas.openxmlformats.org/officeDocument/2006/relationships/image" Target="../media/image51.png"/><Relationship Id="rId3" Type="http://schemas.openxmlformats.org/officeDocument/2006/relationships/image" Target="../media/image46.png"/><Relationship Id="rId7" Type="http://schemas.openxmlformats.org/officeDocument/2006/relationships/image" Target="../media/image49.png"/><Relationship Id="rId12" Type="http://schemas.openxmlformats.org/officeDocument/2006/relationships/image" Target="../media/image52.png"/><Relationship Id="rId17" Type="http://schemas.openxmlformats.org/officeDocument/2006/relationships/image" Target="../media/image45.gif"/><Relationship Id="rId2" Type="http://schemas.openxmlformats.org/officeDocument/2006/relationships/image" Target="../media/image45.png"/><Relationship Id="rId16" Type="http://schemas.openxmlformats.org/officeDocument/2006/relationships/image" Target="../media/image44.svg"/><Relationship Id="rId20" Type="http://schemas.openxmlformats.org/officeDocument/2006/relationships/image" Target="../media/image60.png"/><Relationship Id="rId1" Type="http://schemas.openxmlformats.org/officeDocument/2006/relationships/slideLayout" Target="../slideLayouts/slideLayout2.xml"/><Relationship Id="rId6" Type="http://schemas.openxmlformats.org/officeDocument/2006/relationships/image" Target="../media/image48.png"/><Relationship Id="rId11" Type="http://schemas.openxmlformats.org/officeDocument/2006/relationships/image" Target="../media/image34.svg"/><Relationship Id="rId5" Type="http://schemas.openxmlformats.org/officeDocument/2006/relationships/image" Target="../media/image32.svg"/><Relationship Id="rId15" Type="http://schemas.openxmlformats.org/officeDocument/2006/relationships/image" Target="../media/image55.png"/><Relationship Id="rId10" Type="http://schemas.openxmlformats.org/officeDocument/2006/relationships/image" Target="../media/image33.svg"/><Relationship Id="rId19" Type="http://schemas.openxmlformats.org/officeDocument/2006/relationships/image" Target="../media/image52.gif"/><Relationship Id="rId4" Type="http://schemas.openxmlformats.org/officeDocument/2006/relationships/image" Target="../media/image47.png"/><Relationship Id="rId9" Type="http://schemas.openxmlformats.org/officeDocument/2006/relationships/image" Target="../media/image43.svg"/><Relationship Id="rId14" Type="http://schemas.openxmlformats.org/officeDocument/2006/relationships/image" Target="../media/image54.png"/></Relationships>
</file>

<file path=ppt/slides/_rels/slide16.xml.rels><?xml version="1.0" encoding="UTF-8" standalone="yes"?>
<Relationships xmlns="http://schemas.openxmlformats.org/package/2006/relationships"><Relationship Id="rId8" Type="http://schemas.openxmlformats.org/officeDocument/2006/relationships/image" Target="../media/image48.png"/><Relationship Id="rId13" Type="http://schemas.openxmlformats.org/officeDocument/2006/relationships/image" Target="../media/image53.svg"/><Relationship Id="rId18" Type="http://schemas.openxmlformats.org/officeDocument/2006/relationships/image" Target="../media/image55.png"/><Relationship Id="rId3" Type="http://schemas.openxmlformats.org/officeDocument/2006/relationships/image" Target="../media/image62.png"/><Relationship Id="rId7" Type="http://schemas.openxmlformats.org/officeDocument/2006/relationships/image" Target="../media/image32.svg"/><Relationship Id="rId12" Type="http://schemas.openxmlformats.org/officeDocument/2006/relationships/image" Target="../media/image33.svg"/><Relationship Id="rId17" Type="http://schemas.openxmlformats.org/officeDocument/2006/relationships/image" Target="../media/image54.png"/><Relationship Id="rId2" Type="http://schemas.openxmlformats.org/officeDocument/2006/relationships/image" Target="../media/image61.png"/><Relationship Id="rId16" Type="http://schemas.openxmlformats.org/officeDocument/2006/relationships/image" Target="../media/image53.png"/><Relationship Id="rId1" Type="http://schemas.openxmlformats.org/officeDocument/2006/relationships/slideLayout" Target="../slideLayouts/slideLayout2.xml"/><Relationship Id="rId6" Type="http://schemas.openxmlformats.org/officeDocument/2006/relationships/image" Target="../media/image44.svg"/><Relationship Id="rId11" Type="http://schemas.openxmlformats.org/officeDocument/2006/relationships/image" Target="../media/image43.svg"/><Relationship Id="rId5" Type="http://schemas.openxmlformats.org/officeDocument/2006/relationships/image" Target="../media/image47.png"/><Relationship Id="rId15" Type="http://schemas.openxmlformats.org/officeDocument/2006/relationships/image" Target="../media/image52.png"/><Relationship Id="rId10" Type="http://schemas.openxmlformats.org/officeDocument/2006/relationships/image" Target="../media/image50.png"/><Relationship Id="rId4" Type="http://schemas.openxmlformats.org/officeDocument/2006/relationships/image" Target="../media/image63.png"/><Relationship Id="rId9" Type="http://schemas.openxmlformats.org/officeDocument/2006/relationships/image" Target="../media/image49.png"/><Relationship Id="rId14" Type="http://schemas.openxmlformats.org/officeDocument/2006/relationships/image" Target="../media/image34.svg"/></Relationships>
</file>

<file path=ppt/slides/_rels/slide17.xml.rels><?xml version="1.0" encoding="UTF-8" standalone="yes"?>
<Relationships xmlns="http://schemas.openxmlformats.org/package/2006/relationships"><Relationship Id="rId3" Type="http://schemas.openxmlformats.org/officeDocument/2006/relationships/image" Target="../media/image57.svg"/><Relationship Id="rId2" Type="http://schemas.openxmlformats.org/officeDocument/2006/relationships/image" Target="../media/image56.png"/><Relationship Id="rId1" Type="http://schemas.openxmlformats.org/officeDocument/2006/relationships/slideLayout" Target="../slideLayouts/slideLayout2.xml"/><Relationship Id="rId5" Type="http://schemas.openxmlformats.org/officeDocument/2006/relationships/image" Target="../media/image59.svg"/><Relationship Id="rId4" Type="http://schemas.openxmlformats.org/officeDocument/2006/relationships/image" Target="../media/image58.svg"/></Relationships>
</file>

<file path=ppt/slides/_rels/slide18.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68.png"/><Relationship Id="rId5" Type="http://schemas.openxmlformats.org/officeDocument/2006/relationships/image" Target="../media/image67.png"/><Relationship Id="rId4" Type="http://schemas.openxmlformats.org/officeDocument/2006/relationships/image" Target="../media/image66.png"/></Relationships>
</file>

<file path=ppt/slides/_rels/slide20.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68.png"/><Relationship Id="rId5" Type="http://schemas.openxmlformats.org/officeDocument/2006/relationships/image" Target="../media/image67.png"/><Relationship Id="rId4" Type="http://schemas.openxmlformats.org/officeDocument/2006/relationships/image" Target="../media/image66.png"/></Relationships>
</file>

<file path=ppt/slides/_rels/slide21.xml.rels><?xml version="1.0" encoding="UTF-8" standalone="yes"?>
<Relationships xmlns="http://schemas.openxmlformats.org/package/2006/relationships"><Relationship Id="rId3" Type="http://schemas.openxmlformats.org/officeDocument/2006/relationships/image" Target="../media/image65.png"/><Relationship Id="rId7" Type="http://schemas.openxmlformats.org/officeDocument/2006/relationships/image" Target="../media/image67.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68.png"/><Relationship Id="rId5" Type="http://schemas.openxmlformats.org/officeDocument/2006/relationships/image" Target="../media/image69.png"/><Relationship Id="rId4" Type="http://schemas.openxmlformats.org/officeDocument/2006/relationships/image" Target="../media/image66.png"/></Relationships>
</file>

<file path=ppt/slides/_rels/slide22.xml.rels><?xml version="1.0" encoding="UTF-8" standalone="yes"?>
<Relationships xmlns="http://schemas.openxmlformats.org/package/2006/relationships"><Relationship Id="rId8" Type="http://schemas.openxmlformats.org/officeDocument/2006/relationships/image" Target="../media/image79.png"/><Relationship Id="rId13" Type="http://schemas.openxmlformats.org/officeDocument/2006/relationships/image" Target="../media/image86.png"/><Relationship Id="rId3" Type="http://schemas.openxmlformats.org/officeDocument/2006/relationships/image" Target="../media/image69.png"/><Relationship Id="rId7" Type="http://schemas.openxmlformats.org/officeDocument/2006/relationships/image" Target="../media/image78.png"/><Relationship Id="rId12" Type="http://schemas.openxmlformats.org/officeDocument/2006/relationships/image" Target="../media/image85.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77.png"/><Relationship Id="rId11" Type="http://schemas.openxmlformats.org/officeDocument/2006/relationships/image" Target="../media/image84.png"/><Relationship Id="rId5" Type="http://schemas.openxmlformats.org/officeDocument/2006/relationships/image" Target="../media/image75.png"/><Relationship Id="rId15" Type="http://schemas.openxmlformats.org/officeDocument/2006/relationships/image" Target="../media/image88.png"/><Relationship Id="rId10" Type="http://schemas.openxmlformats.org/officeDocument/2006/relationships/image" Target="../media/image83.png"/><Relationship Id="rId4" Type="http://schemas.openxmlformats.org/officeDocument/2006/relationships/image" Target="../media/image67.png"/><Relationship Id="rId9" Type="http://schemas.openxmlformats.org/officeDocument/2006/relationships/image" Target="../media/image81.png"/><Relationship Id="rId14" Type="http://schemas.openxmlformats.org/officeDocument/2006/relationships/image" Target="../media/image87.png"/></Relationships>
</file>

<file path=ppt/slides/_rels/slide23.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8" Type="http://schemas.openxmlformats.org/officeDocument/2006/relationships/image" Target="../media/image96.png"/><Relationship Id="rId13" Type="http://schemas.openxmlformats.org/officeDocument/2006/relationships/image" Target="../media/image73.png"/><Relationship Id="rId7" Type="http://schemas.openxmlformats.org/officeDocument/2006/relationships/image" Target="../media/image95.png"/><Relationship Id="rId12" Type="http://schemas.openxmlformats.org/officeDocument/2006/relationships/image" Target="../media/image72.png"/><Relationship Id="rId2" Type="http://schemas.openxmlformats.org/officeDocument/2006/relationships/notesSlide" Target="../notesSlides/notesSlide8.xml"/><Relationship Id="rId16" Type="http://schemas.openxmlformats.org/officeDocument/2006/relationships/image" Target="../media/image89.png"/><Relationship Id="rId1" Type="http://schemas.openxmlformats.org/officeDocument/2006/relationships/slideLayout" Target="../slideLayouts/slideLayout2.xml"/><Relationship Id="rId11" Type="http://schemas.openxmlformats.org/officeDocument/2006/relationships/image" Target="../media/image71.png"/><Relationship Id="rId15" Type="http://schemas.openxmlformats.org/officeDocument/2006/relationships/image" Target="../media/image117.png"/><Relationship Id="rId10" Type="http://schemas.openxmlformats.org/officeDocument/2006/relationships/image" Target="../media/image98.png"/><Relationship Id="rId9" Type="http://schemas.openxmlformats.org/officeDocument/2006/relationships/image" Target="../media/image97.png"/><Relationship Id="rId4" Type="http://schemas.openxmlformats.org/officeDocument/2006/relationships/image" Target="../media/image112.png"/><Relationship Id="rId14" Type="http://schemas.openxmlformats.org/officeDocument/2006/relationships/image" Target="../media/image74.png"/></Relationships>
</file>

<file path=ppt/slides/_rels/slide25.xml.rels><?xml version="1.0" encoding="UTF-8" standalone="yes"?>
<Relationships xmlns="http://schemas.openxmlformats.org/package/2006/relationships"><Relationship Id="rId8" Type="http://schemas.openxmlformats.org/officeDocument/2006/relationships/image" Target="../media/image94.png"/><Relationship Id="rId3" Type="http://schemas.openxmlformats.org/officeDocument/2006/relationships/image" Target="../media/image70.png"/><Relationship Id="rId7" Type="http://schemas.openxmlformats.org/officeDocument/2006/relationships/image" Target="../media/image93.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92.png"/><Relationship Id="rId5" Type="http://schemas.openxmlformats.org/officeDocument/2006/relationships/image" Target="../media/image112.png"/><Relationship Id="rId10" Type="http://schemas.openxmlformats.org/officeDocument/2006/relationships/image" Target="../media/image99.png"/><Relationship Id="rId4" Type="http://schemas.openxmlformats.org/officeDocument/2006/relationships/image" Target="../media/image91.png"/><Relationship Id="rId9" Type="http://schemas.openxmlformats.org/officeDocument/2006/relationships/image" Target="../media/image117.png"/></Relationships>
</file>

<file path=ppt/slides/_rels/slide26.xml.rels><?xml version="1.0" encoding="UTF-8" standalone="yes"?>
<Relationships xmlns="http://schemas.openxmlformats.org/package/2006/relationships"><Relationship Id="rId8" Type="http://schemas.openxmlformats.org/officeDocument/2006/relationships/image" Target="../media/image94.png"/><Relationship Id="rId3" Type="http://schemas.openxmlformats.org/officeDocument/2006/relationships/image" Target="../media/image70.png"/><Relationship Id="rId7" Type="http://schemas.openxmlformats.org/officeDocument/2006/relationships/image" Target="../media/image93.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92.png"/><Relationship Id="rId5" Type="http://schemas.openxmlformats.org/officeDocument/2006/relationships/image" Target="../media/image112.png"/><Relationship Id="rId10" Type="http://schemas.openxmlformats.org/officeDocument/2006/relationships/image" Target="../media/image99.png"/><Relationship Id="rId4" Type="http://schemas.openxmlformats.org/officeDocument/2006/relationships/image" Target="../media/image91.png"/><Relationship Id="rId9" Type="http://schemas.openxmlformats.org/officeDocument/2006/relationships/image" Target="../media/image117.png"/></Relationships>
</file>

<file path=ppt/slides/_rels/slide27.xml.rels><?xml version="1.0" encoding="UTF-8" standalone="yes"?>
<Relationships xmlns="http://schemas.openxmlformats.org/package/2006/relationships"><Relationship Id="rId8" Type="http://schemas.openxmlformats.org/officeDocument/2006/relationships/image" Target="../media/image94.png"/><Relationship Id="rId3" Type="http://schemas.openxmlformats.org/officeDocument/2006/relationships/image" Target="../media/image70.png"/><Relationship Id="rId7" Type="http://schemas.openxmlformats.org/officeDocument/2006/relationships/image" Target="../media/image93.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92.png"/><Relationship Id="rId5" Type="http://schemas.openxmlformats.org/officeDocument/2006/relationships/image" Target="../media/image112.png"/><Relationship Id="rId10" Type="http://schemas.openxmlformats.org/officeDocument/2006/relationships/image" Target="../media/image99.png"/><Relationship Id="rId4" Type="http://schemas.openxmlformats.org/officeDocument/2006/relationships/image" Target="../media/image91.png"/><Relationship Id="rId9" Type="http://schemas.openxmlformats.org/officeDocument/2006/relationships/image" Target="../media/image117.png"/></Relationships>
</file>

<file path=ppt/slides/_rels/slide28.xml.rels><?xml version="1.0" encoding="UTF-8" standalone="yes"?>
<Relationships xmlns="http://schemas.openxmlformats.org/package/2006/relationships"><Relationship Id="rId8" Type="http://schemas.openxmlformats.org/officeDocument/2006/relationships/image" Target="../media/image94.png"/><Relationship Id="rId3" Type="http://schemas.openxmlformats.org/officeDocument/2006/relationships/image" Target="../media/image70.png"/><Relationship Id="rId7" Type="http://schemas.openxmlformats.org/officeDocument/2006/relationships/image" Target="../media/image93.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92.png"/><Relationship Id="rId5" Type="http://schemas.openxmlformats.org/officeDocument/2006/relationships/image" Target="../media/image112.png"/><Relationship Id="rId10" Type="http://schemas.openxmlformats.org/officeDocument/2006/relationships/image" Target="../media/image99.png"/><Relationship Id="rId4" Type="http://schemas.openxmlformats.org/officeDocument/2006/relationships/image" Target="../media/image91.png"/><Relationship Id="rId9" Type="http://schemas.openxmlformats.org/officeDocument/2006/relationships/image" Target="../media/image117.png"/></Relationships>
</file>

<file path=ppt/slides/_rels/slide29.xml.rels><?xml version="1.0" encoding="UTF-8" standalone="yes"?>
<Relationships xmlns="http://schemas.openxmlformats.org/package/2006/relationships"><Relationship Id="rId8" Type="http://schemas.openxmlformats.org/officeDocument/2006/relationships/image" Target="../media/image94.png"/><Relationship Id="rId3" Type="http://schemas.openxmlformats.org/officeDocument/2006/relationships/image" Target="../media/image70.png"/><Relationship Id="rId7" Type="http://schemas.openxmlformats.org/officeDocument/2006/relationships/image" Target="../media/image93.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92.png"/><Relationship Id="rId11" Type="http://schemas.openxmlformats.org/officeDocument/2006/relationships/image" Target="../media/image103.png"/><Relationship Id="rId5" Type="http://schemas.openxmlformats.org/officeDocument/2006/relationships/image" Target="../media/image101.png"/><Relationship Id="rId10" Type="http://schemas.openxmlformats.org/officeDocument/2006/relationships/image" Target="../media/image99.png"/><Relationship Id="rId4" Type="http://schemas.openxmlformats.org/officeDocument/2006/relationships/image" Target="../media/image91.png"/><Relationship Id="rId9" Type="http://schemas.openxmlformats.org/officeDocument/2006/relationships/image" Target="../media/image102.png"/></Relationships>
</file>

<file path=ppt/slides/_rels/slide30.xml.rels><?xml version="1.0" encoding="UTF-8" standalone="yes"?>
<Relationships xmlns="http://schemas.openxmlformats.org/package/2006/relationships"><Relationship Id="rId8" Type="http://schemas.openxmlformats.org/officeDocument/2006/relationships/image" Target="../media/image91.png"/><Relationship Id="rId13" Type="http://schemas.openxmlformats.org/officeDocument/2006/relationships/image" Target="../media/image117.png"/><Relationship Id="rId3" Type="http://schemas.openxmlformats.org/officeDocument/2006/relationships/image" Target="../media/image104.png"/><Relationship Id="rId7" Type="http://schemas.openxmlformats.org/officeDocument/2006/relationships/image" Target="../media/image108.png"/><Relationship Id="rId12" Type="http://schemas.openxmlformats.org/officeDocument/2006/relationships/image" Target="../media/image94.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107.png"/><Relationship Id="rId11" Type="http://schemas.openxmlformats.org/officeDocument/2006/relationships/image" Target="../media/image93.png"/><Relationship Id="rId5" Type="http://schemas.openxmlformats.org/officeDocument/2006/relationships/image" Target="../media/image106.png"/><Relationship Id="rId10" Type="http://schemas.openxmlformats.org/officeDocument/2006/relationships/image" Target="../media/image92.png"/><Relationship Id="rId4" Type="http://schemas.openxmlformats.org/officeDocument/2006/relationships/image" Target="../media/image105.png"/><Relationship Id="rId9" Type="http://schemas.openxmlformats.org/officeDocument/2006/relationships/image" Target="../media/image112.png"/><Relationship Id="rId14" Type="http://schemas.openxmlformats.org/officeDocument/2006/relationships/image" Target="../media/image99.png"/></Relationships>
</file>

<file path=ppt/slides/_rels/slide31.xml.rels><?xml version="1.0" encoding="UTF-8" standalone="yes"?>
<Relationships xmlns="http://schemas.openxmlformats.org/package/2006/relationships"><Relationship Id="rId8" Type="http://schemas.openxmlformats.org/officeDocument/2006/relationships/image" Target="../media/image91.png"/><Relationship Id="rId13" Type="http://schemas.openxmlformats.org/officeDocument/2006/relationships/image" Target="../media/image102.png"/><Relationship Id="rId3" Type="http://schemas.openxmlformats.org/officeDocument/2006/relationships/image" Target="../media/image109.png"/><Relationship Id="rId7" Type="http://schemas.openxmlformats.org/officeDocument/2006/relationships/image" Target="../media/image108.png"/><Relationship Id="rId12" Type="http://schemas.openxmlformats.org/officeDocument/2006/relationships/image" Target="../media/image94.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107.png"/><Relationship Id="rId11" Type="http://schemas.openxmlformats.org/officeDocument/2006/relationships/image" Target="../media/image93.png"/><Relationship Id="rId5" Type="http://schemas.openxmlformats.org/officeDocument/2006/relationships/image" Target="../media/image106.png"/><Relationship Id="rId10" Type="http://schemas.openxmlformats.org/officeDocument/2006/relationships/image" Target="../media/image92.png"/><Relationship Id="rId4" Type="http://schemas.openxmlformats.org/officeDocument/2006/relationships/image" Target="../media/image105.png"/><Relationship Id="rId9" Type="http://schemas.openxmlformats.org/officeDocument/2006/relationships/image" Target="../media/image101.png"/><Relationship Id="rId14" Type="http://schemas.openxmlformats.org/officeDocument/2006/relationships/image" Target="../media/image99.png"/></Relationships>
</file>

<file path=ppt/slides/_rels/slide32.xml.rels><?xml version="1.0" encoding="UTF-8" standalone="yes"?>
<Relationships xmlns="http://schemas.openxmlformats.org/package/2006/relationships"><Relationship Id="rId8" Type="http://schemas.openxmlformats.org/officeDocument/2006/relationships/image" Target="../media/image1820.png"/><Relationship Id="rId3" Type="http://schemas.openxmlformats.org/officeDocument/2006/relationships/image" Target="../media/image104.jpeg"/><Relationship Id="rId7" Type="http://schemas.openxmlformats.org/officeDocument/2006/relationships/image" Target="../media/image1810.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1801.png"/><Relationship Id="rId5" Type="http://schemas.openxmlformats.org/officeDocument/2006/relationships/image" Target="../media/image111.png"/><Relationship Id="rId10" Type="http://schemas.openxmlformats.org/officeDocument/2006/relationships/image" Target="../media/image1840.png"/><Relationship Id="rId4" Type="http://schemas.openxmlformats.org/officeDocument/2006/relationships/hyperlink" Target="https://www.rcsb.org/search?request=%7B%22query%22%3A%7B%22type%22%3A%22group%22%2C%22nodes%22%3A%5B%7B%22type%22%3A%22group%22%2C%22nodes%22%3A%5B%7B%22type%22%3A%22group%22%2C%22nodes%22%3A%5B%7B%22type%22%3A%22terminal%22%2C%22service%22%3A%22text%22%2C%22parameters%22%3A%7B%22attribute%22%3A%22rcsb_polymer_entity.rcsb_ec_lineage.id%22%2C%22negation%22%3Afalse%2C%22operator%22%3A%22in%22%2C%22value%22%3A%5B%223.1.2.2%22%5D%7D%7D%2C%7B%22type%22%3A%22terminal%22%2C%22service%22%3A%22text%22%2C%22parameters%22%3A%7B%22attribute%22%3A%22rcsb_entity_source_organism.taxonomy_lineage.name%22%2C%22operator%22%3A%22exact_match%22%2C%22negation%22%3Afalse%2C%22value%22%3A%22Saccharomyces%20cerevisiae%22%7D%7D%5D%2C%22logical_operator%22%3A%22and%22%7D%5D%2C%22logical_operator%22%3A%22and%22%2C%22label%22%3A%22text%22%7D%5D%2C%22logical_operator%22%3A%22and%22%7D%2C%22return_type%22%3A%22entry%22%2C%22request_options%22%3A%7B%22paginate%22%3A%7B%22start%22%3A0%2C%22rows%22%3A25%7D%2C%22results_content_type%22%3A%5B%22experimental%22%5D%2C%22sort%22%3A%5B%7B%22sort_by%22%3A%22score%22%2C%22direction%22%3A%22desc%22%7D%5D%2C%22scoring_strategy%22%3A%22combined%22%7D%2C%22request_info%22%3A%7B%22query_id%22%3A%22942b1fb39072ccdc277e358e197a14f3%22%7D%7D" TargetMode="External"/><Relationship Id="rId9" Type="http://schemas.openxmlformats.org/officeDocument/2006/relationships/image" Target="../media/image1830.png"/></Relationships>
</file>

<file path=ppt/slides/_rels/slide33.xml.rels><?xml version="1.0" encoding="UTF-8" standalone="yes"?>
<Relationships xmlns="http://schemas.openxmlformats.org/package/2006/relationships"><Relationship Id="rId3" Type="http://schemas.openxmlformats.org/officeDocument/2006/relationships/image" Target="../media/image104.jpeg"/><Relationship Id="rId7" Type="http://schemas.openxmlformats.org/officeDocument/2006/relationships/image" Target="../media/image114.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113.png"/><Relationship Id="rId5" Type="http://schemas.openxmlformats.org/officeDocument/2006/relationships/image" Target="../media/image112.gif"/><Relationship Id="rId4" Type="http://schemas.openxmlformats.org/officeDocument/2006/relationships/hyperlink" Target="https://www.rcsb.org/search?request=%7B%22query%22%3A%7B%22type%22%3A%22group%22%2C%22nodes%22%3A%5B%7B%22type%22%3A%22group%22%2C%22nodes%22%3A%5B%7B%22type%22%3A%22group%22%2C%22nodes%22%3A%5B%7B%22type%22%3A%22terminal%22%2C%22service%22%3A%22text%22%2C%22parameters%22%3A%7B%22attribute%22%3A%22rcsb_polymer_entity.rcsb_ec_lineage.id%22%2C%22negation%22%3Afalse%2C%22operator%22%3A%22in%22%2C%22value%22%3A%5B%223.1.2.2%22%5D%7D%7D%2C%7B%22type%22%3A%22terminal%22%2C%22service%22%3A%22text%22%2C%22parameters%22%3A%7B%22attribute%22%3A%22rcsb_entity_source_organism.taxonomy_lineage.name%22%2C%22operator%22%3A%22exact_match%22%2C%22negation%22%3Afalse%2C%22value%22%3A%22Saccharomyces%20cerevisiae%22%7D%7D%5D%2C%22logical_operator%22%3A%22and%22%7D%5D%2C%22logical_operator%22%3A%22and%22%2C%22label%22%3A%22text%22%7D%5D%2C%22logical_operator%22%3A%22and%22%7D%2C%22return_type%22%3A%22entry%22%2C%22request_options%22%3A%7B%22paginate%22%3A%7B%22start%22%3A0%2C%22rows%22%3A25%7D%2C%22results_content_type%22%3A%5B%22experimental%22%5D%2C%22sort%22%3A%5B%7B%22sort_by%22%3A%22score%22%2C%22direction%22%3A%22desc%22%7D%5D%2C%22scoring_strategy%22%3A%22combined%22%7D%2C%22request_info%22%3A%7B%22query_id%22%3A%22942b1fb39072ccdc277e358e197a14f3%22%7D%7D" TargetMode="External"/></Relationships>
</file>

<file path=ppt/slides/_rels/slide3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35.xml.rels><?xml version="1.0" encoding="UTF-8" standalone="yes"?>
<Relationships xmlns="http://schemas.openxmlformats.org/package/2006/relationships"><Relationship Id="rId8" Type="http://schemas.openxmlformats.org/officeDocument/2006/relationships/image" Target="../media/image357.png"/><Relationship Id="rId13" Type="http://schemas.openxmlformats.org/officeDocument/2006/relationships/image" Target="../media/image68.png"/><Relationship Id="rId7" Type="http://schemas.openxmlformats.org/officeDocument/2006/relationships/image" Target="../media/image3411.png"/><Relationship Id="rId12" Type="http://schemas.openxmlformats.org/officeDocument/2006/relationships/image" Target="../media/image69.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3311.png"/><Relationship Id="rId11" Type="http://schemas.openxmlformats.org/officeDocument/2006/relationships/image" Target="../media/image115.png"/><Relationship Id="rId5" Type="http://schemas.openxmlformats.org/officeDocument/2006/relationships/image" Target="../media/image3210.png"/><Relationship Id="rId10" Type="http://schemas.openxmlformats.org/officeDocument/2006/relationships/image" Target="../media/image66.png"/><Relationship Id="rId4" Type="http://schemas.openxmlformats.org/officeDocument/2006/relationships/image" Target="../media/image3111.png"/><Relationship Id="rId9" Type="http://schemas.openxmlformats.org/officeDocument/2006/relationships/image" Target="../media/image65.png"/><Relationship Id="rId14" Type="http://schemas.openxmlformats.org/officeDocument/2006/relationships/image" Target="../media/image67.png"/></Relationships>
</file>

<file path=ppt/slides/_rels/slide36.xml.rels><?xml version="1.0" encoding="UTF-8" standalone="yes"?>
<Relationships xmlns="http://schemas.openxmlformats.org/package/2006/relationships"><Relationship Id="rId8" Type="http://schemas.openxmlformats.org/officeDocument/2006/relationships/image" Target="../media/image131.png"/><Relationship Id="rId3" Type="http://schemas.openxmlformats.org/officeDocument/2006/relationships/image" Target="../media/image70.png"/><Relationship Id="rId7" Type="http://schemas.openxmlformats.org/officeDocument/2006/relationships/image" Target="../media/image129.png"/><Relationship Id="rId12" Type="http://schemas.openxmlformats.org/officeDocument/2006/relationships/image" Target="../media/image69.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128.png"/><Relationship Id="rId11" Type="http://schemas.openxmlformats.org/officeDocument/2006/relationships/image" Target="../media/image115.png"/><Relationship Id="rId5" Type="http://schemas.openxmlformats.org/officeDocument/2006/relationships/image" Target="../media/image127.png"/><Relationship Id="rId10" Type="http://schemas.openxmlformats.org/officeDocument/2006/relationships/image" Target="../media/image66.png"/><Relationship Id="rId4" Type="http://schemas.openxmlformats.org/officeDocument/2006/relationships/image" Target="../media/image126.png"/><Relationship Id="rId9" Type="http://schemas.openxmlformats.org/officeDocument/2006/relationships/image" Target="../media/image65.png"/></Relationships>
</file>

<file path=ppt/slides/_rels/slide37.xml.rels><?xml version="1.0" encoding="UTF-8" standalone="yes"?>
<Relationships xmlns="http://schemas.openxmlformats.org/package/2006/relationships"><Relationship Id="rId8" Type="http://schemas.openxmlformats.org/officeDocument/2006/relationships/image" Target="../media/image462.png"/><Relationship Id="rId13" Type="http://schemas.openxmlformats.org/officeDocument/2006/relationships/image" Target="../media/image515.png"/><Relationship Id="rId18" Type="http://schemas.openxmlformats.org/officeDocument/2006/relationships/image" Target="../media/image562.png"/><Relationship Id="rId3" Type="http://schemas.openxmlformats.org/officeDocument/2006/relationships/image" Target="../media/image402.png"/><Relationship Id="rId7" Type="http://schemas.openxmlformats.org/officeDocument/2006/relationships/image" Target="../media/image453.png"/><Relationship Id="rId12" Type="http://schemas.openxmlformats.org/officeDocument/2006/relationships/image" Target="../media/image503.png"/><Relationship Id="rId17" Type="http://schemas.openxmlformats.org/officeDocument/2006/relationships/image" Target="../media/image552.png"/><Relationship Id="rId2" Type="http://schemas.openxmlformats.org/officeDocument/2006/relationships/notesSlide" Target="../notesSlides/notesSlide20.xml"/><Relationship Id="rId16" Type="http://schemas.openxmlformats.org/officeDocument/2006/relationships/image" Target="../media/image116.png"/><Relationship Id="rId1" Type="http://schemas.openxmlformats.org/officeDocument/2006/relationships/slideLayout" Target="../slideLayouts/slideLayout2.xml"/><Relationship Id="rId6" Type="http://schemas.openxmlformats.org/officeDocument/2006/relationships/image" Target="../media/image443.png"/><Relationship Id="rId11" Type="http://schemas.openxmlformats.org/officeDocument/2006/relationships/image" Target="../media/image492.png"/><Relationship Id="rId5" Type="http://schemas.openxmlformats.org/officeDocument/2006/relationships/image" Target="../media/image432.png"/><Relationship Id="rId15" Type="http://schemas.openxmlformats.org/officeDocument/2006/relationships/image" Target="../media/image532.png"/><Relationship Id="rId10" Type="http://schemas.openxmlformats.org/officeDocument/2006/relationships/image" Target="../media/image482.png"/><Relationship Id="rId4" Type="http://schemas.openxmlformats.org/officeDocument/2006/relationships/image" Target="../media/image423.png"/><Relationship Id="rId9" Type="http://schemas.openxmlformats.org/officeDocument/2006/relationships/image" Target="../media/image472.png"/><Relationship Id="rId14" Type="http://schemas.openxmlformats.org/officeDocument/2006/relationships/image" Target="../media/image522.png"/></Relationships>
</file>

<file path=ppt/slides/_rels/slide38.xml.rels><?xml version="1.0" encoding="UTF-8" standalone="yes"?>
<Relationships xmlns="http://schemas.openxmlformats.org/package/2006/relationships"><Relationship Id="rId8" Type="http://schemas.openxmlformats.org/officeDocument/2006/relationships/image" Target="../media/image622.png"/><Relationship Id="rId13" Type="http://schemas.openxmlformats.org/officeDocument/2006/relationships/image" Target="../media/image673.png"/><Relationship Id="rId18" Type="http://schemas.openxmlformats.org/officeDocument/2006/relationships/image" Target="../media/image711.png"/><Relationship Id="rId3" Type="http://schemas.openxmlformats.org/officeDocument/2006/relationships/image" Target="../media/image57.png"/><Relationship Id="rId7" Type="http://schemas.openxmlformats.org/officeDocument/2006/relationships/image" Target="../media/image614.png"/><Relationship Id="rId12" Type="http://schemas.openxmlformats.org/officeDocument/2006/relationships/image" Target="../media/image662.png"/><Relationship Id="rId17" Type="http://schemas.openxmlformats.org/officeDocument/2006/relationships/image" Target="../media/image703.png"/><Relationship Id="rId2" Type="http://schemas.openxmlformats.org/officeDocument/2006/relationships/notesSlide" Target="../notesSlides/notesSlide21.xml"/><Relationship Id="rId16" Type="http://schemas.openxmlformats.org/officeDocument/2006/relationships/image" Target="../media/image116.png"/><Relationship Id="rId1" Type="http://schemas.openxmlformats.org/officeDocument/2006/relationships/slideLayout" Target="../slideLayouts/slideLayout2.xml"/><Relationship Id="rId6" Type="http://schemas.openxmlformats.org/officeDocument/2006/relationships/image" Target="../media/image602.png"/><Relationship Id="rId11" Type="http://schemas.openxmlformats.org/officeDocument/2006/relationships/image" Target="../media/image652.png"/><Relationship Id="rId5" Type="http://schemas.openxmlformats.org/officeDocument/2006/relationships/image" Target="../media/image59.png"/><Relationship Id="rId15" Type="http://schemas.openxmlformats.org/officeDocument/2006/relationships/image" Target="../media/image693.png"/><Relationship Id="rId10" Type="http://schemas.openxmlformats.org/officeDocument/2006/relationships/image" Target="../media/image642.png"/><Relationship Id="rId4" Type="http://schemas.openxmlformats.org/officeDocument/2006/relationships/image" Target="../media/image582.png"/><Relationship Id="rId9" Type="http://schemas.openxmlformats.org/officeDocument/2006/relationships/image" Target="../media/image632.png"/><Relationship Id="rId14" Type="http://schemas.openxmlformats.org/officeDocument/2006/relationships/image" Target="../media/image393.png"/></Relationships>
</file>

<file path=ppt/slides/_rels/slide39.xml.rels><?xml version="1.0" encoding="UTF-8" standalone="yes"?>
<Relationships xmlns="http://schemas.openxmlformats.org/package/2006/relationships"><Relationship Id="rId8" Type="http://schemas.openxmlformats.org/officeDocument/2006/relationships/image" Target="../media/image118.svg"/><Relationship Id="rId13" Type="http://schemas.openxmlformats.org/officeDocument/2006/relationships/image" Target="../media/image792.png"/><Relationship Id="rId18" Type="http://schemas.openxmlformats.org/officeDocument/2006/relationships/image" Target="../media/image862.png"/><Relationship Id="rId3" Type="http://schemas.openxmlformats.org/officeDocument/2006/relationships/image" Target="../media/image722.png"/><Relationship Id="rId7" Type="http://schemas.openxmlformats.org/officeDocument/2006/relationships/image" Target="../media/image117.svg"/><Relationship Id="rId12" Type="http://schemas.openxmlformats.org/officeDocument/2006/relationships/image" Target="../media/image782.png"/><Relationship Id="rId17" Type="http://schemas.openxmlformats.org/officeDocument/2006/relationships/image" Target="../media/image851.png"/><Relationship Id="rId2" Type="http://schemas.openxmlformats.org/officeDocument/2006/relationships/notesSlide" Target="../notesSlides/notesSlide22.xml"/><Relationship Id="rId16" Type="http://schemas.openxmlformats.org/officeDocument/2006/relationships/image" Target="../media/image842.png"/><Relationship Id="rId1" Type="http://schemas.openxmlformats.org/officeDocument/2006/relationships/slideLayout" Target="../slideLayouts/slideLayout2.xml"/><Relationship Id="rId6" Type="http://schemas.openxmlformats.org/officeDocument/2006/relationships/image" Target="../media/image751.png"/><Relationship Id="rId11" Type="http://schemas.openxmlformats.org/officeDocument/2006/relationships/image" Target="../media/image771.png"/><Relationship Id="rId5" Type="http://schemas.openxmlformats.org/officeDocument/2006/relationships/image" Target="../media/image542.png"/><Relationship Id="rId15" Type="http://schemas.openxmlformats.org/officeDocument/2006/relationships/image" Target="../media/image831.png"/><Relationship Id="rId10" Type="http://schemas.openxmlformats.org/officeDocument/2006/relationships/image" Target="../media/image742.png"/><Relationship Id="rId4" Type="http://schemas.openxmlformats.org/officeDocument/2006/relationships/image" Target="../media/image732.png"/><Relationship Id="rId9" Type="http://schemas.openxmlformats.org/officeDocument/2006/relationships/image" Target="../media/image683.png"/><Relationship Id="rId14" Type="http://schemas.openxmlformats.org/officeDocument/2006/relationships/image" Target="../media/image814.png"/></Relationships>
</file>

<file path=ppt/slides/_rels/slide40.xml.rels><?xml version="1.0" encoding="UTF-8" standalone="yes"?>
<Relationships xmlns="http://schemas.openxmlformats.org/package/2006/relationships"><Relationship Id="rId8" Type="http://schemas.openxmlformats.org/officeDocument/2006/relationships/image" Target="../media/image970.png"/><Relationship Id="rId13" Type="http://schemas.openxmlformats.org/officeDocument/2006/relationships/image" Target="../media/image1031.png"/><Relationship Id="rId3" Type="http://schemas.openxmlformats.org/officeDocument/2006/relationships/image" Target="../media/image931.png"/><Relationship Id="rId7" Type="http://schemas.openxmlformats.org/officeDocument/2006/relationships/image" Target="../media/image116.png"/><Relationship Id="rId12" Type="http://schemas.openxmlformats.org/officeDocument/2006/relationships/image" Target="../media/image1020.png"/><Relationship Id="rId2" Type="http://schemas.openxmlformats.org/officeDocument/2006/relationships/image" Target="../media/image921.png"/><Relationship Id="rId1" Type="http://schemas.openxmlformats.org/officeDocument/2006/relationships/slideLayout" Target="../slideLayouts/slideLayout2.xml"/><Relationship Id="rId6" Type="http://schemas.openxmlformats.org/officeDocument/2006/relationships/image" Target="../media/image960.png"/><Relationship Id="rId11" Type="http://schemas.openxmlformats.org/officeDocument/2006/relationships/image" Target="../media/image1011.png"/><Relationship Id="rId5" Type="http://schemas.openxmlformats.org/officeDocument/2006/relationships/image" Target="../media/image950.png"/><Relationship Id="rId15" Type="http://schemas.openxmlformats.org/officeDocument/2006/relationships/image" Target="../media/image1051.png"/><Relationship Id="rId10" Type="http://schemas.openxmlformats.org/officeDocument/2006/relationships/image" Target="../media/image990.png"/><Relationship Id="rId4" Type="http://schemas.openxmlformats.org/officeDocument/2006/relationships/image" Target="../media/image872.png"/><Relationship Id="rId9" Type="http://schemas.openxmlformats.org/officeDocument/2006/relationships/image" Target="../media/image980.png"/><Relationship Id="rId14" Type="http://schemas.openxmlformats.org/officeDocument/2006/relationships/image" Target="../media/image1041.png"/></Relationships>
</file>

<file path=ppt/slides/_rels/slide41.xml.rels><?xml version="1.0" encoding="UTF-8" standalone="yes"?>
<Relationships xmlns="http://schemas.openxmlformats.org/package/2006/relationships"><Relationship Id="rId8" Type="http://schemas.openxmlformats.org/officeDocument/2006/relationships/image" Target="../media/image913.png"/><Relationship Id="rId13" Type="http://schemas.openxmlformats.org/officeDocument/2006/relationships/image" Target="../media/image1141.png"/><Relationship Id="rId18" Type="http://schemas.openxmlformats.org/officeDocument/2006/relationships/image" Target="../media/image1191.png"/><Relationship Id="rId3" Type="http://schemas.openxmlformats.org/officeDocument/2006/relationships/image" Target="../media/image871.png"/><Relationship Id="rId7" Type="http://schemas.openxmlformats.org/officeDocument/2006/relationships/image" Target="../media/image1072.png"/><Relationship Id="rId12" Type="http://schemas.openxmlformats.org/officeDocument/2006/relationships/image" Target="../media/image1131.png"/><Relationship Id="rId17" Type="http://schemas.openxmlformats.org/officeDocument/2006/relationships/image" Target="../media/image1181.png"/><Relationship Id="rId2" Type="http://schemas.openxmlformats.org/officeDocument/2006/relationships/image" Target="../media/image119.png"/><Relationship Id="rId1" Type="http://schemas.openxmlformats.org/officeDocument/2006/relationships/slideLayout" Target="../slideLayouts/slideLayout2.xml"/><Relationship Id="rId6" Type="http://schemas.openxmlformats.org/officeDocument/2006/relationships/image" Target="../media/image1061.png"/><Relationship Id="rId11" Type="http://schemas.openxmlformats.org/officeDocument/2006/relationships/image" Target="../media/image1122.png"/><Relationship Id="rId5" Type="http://schemas.openxmlformats.org/officeDocument/2006/relationships/image" Target="../media/image891.png"/><Relationship Id="rId15" Type="http://schemas.openxmlformats.org/officeDocument/2006/relationships/image" Target="../media/image1161.png"/><Relationship Id="rId10" Type="http://schemas.openxmlformats.org/officeDocument/2006/relationships/image" Target="../media/image1113.png"/><Relationship Id="rId4" Type="http://schemas.openxmlformats.org/officeDocument/2006/relationships/image" Target="../media/image881.png"/><Relationship Id="rId9" Type="http://schemas.openxmlformats.org/officeDocument/2006/relationships/image" Target="../media/image1092.png"/><Relationship Id="rId14" Type="http://schemas.openxmlformats.org/officeDocument/2006/relationships/image" Target="../media/image1151.png"/></Relationships>
</file>

<file path=ppt/slides/_rels/slide42.xml.rels><?xml version="1.0" encoding="UTF-8" standalone="yes"?>
<Relationships xmlns="http://schemas.openxmlformats.org/package/2006/relationships"><Relationship Id="rId8" Type="http://schemas.openxmlformats.org/officeDocument/2006/relationships/image" Target="../media/image1261.png"/><Relationship Id="rId13" Type="http://schemas.openxmlformats.org/officeDocument/2006/relationships/image" Target="../media/image1312.png"/><Relationship Id="rId18" Type="http://schemas.openxmlformats.org/officeDocument/2006/relationships/image" Target="../media/image134.png"/><Relationship Id="rId26" Type="http://schemas.openxmlformats.org/officeDocument/2006/relationships/image" Target="../media/image123.png"/><Relationship Id="rId3" Type="http://schemas.openxmlformats.org/officeDocument/2006/relationships/image" Target="../media/image1212.png"/><Relationship Id="rId21" Type="http://schemas.openxmlformats.org/officeDocument/2006/relationships/image" Target="../media/image137.png"/><Relationship Id="rId7" Type="http://schemas.openxmlformats.org/officeDocument/2006/relationships/image" Target="../media/image1251.png"/><Relationship Id="rId12" Type="http://schemas.openxmlformats.org/officeDocument/2006/relationships/image" Target="../media/image1131.png"/><Relationship Id="rId17" Type="http://schemas.openxmlformats.org/officeDocument/2006/relationships/image" Target="../media/image1181.png"/><Relationship Id="rId25" Type="http://schemas.openxmlformats.org/officeDocument/2006/relationships/image" Target="../media/image142.png"/><Relationship Id="rId2" Type="http://schemas.openxmlformats.org/officeDocument/2006/relationships/notesSlide" Target="../notesSlides/notesSlide23.xml"/><Relationship Id="rId20" Type="http://schemas.openxmlformats.org/officeDocument/2006/relationships/image" Target="../media/image136.png"/><Relationship Id="rId29" Type="http://schemas.openxmlformats.org/officeDocument/2006/relationships/image" Target="../media/image122.png"/><Relationship Id="rId1" Type="http://schemas.openxmlformats.org/officeDocument/2006/relationships/slideLayout" Target="../slideLayouts/slideLayout2.xml"/><Relationship Id="rId6" Type="http://schemas.openxmlformats.org/officeDocument/2006/relationships/image" Target="../media/image1241.png"/><Relationship Id="rId11" Type="http://schemas.openxmlformats.org/officeDocument/2006/relationships/image" Target="../media/image1291.png"/><Relationship Id="rId24" Type="http://schemas.openxmlformats.org/officeDocument/2006/relationships/image" Target="../media/image141.png"/><Relationship Id="rId5" Type="http://schemas.openxmlformats.org/officeDocument/2006/relationships/image" Target="../media/image1231.png"/><Relationship Id="rId15" Type="http://schemas.openxmlformats.org/officeDocument/2006/relationships/image" Target="../media/image133.png"/><Relationship Id="rId23" Type="http://schemas.openxmlformats.org/officeDocument/2006/relationships/image" Target="../media/image139.png"/><Relationship Id="rId28" Type="http://schemas.openxmlformats.org/officeDocument/2006/relationships/image" Target="../media/image121.png"/><Relationship Id="rId10" Type="http://schemas.openxmlformats.org/officeDocument/2006/relationships/image" Target="../media/image1281.png"/><Relationship Id="rId19" Type="http://schemas.openxmlformats.org/officeDocument/2006/relationships/image" Target="../media/image1351.png"/><Relationship Id="rId4" Type="http://schemas.openxmlformats.org/officeDocument/2006/relationships/image" Target="../media/image1221.png"/><Relationship Id="rId9" Type="http://schemas.openxmlformats.org/officeDocument/2006/relationships/image" Target="../media/image1271.png"/><Relationship Id="rId14" Type="http://schemas.openxmlformats.org/officeDocument/2006/relationships/image" Target="../media/image1322.png"/><Relationship Id="rId22" Type="http://schemas.openxmlformats.org/officeDocument/2006/relationships/image" Target="../media/image138.png"/><Relationship Id="rId27" Type="http://schemas.openxmlformats.org/officeDocument/2006/relationships/image" Target="../media/image124.png"/></Relationships>
</file>

<file path=ppt/slides/_rels/slide43.xml.rels><?xml version="1.0" encoding="UTF-8" standalone="yes"?>
<Relationships xmlns="http://schemas.openxmlformats.org/package/2006/relationships"><Relationship Id="rId8" Type="http://schemas.openxmlformats.org/officeDocument/2006/relationships/image" Target="../media/image147.png"/><Relationship Id="rId13" Type="http://schemas.openxmlformats.org/officeDocument/2006/relationships/image" Target="../media/image152.png"/><Relationship Id="rId18" Type="http://schemas.openxmlformats.org/officeDocument/2006/relationships/image" Target="../media/image1042.png"/><Relationship Id="rId26" Type="http://schemas.openxmlformats.org/officeDocument/2006/relationships/image" Target="../media/image163.png"/><Relationship Id="rId3" Type="http://schemas.openxmlformats.org/officeDocument/2006/relationships/image" Target="../media/image135.png"/><Relationship Id="rId21" Type="http://schemas.openxmlformats.org/officeDocument/2006/relationships/image" Target="../media/image158.png"/><Relationship Id="rId7" Type="http://schemas.openxmlformats.org/officeDocument/2006/relationships/image" Target="../media/image146.png"/><Relationship Id="rId12" Type="http://schemas.openxmlformats.org/officeDocument/2006/relationships/image" Target="../media/image151.png"/><Relationship Id="rId17" Type="http://schemas.openxmlformats.org/officeDocument/2006/relationships/image" Target="../media/image156.png"/><Relationship Id="rId25" Type="http://schemas.openxmlformats.org/officeDocument/2006/relationships/image" Target="../media/image162.png"/><Relationship Id="rId2" Type="http://schemas.openxmlformats.org/officeDocument/2006/relationships/notesSlide" Target="../notesSlides/notesSlide24.xml"/><Relationship Id="rId16" Type="http://schemas.openxmlformats.org/officeDocument/2006/relationships/image" Target="../media/image155.png"/><Relationship Id="rId20" Type="http://schemas.openxmlformats.org/officeDocument/2006/relationships/image" Target="../media/image157.png"/><Relationship Id="rId1" Type="http://schemas.openxmlformats.org/officeDocument/2006/relationships/slideLayout" Target="../slideLayouts/slideLayout2.xml"/><Relationship Id="rId6" Type="http://schemas.openxmlformats.org/officeDocument/2006/relationships/image" Target="../media/image145.png"/><Relationship Id="rId11" Type="http://schemas.openxmlformats.org/officeDocument/2006/relationships/image" Target="../media/image150.png"/><Relationship Id="rId24" Type="http://schemas.openxmlformats.org/officeDocument/2006/relationships/image" Target="../media/image161.png"/><Relationship Id="rId5" Type="http://schemas.openxmlformats.org/officeDocument/2006/relationships/image" Target="../media/image144.png"/><Relationship Id="rId15" Type="http://schemas.openxmlformats.org/officeDocument/2006/relationships/image" Target="../media/image154.png"/><Relationship Id="rId23" Type="http://schemas.openxmlformats.org/officeDocument/2006/relationships/image" Target="../media/image160.png"/><Relationship Id="rId10" Type="http://schemas.openxmlformats.org/officeDocument/2006/relationships/image" Target="../media/image149.png"/><Relationship Id="rId19" Type="http://schemas.openxmlformats.org/officeDocument/2006/relationships/image" Target="../media/image1062.png"/><Relationship Id="rId4" Type="http://schemas.openxmlformats.org/officeDocument/2006/relationships/image" Target="../media/image143.png"/><Relationship Id="rId9" Type="http://schemas.openxmlformats.org/officeDocument/2006/relationships/image" Target="../media/image148.png"/><Relationship Id="rId14" Type="http://schemas.openxmlformats.org/officeDocument/2006/relationships/image" Target="../media/image153.png"/><Relationship Id="rId22" Type="http://schemas.openxmlformats.org/officeDocument/2006/relationships/image" Target="../media/image159.png"/><Relationship Id="rId27" Type="http://schemas.openxmlformats.org/officeDocument/2006/relationships/image" Target="../media/image164.png"/></Relationships>
</file>

<file path=ppt/slides/_rels/slide44.xml.rels><?xml version="1.0" encoding="UTF-8" standalone="yes"?>
<Relationships xmlns="http://schemas.openxmlformats.org/package/2006/relationships"><Relationship Id="rId3" Type="http://schemas.openxmlformats.org/officeDocument/2006/relationships/image" Target="../media/image1040.png"/><Relationship Id="rId2" Type="http://schemas.openxmlformats.org/officeDocument/2006/relationships/image" Target="../media/image1030.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8" Type="http://schemas.openxmlformats.org/officeDocument/2006/relationships/image" Target="../media/image1112.png"/><Relationship Id="rId13" Type="http://schemas.openxmlformats.org/officeDocument/2006/relationships/image" Target="../media/image1160.png"/><Relationship Id="rId18" Type="http://schemas.openxmlformats.org/officeDocument/2006/relationships/image" Target="../media/image1220.png"/><Relationship Id="rId26" Type="http://schemas.openxmlformats.org/officeDocument/2006/relationships/image" Target="../media/image1311.png"/><Relationship Id="rId3" Type="http://schemas.openxmlformats.org/officeDocument/2006/relationships/image" Target="../media/image1050.png"/><Relationship Id="rId21" Type="http://schemas.openxmlformats.org/officeDocument/2006/relationships/image" Target="../media/image1250.png"/><Relationship Id="rId7" Type="http://schemas.openxmlformats.org/officeDocument/2006/relationships/image" Target="../media/image1091.png"/><Relationship Id="rId12" Type="http://schemas.openxmlformats.org/officeDocument/2006/relationships/image" Target="../media/image1150.png"/><Relationship Id="rId17" Type="http://schemas.openxmlformats.org/officeDocument/2006/relationships/image" Target="../media/image1211.png"/><Relationship Id="rId25" Type="http://schemas.openxmlformats.org/officeDocument/2006/relationships/image" Target="../media/image1290.png"/><Relationship Id="rId2" Type="http://schemas.openxmlformats.org/officeDocument/2006/relationships/notesSlide" Target="../notesSlides/notesSlide25.xml"/><Relationship Id="rId16" Type="http://schemas.openxmlformats.org/officeDocument/2006/relationships/image" Target="../media/image1190.png"/><Relationship Id="rId20" Type="http://schemas.openxmlformats.org/officeDocument/2006/relationships/image" Target="../media/image1240.png"/><Relationship Id="rId1" Type="http://schemas.openxmlformats.org/officeDocument/2006/relationships/slideLayout" Target="../slideLayouts/slideLayout2.xml"/><Relationship Id="rId6" Type="http://schemas.openxmlformats.org/officeDocument/2006/relationships/image" Target="../media/image1081.png"/><Relationship Id="rId11" Type="http://schemas.openxmlformats.org/officeDocument/2006/relationships/image" Target="../media/image1140.png"/><Relationship Id="rId24" Type="http://schemas.openxmlformats.org/officeDocument/2006/relationships/image" Target="../media/image1280.png"/><Relationship Id="rId5" Type="http://schemas.openxmlformats.org/officeDocument/2006/relationships/image" Target="../media/image1071.png"/><Relationship Id="rId15" Type="http://schemas.openxmlformats.org/officeDocument/2006/relationships/image" Target="../media/image1180.png"/><Relationship Id="rId23" Type="http://schemas.openxmlformats.org/officeDocument/2006/relationships/image" Target="../media/image1270.png"/><Relationship Id="rId10" Type="http://schemas.openxmlformats.org/officeDocument/2006/relationships/image" Target="../media/image1130.png"/><Relationship Id="rId19" Type="http://schemas.openxmlformats.org/officeDocument/2006/relationships/image" Target="../media/image1230.png"/><Relationship Id="rId4" Type="http://schemas.openxmlformats.org/officeDocument/2006/relationships/image" Target="../media/image1060.png"/><Relationship Id="rId9" Type="http://schemas.openxmlformats.org/officeDocument/2006/relationships/image" Target="../media/image1121.png"/><Relationship Id="rId14" Type="http://schemas.openxmlformats.org/officeDocument/2006/relationships/image" Target="../media/image1170.png"/><Relationship Id="rId22" Type="http://schemas.openxmlformats.org/officeDocument/2006/relationships/image" Target="../media/image1260.png"/><Relationship Id="rId27" Type="http://schemas.openxmlformats.org/officeDocument/2006/relationships/image" Target="../media/image1321.png"/></Relationships>
</file>

<file path=ppt/slides/_rels/slide46.xml.rels><?xml version="1.0" encoding="UTF-8" standalone="yes"?>
<Relationships xmlns="http://schemas.openxmlformats.org/package/2006/relationships"><Relationship Id="rId8" Type="http://schemas.openxmlformats.org/officeDocument/2006/relationships/image" Target="../media/image1112.png"/><Relationship Id="rId13" Type="http://schemas.openxmlformats.org/officeDocument/2006/relationships/image" Target="../media/image1160.png"/><Relationship Id="rId18" Type="http://schemas.openxmlformats.org/officeDocument/2006/relationships/image" Target="../media/image1220.png"/><Relationship Id="rId26" Type="http://schemas.openxmlformats.org/officeDocument/2006/relationships/image" Target="../media/image1311.png"/><Relationship Id="rId3" Type="http://schemas.openxmlformats.org/officeDocument/2006/relationships/image" Target="../media/image1050.png"/><Relationship Id="rId21" Type="http://schemas.openxmlformats.org/officeDocument/2006/relationships/image" Target="../media/image1350.png"/><Relationship Id="rId7" Type="http://schemas.openxmlformats.org/officeDocument/2006/relationships/image" Target="../media/image1091.png"/><Relationship Id="rId12" Type="http://schemas.openxmlformats.org/officeDocument/2006/relationships/image" Target="../media/image1150.png"/><Relationship Id="rId17" Type="http://schemas.openxmlformats.org/officeDocument/2006/relationships/image" Target="../media/image1211.png"/><Relationship Id="rId25" Type="http://schemas.openxmlformats.org/officeDocument/2006/relationships/image" Target="../media/image1290.png"/><Relationship Id="rId2" Type="http://schemas.openxmlformats.org/officeDocument/2006/relationships/notesSlide" Target="../notesSlides/notesSlide26.xml"/><Relationship Id="rId16" Type="http://schemas.openxmlformats.org/officeDocument/2006/relationships/image" Target="../media/image1190.png"/><Relationship Id="rId20" Type="http://schemas.openxmlformats.org/officeDocument/2006/relationships/image" Target="../media/image1340.png"/><Relationship Id="rId29" Type="http://schemas.openxmlformats.org/officeDocument/2006/relationships/image" Target="../media/image1380.png"/><Relationship Id="rId1" Type="http://schemas.openxmlformats.org/officeDocument/2006/relationships/slideLayout" Target="../slideLayouts/slideLayout2.xml"/><Relationship Id="rId6" Type="http://schemas.openxmlformats.org/officeDocument/2006/relationships/image" Target="../media/image1081.png"/><Relationship Id="rId11" Type="http://schemas.openxmlformats.org/officeDocument/2006/relationships/image" Target="../media/image1140.png"/><Relationship Id="rId24" Type="http://schemas.openxmlformats.org/officeDocument/2006/relationships/image" Target="../media/image1280.png"/><Relationship Id="rId5" Type="http://schemas.openxmlformats.org/officeDocument/2006/relationships/image" Target="../media/image1071.png"/><Relationship Id="rId15" Type="http://schemas.openxmlformats.org/officeDocument/2006/relationships/image" Target="../media/image1180.png"/><Relationship Id="rId23" Type="http://schemas.openxmlformats.org/officeDocument/2006/relationships/image" Target="../media/image1270.png"/><Relationship Id="rId28" Type="http://schemas.openxmlformats.org/officeDocument/2006/relationships/image" Target="../media/image1370.png"/><Relationship Id="rId10" Type="http://schemas.openxmlformats.org/officeDocument/2006/relationships/image" Target="../media/image1130.png"/><Relationship Id="rId19" Type="http://schemas.openxmlformats.org/officeDocument/2006/relationships/image" Target="../media/image1330.png"/><Relationship Id="rId31" Type="http://schemas.openxmlformats.org/officeDocument/2006/relationships/image" Target="../media/image1321.png"/><Relationship Id="rId4" Type="http://schemas.openxmlformats.org/officeDocument/2006/relationships/image" Target="../media/image1060.png"/><Relationship Id="rId9" Type="http://schemas.openxmlformats.org/officeDocument/2006/relationships/image" Target="../media/image1121.png"/><Relationship Id="rId14" Type="http://schemas.openxmlformats.org/officeDocument/2006/relationships/image" Target="../media/image1170.png"/><Relationship Id="rId22" Type="http://schemas.openxmlformats.org/officeDocument/2006/relationships/image" Target="../media/image1260.png"/><Relationship Id="rId27" Type="http://schemas.openxmlformats.org/officeDocument/2006/relationships/image" Target="../media/image1360.png"/><Relationship Id="rId30" Type="http://schemas.openxmlformats.org/officeDocument/2006/relationships/image" Target="../media/image1390.png"/></Relationships>
</file>

<file path=ppt/slides/_rels/slide47.xml.rels><?xml version="1.0" encoding="UTF-8" standalone="yes"?>
<Relationships xmlns="http://schemas.openxmlformats.org/package/2006/relationships"><Relationship Id="rId13" Type="http://schemas.openxmlformats.org/officeDocument/2006/relationships/image" Target="../media/image1160.png"/><Relationship Id="rId18" Type="http://schemas.openxmlformats.org/officeDocument/2006/relationships/image" Target="../media/image1220.png"/><Relationship Id="rId26" Type="http://schemas.openxmlformats.org/officeDocument/2006/relationships/image" Target="../media/image1311.png"/><Relationship Id="rId3" Type="http://schemas.openxmlformats.org/officeDocument/2006/relationships/image" Target="../media/image1050.png"/><Relationship Id="rId21" Type="http://schemas.openxmlformats.org/officeDocument/2006/relationships/image" Target="../media/image1350.png"/><Relationship Id="rId7" Type="http://schemas.openxmlformats.org/officeDocument/2006/relationships/image" Target="../media/image1091.png"/><Relationship Id="rId12" Type="http://schemas.openxmlformats.org/officeDocument/2006/relationships/image" Target="../media/image1150.png"/><Relationship Id="rId17" Type="http://schemas.openxmlformats.org/officeDocument/2006/relationships/image" Target="../media/image1211.png"/><Relationship Id="rId25" Type="http://schemas.openxmlformats.org/officeDocument/2006/relationships/image" Target="../media/image1290.png"/><Relationship Id="rId33" Type="http://schemas.openxmlformats.org/officeDocument/2006/relationships/image" Target="../media/image1470.png"/><Relationship Id="rId2" Type="http://schemas.openxmlformats.org/officeDocument/2006/relationships/notesSlide" Target="../notesSlides/notesSlide27.xml"/><Relationship Id="rId16" Type="http://schemas.openxmlformats.org/officeDocument/2006/relationships/image" Target="../media/image1190.png"/><Relationship Id="rId20" Type="http://schemas.openxmlformats.org/officeDocument/2006/relationships/image" Target="../media/image1340.png"/><Relationship Id="rId29" Type="http://schemas.openxmlformats.org/officeDocument/2006/relationships/image" Target="../media/image1380.png"/><Relationship Id="rId1" Type="http://schemas.openxmlformats.org/officeDocument/2006/relationships/slideLayout" Target="../slideLayouts/slideLayout2.xml"/><Relationship Id="rId6" Type="http://schemas.openxmlformats.org/officeDocument/2006/relationships/image" Target="../media/image1081.png"/><Relationship Id="rId11" Type="http://schemas.openxmlformats.org/officeDocument/2006/relationships/image" Target="../media/image1140.png"/><Relationship Id="rId24" Type="http://schemas.openxmlformats.org/officeDocument/2006/relationships/image" Target="../media/image1280.png"/><Relationship Id="rId32" Type="http://schemas.openxmlformats.org/officeDocument/2006/relationships/image" Target="../media/image1460.png"/><Relationship Id="rId5" Type="http://schemas.openxmlformats.org/officeDocument/2006/relationships/image" Target="../media/image1071.png"/><Relationship Id="rId15" Type="http://schemas.openxmlformats.org/officeDocument/2006/relationships/image" Target="../media/image1420.png"/><Relationship Id="rId23" Type="http://schemas.openxmlformats.org/officeDocument/2006/relationships/image" Target="../media/image1440.png"/><Relationship Id="rId28" Type="http://schemas.openxmlformats.org/officeDocument/2006/relationships/image" Target="../media/image1370.png"/><Relationship Id="rId10" Type="http://schemas.openxmlformats.org/officeDocument/2006/relationships/image" Target="../media/image1130.png"/><Relationship Id="rId19" Type="http://schemas.openxmlformats.org/officeDocument/2006/relationships/image" Target="../media/image1330.png"/><Relationship Id="rId31" Type="http://schemas.openxmlformats.org/officeDocument/2006/relationships/image" Target="../media/image1450.png"/><Relationship Id="rId4" Type="http://schemas.openxmlformats.org/officeDocument/2006/relationships/image" Target="../media/image1060.png"/><Relationship Id="rId9" Type="http://schemas.openxmlformats.org/officeDocument/2006/relationships/image" Target="../media/image1121.png"/><Relationship Id="rId14" Type="http://schemas.openxmlformats.org/officeDocument/2006/relationships/image" Target="../media/image1411.png"/><Relationship Id="rId22" Type="http://schemas.openxmlformats.org/officeDocument/2006/relationships/image" Target="../media/image1430.png"/><Relationship Id="rId27" Type="http://schemas.openxmlformats.org/officeDocument/2006/relationships/image" Target="../media/image1360.png"/><Relationship Id="rId30" Type="http://schemas.openxmlformats.org/officeDocument/2006/relationships/image" Target="../media/image1390.png"/><Relationship Id="rId8" Type="http://schemas.openxmlformats.org/officeDocument/2006/relationships/image" Target="../media/image1112.png"/></Relationships>
</file>

<file path=ppt/slides/_rels/slide48.xml.rels><?xml version="1.0" encoding="UTF-8" standalone="yes"?>
<Relationships xmlns="http://schemas.openxmlformats.org/package/2006/relationships"><Relationship Id="rId13" Type="http://schemas.openxmlformats.org/officeDocument/2006/relationships/image" Target="../media/image1160.png"/><Relationship Id="rId18" Type="http://schemas.openxmlformats.org/officeDocument/2006/relationships/image" Target="../media/image1220.png"/><Relationship Id="rId26" Type="http://schemas.openxmlformats.org/officeDocument/2006/relationships/image" Target="../media/image1550.png"/><Relationship Id="rId3" Type="http://schemas.openxmlformats.org/officeDocument/2006/relationships/image" Target="../media/image1050.png"/><Relationship Id="rId21" Type="http://schemas.openxmlformats.org/officeDocument/2006/relationships/image" Target="../media/image1501.png"/><Relationship Id="rId7" Type="http://schemas.openxmlformats.org/officeDocument/2006/relationships/image" Target="../media/image1091.png"/><Relationship Id="rId12" Type="http://schemas.openxmlformats.org/officeDocument/2006/relationships/image" Target="../media/image1150.png"/><Relationship Id="rId17" Type="http://schemas.openxmlformats.org/officeDocument/2006/relationships/image" Target="../media/image1211.png"/><Relationship Id="rId25" Type="http://schemas.openxmlformats.org/officeDocument/2006/relationships/image" Target="../media/image1540.png"/><Relationship Id="rId33" Type="http://schemas.openxmlformats.org/officeDocument/2006/relationships/image" Target="../media/image1620.png"/><Relationship Id="rId2" Type="http://schemas.openxmlformats.org/officeDocument/2006/relationships/notesSlide" Target="../notesSlides/notesSlide28.xml"/><Relationship Id="rId16" Type="http://schemas.openxmlformats.org/officeDocument/2006/relationships/image" Target="../media/image1190.png"/><Relationship Id="rId20" Type="http://schemas.openxmlformats.org/officeDocument/2006/relationships/image" Target="../media/image1490.png"/><Relationship Id="rId29" Type="http://schemas.openxmlformats.org/officeDocument/2006/relationships/image" Target="../media/image1580.png"/><Relationship Id="rId1" Type="http://schemas.openxmlformats.org/officeDocument/2006/relationships/slideLayout" Target="../slideLayouts/slideLayout2.xml"/><Relationship Id="rId6" Type="http://schemas.openxmlformats.org/officeDocument/2006/relationships/image" Target="../media/image1081.png"/><Relationship Id="rId11" Type="http://schemas.openxmlformats.org/officeDocument/2006/relationships/image" Target="../media/image1140.png"/><Relationship Id="rId24" Type="http://schemas.openxmlformats.org/officeDocument/2006/relationships/image" Target="../media/image1530.png"/><Relationship Id="rId32" Type="http://schemas.openxmlformats.org/officeDocument/2006/relationships/image" Target="../media/image1611.png"/><Relationship Id="rId5" Type="http://schemas.openxmlformats.org/officeDocument/2006/relationships/image" Target="../media/image1071.png"/><Relationship Id="rId15" Type="http://schemas.openxmlformats.org/officeDocument/2006/relationships/image" Target="../media/image1420.png"/><Relationship Id="rId23" Type="http://schemas.openxmlformats.org/officeDocument/2006/relationships/image" Target="../media/image1521.png"/><Relationship Id="rId28" Type="http://schemas.openxmlformats.org/officeDocument/2006/relationships/image" Target="../media/image1570.png"/><Relationship Id="rId10" Type="http://schemas.openxmlformats.org/officeDocument/2006/relationships/image" Target="../media/image1130.png"/><Relationship Id="rId19" Type="http://schemas.openxmlformats.org/officeDocument/2006/relationships/image" Target="../media/image1480.png"/><Relationship Id="rId31" Type="http://schemas.openxmlformats.org/officeDocument/2006/relationships/image" Target="../media/image1601.png"/><Relationship Id="rId4" Type="http://schemas.openxmlformats.org/officeDocument/2006/relationships/image" Target="../media/image1060.png"/><Relationship Id="rId9" Type="http://schemas.openxmlformats.org/officeDocument/2006/relationships/image" Target="../media/image1121.png"/><Relationship Id="rId14" Type="http://schemas.openxmlformats.org/officeDocument/2006/relationships/image" Target="../media/image1170.png"/><Relationship Id="rId22" Type="http://schemas.openxmlformats.org/officeDocument/2006/relationships/image" Target="../media/image1511.png"/><Relationship Id="rId27" Type="http://schemas.openxmlformats.org/officeDocument/2006/relationships/image" Target="../media/image1560.png"/><Relationship Id="rId30" Type="http://schemas.openxmlformats.org/officeDocument/2006/relationships/image" Target="../media/image1590.png"/><Relationship Id="rId8" Type="http://schemas.openxmlformats.org/officeDocument/2006/relationships/image" Target="../media/image1112.png"/></Relationships>
</file>

<file path=ppt/slides/_rels/slide49.xml.rels><?xml version="1.0" encoding="UTF-8" standalone="yes"?>
<Relationships xmlns="http://schemas.openxmlformats.org/package/2006/relationships"><Relationship Id="rId8" Type="http://schemas.openxmlformats.org/officeDocument/2006/relationships/image" Target="../media/image165.png"/><Relationship Id="rId13" Type="http://schemas.openxmlformats.org/officeDocument/2006/relationships/image" Target="../media/image170.png"/><Relationship Id="rId3" Type="http://schemas.openxmlformats.org/officeDocument/2006/relationships/hyperlink" Target="https://www.rcsb.org/search?request=%7B%22query%22%3A%7B%22type%22%3A%22group%22%2C%22nodes%22%3A%5B%7B%22type%22%3A%22group%22%2C%22nodes%22%3A%5B%7B%22type%22%3A%22group%22%2C%22nodes%22%3A%5B%7B%22type%22%3A%22terminal%22%2C%22service%22%3A%22text%22%2C%22parameters%22%3A%7B%22attribute%22%3A%22rcsb_polymer_entity.rcsb_ec_lineage.id%22%2C%22negation%22%3Afalse%2C%22operator%22%3A%22in%22%2C%22value%22%3A%5B%223.1.2.2%22%5D%7D%7D%2C%7B%22type%22%3A%22terminal%22%2C%22service%22%3A%22text%22%2C%22parameters%22%3A%7B%22attribute%22%3A%22rcsb_entity_source_organism.taxonomy_lineage.name%22%2C%22operator%22%3A%22exact_match%22%2C%22negation%22%3Afalse%2C%22value%22%3A%22Saccharomyces%20cerevisiae%22%7D%7D%5D%2C%22logical_operator%22%3A%22and%22%7D%5D%2C%22logical_operator%22%3A%22and%22%2C%22label%22%3A%22text%22%7D%5D%2C%22logical_operator%22%3A%22and%22%7D%2C%22return_type%22%3A%22entry%22%2C%22request_options%22%3A%7B%22paginate%22%3A%7B%22start%22%3A0%2C%22rows%22%3A25%7D%2C%22results_content_type%22%3A%5B%22experimental%22%5D%2C%22sort%22%3A%5B%7B%22sort_by%22%3A%22score%22%2C%22direction%22%3A%22desc%22%7D%5D%2C%22scoring_strategy%22%3A%22combined%22%7D%2C%22request_info%22%3A%7B%22query_id%22%3A%22942b1fb39072ccdc277e358e197a14f3%22%7D%7D" TargetMode="External"/><Relationship Id="rId7" Type="http://schemas.openxmlformats.org/officeDocument/2006/relationships/image" Target="../media/image1640.png"/><Relationship Id="rId12" Type="http://schemas.openxmlformats.org/officeDocument/2006/relationships/image" Target="../media/image169.png"/><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image" Target="../media/image1630.png"/><Relationship Id="rId11" Type="http://schemas.openxmlformats.org/officeDocument/2006/relationships/image" Target="../media/image168.png"/><Relationship Id="rId5" Type="http://schemas.openxmlformats.org/officeDocument/2006/relationships/hyperlink" Target="https://enzyme.expasy.org/EC/6.2.1.3" TargetMode="External"/><Relationship Id="rId15" Type="http://schemas.openxmlformats.org/officeDocument/2006/relationships/image" Target="../media/image172.png"/><Relationship Id="rId10" Type="http://schemas.openxmlformats.org/officeDocument/2006/relationships/image" Target="../media/image167.png"/><Relationship Id="rId4" Type="http://schemas.openxmlformats.org/officeDocument/2006/relationships/hyperlink" Target="https://enzyme.expasy.org/EC/2.3.1.16" TargetMode="External"/><Relationship Id="rId9" Type="http://schemas.openxmlformats.org/officeDocument/2006/relationships/image" Target="../media/image166.png"/><Relationship Id="rId14" Type="http://schemas.openxmlformats.org/officeDocument/2006/relationships/image" Target="../media/image171.png"/></Relationships>
</file>

<file path=ppt/slides/_rels/slide50.xml.rels><?xml version="1.0" encoding="UTF-8" standalone="yes"?>
<Relationships xmlns="http://schemas.openxmlformats.org/package/2006/relationships"><Relationship Id="rId8" Type="http://schemas.openxmlformats.org/officeDocument/2006/relationships/image" Target="../media/image176.png"/><Relationship Id="rId13" Type="http://schemas.openxmlformats.org/officeDocument/2006/relationships/image" Target="../media/image181.png"/><Relationship Id="rId18" Type="http://schemas.openxmlformats.org/officeDocument/2006/relationships/image" Target="../media/image186.png"/><Relationship Id="rId26" Type="http://schemas.openxmlformats.org/officeDocument/2006/relationships/image" Target="../media/image194.png"/><Relationship Id="rId3" Type="http://schemas.openxmlformats.org/officeDocument/2006/relationships/image" Target="../media/image1471.png"/><Relationship Id="rId21" Type="http://schemas.openxmlformats.org/officeDocument/2006/relationships/image" Target="../media/image189.png"/><Relationship Id="rId7" Type="http://schemas.openxmlformats.org/officeDocument/2006/relationships/image" Target="../media/image175.png"/><Relationship Id="rId12" Type="http://schemas.openxmlformats.org/officeDocument/2006/relationships/image" Target="../media/image180.png"/><Relationship Id="rId17" Type="http://schemas.openxmlformats.org/officeDocument/2006/relationships/image" Target="../media/image185.png"/><Relationship Id="rId25" Type="http://schemas.openxmlformats.org/officeDocument/2006/relationships/image" Target="../media/image193.png"/><Relationship Id="rId2" Type="http://schemas.openxmlformats.org/officeDocument/2006/relationships/notesSlide" Target="../notesSlides/notesSlide30.xml"/><Relationship Id="rId16" Type="http://schemas.openxmlformats.org/officeDocument/2006/relationships/image" Target="../media/image184.png"/><Relationship Id="rId20" Type="http://schemas.openxmlformats.org/officeDocument/2006/relationships/image" Target="../media/image188.png"/><Relationship Id="rId1" Type="http://schemas.openxmlformats.org/officeDocument/2006/relationships/slideLayout" Target="../slideLayouts/slideLayout2.xml"/><Relationship Id="rId6" Type="http://schemas.openxmlformats.org/officeDocument/2006/relationships/image" Target="../media/image174.png"/><Relationship Id="rId11" Type="http://schemas.openxmlformats.org/officeDocument/2006/relationships/image" Target="../media/image179.png"/><Relationship Id="rId24" Type="http://schemas.openxmlformats.org/officeDocument/2006/relationships/image" Target="../media/image192.png"/><Relationship Id="rId5" Type="http://schemas.openxmlformats.org/officeDocument/2006/relationships/image" Target="../media/image173.png"/><Relationship Id="rId15" Type="http://schemas.openxmlformats.org/officeDocument/2006/relationships/image" Target="../media/image183.png"/><Relationship Id="rId23" Type="http://schemas.openxmlformats.org/officeDocument/2006/relationships/image" Target="../media/image191.png"/><Relationship Id="rId10" Type="http://schemas.openxmlformats.org/officeDocument/2006/relationships/image" Target="../media/image178.png"/><Relationship Id="rId19" Type="http://schemas.openxmlformats.org/officeDocument/2006/relationships/image" Target="../media/image187.png"/><Relationship Id="rId4" Type="http://schemas.openxmlformats.org/officeDocument/2006/relationships/image" Target="../media/image1481.png"/><Relationship Id="rId9" Type="http://schemas.openxmlformats.org/officeDocument/2006/relationships/image" Target="../media/image177.png"/><Relationship Id="rId14" Type="http://schemas.openxmlformats.org/officeDocument/2006/relationships/image" Target="../media/image182.png"/><Relationship Id="rId22" Type="http://schemas.openxmlformats.org/officeDocument/2006/relationships/image" Target="../media/image190.png"/><Relationship Id="rId27" Type="http://schemas.openxmlformats.org/officeDocument/2006/relationships/image" Target="../media/image195.png"/></Relationships>
</file>

<file path=ppt/slides/_rels/slide51.xml.rels><?xml version="1.0" encoding="UTF-8" standalone="yes"?>
<Relationships xmlns="http://schemas.openxmlformats.org/package/2006/relationships"><Relationship Id="rId8" Type="http://schemas.openxmlformats.org/officeDocument/2006/relationships/image" Target="../media/image1261.png"/><Relationship Id="rId13" Type="http://schemas.openxmlformats.org/officeDocument/2006/relationships/image" Target="../media/image1312.png"/><Relationship Id="rId18" Type="http://schemas.openxmlformats.org/officeDocument/2006/relationships/image" Target="../media/image134.png"/><Relationship Id="rId26" Type="http://schemas.openxmlformats.org/officeDocument/2006/relationships/image" Target="../media/image1431.png"/><Relationship Id="rId3" Type="http://schemas.openxmlformats.org/officeDocument/2006/relationships/image" Target="../media/image1731.png"/><Relationship Id="rId21" Type="http://schemas.openxmlformats.org/officeDocument/2006/relationships/image" Target="../media/image137.png"/><Relationship Id="rId7" Type="http://schemas.openxmlformats.org/officeDocument/2006/relationships/image" Target="../media/image1251.png"/><Relationship Id="rId12" Type="http://schemas.openxmlformats.org/officeDocument/2006/relationships/image" Target="../media/image1131.png"/><Relationship Id="rId17" Type="http://schemas.openxmlformats.org/officeDocument/2006/relationships/image" Target="../media/image1181.png"/><Relationship Id="rId25" Type="http://schemas.openxmlformats.org/officeDocument/2006/relationships/image" Target="../media/image142.png"/><Relationship Id="rId2" Type="http://schemas.openxmlformats.org/officeDocument/2006/relationships/notesSlide" Target="../notesSlides/notesSlide31.xml"/><Relationship Id="rId20" Type="http://schemas.openxmlformats.org/officeDocument/2006/relationships/image" Target="../media/image136.png"/><Relationship Id="rId29" Type="http://schemas.openxmlformats.org/officeDocument/2006/relationships/image" Target="../media/image196.png"/><Relationship Id="rId1" Type="http://schemas.openxmlformats.org/officeDocument/2006/relationships/slideLayout" Target="../slideLayouts/slideLayout2.xml"/><Relationship Id="rId6" Type="http://schemas.openxmlformats.org/officeDocument/2006/relationships/image" Target="../media/image1241.png"/><Relationship Id="rId11" Type="http://schemas.openxmlformats.org/officeDocument/2006/relationships/image" Target="../media/image1291.png"/><Relationship Id="rId24" Type="http://schemas.openxmlformats.org/officeDocument/2006/relationships/image" Target="../media/image141.png"/><Relationship Id="rId5" Type="http://schemas.openxmlformats.org/officeDocument/2006/relationships/image" Target="../media/image1231.png"/><Relationship Id="rId15" Type="http://schemas.openxmlformats.org/officeDocument/2006/relationships/image" Target="../media/image133.png"/><Relationship Id="rId23" Type="http://schemas.openxmlformats.org/officeDocument/2006/relationships/image" Target="../media/image139.png"/><Relationship Id="rId28" Type="http://schemas.openxmlformats.org/officeDocument/2006/relationships/image" Target="../media/image1451.png"/><Relationship Id="rId10" Type="http://schemas.openxmlformats.org/officeDocument/2006/relationships/image" Target="../media/image1281.png"/><Relationship Id="rId19" Type="http://schemas.openxmlformats.org/officeDocument/2006/relationships/image" Target="../media/image1351.png"/><Relationship Id="rId4" Type="http://schemas.openxmlformats.org/officeDocument/2006/relationships/image" Target="../media/image1221.png"/><Relationship Id="rId9" Type="http://schemas.openxmlformats.org/officeDocument/2006/relationships/image" Target="../media/image1271.png"/><Relationship Id="rId14" Type="http://schemas.openxmlformats.org/officeDocument/2006/relationships/image" Target="../media/image1322.png"/><Relationship Id="rId22" Type="http://schemas.openxmlformats.org/officeDocument/2006/relationships/image" Target="../media/image138.png"/><Relationship Id="rId27" Type="http://schemas.openxmlformats.org/officeDocument/2006/relationships/image" Target="../media/image1441.png"/></Relationships>
</file>

<file path=ppt/slides/_rels/slide52.xml.rels><?xml version="1.0" encoding="UTF-8" standalone="yes"?>
<Relationships xmlns="http://schemas.openxmlformats.org/package/2006/relationships"><Relationship Id="rId8" Type="http://schemas.openxmlformats.org/officeDocument/2006/relationships/image" Target="../media/image176.png"/><Relationship Id="rId13" Type="http://schemas.openxmlformats.org/officeDocument/2006/relationships/image" Target="../media/image181.png"/><Relationship Id="rId18" Type="http://schemas.openxmlformats.org/officeDocument/2006/relationships/image" Target="../media/image186.png"/><Relationship Id="rId26" Type="http://schemas.openxmlformats.org/officeDocument/2006/relationships/image" Target="../media/image194.png"/><Relationship Id="rId3" Type="http://schemas.openxmlformats.org/officeDocument/2006/relationships/image" Target="../media/image1471.png"/><Relationship Id="rId21" Type="http://schemas.openxmlformats.org/officeDocument/2006/relationships/image" Target="../media/image189.png"/><Relationship Id="rId7" Type="http://schemas.openxmlformats.org/officeDocument/2006/relationships/image" Target="../media/image175.png"/><Relationship Id="rId12" Type="http://schemas.openxmlformats.org/officeDocument/2006/relationships/image" Target="../media/image180.png"/><Relationship Id="rId17" Type="http://schemas.openxmlformats.org/officeDocument/2006/relationships/image" Target="../media/image185.png"/><Relationship Id="rId25" Type="http://schemas.openxmlformats.org/officeDocument/2006/relationships/image" Target="../media/image193.png"/><Relationship Id="rId2" Type="http://schemas.openxmlformats.org/officeDocument/2006/relationships/notesSlide" Target="../notesSlides/notesSlide32.xml"/><Relationship Id="rId16" Type="http://schemas.openxmlformats.org/officeDocument/2006/relationships/image" Target="../media/image184.png"/><Relationship Id="rId20" Type="http://schemas.openxmlformats.org/officeDocument/2006/relationships/image" Target="../media/image188.png"/><Relationship Id="rId1" Type="http://schemas.openxmlformats.org/officeDocument/2006/relationships/slideLayout" Target="../slideLayouts/slideLayout2.xml"/><Relationship Id="rId6" Type="http://schemas.openxmlformats.org/officeDocument/2006/relationships/image" Target="../media/image174.png"/><Relationship Id="rId11" Type="http://schemas.openxmlformats.org/officeDocument/2006/relationships/image" Target="../media/image179.png"/><Relationship Id="rId24" Type="http://schemas.openxmlformats.org/officeDocument/2006/relationships/image" Target="../media/image192.png"/><Relationship Id="rId5" Type="http://schemas.openxmlformats.org/officeDocument/2006/relationships/image" Target="../media/image173.png"/><Relationship Id="rId15" Type="http://schemas.openxmlformats.org/officeDocument/2006/relationships/image" Target="../media/image183.png"/><Relationship Id="rId23" Type="http://schemas.openxmlformats.org/officeDocument/2006/relationships/image" Target="../media/image191.png"/><Relationship Id="rId28" Type="http://schemas.openxmlformats.org/officeDocument/2006/relationships/image" Target="../media/image197.png"/><Relationship Id="rId10" Type="http://schemas.openxmlformats.org/officeDocument/2006/relationships/image" Target="../media/image178.png"/><Relationship Id="rId19" Type="http://schemas.openxmlformats.org/officeDocument/2006/relationships/image" Target="../media/image187.png"/><Relationship Id="rId4" Type="http://schemas.openxmlformats.org/officeDocument/2006/relationships/image" Target="../media/image1481.png"/><Relationship Id="rId9" Type="http://schemas.openxmlformats.org/officeDocument/2006/relationships/image" Target="../media/image177.png"/><Relationship Id="rId14" Type="http://schemas.openxmlformats.org/officeDocument/2006/relationships/image" Target="../media/image182.png"/><Relationship Id="rId22" Type="http://schemas.openxmlformats.org/officeDocument/2006/relationships/image" Target="../media/image190.png"/><Relationship Id="rId27" Type="http://schemas.openxmlformats.org/officeDocument/2006/relationships/image" Target="../media/image195.png"/></Relationships>
</file>

<file path=ppt/slides/_rels/slide53.xml.rels><?xml version="1.0" encoding="UTF-8" standalone="yes"?>
<Relationships xmlns="http://schemas.openxmlformats.org/package/2006/relationships"><Relationship Id="rId8" Type="http://schemas.openxmlformats.org/officeDocument/2006/relationships/image" Target="../media/image175.png"/><Relationship Id="rId13" Type="http://schemas.openxmlformats.org/officeDocument/2006/relationships/image" Target="../media/image180.png"/><Relationship Id="rId18" Type="http://schemas.openxmlformats.org/officeDocument/2006/relationships/image" Target="../media/image185.png"/><Relationship Id="rId26" Type="http://schemas.openxmlformats.org/officeDocument/2006/relationships/image" Target="../media/image193.png"/><Relationship Id="rId3" Type="http://schemas.openxmlformats.org/officeDocument/2006/relationships/image" Target="../media/image125.png"/><Relationship Id="rId21" Type="http://schemas.openxmlformats.org/officeDocument/2006/relationships/image" Target="../media/image188.png"/><Relationship Id="rId7" Type="http://schemas.openxmlformats.org/officeDocument/2006/relationships/image" Target="../media/image174.png"/><Relationship Id="rId12" Type="http://schemas.openxmlformats.org/officeDocument/2006/relationships/image" Target="../media/image179.png"/><Relationship Id="rId17" Type="http://schemas.openxmlformats.org/officeDocument/2006/relationships/image" Target="../media/image184.png"/><Relationship Id="rId25" Type="http://schemas.openxmlformats.org/officeDocument/2006/relationships/image" Target="../media/image192.png"/><Relationship Id="rId2" Type="http://schemas.openxmlformats.org/officeDocument/2006/relationships/notesSlide" Target="../notesSlides/notesSlide33.xml"/><Relationship Id="rId16" Type="http://schemas.openxmlformats.org/officeDocument/2006/relationships/image" Target="../media/image183.png"/><Relationship Id="rId20" Type="http://schemas.openxmlformats.org/officeDocument/2006/relationships/image" Target="../media/image187.png"/><Relationship Id="rId1" Type="http://schemas.openxmlformats.org/officeDocument/2006/relationships/slideLayout" Target="../slideLayouts/slideLayout2.xml"/><Relationship Id="rId6" Type="http://schemas.openxmlformats.org/officeDocument/2006/relationships/image" Target="../media/image173.png"/><Relationship Id="rId11" Type="http://schemas.openxmlformats.org/officeDocument/2006/relationships/image" Target="../media/image178.png"/><Relationship Id="rId24" Type="http://schemas.openxmlformats.org/officeDocument/2006/relationships/image" Target="../media/image191.png"/><Relationship Id="rId5" Type="http://schemas.openxmlformats.org/officeDocument/2006/relationships/image" Target="../media/image1481.png"/><Relationship Id="rId15" Type="http://schemas.openxmlformats.org/officeDocument/2006/relationships/image" Target="../media/image182.png"/><Relationship Id="rId23" Type="http://schemas.openxmlformats.org/officeDocument/2006/relationships/image" Target="../media/image190.png"/><Relationship Id="rId28" Type="http://schemas.openxmlformats.org/officeDocument/2006/relationships/image" Target="../media/image195.png"/><Relationship Id="rId10" Type="http://schemas.openxmlformats.org/officeDocument/2006/relationships/image" Target="../media/image177.png"/><Relationship Id="rId19" Type="http://schemas.openxmlformats.org/officeDocument/2006/relationships/image" Target="../media/image186.png"/><Relationship Id="rId4" Type="http://schemas.openxmlformats.org/officeDocument/2006/relationships/image" Target="../media/image1471.png"/><Relationship Id="rId9" Type="http://schemas.openxmlformats.org/officeDocument/2006/relationships/image" Target="../media/image176.png"/><Relationship Id="rId14" Type="http://schemas.openxmlformats.org/officeDocument/2006/relationships/image" Target="../media/image181.png"/><Relationship Id="rId22" Type="http://schemas.openxmlformats.org/officeDocument/2006/relationships/image" Target="../media/image189.png"/><Relationship Id="rId27" Type="http://schemas.openxmlformats.org/officeDocument/2006/relationships/image" Target="../media/image194.png"/></Relationships>
</file>

<file path=ppt/slides/_rels/slide54.xml.rels><?xml version="1.0" encoding="UTF-8" standalone="yes"?>
<Relationships xmlns="http://schemas.openxmlformats.org/package/2006/relationships"><Relationship Id="rId8" Type="http://schemas.openxmlformats.org/officeDocument/2006/relationships/image" Target="../media/image229.png"/><Relationship Id="rId13" Type="http://schemas.openxmlformats.org/officeDocument/2006/relationships/image" Target="../media/image234.png"/><Relationship Id="rId18" Type="http://schemas.openxmlformats.org/officeDocument/2006/relationships/image" Target="../media/image239.png"/><Relationship Id="rId26" Type="http://schemas.openxmlformats.org/officeDocument/2006/relationships/image" Target="../media/image247.png"/><Relationship Id="rId3" Type="http://schemas.openxmlformats.org/officeDocument/2006/relationships/image" Target="../media/image224.png"/><Relationship Id="rId21" Type="http://schemas.openxmlformats.org/officeDocument/2006/relationships/image" Target="../media/image242.png"/><Relationship Id="rId7" Type="http://schemas.openxmlformats.org/officeDocument/2006/relationships/image" Target="../media/image228.png"/><Relationship Id="rId12" Type="http://schemas.openxmlformats.org/officeDocument/2006/relationships/image" Target="../media/image233.png"/><Relationship Id="rId17" Type="http://schemas.openxmlformats.org/officeDocument/2006/relationships/image" Target="../media/image238.png"/><Relationship Id="rId25" Type="http://schemas.openxmlformats.org/officeDocument/2006/relationships/image" Target="../media/image246.png"/><Relationship Id="rId2" Type="http://schemas.openxmlformats.org/officeDocument/2006/relationships/notesSlide" Target="../notesSlides/notesSlide34.xml"/><Relationship Id="rId16" Type="http://schemas.openxmlformats.org/officeDocument/2006/relationships/image" Target="../media/image237.png"/><Relationship Id="rId20" Type="http://schemas.openxmlformats.org/officeDocument/2006/relationships/image" Target="../media/image241.png"/><Relationship Id="rId1" Type="http://schemas.openxmlformats.org/officeDocument/2006/relationships/slideLayout" Target="../slideLayouts/slideLayout2.xml"/><Relationship Id="rId6" Type="http://schemas.openxmlformats.org/officeDocument/2006/relationships/image" Target="../media/image227.png"/><Relationship Id="rId11" Type="http://schemas.openxmlformats.org/officeDocument/2006/relationships/image" Target="../media/image232.png"/><Relationship Id="rId24" Type="http://schemas.openxmlformats.org/officeDocument/2006/relationships/image" Target="../media/image245.png"/><Relationship Id="rId5" Type="http://schemas.openxmlformats.org/officeDocument/2006/relationships/image" Target="../media/image226.png"/><Relationship Id="rId15" Type="http://schemas.openxmlformats.org/officeDocument/2006/relationships/image" Target="../media/image236.png"/><Relationship Id="rId23" Type="http://schemas.openxmlformats.org/officeDocument/2006/relationships/image" Target="../media/image244.png"/><Relationship Id="rId28" Type="http://schemas.openxmlformats.org/officeDocument/2006/relationships/image" Target="../media/image126.svg"/><Relationship Id="rId10" Type="http://schemas.openxmlformats.org/officeDocument/2006/relationships/image" Target="../media/image231.png"/><Relationship Id="rId19" Type="http://schemas.openxmlformats.org/officeDocument/2006/relationships/image" Target="../media/image240.png"/><Relationship Id="rId4" Type="http://schemas.openxmlformats.org/officeDocument/2006/relationships/image" Target="../media/image225.png"/><Relationship Id="rId9" Type="http://schemas.openxmlformats.org/officeDocument/2006/relationships/image" Target="../media/image230.png"/><Relationship Id="rId14" Type="http://schemas.openxmlformats.org/officeDocument/2006/relationships/image" Target="../media/image235.png"/><Relationship Id="rId22" Type="http://schemas.openxmlformats.org/officeDocument/2006/relationships/image" Target="../media/image243.png"/><Relationship Id="rId27" Type="http://schemas.openxmlformats.org/officeDocument/2006/relationships/image" Target="../media/image248.png"/></Relationships>
</file>

<file path=ppt/slides/_rels/slide55.xml.rels><?xml version="1.0" encoding="UTF-8" standalone="yes"?>
<Relationships xmlns="http://schemas.openxmlformats.org/package/2006/relationships"><Relationship Id="rId8" Type="http://schemas.openxmlformats.org/officeDocument/2006/relationships/image" Target="../media/image2040.png"/><Relationship Id="rId13" Type="http://schemas.openxmlformats.org/officeDocument/2006/relationships/image" Target="../media/image2090.png"/><Relationship Id="rId18" Type="http://schemas.openxmlformats.org/officeDocument/2006/relationships/image" Target="../media/image2240.png"/><Relationship Id="rId26" Type="http://schemas.openxmlformats.org/officeDocument/2006/relationships/image" Target="../media/image2310.png"/><Relationship Id="rId3" Type="http://schemas.openxmlformats.org/officeDocument/2006/relationships/image" Target="../media/image1991.png"/><Relationship Id="rId21" Type="http://schemas.openxmlformats.org/officeDocument/2006/relationships/image" Target="../media/image2270.png"/><Relationship Id="rId7" Type="http://schemas.openxmlformats.org/officeDocument/2006/relationships/image" Target="../media/image2030.png"/><Relationship Id="rId12" Type="http://schemas.openxmlformats.org/officeDocument/2006/relationships/image" Target="../media/image2080.png"/><Relationship Id="rId17" Type="http://schemas.openxmlformats.org/officeDocument/2006/relationships/image" Target="../media/image213.png"/><Relationship Id="rId25" Type="http://schemas.openxmlformats.org/officeDocument/2006/relationships/image" Target="../media/image2301.png"/><Relationship Id="rId2" Type="http://schemas.openxmlformats.org/officeDocument/2006/relationships/notesSlide" Target="../notesSlides/notesSlide35.xml"/><Relationship Id="rId16" Type="http://schemas.openxmlformats.org/officeDocument/2006/relationships/image" Target="../media/image212.png"/><Relationship Id="rId20" Type="http://schemas.openxmlformats.org/officeDocument/2006/relationships/image" Target="../media/image2260.png"/><Relationship Id="rId1" Type="http://schemas.openxmlformats.org/officeDocument/2006/relationships/slideLayout" Target="../slideLayouts/slideLayout2.xml"/><Relationship Id="rId6" Type="http://schemas.openxmlformats.org/officeDocument/2006/relationships/image" Target="../media/image2020.png"/><Relationship Id="rId11" Type="http://schemas.openxmlformats.org/officeDocument/2006/relationships/image" Target="../media/image2070.png"/><Relationship Id="rId24" Type="http://schemas.openxmlformats.org/officeDocument/2006/relationships/image" Target="../media/image2290.png"/><Relationship Id="rId5" Type="http://schemas.openxmlformats.org/officeDocument/2006/relationships/image" Target="../media/image2010.png"/><Relationship Id="rId15" Type="http://schemas.openxmlformats.org/officeDocument/2006/relationships/image" Target="../media/image211.png"/><Relationship Id="rId23" Type="http://schemas.openxmlformats.org/officeDocument/2006/relationships/image" Target="../media/image2280.png"/><Relationship Id="rId28" Type="http://schemas.openxmlformats.org/officeDocument/2006/relationships/image" Target="../media/image132.png"/><Relationship Id="rId10" Type="http://schemas.openxmlformats.org/officeDocument/2006/relationships/image" Target="../media/image2060.png"/><Relationship Id="rId19" Type="http://schemas.openxmlformats.org/officeDocument/2006/relationships/image" Target="../media/image2250.png"/><Relationship Id="rId4" Type="http://schemas.openxmlformats.org/officeDocument/2006/relationships/image" Target="../media/image2002.png"/><Relationship Id="rId9" Type="http://schemas.openxmlformats.org/officeDocument/2006/relationships/image" Target="../media/image2050.png"/><Relationship Id="rId14" Type="http://schemas.openxmlformats.org/officeDocument/2006/relationships/image" Target="../media/image2100.png"/><Relationship Id="rId22" Type="http://schemas.openxmlformats.org/officeDocument/2006/relationships/image" Target="../media/image218.png"/><Relationship Id="rId27" Type="http://schemas.openxmlformats.org/officeDocument/2006/relationships/image" Target="../media/image2320.png"/></Relationships>
</file>

<file path=ppt/slides/_rels/slide56.xml.rels><?xml version="1.0" encoding="UTF-8" standalone="yes"?>
<Relationships xmlns="http://schemas.openxmlformats.org/package/2006/relationships"><Relationship Id="rId8" Type="http://schemas.openxmlformats.org/officeDocument/2006/relationships/image" Target="../media/image204.png"/><Relationship Id="rId13" Type="http://schemas.openxmlformats.org/officeDocument/2006/relationships/image" Target="../media/image209.png"/><Relationship Id="rId3" Type="http://schemas.openxmlformats.org/officeDocument/2006/relationships/image" Target="../media/image126.svg"/><Relationship Id="rId7" Type="http://schemas.openxmlformats.org/officeDocument/2006/relationships/image" Target="../media/image199.png"/><Relationship Id="rId12" Type="http://schemas.openxmlformats.org/officeDocument/2006/relationships/image" Target="../media/image208.png"/><Relationship Id="rId2" Type="http://schemas.openxmlformats.org/officeDocument/2006/relationships/notesSlide" Target="../notesSlides/notesSlide36.xml"/><Relationship Id="rId1" Type="http://schemas.openxmlformats.org/officeDocument/2006/relationships/slideLayout" Target="../slideLayouts/slideLayout2.xml"/><Relationship Id="rId6" Type="http://schemas.openxmlformats.org/officeDocument/2006/relationships/image" Target="../media/image202.png"/><Relationship Id="rId11" Type="http://schemas.openxmlformats.org/officeDocument/2006/relationships/image" Target="../media/image200.png"/><Relationship Id="rId5" Type="http://schemas.openxmlformats.org/officeDocument/2006/relationships/image" Target="../media/image2011.png"/><Relationship Id="rId10" Type="http://schemas.openxmlformats.org/officeDocument/2006/relationships/image" Target="../media/image206.png"/><Relationship Id="rId4" Type="http://schemas.openxmlformats.org/officeDocument/2006/relationships/image" Target="../media/image198.png"/><Relationship Id="rId9" Type="http://schemas.openxmlformats.org/officeDocument/2006/relationships/image" Target="../media/image205.png"/><Relationship Id="rId14" Type="http://schemas.openxmlformats.org/officeDocument/2006/relationships/image" Target="../media/image210.png"/></Relationships>
</file>

<file path=ppt/slides/_rels/slide57.xml.rels><?xml version="1.0" encoding="UTF-8" standalone="yes"?>
<Relationships xmlns="http://schemas.openxmlformats.org/package/2006/relationships"><Relationship Id="rId13" Type="http://schemas.openxmlformats.org/officeDocument/2006/relationships/image" Target="../media/image2591.png"/><Relationship Id="rId18" Type="http://schemas.openxmlformats.org/officeDocument/2006/relationships/image" Target="../media/image264.png"/><Relationship Id="rId26" Type="http://schemas.openxmlformats.org/officeDocument/2006/relationships/image" Target="../media/image272.png"/><Relationship Id="rId21" Type="http://schemas.openxmlformats.org/officeDocument/2006/relationships/image" Target="../media/image267.png"/><Relationship Id="rId34" Type="http://schemas.openxmlformats.org/officeDocument/2006/relationships/hyperlink" Target="https://www.uniprot.org/uniprotkb/P32288/entry#structure" TargetMode="External"/><Relationship Id="rId7" Type="http://schemas.openxmlformats.org/officeDocument/2006/relationships/image" Target="../media/image2531.png"/><Relationship Id="rId12" Type="http://schemas.openxmlformats.org/officeDocument/2006/relationships/image" Target="../media/image2581.png"/><Relationship Id="rId17" Type="http://schemas.openxmlformats.org/officeDocument/2006/relationships/image" Target="../media/image2632.png"/><Relationship Id="rId25" Type="http://schemas.openxmlformats.org/officeDocument/2006/relationships/image" Target="../media/image271.png"/><Relationship Id="rId33" Type="http://schemas.openxmlformats.org/officeDocument/2006/relationships/hyperlink" Target="https://www.uniprot.org/uniprotkb/P39708/entry#structure" TargetMode="External"/><Relationship Id="rId2" Type="http://schemas.openxmlformats.org/officeDocument/2006/relationships/notesSlide" Target="../notesSlides/notesSlide37.xml"/><Relationship Id="rId16" Type="http://schemas.openxmlformats.org/officeDocument/2006/relationships/image" Target="../media/image2622.png"/><Relationship Id="rId20" Type="http://schemas.openxmlformats.org/officeDocument/2006/relationships/image" Target="../media/image266.png"/><Relationship Id="rId29" Type="http://schemas.openxmlformats.org/officeDocument/2006/relationships/hyperlink" Target="https://www.uniprot.org/uniprotkb/Q12482/entry#structure" TargetMode="External"/><Relationship Id="rId1" Type="http://schemas.openxmlformats.org/officeDocument/2006/relationships/slideLayout" Target="../slideLayouts/slideLayout2.xml"/><Relationship Id="rId6" Type="http://schemas.openxmlformats.org/officeDocument/2006/relationships/image" Target="../media/image2522.png"/><Relationship Id="rId11" Type="http://schemas.openxmlformats.org/officeDocument/2006/relationships/image" Target="../media/image2571.png"/><Relationship Id="rId24" Type="http://schemas.openxmlformats.org/officeDocument/2006/relationships/image" Target="../media/image270.png"/><Relationship Id="rId32" Type="http://schemas.openxmlformats.org/officeDocument/2006/relationships/hyperlink" Target="https://www.uniprot.org/uniprotkb/P17649/entry#structure" TargetMode="External"/><Relationship Id="rId37" Type="http://schemas.openxmlformats.org/officeDocument/2006/relationships/hyperlink" Target="https://www.uniprot.org/uniprotkb/Q07938/entry#structure" TargetMode="External"/><Relationship Id="rId5" Type="http://schemas.openxmlformats.org/officeDocument/2006/relationships/image" Target="../media/image2511.png"/><Relationship Id="rId15" Type="http://schemas.openxmlformats.org/officeDocument/2006/relationships/image" Target="../media/image2612.png"/><Relationship Id="rId23" Type="http://schemas.openxmlformats.org/officeDocument/2006/relationships/image" Target="../media/image269.png"/><Relationship Id="rId28" Type="http://schemas.openxmlformats.org/officeDocument/2006/relationships/hyperlink" Target="https://www.uniprot.org/uniprotkb/P38999/entry" TargetMode="External"/><Relationship Id="rId36" Type="http://schemas.openxmlformats.org/officeDocument/2006/relationships/hyperlink" Target="https://www.uniprot.org/uniprotkb/P32477/entry#structure" TargetMode="External"/><Relationship Id="rId10" Type="http://schemas.openxmlformats.org/officeDocument/2006/relationships/image" Target="../media/image2561.png"/><Relationship Id="rId19" Type="http://schemas.openxmlformats.org/officeDocument/2006/relationships/image" Target="../media/image265.png"/><Relationship Id="rId31" Type="http://schemas.openxmlformats.org/officeDocument/2006/relationships/hyperlink" Target="https://www.uniprot.org/uniprotkb/P23542/entry#structure" TargetMode="External"/><Relationship Id="rId4" Type="http://schemas.openxmlformats.org/officeDocument/2006/relationships/image" Target="../media/image2501.png"/><Relationship Id="rId9" Type="http://schemas.openxmlformats.org/officeDocument/2006/relationships/image" Target="../media/image2551.png"/><Relationship Id="rId14" Type="http://schemas.openxmlformats.org/officeDocument/2006/relationships/image" Target="../media/image2602.png"/><Relationship Id="rId22" Type="http://schemas.openxmlformats.org/officeDocument/2006/relationships/image" Target="../media/image268.png"/><Relationship Id="rId27" Type="http://schemas.openxmlformats.org/officeDocument/2006/relationships/image" Target="../media/image273.png"/><Relationship Id="rId30" Type="http://schemas.openxmlformats.org/officeDocument/2006/relationships/hyperlink" Target="https://www.uniprot.org/uniprotkb/P41939/entry#structure" TargetMode="External"/><Relationship Id="rId35" Type="http://schemas.openxmlformats.org/officeDocument/2006/relationships/hyperlink" Target="https://www.uniprot.org/uniprotkb/Q12676/entry#structure" TargetMode="External"/><Relationship Id="rId8" Type="http://schemas.openxmlformats.org/officeDocument/2006/relationships/image" Target="../media/image2541.png"/><Relationship Id="rId3" Type="http://schemas.openxmlformats.org/officeDocument/2006/relationships/image" Target="../media/image2490.png"/></Relationships>
</file>

<file path=ppt/slides/_rels/slide58.xml.rels><?xml version="1.0" encoding="UTF-8" standalone="yes"?>
<Relationships xmlns="http://schemas.openxmlformats.org/package/2006/relationships"><Relationship Id="rId8" Type="http://schemas.openxmlformats.org/officeDocument/2006/relationships/image" Target="../media/image219.png"/><Relationship Id="rId13" Type="http://schemas.openxmlformats.org/officeDocument/2006/relationships/image" Target="../media/image249.png"/><Relationship Id="rId18" Type="http://schemas.openxmlformats.org/officeDocument/2006/relationships/image" Target="../media/image254.png"/><Relationship Id="rId26" Type="http://schemas.openxmlformats.org/officeDocument/2006/relationships/image" Target="../media/image262.png"/><Relationship Id="rId3" Type="http://schemas.openxmlformats.org/officeDocument/2006/relationships/image" Target="../media/image2071.png"/><Relationship Id="rId21" Type="http://schemas.openxmlformats.org/officeDocument/2006/relationships/image" Target="../media/image257.png"/><Relationship Id="rId7" Type="http://schemas.openxmlformats.org/officeDocument/2006/relationships/image" Target="../media/image217.png"/><Relationship Id="rId12" Type="http://schemas.openxmlformats.org/officeDocument/2006/relationships/image" Target="../media/image223.png"/><Relationship Id="rId17" Type="http://schemas.openxmlformats.org/officeDocument/2006/relationships/image" Target="../media/image253.png"/><Relationship Id="rId25" Type="http://schemas.openxmlformats.org/officeDocument/2006/relationships/image" Target="../media/image261.png"/><Relationship Id="rId2" Type="http://schemas.openxmlformats.org/officeDocument/2006/relationships/notesSlide" Target="../notesSlides/notesSlide38.xml"/><Relationship Id="rId16" Type="http://schemas.openxmlformats.org/officeDocument/2006/relationships/image" Target="../media/image252.png"/><Relationship Id="rId20" Type="http://schemas.openxmlformats.org/officeDocument/2006/relationships/image" Target="../media/image256.png"/><Relationship Id="rId1" Type="http://schemas.openxmlformats.org/officeDocument/2006/relationships/slideLayout" Target="../slideLayouts/slideLayout2.xml"/><Relationship Id="rId6" Type="http://schemas.openxmlformats.org/officeDocument/2006/relationships/image" Target="../media/image216.png"/><Relationship Id="rId11" Type="http://schemas.openxmlformats.org/officeDocument/2006/relationships/image" Target="../media/image222.png"/><Relationship Id="rId24" Type="http://schemas.openxmlformats.org/officeDocument/2006/relationships/image" Target="../media/image260.png"/><Relationship Id="rId5" Type="http://schemas.openxmlformats.org/officeDocument/2006/relationships/image" Target="../media/image215.png"/><Relationship Id="rId15" Type="http://schemas.openxmlformats.org/officeDocument/2006/relationships/image" Target="../media/image251.png"/><Relationship Id="rId23" Type="http://schemas.openxmlformats.org/officeDocument/2006/relationships/image" Target="../media/image259.png"/><Relationship Id="rId10" Type="http://schemas.openxmlformats.org/officeDocument/2006/relationships/image" Target="../media/image221.png"/><Relationship Id="rId19" Type="http://schemas.openxmlformats.org/officeDocument/2006/relationships/image" Target="../media/image255.png"/><Relationship Id="rId4" Type="http://schemas.openxmlformats.org/officeDocument/2006/relationships/image" Target="../media/image214.png"/><Relationship Id="rId9" Type="http://schemas.openxmlformats.org/officeDocument/2006/relationships/image" Target="../media/image220.png"/><Relationship Id="rId14" Type="http://schemas.openxmlformats.org/officeDocument/2006/relationships/image" Target="../media/image250.png"/><Relationship Id="rId22" Type="http://schemas.openxmlformats.org/officeDocument/2006/relationships/image" Target="../media/image258.png"/><Relationship Id="rId27" Type="http://schemas.openxmlformats.org/officeDocument/2006/relationships/image" Target="../media/image263.png"/></Relationships>
</file>

<file path=ppt/slides/_rels/slide59.xml.rels><?xml version="1.0" encoding="UTF-8" standalone="yes"?>
<Relationships xmlns="http://schemas.openxmlformats.org/package/2006/relationships"><Relationship Id="rId8" Type="http://schemas.openxmlformats.org/officeDocument/2006/relationships/image" Target="../media/image278.png"/><Relationship Id="rId13" Type="http://schemas.openxmlformats.org/officeDocument/2006/relationships/image" Target="../media/image283.png"/><Relationship Id="rId18" Type="http://schemas.openxmlformats.org/officeDocument/2006/relationships/image" Target="../media/image288.png"/><Relationship Id="rId26" Type="http://schemas.openxmlformats.org/officeDocument/2006/relationships/image" Target="../media/image296.png"/><Relationship Id="rId3" Type="http://schemas.openxmlformats.org/officeDocument/2006/relationships/image" Target="../media/image198.png"/><Relationship Id="rId21" Type="http://schemas.openxmlformats.org/officeDocument/2006/relationships/image" Target="../media/image291.png"/><Relationship Id="rId7" Type="http://schemas.openxmlformats.org/officeDocument/2006/relationships/image" Target="../media/image277.png"/><Relationship Id="rId12" Type="http://schemas.openxmlformats.org/officeDocument/2006/relationships/image" Target="../media/image282.png"/><Relationship Id="rId17" Type="http://schemas.openxmlformats.org/officeDocument/2006/relationships/image" Target="../media/image287.png"/><Relationship Id="rId25" Type="http://schemas.openxmlformats.org/officeDocument/2006/relationships/image" Target="../media/image295.png"/><Relationship Id="rId2" Type="http://schemas.openxmlformats.org/officeDocument/2006/relationships/notesSlide" Target="../notesSlides/notesSlide39.xml"/><Relationship Id="rId16" Type="http://schemas.openxmlformats.org/officeDocument/2006/relationships/image" Target="../media/image286.png"/><Relationship Id="rId20" Type="http://schemas.openxmlformats.org/officeDocument/2006/relationships/image" Target="../media/image290.png"/><Relationship Id="rId29" Type="http://schemas.openxmlformats.org/officeDocument/2006/relationships/image" Target="../media/image299.png"/><Relationship Id="rId1" Type="http://schemas.openxmlformats.org/officeDocument/2006/relationships/slideLayout" Target="../slideLayouts/slideLayout2.xml"/><Relationship Id="rId6" Type="http://schemas.openxmlformats.org/officeDocument/2006/relationships/image" Target="../media/image276.png"/><Relationship Id="rId11" Type="http://schemas.openxmlformats.org/officeDocument/2006/relationships/image" Target="../media/image281.png"/><Relationship Id="rId24" Type="http://schemas.openxmlformats.org/officeDocument/2006/relationships/image" Target="../media/image294.png"/><Relationship Id="rId5" Type="http://schemas.openxmlformats.org/officeDocument/2006/relationships/image" Target="../media/image275.png"/><Relationship Id="rId15" Type="http://schemas.openxmlformats.org/officeDocument/2006/relationships/image" Target="../media/image285.png"/><Relationship Id="rId23" Type="http://schemas.openxmlformats.org/officeDocument/2006/relationships/image" Target="../media/image293.png"/><Relationship Id="rId28" Type="http://schemas.openxmlformats.org/officeDocument/2006/relationships/image" Target="../media/image298.png"/><Relationship Id="rId10" Type="http://schemas.openxmlformats.org/officeDocument/2006/relationships/image" Target="../media/image280.png"/><Relationship Id="rId19" Type="http://schemas.openxmlformats.org/officeDocument/2006/relationships/image" Target="../media/image289.png"/><Relationship Id="rId4" Type="http://schemas.openxmlformats.org/officeDocument/2006/relationships/image" Target="../media/image2741.png"/><Relationship Id="rId9" Type="http://schemas.openxmlformats.org/officeDocument/2006/relationships/image" Target="../media/image279.png"/><Relationship Id="rId14" Type="http://schemas.openxmlformats.org/officeDocument/2006/relationships/image" Target="../media/image284.png"/><Relationship Id="rId22" Type="http://schemas.openxmlformats.org/officeDocument/2006/relationships/image" Target="../media/image292.png"/><Relationship Id="rId27" Type="http://schemas.openxmlformats.org/officeDocument/2006/relationships/image" Target="../media/image297.png"/><Relationship Id="rId30" Type="http://schemas.openxmlformats.org/officeDocument/2006/relationships/image" Target="../media/image300.png"/></Relationships>
</file>

<file path=ppt/slides/_rels/slide60.xml.rels><?xml version="1.0" encoding="UTF-8" standalone="yes"?>
<Relationships xmlns="http://schemas.openxmlformats.org/package/2006/relationships"><Relationship Id="rId13" Type="http://schemas.openxmlformats.org/officeDocument/2006/relationships/image" Target="../media/image234.png"/><Relationship Id="rId18" Type="http://schemas.openxmlformats.org/officeDocument/2006/relationships/image" Target="../media/image239.png"/><Relationship Id="rId26" Type="http://schemas.openxmlformats.org/officeDocument/2006/relationships/image" Target="../media/image247.png"/><Relationship Id="rId21" Type="http://schemas.openxmlformats.org/officeDocument/2006/relationships/image" Target="../media/image242.png"/><Relationship Id="rId34" Type="http://schemas.openxmlformats.org/officeDocument/2006/relationships/hyperlink" Target="https://www.uniprot.org/uniprotkb/P32288/entry#structure" TargetMode="External"/><Relationship Id="rId7" Type="http://schemas.openxmlformats.org/officeDocument/2006/relationships/image" Target="../media/image228.png"/><Relationship Id="rId12" Type="http://schemas.openxmlformats.org/officeDocument/2006/relationships/image" Target="../media/image233.png"/><Relationship Id="rId17" Type="http://schemas.openxmlformats.org/officeDocument/2006/relationships/image" Target="../media/image238.png"/><Relationship Id="rId25" Type="http://schemas.openxmlformats.org/officeDocument/2006/relationships/image" Target="../media/image246.png"/><Relationship Id="rId33" Type="http://schemas.openxmlformats.org/officeDocument/2006/relationships/hyperlink" Target="https://www.uniprot.org/uniprotkb/P39708/entry#structure" TargetMode="External"/><Relationship Id="rId2" Type="http://schemas.openxmlformats.org/officeDocument/2006/relationships/notesSlide" Target="../notesSlides/notesSlide40.xml"/><Relationship Id="rId16" Type="http://schemas.openxmlformats.org/officeDocument/2006/relationships/image" Target="../media/image237.png"/><Relationship Id="rId20" Type="http://schemas.openxmlformats.org/officeDocument/2006/relationships/image" Target="../media/image241.png"/><Relationship Id="rId29" Type="http://schemas.openxmlformats.org/officeDocument/2006/relationships/hyperlink" Target="https://www.uniprot.org/uniprotkb/Q12482/entry#structure" TargetMode="External"/><Relationship Id="rId1" Type="http://schemas.openxmlformats.org/officeDocument/2006/relationships/slideLayout" Target="../slideLayouts/slideLayout2.xml"/><Relationship Id="rId6" Type="http://schemas.openxmlformats.org/officeDocument/2006/relationships/image" Target="../media/image227.png"/><Relationship Id="rId11" Type="http://schemas.openxmlformats.org/officeDocument/2006/relationships/image" Target="../media/image232.png"/><Relationship Id="rId24" Type="http://schemas.openxmlformats.org/officeDocument/2006/relationships/image" Target="../media/image245.png"/><Relationship Id="rId32" Type="http://schemas.openxmlformats.org/officeDocument/2006/relationships/hyperlink" Target="https://www.uniprot.org/uniprotkb/P17649/entry#structure" TargetMode="External"/><Relationship Id="rId37" Type="http://schemas.openxmlformats.org/officeDocument/2006/relationships/hyperlink" Target="https://www.uniprot.org/uniprotkb/Q06685/entry#structure" TargetMode="External"/><Relationship Id="rId5" Type="http://schemas.openxmlformats.org/officeDocument/2006/relationships/image" Target="../media/image226.png"/><Relationship Id="rId15" Type="http://schemas.openxmlformats.org/officeDocument/2006/relationships/image" Target="../media/image236.png"/><Relationship Id="rId23" Type="http://schemas.openxmlformats.org/officeDocument/2006/relationships/image" Target="../media/image244.png"/><Relationship Id="rId28" Type="http://schemas.openxmlformats.org/officeDocument/2006/relationships/hyperlink" Target="https://www.uniprot.org/uniprotkb/P38999/entry#structure" TargetMode="External"/><Relationship Id="rId36" Type="http://schemas.openxmlformats.org/officeDocument/2006/relationships/hyperlink" Target="https://www.uniprot.org/uniprotkb/P36001/entry#structure" TargetMode="External"/><Relationship Id="rId10" Type="http://schemas.openxmlformats.org/officeDocument/2006/relationships/image" Target="../media/image231.png"/><Relationship Id="rId19" Type="http://schemas.openxmlformats.org/officeDocument/2006/relationships/image" Target="../media/image240.png"/><Relationship Id="rId31" Type="http://schemas.openxmlformats.org/officeDocument/2006/relationships/hyperlink" Target="https://www.uniprot.org/uniprotkb/P23542/entry#structure" TargetMode="External"/><Relationship Id="rId4" Type="http://schemas.openxmlformats.org/officeDocument/2006/relationships/image" Target="../media/image225.png"/><Relationship Id="rId9" Type="http://schemas.openxmlformats.org/officeDocument/2006/relationships/image" Target="../media/image230.png"/><Relationship Id="rId14" Type="http://schemas.openxmlformats.org/officeDocument/2006/relationships/image" Target="../media/image235.png"/><Relationship Id="rId22" Type="http://schemas.openxmlformats.org/officeDocument/2006/relationships/image" Target="../media/image243.png"/><Relationship Id="rId27" Type="http://schemas.openxmlformats.org/officeDocument/2006/relationships/image" Target="../media/image248.png"/><Relationship Id="rId30" Type="http://schemas.openxmlformats.org/officeDocument/2006/relationships/hyperlink" Target="https://www.uniprot.org/uniprotkb/P41939/entry#structure" TargetMode="External"/><Relationship Id="rId35" Type="http://schemas.openxmlformats.org/officeDocument/2006/relationships/hyperlink" Target="https://www.uniprot.org/uniprotkb/P32477/entry#structure" TargetMode="External"/><Relationship Id="rId8" Type="http://schemas.openxmlformats.org/officeDocument/2006/relationships/image" Target="../media/image229.png"/><Relationship Id="rId3" Type="http://schemas.openxmlformats.org/officeDocument/2006/relationships/image" Target="../media/image224.png"/></Relationships>
</file>

<file path=ppt/slides/_rels/slide61.xml.rels><?xml version="1.0" encoding="UTF-8" standalone="yes"?>
<Relationships xmlns="http://schemas.openxmlformats.org/package/2006/relationships"><Relationship Id="rId8" Type="http://schemas.openxmlformats.org/officeDocument/2006/relationships/image" Target="../media/image306.png"/><Relationship Id="rId13" Type="http://schemas.openxmlformats.org/officeDocument/2006/relationships/image" Target="../media/image311.png"/><Relationship Id="rId18" Type="http://schemas.openxmlformats.org/officeDocument/2006/relationships/image" Target="../media/image316.png"/><Relationship Id="rId26" Type="http://schemas.openxmlformats.org/officeDocument/2006/relationships/image" Target="../media/image324.png"/><Relationship Id="rId3" Type="http://schemas.openxmlformats.org/officeDocument/2006/relationships/image" Target="../media/image301.png"/><Relationship Id="rId21" Type="http://schemas.openxmlformats.org/officeDocument/2006/relationships/image" Target="../media/image319.png"/><Relationship Id="rId7" Type="http://schemas.openxmlformats.org/officeDocument/2006/relationships/image" Target="../media/image305.png"/><Relationship Id="rId12" Type="http://schemas.openxmlformats.org/officeDocument/2006/relationships/image" Target="../media/image310.png"/><Relationship Id="rId17" Type="http://schemas.openxmlformats.org/officeDocument/2006/relationships/image" Target="../media/image315.png"/><Relationship Id="rId25" Type="http://schemas.openxmlformats.org/officeDocument/2006/relationships/image" Target="../media/image323.png"/><Relationship Id="rId2" Type="http://schemas.openxmlformats.org/officeDocument/2006/relationships/notesSlide" Target="../notesSlides/notesSlide41.xml"/><Relationship Id="rId16" Type="http://schemas.openxmlformats.org/officeDocument/2006/relationships/image" Target="../media/image314.png"/><Relationship Id="rId20" Type="http://schemas.openxmlformats.org/officeDocument/2006/relationships/image" Target="../media/image318.png"/><Relationship Id="rId1" Type="http://schemas.openxmlformats.org/officeDocument/2006/relationships/slideLayout" Target="../slideLayouts/slideLayout2.xml"/><Relationship Id="rId6" Type="http://schemas.openxmlformats.org/officeDocument/2006/relationships/image" Target="../media/image304.png"/><Relationship Id="rId11" Type="http://schemas.openxmlformats.org/officeDocument/2006/relationships/image" Target="../media/image309.png"/><Relationship Id="rId24" Type="http://schemas.openxmlformats.org/officeDocument/2006/relationships/image" Target="../media/image322.png"/><Relationship Id="rId5" Type="http://schemas.openxmlformats.org/officeDocument/2006/relationships/image" Target="../media/image303.png"/><Relationship Id="rId15" Type="http://schemas.openxmlformats.org/officeDocument/2006/relationships/image" Target="../media/image313.png"/><Relationship Id="rId23" Type="http://schemas.openxmlformats.org/officeDocument/2006/relationships/image" Target="../media/image321.png"/><Relationship Id="rId10" Type="http://schemas.openxmlformats.org/officeDocument/2006/relationships/image" Target="../media/image308.png"/><Relationship Id="rId19" Type="http://schemas.openxmlformats.org/officeDocument/2006/relationships/image" Target="../media/image317.png"/><Relationship Id="rId4" Type="http://schemas.openxmlformats.org/officeDocument/2006/relationships/image" Target="../media/image302.png"/><Relationship Id="rId9" Type="http://schemas.openxmlformats.org/officeDocument/2006/relationships/image" Target="../media/image307.png"/><Relationship Id="rId14" Type="http://schemas.openxmlformats.org/officeDocument/2006/relationships/image" Target="../media/image312.png"/><Relationship Id="rId22" Type="http://schemas.openxmlformats.org/officeDocument/2006/relationships/image" Target="../media/image320.png"/></Relationships>
</file>

<file path=ppt/slides/_rels/slide62.xml.rels><?xml version="1.0" encoding="UTF-8" standalone="yes"?>
<Relationships xmlns="http://schemas.openxmlformats.org/package/2006/relationships"><Relationship Id="rId8" Type="http://schemas.openxmlformats.org/officeDocument/2006/relationships/image" Target="../media/image306.png"/><Relationship Id="rId13" Type="http://schemas.openxmlformats.org/officeDocument/2006/relationships/image" Target="../media/image311.png"/><Relationship Id="rId18" Type="http://schemas.openxmlformats.org/officeDocument/2006/relationships/image" Target="../media/image316.png"/><Relationship Id="rId26" Type="http://schemas.openxmlformats.org/officeDocument/2006/relationships/image" Target="../media/image324.png"/><Relationship Id="rId3" Type="http://schemas.openxmlformats.org/officeDocument/2006/relationships/image" Target="../media/image301.png"/><Relationship Id="rId21" Type="http://schemas.openxmlformats.org/officeDocument/2006/relationships/image" Target="../media/image319.png"/><Relationship Id="rId7" Type="http://schemas.openxmlformats.org/officeDocument/2006/relationships/image" Target="../media/image305.png"/><Relationship Id="rId12" Type="http://schemas.openxmlformats.org/officeDocument/2006/relationships/image" Target="../media/image310.png"/><Relationship Id="rId17" Type="http://schemas.openxmlformats.org/officeDocument/2006/relationships/image" Target="../media/image315.png"/><Relationship Id="rId25" Type="http://schemas.openxmlformats.org/officeDocument/2006/relationships/image" Target="../media/image323.png"/><Relationship Id="rId2" Type="http://schemas.openxmlformats.org/officeDocument/2006/relationships/image" Target="../media/image201.png"/><Relationship Id="rId16" Type="http://schemas.openxmlformats.org/officeDocument/2006/relationships/image" Target="../media/image314.png"/><Relationship Id="rId20" Type="http://schemas.openxmlformats.org/officeDocument/2006/relationships/image" Target="../media/image318.png"/><Relationship Id="rId29" Type="http://schemas.openxmlformats.org/officeDocument/2006/relationships/image" Target="../media/image207.png"/><Relationship Id="rId1" Type="http://schemas.openxmlformats.org/officeDocument/2006/relationships/slideLayout" Target="../slideLayouts/slideLayout2.xml"/><Relationship Id="rId6" Type="http://schemas.openxmlformats.org/officeDocument/2006/relationships/image" Target="../media/image304.png"/><Relationship Id="rId11" Type="http://schemas.openxmlformats.org/officeDocument/2006/relationships/image" Target="../media/image309.png"/><Relationship Id="rId24" Type="http://schemas.openxmlformats.org/officeDocument/2006/relationships/image" Target="../media/image322.png"/><Relationship Id="rId5" Type="http://schemas.openxmlformats.org/officeDocument/2006/relationships/image" Target="../media/image303.png"/><Relationship Id="rId15" Type="http://schemas.openxmlformats.org/officeDocument/2006/relationships/image" Target="../media/image313.png"/><Relationship Id="rId23" Type="http://schemas.openxmlformats.org/officeDocument/2006/relationships/image" Target="../media/image321.png"/><Relationship Id="rId28" Type="http://schemas.openxmlformats.org/officeDocument/2006/relationships/image" Target="../media/image203.png"/><Relationship Id="rId10" Type="http://schemas.openxmlformats.org/officeDocument/2006/relationships/image" Target="../media/image308.png"/><Relationship Id="rId19" Type="http://schemas.openxmlformats.org/officeDocument/2006/relationships/image" Target="../media/image317.png"/><Relationship Id="rId4" Type="http://schemas.openxmlformats.org/officeDocument/2006/relationships/image" Target="../media/image302.png"/><Relationship Id="rId9" Type="http://schemas.openxmlformats.org/officeDocument/2006/relationships/image" Target="../media/image307.png"/><Relationship Id="rId14" Type="http://schemas.openxmlformats.org/officeDocument/2006/relationships/image" Target="../media/image312.png"/><Relationship Id="rId22" Type="http://schemas.openxmlformats.org/officeDocument/2006/relationships/image" Target="../media/image320.png"/><Relationship Id="rId27" Type="http://schemas.openxmlformats.org/officeDocument/2006/relationships/image" Target="../media/image326.png"/></Relationships>
</file>

<file path=ppt/slides/_rels/slide63.xml.rels><?xml version="1.0" encoding="UTF-8" standalone="yes"?>
<Relationships xmlns="http://schemas.openxmlformats.org/package/2006/relationships"><Relationship Id="rId8" Type="http://schemas.openxmlformats.org/officeDocument/2006/relationships/image" Target="../media/image2560.png"/><Relationship Id="rId13" Type="http://schemas.openxmlformats.org/officeDocument/2006/relationships/image" Target="../media/image2611.png"/><Relationship Id="rId18" Type="http://schemas.openxmlformats.org/officeDocument/2006/relationships/image" Target="../media/image2660.png"/><Relationship Id="rId26" Type="http://schemas.openxmlformats.org/officeDocument/2006/relationships/image" Target="../media/image2740.png"/><Relationship Id="rId3" Type="http://schemas.openxmlformats.org/officeDocument/2006/relationships/image" Target="../media/image199.png"/><Relationship Id="rId21" Type="http://schemas.openxmlformats.org/officeDocument/2006/relationships/image" Target="../media/image2690.png"/><Relationship Id="rId7" Type="http://schemas.openxmlformats.org/officeDocument/2006/relationships/image" Target="../media/image2550.png"/><Relationship Id="rId12" Type="http://schemas.openxmlformats.org/officeDocument/2006/relationships/image" Target="../media/image2601.png"/><Relationship Id="rId17" Type="http://schemas.openxmlformats.org/officeDocument/2006/relationships/image" Target="../media/image2650.png"/><Relationship Id="rId25" Type="http://schemas.openxmlformats.org/officeDocument/2006/relationships/image" Target="../media/image2730.png"/><Relationship Id="rId2" Type="http://schemas.openxmlformats.org/officeDocument/2006/relationships/notesSlide" Target="../notesSlides/notesSlide42.xml"/><Relationship Id="rId16" Type="http://schemas.openxmlformats.org/officeDocument/2006/relationships/image" Target="../media/image2640.png"/><Relationship Id="rId20" Type="http://schemas.openxmlformats.org/officeDocument/2006/relationships/image" Target="../media/image2680.png"/><Relationship Id="rId29" Type="http://schemas.openxmlformats.org/officeDocument/2006/relationships/image" Target="../media/image2770.png"/><Relationship Id="rId1" Type="http://schemas.openxmlformats.org/officeDocument/2006/relationships/slideLayout" Target="../slideLayouts/slideLayout2.xml"/><Relationship Id="rId6" Type="http://schemas.openxmlformats.org/officeDocument/2006/relationships/image" Target="../media/image2540.png"/><Relationship Id="rId11" Type="http://schemas.openxmlformats.org/officeDocument/2006/relationships/image" Target="../media/image2590.png"/><Relationship Id="rId24" Type="http://schemas.openxmlformats.org/officeDocument/2006/relationships/image" Target="../media/image2721.png"/><Relationship Id="rId5" Type="http://schemas.openxmlformats.org/officeDocument/2006/relationships/image" Target="../media/image2530.png"/><Relationship Id="rId15" Type="http://schemas.openxmlformats.org/officeDocument/2006/relationships/image" Target="../media/image2631.png"/><Relationship Id="rId23" Type="http://schemas.openxmlformats.org/officeDocument/2006/relationships/image" Target="../media/image2711.png"/><Relationship Id="rId28" Type="http://schemas.openxmlformats.org/officeDocument/2006/relationships/image" Target="../media/image2760.png"/><Relationship Id="rId10" Type="http://schemas.openxmlformats.org/officeDocument/2006/relationships/image" Target="../media/image2580.png"/><Relationship Id="rId19" Type="http://schemas.openxmlformats.org/officeDocument/2006/relationships/image" Target="../media/image2670.png"/><Relationship Id="rId31" Type="http://schemas.openxmlformats.org/officeDocument/2006/relationships/image" Target="../media/image3011.png"/><Relationship Id="rId4" Type="http://schemas.openxmlformats.org/officeDocument/2006/relationships/image" Target="../media/image2521.png"/><Relationship Id="rId9" Type="http://schemas.openxmlformats.org/officeDocument/2006/relationships/image" Target="../media/image2570.png"/><Relationship Id="rId14" Type="http://schemas.openxmlformats.org/officeDocument/2006/relationships/image" Target="../media/image2621.png"/><Relationship Id="rId22" Type="http://schemas.openxmlformats.org/officeDocument/2006/relationships/image" Target="../media/image2701.png"/><Relationship Id="rId27" Type="http://schemas.openxmlformats.org/officeDocument/2006/relationships/image" Target="../media/image2750.png"/><Relationship Id="rId30" Type="http://schemas.openxmlformats.org/officeDocument/2006/relationships/image" Target="../media/image2780.png"/></Relationships>
</file>

<file path=ppt/slides/_rels/slide64.xml.rels><?xml version="1.0" encoding="UTF-8" standalone="yes"?>
<Relationships xmlns="http://schemas.openxmlformats.org/package/2006/relationships"><Relationship Id="rId13" Type="http://schemas.openxmlformats.org/officeDocument/2006/relationships/image" Target="../media/image234.png"/><Relationship Id="rId18" Type="http://schemas.openxmlformats.org/officeDocument/2006/relationships/image" Target="../media/image239.png"/><Relationship Id="rId26" Type="http://schemas.openxmlformats.org/officeDocument/2006/relationships/image" Target="../media/image247.png"/><Relationship Id="rId21" Type="http://schemas.openxmlformats.org/officeDocument/2006/relationships/image" Target="../media/image242.png"/><Relationship Id="rId34" Type="http://schemas.openxmlformats.org/officeDocument/2006/relationships/hyperlink" Target="https://www.uniprot.org/uniprotkb/P32288/entry#structure" TargetMode="External"/><Relationship Id="rId7" Type="http://schemas.openxmlformats.org/officeDocument/2006/relationships/image" Target="../media/image228.png"/><Relationship Id="rId12" Type="http://schemas.openxmlformats.org/officeDocument/2006/relationships/image" Target="../media/image233.png"/><Relationship Id="rId17" Type="http://schemas.openxmlformats.org/officeDocument/2006/relationships/image" Target="../media/image238.png"/><Relationship Id="rId25" Type="http://schemas.openxmlformats.org/officeDocument/2006/relationships/image" Target="../media/image246.png"/><Relationship Id="rId33" Type="http://schemas.openxmlformats.org/officeDocument/2006/relationships/hyperlink" Target="https://www.uniprot.org/uniprotkb/P39708/entry#structure" TargetMode="External"/><Relationship Id="rId2" Type="http://schemas.openxmlformats.org/officeDocument/2006/relationships/notesSlide" Target="../notesSlides/notesSlide43.xml"/><Relationship Id="rId16" Type="http://schemas.openxmlformats.org/officeDocument/2006/relationships/image" Target="../media/image237.png"/><Relationship Id="rId20" Type="http://schemas.openxmlformats.org/officeDocument/2006/relationships/image" Target="../media/image241.png"/><Relationship Id="rId29" Type="http://schemas.openxmlformats.org/officeDocument/2006/relationships/hyperlink" Target="https://www.uniprot.org/uniprotkb/Q12482/entry#structure" TargetMode="External"/><Relationship Id="rId1" Type="http://schemas.openxmlformats.org/officeDocument/2006/relationships/slideLayout" Target="../slideLayouts/slideLayout2.xml"/><Relationship Id="rId6" Type="http://schemas.openxmlformats.org/officeDocument/2006/relationships/image" Target="../media/image227.png"/><Relationship Id="rId11" Type="http://schemas.openxmlformats.org/officeDocument/2006/relationships/image" Target="../media/image232.png"/><Relationship Id="rId24" Type="http://schemas.openxmlformats.org/officeDocument/2006/relationships/image" Target="../media/image245.png"/><Relationship Id="rId32" Type="http://schemas.openxmlformats.org/officeDocument/2006/relationships/hyperlink" Target="https://www.uniprot.org/uniprotkb/P17649/entry#structure" TargetMode="External"/><Relationship Id="rId37" Type="http://schemas.openxmlformats.org/officeDocument/2006/relationships/hyperlink" Target="https://www.uniprot.org/uniprotkb/P27514/entry#structure" TargetMode="External"/><Relationship Id="rId5" Type="http://schemas.openxmlformats.org/officeDocument/2006/relationships/image" Target="../media/image226.png"/><Relationship Id="rId15" Type="http://schemas.openxmlformats.org/officeDocument/2006/relationships/image" Target="../media/image236.png"/><Relationship Id="rId23" Type="http://schemas.openxmlformats.org/officeDocument/2006/relationships/image" Target="../media/image244.png"/><Relationship Id="rId28" Type="http://schemas.openxmlformats.org/officeDocument/2006/relationships/hyperlink" Target="https://www.uniprot.org/uniprotkb/P38999/entry#structure" TargetMode="External"/><Relationship Id="rId36" Type="http://schemas.openxmlformats.org/officeDocument/2006/relationships/hyperlink" Target="https://www.uniprot.org/uniprotkb/P36001/entry#structure" TargetMode="External"/><Relationship Id="rId10" Type="http://schemas.openxmlformats.org/officeDocument/2006/relationships/image" Target="../media/image231.png"/><Relationship Id="rId19" Type="http://schemas.openxmlformats.org/officeDocument/2006/relationships/image" Target="../media/image240.png"/><Relationship Id="rId31" Type="http://schemas.openxmlformats.org/officeDocument/2006/relationships/hyperlink" Target="https://www.uniprot.org/uniprotkb/P23542/entry#structure" TargetMode="External"/><Relationship Id="rId4" Type="http://schemas.openxmlformats.org/officeDocument/2006/relationships/image" Target="../media/image225.png"/><Relationship Id="rId9" Type="http://schemas.openxmlformats.org/officeDocument/2006/relationships/image" Target="../media/image230.png"/><Relationship Id="rId14" Type="http://schemas.openxmlformats.org/officeDocument/2006/relationships/image" Target="../media/image235.png"/><Relationship Id="rId22" Type="http://schemas.openxmlformats.org/officeDocument/2006/relationships/image" Target="../media/image243.png"/><Relationship Id="rId27" Type="http://schemas.openxmlformats.org/officeDocument/2006/relationships/image" Target="../media/image248.png"/><Relationship Id="rId30" Type="http://schemas.openxmlformats.org/officeDocument/2006/relationships/hyperlink" Target="https://www.uniprot.org/uniprotkb/P41939/entry#structure" TargetMode="External"/><Relationship Id="rId35" Type="http://schemas.openxmlformats.org/officeDocument/2006/relationships/hyperlink" Target="https://www.uniprot.org/uniprotkb/P32477/entry#structure" TargetMode="External"/><Relationship Id="rId8" Type="http://schemas.openxmlformats.org/officeDocument/2006/relationships/image" Target="../media/image229.png"/><Relationship Id="rId3" Type="http://schemas.openxmlformats.org/officeDocument/2006/relationships/image" Target="../media/image224.png"/></Relationships>
</file>

<file path=ppt/slides/_rels/slide65.xml.rels><?xml version="1.0" encoding="UTF-8" standalone="yes"?>
<Relationships xmlns="http://schemas.openxmlformats.org/package/2006/relationships"><Relationship Id="rId8" Type="http://schemas.openxmlformats.org/officeDocument/2006/relationships/image" Target="../media/image2560.png"/><Relationship Id="rId13" Type="http://schemas.openxmlformats.org/officeDocument/2006/relationships/image" Target="../media/image2611.png"/><Relationship Id="rId18" Type="http://schemas.openxmlformats.org/officeDocument/2006/relationships/image" Target="../media/image2660.png"/><Relationship Id="rId26" Type="http://schemas.openxmlformats.org/officeDocument/2006/relationships/image" Target="../media/image2740.png"/><Relationship Id="rId21" Type="http://schemas.openxmlformats.org/officeDocument/2006/relationships/image" Target="../media/image2690.png"/><Relationship Id="rId7" Type="http://schemas.openxmlformats.org/officeDocument/2006/relationships/image" Target="../media/image2550.png"/><Relationship Id="rId12" Type="http://schemas.openxmlformats.org/officeDocument/2006/relationships/image" Target="../media/image2601.png"/><Relationship Id="rId17" Type="http://schemas.openxmlformats.org/officeDocument/2006/relationships/image" Target="../media/image2650.png"/><Relationship Id="rId25" Type="http://schemas.openxmlformats.org/officeDocument/2006/relationships/image" Target="../media/image2730.png"/><Relationship Id="rId2" Type="http://schemas.openxmlformats.org/officeDocument/2006/relationships/notesSlide" Target="../notesSlides/notesSlide44.xml"/><Relationship Id="rId16" Type="http://schemas.openxmlformats.org/officeDocument/2006/relationships/image" Target="../media/image2640.png"/><Relationship Id="rId20" Type="http://schemas.openxmlformats.org/officeDocument/2006/relationships/image" Target="../media/image2680.png"/><Relationship Id="rId29" Type="http://schemas.openxmlformats.org/officeDocument/2006/relationships/image" Target="../media/image2770.png"/><Relationship Id="rId1" Type="http://schemas.openxmlformats.org/officeDocument/2006/relationships/slideLayout" Target="../slideLayouts/slideLayout2.xml"/><Relationship Id="rId6" Type="http://schemas.openxmlformats.org/officeDocument/2006/relationships/image" Target="../media/image2540.png"/><Relationship Id="rId11" Type="http://schemas.openxmlformats.org/officeDocument/2006/relationships/image" Target="../media/image2590.png"/><Relationship Id="rId24" Type="http://schemas.openxmlformats.org/officeDocument/2006/relationships/image" Target="../media/image2721.png"/><Relationship Id="rId5" Type="http://schemas.openxmlformats.org/officeDocument/2006/relationships/image" Target="../media/image2530.png"/><Relationship Id="rId15" Type="http://schemas.openxmlformats.org/officeDocument/2006/relationships/image" Target="../media/image2631.png"/><Relationship Id="rId23" Type="http://schemas.openxmlformats.org/officeDocument/2006/relationships/image" Target="../media/image2711.png"/><Relationship Id="rId28" Type="http://schemas.openxmlformats.org/officeDocument/2006/relationships/image" Target="../media/image2760.png"/><Relationship Id="rId10" Type="http://schemas.openxmlformats.org/officeDocument/2006/relationships/image" Target="../media/image2580.png"/><Relationship Id="rId19" Type="http://schemas.openxmlformats.org/officeDocument/2006/relationships/image" Target="../media/image2670.png"/><Relationship Id="rId31" Type="http://schemas.openxmlformats.org/officeDocument/2006/relationships/image" Target="../media/image3011.png"/><Relationship Id="rId4" Type="http://schemas.openxmlformats.org/officeDocument/2006/relationships/image" Target="../media/image2521.png"/><Relationship Id="rId9" Type="http://schemas.openxmlformats.org/officeDocument/2006/relationships/image" Target="../media/image2570.png"/><Relationship Id="rId14" Type="http://schemas.openxmlformats.org/officeDocument/2006/relationships/image" Target="../media/image2621.png"/><Relationship Id="rId22" Type="http://schemas.openxmlformats.org/officeDocument/2006/relationships/image" Target="../media/image2701.png"/><Relationship Id="rId27" Type="http://schemas.openxmlformats.org/officeDocument/2006/relationships/image" Target="../media/image2750.png"/><Relationship Id="rId30" Type="http://schemas.openxmlformats.org/officeDocument/2006/relationships/image" Target="../media/image2780.png"/></Relationships>
</file>

<file path=ppt/slides/_rels/slide66.xml.rels><?xml version="1.0" encoding="UTF-8" standalone="yes"?>
<Relationships xmlns="http://schemas.openxmlformats.org/package/2006/relationships"><Relationship Id="rId13" Type="http://schemas.openxmlformats.org/officeDocument/2006/relationships/image" Target="../media/image234.png"/><Relationship Id="rId18" Type="http://schemas.openxmlformats.org/officeDocument/2006/relationships/image" Target="../media/image239.png"/><Relationship Id="rId26" Type="http://schemas.openxmlformats.org/officeDocument/2006/relationships/image" Target="../media/image247.png"/><Relationship Id="rId21" Type="http://schemas.openxmlformats.org/officeDocument/2006/relationships/image" Target="../media/image242.png"/><Relationship Id="rId34" Type="http://schemas.openxmlformats.org/officeDocument/2006/relationships/hyperlink" Target="https://www.uniprot.org/uniprotkb/P00359/entry#structure" TargetMode="External"/><Relationship Id="rId7" Type="http://schemas.openxmlformats.org/officeDocument/2006/relationships/image" Target="../media/image228.png"/><Relationship Id="rId12" Type="http://schemas.openxmlformats.org/officeDocument/2006/relationships/image" Target="../media/image233.png"/><Relationship Id="rId17" Type="http://schemas.openxmlformats.org/officeDocument/2006/relationships/image" Target="../media/image238.png"/><Relationship Id="rId25" Type="http://schemas.openxmlformats.org/officeDocument/2006/relationships/image" Target="../media/image246.png"/><Relationship Id="rId33" Type="http://schemas.openxmlformats.org/officeDocument/2006/relationships/hyperlink" Target="https://www.uniprot.org/uniprotkb/P43544/entry#structure" TargetMode="External"/><Relationship Id="rId2" Type="http://schemas.openxmlformats.org/officeDocument/2006/relationships/notesSlide" Target="../notesSlides/notesSlide45.xml"/><Relationship Id="rId16" Type="http://schemas.openxmlformats.org/officeDocument/2006/relationships/image" Target="../media/image237.png"/><Relationship Id="rId20" Type="http://schemas.openxmlformats.org/officeDocument/2006/relationships/image" Target="../media/image241.png"/><Relationship Id="rId29" Type="http://schemas.openxmlformats.org/officeDocument/2006/relationships/hyperlink" Target="https://www.uniprot.org/uniprotkb/Q12482/entry#structure" TargetMode="External"/><Relationship Id="rId1" Type="http://schemas.openxmlformats.org/officeDocument/2006/relationships/slideLayout" Target="../slideLayouts/slideLayout2.xml"/><Relationship Id="rId6" Type="http://schemas.openxmlformats.org/officeDocument/2006/relationships/image" Target="../media/image227.png"/><Relationship Id="rId11" Type="http://schemas.openxmlformats.org/officeDocument/2006/relationships/image" Target="../media/image232.png"/><Relationship Id="rId24" Type="http://schemas.openxmlformats.org/officeDocument/2006/relationships/image" Target="../media/image245.png"/><Relationship Id="rId32" Type="http://schemas.openxmlformats.org/officeDocument/2006/relationships/hyperlink" Target="https://www.uniprot.org/uniprotkb/P38972/entry#structure" TargetMode="External"/><Relationship Id="rId37" Type="http://schemas.openxmlformats.org/officeDocument/2006/relationships/hyperlink" Target="https://www.uniprot.org/uniprotkb/Q99321/entry#structure" TargetMode="External"/><Relationship Id="rId5" Type="http://schemas.openxmlformats.org/officeDocument/2006/relationships/image" Target="../media/image226.png"/><Relationship Id="rId15" Type="http://schemas.openxmlformats.org/officeDocument/2006/relationships/image" Target="../media/image236.png"/><Relationship Id="rId23" Type="http://schemas.openxmlformats.org/officeDocument/2006/relationships/image" Target="../media/image244.png"/><Relationship Id="rId28" Type="http://schemas.openxmlformats.org/officeDocument/2006/relationships/hyperlink" Target="https://www.uniprot.org/uniprotkb/P33327/entry#structure" TargetMode="External"/><Relationship Id="rId36" Type="http://schemas.openxmlformats.org/officeDocument/2006/relationships/hyperlink" Target="https://www.uniprot.org/uniprotkb/Q12494/entry#structure" TargetMode="External"/><Relationship Id="rId10" Type="http://schemas.openxmlformats.org/officeDocument/2006/relationships/image" Target="../media/image231.png"/><Relationship Id="rId19" Type="http://schemas.openxmlformats.org/officeDocument/2006/relationships/image" Target="../media/image240.png"/><Relationship Id="rId31" Type="http://schemas.openxmlformats.org/officeDocument/2006/relationships/hyperlink" Target="https://www.uniprot.org/uniprotkb/P49090/entry#structure" TargetMode="External"/><Relationship Id="rId4" Type="http://schemas.openxmlformats.org/officeDocument/2006/relationships/image" Target="../media/image225.png"/><Relationship Id="rId9" Type="http://schemas.openxmlformats.org/officeDocument/2006/relationships/image" Target="../media/image230.png"/><Relationship Id="rId14" Type="http://schemas.openxmlformats.org/officeDocument/2006/relationships/image" Target="../media/image235.png"/><Relationship Id="rId22" Type="http://schemas.openxmlformats.org/officeDocument/2006/relationships/image" Target="../media/image243.png"/><Relationship Id="rId27" Type="http://schemas.openxmlformats.org/officeDocument/2006/relationships/image" Target="../media/image248.png"/><Relationship Id="rId30" Type="http://schemas.openxmlformats.org/officeDocument/2006/relationships/hyperlink" Target="https://www.uniprot.org/uniprotkb/P32288/entry#structure" TargetMode="External"/><Relationship Id="rId35" Type="http://schemas.openxmlformats.org/officeDocument/2006/relationships/hyperlink" Target="https://www.uniprot.org/uniprotkb/Q06685/entry#structure" TargetMode="External"/><Relationship Id="rId8" Type="http://schemas.openxmlformats.org/officeDocument/2006/relationships/image" Target="../media/image229.png"/><Relationship Id="rId3" Type="http://schemas.openxmlformats.org/officeDocument/2006/relationships/image" Target="../media/image224.png"/></Relationships>
</file>

<file path=ppt/slides/_rels/slide67.xml.rels><?xml version="1.0" encoding="UTF-8" standalone="yes"?>
<Relationships xmlns="http://schemas.openxmlformats.org/package/2006/relationships"><Relationship Id="rId8" Type="http://schemas.openxmlformats.org/officeDocument/2006/relationships/image" Target="../media/image2560.png"/><Relationship Id="rId13" Type="http://schemas.openxmlformats.org/officeDocument/2006/relationships/image" Target="../media/image2611.png"/><Relationship Id="rId18" Type="http://schemas.openxmlformats.org/officeDocument/2006/relationships/image" Target="../media/image2660.png"/><Relationship Id="rId26" Type="http://schemas.openxmlformats.org/officeDocument/2006/relationships/image" Target="../media/image2740.png"/><Relationship Id="rId3" Type="http://schemas.openxmlformats.org/officeDocument/2006/relationships/image" Target="../media/image274.png"/><Relationship Id="rId21" Type="http://schemas.openxmlformats.org/officeDocument/2006/relationships/image" Target="../media/image2690.png"/><Relationship Id="rId7" Type="http://schemas.openxmlformats.org/officeDocument/2006/relationships/image" Target="../media/image2550.png"/><Relationship Id="rId12" Type="http://schemas.openxmlformats.org/officeDocument/2006/relationships/image" Target="../media/image2601.png"/><Relationship Id="rId17" Type="http://schemas.openxmlformats.org/officeDocument/2006/relationships/image" Target="../media/image2650.png"/><Relationship Id="rId25" Type="http://schemas.openxmlformats.org/officeDocument/2006/relationships/image" Target="../media/image2730.png"/><Relationship Id="rId2" Type="http://schemas.openxmlformats.org/officeDocument/2006/relationships/notesSlide" Target="../notesSlides/notesSlide46.xml"/><Relationship Id="rId16" Type="http://schemas.openxmlformats.org/officeDocument/2006/relationships/image" Target="../media/image2640.png"/><Relationship Id="rId20" Type="http://schemas.openxmlformats.org/officeDocument/2006/relationships/image" Target="../media/image2680.png"/><Relationship Id="rId29" Type="http://schemas.openxmlformats.org/officeDocument/2006/relationships/image" Target="../media/image2801.png"/><Relationship Id="rId1" Type="http://schemas.openxmlformats.org/officeDocument/2006/relationships/slideLayout" Target="../slideLayouts/slideLayout2.xml"/><Relationship Id="rId6" Type="http://schemas.openxmlformats.org/officeDocument/2006/relationships/image" Target="../media/image2540.png"/><Relationship Id="rId11" Type="http://schemas.openxmlformats.org/officeDocument/2006/relationships/image" Target="../media/image2590.png"/><Relationship Id="rId24" Type="http://schemas.openxmlformats.org/officeDocument/2006/relationships/image" Target="../media/image2721.png"/><Relationship Id="rId5" Type="http://schemas.openxmlformats.org/officeDocument/2006/relationships/image" Target="../media/image2530.png"/><Relationship Id="rId15" Type="http://schemas.openxmlformats.org/officeDocument/2006/relationships/image" Target="../media/image2631.png"/><Relationship Id="rId23" Type="http://schemas.openxmlformats.org/officeDocument/2006/relationships/image" Target="../media/image2711.png"/><Relationship Id="rId28" Type="http://schemas.openxmlformats.org/officeDocument/2006/relationships/image" Target="../media/image2760.png"/><Relationship Id="rId10" Type="http://schemas.openxmlformats.org/officeDocument/2006/relationships/image" Target="../media/image2580.png"/><Relationship Id="rId19" Type="http://schemas.openxmlformats.org/officeDocument/2006/relationships/image" Target="../media/image2670.png"/><Relationship Id="rId31" Type="http://schemas.openxmlformats.org/officeDocument/2006/relationships/image" Target="../media/image3030.png"/><Relationship Id="rId4" Type="http://schemas.openxmlformats.org/officeDocument/2006/relationships/image" Target="../media/image2521.png"/><Relationship Id="rId9" Type="http://schemas.openxmlformats.org/officeDocument/2006/relationships/image" Target="../media/image2570.png"/><Relationship Id="rId14" Type="http://schemas.openxmlformats.org/officeDocument/2006/relationships/image" Target="../media/image2621.png"/><Relationship Id="rId22" Type="http://schemas.openxmlformats.org/officeDocument/2006/relationships/image" Target="../media/image2701.png"/><Relationship Id="rId27" Type="http://schemas.openxmlformats.org/officeDocument/2006/relationships/image" Target="../media/image2750.png"/><Relationship Id="rId30" Type="http://schemas.openxmlformats.org/officeDocument/2006/relationships/image" Target="../media/image2811.png"/></Relationships>
</file>

<file path=ppt/slides/_rels/slide68.xml.rels><?xml version="1.0" encoding="UTF-8" standalone="yes"?>
<Relationships xmlns="http://schemas.openxmlformats.org/package/2006/relationships"><Relationship Id="rId8" Type="http://schemas.openxmlformats.org/officeDocument/2006/relationships/image" Target="../media/image219.png"/><Relationship Id="rId13" Type="http://schemas.openxmlformats.org/officeDocument/2006/relationships/image" Target="../media/image249.png"/><Relationship Id="rId18" Type="http://schemas.openxmlformats.org/officeDocument/2006/relationships/image" Target="../media/image254.png"/><Relationship Id="rId26" Type="http://schemas.openxmlformats.org/officeDocument/2006/relationships/image" Target="../media/image262.png"/><Relationship Id="rId3" Type="http://schemas.openxmlformats.org/officeDocument/2006/relationships/image" Target="../media/image2071.png"/><Relationship Id="rId7" Type="http://schemas.openxmlformats.org/officeDocument/2006/relationships/image" Target="../media/image217.png"/><Relationship Id="rId12" Type="http://schemas.openxmlformats.org/officeDocument/2006/relationships/image" Target="../media/image223.png"/><Relationship Id="rId17" Type="http://schemas.openxmlformats.org/officeDocument/2006/relationships/image" Target="../media/image253.png"/><Relationship Id="rId25" Type="http://schemas.openxmlformats.org/officeDocument/2006/relationships/image" Target="../media/image261.png"/><Relationship Id="rId2" Type="http://schemas.openxmlformats.org/officeDocument/2006/relationships/notesSlide" Target="../notesSlides/notesSlide47.xml"/><Relationship Id="rId16" Type="http://schemas.openxmlformats.org/officeDocument/2006/relationships/image" Target="../media/image252.png"/><Relationship Id="rId1" Type="http://schemas.openxmlformats.org/officeDocument/2006/relationships/slideLayout" Target="../slideLayouts/slideLayout2.xml"/><Relationship Id="rId6" Type="http://schemas.openxmlformats.org/officeDocument/2006/relationships/image" Target="../media/image216.png"/><Relationship Id="rId11" Type="http://schemas.openxmlformats.org/officeDocument/2006/relationships/image" Target="../media/image222.png"/><Relationship Id="rId24" Type="http://schemas.openxmlformats.org/officeDocument/2006/relationships/image" Target="../media/image260.png"/><Relationship Id="rId5" Type="http://schemas.openxmlformats.org/officeDocument/2006/relationships/image" Target="../media/image215.png"/><Relationship Id="rId15" Type="http://schemas.openxmlformats.org/officeDocument/2006/relationships/image" Target="../media/image251.png"/><Relationship Id="rId23" Type="http://schemas.openxmlformats.org/officeDocument/2006/relationships/image" Target="../media/image259.png"/><Relationship Id="rId10" Type="http://schemas.openxmlformats.org/officeDocument/2006/relationships/image" Target="../media/image221.png"/><Relationship Id="rId19" Type="http://schemas.openxmlformats.org/officeDocument/2006/relationships/image" Target="../media/image255.png"/><Relationship Id="rId4" Type="http://schemas.openxmlformats.org/officeDocument/2006/relationships/image" Target="../media/image214.png"/><Relationship Id="rId9" Type="http://schemas.openxmlformats.org/officeDocument/2006/relationships/image" Target="../media/image220.png"/><Relationship Id="rId14" Type="http://schemas.openxmlformats.org/officeDocument/2006/relationships/image" Target="../media/image250.png"/><Relationship Id="rId22" Type="http://schemas.openxmlformats.org/officeDocument/2006/relationships/image" Target="../media/image258.png"/><Relationship Id="rId27" Type="http://schemas.openxmlformats.org/officeDocument/2006/relationships/image" Target="../media/image2742.png"/></Relationships>
</file>

<file path=ppt/slides/_rels/slide69.xml.rels><?xml version="1.0" encoding="UTF-8" standalone="yes"?>
<Relationships xmlns="http://schemas.openxmlformats.org/package/2006/relationships"><Relationship Id="rId13" Type="http://schemas.openxmlformats.org/officeDocument/2006/relationships/image" Target="../media/image234.png"/><Relationship Id="rId18" Type="http://schemas.openxmlformats.org/officeDocument/2006/relationships/image" Target="../media/image239.png"/><Relationship Id="rId26" Type="http://schemas.openxmlformats.org/officeDocument/2006/relationships/image" Target="../media/image247.png"/><Relationship Id="rId21" Type="http://schemas.openxmlformats.org/officeDocument/2006/relationships/image" Target="../media/image242.png"/><Relationship Id="rId34" Type="http://schemas.openxmlformats.org/officeDocument/2006/relationships/hyperlink" Target="https://www.uniprot.org/uniprotkb/P00359/entry#structure" TargetMode="External"/><Relationship Id="rId7" Type="http://schemas.openxmlformats.org/officeDocument/2006/relationships/image" Target="../media/image228.png"/><Relationship Id="rId12" Type="http://schemas.openxmlformats.org/officeDocument/2006/relationships/image" Target="../media/image233.png"/><Relationship Id="rId17" Type="http://schemas.openxmlformats.org/officeDocument/2006/relationships/image" Target="../media/image238.png"/><Relationship Id="rId25" Type="http://schemas.openxmlformats.org/officeDocument/2006/relationships/image" Target="../media/image246.png"/><Relationship Id="rId33" Type="http://schemas.openxmlformats.org/officeDocument/2006/relationships/hyperlink" Target="https://www.uniprot.org/uniprotkb/P43544/entry#structure" TargetMode="External"/><Relationship Id="rId2" Type="http://schemas.openxmlformats.org/officeDocument/2006/relationships/notesSlide" Target="../notesSlides/notesSlide48.xml"/><Relationship Id="rId16" Type="http://schemas.openxmlformats.org/officeDocument/2006/relationships/image" Target="../media/image237.png"/><Relationship Id="rId20" Type="http://schemas.openxmlformats.org/officeDocument/2006/relationships/image" Target="../media/image241.png"/><Relationship Id="rId29" Type="http://schemas.openxmlformats.org/officeDocument/2006/relationships/hyperlink" Target="https://www.uniprot.org/uniprotkb/Q12482/entry#structure" TargetMode="External"/><Relationship Id="rId1" Type="http://schemas.openxmlformats.org/officeDocument/2006/relationships/slideLayout" Target="../slideLayouts/slideLayout2.xml"/><Relationship Id="rId6" Type="http://schemas.openxmlformats.org/officeDocument/2006/relationships/image" Target="../media/image227.png"/><Relationship Id="rId11" Type="http://schemas.openxmlformats.org/officeDocument/2006/relationships/image" Target="../media/image232.png"/><Relationship Id="rId24" Type="http://schemas.openxmlformats.org/officeDocument/2006/relationships/image" Target="../media/image245.png"/><Relationship Id="rId32" Type="http://schemas.openxmlformats.org/officeDocument/2006/relationships/hyperlink" Target="https://www.uniprot.org/uniprotkb/P38972/entry#structure" TargetMode="External"/><Relationship Id="rId37" Type="http://schemas.openxmlformats.org/officeDocument/2006/relationships/hyperlink" Target="https://www.uniprot.org/uniprotkb/P36973/entry#structure" TargetMode="External"/><Relationship Id="rId5" Type="http://schemas.openxmlformats.org/officeDocument/2006/relationships/image" Target="../media/image226.png"/><Relationship Id="rId15" Type="http://schemas.openxmlformats.org/officeDocument/2006/relationships/image" Target="../media/image236.png"/><Relationship Id="rId23" Type="http://schemas.openxmlformats.org/officeDocument/2006/relationships/image" Target="../media/image244.png"/><Relationship Id="rId28" Type="http://schemas.openxmlformats.org/officeDocument/2006/relationships/hyperlink" Target="https://www.uniprot.org/uniprotkb/P33327/entry#structure" TargetMode="External"/><Relationship Id="rId36" Type="http://schemas.openxmlformats.org/officeDocument/2006/relationships/hyperlink" Target="https://www.uniprot.org/uniprotkb/Q05788/entry#structure" TargetMode="External"/><Relationship Id="rId10" Type="http://schemas.openxmlformats.org/officeDocument/2006/relationships/image" Target="../media/image231.png"/><Relationship Id="rId19" Type="http://schemas.openxmlformats.org/officeDocument/2006/relationships/image" Target="../media/image240.png"/><Relationship Id="rId31" Type="http://schemas.openxmlformats.org/officeDocument/2006/relationships/hyperlink" Target="https://www.uniprot.org/uniprotkb/P49090/entry#structure" TargetMode="External"/><Relationship Id="rId4" Type="http://schemas.openxmlformats.org/officeDocument/2006/relationships/image" Target="../media/image225.png"/><Relationship Id="rId9" Type="http://schemas.openxmlformats.org/officeDocument/2006/relationships/image" Target="../media/image230.png"/><Relationship Id="rId14" Type="http://schemas.openxmlformats.org/officeDocument/2006/relationships/image" Target="../media/image235.png"/><Relationship Id="rId22" Type="http://schemas.openxmlformats.org/officeDocument/2006/relationships/image" Target="../media/image243.png"/><Relationship Id="rId27" Type="http://schemas.openxmlformats.org/officeDocument/2006/relationships/image" Target="../media/image248.png"/><Relationship Id="rId30" Type="http://schemas.openxmlformats.org/officeDocument/2006/relationships/hyperlink" Target="https://www.uniprot.org/uniprotkb/P32288/entry#structure" TargetMode="External"/><Relationship Id="rId35" Type="http://schemas.openxmlformats.org/officeDocument/2006/relationships/hyperlink" Target="https://www.uniprot.org/uniprotkb/Q07938/entry#structure" TargetMode="External"/><Relationship Id="rId8" Type="http://schemas.openxmlformats.org/officeDocument/2006/relationships/image" Target="../media/image229.png"/><Relationship Id="rId3" Type="http://schemas.openxmlformats.org/officeDocument/2006/relationships/image" Target="../media/image224.png"/></Relationships>
</file>

<file path=ppt/slides/_rels/slide70.xml.rels><?xml version="1.0" encoding="UTF-8" standalone="yes"?>
<Relationships xmlns="http://schemas.openxmlformats.org/package/2006/relationships"><Relationship Id="rId8" Type="http://schemas.openxmlformats.org/officeDocument/2006/relationships/image" Target="../media/image2570.png"/><Relationship Id="rId13" Type="http://schemas.openxmlformats.org/officeDocument/2006/relationships/image" Target="../media/image2621.png"/><Relationship Id="rId18" Type="http://schemas.openxmlformats.org/officeDocument/2006/relationships/image" Target="../media/image2670.png"/><Relationship Id="rId26" Type="http://schemas.openxmlformats.org/officeDocument/2006/relationships/image" Target="../media/image2750.png"/><Relationship Id="rId3" Type="http://schemas.openxmlformats.org/officeDocument/2006/relationships/image" Target="../media/image2521.png"/><Relationship Id="rId21" Type="http://schemas.openxmlformats.org/officeDocument/2006/relationships/image" Target="../media/image2701.png"/><Relationship Id="rId7" Type="http://schemas.openxmlformats.org/officeDocument/2006/relationships/image" Target="../media/image2560.png"/><Relationship Id="rId12" Type="http://schemas.openxmlformats.org/officeDocument/2006/relationships/image" Target="../media/image2611.png"/><Relationship Id="rId17" Type="http://schemas.openxmlformats.org/officeDocument/2006/relationships/image" Target="../media/image2660.png"/><Relationship Id="rId25" Type="http://schemas.openxmlformats.org/officeDocument/2006/relationships/image" Target="../media/image2740.png"/><Relationship Id="rId2" Type="http://schemas.openxmlformats.org/officeDocument/2006/relationships/notesSlide" Target="../notesSlides/notesSlide49.xml"/><Relationship Id="rId16" Type="http://schemas.openxmlformats.org/officeDocument/2006/relationships/image" Target="../media/image2650.png"/><Relationship Id="rId20" Type="http://schemas.openxmlformats.org/officeDocument/2006/relationships/image" Target="../media/image2690.png"/><Relationship Id="rId1" Type="http://schemas.openxmlformats.org/officeDocument/2006/relationships/slideLayout" Target="../slideLayouts/slideLayout2.xml"/><Relationship Id="rId6" Type="http://schemas.openxmlformats.org/officeDocument/2006/relationships/image" Target="../media/image2550.png"/><Relationship Id="rId11" Type="http://schemas.openxmlformats.org/officeDocument/2006/relationships/image" Target="../media/image2601.png"/><Relationship Id="rId24" Type="http://schemas.openxmlformats.org/officeDocument/2006/relationships/image" Target="../media/image2730.png"/><Relationship Id="rId5" Type="http://schemas.openxmlformats.org/officeDocument/2006/relationships/image" Target="../media/image2540.png"/><Relationship Id="rId15" Type="http://schemas.openxmlformats.org/officeDocument/2006/relationships/image" Target="../media/image2640.png"/><Relationship Id="rId23" Type="http://schemas.openxmlformats.org/officeDocument/2006/relationships/image" Target="../media/image2721.png"/><Relationship Id="rId10" Type="http://schemas.openxmlformats.org/officeDocument/2006/relationships/image" Target="../media/image2590.png"/><Relationship Id="rId19" Type="http://schemas.openxmlformats.org/officeDocument/2006/relationships/image" Target="../media/image2680.png"/><Relationship Id="rId4" Type="http://schemas.openxmlformats.org/officeDocument/2006/relationships/image" Target="../media/image2530.png"/><Relationship Id="rId9" Type="http://schemas.openxmlformats.org/officeDocument/2006/relationships/image" Target="../media/image2580.png"/><Relationship Id="rId14" Type="http://schemas.openxmlformats.org/officeDocument/2006/relationships/image" Target="../media/image2631.png"/><Relationship Id="rId22" Type="http://schemas.openxmlformats.org/officeDocument/2006/relationships/image" Target="../media/image2711.png"/><Relationship Id="rId27" Type="http://schemas.openxmlformats.org/officeDocument/2006/relationships/image" Target="../media/image2760.png"/></Relationships>
</file>

<file path=ppt/slides/_rels/slide71.xml.rels><?xml version="1.0" encoding="UTF-8" standalone="yes"?>
<Relationships xmlns="http://schemas.openxmlformats.org/package/2006/relationships"><Relationship Id="rId13" Type="http://schemas.openxmlformats.org/officeDocument/2006/relationships/image" Target="../media/image234.png"/><Relationship Id="rId18" Type="http://schemas.openxmlformats.org/officeDocument/2006/relationships/image" Target="../media/image239.png"/><Relationship Id="rId26" Type="http://schemas.openxmlformats.org/officeDocument/2006/relationships/image" Target="../media/image247.png"/><Relationship Id="rId21" Type="http://schemas.openxmlformats.org/officeDocument/2006/relationships/image" Target="../media/image242.png"/><Relationship Id="rId34" Type="http://schemas.openxmlformats.org/officeDocument/2006/relationships/hyperlink" Target="https://www.uniprot.org/uniprotkb/Q05016/entry#structure" TargetMode="External"/><Relationship Id="rId7" Type="http://schemas.openxmlformats.org/officeDocument/2006/relationships/image" Target="../media/image228.png"/><Relationship Id="rId12" Type="http://schemas.openxmlformats.org/officeDocument/2006/relationships/image" Target="../media/image233.png"/><Relationship Id="rId17" Type="http://schemas.openxmlformats.org/officeDocument/2006/relationships/image" Target="../media/image238.png"/><Relationship Id="rId25" Type="http://schemas.openxmlformats.org/officeDocument/2006/relationships/image" Target="../media/image246.png"/><Relationship Id="rId33" Type="http://schemas.openxmlformats.org/officeDocument/2006/relationships/hyperlink" Target="https://www.uniprot.org/uniprotkb/P07347/entry#structure" TargetMode="External"/><Relationship Id="rId2" Type="http://schemas.openxmlformats.org/officeDocument/2006/relationships/notesSlide" Target="../notesSlides/notesSlide50.xml"/><Relationship Id="rId16" Type="http://schemas.openxmlformats.org/officeDocument/2006/relationships/image" Target="../media/image237.png"/><Relationship Id="rId20" Type="http://schemas.openxmlformats.org/officeDocument/2006/relationships/image" Target="../media/image241.png"/><Relationship Id="rId29" Type="http://schemas.openxmlformats.org/officeDocument/2006/relationships/hyperlink" Target="https://www.uniprot.org/uniprotkb/P38113/entry#structure" TargetMode="External"/><Relationship Id="rId1" Type="http://schemas.openxmlformats.org/officeDocument/2006/relationships/slideLayout" Target="../slideLayouts/slideLayout2.xml"/><Relationship Id="rId6" Type="http://schemas.openxmlformats.org/officeDocument/2006/relationships/image" Target="../media/image227.png"/><Relationship Id="rId11" Type="http://schemas.openxmlformats.org/officeDocument/2006/relationships/image" Target="../media/image232.png"/><Relationship Id="rId24" Type="http://schemas.openxmlformats.org/officeDocument/2006/relationships/image" Target="../media/image245.png"/><Relationship Id="rId32" Type="http://schemas.openxmlformats.org/officeDocument/2006/relationships/hyperlink" Target="https://www.uniprot.org/uniprotkb/P07149/entry#structure" TargetMode="External"/><Relationship Id="rId37" Type="http://schemas.openxmlformats.org/officeDocument/2006/relationships/hyperlink" Target="https://www.uniprot.org/uniprotkb/P53630/entry#structure" TargetMode="External"/><Relationship Id="rId5" Type="http://schemas.openxmlformats.org/officeDocument/2006/relationships/image" Target="../media/image226.png"/><Relationship Id="rId15" Type="http://schemas.openxmlformats.org/officeDocument/2006/relationships/image" Target="../media/image236.png"/><Relationship Id="rId23" Type="http://schemas.openxmlformats.org/officeDocument/2006/relationships/image" Target="../media/image244.png"/><Relationship Id="rId28" Type="http://schemas.openxmlformats.org/officeDocument/2006/relationships/hyperlink" Target="https://www.uniprot.org/uniprotkb/P54115/entry#structure" TargetMode="External"/><Relationship Id="rId36" Type="http://schemas.openxmlformats.org/officeDocument/2006/relationships/hyperlink" Target="https://www.uniprot.org/uniprotkb/P41939/entry#structure" TargetMode="External"/><Relationship Id="rId10" Type="http://schemas.openxmlformats.org/officeDocument/2006/relationships/image" Target="../media/image231.png"/><Relationship Id="rId19" Type="http://schemas.openxmlformats.org/officeDocument/2006/relationships/image" Target="../media/image240.png"/><Relationship Id="rId31" Type="http://schemas.openxmlformats.org/officeDocument/2006/relationships/hyperlink" Target="https://www.uniprot.org/uniprotkb/P53296/entry#structure" TargetMode="External"/><Relationship Id="rId4" Type="http://schemas.openxmlformats.org/officeDocument/2006/relationships/image" Target="../media/image225.png"/><Relationship Id="rId9" Type="http://schemas.openxmlformats.org/officeDocument/2006/relationships/image" Target="../media/image230.png"/><Relationship Id="rId14" Type="http://schemas.openxmlformats.org/officeDocument/2006/relationships/image" Target="../media/image235.png"/><Relationship Id="rId22" Type="http://schemas.openxmlformats.org/officeDocument/2006/relationships/image" Target="../media/image243.png"/><Relationship Id="rId27" Type="http://schemas.openxmlformats.org/officeDocument/2006/relationships/image" Target="../media/image248.png"/><Relationship Id="rId30" Type="http://schemas.openxmlformats.org/officeDocument/2006/relationships/hyperlink" Target="https://www.uniprot.org/uniprotkb/Q01574/entry#structure" TargetMode="External"/><Relationship Id="rId35" Type="http://schemas.openxmlformats.org/officeDocument/2006/relationships/hyperlink" Target="https://www.uniprot.org/uniprotkb/P53199/entry#structure" TargetMode="External"/><Relationship Id="rId8" Type="http://schemas.openxmlformats.org/officeDocument/2006/relationships/image" Target="../media/image229.png"/><Relationship Id="rId3" Type="http://schemas.openxmlformats.org/officeDocument/2006/relationships/image" Target="../media/image224.png"/></Relationships>
</file>

<file path=ppt/slides/_rels/slide72.xml.rels><?xml version="1.0" encoding="UTF-8" standalone="yes"?>
<Relationships xmlns="http://schemas.openxmlformats.org/package/2006/relationships"><Relationship Id="rId8" Type="http://schemas.openxmlformats.org/officeDocument/2006/relationships/image" Target="../media/image306.png"/><Relationship Id="rId13" Type="http://schemas.openxmlformats.org/officeDocument/2006/relationships/image" Target="../media/image311.png"/><Relationship Id="rId18" Type="http://schemas.openxmlformats.org/officeDocument/2006/relationships/image" Target="../media/image316.png"/><Relationship Id="rId26" Type="http://schemas.openxmlformats.org/officeDocument/2006/relationships/image" Target="../media/image324.png"/><Relationship Id="rId3" Type="http://schemas.openxmlformats.org/officeDocument/2006/relationships/image" Target="../media/image301.png"/><Relationship Id="rId21" Type="http://schemas.openxmlformats.org/officeDocument/2006/relationships/image" Target="../media/image319.png"/><Relationship Id="rId7" Type="http://schemas.openxmlformats.org/officeDocument/2006/relationships/image" Target="../media/image305.png"/><Relationship Id="rId12" Type="http://schemas.openxmlformats.org/officeDocument/2006/relationships/image" Target="../media/image310.png"/><Relationship Id="rId17" Type="http://schemas.openxmlformats.org/officeDocument/2006/relationships/image" Target="../media/image315.png"/><Relationship Id="rId25" Type="http://schemas.openxmlformats.org/officeDocument/2006/relationships/image" Target="../media/image323.png"/><Relationship Id="rId2" Type="http://schemas.openxmlformats.org/officeDocument/2006/relationships/notesSlide" Target="../notesSlides/notesSlide51.xml"/><Relationship Id="rId16" Type="http://schemas.openxmlformats.org/officeDocument/2006/relationships/image" Target="../media/image314.png"/><Relationship Id="rId20" Type="http://schemas.openxmlformats.org/officeDocument/2006/relationships/image" Target="../media/image318.png"/><Relationship Id="rId1" Type="http://schemas.openxmlformats.org/officeDocument/2006/relationships/slideLayout" Target="../slideLayouts/slideLayout2.xml"/><Relationship Id="rId6" Type="http://schemas.openxmlformats.org/officeDocument/2006/relationships/image" Target="../media/image304.png"/><Relationship Id="rId11" Type="http://schemas.openxmlformats.org/officeDocument/2006/relationships/image" Target="../media/image309.png"/><Relationship Id="rId24" Type="http://schemas.openxmlformats.org/officeDocument/2006/relationships/image" Target="../media/image322.png"/><Relationship Id="rId5" Type="http://schemas.openxmlformats.org/officeDocument/2006/relationships/image" Target="../media/image303.png"/><Relationship Id="rId15" Type="http://schemas.openxmlformats.org/officeDocument/2006/relationships/image" Target="../media/image313.png"/><Relationship Id="rId23" Type="http://schemas.openxmlformats.org/officeDocument/2006/relationships/image" Target="../media/image321.png"/><Relationship Id="rId10" Type="http://schemas.openxmlformats.org/officeDocument/2006/relationships/image" Target="../media/image308.png"/><Relationship Id="rId19" Type="http://schemas.openxmlformats.org/officeDocument/2006/relationships/image" Target="../media/image317.png"/><Relationship Id="rId4" Type="http://schemas.openxmlformats.org/officeDocument/2006/relationships/image" Target="../media/image302.png"/><Relationship Id="rId9" Type="http://schemas.openxmlformats.org/officeDocument/2006/relationships/image" Target="../media/image307.png"/><Relationship Id="rId14" Type="http://schemas.openxmlformats.org/officeDocument/2006/relationships/image" Target="../media/image312.png"/><Relationship Id="rId22" Type="http://schemas.openxmlformats.org/officeDocument/2006/relationships/image" Target="../media/image320.png"/></Relationships>
</file>

<file path=ppt/slides/_rels/slide73.xml.rels><?xml version="1.0" encoding="UTF-8" standalone="yes"?>
<Relationships xmlns="http://schemas.openxmlformats.org/package/2006/relationships"><Relationship Id="rId8" Type="http://schemas.openxmlformats.org/officeDocument/2006/relationships/image" Target="../media/image2560.png"/><Relationship Id="rId13" Type="http://schemas.openxmlformats.org/officeDocument/2006/relationships/image" Target="../media/image2611.png"/><Relationship Id="rId18" Type="http://schemas.openxmlformats.org/officeDocument/2006/relationships/image" Target="../media/image2660.png"/><Relationship Id="rId26" Type="http://schemas.openxmlformats.org/officeDocument/2006/relationships/image" Target="../media/image2740.png"/><Relationship Id="rId3" Type="http://schemas.openxmlformats.org/officeDocument/2006/relationships/image" Target="../media/image200.png"/><Relationship Id="rId21" Type="http://schemas.openxmlformats.org/officeDocument/2006/relationships/image" Target="../media/image2690.png"/><Relationship Id="rId7" Type="http://schemas.openxmlformats.org/officeDocument/2006/relationships/image" Target="../media/image2550.png"/><Relationship Id="rId12" Type="http://schemas.openxmlformats.org/officeDocument/2006/relationships/image" Target="../media/image2601.png"/><Relationship Id="rId17" Type="http://schemas.openxmlformats.org/officeDocument/2006/relationships/image" Target="../media/image2650.png"/><Relationship Id="rId25" Type="http://schemas.openxmlformats.org/officeDocument/2006/relationships/image" Target="../media/image2730.png"/><Relationship Id="rId2" Type="http://schemas.openxmlformats.org/officeDocument/2006/relationships/notesSlide" Target="../notesSlides/notesSlide52.xml"/><Relationship Id="rId16" Type="http://schemas.openxmlformats.org/officeDocument/2006/relationships/image" Target="../media/image2640.png"/><Relationship Id="rId20" Type="http://schemas.openxmlformats.org/officeDocument/2006/relationships/image" Target="../media/image2680.png"/><Relationship Id="rId29" Type="http://schemas.openxmlformats.org/officeDocument/2006/relationships/image" Target="../media/image2830.png"/><Relationship Id="rId1" Type="http://schemas.openxmlformats.org/officeDocument/2006/relationships/slideLayout" Target="../slideLayouts/slideLayout2.xml"/><Relationship Id="rId6" Type="http://schemas.openxmlformats.org/officeDocument/2006/relationships/image" Target="../media/image2540.png"/><Relationship Id="rId11" Type="http://schemas.openxmlformats.org/officeDocument/2006/relationships/image" Target="../media/image2590.png"/><Relationship Id="rId24" Type="http://schemas.openxmlformats.org/officeDocument/2006/relationships/image" Target="../media/image2721.png"/><Relationship Id="rId5" Type="http://schemas.openxmlformats.org/officeDocument/2006/relationships/image" Target="../media/image2530.png"/><Relationship Id="rId15" Type="http://schemas.openxmlformats.org/officeDocument/2006/relationships/image" Target="../media/image2631.png"/><Relationship Id="rId23" Type="http://schemas.openxmlformats.org/officeDocument/2006/relationships/image" Target="../media/image2711.png"/><Relationship Id="rId28" Type="http://schemas.openxmlformats.org/officeDocument/2006/relationships/image" Target="../media/image2760.png"/><Relationship Id="rId10" Type="http://schemas.openxmlformats.org/officeDocument/2006/relationships/image" Target="../media/image2580.png"/><Relationship Id="rId19" Type="http://schemas.openxmlformats.org/officeDocument/2006/relationships/image" Target="../media/image2670.png"/><Relationship Id="rId31" Type="http://schemas.openxmlformats.org/officeDocument/2006/relationships/image" Target="../media/image3040.png"/><Relationship Id="rId4" Type="http://schemas.openxmlformats.org/officeDocument/2006/relationships/image" Target="../media/image2521.png"/><Relationship Id="rId9" Type="http://schemas.openxmlformats.org/officeDocument/2006/relationships/image" Target="../media/image2570.png"/><Relationship Id="rId14" Type="http://schemas.openxmlformats.org/officeDocument/2006/relationships/image" Target="../media/image2621.png"/><Relationship Id="rId22" Type="http://schemas.openxmlformats.org/officeDocument/2006/relationships/image" Target="../media/image2701.png"/><Relationship Id="rId27" Type="http://schemas.openxmlformats.org/officeDocument/2006/relationships/image" Target="../media/image2750.png"/><Relationship Id="rId30" Type="http://schemas.openxmlformats.org/officeDocument/2006/relationships/image" Target="../media/image2840.png"/></Relationships>
</file>

<file path=ppt/slides/_rels/slide74.xml.rels><?xml version="1.0" encoding="UTF-8" standalone="yes"?>
<Relationships xmlns="http://schemas.openxmlformats.org/package/2006/relationships"><Relationship Id="rId8" Type="http://schemas.openxmlformats.org/officeDocument/2006/relationships/image" Target="../media/image176.png"/><Relationship Id="rId13" Type="http://schemas.openxmlformats.org/officeDocument/2006/relationships/image" Target="../media/image181.png"/><Relationship Id="rId18" Type="http://schemas.openxmlformats.org/officeDocument/2006/relationships/image" Target="../media/image185.png"/><Relationship Id="rId26" Type="http://schemas.openxmlformats.org/officeDocument/2006/relationships/image" Target="../media/image193.png"/><Relationship Id="rId3" Type="http://schemas.openxmlformats.org/officeDocument/2006/relationships/image" Target="../media/image1471.png"/><Relationship Id="rId21" Type="http://schemas.openxmlformats.org/officeDocument/2006/relationships/image" Target="../media/image188.png"/><Relationship Id="rId7" Type="http://schemas.openxmlformats.org/officeDocument/2006/relationships/image" Target="../media/image175.png"/><Relationship Id="rId12" Type="http://schemas.openxmlformats.org/officeDocument/2006/relationships/image" Target="../media/image180.png"/><Relationship Id="rId17" Type="http://schemas.openxmlformats.org/officeDocument/2006/relationships/image" Target="../media/image184.png"/><Relationship Id="rId25" Type="http://schemas.openxmlformats.org/officeDocument/2006/relationships/image" Target="../media/image192.png"/><Relationship Id="rId2" Type="http://schemas.openxmlformats.org/officeDocument/2006/relationships/notesSlide" Target="../notesSlides/notesSlide53.xml"/><Relationship Id="rId16" Type="http://schemas.openxmlformats.org/officeDocument/2006/relationships/image" Target="../media/image941.png"/><Relationship Id="rId20" Type="http://schemas.openxmlformats.org/officeDocument/2006/relationships/image" Target="../media/image187.png"/><Relationship Id="rId1" Type="http://schemas.openxmlformats.org/officeDocument/2006/relationships/slideLayout" Target="../slideLayouts/slideLayout2.xml"/><Relationship Id="rId6" Type="http://schemas.openxmlformats.org/officeDocument/2006/relationships/image" Target="../media/image174.png"/><Relationship Id="rId11" Type="http://schemas.openxmlformats.org/officeDocument/2006/relationships/image" Target="../media/image179.png"/><Relationship Id="rId24" Type="http://schemas.openxmlformats.org/officeDocument/2006/relationships/image" Target="../media/image191.png"/><Relationship Id="rId5" Type="http://schemas.openxmlformats.org/officeDocument/2006/relationships/image" Target="../media/image173.png"/><Relationship Id="rId15" Type="http://schemas.openxmlformats.org/officeDocument/2006/relationships/image" Target="../media/image183.png"/><Relationship Id="rId23" Type="http://schemas.openxmlformats.org/officeDocument/2006/relationships/image" Target="../media/image190.png"/><Relationship Id="rId28" Type="http://schemas.openxmlformats.org/officeDocument/2006/relationships/image" Target="../media/image195.png"/><Relationship Id="rId10" Type="http://schemas.openxmlformats.org/officeDocument/2006/relationships/image" Target="../media/image178.png"/><Relationship Id="rId19" Type="http://schemas.openxmlformats.org/officeDocument/2006/relationships/image" Target="../media/image186.png"/><Relationship Id="rId4" Type="http://schemas.openxmlformats.org/officeDocument/2006/relationships/image" Target="../media/image1481.png"/><Relationship Id="rId9" Type="http://schemas.openxmlformats.org/officeDocument/2006/relationships/image" Target="../media/image177.png"/><Relationship Id="rId14" Type="http://schemas.openxmlformats.org/officeDocument/2006/relationships/image" Target="../media/image182.png"/><Relationship Id="rId22" Type="http://schemas.openxmlformats.org/officeDocument/2006/relationships/image" Target="../media/image189.png"/><Relationship Id="rId27" Type="http://schemas.openxmlformats.org/officeDocument/2006/relationships/image" Target="../media/image194.png"/></Relationships>
</file>

<file path=ppt/slides/_rels/slide75.xml.rels><?xml version="1.0" encoding="UTF-8" standalone="yes"?>
<Relationships xmlns="http://schemas.openxmlformats.org/package/2006/relationships"><Relationship Id="rId8" Type="http://schemas.openxmlformats.org/officeDocument/2006/relationships/image" Target="../media/image1802.png"/><Relationship Id="rId13" Type="http://schemas.openxmlformats.org/officeDocument/2006/relationships/image" Target="../media/image1851.png"/><Relationship Id="rId18" Type="http://schemas.openxmlformats.org/officeDocument/2006/relationships/image" Target="../media/image1901.png"/><Relationship Id="rId26" Type="http://schemas.openxmlformats.org/officeDocument/2006/relationships/image" Target="../media/image1980.png"/><Relationship Id="rId3" Type="http://schemas.openxmlformats.org/officeDocument/2006/relationships/image" Target="../media/image1751.png"/><Relationship Id="rId21" Type="http://schemas.openxmlformats.org/officeDocument/2006/relationships/image" Target="../media/image1930.png"/><Relationship Id="rId7" Type="http://schemas.openxmlformats.org/officeDocument/2006/relationships/image" Target="../media/image1790.png"/><Relationship Id="rId12" Type="http://schemas.openxmlformats.org/officeDocument/2006/relationships/image" Target="../media/image1841.png"/><Relationship Id="rId17" Type="http://schemas.openxmlformats.org/officeDocument/2006/relationships/image" Target="../media/image1891.png"/><Relationship Id="rId25" Type="http://schemas.openxmlformats.org/officeDocument/2006/relationships/image" Target="../media/image1970.png"/><Relationship Id="rId2" Type="http://schemas.openxmlformats.org/officeDocument/2006/relationships/notesSlide" Target="../notesSlides/notesSlide54.xml"/><Relationship Id="rId16" Type="http://schemas.openxmlformats.org/officeDocument/2006/relationships/image" Target="../media/image1881.png"/><Relationship Id="rId20" Type="http://schemas.openxmlformats.org/officeDocument/2006/relationships/image" Target="../media/image1920.png"/><Relationship Id="rId29" Type="http://schemas.openxmlformats.org/officeDocument/2006/relationships/image" Target="../media/image325.png"/><Relationship Id="rId1" Type="http://schemas.openxmlformats.org/officeDocument/2006/relationships/slideLayout" Target="../slideLayouts/slideLayout2.xml"/><Relationship Id="rId6" Type="http://schemas.openxmlformats.org/officeDocument/2006/relationships/image" Target="../media/image1780.png"/><Relationship Id="rId11" Type="http://schemas.openxmlformats.org/officeDocument/2006/relationships/image" Target="../media/image1831.png"/><Relationship Id="rId24" Type="http://schemas.openxmlformats.org/officeDocument/2006/relationships/image" Target="../media/image1960.png"/><Relationship Id="rId5" Type="http://schemas.openxmlformats.org/officeDocument/2006/relationships/image" Target="../media/image1771.png"/><Relationship Id="rId15" Type="http://schemas.openxmlformats.org/officeDocument/2006/relationships/image" Target="../media/image1871.png"/><Relationship Id="rId23" Type="http://schemas.openxmlformats.org/officeDocument/2006/relationships/image" Target="../media/image1950.png"/><Relationship Id="rId28" Type="http://schemas.openxmlformats.org/officeDocument/2006/relationships/image" Target="../media/image2001.png"/><Relationship Id="rId10" Type="http://schemas.openxmlformats.org/officeDocument/2006/relationships/image" Target="../media/image1821.png"/><Relationship Id="rId19" Type="http://schemas.openxmlformats.org/officeDocument/2006/relationships/image" Target="../media/image1910.png"/><Relationship Id="rId4" Type="http://schemas.openxmlformats.org/officeDocument/2006/relationships/image" Target="../media/image1761.png"/><Relationship Id="rId9" Type="http://schemas.openxmlformats.org/officeDocument/2006/relationships/image" Target="../media/image1811.png"/><Relationship Id="rId14" Type="http://schemas.openxmlformats.org/officeDocument/2006/relationships/image" Target="../media/image1861.png"/><Relationship Id="rId22" Type="http://schemas.openxmlformats.org/officeDocument/2006/relationships/image" Target="../media/image1940.png"/><Relationship Id="rId27" Type="http://schemas.openxmlformats.org/officeDocument/2006/relationships/image" Target="../media/image1990.png"/></Relationships>
</file>

<file path=ppt/slides/_rels/slide76.xml.rels><?xml version="1.0" encoding="UTF-8" standalone="yes"?>
<Relationships xmlns="http://schemas.openxmlformats.org/package/2006/relationships"><Relationship Id="rId8" Type="http://schemas.openxmlformats.org/officeDocument/2006/relationships/image" Target="../media/image1802.png"/><Relationship Id="rId13" Type="http://schemas.openxmlformats.org/officeDocument/2006/relationships/image" Target="../media/image1851.png"/><Relationship Id="rId18" Type="http://schemas.openxmlformats.org/officeDocument/2006/relationships/image" Target="../media/image1901.png"/><Relationship Id="rId26" Type="http://schemas.openxmlformats.org/officeDocument/2006/relationships/image" Target="../media/image1980.png"/><Relationship Id="rId3" Type="http://schemas.openxmlformats.org/officeDocument/2006/relationships/image" Target="../media/image1751.png"/><Relationship Id="rId21" Type="http://schemas.openxmlformats.org/officeDocument/2006/relationships/image" Target="../media/image1930.png"/><Relationship Id="rId7" Type="http://schemas.openxmlformats.org/officeDocument/2006/relationships/image" Target="../media/image1790.png"/><Relationship Id="rId12" Type="http://schemas.openxmlformats.org/officeDocument/2006/relationships/image" Target="../media/image1841.png"/><Relationship Id="rId17" Type="http://schemas.openxmlformats.org/officeDocument/2006/relationships/image" Target="../media/image1891.png"/><Relationship Id="rId25" Type="http://schemas.openxmlformats.org/officeDocument/2006/relationships/image" Target="../media/image1970.png"/><Relationship Id="rId2" Type="http://schemas.openxmlformats.org/officeDocument/2006/relationships/notesSlide" Target="../notesSlides/notesSlide55.xml"/><Relationship Id="rId16" Type="http://schemas.openxmlformats.org/officeDocument/2006/relationships/image" Target="../media/image1881.png"/><Relationship Id="rId20" Type="http://schemas.openxmlformats.org/officeDocument/2006/relationships/image" Target="../media/image1920.png"/><Relationship Id="rId29" Type="http://schemas.openxmlformats.org/officeDocument/2006/relationships/image" Target="../media/image327.png"/><Relationship Id="rId1" Type="http://schemas.openxmlformats.org/officeDocument/2006/relationships/slideLayout" Target="../slideLayouts/slideLayout2.xml"/><Relationship Id="rId6" Type="http://schemas.openxmlformats.org/officeDocument/2006/relationships/image" Target="../media/image1780.png"/><Relationship Id="rId11" Type="http://schemas.openxmlformats.org/officeDocument/2006/relationships/image" Target="../media/image1831.png"/><Relationship Id="rId24" Type="http://schemas.openxmlformats.org/officeDocument/2006/relationships/image" Target="../media/image1960.png"/><Relationship Id="rId5" Type="http://schemas.openxmlformats.org/officeDocument/2006/relationships/image" Target="../media/image1771.png"/><Relationship Id="rId15" Type="http://schemas.openxmlformats.org/officeDocument/2006/relationships/image" Target="../media/image1871.png"/><Relationship Id="rId23" Type="http://schemas.openxmlformats.org/officeDocument/2006/relationships/image" Target="../media/image1950.png"/><Relationship Id="rId28" Type="http://schemas.openxmlformats.org/officeDocument/2006/relationships/image" Target="../media/image2001.png"/><Relationship Id="rId10" Type="http://schemas.openxmlformats.org/officeDocument/2006/relationships/image" Target="../media/image1821.png"/><Relationship Id="rId19" Type="http://schemas.openxmlformats.org/officeDocument/2006/relationships/image" Target="../media/image1910.png"/><Relationship Id="rId4" Type="http://schemas.openxmlformats.org/officeDocument/2006/relationships/image" Target="../media/image1761.png"/><Relationship Id="rId9" Type="http://schemas.openxmlformats.org/officeDocument/2006/relationships/image" Target="../media/image1811.png"/><Relationship Id="rId14" Type="http://schemas.openxmlformats.org/officeDocument/2006/relationships/image" Target="../media/image1861.png"/><Relationship Id="rId22" Type="http://schemas.openxmlformats.org/officeDocument/2006/relationships/image" Target="../media/image1940.png"/><Relationship Id="rId27" Type="http://schemas.openxmlformats.org/officeDocument/2006/relationships/image" Target="../media/image1990.png"/></Relationships>
</file>

<file path=ppt/slides/_rels/slide77.xml.rels><?xml version="1.0" encoding="UTF-8" standalone="yes"?>
<Relationships xmlns="http://schemas.openxmlformats.org/package/2006/relationships"><Relationship Id="rId8" Type="http://schemas.openxmlformats.org/officeDocument/2006/relationships/image" Target="../media/image1802.png"/><Relationship Id="rId13" Type="http://schemas.openxmlformats.org/officeDocument/2006/relationships/image" Target="../media/image1851.png"/><Relationship Id="rId18" Type="http://schemas.openxmlformats.org/officeDocument/2006/relationships/image" Target="../media/image1901.png"/><Relationship Id="rId26" Type="http://schemas.openxmlformats.org/officeDocument/2006/relationships/image" Target="../media/image1980.png"/><Relationship Id="rId3" Type="http://schemas.openxmlformats.org/officeDocument/2006/relationships/image" Target="../media/image1751.png"/><Relationship Id="rId21" Type="http://schemas.openxmlformats.org/officeDocument/2006/relationships/image" Target="../media/image1930.png"/><Relationship Id="rId7" Type="http://schemas.openxmlformats.org/officeDocument/2006/relationships/image" Target="../media/image1790.png"/><Relationship Id="rId12" Type="http://schemas.openxmlformats.org/officeDocument/2006/relationships/image" Target="../media/image1841.png"/><Relationship Id="rId17" Type="http://schemas.openxmlformats.org/officeDocument/2006/relationships/image" Target="../media/image1891.png"/><Relationship Id="rId25" Type="http://schemas.openxmlformats.org/officeDocument/2006/relationships/image" Target="../media/image1970.png"/><Relationship Id="rId2" Type="http://schemas.openxmlformats.org/officeDocument/2006/relationships/notesSlide" Target="../notesSlides/notesSlide56.xml"/><Relationship Id="rId16" Type="http://schemas.openxmlformats.org/officeDocument/2006/relationships/image" Target="../media/image1881.png"/><Relationship Id="rId20" Type="http://schemas.openxmlformats.org/officeDocument/2006/relationships/image" Target="../media/image1920.png"/><Relationship Id="rId1" Type="http://schemas.openxmlformats.org/officeDocument/2006/relationships/slideLayout" Target="../slideLayouts/slideLayout2.xml"/><Relationship Id="rId6" Type="http://schemas.openxmlformats.org/officeDocument/2006/relationships/image" Target="../media/image1780.png"/><Relationship Id="rId11" Type="http://schemas.openxmlformats.org/officeDocument/2006/relationships/image" Target="../media/image1831.png"/><Relationship Id="rId24" Type="http://schemas.openxmlformats.org/officeDocument/2006/relationships/image" Target="../media/image1960.png"/><Relationship Id="rId5" Type="http://schemas.openxmlformats.org/officeDocument/2006/relationships/image" Target="../media/image1771.png"/><Relationship Id="rId15" Type="http://schemas.openxmlformats.org/officeDocument/2006/relationships/image" Target="../media/image1871.png"/><Relationship Id="rId23" Type="http://schemas.openxmlformats.org/officeDocument/2006/relationships/image" Target="../media/image1950.png"/><Relationship Id="rId28" Type="http://schemas.openxmlformats.org/officeDocument/2006/relationships/image" Target="../media/image2001.png"/><Relationship Id="rId10" Type="http://schemas.openxmlformats.org/officeDocument/2006/relationships/image" Target="../media/image1821.png"/><Relationship Id="rId19" Type="http://schemas.openxmlformats.org/officeDocument/2006/relationships/image" Target="../media/image1910.png"/><Relationship Id="rId4" Type="http://schemas.openxmlformats.org/officeDocument/2006/relationships/image" Target="../media/image1761.png"/><Relationship Id="rId9" Type="http://schemas.openxmlformats.org/officeDocument/2006/relationships/image" Target="../media/image1811.png"/><Relationship Id="rId14" Type="http://schemas.openxmlformats.org/officeDocument/2006/relationships/image" Target="../media/image1861.png"/><Relationship Id="rId22" Type="http://schemas.openxmlformats.org/officeDocument/2006/relationships/image" Target="../media/image1940.png"/><Relationship Id="rId27" Type="http://schemas.openxmlformats.org/officeDocument/2006/relationships/image" Target="../media/image1990.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8" Type="http://schemas.openxmlformats.org/officeDocument/2006/relationships/image" Target="../media/image1740.png"/><Relationship Id="rId3" Type="http://schemas.openxmlformats.org/officeDocument/2006/relationships/image" Target="../media/image65.png"/><Relationship Id="rId7" Type="http://schemas.openxmlformats.org/officeDocument/2006/relationships/image" Target="../media/image1730.png"/><Relationship Id="rId2" Type="http://schemas.openxmlformats.org/officeDocument/2006/relationships/notesSlide" Target="../notesSlides/notesSlide57.xml"/><Relationship Id="rId1" Type="http://schemas.openxmlformats.org/officeDocument/2006/relationships/slideLayout" Target="../slideLayouts/slideLayout2.xml"/><Relationship Id="rId6" Type="http://schemas.openxmlformats.org/officeDocument/2006/relationships/image" Target="../media/image69.png"/><Relationship Id="rId11" Type="http://schemas.openxmlformats.org/officeDocument/2006/relationships/image" Target="../media/image1770.png"/><Relationship Id="rId5" Type="http://schemas.openxmlformats.org/officeDocument/2006/relationships/image" Target="../media/image115.png"/><Relationship Id="rId10" Type="http://schemas.openxmlformats.org/officeDocument/2006/relationships/image" Target="../media/image1760.png"/><Relationship Id="rId4" Type="http://schemas.openxmlformats.org/officeDocument/2006/relationships/image" Target="../media/image66.png"/><Relationship Id="rId9" Type="http://schemas.openxmlformats.org/officeDocument/2006/relationships/image" Target="../media/image1750.png"/></Relationships>
</file>

<file path=ppt/slides/_rels/slide80.xml.rels><?xml version="1.0" encoding="UTF-8" standalone="yes"?>
<Relationships xmlns="http://schemas.openxmlformats.org/package/2006/relationships"><Relationship Id="rId8" Type="http://schemas.openxmlformats.org/officeDocument/2006/relationships/image" Target="../media/image336.png"/><Relationship Id="rId13" Type="http://schemas.openxmlformats.org/officeDocument/2006/relationships/image" Target="../media/image341.png"/><Relationship Id="rId18" Type="http://schemas.openxmlformats.org/officeDocument/2006/relationships/image" Target="../media/image346.png"/><Relationship Id="rId26" Type="http://schemas.openxmlformats.org/officeDocument/2006/relationships/image" Target="../media/image354.png"/><Relationship Id="rId3" Type="http://schemas.openxmlformats.org/officeDocument/2006/relationships/image" Target="../media/image69.png"/><Relationship Id="rId21" Type="http://schemas.openxmlformats.org/officeDocument/2006/relationships/image" Target="../media/image349.png"/><Relationship Id="rId7" Type="http://schemas.openxmlformats.org/officeDocument/2006/relationships/image" Target="../media/image335.png"/><Relationship Id="rId12" Type="http://schemas.openxmlformats.org/officeDocument/2006/relationships/image" Target="../media/image340.png"/><Relationship Id="rId17" Type="http://schemas.openxmlformats.org/officeDocument/2006/relationships/image" Target="../media/image345.png"/><Relationship Id="rId25" Type="http://schemas.openxmlformats.org/officeDocument/2006/relationships/image" Target="../media/image353.png"/><Relationship Id="rId2" Type="http://schemas.openxmlformats.org/officeDocument/2006/relationships/image" Target="../media/image66.png"/><Relationship Id="rId16" Type="http://schemas.openxmlformats.org/officeDocument/2006/relationships/image" Target="../media/image344.png"/><Relationship Id="rId20" Type="http://schemas.openxmlformats.org/officeDocument/2006/relationships/image" Target="../media/image348.png"/><Relationship Id="rId1" Type="http://schemas.openxmlformats.org/officeDocument/2006/relationships/slideLayout" Target="../slideLayouts/slideLayout2.xml"/><Relationship Id="rId6" Type="http://schemas.openxmlformats.org/officeDocument/2006/relationships/image" Target="../media/image334.png"/><Relationship Id="rId11" Type="http://schemas.openxmlformats.org/officeDocument/2006/relationships/image" Target="../media/image339.png"/><Relationship Id="rId24" Type="http://schemas.openxmlformats.org/officeDocument/2006/relationships/image" Target="../media/image352.png"/><Relationship Id="rId5" Type="http://schemas.openxmlformats.org/officeDocument/2006/relationships/image" Target="../media/image333.png"/><Relationship Id="rId15" Type="http://schemas.openxmlformats.org/officeDocument/2006/relationships/image" Target="../media/image343.png"/><Relationship Id="rId23" Type="http://schemas.openxmlformats.org/officeDocument/2006/relationships/image" Target="../media/image351.png"/><Relationship Id="rId10" Type="http://schemas.openxmlformats.org/officeDocument/2006/relationships/image" Target="../media/image338.png"/><Relationship Id="rId19" Type="http://schemas.openxmlformats.org/officeDocument/2006/relationships/image" Target="../media/image347.png"/><Relationship Id="rId4" Type="http://schemas.openxmlformats.org/officeDocument/2006/relationships/image" Target="../media/image332.png"/><Relationship Id="rId9" Type="http://schemas.openxmlformats.org/officeDocument/2006/relationships/image" Target="../media/image337.png"/><Relationship Id="rId14" Type="http://schemas.openxmlformats.org/officeDocument/2006/relationships/image" Target="../media/image342.png"/><Relationship Id="rId22" Type="http://schemas.openxmlformats.org/officeDocument/2006/relationships/image" Target="../media/image350.png"/></Relationships>
</file>

<file path=ppt/slides/_rels/slide81.xml.rels><?xml version="1.0" encoding="UTF-8" standalone="yes"?>
<Relationships xmlns="http://schemas.openxmlformats.org/package/2006/relationships"><Relationship Id="rId8" Type="http://schemas.openxmlformats.org/officeDocument/2006/relationships/image" Target="../media/image1820.png"/><Relationship Id="rId3" Type="http://schemas.openxmlformats.org/officeDocument/2006/relationships/image" Target="../media/image104.jpeg"/><Relationship Id="rId7" Type="http://schemas.openxmlformats.org/officeDocument/2006/relationships/image" Target="../media/image1810.png"/><Relationship Id="rId2" Type="http://schemas.openxmlformats.org/officeDocument/2006/relationships/notesSlide" Target="../notesSlides/notesSlide58.xml"/><Relationship Id="rId1" Type="http://schemas.openxmlformats.org/officeDocument/2006/relationships/slideLayout" Target="../slideLayouts/slideLayout2.xml"/><Relationship Id="rId6" Type="http://schemas.openxmlformats.org/officeDocument/2006/relationships/image" Target="../media/image1801.png"/><Relationship Id="rId5" Type="http://schemas.openxmlformats.org/officeDocument/2006/relationships/image" Target="../media/image111.png"/><Relationship Id="rId10" Type="http://schemas.openxmlformats.org/officeDocument/2006/relationships/image" Target="../media/image1840.png"/><Relationship Id="rId4" Type="http://schemas.openxmlformats.org/officeDocument/2006/relationships/hyperlink" Target="https://www.rcsb.org/search?request=%7B%22query%22%3A%7B%22type%22%3A%22group%22%2C%22nodes%22%3A%5B%7B%22type%22%3A%22group%22%2C%22nodes%22%3A%5B%7B%22type%22%3A%22group%22%2C%22nodes%22%3A%5B%7B%22type%22%3A%22terminal%22%2C%22service%22%3A%22text%22%2C%22parameters%22%3A%7B%22attribute%22%3A%22rcsb_polymer_entity.rcsb_ec_lineage.id%22%2C%22negation%22%3Afalse%2C%22operator%22%3A%22in%22%2C%22value%22%3A%5B%223.1.2.2%22%5D%7D%7D%2C%7B%22type%22%3A%22terminal%22%2C%22service%22%3A%22text%22%2C%22parameters%22%3A%7B%22attribute%22%3A%22rcsb_entity_source_organism.taxonomy_lineage.name%22%2C%22operator%22%3A%22exact_match%22%2C%22negation%22%3Afalse%2C%22value%22%3A%22Saccharomyces%20cerevisiae%22%7D%7D%5D%2C%22logical_operator%22%3A%22and%22%7D%5D%2C%22logical_operator%22%3A%22and%22%2C%22label%22%3A%22text%22%7D%5D%2C%22logical_operator%22%3A%22and%22%7D%2C%22return_type%22%3A%22entry%22%2C%22request_options%22%3A%7B%22paginate%22%3A%7B%22start%22%3A0%2C%22rows%22%3A25%7D%2C%22results_content_type%22%3A%5B%22experimental%22%5D%2C%22sort%22%3A%5B%7B%22sort_by%22%3A%22score%22%2C%22direction%22%3A%22desc%22%7D%5D%2C%22scoring_strategy%22%3A%22combined%22%7D%2C%22request_info%22%3A%7B%22query_id%22%3A%22942b1fb39072ccdc277e358e197a14f3%22%7D%7D" TargetMode="External"/><Relationship Id="rId9" Type="http://schemas.openxmlformats.org/officeDocument/2006/relationships/image" Target="../media/image1830.png"/></Relationships>
</file>

<file path=ppt/slides/_rels/slide82.xml.rels><?xml version="1.0" encoding="UTF-8" standalone="yes"?>
<Relationships xmlns="http://schemas.openxmlformats.org/package/2006/relationships"><Relationship Id="rId8" Type="http://schemas.openxmlformats.org/officeDocument/2006/relationships/image" Target="../media/image1870.png"/><Relationship Id="rId3" Type="http://schemas.openxmlformats.org/officeDocument/2006/relationships/image" Target="../media/image104.jpeg"/><Relationship Id="rId7" Type="http://schemas.openxmlformats.org/officeDocument/2006/relationships/image" Target="../media/image1860.png"/><Relationship Id="rId2" Type="http://schemas.openxmlformats.org/officeDocument/2006/relationships/notesSlide" Target="../notesSlides/notesSlide59.xml"/><Relationship Id="rId1" Type="http://schemas.openxmlformats.org/officeDocument/2006/relationships/slideLayout" Target="../slideLayouts/slideLayout2.xml"/><Relationship Id="rId6" Type="http://schemas.openxmlformats.org/officeDocument/2006/relationships/image" Target="../media/image111.png"/><Relationship Id="rId5" Type="http://schemas.openxmlformats.org/officeDocument/2006/relationships/image" Target="../media/image1850.png"/><Relationship Id="rId10" Type="http://schemas.openxmlformats.org/officeDocument/2006/relationships/image" Target="../media/image1890.png"/><Relationship Id="rId4" Type="http://schemas.openxmlformats.org/officeDocument/2006/relationships/hyperlink" Target="https://www.rcsb.org/search?request=%7B%22query%22%3A%7B%22type%22%3A%22group%22%2C%22nodes%22%3A%5B%7B%22type%22%3A%22group%22%2C%22nodes%22%3A%5B%7B%22type%22%3A%22group%22%2C%22nodes%22%3A%5B%7B%22type%22%3A%22terminal%22%2C%22service%22%3A%22text%22%2C%22parameters%22%3A%7B%22attribute%22%3A%22rcsb_polymer_entity.rcsb_ec_lineage.id%22%2C%22negation%22%3Afalse%2C%22operator%22%3A%22in%22%2C%22value%22%3A%5B%223.1.2.2%22%5D%7D%7D%2C%7B%22type%22%3A%22terminal%22%2C%22service%22%3A%22text%22%2C%22parameters%22%3A%7B%22attribute%22%3A%22rcsb_entity_source_organism.taxonomy_lineage.name%22%2C%22operator%22%3A%22exact_match%22%2C%22negation%22%3Afalse%2C%22value%22%3A%22Saccharomyces%20cerevisiae%22%7D%7D%5D%2C%22logical_operator%22%3A%22and%22%7D%5D%2C%22logical_operator%22%3A%22and%22%2C%22label%22%3A%22text%22%7D%5D%2C%22logical_operator%22%3A%22and%22%7D%2C%22return_type%22%3A%22entry%22%2C%22request_options%22%3A%7B%22paginate%22%3A%7B%22start%22%3A0%2C%22rows%22%3A25%7D%2C%22results_content_type%22%3A%5B%22experimental%22%5D%2C%22sort%22%3A%5B%7B%22sort_by%22%3A%22score%22%2C%22direction%22%3A%22desc%22%7D%5D%2C%22scoring_strategy%22%3A%22combined%22%7D%2C%22request_info%22%3A%7B%22query_id%22%3A%22942b1fb39072ccdc277e358e197a14f3%22%7D%7D" TargetMode="External"/><Relationship Id="rId9" Type="http://schemas.openxmlformats.org/officeDocument/2006/relationships/image" Target="../media/image1880.png"/></Relationships>
</file>

<file path=ppt/slides/_rels/slide83.xml.rels><?xml version="1.0" encoding="UTF-8" standalone="yes"?>
<Relationships xmlns="http://schemas.openxmlformats.org/package/2006/relationships"><Relationship Id="rId3" Type="http://schemas.openxmlformats.org/officeDocument/2006/relationships/image" Target="../media/image104.jpeg"/><Relationship Id="rId7" Type="http://schemas.openxmlformats.org/officeDocument/2006/relationships/image" Target="../media/image114.png"/><Relationship Id="rId2" Type="http://schemas.openxmlformats.org/officeDocument/2006/relationships/notesSlide" Target="../notesSlides/notesSlide60.xml"/><Relationship Id="rId1" Type="http://schemas.openxmlformats.org/officeDocument/2006/relationships/slideLayout" Target="../slideLayouts/slideLayout2.xml"/><Relationship Id="rId6" Type="http://schemas.openxmlformats.org/officeDocument/2006/relationships/image" Target="../media/image113.png"/><Relationship Id="rId5" Type="http://schemas.openxmlformats.org/officeDocument/2006/relationships/image" Target="../media/image112.gif"/><Relationship Id="rId4" Type="http://schemas.openxmlformats.org/officeDocument/2006/relationships/hyperlink" Target="https://www.rcsb.org/search?request=%7B%22query%22%3A%7B%22type%22%3A%22group%22%2C%22nodes%22%3A%5B%7B%22type%22%3A%22group%22%2C%22nodes%22%3A%5B%7B%22type%22%3A%22group%22%2C%22nodes%22%3A%5B%7B%22type%22%3A%22terminal%22%2C%22service%22%3A%22text%22%2C%22parameters%22%3A%7B%22attribute%22%3A%22rcsb_polymer_entity.rcsb_ec_lineage.id%22%2C%22negation%22%3Afalse%2C%22operator%22%3A%22in%22%2C%22value%22%3A%5B%223.1.2.2%22%5D%7D%7D%2C%7B%22type%22%3A%22terminal%22%2C%22service%22%3A%22text%22%2C%22parameters%22%3A%7B%22attribute%22%3A%22rcsb_entity_source_organism.taxonomy_lineage.name%22%2C%22operator%22%3A%22exact_match%22%2C%22negation%22%3Afalse%2C%22value%22%3A%22Saccharomyces%20cerevisiae%22%7D%7D%5D%2C%22logical_operator%22%3A%22and%22%7D%5D%2C%22logical_operator%22%3A%22and%22%2C%22label%22%3A%22text%22%7D%5D%2C%22logical_operator%22%3A%22and%22%7D%2C%22return_type%22%3A%22entry%22%2C%22request_options%22%3A%7B%22paginate%22%3A%7B%22start%22%3A0%2C%22rows%22%3A25%7D%2C%22results_content_type%22%3A%5B%22experimental%22%5D%2C%22sort%22%3A%5B%7B%22sort_by%22%3A%22score%22%2C%22direction%22%3A%22desc%22%7D%5D%2C%22scoring_strategy%22%3A%22combined%22%7D%2C%22request_info%22%3A%7B%22query_id%22%3A%22942b1fb39072ccdc277e358e197a14f3%22%7D%7D" TargetMode="External"/></Relationships>
</file>

<file path=ppt/slides/_rels/slide84.xml.rels><?xml version="1.0" encoding="UTF-8" standalone="yes"?>
<Relationships xmlns="http://schemas.openxmlformats.org/package/2006/relationships"><Relationship Id="rId8" Type="http://schemas.openxmlformats.org/officeDocument/2006/relationships/image" Target="../media/image328.png"/><Relationship Id="rId3" Type="http://schemas.openxmlformats.org/officeDocument/2006/relationships/image" Target="../media/image3520.png"/><Relationship Id="rId7" Type="http://schemas.openxmlformats.org/officeDocument/2006/relationships/image" Target="../media/image392.png"/><Relationship Id="rId2" Type="http://schemas.openxmlformats.org/officeDocument/2006/relationships/image" Target="../media/image3420.png"/><Relationship Id="rId1" Type="http://schemas.openxmlformats.org/officeDocument/2006/relationships/slideLayout" Target="../slideLayouts/slideLayout2.xml"/><Relationship Id="rId6" Type="http://schemas.openxmlformats.org/officeDocument/2006/relationships/image" Target="../media/image382.png"/><Relationship Id="rId5" Type="http://schemas.openxmlformats.org/officeDocument/2006/relationships/image" Target="../media/image371.png"/><Relationship Id="rId4" Type="http://schemas.openxmlformats.org/officeDocument/2006/relationships/image" Target="../media/image362.png"/></Relationships>
</file>

<file path=ppt/slides/_rels/slide85.xml.rels><?xml version="1.0" encoding="UTF-8" standalone="yes"?>
<Relationships xmlns="http://schemas.openxmlformats.org/package/2006/relationships"><Relationship Id="rId8" Type="http://schemas.openxmlformats.org/officeDocument/2006/relationships/image" Target="../media/image612.png"/><Relationship Id="rId13" Type="http://schemas.openxmlformats.org/officeDocument/2006/relationships/image" Target="../media/image1120.png"/><Relationship Id="rId3" Type="http://schemas.openxmlformats.org/officeDocument/2006/relationships/image" Target="../media/image1111.png"/><Relationship Id="rId7" Type="http://schemas.openxmlformats.org/officeDocument/2006/relationships/image" Target="../media/image511.png"/><Relationship Id="rId12" Type="http://schemas.openxmlformats.org/officeDocument/2006/relationships/image" Target="../media/image1010.png"/><Relationship Id="rId17" Type="http://schemas.openxmlformats.org/officeDocument/2006/relationships/image" Target="../media/image1520.png"/><Relationship Id="rId2" Type="http://schemas.openxmlformats.org/officeDocument/2006/relationships/notesSlide" Target="../notesSlides/notesSlide61.xml"/><Relationship Id="rId16" Type="http://schemas.openxmlformats.org/officeDocument/2006/relationships/image" Target="../media/image116.png"/><Relationship Id="rId1" Type="http://schemas.openxmlformats.org/officeDocument/2006/relationships/slideLayout" Target="../slideLayouts/slideLayout2.xml"/><Relationship Id="rId6" Type="http://schemas.openxmlformats.org/officeDocument/2006/relationships/image" Target="../media/image412.png"/><Relationship Id="rId11" Type="http://schemas.openxmlformats.org/officeDocument/2006/relationships/image" Target="../media/image911.png"/><Relationship Id="rId5" Type="http://schemas.openxmlformats.org/officeDocument/2006/relationships/image" Target="../media/image3110.png"/><Relationship Id="rId15" Type="http://schemas.openxmlformats.org/officeDocument/2006/relationships/image" Target="../media/image422.png"/><Relationship Id="rId10" Type="http://schemas.openxmlformats.org/officeDocument/2006/relationships/image" Target="../media/image815.png"/><Relationship Id="rId4" Type="http://schemas.openxmlformats.org/officeDocument/2006/relationships/image" Target="../media/image2630.png"/><Relationship Id="rId9" Type="http://schemas.openxmlformats.org/officeDocument/2006/relationships/image" Target="../media/image712.png"/><Relationship Id="rId14" Type="http://schemas.openxmlformats.org/officeDocument/2006/relationships/image" Target="../media/image1210.png"/></Relationships>
</file>

<file path=ppt/slides/_rels/slide86.xml.rels><?xml version="1.0" encoding="UTF-8" standalone="yes"?>
<Relationships xmlns="http://schemas.openxmlformats.org/package/2006/relationships"><Relationship Id="rId8" Type="http://schemas.openxmlformats.org/officeDocument/2006/relationships/image" Target="../media/image1720.png"/><Relationship Id="rId3" Type="http://schemas.openxmlformats.org/officeDocument/2006/relationships/image" Target="../media/image442.png"/><Relationship Id="rId7" Type="http://schemas.openxmlformats.org/officeDocument/2006/relationships/image" Target="../media/image116.png"/><Relationship Id="rId2" Type="http://schemas.openxmlformats.org/officeDocument/2006/relationships/notesSlide" Target="../notesSlides/notesSlide62.xml"/><Relationship Id="rId1" Type="http://schemas.openxmlformats.org/officeDocument/2006/relationships/slideLayout" Target="../slideLayouts/slideLayout2.xml"/><Relationship Id="rId6" Type="http://schemas.openxmlformats.org/officeDocument/2006/relationships/image" Target="../media/image1320.png"/><Relationship Id="rId5" Type="http://schemas.openxmlformats.org/officeDocument/2006/relationships/image" Target="../media/image1210.png"/><Relationship Id="rId10" Type="http://schemas.openxmlformats.org/officeDocument/2006/relationships/image" Target="../media/image330.png"/><Relationship Id="rId4" Type="http://schemas.openxmlformats.org/officeDocument/2006/relationships/image" Target="../media/image452.png"/><Relationship Id="rId9" Type="http://schemas.openxmlformats.org/officeDocument/2006/relationships/image" Target="../media/image329.png"/></Relationships>
</file>

<file path=ppt/slides/_rels/slide87.xml.rels><?xml version="1.0" encoding="UTF-8" standalone="yes"?>
<Relationships xmlns="http://schemas.openxmlformats.org/package/2006/relationships"><Relationship Id="rId8" Type="http://schemas.openxmlformats.org/officeDocument/2006/relationships/image" Target="../media/image521.png"/><Relationship Id="rId13" Type="http://schemas.openxmlformats.org/officeDocument/2006/relationships/image" Target="../media/image571.png"/><Relationship Id="rId3" Type="http://schemas.openxmlformats.org/officeDocument/2006/relationships/image" Target="../media/image481.png"/><Relationship Id="rId7" Type="http://schemas.openxmlformats.org/officeDocument/2006/relationships/image" Target="../media/image116.png"/><Relationship Id="rId12" Type="http://schemas.openxmlformats.org/officeDocument/2006/relationships/image" Target="../media/image561.png"/><Relationship Id="rId2" Type="http://schemas.openxmlformats.org/officeDocument/2006/relationships/notesSlide" Target="../notesSlides/notesSlide63.xml"/><Relationship Id="rId16" Type="http://schemas.openxmlformats.org/officeDocument/2006/relationships/image" Target="../media/image601.png"/><Relationship Id="rId1" Type="http://schemas.openxmlformats.org/officeDocument/2006/relationships/slideLayout" Target="../slideLayouts/slideLayout2.xml"/><Relationship Id="rId6" Type="http://schemas.openxmlformats.org/officeDocument/2006/relationships/image" Target="../media/image512.png"/><Relationship Id="rId11" Type="http://schemas.openxmlformats.org/officeDocument/2006/relationships/image" Target="../media/image551.png"/><Relationship Id="rId5" Type="http://schemas.openxmlformats.org/officeDocument/2006/relationships/image" Target="../media/image502.png"/><Relationship Id="rId15" Type="http://schemas.openxmlformats.org/officeDocument/2006/relationships/image" Target="../media/image591.png"/><Relationship Id="rId10" Type="http://schemas.openxmlformats.org/officeDocument/2006/relationships/image" Target="../media/image541.png"/><Relationship Id="rId4" Type="http://schemas.openxmlformats.org/officeDocument/2006/relationships/image" Target="../media/image491.png"/><Relationship Id="rId9" Type="http://schemas.openxmlformats.org/officeDocument/2006/relationships/image" Target="../media/image531.png"/><Relationship Id="rId14" Type="http://schemas.openxmlformats.org/officeDocument/2006/relationships/image" Target="../media/image581.png"/></Relationships>
</file>

<file path=ppt/slides/_rels/slide88.xml.rels><?xml version="1.0" encoding="UTF-8" standalone="yes"?>
<Relationships xmlns="http://schemas.openxmlformats.org/package/2006/relationships"><Relationship Id="rId8" Type="http://schemas.openxmlformats.org/officeDocument/2006/relationships/image" Target="../media/image661.png"/><Relationship Id="rId13" Type="http://schemas.openxmlformats.org/officeDocument/2006/relationships/image" Target="../media/image331.svg"/><Relationship Id="rId3" Type="http://schemas.openxmlformats.org/officeDocument/2006/relationships/image" Target="../media/image611.png"/><Relationship Id="rId7" Type="http://schemas.openxmlformats.org/officeDocument/2006/relationships/image" Target="../media/image651.png"/><Relationship Id="rId12" Type="http://schemas.openxmlformats.org/officeDocument/2006/relationships/image" Target="../media/image702.png"/><Relationship Id="rId2" Type="http://schemas.openxmlformats.org/officeDocument/2006/relationships/notesSlide" Target="../notesSlides/notesSlide64.xml"/><Relationship Id="rId1" Type="http://schemas.openxmlformats.org/officeDocument/2006/relationships/slideLayout" Target="../slideLayouts/slideLayout2.xml"/><Relationship Id="rId6" Type="http://schemas.openxmlformats.org/officeDocument/2006/relationships/image" Target="../media/image641.png"/><Relationship Id="rId11" Type="http://schemas.openxmlformats.org/officeDocument/2006/relationships/image" Target="../media/image692.png"/><Relationship Id="rId5" Type="http://schemas.openxmlformats.org/officeDocument/2006/relationships/image" Target="../media/image631.png"/><Relationship Id="rId10" Type="http://schemas.openxmlformats.org/officeDocument/2006/relationships/image" Target="../media/image682.png"/><Relationship Id="rId4" Type="http://schemas.openxmlformats.org/officeDocument/2006/relationships/image" Target="../media/image621.png"/><Relationship Id="rId9" Type="http://schemas.openxmlformats.org/officeDocument/2006/relationships/image" Target="../media/image672.png"/><Relationship Id="rId14" Type="http://schemas.openxmlformats.org/officeDocument/2006/relationships/image" Target="../media/image332.svg"/></Relationships>
</file>

<file path=ppt/slides/_rels/slide89.xml.rels><?xml version="1.0" encoding="UTF-8" standalone="yes"?>
<Relationships xmlns="http://schemas.openxmlformats.org/package/2006/relationships"><Relationship Id="rId8" Type="http://schemas.openxmlformats.org/officeDocument/2006/relationships/image" Target="../media/image1310.png"/><Relationship Id="rId13" Type="http://schemas.openxmlformats.org/officeDocument/2006/relationships/image" Target="../media/image1800.png"/><Relationship Id="rId18" Type="http://schemas.openxmlformats.org/officeDocument/2006/relationships/image" Target="../media/image2300.png"/><Relationship Id="rId26" Type="http://schemas.openxmlformats.org/officeDocument/2006/relationships/image" Target="../media/image3130.png"/><Relationship Id="rId3" Type="http://schemas.openxmlformats.org/officeDocument/2006/relationships/image" Target="../media/image812.png"/><Relationship Id="rId21" Type="http://schemas.openxmlformats.org/officeDocument/2006/relationships/image" Target="../media/image2620.png"/><Relationship Id="rId7" Type="http://schemas.openxmlformats.org/officeDocument/2006/relationships/image" Target="../media/image1200.png"/><Relationship Id="rId12" Type="http://schemas.openxmlformats.org/officeDocument/2006/relationships/image" Target="../media/image1710.png"/><Relationship Id="rId17" Type="http://schemas.openxmlformats.org/officeDocument/2006/relationships/image" Target="../media/image2200.png"/><Relationship Id="rId25" Type="http://schemas.openxmlformats.org/officeDocument/2006/relationships/image" Target="../media/image3010.png"/><Relationship Id="rId2" Type="http://schemas.openxmlformats.org/officeDocument/2006/relationships/notesSlide" Target="../notesSlides/notesSlide65.xml"/><Relationship Id="rId16" Type="http://schemas.openxmlformats.org/officeDocument/2006/relationships/image" Target="../media/image2110.png"/><Relationship Id="rId20" Type="http://schemas.openxmlformats.org/officeDocument/2006/relationships/image" Target="../media/image2520.png"/><Relationship Id="rId1" Type="http://schemas.openxmlformats.org/officeDocument/2006/relationships/slideLayout" Target="../slideLayouts/slideLayout2.xml"/><Relationship Id="rId6" Type="http://schemas.openxmlformats.org/officeDocument/2006/relationships/image" Target="../media/image1110.png"/><Relationship Id="rId11" Type="http://schemas.openxmlformats.org/officeDocument/2006/relationships/image" Target="../media/image1610.png"/><Relationship Id="rId24" Type="http://schemas.openxmlformats.org/officeDocument/2006/relationships/image" Target="../media/image2910.png"/><Relationship Id="rId5" Type="http://schemas.openxmlformats.org/officeDocument/2006/relationships/image" Target="../media/image1080.png"/><Relationship Id="rId15" Type="http://schemas.openxmlformats.org/officeDocument/2006/relationships/image" Target="../media/image2000.png"/><Relationship Id="rId23" Type="http://schemas.openxmlformats.org/officeDocument/2006/relationships/image" Target="../media/image2820.png"/><Relationship Id="rId10" Type="http://schemas.openxmlformats.org/officeDocument/2006/relationships/image" Target="../media/image1510.png"/><Relationship Id="rId19" Type="http://schemas.openxmlformats.org/officeDocument/2006/relationships/image" Target="../media/image2410.png"/><Relationship Id="rId4" Type="http://schemas.openxmlformats.org/officeDocument/2006/relationships/image" Target="../media/image910.png"/><Relationship Id="rId9" Type="http://schemas.openxmlformats.org/officeDocument/2006/relationships/image" Target="../media/image1410.png"/><Relationship Id="rId14" Type="http://schemas.openxmlformats.org/officeDocument/2006/relationships/image" Target="../media/image1900.png"/><Relationship Id="rId22" Type="http://schemas.openxmlformats.org/officeDocument/2006/relationships/image" Target="../media/image2720.png"/><Relationship Id="rId27" Type="http://schemas.openxmlformats.org/officeDocument/2006/relationships/image" Target="../media/image3200.png"/></Relationships>
</file>

<file path=ppt/slides/_rels/slide90.xml.rels><?xml version="1.0" encoding="UTF-8" standalone="yes"?>
<Relationships xmlns="http://schemas.openxmlformats.org/package/2006/relationships"><Relationship Id="rId8" Type="http://schemas.openxmlformats.org/officeDocument/2006/relationships/image" Target="../media/image3610.png"/><Relationship Id="rId13" Type="http://schemas.openxmlformats.org/officeDocument/2006/relationships/image" Target="../media/image1710.png"/><Relationship Id="rId18" Type="http://schemas.openxmlformats.org/officeDocument/2006/relationships/image" Target="../media/image2200.png"/><Relationship Id="rId26" Type="http://schemas.openxmlformats.org/officeDocument/2006/relationships/image" Target="../media/image3010.png"/><Relationship Id="rId3" Type="http://schemas.openxmlformats.org/officeDocument/2006/relationships/image" Target="../media/image3320.png"/><Relationship Id="rId21" Type="http://schemas.openxmlformats.org/officeDocument/2006/relationships/image" Target="../media/image2520.png"/><Relationship Id="rId7" Type="http://schemas.openxmlformats.org/officeDocument/2006/relationships/image" Target="../media/image3510.png"/><Relationship Id="rId12" Type="http://schemas.openxmlformats.org/officeDocument/2006/relationships/image" Target="../media/image1610.png"/><Relationship Id="rId17" Type="http://schemas.openxmlformats.org/officeDocument/2006/relationships/image" Target="../media/image2110.png"/><Relationship Id="rId25" Type="http://schemas.openxmlformats.org/officeDocument/2006/relationships/image" Target="../media/image2910.png"/><Relationship Id="rId2" Type="http://schemas.openxmlformats.org/officeDocument/2006/relationships/notesSlide" Target="../notesSlides/notesSlide66.xml"/><Relationship Id="rId16" Type="http://schemas.openxmlformats.org/officeDocument/2006/relationships/image" Target="../media/image2000.png"/><Relationship Id="rId20" Type="http://schemas.openxmlformats.org/officeDocument/2006/relationships/image" Target="../media/image2410.png"/><Relationship Id="rId1" Type="http://schemas.openxmlformats.org/officeDocument/2006/relationships/slideLayout" Target="../slideLayouts/slideLayout2.xml"/><Relationship Id="rId6" Type="http://schemas.openxmlformats.org/officeDocument/2006/relationships/image" Target="../media/image3410.png"/><Relationship Id="rId11" Type="http://schemas.openxmlformats.org/officeDocument/2006/relationships/image" Target="../media/image1510.png"/><Relationship Id="rId24" Type="http://schemas.openxmlformats.org/officeDocument/2006/relationships/image" Target="../media/image2820.png"/><Relationship Id="rId5" Type="http://schemas.openxmlformats.org/officeDocument/2006/relationships/image" Target="../media/image3310.png"/><Relationship Id="rId15" Type="http://schemas.openxmlformats.org/officeDocument/2006/relationships/image" Target="../media/image1900.png"/><Relationship Id="rId23" Type="http://schemas.openxmlformats.org/officeDocument/2006/relationships/image" Target="../media/image2720.png"/><Relationship Id="rId28" Type="http://schemas.openxmlformats.org/officeDocument/2006/relationships/image" Target="../media/image3200.png"/><Relationship Id="rId10" Type="http://schemas.openxmlformats.org/officeDocument/2006/relationships/image" Target="../media/image1410.png"/><Relationship Id="rId19" Type="http://schemas.openxmlformats.org/officeDocument/2006/relationships/image" Target="../media/image2300.png"/><Relationship Id="rId4" Type="http://schemas.openxmlformats.org/officeDocument/2006/relationships/image" Target="../media/image812.png"/><Relationship Id="rId9" Type="http://schemas.openxmlformats.org/officeDocument/2006/relationships/image" Target="../media/image1310.png"/><Relationship Id="rId14" Type="http://schemas.openxmlformats.org/officeDocument/2006/relationships/image" Target="../media/image1800.png"/><Relationship Id="rId22" Type="http://schemas.openxmlformats.org/officeDocument/2006/relationships/image" Target="../media/image2620.png"/><Relationship Id="rId27" Type="http://schemas.openxmlformats.org/officeDocument/2006/relationships/image" Target="../media/image3130.png"/></Relationships>
</file>

<file path=ppt/slides/_rels/slide91.xml.rels><?xml version="1.0" encoding="UTF-8" standalone="yes"?>
<Relationships xmlns="http://schemas.openxmlformats.org/package/2006/relationships"><Relationship Id="rId8" Type="http://schemas.openxmlformats.org/officeDocument/2006/relationships/image" Target="../media/image421.png"/><Relationship Id="rId13" Type="http://schemas.openxmlformats.org/officeDocument/2006/relationships/image" Target="../media/image471.png"/><Relationship Id="rId7" Type="http://schemas.openxmlformats.org/officeDocument/2006/relationships/image" Target="../media/image413.png"/><Relationship Id="rId12" Type="http://schemas.openxmlformats.org/officeDocument/2006/relationships/image" Target="../media/image461.png"/><Relationship Id="rId2" Type="http://schemas.openxmlformats.org/officeDocument/2006/relationships/notesSlide" Target="../notesSlides/notesSlide67.xml"/><Relationship Id="rId1" Type="http://schemas.openxmlformats.org/officeDocument/2006/relationships/slideLayout" Target="../slideLayouts/slideLayout2.xml"/><Relationship Id="rId6" Type="http://schemas.openxmlformats.org/officeDocument/2006/relationships/image" Target="../media/image401.png"/><Relationship Id="rId11" Type="http://schemas.openxmlformats.org/officeDocument/2006/relationships/image" Target="../media/image451.png"/><Relationship Id="rId5" Type="http://schemas.openxmlformats.org/officeDocument/2006/relationships/image" Target="../media/image391.png"/><Relationship Id="rId15" Type="http://schemas.openxmlformats.org/officeDocument/2006/relationships/image" Target="../media/image3320.png"/><Relationship Id="rId10" Type="http://schemas.openxmlformats.org/officeDocument/2006/relationships/image" Target="../media/image441.png"/><Relationship Id="rId4" Type="http://schemas.openxmlformats.org/officeDocument/2006/relationships/image" Target="../media/image381.png"/><Relationship Id="rId9" Type="http://schemas.openxmlformats.org/officeDocument/2006/relationships/image" Target="../media/image431.png"/><Relationship Id="rId14" Type="http://schemas.openxmlformats.org/officeDocument/2006/relationships/image" Target="../media/image355.png"/></Relationships>
</file>

<file path=ppt/slides/_rels/slide92.xml.rels><?xml version="1.0" encoding="UTF-8" standalone="yes"?>
<Relationships xmlns="http://schemas.openxmlformats.org/package/2006/relationships"><Relationship Id="rId8" Type="http://schemas.openxmlformats.org/officeDocument/2006/relationships/image" Target="../media/image1300.png"/><Relationship Id="rId13" Type="http://schemas.openxmlformats.org/officeDocument/2006/relationships/image" Target="../media/image520.png"/><Relationship Id="rId18" Type="http://schemas.openxmlformats.org/officeDocument/2006/relationships/image" Target="../media/image570.png"/><Relationship Id="rId26" Type="http://schemas.openxmlformats.org/officeDocument/2006/relationships/image" Target="../media/image613.png"/><Relationship Id="rId3" Type="http://schemas.openxmlformats.org/officeDocument/2006/relationships/image" Target="../media/image480.png"/><Relationship Id="rId21" Type="http://schemas.openxmlformats.org/officeDocument/2006/relationships/image" Target="../media/image2610.png"/><Relationship Id="rId12" Type="http://schemas.openxmlformats.org/officeDocument/2006/relationships/image" Target="../media/image1700.png"/><Relationship Id="rId17" Type="http://schemas.openxmlformats.org/officeDocument/2006/relationships/image" Target="../media/image560.png"/><Relationship Id="rId25" Type="http://schemas.openxmlformats.org/officeDocument/2006/relationships/image" Target="../media/image600.png"/><Relationship Id="rId2" Type="http://schemas.openxmlformats.org/officeDocument/2006/relationships/notesSlide" Target="../notesSlides/notesSlide68.xml"/><Relationship Id="rId16" Type="http://schemas.openxmlformats.org/officeDocument/2006/relationships/image" Target="../media/image550.png"/><Relationship Id="rId20" Type="http://schemas.openxmlformats.org/officeDocument/2006/relationships/image" Target="../media/image2510.png"/><Relationship Id="rId1" Type="http://schemas.openxmlformats.org/officeDocument/2006/relationships/slideLayout" Target="../slideLayouts/slideLayout2.xml"/><Relationship Id="rId11" Type="http://schemas.openxmlformats.org/officeDocument/2006/relationships/image" Target="../media/image1600.png"/><Relationship Id="rId24" Type="http://schemas.openxmlformats.org/officeDocument/2006/relationships/image" Target="../media/image590.png"/><Relationship Id="rId15" Type="http://schemas.openxmlformats.org/officeDocument/2006/relationships/image" Target="../media/image540.png"/><Relationship Id="rId23" Type="http://schemas.openxmlformats.org/officeDocument/2006/relationships/image" Target="../media/image2810.png"/><Relationship Id="rId10" Type="http://schemas.openxmlformats.org/officeDocument/2006/relationships/image" Target="../media/image1500.png"/><Relationship Id="rId19" Type="http://schemas.openxmlformats.org/officeDocument/2006/relationships/image" Target="../media/image580.png"/><Relationship Id="rId4" Type="http://schemas.openxmlformats.org/officeDocument/2006/relationships/image" Target="../media/image810.png"/><Relationship Id="rId9" Type="http://schemas.openxmlformats.org/officeDocument/2006/relationships/image" Target="../media/image1400.png"/><Relationship Id="rId14" Type="http://schemas.openxmlformats.org/officeDocument/2006/relationships/image" Target="../media/image530.png"/><Relationship Id="rId22" Type="http://schemas.openxmlformats.org/officeDocument/2006/relationships/image" Target="../media/image2710.png"/><Relationship Id="rId27" Type="http://schemas.openxmlformats.org/officeDocument/2006/relationships/image" Target="../media/image620.png"/></Relationships>
</file>

<file path=ppt/slides/_rels/slide93.xml.rels><?xml version="1.0" encoding="UTF-8" standalone="yes"?>
<Relationships xmlns="http://schemas.openxmlformats.org/package/2006/relationships"><Relationship Id="rId8" Type="http://schemas.openxmlformats.org/officeDocument/2006/relationships/image" Target="../media/image660.png"/><Relationship Id="rId13" Type="http://schemas.openxmlformats.org/officeDocument/2006/relationships/hyperlink" Target="https://enzyme.expasy.org/EC/3.1.2.2" TargetMode="External"/><Relationship Id="rId3" Type="http://schemas.openxmlformats.org/officeDocument/2006/relationships/image" Target="../media/image501.png"/><Relationship Id="rId7" Type="http://schemas.openxmlformats.org/officeDocument/2006/relationships/image" Target="../media/image650.png"/><Relationship Id="rId12" Type="http://schemas.openxmlformats.org/officeDocument/2006/relationships/image" Target="../media/image701.png"/><Relationship Id="rId2" Type="http://schemas.openxmlformats.org/officeDocument/2006/relationships/notesSlide" Target="../notesSlides/notesSlide69.xml"/><Relationship Id="rId1" Type="http://schemas.openxmlformats.org/officeDocument/2006/relationships/slideLayout" Target="../slideLayouts/slideLayout2.xml"/><Relationship Id="rId6" Type="http://schemas.openxmlformats.org/officeDocument/2006/relationships/image" Target="../media/image640.png"/><Relationship Id="rId11" Type="http://schemas.openxmlformats.org/officeDocument/2006/relationships/image" Target="../media/image691.png"/><Relationship Id="rId5" Type="http://schemas.openxmlformats.org/officeDocument/2006/relationships/image" Target="../media/image630.png"/><Relationship Id="rId15" Type="http://schemas.openxmlformats.org/officeDocument/2006/relationships/hyperlink" Target="https://enzyme.expasy.org/EC/6.2.1.3" TargetMode="External"/><Relationship Id="rId10" Type="http://schemas.openxmlformats.org/officeDocument/2006/relationships/image" Target="../media/image681.png"/><Relationship Id="rId4" Type="http://schemas.openxmlformats.org/officeDocument/2006/relationships/image" Target="../media/image513.png"/><Relationship Id="rId9" Type="http://schemas.openxmlformats.org/officeDocument/2006/relationships/image" Target="../media/image671.png"/><Relationship Id="rId14" Type="http://schemas.openxmlformats.org/officeDocument/2006/relationships/hyperlink" Target="https://enzyme.expasy.org/EC/2.3.1.16" TargetMode="External"/></Relationships>
</file>

<file path=ppt/slides/_rels/slide94.xml.rels><?xml version="1.0" encoding="UTF-8" standalone="yes"?>
<Relationships xmlns="http://schemas.openxmlformats.org/package/2006/relationships"><Relationship Id="rId8" Type="http://schemas.openxmlformats.org/officeDocument/2006/relationships/image" Target="../media/image750.png"/><Relationship Id="rId13" Type="http://schemas.openxmlformats.org/officeDocument/2006/relationships/image" Target="../media/image801.png"/><Relationship Id="rId7" Type="http://schemas.openxmlformats.org/officeDocument/2006/relationships/image" Target="../media/image741.png"/><Relationship Id="rId12" Type="http://schemas.openxmlformats.org/officeDocument/2006/relationships/image" Target="../media/image791.png"/><Relationship Id="rId2" Type="http://schemas.openxmlformats.org/officeDocument/2006/relationships/image" Target="../media/image356.svg"/><Relationship Id="rId1" Type="http://schemas.openxmlformats.org/officeDocument/2006/relationships/slideLayout" Target="../slideLayouts/slideLayout2.xml"/><Relationship Id="rId6" Type="http://schemas.openxmlformats.org/officeDocument/2006/relationships/image" Target="../media/image731.png"/><Relationship Id="rId11" Type="http://schemas.openxmlformats.org/officeDocument/2006/relationships/image" Target="../media/image781.png"/><Relationship Id="rId5" Type="http://schemas.openxmlformats.org/officeDocument/2006/relationships/image" Target="../media/image721.png"/><Relationship Id="rId15" Type="http://schemas.openxmlformats.org/officeDocument/2006/relationships/image" Target="../media/image357.emf"/><Relationship Id="rId10" Type="http://schemas.openxmlformats.org/officeDocument/2006/relationships/image" Target="../media/image770.png"/><Relationship Id="rId4" Type="http://schemas.openxmlformats.org/officeDocument/2006/relationships/image" Target="../media/image713.png"/><Relationship Id="rId9" Type="http://schemas.openxmlformats.org/officeDocument/2006/relationships/image" Target="../media/image760.png"/><Relationship Id="rId14" Type="http://schemas.openxmlformats.org/officeDocument/2006/relationships/image" Target="../media/image813.png"/></Relationships>
</file>

<file path=ppt/slides/_rels/slide95.xml.rels><?xml version="1.0" encoding="UTF-8" standalone="yes"?>
<Relationships xmlns="http://schemas.openxmlformats.org/package/2006/relationships"><Relationship Id="rId8" Type="http://schemas.openxmlformats.org/officeDocument/2006/relationships/image" Target="../media/image870.png"/><Relationship Id="rId13" Type="http://schemas.openxmlformats.org/officeDocument/2006/relationships/image" Target="../media/image920.png"/><Relationship Id="rId18" Type="http://schemas.openxmlformats.org/officeDocument/2006/relationships/image" Target="../media/image1070.png"/><Relationship Id="rId3" Type="http://schemas.openxmlformats.org/officeDocument/2006/relationships/image" Target="../media/image356.svg"/><Relationship Id="rId7" Type="http://schemas.openxmlformats.org/officeDocument/2006/relationships/image" Target="../media/image861.png"/><Relationship Id="rId12" Type="http://schemas.openxmlformats.org/officeDocument/2006/relationships/image" Target="../media/image912.png"/><Relationship Id="rId17" Type="http://schemas.openxmlformats.org/officeDocument/2006/relationships/customXml" Target="../ink/ink507.xml"/><Relationship Id="rId2" Type="http://schemas.openxmlformats.org/officeDocument/2006/relationships/notesSlide" Target="../notesSlides/notesSlide70.xml"/><Relationship Id="rId16" Type="http://schemas.openxmlformats.org/officeDocument/2006/relationships/image" Target="../media/image358.png"/><Relationship Id="rId20" Type="http://schemas.openxmlformats.org/officeDocument/2006/relationships/image" Target="../media/image1090.png"/><Relationship Id="rId1" Type="http://schemas.openxmlformats.org/officeDocument/2006/relationships/slideLayout" Target="../slideLayouts/slideLayout2.xml"/><Relationship Id="rId6" Type="http://schemas.openxmlformats.org/officeDocument/2006/relationships/image" Target="../media/image850.png"/><Relationship Id="rId11" Type="http://schemas.openxmlformats.org/officeDocument/2006/relationships/image" Target="../media/image900.png"/><Relationship Id="rId5" Type="http://schemas.openxmlformats.org/officeDocument/2006/relationships/image" Target="../media/image841.png"/><Relationship Id="rId15" Type="http://schemas.openxmlformats.org/officeDocument/2006/relationships/image" Target="../media/image940.png"/><Relationship Id="rId10" Type="http://schemas.openxmlformats.org/officeDocument/2006/relationships/image" Target="../media/image890.png"/><Relationship Id="rId19" Type="http://schemas.openxmlformats.org/officeDocument/2006/relationships/customXml" Target="../ink/ink508.xml"/><Relationship Id="rId9" Type="http://schemas.openxmlformats.org/officeDocument/2006/relationships/image" Target="../media/image880.png"/><Relationship Id="rId14" Type="http://schemas.openxmlformats.org/officeDocument/2006/relationships/image" Target="../media/image930.png"/></Relationships>
</file>

<file path=ppt/slides/_rels/slide96.xml.rels><?xml version="1.0" encoding="UTF-8" standalone="yes"?>
<Relationships xmlns="http://schemas.openxmlformats.org/package/2006/relationships"><Relationship Id="rId8" Type="http://schemas.openxmlformats.org/officeDocument/2006/relationships/image" Target="../media/image840.png"/><Relationship Id="rId13" Type="http://schemas.openxmlformats.org/officeDocument/2006/relationships/image" Target="../media/image361.png"/><Relationship Id="rId3" Type="http://schemas.openxmlformats.org/officeDocument/2006/relationships/image" Target="../media/image790.png"/><Relationship Id="rId7" Type="http://schemas.openxmlformats.org/officeDocument/2006/relationships/image" Target="../media/image830.png"/><Relationship Id="rId12" Type="http://schemas.openxmlformats.org/officeDocument/2006/relationships/hyperlink" Target="https://www.yeastgenome.org/locus/S000000444" TargetMode="External"/><Relationship Id="rId2" Type="http://schemas.openxmlformats.org/officeDocument/2006/relationships/image" Target="../media/image780.png"/><Relationship Id="rId1" Type="http://schemas.openxmlformats.org/officeDocument/2006/relationships/slideLayout" Target="../slideLayouts/slideLayout2.xml"/><Relationship Id="rId6" Type="http://schemas.openxmlformats.org/officeDocument/2006/relationships/image" Target="../media/image820.png"/><Relationship Id="rId11" Type="http://schemas.openxmlformats.org/officeDocument/2006/relationships/image" Target="../media/image360.png"/><Relationship Id="rId5" Type="http://schemas.openxmlformats.org/officeDocument/2006/relationships/image" Target="../media/image811.png"/><Relationship Id="rId10" Type="http://schemas.openxmlformats.org/officeDocument/2006/relationships/image" Target="../media/image860.png"/><Relationship Id="rId4" Type="http://schemas.openxmlformats.org/officeDocument/2006/relationships/image" Target="../media/image800.png"/><Relationship Id="rId9" Type="http://schemas.openxmlformats.org/officeDocument/2006/relationships/image" Target="../media/image360.png"/><Relationship Id="rId14" Type="http://schemas.openxmlformats.org/officeDocument/2006/relationships/image" Target="../media/image363.png"/></Relationships>
</file>

<file path=ppt/slides/_rels/slide97.xml.rels><?xml version="1.0" encoding="UTF-8" standalone="yes"?>
<Relationships xmlns="http://schemas.openxmlformats.org/package/2006/relationships"><Relationship Id="rId8" Type="http://schemas.openxmlformats.org/officeDocument/2006/relationships/image" Target="../media/image710.png"/><Relationship Id="rId13" Type="http://schemas.openxmlformats.org/officeDocument/2006/relationships/hyperlink" Target="https://www.yeastgenome.org/locus/S000006135" TargetMode="External"/><Relationship Id="rId18" Type="http://schemas.openxmlformats.org/officeDocument/2006/relationships/hyperlink" Target="https://www.yeastgenome.org/locus/S000002238" TargetMode="External"/><Relationship Id="rId3" Type="http://schemas.openxmlformats.org/officeDocument/2006/relationships/image" Target="../media/image365.png"/><Relationship Id="rId21" Type="http://schemas.openxmlformats.org/officeDocument/2006/relationships/hyperlink" Target="https://www.yeastgenome.org/locus/S000005429" TargetMode="External"/><Relationship Id="rId7" Type="http://schemas.openxmlformats.org/officeDocument/2006/relationships/image" Target="../media/image700.png"/><Relationship Id="rId12" Type="http://schemas.openxmlformats.org/officeDocument/2006/relationships/image" Target="../media/image366.png"/><Relationship Id="rId17" Type="http://schemas.openxmlformats.org/officeDocument/2006/relationships/image" Target="../media/image368.png"/><Relationship Id="rId2" Type="http://schemas.openxmlformats.org/officeDocument/2006/relationships/image" Target="../media/image364.png"/><Relationship Id="rId16" Type="http://schemas.openxmlformats.org/officeDocument/2006/relationships/hyperlink" Target="https://www.yeastgenome.org/locus/S000000444" TargetMode="External"/><Relationship Id="rId20" Type="http://schemas.openxmlformats.org/officeDocument/2006/relationships/hyperlink" Target="https://www.yeastgenome.org/locus/S000002488" TargetMode="External"/><Relationship Id="rId1" Type="http://schemas.openxmlformats.org/officeDocument/2006/relationships/slideLayout" Target="../slideLayouts/slideLayout2.xml"/><Relationship Id="rId6" Type="http://schemas.openxmlformats.org/officeDocument/2006/relationships/image" Target="../media/image690.png"/><Relationship Id="rId11" Type="http://schemas.openxmlformats.org/officeDocument/2006/relationships/image" Target="../media/image740.png"/><Relationship Id="rId5" Type="http://schemas.openxmlformats.org/officeDocument/2006/relationships/image" Target="../media/image680.png"/><Relationship Id="rId15" Type="http://schemas.openxmlformats.org/officeDocument/2006/relationships/image" Target="../media/image367.png"/><Relationship Id="rId10" Type="http://schemas.openxmlformats.org/officeDocument/2006/relationships/image" Target="../media/image730.png"/><Relationship Id="rId19" Type="http://schemas.openxmlformats.org/officeDocument/2006/relationships/image" Target="../media/image369.png"/><Relationship Id="rId4" Type="http://schemas.openxmlformats.org/officeDocument/2006/relationships/image" Target="../media/image670.png"/><Relationship Id="rId9" Type="http://schemas.openxmlformats.org/officeDocument/2006/relationships/image" Target="../media/image720.png"/><Relationship Id="rId14" Type="http://schemas.openxmlformats.org/officeDocument/2006/relationships/hyperlink" Target="https://www.yeastgenome.org/locus/S000003376" TargetMode="External"/><Relationship Id="rId22" Type="http://schemas.openxmlformats.org/officeDocument/2006/relationships/hyperlink" Target="https://www.yeastgenome.org/locus/S000002200" TargetMode="External"/></Relationships>
</file>

<file path=ppt/slides/_rels/slide98.xml.rels><?xml version="1.0" encoding="UTF-8" standalone="yes"?>
<Relationships xmlns="http://schemas.openxmlformats.org/package/2006/relationships"><Relationship Id="rId8" Type="http://schemas.openxmlformats.org/officeDocument/2006/relationships/image" Target="../media/image380.png"/><Relationship Id="rId13" Type="http://schemas.openxmlformats.org/officeDocument/2006/relationships/image" Target="../media/image430.png"/><Relationship Id="rId18" Type="http://schemas.openxmlformats.org/officeDocument/2006/relationships/image" Target="../media/image370.png"/><Relationship Id="rId3" Type="http://schemas.openxmlformats.org/officeDocument/2006/relationships/image" Target="../media/image3300.png"/><Relationship Id="rId21" Type="http://schemas.openxmlformats.org/officeDocument/2006/relationships/image" Target="../media/image5100.png"/><Relationship Id="rId7" Type="http://schemas.openxmlformats.org/officeDocument/2006/relationships/image" Target="../media/image3700.png"/><Relationship Id="rId12" Type="http://schemas.openxmlformats.org/officeDocument/2006/relationships/image" Target="../media/image420.png"/><Relationship Id="rId17" Type="http://schemas.openxmlformats.org/officeDocument/2006/relationships/image" Target="../media/image470.png"/><Relationship Id="rId2" Type="http://schemas.openxmlformats.org/officeDocument/2006/relationships/notesSlide" Target="../notesSlides/notesSlide71.xml"/><Relationship Id="rId16" Type="http://schemas.openxmlformats.org/officeDocument/2006/relationships/image" Target="../media/image460.png"/><Relationship Id="rId20" Type="http://schemas.openxmlformats.org/officeDocument/2006/relationships/image" Target="../media/image500.png"/><Relationship Id="rId1" Type="http://schemas.openxmlformats.org/officeDocument/2006/relationships/slideLayout" Target="../slideLayouts/slideLayout2.xml"/><Relationship Id="rId6" Type="http://schemas.openxmlformats.org/officeDocument/2006/relationships/image" Target="../media/image3600.png"/><Relationship Id="rId11" Type="http://schemas.openxmlformats.org/officeDocument/2006/relationships/image" Target="../media/image410.png"/><Relationship Id="rId5" Type="http://schemas.openxmlformats.org/officeDocument/2006/relationships/image" Target="../media/image3500.png"/><Relationship Id="rId15" Type="http://schemas.openxmlformats.org/officeDocument/2006/relationships/image" Target="../media/image450.png"/><Relationship Id="rId10" Type="http://schemas.openxmlformats.org/officeDocument/2006/relationships/image" Target="../media/image400.png"/><Relationship Id="rId19" Type="http://schemas.openxmlformats.org/officeDocument/2006/relationships/image" Target="../media/image490.png"/><Relationship Id="rId4" Type="http://schemas.openxmlformats.org/officeDocument/2006/relationships/image" Target="../media/image3400.png"/><Relationship Id="rId9" Type="http://schemas.openxmlformats.org/officeDocument/2006/relationships/image" Target="../media/image390.png"/><Relationship Id="rId14" Type="http://schemas.openxmlformats.org/officeDocument/2006/relationships/image" Target="../media/image440.png"/></Relationships>
</file>

<file path=ppt/slides/_rels/slide99.xml.rels><?xml version="1.0" encoding="UTF-8" standalone="yes"?>
<Relationships xmlns="http://schemas.openxmlformats.org/package/2006/relationships"><Relationship Id="rId8" Type="http://schemas.openxmlformats.org/officeDocument/2006/relationships/image" Target="../media/image2700.png"/><Relationship Id="rId3" Type="http://schemas.openxmlformats.org/officeDocument/2006/relationships/image" Target="../media/image372.png"/><Relationship Id="rId7" Type="http://schemas.openxmlformats.org/officeDocument/2006/relationships/image" Target="../media/image2600.png"/><Relationship Id="rId12" Type="http://schemas.openxmlformats.org/officeDocument/2006/relationships/image" Target="../media/image3100.png"/><Relationship Id="rId2" Type="http://schemas.openxmlformats.org/officeDocument/2006/relationships/notesSlide" Target="../notesSlides/notesSlide72.xml"/><Relationship Id="rId1" Type="http://schemas.openxmlformats.org/officeDocument/2006/relationships/slideLayout" Target="../slideLayouts/slideLayout2.xml"/><Relationship Id="rId6" Type="http://schemas.openxmlformats.org/officeDocument/2006/relationships/image" Target="../media/image2500.png"/><Relationship Id="rId11" Type="http://schemas.openxmlformats.org/officeDocument/2006/relationships/image" Target="../media/image3000.png"/><Relationship Id="rId5" Type="http://schemas.openxmlformats.org/officeDocument/2006/relationships/image" Target="../media/image2400.png"/><Relationship Id="rId10" Type="http://schemas.openxmlformats.org/officeDocument/2006/relationships/image" Target="../media/image2900.png"/><Relationship Id="rId4" Type="http://schemas.openxmlformats.org/officeDocument/2006/relationships/image" Target="../media/image366.png"/><Relationship Id="rId9" Type="http://schemas.openxmlformats.org/officeDocument/2006/relationships/image" Target="../media/image2800.png"/></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DE442D-7110-890C-5FBC-26F86DE6B4B1}"/>
              </a:ext>
            </a:extLst>
          </p:cNvPr>
          <p:cNvSpPr>
            <a:spLocks noGrp="1"/>
          </p:cNvSpPr>
          <p:nvPr>
            <p:ph type="ctrTitle"/>
          </p:nvPr>
        </p:nvSpPr>
        <p:spPr/>
        <p:txBody>
          <a:bodyPr>
            <a:normAutofit/>
          </a:bodyPr>
          <a:lstStyle/>
          <a:p>
            <a:r>
              <a:rPr lang="en-US" dirty="0"/>
              <a:t>Associating Metabolic reactions and AI machines</a:t>
            </a:r>
          </a:p>
        </p:txBody>
      </p:sp>
      <p:sp>
        <p:nvSpPr>
          <p:cNvPr id="3" name="Subtitle 2">
            <a:extLst>
              <a:ext uri="{FF2B5EF4-FFF2-40B4-BE49-F238E27FC236}">
                <a16:creationId xmlns:a16="http://schemas.microsoft.com/office/drawing/2014/main" id="{E756A585-3973-D13F-5415-F2866F06534D}"/>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0291937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5" name="PlaceHolder 1"/>
          <p:cNvSpPr>
            <a:spLocks noGrp="1"/>
          </p:cNvSpPr>
          <p:nvPr>
            <p:ph type="title"/>
          </p:nvPr>
        </p:nvSpPr>
        <p:spPr>
          <a:xfrm>
            <a:off x="4116960" y="3834128"/>
            <a:ext cx="7846440" cy="1968624"/>
          </a:xfrm>
          <a:prstGeom prst="rect">
            <a:avLst/>
          </a:prstGeom>
          <a:noFill/>
          <a:ln w="0">
            <a:noFill/>
          </a:ln>
        </p:spPr>
        <p:txBody>
          <a:bodyPr lIns="0" tIns="0" rIns="0" bIns="0" anchor="b">
            <a:noAutofit/>
          </a:bodyPr>
          <a:lstStyle/>
          <a:p>
            <a:pPr indent="0">
              <a:lnSpc>
                <a:spcPct val="100000"/>
              </a:lnSpc>
              <a:buNone/>
              <a:tabLst>
                <a:tab pos="0" algn="l"/>
              </a:tabLst>
            </a:pPr>
            <a:r>
              <a:rPr lang="en-GB" sz="2400" b="0" strike="noStrike" spc="-1" dirty="0">
                <a:solidFill>
                  <a:schemeClr val="lt1"/>
                </a:solidFill>
                <a:latin typeface="Arial"/>
              </a:rPr>
              <a:t>Jorge Torres Gómez, Hadeel Mohamad, Sarah Gräfin, Lars Liebermeister</a:t>
            </a:r>
            <a:br>
              <a:rPr lang="en-GB" sz="2400" b="0" strike="noStrike" spc="-1" dirty="0">
                <a:solidFill>
                  <a:schemeClr val="lt1"/>
                </a:solidFill>
                <a:latin typeface="Arial"/>
              </a:rPr>
            </a:br>
            <a:endParaRPr lang="en-GB" sz="2400" b="0" strike="noStrike" spc="-1" dirty="0">
              <a:solidFill>
                <a:schemeClr val="lt1"/>
              </a:solidFill>
              <a:latin typeface="Arial"/>
            </a:endParaRPr>
          </a:p>
        </p:txBody>
      </p:sp>
      <p:sp>
        <p:nvSpPr>
          <p:cNvPr id="5" name="TextBox 4">
            <a:extLst>
              <a:ext uri="{FF2B5EF4-FFF2-40B4-BE49-F238E27FC236}">
                <a16:creationId xmlns:a16="http://schemas.microsoft.com/office/drawing/2014/main" id="{C6CA6454-0437-39D5-46B8-5CA04E60CADA}"/>
              </a:ext>
            </a:extLst>
          </p:cNvPr>
          <p:cNvSpPr txBox="1"/>
          <p:nvPr/>
        </p:nvSpPr>
        <p:spPr>
          <a:xfrm>
            <a:off x="74428" y="2733937"/>
            <a:ext cx="12033642" cy="132343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srgbClr val="FFFFFF"/>
                </a:solidFill>
                <a:effectLst/>
                <a:uLnTx/>
                <a:uFillTx/>
                <a:latin typeface="Arial"/>
              </a:rPr>
              <a:t>Smart drug-delivery systems with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srgbClr val="FFFFFF"/>
                </a:solidFill>
                <a:effectLst/>
                <a:uLnTx/>
                <a:uFillTx/>
                <a:latin typeface="Arial"/>
              </a:rPr>
              <a:t>bio-substrate-integrated AI</a:t>
            </a:r>
          </a:p>
        </p:txBody>
      </p:sp>
      <p:sp>
        <p:nvSpPr>
          <p:cNvPr id="10" name="Title 9">
            <a:extLst>
              <a:ext uri="{FF2B5EF4-FFF2-40B4-BE49-F238E27FC236}">
                <a16:creationId xmlns:a16="http://schemas.microsoft.com/office/drawing/2014/main" id="{8CE009CB-6859-92E7-5ECB-F3C38E051E3F}"/>
              </a:ext>
            </a:extLst>
          </p:cNvPr>
          <p:cNvSpPr>
            <a:spLocks noGrp="1"/>
          </p:cNvSpPr>
          <p:nvPr>
            <p:ph type="title"/>
          </p:nvPr>
        </p:nvSpPr>
        <p:spPr>
          <a:xfrm>
            <a:off x="136185" y="377999"/>
            <a:ext cx="10547498" cy="1472065"/>
          </a:xfrm>
        </p:spPr>
        <p:txBody>
          <a:bodyPr/>
          <a:lstStyle/>
          <a:p>
            <a:pPr>
              <a:lnSpc>
                <a:spcPct val="150000"/>
              </a:lnSpc>
              <a:spcAft>
                <a:spcPts val="300"/>
              </a:spcAft>
            </a:pPr>
            <a:r>
              <a:rPr lang="en-US" sz="2800" dirty="0"/>
              <a:t>Workshop</a:t>
            </a:r>
            <a:br>
              <a:rPr lang="en-US" sz="2800" dirty="0"/>
            </a:br>
            <a:r>
              <a:rPr lang="en-US" sz="2800" dirty="0"/>
              <a:t>"Precision Medicine in the Era of the Internet of Bio-Nano Things” </a:t>
            </a:r>
          </a:p>
        </p:txBody>
      </p:sp>
      <p:pic>
        <p:nvPicPr>
          <p:cNvPr id="3" name="Picture 2">
            <a:extLst>
              <a:ext uri="{FF2B5EF4-FFF2-40B4-BE49-F238E27FC236}">
                <a16:creationId xmlns:a16="http://schemas.microsoft.com/office/drawing/2014/main" id="{804D4F99-6903-1B9A-CE67-6E317663F943}"/>
              </a:ext>
            </a:extLst>
          </p:cNvPr>
          <p:cNvPicPr>
            <a:picLocks noChangeAspect="1"/>
          </p:cNvPicPr>
          <p:nvPr/>
        </p:nvPicPr>
        <p:blipFill>
          <a:blip r:embed="rId2"/>
          <a:stretch>
            <a:fillRect/>
          </a:stretch>
        </p:blipFill>
        <p:spPr>
          <a:xfrm>
            <a:off x="0" y="5448256"/>
            <a:ext cx="1174787" cy="1409744"/>
          </a:xfrm>
          <a:prstGeom prst="rect">
            <a:avLst/>
          </a:prstGeom>
        </p:spPr>
      </p:pic>
      <p:pic>
        <p:nvPicPr>
          <p:cNvPr id="9" name="Picture 8" descr="HHI - Profil | SQuaD - Quantenkommunikation in Deutschland">
            <a:extLst>
              <a:ext uri="{FF2B5EF4-FFF2-40B4-BE49-F238E27FC236}">
                <a16:creationId xmlns:a16="http://schemas.microsoft.com/office/drawing/2014/main" id="{7822D286-8D85-BD5E-3C35-7B3F0F8C8E6E}"/>
              </a:ext>
            </a:extLst>
          </p:cNvPr>
          <p:cNvPicPr>
            <a:picLocks noChangeAspect="1"/>
          </p:cNvPicPr>
          <p:nvPr/>
        </p:nvPicPr>
        <p:blipFill>
          <a:blip r:embed="rId3"/>
          <a:srcRect l="9787" t="33069" r="8374" b="29669"/>
          <a:stretch>
            <a:fillRect/>
          </a:stretch>
        </p:blipFill>
        <p:spPr>
          <a:xfrm>
            <a:off x="6581553" y="378303"/>
            <a:ext cx="2456122" cy="676945"/>
          </a:xfrm>
          <a:prstGeom prst="rect">
            <a:avLst/>
          </a:prstGeom>
        </p:spPr>
      </p:pic>
      <p:pic>
        <p:nvPicPr>
          <p:cNvPr id="11" name="Picture 10" descr="Primary Logos - Brand Center">
            <a:extLst>
              <a:ext uri="{FF2B5EF4-FFF2-40B4-BE49-F238E27FC236}">
                <a16:creationId xmlns:a16="http://schemas.microsoft.com/office/drawing/2014/main" id="{91C851DE-C628-6B00-8466-69286A25D148}"/>
              </a:ext>
            </a:extLst>
          </p:cNvPr>
          <p:cNvPicPr>
            <a:picLocks noChangeAspect="1"/>
          </p:cNvPicPr>
          <p:nvPr/>
        </p:nvPicPr>
        <p:blipFill>
          <a:blip r:embed="rId4"/>
          <a:stretch>
            <a:fillRect/>
          </a:stretch>
        </p:blipFill>
        <p:spPr>
          <a:xfrm>
            <a:off x="4416273" y="377999"/>
            <a:ext cx="1679727" cy="52576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03340B-0AC0-DE43-EC31-BE4CF8E9F855}"/>
            </a:ext>
          </a:extLst>
        </p:cNvPr>
        <p:cNvGrpSpPr/>
        <p:nvPr/>
      </p:nvGrpSpPr>
      <p:grpSpPr>
        <a:xfrm>
          <a:off x="0" y="0"/>
          <a:ext cx="0" cy="0"/>
          <a:chOff x="0" y="0"/>
          <a:chExt cx="0" cy="0"/>
        </a:xfrm>
      </p:grpSpPr>
      <p:sp>
        <p:nvSpPr>
          <p:cNvPr id="55" name="PlaceHolder 1">
            <a:extLst>
              <a:ext uri="{FF2B5EF4-FFF2-40B4-BE49-F238E27FC236}">
                <a16:creationId xmlns:a16="http://schemas.microsoft.com/office/drawing/2014/main" id="{F86BBC30-4CA5-9E93-B4C3-8C87DFE07A62}"/>
              </a:ext>
            </a:extLst>
          </p:cNvPr>
          <p:cNvSpPr>
            <a:spLocks noGrp="1"/>
          </p:cNvSpPr>
          <p:nvPr>
            <p:ph type="title"/>
          </p:nvPr>
        </p:nvSpPr>
        <p:spPr>
          <a:xfrm>
            <a:off x="1690577" y="3834128"/>
            <a:ext cx="10272823" cy="1968624"/>
          </a:xfrm>
          <a:prstGeom prst="rect">
            <a:avLst/>
          </a:prstGeom>
          <a:noFill/>
          <a:ln w="0">
            <a:noFill/>
          </a:ln>
        </p:spPr>
        <p:txBody>
          <a:bodyPr lIns="0" tIns="0" rIns="0" bIns="0" anchor="b">
            <a:noAutofit/>
          </a:bodyPr>
          <a:lstStyle/>
          <a:p>
            <a:pPr indent="0">
              <a:lnSpc>
                <a:spcPct val="100000"/>
              </a:lnSpc>
              <a:buNone/>
              <a:tabLst>
                <a:tab pos="0" algn="l"/>
              </a:tabLst>
            </a:pPr>
            <a:r>
              <a:rPr lang="en-GB" sz="2400" b="0" strike="noStrike" spc="-1" dirty="0">
                <a:solidFill>
                  <a:schemeClr val="lt1"/>
                </a:solidFill>
                <a:latin typeface="Arial"/>
              </a:rPr>
              <a:t>Jorge Torres Gómez, Hadeel Mohamad, Sarah Gräfin, Lars Liebermeister</a:t>
            </a:r>
            <a:br>
              <a:rPr lang="en-GB" sz="2400" b="0" strike="noStrike" spc="-1" dirty="0">
                <a:solidFill>
                  <a:schemeClr val="lt1"/>
                </a:solidFill>
                <a:latin typeface="Arial"/>
              </a:rPr>
            </a:br>
            <a:endParaRPr lang="en-GB" sz="2400" b="0" strike="noStrike" spc="-1" dirty="0">
              <a:solidFill>
                <a:schemeClr val="lt1"/>
              </a:solidFill>
              <a:latin typeface="Arial"/>
            </a:endParaRPr>
          </a:p>
        </p:txBody>
      </p:sp>
      <p:sp>
        <p:nvSpPr>
          <p:cNvPr id="5" name="TextBox 4">
            <a:extLst>
              <a:ext uri="{FF2B5EF4-FFF2-40B4-BE49-F238E27FC236}">
                <a16:creationId xmlns:a16="http://schemas.microsoft.com/office/drawing/2014/main" id="{D40CA78D-CAAF-E3C2-3B89-DBE016AE2694}"/>
              </a:ext>
            </a:extLst>
          </p:cNvPr>
          <p:cNvSpPr txBox="1"/>
          <p:nvPr/>
        </p:nvSpPr>
        <p:spPr>
          <a:xfrm>
            <a:off x="-70242" y="2263895"/>
            <a:ext cx="12033642" cy="193899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srgbClr val="FFFFFF"/>
                </a:solidFill>
                <a:effectLst/>
                <a:uLnTx/>
                <a:uFillTx/>
                <a:latin typeface="Arial"/>
              </a:rPr>
              <a:t>Communicating Smartly in Molecular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srgbClr val="FFFFFF"/>
                </a:solidFill>
                <a:effectLst/>
                <a:uLnTx/>
                <a:uFillTx/>
                <a:latin typeface="Arial"/>
              </a:rPr>
              <a:t>Communication Environments: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srgbClr val="FFFFFF"/>
                </a:solidFill>
                <a:effectLst/>
                <a:uLnTx/>
                <a:uFillTx/>
                <a:latin typeface="Arial"/>
              </a:rPr>
              <a:t>Neural Networks in the Internet of Bio-Nano Things</a:t>
            </a:r>
          </a:p>
        </p:txBody>
      </p:sp>
      <p:pic>
        <p:nvPicPr>
          <p:cNvPr id="9" name="Picture 8" descr="HHI - Profil | SQuaD - Quantenkommunikation in Deutschland">
            <a:extLst>
              <a:ext uri="{FF2B5EF4-FFF2-40B4-BE49-F238E27FC236}">
                <a16:creationId xmlns:a16="http://schemas.microsoft.com/office/drawing/2014/main" id="{B2C366F3-FB40-80B0-D68B-E54ED96E205B}"/>
              </a:ext>
            </a:extLst>
          </p:cNvPr>
          <p:cNvPicPr>
            <a:picLocks noChangeAspect="1"/>
          </p:cNvPicPr>
          <p:nvPr/>
        </p:nvPicPr>
        <p:blipFill>
          <a:blip r:embed="rId2"/>
          <a:srcRect l="9787" t="33069" r="8374" b="29669"/>
          <a:stretch>
            <a:fillRect/>
          </a:stretch>
        </p:blipFill>
        <p:spPr>
          <a:xfrm>
            <a:off x="6581553" y="378303"/>
            <a:ext cx="2456122" cy="676945"/>
          </a:xfrm>
          <a:prstGeom prst="rect">
            <a:avLst/>
          </a:prstGeom>
        </p:spPr>
      </p:pic>
      <p:pic>
        <p:nvPicPr>
          <p:cNvPr id="11" name="Picture 10" descr="Primary Logos - Brand Center">
            <a:extLst>
              <a:ext uri="{FF2B5EF4-FFF2-40B4-BE49-F238E27FC236}">
                <a16:creationId xmlns:a16="http://schemas.microsoft.com/office/drawing/2014/main" id="{CFF963AC-DD59-1DC6-F000-0F5077EB7507}"/>
              </a:ext>
            </a:extLst>
          </p:cNvPr>
          <p:cNvPicPr>
            <a:picLocks noChangeAspect="1"/>
          </p:cNvPicPr>
          <p:nvPr/>
        </p:nvPicPr>
        <p:blipFill>
          <a:blip r:embed="rId3"/>
          <a:stretch>
            <a:fillRect/>
          </a:stretch>
        </p:blipFill>
        <p:spPr>
          <a:xfrm>
            <a:off x="4416273" y="377999"/>
            <a:ext cx="1679727" cy="525768"/>
          </a:xfrm>
          <a:prstGeom prst="rect">
            <a:avLst/>
          </a:prstGeom>
        </p:spPr>
      </p:pic>
      <p:pic>
        <p:nvPicPr>
          <p:cNvPr id="8" name="Picture 7">
            <a:extLst>
              <a:ext uri="{FF2B5EF4-FFF2-40B4-BE49-F238E27FC236}">
                <a16:creationId xmlns:a16="http://schemas.microsoft.com/office/drawing/2014/main" id="{DA509189-D097-4DD3-3401-D3F7C18BD837}"/>
              </a:ext>
            </a:extLst>
          </p:cNvPr>
          <p:cNvPicPr>
            <a:picLocks noChangeAspect="1"/>
          </p:cNvPicPr>
          <p:nvPr/>
        </p:nvPicPr>
        <p:blipFill>
          <a:blip r:embed="rId4"/>
          <a:stretch>
            <a:fillRect/>
          </a:stretch>
        </p:blipFill>
        <p:spPr>
          <a:xfrm>
            <a:off x="0" y="6163241"/>
            <a:ext cx="6496216" cy="694759"/>
          </a:xfrm>
          <a:prstGeom prst="rect">
            <a:avLst/>
          </a:prstGeom>
        </p:spPr>
      </p:pic>
    </p:spTree>
    <p:extLst>
      <p:ext uri="{BB962C8B-B14F-4D97-AF65-F5344CB8AC3E}">
        <p14:creationId xmlns:p14="http://schemas.microsoft.com/office/powerpoint/2010/main" val="35932347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cxnSp>
        <p:nvCxnSpPr>
          <p:cNvPr id="1064" name="Straight Connector 1063">
            <a:extLst>
              <a:ext uri="{FF2B5EF4-FFF2-40B4-BE49-F238E27FC236}">
                <a16:creationId xmlns:a16="http://schemas.microsoft.com/office/drawing/2014/main" id="{DDAF46BB-0518-7CA4-5609-D72DCB7FACB0}"/>
              </a:ext>
            </a:extLst>
          </p:cNvPr>
          <p:cNvCxnSpPr>
            <a:cxnSpLocks/>
            <a:stCxn id="87" idx="3"/>
          </p:cNvCxnSpPr>
          <p:nvPr/>
        </p:nvCxnSpPr>
        <p:spPr>
          <a:xfrm flipH="1">
            <a:off x="328061" y="5339857"/>
            <a:ext cx="1887349" cy="54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1063" name="Straight Connector 1062">
            <a:extLst>
              <a:ext uri="{FF2B5EF4-FFF2-40B4-BE49-F238E27FC236}">
                <a16:creationId xmlns:a16="http://schemas.microsoft.com/office/drawing/2014/main" id="{07E2A6EE-4C76-8A10-45BE-1CED8D1AB33E}"/>
              </a:ext>
            </a:extLst>
          </p:cNvPr>
          <p:cNvCxnSpPr>
            <a:cxnSpLocks/>
            <a:stCxn id="45" idx="3"/>
          </p:cNvCxnSpPr>
          <p:nvPr/>
        </p:nvCxnSpPr>
        <p:spPr>
          <a:xfrm flipH="1" flipV="1">
            <a:off x="306113" y="1907313"/>
            <a:ext cx="1958071" cy="1"/>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B4910042-49D4-1A29-BCE8-AA4B76A1CDB5}"/>
              </a:ext>
            </a:extLst>
          </p:cNvPr>
          <p:cNvSpPr>
            <a:spLocks noGrp="1"/>
          </p:cNvSpPr>
          <p:nvPr>
            <p:ph type="title"/>
          </p:nvPr>
        </p:nvSpPr>
        <p:spPr>
          <a:xfrm>
            <a:off x="50131" y="5203"/>
            <a:ext cx="5714118" cy="599705"/>
          </a:xfrm>
        </p:spPr>
        <p:txBody>
          <a:bodyPr>
            <a:normAutofit/>
          </a:bodyPr>
          <a:lstStyle/>
          <a:p>
            <a:r>
              <a:rPr lang="en-US" sz="2400" dirty="0"/>
              <a:t>Biological Networking: Physical Components</a:t>
            </a:r>
            <a:endParaRPr lang="en-DE" sz="2400" dirty="0"/>
          </a:p>
        </p:txBody>
      </p:sp>
      <p:sp>
        <p:nvSpPr>
          <p:cNvPr id="4" name="Slide Number Placeholder 3">
            <a:extLst>
              <a:ext uri="{FF2B5EF4-FFF2-40B4-BE49-F238E27FC236}">
                <a16:creationId xmlns:a16="http://schemas.microsoft.com/office/drawing/2014/main" id="{2316FEF5-CDDA-C2E9-3D45-12E2E3020445}"/>
              </a:ext>
            </a:extLst>
          </p:cNvPr>
          <p:cNvSpPr>
            <a:spLocks noGrp="1"/>
          </p:cNvSpPr>
          <p:nvPr>
            <p:ph type="sldNum" sz="quarter" idx="12"/>
          </p:nvPr>
        </p:nvSpPr>
        <p:spPr>
          <a:xfrm>
            <a:off x="9099645" y="6334058"/>
            <a:ext cx="2743200" cy="365125"/>
          </a:xfrm>
        </p:spPr>
        <p:txBody>
          <a:bodyPr/>
          <a:lstStyle/>
          <a:p>
            <a:fld id="{712750D1-8408-48EC-88AF-98FDBD7992DA}" type="slidenum">
              <a:rPr lang="en-DE" smtClean="0"/>
              <a:t>4</a:t>
            </a:fld>
            <a:endParaRPr lang="en-DE" dirty="0"/>
          </a:p>
        </p:txBody>
      </p:sp>
      <p:cxnSp>
        <p:nvCxnSpPr>
          <p:cNvPr id="43" name="Straight Arrow Connector 42">
            <a:extLst>
              <a:ext uri="{FF2B5EF4-FFF2-40B4-BE49-F238E27FC236}">
                <a16:creationId xmlns:a16="http://schemas.microsoft.com/office/drawing/2014/main" id="{50060899-24D3-616A-C81D-24928300E830}"/>
              </a:ext>
            </a:extLst>
          </p:cNvPr>
          <p:cNvCxnSpPr>
            <a:cxnSpLocks/>
          </p:cNvCxnSpPr>
          <p:nvPr/>
        </p:nvCxnSpPr>
        <p:spPr>
          <a:xfrm flipH="1">
            <a:off x="2426989" y="925286"/>
            <a:ext cx="13235" cy="5756064"/>
          </a:xfrm>
          <a:prstGeom prst="straightConnector1">
            <a:avLst/>
          </a:prstGeom>
          <a:ln w="22225">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7829F8C4-B00F-A6FB-8655-A445BC76138F}"/>
                  </a:ext>
                </a:extLst>
              </p:cNvPr>
              <p:cNvSpPr txBox="1"/>
              <p:nvPr/>
            </p:nvSpPr>
            <p:spPr>
              <a:xfrm>
                <a:off x="1664726" y="1768814"/>
                <a:ext cx="599458" cy="276999"/>
              </a:xfrm>
              <a:prstGeom prst="rect">
                <a:avLst/>
              </a:prstGeom>
              <a:solidFill>
                <a:schemeClr val="bg1"/>
              </a:solidFill>
            </p:spPr>
            <p:txBody>
              <a:bodyPr wrap="square" lIns="0" tIns="0" rIns="0" bIns="0" rtlCol="0">
                <a:spAutoFit/>
              </a:bodyPr>
              <a:lstStyle/>
              <a:p>
                <a:pPr algn="r"/>
                <a14:m>
                  <m:oMath xmlns:m="http://schemas.openxmlformats.org/officeDocument/2006/math">
                    <m:r>
                      <a:rPr lang="en-US" b="0" i="1" smtClean="0">
                        <a:latin typeface="Cambria Math" panose="02040503050406030204" pitchFamily="18" charset="0"/>
                      </a:rPr>
                      <m:t>3</m:t>
                    </m:r>
                    <m:r>
                      <a:rPr lang="en-US" b="0" i="1" smtClean="0">
                        <a:latin typeface="Cambria Math" panose="02040503050406030204" pitchFamily="18" charset="0"/>
                        <a:ea typeface="Cambria Math" panose="02040503050406030204" pitchFamily="18" charset="0"/>
                      </a:rPr>
                      <m:t>𝜇</m:t>
                    </m:r>
                  </m:oMath>
                </a14:m>
                <a:r>
                  <a:rPr lang="en-US" dirty="0"/>
                  <a:t>m</a:t>
                </a:r>
                <a:endParaRPr lang="en-DE" dirty="0"/>
              </a:p>
            </p:txBody>
          </p:sp>
        </mc:Choice>
        <mc:Fallback xmlns="">
          <p:sp>
            <p:nvSpPr>
              <p:cNvPr id="45" name="TextBox 44">
                <a:extLst>
                  <a:ext uri="{FF2B5EF4-FFF2-40B4-BE49-F238E27FC236}">
                    <a16:creationId xmlns:a16="http://schemas.microsoft.com/office/drawing/2014/main" id="{7829F8C4-B00F-A6FB-8655-A445BC76138F}"/>
                  </a:ext>
                </a:extLst>
              </p:cNvPr>
              <p:cNvSpPr txBox="1">
                <a:spLocks noRot="1" noChangeAspect="1" noMove="1" noResize="1" noEditPoints="1" noAdjustHandles="1" noChangeArrowheads="1" noChangeShapeType="1" noTextEdit="1"/>
              </p:cNvSpPr>
              <p:nvPr/>
            </p:nvSpPr>
            <p:spPr>
              <a:xfrm>
                <a:off x="1664726" y="1768814"/>
                <a:ext cx="599458" cy="276999"/>
              </a:xfrm>
              <a:prstGeom prst="rect">
                <a:avLst/>
              </a:prstGeom>
              <a:blipFill>
                <a:blip r:embed="rId2"/>
                <a:stretch>
                  <a:fillRect t="-28261" r="-24490" b="-50000"/>
                </a:stretch>
              </a:blipFill>
            </p:spPr>
            <p:txBody>
              <a:bodyPr/>
              <a:lstStyle/>
              <a:p>
                <a:r>
                  <a:rPr lang="en-DE">
                    <a:noFill/>
                  </a:rPr>
                  <a:t> </a:t>
                </a:r>
              </a:p>
            </p:txBody>
          </p:sp>
        </mc:Fallback>
      </mc:AlternateContent>
      <p:pic>
        <p:nvPicPr>
          <p:cNvPr id="60" name="Picture 59">
            <a:extLst>
              <a:ext uri="{FF2B5EF4-FFF2-40B4-BE49-F238E27FC236}">
                <a16:creationId xmlns:a16="http://schemas.microsoft.com/office/drawing/2014/main" id="{D9B001D2-4311-260A-4DB7-376987273C7B}"/>
              </a:ext>
            </a:extLst>
          </p:cNvPr>
          <p:cNvPicPr>
            <a:picLocks noChangeAspect="1"/>
          </p:cNvPicPr>
          <p:nvPr/>
        </p:nvPicPr>
        <p:blipFill>
          <a:blip r:embed="rId3"/>
          <a:stretch>
            <a:fillRect/>
          </a:stretch>
        </p:blipFill>
        <p:spPr>
          <a:xfrm>
            <a:off x="3696965" y="1658398"/>
            <a:ext cx="733753" cy="733753"/>
          </a:xfrm>
          <a:prstGeom prst="rect">
            <a:avLst/>
          </a:prstGeom>
        </p:spPr>
      </p:pic>
      <p:sp>
        <p:nvSpPr>
          <p:cNvPr id="62" name="TextBox 61">
            <a:extLst>
              <a:ext uri="{FF2B5EF4-FFF2-40B4-BE49-F238E27FC236}">
                <a16:creationId xmlns:a16="http://schemas.microsoft.com/office/drawing/2014/main" id="{79B40977-6017-74EF-C5A2-090E79EDC18D}"/>
              </a:ext>
            </a:extLst>
          </p:cNvPr>
          <p:cNvSpPr txBox="1"/>
          <p:nvPr/>
        </p:nvSpPr>
        <p:spPr>
          <a:xfrm>
            <a:off x="2586174" y="1765718"/>
            <a:ext cx="951607" cy="369332"/>
          </a:xfrm>
          <a:prstGeom prst="rect">
            <a:avLst/>
          </a:prstGeom>
          <a:noFill/>
        </p:spPr>
        <p:txBody>
          <a:bodyPr wrap="none" rtlCol="0">
            <a:spAutoFit/>
          </a:bodyPr>
          <a:lstStyle/>
          <a:p>
            <a:r>
              <a:rPr lang="en-US" dirty="0"/>
              <a:t>Bacteria</a:t>
            </a:r>
            <a:endParaRPr lang="en-DE" dirty="0"/>
          </a:p>
        </p:txBody>
      </p:sp>
      <p:pic>
        <p:nvPicPr>
          <p:cNvPr id="67" name="Picture 66">
            <a:extLst>
              <a:ext uri="{FF2B5EF4-FFF2-40B4-BE49-F238E27FC236}">
                <a16:creationId xmlns:a16="http://schemas.microsoft.com/office/drawing/2014/main" id="{C53E843D-DCE4-71AD-B961-5092B7F9C886}"/>
              </a:ext>
            </a:extLst>
          </p:cNvPr>
          <p:cNvPicPr>
            <a:picLocks noChangeAspect="1"/>
          </p:cNvPicPr>
          <p:nvPr/>
        </p:nvPicPr>
        <p:blipFill>
          <a:blip r:embed="rId4"/>
          <a:stretch>
            <a:fillRect/>
          </a:stretch>
        </p:blipFill>
        <p:spPr>
          <a:xfrm>
            <a:off x="3669958" y="2787408"/>
            <a:ext cx="737029" cy="733753"/>
          </a:xfrm>
          <a:prstGeom prst="rect">
            <a:avLst/>
          </a:prstGeom>
        </p:spPr>
      </p:pic>
      <mc:AlternateContent xmlns:mc="http://schemas.openxmlformats.org/markup-compatibility/2006" xmlns:a14="http://schemas.microsoft.com/office/drawing/2010/main">
        <mc:Choice Requires="a14">
          <p:sp>
            <p:nvSpPr>
              <p:cNvPr id="68" name="TextBox 67">
                <a:extLst>
                  <a:ext uri="{FF2B5EF4-FFF2-40B4-BE49-F238E27FC236}">
                    <a16:creationId xmlns:a16="http://schemas.microsoft.com/office/drawing/2014/main" id="{F6D24167-ABE8-CB88-338E-ED0C7365D8D5}"/>
                  </a:ext>
                </a:extLst>
              </p:cNvPr>
              <p:cNvSpPr txBox="1"/>
              <p:nvPr/>
            </p:nvSpPr>
            <p:spPr>
              <a:xfrm>
                <a:off x="1511102" y="2987643"/>
                <a:ext cx="743793" cy="276999"/>
              </a:xfrm>
              <a:prstGeom prst="rect">
                <a:avLst/>
              </a:prstGeom>
              <a:noFill/>
            </p:spPr>
            <p:txBody>
              <a:bodyPr wrap="none" lIns="0" tIns="0" rIns="0" bIns="0" rtlCol="0">
                <a:spAutoFit/>
              </a:bodyPr>
              <a:lstStyle/>
              <a:p>
                <a14:m>
                  <m:oMath xmlns:m="http://schemas.openxmlformats.org/officeDocument/2006/math">
                    <m:r>
                      <a:rPr lang="en-US" b="0" i="1" smtClean="0">
                        <a:latin typeface="Cambria Math" panose="02040503050406030204" pitchFamily="18" charset="0"/>
                      </a:rPr>
                      <m:t>100</m:t>
                    </m:r>
                  </m:oMath>
                </a14:m>
                <a:r>
                  <a:rPr lang="en-US" dirty="0"/>
                  <a:t> nm</a:t>
                </a:r>
                <a:endParaRPr lang="en-DE" dirty="0"/>
              </a:p>
            </p:txBody>
          </p:sp>
        </mc:Choice>
        <mc:Fallback xmlns="">
          <p:sp>
            <p:nvSpPr>
              <p:cNvPr id="68" name="TextBox 67">
                <a:extLst>
                  <a:ext uri="{FF2B5EF4-FFF2-40B4-BE49-F238E27FC236}">
                    <a16:creationId xmlns:a16="http://schemas.microsoft.com/office/drawing/2014/main" id="{F6D24167-ABE8-CB88-338E-ED0C7365D8D5}"/>
                  </a:ext>
                </a:extLst>
              </p:cNvPr>
              <p:cNvSpPr txBox="1">
                <a:spLocks noRot="1" noChangeAspect="1" noMove="1" noResize="1" noEditPoints="1" noAdjustHandles="1" noChangeArrowheads="1" noChangeShapeType="1" noTextEdit="1"/>
              </p:cNvSpPr>
              <p:nvPr/>
            </p:nvSpPr>
            <p:spPr>
              <a:xfrm>
                <a:off x="1511102" y="2987643"/>
                <a:ext cx="743793" cy="276999"/>
              </a:xfrm>
              <a:prstGeom prst="rect">
                <a:avLst/>
              </a:prstGeom>
              <a:blipFill>
                <a:blip r:embed="rId5"/>
                <a:stretch>
                  <a:fillRect l="-11475" t="-28261" r="-18852" b="-50000"/>
                </a:stretch>
              </a:blipFill>
            </p:spPr>
            <p:txBody>
              <a:bodyPr/>
              <a:lstStyle/>
              <a:p>
                <a:r>
                  <a:rPr lang="en-DE">
                    <a:noFill/>
                  </a:rPr>
                  <a:t> </a:t>
                </a:r>
              </a:p>
            </p:txBody>
          </p:sp>
        </mc:Fallback>
      </mc:AlternateContent>
      <p:sp>
        <p:nvSpPr>
          <p:cNvPr id="74" name="TextBox 73">
            <a:extLst>
              <a:ext uri="{FF2B5EF4-FFF2-40B4-BE49-F238E27FC236}">
                <a16:creationId xmlns:a16="http://schemas.microsoft.com/office/drawing/2014/main" id="{019B6C8D-676C-EABF-012D-7DAA21688F57}"/>
              </a:ext>
            </a:extLst>
          </p:cNvPr>
          <p:cNvSpPr txBox="1"/>
          <p:nvPr/>
        </p:nvSpPr>
        <p:spPr>
          <a:xfrm>
            <a:off x="1197255" y="2141077"/>
            <a:ext cx="1242969" cy="646331"/>
          </a:xfrm>
          <a:prstGeom prst="rect">
            <a:avLst/>
          </a:prstGeom>
          <a:noFill/>
        </p:spPr>
        <p:txBody>
          <a:bodyPr wrap="none" rtlCol="0">
            <a:spAutoFit/>
          </a:bodyPr>
          <a:lstStyle/>
          <a:p>
            <a:pPr algn="r"/>
            <a:r>
              <a:rPr lang="en-US" dirty="0"/>
              <a:t>CMOS</a:t>
            </a:r>
          </a:p>
          <a:p>
            <a:pPr algn="r"/>
            <a:r>
              <a:rPr lang="en-US" dirty="0"/>
              <a:t>Technology</a:t>
            </a:r>
            <a:endParaRPr lang="en-DE" dirty="0"/>
          </a:p>
        </p:txBody>
      </p:sp>
      <p:sp>
        <p:nvSpPr>
          <p:cNvPr id="75" name="TextBox 74">
            <a:extLst>
              <a:ext uri="{FF2B5EF4-FFF2-40B4-BE49-F238E27FC236}">
                <a16:creationId xmlns:a16="http://schemas.microsoft.com/office/drawing/2014/main" id="{C2CA5839-3501-1DB3-7727-E82108C70AAA}"/>
              </a:ext>
            </a:extLst>
          </p:cNvPr>
          <p:cNvSpPr txBox="1"/>
          <p:nvPr/>
        </p:nvSpPr>
        <p:spPr>
          <a:xfrm>
            <a:off x="2654236" y="2887364"/>
            <a:ext cx="660758" cy="369332"/>
          </a:xfrm>
          <a:prstGeom prst="rect">
            <a:avLst/>
          </a:prstGeom>
          <a:noFill/>
        </p:spPr>
        <p:txBody>
          <a:bodyPr wrap="none" rtlCol="0">
            <a:spAutoFit/>
          </a:bodyPr>
          <a:lstStyle/>
          <a:p>
            <a:r>
              <a:rPr lang="en-US" dirty="0"/>
              <a:t>Virus</a:t>
            </a:r>
            <a:endParaRPr lang="en-DE" dirty="0"/>
          </a:p>
        </p:txBody>
      </p:sp>
      <p:pic>
        <p:nvPicPr>
          <p:cNvPr id="80" name="Picture 79">
            <a:extLst>
              <a:ext uri="{FF2B5EF4-FFF2-40B4-BE49-F238E27FC236}">
                <a16:creationId xmlns:a16="http://schemas.microsoft.com/office/drawing/2014/main" id="{AE9B557D-1397-1506-5140-86D60494F93B}"/>
              </a:ext>
            </a:extLst>
          </p:cNvPr>
          <p:cNvPicPr>
            <a:picLocks noChangeAspect="1"/>
          </p:cNvPicPr>
          <p:nvPr/>
        </p:nvPicPr>
        <p:blipFill>
          <a:blip r:embed="rId6"/>
          <a:stretch>
            <a:fillRect/>
          </a:stretch>
        </p:blipFill>
        <p:spPr>
          <a:xfrm>
            <a:off x="3735127" y="3826010"/>
            <a:ext cx="720668" cy="720668"/>
          </a:xfrm>
          <a:prstGeom prst="rect">
            <a:avLst/>
          </a:prstGeom>
        </p:spPr>
      </p:pic>
      <p:sp>
        <p:nvSpPr>
          <p:cNvPr id="83" name="TextBox 82">
            <a:extLst>
              <a:ext uri="{FF2B5EF4-FFF2-40B4-BE49-F238E27FC236}">
                <a16:creationId xmlns:a16="http://schemas.microsoft.com/office/drawing/2014/main" id="{9D48158D-7DDC-098F-60B9-75BAEC50AC03}"/>
              </a:ext>
            </a:extLst>
          </p:cNvPr>
          <p:cNvSpPr txBox="1"/>
          <p:nvPr/>
        </p:nvSpPr>
        <p:spPr>
          <a:xfrm>
            <a:off x="2616794" y="4070719"/>
            <a:ext cx="866135" cy="369332"/>
          </a:xfrm>
          <a:prstGeom prst="rect">
            <a:avLst/>
          </a:prstGeom>
          <a:noFill/>
        </p:spPr>
        <p:txBody>
          <a:bodyPr wrap="none" rtlCol="0">
            <a:spAutoFit/>
          </a:bodyPr>
          <a:lstStyle/>
          <a:p>
            <a:r>
              <a:rPr lang="en-US" dirty="0"/>
              <a:t>Protein</a:t>
            </a:r>
            <a:endParaRPr lang="en-DE" dirty="0"/>
          </a:p>
        </p:txBody>
      </p:sp>
      <mc:AlternateContent xmlns:mc="http://schemas.openxmlformats.org/markup-compatibility/2006" xmlns:a14="http://schemas.microsoft.com/office/drawing/2010/main">
        <mc:Choice Requires="a14">
          <p:sp>
            <p:nvSpPr>
              <p:cNvPr id="85" name="TextBox 84">
                <a:extLst>
                  <a:ext uri="{FF2B5EF4-FFF2-40B4-BE49-F238E27FC236}">
                    <a16:creationId xmlns:a16="http://schemas.microsoft.com/office/drawing/2014/main" id="{2BD7E16E-66C4-CC97-5F01-ABB59233FD6F}"/>
                  </a:ext>
                </a:extLst>
              </p:cNvPr>
              <p:cNvSpPr txBox="1"/>
              <p:nvPr/>
            </p:nvSpPr>
            <p:spPr>
              <a:xfrm>
                <a:off x="1651284" y="4096231"/>
                <a:ext cx="615553" cy="276999"/>
              </a:xfrm>
              <a:prstGeom prst="rect">
                <a:avLst/>
              </a:prstGeom>
              <a:noFill/>
            </p:spPr>
            <p:txBody>
              <a:bodyPr wrap="none" lIns="0" tIns="0" rIns="0" bIns="0" rtlCol="0">
                <a:spAutoFit/>
              </a:bodyPr>
              <a:lstStyle/>
              <a:p>
                <a14:m>
                  <m:oMath xmlns:m="http://schemas.openxmlformats.org/officeDocument/2006/math">
                    <m:r>
                      <a:rPr lang="en-US" b="0" i="1" smtClean="0">
                        <a:latin typeface="Cambria Math" panose="02040503050406030204" pitchFamily="18" charset="0"/>
                      </a:rPr>
                      <m:t>10</m:t>
                    </m:r>
                  </m:oMath>
                </a14:m>
                <a:r>
                  <a:rPr lang="en-US" dirty="0"/>
                  <a:t> nm</a:t>
                </a:r>
                <a:endParaRPr lang="en-DE" dirty="0"/>
              </a:p>
            </p:txBody>
          </p:sp>
        </mc:Choice>
        <mc:Fallback xmlns="">
          <p:sp>
            <p:nvSpPr>
              <p:cNvPr id="85" name="TextBox 84">
                <a:extLst>
                  <a:ext uri="{FF2B5EF4-FFF2-40B4-BE49-F238E27FC236}">
                    <a16:creationId xmlns:a16="http://schemas.microsoft.com/office/drawing/2014/main" id="{2BD7E16E-66C4-CC97-5F01-ABB59233FD6F}"/>
                  </a:ext>
                </a:extLst>
              </p:cNvPr>
              <p:cNvSpPr txBox="1">
                <a:spLocks noRot="1" noChangeAspect="1" noMove="1" noResize="1" noEditPoints="1" noAdjustHandles="1" noChangeArrowheads="1" noChangeShapeType="1" noTextEdit="1"/>
              </p:cNvSpPr>
              <p:nvPr/>
            </p:nvSpPr>
            <p:spPr>
              <a:xfrm>
                <a:off x="1651284" y="4096231"/>
                <a:ext cx="615553" cy="276999"/>
              </a:xfrm>
              <a:prstGeom prst="rect">
                <a:avLst/>
              </a:prstGeom>
              <a:blipFill>
                <a:blip r:embed="rId7"/>
                <a:stretch>
                  <a:fillRect l="-13861" t="-28889" r="-22772" b="-51111"/>
                </a:stretch>
              </a:blipFill>
            </p:spPr>
            <p:txBody>
              <a:bodyPr/>
              <a:lstStyle/>
              <a:p>
                <a:r>
                  <a:rPr lang="en-DE">
                    <a:noFill/>
                  </a:rPr>
                  <a:t> </a:t>
                </a:r>
              </a:p>
            </p:txBody>
          </p:sp>
        </mc:Fallback>
      </mc:AlternateContent>
      <p:sp>
        <p:nvSpPr>
          <p:cNvPr id="86" name="TextBox 85">
            <a:extLst>
              <a:ext uri="{FF2B5EF4-FFF2-40B4-BE49-F238E27FC236}">
                <a16:creationId xmlns:a16="http://schemas.microsoft.com/office/drawing/2014/main" id="{4E0C978C-2375-631B-395E-2874B3BC5A01}"/>
              </a:ext>
            </a:extLst>
          </p:cNvPr>
          <p:cNvSpPr txBox="1"/>
          <p:nvPr/>
        </p:nvSpPr>
        <p:spPr>
          <a:xfrm>
            <a:off x="1284920" y="3415967"/>
            <a:ext cx="1128835" cy="369332"/>
          </a:xfrm>
          <a:prstGeom prst="rect">
            <a:avLst/>
          </a:prstGeom>
          <a:noFill/>
        </p:spPr>
        <p:txBody>
          <a:bodyPr wrap="none" rtlCol="0">
            <a:spAutoFit/>
          </a:bodyPr>
          <a:lstStyle/>
          <a:p>
            <a:pPr algn="r"/>
            <a:r>
              <a:rPr lang="en-US" dirty="0"/>
              <a:t>Nanofiber</a:t>
            </a:r>
            <a:endParaRPr lang="en-DE" dirty="0"/>
          </a:p>
        </p:txBody>
      </p:sp>
      <p:pic>
        <p:nvPicPr>
          <p:cNvPr id="1028" name="Picture 4" descr="Dna - Kostenlose gesundheitswesen und medizin Icons">
            <a:extLst>
              <a:ext uri="{FF2B5EF4-FFF2-40B4-BE49-F238E27FC236}">
                <a16:creationId xmlns:a16="http://schemas.microsoft.com/office/drawing/2014/main" id="{7CFBDCFA-A26B-F9C5-CEB4-D1F1AA0D0882}"/>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763432" y="4814298"/>
            <a:ext cx="664058" cy="664058"/>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87" name="TextBox 86">
                <a:extLst>
                  <a:ext uri="{FF2B5EF4-FFF2-40B4-BE49-F238E27FC236}">
                    <a16:creationId xmlns:a16="http://schemas.microsoft.com/office/drawing/2014/main" id="{98DBF5E1-D5EA-7321-B2E9-3368BA211065}"/>
                  </a:ext>
                </a:extLst>
              </p:cNvPr>
              <p:cNvSpPr txBox="1"/>
              <p:nvPr/>
            </p:nvSpPr>
            <p:spPr>
              <a:xfrm>
                <a:off x="1544793" y="5201357"/>
                <a:ext cx="670617" cy="276999"/>
              </a:xfrm>
              <a:prstGeom prst="rect">
                <a:avLst/>
              </a:prstGeom>
              <a:solidFill>
                <a:schemeClr val="bg1"/>
              </a:solidFill>
            </p:spPr>
            <p:txBody>
              <a:bodyPr wrap="square" lIns="0" tIns="0" rIns="0" bIns="0" rtlCol="0">
                <a:spAutoFit/>
              </a:bodyPr>
              <a:lstStyle/>
              <a:p>
                <a:pPr algn="r"/>
                <a14:m>
                  <m:oMath xmlns:m="http://schemas.openxmlformats.org/officeDocument/2006/math">
                    <m:r>
                      <a:rPr lang="en-US" b="0" i="1" smtClean="0">
                        <a:latin typeface="Cambria Math" panose="02040503050406030204" pitchFamily="18" charset="0"/>
                      </a:rPr>
                      <m:t>1</m:t>
                    </m:r>
                  </m:oMath>
                </a14:m>
                <a:r>
                  <a:rPr lang="en-US" dirty="0"/>
                  <a:t> nm</a:t>
                </a:r>
                <a:endParaRPr lang="en-DE" dirty="0"/>
              </a:p>
            </p:txBody>
          </p:sp>
        </mc:Choice>
        <mc:Fallback xmlns="">
          <p:sp>
            <p:nvSpPr>
              <p:cNvPr id="87" name="TextBox 86">
                <a:extLst>
                  <a:ext uri="{FF2B5EF4-FFF2-40B4-BE49-F238E27FC236}">
                    <a16:creationId xmlns:a16="http://schemas.microsoft.com/office/drawing/2014/main" id="{98DBF5E1-D5EA-7321-B2E9-3368BA211065}"/>
                  </a:ext>
                </a:extLst>
              </p:cNvPr>
              <p:cNvSpPr txBox="1">
                <a:spLocks noRot="1" noChangeAspect="1" noMove="1" noResize="1" noEditPoints="1" noAdjustHandles="1" noChangeArrowheads="1" noChangeShapeType="1" noTextEdit="1"/>
              </p:cNvSpPr>
              <p:nvPr/>
            </p:nvSpPr>
            <p:spPr>
              <a:xfrm>
                <a:off x="1544793" y="5201357"/>
                <a:ext cx="670617" cy="276999"/>
              </a:xfrm>
              <a:prstGeom prst="rect">
                <a:avLst/>
              </a:prstGeom>
              <a:blipFill>
                <a:blip r:embed="rId9"/>
                <a:stretch>
                  <a:fillRect t="-28261" r="-21818" b="-50000"/>
                </a:stretch>
              </a:blipFill>
            </p:spPr>
            <p:txBody>
              <a:bodyPr/>
              <a:lstStyle/>
              <a:p>
                <a:r>
                  <a:rPr lang="en-DE">
                    <a:noFill/>
                  </a:rPr>
                  <a:t> </a:t>
                </a:r>
              </a:p>
            </p:txBody>
          </p:sp>
        </mc:Fallback>
      </mc:AlternateContent>
      <p:sp>
        <p:nvSpPr>
          <p:cNvPr id="89" name="TextBox 88">
            <a:extLst>
              <a:ext uri="{FF2B5EF4-FFF2-40B4-BE49-F238E27FC236}">
                <a16:creationId xmlns:a16="http://schemas.microsoft.com/office/drawing/2014/main" id="{7563BF43-58A3-1551-490E-5799A98727C0}"/>
              </a:ext>
            </a:extLst>
          </p:cNvPr>
          <p:cNvSpPr txBox="1"/>
          <p:nvPr/>
        </p:nvSpPr>
        <p:spPr>
          <a:xfrm>
            <a:off x="2578900" y="5155190"/>
            <a:ext cx="609462" cy="369332"/>
          </a:xfrm>
          <a:prstGeom prst="rect">
            <a:avLst/>
          </a:prstGeom>
          <a:noFill/>
        </p:spPr>
        <p:txBody>
          <a:bodyPr wrap="none" rtlCol="0">
            <a:spAutoFit/>
          </a:bodyPr>
          <a:lstStyle/>
          <a:p>
            <a:r>
              <a:rPr lang="en-US" dirty="0"/>
              <a:t>DNA</a:t>
            </a:r>
            <a:endParaRPr lang="en-DE" dirty="0"/>
          </a:p>
        </p:txBody>
      </p:sp>
      <p:sp>
        <p:nvSpPr>
          <p:cNvPr id="90" name="TextBox 89">
            <a:extLst>
              <a:ext uri="{FF2B5EF4-FFF2-40B4-BE49-F238E27FC236}">
                <a16:creationId xmlns:a16="http://schemas.microsoft.com/office/drawing/2014/main" id="{D1F4D16A-53B9-159F-8016-6ECA75CF5365}"/>
              </a:ext>
            </a:extLst>
          </p:cNvPr>
          <p:cNvSpPr txBox="1"/>
          <p:nvPr/>
        </p:nvSpPr>
        <p:spPr>
          <a:xfrm>
            <a:off x="1300081" y="4701167"/>
            <a:ext cx="1124026" cy="369332"/>
          </a:xfrm>
          <a:prstGeom prst="rect">
            <a:avLst/>
          </a:prstGeom>
          <a:noFill/>
        </p:spPr>
        <p:txBody>
          <a:bodyPr wrap="none" rtlCol="0">
            <a:spAutoFit/>
          </a:bodyPr>
          <a:lstStyle/>
          <a:p>
            <a:pPr algn="r"/>
            <a:r>
              <a:rPr lang="en-US" dirty="0"/>
              <a:t>Nanotube</a:t>
            </a:r>
            <a:endParaRPr lang="en-DE" dirty="0"/>
          </a:p>
        </p:txBody>
      </p:sp>
      <mc:AlternateContent xmlns:mc="http://schemas.openxmlformats.org/markup-compatibility/2006" xmlns:a14="http://schemas.microsoft.com/office/drawing/2010/main">
        <mc:Choice Requires="a14">
          <p:sp>
            <p:nvSpPr>
              <p:cNvPr id="91" name="TextBox 90">
                <a:extLst>
                  <a:ext uri="{FF2B5EF4-FFF2-40B4-BE49-F238E27FC236}">
                    <a16:creationId xmlns:a16="http://schemas.microsoft.com/office/drawing/2014/main" id="{3916944A-13BD-62E0-5D24-E101D0DA6196}"/>
                  </a:ext>
                </a:extLst>
              </p:cNvPr>
              <p:cNvSpPr txBox="1"/>
              <p:nvPr/>
            </p:nvSpPr>
            <p:spPr>
              <a:xfrm>
                <a:off x="1556826" y="6038904"/>
                <a:ext cx="663643" cy="276999"/>
              </a:xfrm>
              <a:prstGeom prst="rect">
                <a:avLst/>
              </a:prstGeom>
              <a:noFill/>
            </p:spPr>
            <p:txBody>
              <a:bodyPr wrap="none" lIns="0" tIns="0" rIns="0" bIns="0" rtlCol="0">
                <a:spAutoFit/>
              </a:bodyPr>
              <a:lstStyle/>
              <a:p>
                <a14:m>
                  <m:oMath xmlns:m="http://schemas.openxmlformats.org/officeDocument/2006/math">
                    <m:r>
                      <a:rPr lang="en-US" b="0" i="1" smtClean="0">
                        <a:latin typeface="Cambria Math" panose="02040503050406030204" pitchFamily="18" charset="0"/>
                      </a:rPr>
                      <m:t>0.1</m:t>
                    </m:r>
                  </m:oMath>
                </a14:m>
                <a:r>
                  <a:rPr lang="en-US" dirty="0"/>
                  <a:t> nm</a:t>
                </a:r>
                <a:endParaRPr lang="en-DE" dirty="0"/>
              </a:p>
            </p:txBody>
          </p:sp>
        </mc:Choice>
        <mc:Fallback xmlns="">
          <p:sp>
            <p:nvSpPr>
              <p:cNvPr id="91" name="TextBox 90">
                <a:extLst>
                  <a:ext uri="{FF2B5EF4-FFF2-40B4-BE49-F238E27FC236}">
                    <a16:creationId xmlns:a16="http://schemas.microsoft.com/office/drawing/2014/main" id="{3916944A-13BD-62E0-5D24-E101D0DA6196}"/>
                  </a:ext>
                </a:extLst>
              </p:cNvPr>
              <p:cNvSpPr txBox="1">
                <a:spLocks noRot="1" noChangeAspect="1" noMove="1" noResize="1" noEditPoints="1" noAdjustHandles="1" noChangeArrowheads="1" noChangeShapeType="1" noTextEdit="1"/>
              </p:cNvSpPr>
              <p:nvPr/>
            </p:nvSpPr>
            <p:spPr>
              <a:xfrm>
                <a:off x="1556826" y="6038904"/>
                <a:ext cx="663643" cy="276999"/>
              </a:xfrm>
              <a:prstGeom prst="rect">
                <a:avLst/>
              </a:prstGeom>
              <a:blipFill>
                <a:blip r:embed="rId10"/>
                <a:stretch>
                  <a:fillRect l="-11927" t="-28889" r="-21101" b="-51111"/>
                </a:stretch>
              </a:blipFill>
            </p:spPr>
            <p:txBody>
              <a:bodyPr/>
              <a:lstStyle/>
              <a:p>
                <a:r>
                  <a:rPr lang="en-DE">
                    <a:noFill/>
                  </a:rPr>
                  <a:t> </a:t>
                </a:r>
              </a:p>
            </p:txBody>
          </p:sp>
        </mc:Fallback>
      </mc:AlternateContent>
      <p:pic>
        <p:nvPicPr>
          <p:cNvPr id="92" name="Picture 91">
            <a:extLst>
              <a:ext uri="{FF2B5EF4-FFF2-40B4-BE49-F238E27FC236}">
                <a16:creationId xmlns:a16="http://schemas.microsoft.com/office/drawing/2014/main" id="{1189B602-6CCF-4298-18AF-FF1D3BC59568}"/>
              </a:ext>
            </a:extLst>
          </p:cNvPr>
          <p:cNvPicPr>
            <a:picLocks noChangeAspect="1"/>
          </p:cNvPicPr>
          <p:nvPr/>
        </p:nvPicPr>
        <p:blipFill>
          <a:blip r:embed="rId11"/>
          <a:stretch>
            <a:fillRect/>
          </a:stretch>
        </p:blipFill>
        <p:spPr>
          <a:xfrm>
            <a:off x="3763432" y="5792148"/>
            <a:ext cx="770510" cy="770510"/>
          </a:xfrm>
          <a:prstGeom prst="rect">
            <a:avLst/>
          </a:prstGeom>
        </p:spPr>
      </p:pic>
      <p:sp>
        <p:nvSpPr>
          <p:cNvPr id="93" name="TextBox 92">
            <a:extLst>
              <a:ext uri="{FF2B5EF4-FFF2-40B4-BE49-F238E27FC236}">
                <a16:creationId xmlns:a16="http://schemas.microsoft.com/office/drawing/2014/main" id="{7C1AC760-8A59-CE73-47D0-BC9C5A91CC2B}"/>
              </a:ext>
            </a:extLst>
          </p:cNvPr>
          <p:cNvSpPr txBox="1"/>
          <p:nvPr/>
        </p:nvSpPr>
        <p:spPr>
          <a:xfrm>
            <a:off x="2526866" y="5992738"/>
            <a:ext cx="1059906" cy="369332"/>
          </a:xfrm>
          <a:prstGeom prst="rect">
            <a:avLst/>
          </a:prstGeom>
          <a:noFill/>
        </p:spPr>
        <p:txBody>
          <a:bodyPr wrap="none" rtlCol="0">
            <a:spAutoFit/>
          </a:bodyPr>
          <a:lstStyle/>
          <a:p>
            <a:r>
              <a:rPr lang="en-US" dirty="0"/>
              <a:t>Molecule</a:t>
            </a:r>
            <a:endParaRPr lang="en-DE" dirty="0"/>
          </a:p>
        </p:txBody>
      </p:sp>
      <p:cxnSp>
        <p:nvCxnSpPr>
          <p:cNvPr id="95" name="Straight Connector 94">
            <a:extLst>
              <a:ext uri="{FF2B5EF4-FFF2-40B4-BE49-F238E27FC236}">
                <a16:creationId xmlns:a16="http://schemas.microsoft.com/office/drawing/2014/main" id="{E2230433-F0DA-8A7C-4825-FFEA7AE1DADB}"/>
              </a:ext>
            </a:extLst>
          </p:cNvPr>
          <p:cNvCxnSpPr/>
          <p:nvPr/>
        </p:nvCxnSpPr>
        <p:spPr>
          <a:xfrm>
            <a:off x="2315714" y="1907313"/>
            <a:ext cx="227247"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37E2F1AB-5D99-C72C-D402-7F78A8456923}"/>
              </a:ext>
            </a:extLst>
          </p:cNvPr>
          <p:cNvCxnSpPr/>
          <p:nvPr/>
        </p:nvCxnSpPr>
        <p:spPr>
          <a:xfrm>
            <a:off x="2313365" y="3126141"/>
            <a:ext cx="227247"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41DC35A1-C28B-B72B-FF46-A4FA5A72AC55}"/>
              </a:ext>
            </a:extLst>
          </p:cNvPr>
          <p:cNvCxnSpPr/>
          <p:nvPr/>
        </p:nvCxnSpPr>
        <p:spPr>
          <a:xfrm>
            <a:off x="2312914" y="4251400"/>
            <a:ext cx="227247"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AA8541BF-7B2C-E0A3-F68C-8E8C29526AB9}"/>
              </a:ext>
            </a:extLst>
          </p:cNvPr>
          <p:cNvCxnSpPr/>
          <p:nvPr/>
        </p:nvCxnSpPr>
        <p:spPr>
          <a:xfrm>
            <a:off x="2213540" y="2787408"/>
            <a:ext cx="227247"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A7D24E1B-F55A-C113-DA77-ED78AD0CEE71}"/>
              </a:ext>
            </a:extLst>
          </p:cNvPr>
          <p:cNvCxnSpPr/>
          <p:nvPr/>
        </p:nvCxnSpPr>
        <p:spPr>
          <a:xfrm>
            <a:off x="2195048" y="5056943"/>
            <a:ext cx="227247"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3EF52346-6B27-B518-5B72-407DDD30FD7F}"/>
              </a:ext>
            </a:extLst>
          </p:cNvPr>
          <p:cNvCxnSpPr/>
          <p:nvPr/>
        </p:nvCxnSpPr>
        <p:spPr>
          <a:xfrm>
            <a:off x="2308671" y="5339857"/>
            <a:ext cx="227247"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A6994199-FFE0-7DE0-377A-0C5BC945E1AD}"/>
              </a:ext>
            </a:extLst>
          </p:cNvPr>
          <p:cNvCxnSpPr/>
          <p:nvPr/>
        </p:nvCxnSpPr>
        <p:spPr>
          <a:xfrm>
            <a:off x="2315713" y="6177404"/>
            <a:ext cx="227247"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104" name="Right Brace 103">
            <a:extLst>
              <a:ext uri="{FF2B5EF4-FFF2-40B4-BE49-F238E27FC236}">
                <a16:creationId xmlns:a16="http://schemas.microsoft.com/office/drawing/2014/main" id="{DA7F65D0-866E-D1AD-6C77-745FF9055C95}"/>
              </a:ext>
            </a:extLst>
          </p:cNvPr>
          <p:cNvSpPr/>
          <p:nvPr/>
        </p:nvSpPr>
        <p:spPr>
          <a:xfrm>
            <a:off x="4641669" y="3126141"/>
            <a:ext cx="461552" cy="2280754"/>
          </a:xfrm>
          <a:prstGeom prst="rightBrace">
            <a:avLst>
              <a:gd name="adj1" fmla="val 80032"/>
              <a:gd name="adj2" fmla="val 50000"/>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DE"/>
          </a:p>
        </p:txBody>
      </p:sp>
      <p:sp>
        <p:nvSpPr>
          <p:cNvPr id="105" name="TextBox 104">
            <a:extLst>
              <a:ext uri="{FF2B5EF4-FFF2-40B4-BE49-F238E27FC236}">
                <a16:creationId xmlns:a16="http://schemas.microsoft.com/office/drawing/2014/main" id="{EE230EBE-6A92-1C5A-19A9-7A08E3538C9B}"/>
              </a:ext>
            </a:extLst>
          </p:cNvPr>
          <p:cNvSpPr txBox="1"/>
          <p:nvPr/>
        </p:nvSpPr>
        <p:spPr>
          <a:xfrm>
            <a:off x="5289095" y="4050064"/>
            <a:ext cx="1447319" cy="369332"/>
          </a:xfrm>
          <a:prstGeom prst="rect">
            <a:avLst/>
          </a:prstGeom>
          <a:noFill/>
        </p:spPr>
        <p:txBody>
          <a:bodyPr wrap="none" rtlCol="0">
            <a:spAutoFit/>
          </a:bodyPr>
          <a:lstStyle/>
          <a:p>
            <a:r>
              <a:rPr lang="en-US" dirty="0"/>
              <a:t>Nanorobotics</a:t>
            </a:r>
            <a:endParaRPr lang="en-DE" dirty="0"/>
          </a:p>
        </p:txBody>
      </p:sp>
      <p:grpSp>
        <p:nvGrpSpPr>
          <p:cNvPr id="107" name="Group 106">
            <a:extLst>
              <a:ext uri="{FF2B5EF4-FFF2-40B4-BE49-F238E27FC236}">
                <a16:creationId xmlns:a16="http://schemas.microsoft.com/office/drawing/2014/main" id="{7CA8A764-72A4-B245-754A-30FEE940EC4E}"/>
              </a:ext>
            </a:extLst>
          </p:cNvPr>
          <p:cNvGrpSpPr/>
          <p:nvPr/>
        </p:nvGrpSpPr>
        <p:grpSpPr>
          <a:xfrm rot="5400000" flipH="1">
            <a:off x="7179117" y="3358248"/>
            <a:ext cx="552333" cy="693837"/>
            <a:chOff x="3476018" y="1655769"/>
            <a:chExt cx="349450" cy="484303"/>
          </a:xfrm>
        </p:grpSpPr>
        <p:sp>
          <p:nvSpPr>
            <p:cNvPr id="110" name="Flowchart: Delay 109">
              <a:extLst>
                <a:ext uri="{FF2B5EF4-FFF2-40B4-BE49-F238E27FC236}">
                  <a16:creationId xmlns:a16="http://schemas.microsoft.com/office/drawing/2014/main" id="{D649F88E-97B3-CB89-E17E-4929BD40DFAE}"/>
                </a:ext>
              </a:extLst>
            </p:cNvPr>
            <p:cNvSpPr/>
            <p:nvPr/>
          </p:nvSpPr>
          <p:spPr>
            <a:xfrm rot="16200000">
              <a:off x="3518739" y="1694930"/>
              <a:ext cx="273165" cy="194844"/>
            </a:xfrm>
            <a:prstGeom prst="flowChartDelay">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mc:AlternateContent xmlns:mc="http://schemas.openxmlformats.org/markup-compatibility/2006" xmlns:p14="http://schemas.microsoft.com/office/powerpoint/2010/main">
          <mc:Choice Requires="p14">
            <p:contentPart p14:bwMode="auto" r:id="rId12">
              <p14:nvContentPartPr>
                <p14:cNvPr id="111" name="Ink 110">
                  <a:extLst>
                    <a:ext uri="{FF2B5EF4-FFF2-40B4-BE49-F238E27FC236}">
                      <a16:creationId xmlns:a16="http://schemas.microsoft.com/office/drawing/2014/main" id="{EBEF7CD1-DB78-D02A-3452-BFD334454989}"/>
                    </a:ext>
                  </a:extLst>
                </p14:cNvPr>
                <p14:cNvContentPartPr/>
                <p14:nvPr/>
              </p14:nvContentPartPr>
              <p14:xfrm>
                <a:off x="3563025" y="1801595"/>
                <a:ext cx="177480" cy="94680"/>
              </p14:xfrm>
            </p:contentPart>
          </mc:Choice>
          <mc:Fallback xmlns="">
            <p:pic>
              <p:nvPicPr>
                <p:cNvPr id="1264" name="Ink 1263">
                  <a:extLst>
                    <a:ext uri="{FF2B5EF4-FFF2-40B4-BE49-F238E27FC236}">
                      <a16:creationId xmlns:a16="http://schemas.microsoft.com/office/drawing/2014/main" id="{60297DF2-3A12-43CF-9DFE-4BF44F9F9C46}"/>
                    </a:ext>
                  </a:extLst>
                </p:cNvPr>
                <p:cNvPicPr/>
                <p:nvPr/>
              </p:nvPicPr>
              <p:blipFill>
                <a:blip r:embed="rId13"/>
                <a:stretch>
                  <a:fillRect/>
                </a:stretch>
              </p:blipFill>
              <p:spPr>
                <a:xfrm>
                  <a:off x="3558705" y="1797275"/>
                  <a:ext cx="186120" cy="10332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12" name="Ink 111">
                  <a:extLst>
                    <a:ext uri="{FF2B5EF4-FFF2-40B4-BE49-F238E27FC236}">
                      <a16:creationId xmlns:a16="http://schemas.microsoft.com/office/drawing/2014/main" id="{A61646FE-E344-9F87-C3A7-180ECF01835D}"/>
                    </a:ext>
                  </a:extLst>
                </p14:cNvPr>
                <p14:cNvContentPartPr/>
                <p14:nvPr/>
              </p14:nvContentPartPr>
              <p14:xfrm>
                <a:off x="3703200" y="1798268"/>
                <a:ext cx="52920" cy="8280"/>
              </p14:xfrm>
            </p:contentPart>
          </mc:Choice>
          <mc:Fallback xmlns="">
            <p:pic>
              <p:nvPicPr>
                <p:cNvPr id="1275" name="Ink 1274">
                  <a:extLst>
                    <a:ext uri="{FF2B5EF4-FFF2-40B4-BE49-F238E27FC236}">
                      <a16:creationId xmlns:a16="http://schemas.microsoft.com/office/drawing/2014/main" id="{7A7E6207-5D59-4BFC-A67C-DAF5BD9EBD00}"/>
                    </a:ext>
                  </a:extLst>
                </p:cNvPr>
                <p:cNvPicPr/>
                <p:nvPr/>
              </p:nvPicPr>
              <p:blipFill>
                <a:blip r:embed="rId15"/>
                <a:stretch>
                  <a:fillRect/>
                </a:stretch>
              </p:blipFill>
              <p:spPr>
                <a:xfrm>
                  <a:off x="3698880" y="1793948"/>
                  <a:ext cx="61560" cy="16920"/>
                </a:xfrm>
                <a:prstGeom prst="rect">
                  <a:avLst/>
                </a:prstGeom>
              </p:spPr>
            </p:pic>
          </mc:Fallback>
        </mc:AlternateContent>
        <p:sp>
          <p:nvSpPr>
            <p:cNvPr id="113" name="Oval 112">
              <a:extLst>
                <a:ext uri="{FF2B5EF4-FFF2-40B4-BE49-F238E27FC236}">
                  <a16:creationId xmlns:a16="http://schemas.microsoft.com/office/drawing/2014/main" id="{4DC438E8-14FD-0575-55F4-987B2B502F00}"/>
                </a:ext>
              </a:extLst>
            </p:cNvPr>
            <p:cNvSpPr/>
            <p:nvPr/>
          </p:nvSpPr>
          <p:spPr>
            <a:xfrm>
              <a:off x="3614458" y="1703767"/>
              <a:ext cx="74613" cy="74234"/>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115" name="Oval 114">
              <a:extLst>
                <a:ext uri="{FF2B5EF4-FFF2-40B4-BE49-F238E27FC236}">
                  <a16:creationId xmlns:a16="http://schemas.microsoft.com/office/drawing/2014/main" id="{178C8932-C5C2-8F04-4976-32AAD3D4C02C}"/>
                </a:ext>
              </a:extLst>
            </p:cNvPr>
            <p:cNvSpPr/>
            <p:nvPr/>
          </p:nvSpPr>
          <p:spPr>
            <a:xfrm>
              <a:off x="3629614" y="1718024"/>
              <a:ext cx="45719" cy="45719"/>
            </a:xfrm>
            <a:prstGeom prst="ellipse">
              <a:avLst/>
            </a:prstGeom>
            <a:no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grpSp>
          <p:nvGrpSpPr>
            <p:cNvPr id="117" name="Group 116">
              <a:extLst>
                <a:ext uri="{FF2B5EF4-FFF2-40B4-BE49-F238E27FC236}">
                  <a16:creationId xmlns:a16="http://schemas.microsoft.com/office/drawing/2014/main" id="{4EDC7296-3257-267A-C999-E011ADE4173C}"/>
                </a:ext>
              </a:extLst>
            </p:cNvPr>
            <p:cNvGrpSpPr/>
            <p:nvPr/>
          </p:nvGrpSpPr>
          <p:grpSpPr>
            <a:xfrm>
              <a:off x="3476018" y="1823415"/>
              <a:ext cx="349450" cy="316657"/>
              <a:chOff x="3476018" y="1823415"/>
              <a:chExt cx="349450" cy="316657"/>
            </a:xfrm>
          </p:grpSpPr>
          <mc:AlternateContent xmlns:mc="http://schemas.openxmlformats.org/markup-compatibility/2006" xmlns:p14="http://schemas.microsoft.com/office/powerpoint/2010/main">
            <mc:Choice Requires="p14">
              <p:contentPart p14:bwMode="auto" r:id="rId16">
                <p14:nvContentPartPr>
                  <p14:cNvPr id="118" name="Ink 117">
                    <a:extLst>
                      <a:ext uri="{FF2B5EF4-FFF2-40B4-BE49-F238E27FC236}">
                        <a16:creationId xmlns:a16="http://schemas.microsoft.com/office/drawing/2014/main" id="{4E9AD872-FDC7-5333-FBFF-81A7672139A1}"/>
                      </a:ext>
                    </a:extLst>
                  </p14:cNvPr>
                  <p14:cNvContentPartPr/>
                  <p14:nvPr/>
                </p14:nvContentPartPr>
                <p14:xfrm>
                  <a:off x="3476018" y="1873095"/>
                  <a:ext cx="45720" cy="30600"/>
                </p14:xfrm>
              </p:contentPart>
            </mc:Choice>
            <mc:Fallback xmlns="">
              <p:pic>
                <p:nvPicPr>
                  <p:cNvPr id="1265" name="Ink 1264">
                    <a:extLst>
                      <a:ext uri="{FF2B5EF4-FFF2-40B4-BE49-F238E27FC236}">
                        <a16:creationId xmlns:a16="http://schemas.microsoft.com/office/drawing/2014/main" id="{F66C41A6-1647-45D6-BC1A-FBEA1F5A5C76}"/>
                      </a:ext>
                    </a:extLst>
                  </p:cNvPr>
                  <p:cNvPicPr/>
                  <p:nvPr/>
                </p:nvPicPr>
                <p:blipFill>
                  <a:blip r:embed="rId17"/>
                  <a:stretch>
                    <a:fillRect/>
                  </a:stretch>
                </p:blipFill>
                <p:spPr>
                  <a:xfrm>
                    <a:off x="3471698" y="1868775"/>
                    <a:ext cx="54360" cy="3924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19" name="Ink 118">
                    <a:extLst>
                      <a:ext uri="{FF2B5EF4-FFF2-40B4-BE49-F238E27FC236}">
                        <a16:creationId xmlns:a16="http://schemas.microsoft.com/office/drawing/2014/main" id="{D8D99A63-1F8C-2AC1-08A6-FF6FF97B7615}"/>
                      </a:ext>
                    </a:extLst>
                  </p14:cNvPr>
                  <p14:cNvContentPartPr/>
                  <p14:nvPr/>
                </p14:nvContentPartPr>
                <p14:xfrm>
                  <a:off x="3494738" y="1823415"/>
                  <a:ext cx="54720" cy="43200"/>
                </p14:xfrm>
              </p:contentPart>
            </mc:Choice>
            <mc:Fallback xmlns="">
              <p:pic>
                <p:nvPicPr>
                  <p:cNvPr id="1266" name="Ink 1265">
                    <a:extLst>
                      <a:ext uri="{FF2B5EF4-FFF2-40B4-BE49-F238E27FC236}">
                        <a16:creationId xmlns:a16="http://schemas.microsoft.com/office/drawing/2014/main" id="{A00FEEE7-3705-450B-AE50-BBDD90B461D3}"/>
                      </a:ext>
                    </a:extLst>
                  </p:cNvPr>
                  <p:cNvPicPr/>
                  <p:nvPr/>
                </p:nvPicPr>
                <p:blipFill>
                  <a:blip r:embed="rId19"/>
                  <a:stretch>
                    <a:fillRect/>
                  </a:stretch>
                </p:blipFill>
                <p:spPr>
                  <a:xfrm>
                    <a:off x="3490418" y="1819095"/>
                    <a:ext cx="63360" cy="5184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20" name="Ink 119">
                    <a:extLst>
                      <a:ext uri="{FF2B5EF4-FFF2-40B4-BE49-F238E27FC236}">
                        <a16:creationId xmlns:a16="http://schemas.microsoft.com/office/drawing/2014/main" id="{9DD9D288-BA8D-B360-2810-F4A7F881AAA1}"/>
                      </a:ext>
                    </a:extLst>
                  </p14:cNvPr>
                  <p14:cNvContentPartPr/>
                  <p14:nvPr/>
                </p14:nvContentPartPr>
                <p14:xfrm>
                  <a:off x="3777338" y="1870215"/>
                  <a:ext cx="44640" cy="36000"/>
                </p14:xfrm>
              </p:contentPart>
            </mc:Choice>
            <mc:Fallback xmlns="">
              <p:pic>
                <p:nvPicPr>
                  <p:cNvPr id="1271" name="Ink 1270">
                    <a:extLst>
                      <a:ext uri="{FF2B5EF4-FFF2-40B4-BE49-F238E27FC236}">
                        <a16:creationId xmlns:a16="http://schemas.microsoft.com/office/drawing/2014/main" id="{192BE73F-CB31-44D8-B4CF-4BC64BF4B794}"/>
                      </a:ext>
                    </a:extLst>
                  </p:cNvPr>
                  <p:cNvPicPr/>
                  <p:nvPr/>
                </p:nvPicPr>
                <p:blipFill>
                  <a:blip r:embed="rId21"/>
                  <a:stretch>
                    <a:fillRect/>
                  </a:stretch>
                </p:blipFill>
                <p:spPr>
                  <a:xfrm>
                    <a:off x="3773018" y="1865895"/>
                    <a:ext cx="53280" cy="4464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21" name="Ink 120">
                    <a:extLst>
                      <a:ext uri="{FF2B5EF4-FFF2-40B4-BE49-F238E27FC236}">
                        <a16:creationId xmlns:a16="http://schemas.microsoft.com/office/drawing/2014/main" id="{4754CB87-75D9-ADB0-AF40-84D0FE79AEFB}"/>
                      </a:ext>
                    </a:extLst>
                  </p14:cNvPr>
                  <p14:cNvContentPartPr/>
                  <p14:nvPr/>
                </p14:nvContentPartPr>
                <p14:xfrm>
                  <a:off x="3757178" y="1831335"/>
                  <a:ext cx="46440" cy="36360"/>
                </p14:xfrm>
              </p:contentPart>
            </mc:Choice>
            <mc:Fallback xmlns="">
              <p:pic>
                <p:nvPicPr>
                  <p:cNvPr id="1272" name="Ink 1271">
                    <a:extLst>
                      <a:ext uri="{FF2B5EF4-FFF2-40B4-BE49-F238E27FC236}">
                        <a16:creationId xmlns:a16="http://schemas.microsoft.com/office/drawing/2014/main" id="{AAD683A3-AE78-4472-9605-449D945E16DD}"/>
                      </a:ext>
                    </a:extLst>
                  </p:cNvPr>
                  <p:cNvPicPr/>
                  <p:nvPr/>
                </p:nvPicPr>
                <p:blipFill>
                  <a:blip r:embed="rId23"/>
                  <a:stretch>
                    <a:fillRect/>
                  </a:stretch>
                </p:blipFill>
                <p:spPr>
                  <a:xfrm>
                    <a:off x="3752858" y="1827015"/>
                    <a:ext cx="55080" cy="4500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22" name="Ink 121">
                    <a:extLst>
                      <a:ext uri="{FF2B5EF4-FFF2-40B4-BE49-F238E27FC236}">
                        <a16:creationId xmlns:a16="http://schemas.microsoft.com/office/drawing/2014/main" id="{DF4E032E-A739-60BB-BA99-1A058ABFCE94}"/>
                      </a:ext>
                    </a:extLst>
                  </p14:cNvPr>
                  <p14:cNvContentPartPr/>
                  <p14:nvPr/>
                </p14:nvContentPartPr>
                <p14:xfrm>
                  <a:off x="3662748" y="1940992"/>
                  <a:ext cx="62640" cy="195120"/>
                </p14:xfrm>
              </p:contentPart>
            </mc:Choice>
            <mc:Fallback xmlns="">
              <p:pic>
                <p:nvPicPr>
                  <p:cNvPr id="1278" name="Ink 1277">
                    <a:extLst>
                      <a:ext uri="{FF2B5EF4-FFF2-40B4-BE49-F238E27FC236}">
                        <a16:creationId xmlns:a16="http://schemas.microsoft.com/office/drawing/2014/main" id="{359A9EEC-B1B4-4203-9F30-C325D9461056}"/>
                      </a:ext>
                    </a:extLst>
                  </p:cNvPr>
                  <p:cNvPicPr/>
                  <p:nvPr/>
                </p:nvPicPr>
                <p:blipFill>
                  <a:blip r:embed="rId25"/>
                  <a:stretch>
                    <a:fillRect/>
                  </a:stretch>
                </p:blipFill>
                <p:spPr>
                  <a:xfrm>
                    <a:off x="3658428" y="1936672"/>
                    <a:ext cx="71280" cy="20376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23" name="Ink 122">
                    <a:extLst>
                      <a:ext uri="{FF2B5EF4-FFF2-40B4-BE49-F238E27FC236}">
                        <a16:creationId xmlns:a16="http://schemas.microsoft.com/office/drawing/2014/main" id="{8EB3CDAC-86AF-B8DB-60AF-570B961BF5D7}"/>
                      </a:ext>
                    </a:extLst>
                  </p14:cNvPr>
                  <p14:cNvContentPartPr/>
                  <p14:nvPr/>
                </p14:nvContentPartPr>
                <p14:xfrm>
                  <a:off x="3672468" y="1931992"/>
                  <a:ext cx="59400" cy="124200"/>
                </p14:xfrm>
              </p:contentPart>
            </mc:Choice>
            <mc:Fallback xmlns="">
              <p:pic>
                <p:nvPicPr>
                  <p:cNvPr id="1279" name="Ink 1278">
                    <a:extLst>
                      <a:ext uri="{FF2B5EF4-FFF2-40B4-BE49-F238E27FC236}">
                        <a16:creationId xmlns:a16="http://schemas.microsoft.com/office/drawing/2014/main" id="{F2A52ED4-452C-465C-9C5D-D340B6C8917D}"/>
                      </a:ext>
                    </a:extLst>
                  </p:cNvPr>
                  <p:cNvPicPr/>
                  <p:nvPr/>
                </p:nvPicPr>
                <p:blipFill>
                  <a:blip r:embed="rId27"/>
                  <a:stretch>
                    <a:fillRect/>
                  </a:stretch>
                </p:blipFill>
                <p:spPr>
                  <a:xfrm>
                    <a:off x="3668148" y="1927672"/>
                    <a:ext cx="68040" cy="13284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24" name="Ink 123">
                    <a:extLst>
                      <a:ext uri="{FF2B5EF4-FFF2-40B4-BE49-F238E27FC236}">
                        <a16:creationId xmlns:a16="http://schemas.microsoft.com/office/drawing/2014/main" id="{AD0CFCDD-1B02-9A93-E1ED-C76245F62B32}"/>
                      </a:ext>
                    </a:extLst>
                  </p14:cNvPr>
                  <p14:cNvContentPartPr/>
                  <p14:nvPr/>
                </p14:nvContentPartPr>
                <p14:xfrm>
                  <a:off x="3577068" y="1930912"/>
                  <a:ext cx="63720" cy="209160"/>
                </p14:xfrm>
              </p:contentPart>
            </mc:Choice>
            <mc:Fallback xmlns="">
              <p:pic>
                <p:nvPicPr>
                  <p:cNvPr id="1281" name="Ink 1280">
                    <a:extLst>
                      <a:ext uri="{FF2B5EF4-FFF2-40B4-BE49-F238E27FC236}">
                        <a16:creationId xmlns:a16="http://schemas.microsoft.com/office/drawing/2014/main" id="{7A75B9B2-65C2-4888-9F0D-8AFD0C44724B}"/>
                      </a:ext>
                    </a:extLst>
                  </p:cNvPr>
                  <p:cNvPicPr/>
                  <p:nvPr/>
                </p:nvPicPr>
                <p:blipFill>
                  <a:blip r:embed="rId29"/>
                  <a:stretch>
                    <a:fillRect/>
                  </a:stretch>
                </p:blipFill>
                <p:spPr>
                  <a:xfrm>
                    <a:off x="3572748" y="1926592"/>
                    <a:ext cx="72360" cy="21780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25" name="Ink 124">
                    <a:extLst>
                      <a:ext uri="{FF2B5EF4-FFF2-40B4-BE49-F238E27FC236}">
                        <a16:creationId xmlns:a16="http://schemas.microsoft.com/office/drawing/2014/main" id="{B4306E9F-6A5E-0A1E-0394-B1B0B76DC638}"/>
                      </a:ext>
                    </a:extLst>
                  </p14:cNvPr>
                  <p14:cNvContentPartPr/>
                  <p14:nvPr/>
                </p14:nvContentPartPr>
                <p14:xfrm>
                  <a:off x="3561228" y="1928752"/>
                  <a:ext cx="60120" cy="129960"/>
                </p14:xfrm>
              </p:contentPart>
            </mc:Choice>
            <mc:Fallback xmlns="">
              <p:pic>
                <p:nvPicPr>
                  <p:cNvPr id="1282" name="Ink 1281">
                    <a:extLst>
                      <a:ext uri="{FF2B5EF4-FFF2-40B4-BE49-F238E27FC236}">
                        <a16:creationId xmlns:a16="http://schemas.microsoft.com/office/drawing/2014/main" id="{A226A604-F8FE-4AEB-BF79-F148DF9286F1}"/>
                      </a:ext>
                    </a:extLst>
                  </p:cNvPr>
                  <p:cNvPicPr/>
                  <p:nvPr/>
                </p:nvPicPr>
                <p:blipFill>
                  <a:blip r:embed="rId31"/>
                  <a:stretch>
                    <a:fillRect/>
                  </a:stretch>
                </p:blipFill>
                <p:spPr>
                  <a:xfrm>
                    <a:off x="3556908" y="1924432"/>
                    <a:ext cx="68760" cy="13860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126" name="Ink 125">
                    <a:extLst>
                      <a:ext uri="{FF2B5EF4-FFF2-40B4-BE49-F238E27FC236}">
                        <a16:creationId xmlns:a16="http://schemas.microsoft.com/office/drawing/2014/main" id="{702F60D6-F9F1-579D-D51D-213D37FDD622}"/>
                      </a:ext>
                    </a:extLst>
                  </p14:cNvPr>
                  <p14:cNvContentPartPr/>
                  <p14:nvPr/>
                </p14:nvContentPartPr>
                <p14:xfrm>
                  <a:off x="3673188" y="2036032"/>
                  <a:ext cx="44280" cy="95040"/>
                </p14:xfrm>
              </p:contentPart>
            </mc:Choice>
            <mc:Fallback xmlns="">
              <p:pic>
                <p:nvPicPr>
                  <p:cNvPr id="1287" name="Ink 1286">
                    <a:extLst>
                      <a:ext uri="{FF2B5EF4-FFF2-40B4-BE49-F238E27FC236}">
                        <a16:creationId xmlns:a16="http://schemas.microsoft.com/office/drawing/2014/main" id="{1B417559-3307-47FB-811C-2A5F7DD68DE3}"/>
                      </a:ext>
                    </a:extLst>
                  </p:cNvPr>
                  <p:cNvPicPr/>
                  <p:nvPr/>
                </p:nvPicPr>
                <p:blipFill>
                  <a:blip r:embed="rId33"/>
                  <a:stretch>
                    <a:fillRect/>
                  </a:stretch>
                </p:blipFill>
                <p:spPr>
                  <a:xfrm>
                    <a:off x="3668868" y="2031712"/>
                    <a:ext cx="52920" cy="10368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127" name="Ink 126">
                    <a:extLst>
                      <a:ext uri="{FF2B5EF4-FFF2-40B4-BE49-F238E27FC236}">
                        <a16:creationId xmlns:a16="http://schemas.microsoft.com/office/drawing/2014/main" id="{A9A00CE3-37A0-FF72-4235-4AA8666BD43E}"/>
                      </a:ext>
                    </a:extLst>
                  </p14:cNvPr>
                  <p14:cNvContentPartPr/>
                  <p14:nvPr/>
                </p14:nvContentPartPr>
                <p14:xfrm>
                  <a:off x="3572028" y="1936312"/>
                  <a:ext cx="67320" cy="200520"/>
                </p14:xfrm>
              </p:contentPart>
            </mc:Choice>
            <mc:Fallback xmlns="">
              <p:pic>
                <p:nvPicPr>
                  <p:cNvPr id="1294" name="Ink 1293">
                    <a:extLst>
                      <a:ext uri="{FF2B5EF4-FFF2-40B4-BE49-F238E27FC236}">
                        <a16:creationId xmlns:a16="http://schemas.microsoft.com/office/drawing/2014/main" id="{C447843E-3350-4309-8303-7118A011FD54}"/>
                      </a:ext>
                    </a:extLst>
                  </p:cNvPr>
                  <p:cNvPicPr/>
                  <p:nvPr/>
                </p:nvPicPr>
                <p:blipFill>
                  <a:blip r:embed="rId35"/>
                  <a:stretch>
                    <a:fillRect/>
                  </a:stretch>
                </p:blipFill>
                <p:spPr>
                  <a:xfrm>
                    <a:off x="3567708" y="1931992"/>
                    <a:ext cx="75960" cy="20916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1024" name="Ink 1023">
                    <a:extLst>
                      <a:ext uri="{FF2B5EF4-FFF2-40B4-BE49-F238E27FC236}">
                        <a16:creationId xmlns:a16="http://schemas.microsoft.com/office/drawing/2014/main" id="{D1C4AF67-0DC4-053C-6CFD-21F3F786F8ED}"/>
                      </a:ext>
                    </a:extLst>
                  </p14:cNvPr>
                  <p14:cNvContentPartPr/>
                  <p14:nvPr/>
                </p14:nvContentPartPr>
                <p14:xfrm>
                  <a:off x="3725748" y="2038912"/>
                  <a:ext cx="5400" cy="39960"/>
                </p14:xfrm>
              </p:contentPart>
            </mc:Choice>
            <mc:Fallback xmlns="">
              <p:pic>
                <p:nvPicPr>
                  <p:cNvPr id="1301" name="Ink 1300">
                    <a:extLst>
                      <a:ext uri="{FF2B5EF4-FFF2-40B4-BE49-F238E27FC236}">
                        <a16:creationId xmlns:a16="http://schemas.microsoft.com/office/drawing/2014/main" id="{57778227-E433-4F1A-839F-38968EA303F0}"/>
                      </a:ext>
                    </a:extLst>
                  </p:cNvPr>
                  <p:cNvPicPr/>
                  <p:nvPr/>
                </p:nvPicPr>
                <p:blipFill>
                  <a:blip r:embed="rId37"/>
                  <a:stretch>
                    <a:fillRect/>
                  </a:stretch>
                </p:blipFill>
                <p:spPr>
                  <a:xfrm>
                    <a:off x="3721428" y="2034592"/>
                    <a:ext cx="14040" cy="4860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1025" name="Ink 1024">
                    <a:extLst>
                      <a:ext uri="{FF2B5EF4-FFF2-40B4-BE49-F238E27FC236}">
                        <a16:creationId xmlns:a16="http://schemas.microsoft.com/office/drawing/2014/main" id="{518706C7-8212-1697-F485-0D88C5BC5C33}"/>
                      </a:ext>
                    </a:extLst>
                  </p14:cNvPr>
                  <p14:cNvContentPartPr/>
                  <p14:nvPr/>
                </p14:nvContentPartPr>
                <p14:xfrm>
                  <a:off x="3726828" y="2015512"/>
                  <a:ext cx="6840" cy="60840"/>
                </p14:xfrm>
              </p:contentPart>
            </mc:Choice>
            <mc:Fallback xmlns="">
              <p:pic>
                <p:nvPicPr>
                  <p:cNvPr id="1305" name="Ink 1304">
                    <a:extLst>
                      <a:ext uri="{FF2B5EF4-FFF2-40B4-BE49-F238E27FC236}">
                        <a16:creationId xmlns:a16="http://schemas.microsoft.com/office/drawing/2014/main" id="{2950FDCE-9B9C-4A5C-A584-5AAE4A4B2805}"/>
                      </a:ext>
                    </a:extLst>
                  </p:cNvPr>
                  <p:cNvPicPr/>
                  <p:nvPr/>
                </p:nvPicPr>
                <p:blipFill>
                  <a:blip r:embed="rId39"/>
                  <a:stretch>
                    <a:fillRect/>
                  </a:stretch>
                </p:blipFill>
                <p:spPr>
                  <a:xfrm>
                    <a:off x="3722508" y="2011192"/>
                    <a:ext cx="15480" cy="6948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1027" name="Ink 1026">
                    <a:extLst>
                      <a:ext uri="{FF2B5EF4-FFF2-40B4-BE49-F238E27FC236}">
                        <a16:creationId xmlns:a16="http://schemas.microsoft.com/office/drawing/2014/main" id="{346651BA-9382-412E-4AA9-A6138C26ED2E}"/>
                      </a:ext>
                    </a:extLst>
                  </p14:cNvPr>
                  <p14:cNvContentPartPr/>
                  <p14:nvPr/>
                </p14:nvContentPartPr>
                <p14:xfrm>
                  <a:off x="3557988" y="1939192"/>
                  <a:ext cx="63360" cy="114480"/>
                </p14:xfrm>
              </p:contentPart>
            </mc:Choice>
            <mc:Fallback xmlns="">
              <p:pic>
                <p:nvPicPr>
                  <p:cNvPr id="1370" name="Ink 1369">
                    <a:extLst>
                      <a:ext uri="{FF2B5EF4-FFF2-40B4-BE49-F238E27FC236}">
                        <a16:creationId xmlns:a16="http://schemas.microsoft.com/office/drawing/2014/main" id="{18251AAA-7D0D-4F7E-9AAB-54D6103F37B1}"/>
                      </a:ext>
                    </a:extLst>
                  </p:cNvPr>
                  <p:cNvPicPr/>
                  <p:nvPr/>
                </p:nvPicPr>
                <p:blipFill>
                  <a:blip r:embed="rId41"/>
                  <a:stretch>
                    <a:fillRect/>
                  </a:stretch>
                </p:blipFill>
                <p:spPr>
                  <a:xfrm>
                    <a:off x="3553668" y="1934872"/>
                    <a:ext cx="72000" cy="12312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1029" name="Ink 1028">
                    <a:extLst>
                      <a:ext uri="{FF2B5EF4-FFF2-40B4-BE49-F238E27FC236}">
                        <a16:creationId xmlns:a16="http://schemas.microsoft.com/office/drawing/2014/main" id="{5C384D38-0026-A893-8AB4-F5AC062644E3}"/>
                      </a:ext>
                    </a:extLst>
                  </p14:cNvPr>
                  <p14:cNvContentPartPr/>
                  <p14:nvPr/>
                </p14:nvContentPartPr>
                <p14:xfrm>
                  <a:off x="3801708" y="1867192"/>
                  <a:ext cx="23760" cy="45360"/>
                </p14:xfrm>
              </p:contentPart>
            </mc:Choice>
            <mc:Fallback xmlns="">
              <p:pic>
                <p:nvPicPr>
                  <p:cNvPr id="1384" name="Ink 1383">
                    <a:extLst>
                      <a:ext uri="{FF2B5EF4-FFF2-40B4-BE49-F238E27FC236}">
                        <a16:creationId xmlns:a16="http://schemas.microsoft.com/office/drawing/2014/main" id="{3CBE62B1-234C-40F7-B41F-DA8B7FCB0E56}"/>
                      </a:ext>
                    </a:extLst>
                  </p:cNvPr>
                  <p:cNvPicPr/>
                  <p:nvPr/>
                </p:nvPicPr>
                <p:blipFill>
                  <a:blip r:embed="rId43"/>
                  <a:stretch>
                    <a:fillRect/>
                  </a:stretch>
                </p:blipFill>
                <p:spPr>
                  <a:xfrm>
                    <a:off x="3797388" y="1862872"/>
                    <a:ext cx="32400" cy="54000"/>
                  </a:xfrm>
                  <a:prstGeom prst="rect">
                    <a:avLst/>
                  </a:prstGeom>
                </p:spPr>
              </p:pic>
            </mc:Fallback>
          </mc:AlternateContent>
        </p:grpSp>
      </p:grpSp>
      <p:grpSp>
        <p:nvGrpSpPr>
          <p:cNvPr id="1030" name="Group 1029">
            <a:extLst>
              <a:ext uri="{FF2B5EF4-FFF2-40B4-BE49-F238E27FC236}">
                <a16:creationId xmlns:a16="http://schemas.microsoft.com/office/drawing/2014/main" id="{865B0074-6806-6A6D-C291-FC473BDB91FC}"/>
              </a:ext>
            </a:extLst>
          </p:cNvPr>
          <p:cNvGrpSpPr/>
          <p:nvPr/>
        </p:nvGrpSpPr>
        <p:grpSpPr>
          <a:xfrm rot="8392289" flipH="1" flipV="1">
            <a:off x="11461828" y="3385834"/>
            <a:ext cx="573011" cy="776398"/>
            <a:chOff x="3476018" y="1655769"/>
            <a:chExt cx="349450" cy="484303"/>
          </a:xfrm>
        </p:grpSpPr>
        <p:sp>
          <p:nvSpPr>
            <p:cNvPr id="1031" name="Flowchart: Delay 1030">
              <a:extLst>
                <a:ext uri="{FF2B5EF4-FFF2-40B4-BE49-F238E27FC236}">
                  <a16:creationId xmlns:a16="http://schemas.microsoft.com/office/drawing/2014/main" id="{FD8B4F77-32D8-F306-A77E-F63D5A5CC34B}"/>
                </a:ext>
              </a:extLst>
            </p:cNvPr>
            <p:cNvSpPr/>
            <p:nvPr/>
          </p:nvSpPr>
          <p:spPr>
            <a:xfrm rot="16200000">
              <a:off x="3518739" y="1694930"/>
              <a:ext cx="273165" cy="194844"/>
            </a:xfrm>
            <a:prstGeom prst="flowChartDelay">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mc:AlternateContent xmlns:mc="http://schemas.openxmlformats.org/markup-compatibility/2006" xmlns:p14="http://schemas.microsoft.com/office/powerpoint/2010/main">
          <mc:Choice Requires="p14">
            <p:contentPart p14:bwMode="auto" r:id="rId44">
              <p14:nvContentPartPr>
                <p14:cNvPr id="1032" name="Ink 1031">
                  <a:extLst>
                    <a:ext uri="{FF2B5EF4-FFF2-40B4-BE49-F238E27FC236}">
                      <a16:creationId xmlns:a16="http://schemas.microsoft.com/office/drawing/2014/main" id="{BA395FD0-6F4E-1707-5CFA-23EA13ED95BC}"/>
                    </a:ext>
                  </a:extLst>
                </p14:cNvPr>
                <p14:cNvContentPartPr/>
                <p14:nvPr/>
              </p14:nvContentPartPr>
              <p14:xfrm>
                <a:off x="3563025" y="1801595"/>
                <a:ext cx="177480" cy="94680"/>
              </p14:xfrm>
            </p:contentPart>
          </mc:Choice>
          <mc:Fallback xmlns="">
            <p:pic>
              <p:nvPicPr>
                <p:cNvPr id="1264" name="Ink 1263">
                  <a:extLst>
                    <a:ext uri="{FF2B5EF4-FFF2-40B4-BE49-F238E27FC236}">
                      <a16:creationId xmlns:a16="http://schemas.microsoft.com/office/drawing/2014/main" id="{60297DF2-3A12-43CF-9DFE-4BF44F9F9C46}"/>
                    </a:ext>
                  </a:extLst>
                </p:cNvPr>
                <p:cNvPicPr/>
                <p:nvPr/>
              </p:nvPicPr>
              <p:blipFill>
                <a:blip r:embed="rId13"/>
                <a:stretch>
                  <a:fillRect/>
                </a:stretch>
              </p:blipFill>
              <p:spPr>
                <a:xfrm>
                  <a:off x="3558705" y="1797275"/>
                  <a:ext cx="186120" cy="10332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1033" name="Ink 1032">
                  <a:extLst>
                    <a:ext uri="{FF2B5EF4-FFF2-40B4-BE49-F238E27FC236}">
                      <a16:creationId xmlns:a16="http://schemas.microsoft.com/office/drawing/2014/main" id="{98289187-BE27-3E96-2FD5-85326762C177}"/>
                    </a:ext>
                  </a:extLst>
                </p14:cNvPr>
                <p14:cNvContentPartPr/>
                <p14:nvPr/>
              </p14:nvContentPartPr>
              <p14:xfrm>
                <a:off x="3703200" y="1798268"/>
                <a:ext cx="52920" cy="8280"/>
              </p14:xfrm>
            </p:contentPart>
          </mc:Choice>
          <mc:Fallback xmlns="">
            <p:pic>
              <p:nvPicPr>
                <p:cNvPr id="1275" name="Ink 1274">
                  <a:extLst>
                    <a:ext uri="{FF2B5EF4-FFF2-40B4-BE49-F238E27FC236}">
                      <a16:creationId xmlns:a16="http://schemas.microsoft.com/office/drawing/2014/main" id="{7A7E6207-5D59-4BFC-A67C-DAF5BD9EBD00}"/>
                    </a:ext>
                  </a:extLst>
                </p:cNvPr>
                <p:cNvPicPr/>
                <p:nvPr/>
              </p:nvPicPr>
              <p:blipFill>
                <a:blip r:embed="rId15"/>
                <a:stretch>
                  <a:fillRect/>
                </a:stretch>
              </p:blipFill>
              <p:spPr>
                <a:xfrm>
                  <a:off x="3698880" y="1793948"/>
                  <a:ext cx="61560" cy="16920"/>
                </a:xfrm>
                <a:prstGeom prst="rect">
                  <a:avLst/>
                </a:prstGeom>
              </p:spPr>
            </p:pic>
          </mc:Fallback>
        </mc:AlternateContent>
        <p:sp>
          <p:nvSpPr>
            <p:cNvPr id="1034" name="Oval 1033">
              <a:extLst>
                <a:ext uri="{FF2B5EF4-FFF2-40B4-BE49-F238E27FC236}">
                  <a16:creationId xmlns:a16="http://schemas.microsoft.com/office/drawing/2014/main" id="{0B29D905-84FA-5B93-327B-5923CDC1A749}"/>
                </a:ext>
              </a:extLst>
            </p:cNvPr>
            <p:cNvSpPr/>
            <p:nvPr/>
          </p:nvSpPr>
          <p:spPr>
            <a:xfrm>
              <a:off x="3614458" y="1703767"/>
              <a:ext cx="74613" cy="74234"/>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1035" name="Oval 1034">
              <a:extLst>
                <a:ext uri="{FF2B5EF4-FFF2-40B4-BE49-F238E27FC236}">
                  <a16:creationId xmlns:a16="http://schemas.microsoft.com/office/drawing/2014/main" id="{F9B69585-5BDE-91D1-4C6C-06FA360D2402}"/>
                </a:ext>
              </a:extLst>
            </p:cNvPr>
            <p:cNvSpPr/>
            <p:nvPr/>
          </p:nvSpPr>
          <p:spPr>
            <a:xfrm>
              <a:off x="3629614" y="1718024"/>
              <a:ext cx="45719" cy="45719"/>
            </a:xfrm>
            <a:prstGeom prst="ellipse">
              <a:avLst/>
            </a:prstGeom>
            <a:no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grpSp>
          <p:nvGrpSpPr>
            <p:cNvPr id="1036" name="Group 1035">
              <a:extLst>
                <a:ext uri="{FF2B5EF4-FFF2-40B4-BE49-F238E27FC236}">
                  <a16:creationId xmlns:a16="http://schemas.microsoft.com/office/drawing/2014/main" id="{C02ACF05-C1B5-C1CA-3B05-E2CCE9A8DDCE}"/>
                </a:ext>
              </a:extLst>
            </p:cNvPr>
            <p:cNvGrpSpPr/>
            <p:nvPr/>
          </p:nvGrpSpPr>
          <p:grpSpPr>
            <a:xfrm>
              <a:off x="3476018" y="1823415"/>
              <a:ext cx="349450" cy="316657"/>
              <a:chOff x="3476018" y="1823415"/>
              <a:chExt cx="349450" cy="316657"/>
            </a:xfrm>
          </p:grpSpPr>
          <mc:AlternateContent xmlns:mc="http://schemas.openxmlformats.org/markup-compatibility/2006" xmlns:p14="http://schemas.microsoft.com/office/powerpoint/2010/main">
            <mc:Choice Requires="p14">
              <p:contentPart p14:bwMode="auto" r:id="rId46">
                <p14:nvContentPartPr>
                  <p14:cNvPr id="1037" name="Ink 1036">
                    <a:extLst>
                      <a:ext uri="{FF2B5EF4-FFF2-40B4-BE49-F238E27FC236}">
                        <a16:creationId xmlns:a16="http://schemas.microsoft.com/office/drawing/2014/main" id="{34FB37A3-6743-23B9-E9D6-849ECE7D65FB}"/>
                      </a:ext>
                    </a:extLst>
                  </p14:cNvPr>
                  <p14:cNvContentPartPr/>
                  <p14:nvPr/>
                </p14:nvContentPartPr>
                <p14:xfrm>
                  <a:off x="3476018" y="1873095"/>
                  <a:ext cx="45720" cy="30600"/>
                </p14:xfrm>
              </p:contentPart>
            </mc:Choice>
            <mc:Fallback xmlns="">
              <p:pic>
                <p:nvPicPr>
                  <p:cNvPr id="1265" name="Ink 1264">
                    <a:extLst>
                      <a:ext uri="{FF2B5EF4-FFF2-40B4-BE49-F238E27FC236}">
                        <a16:creationId xmlns:a16="http://schemas.microsoft.com/office/drawing/2014/main" id="{F66C41A6-1647-45D6-BC1A-FBEA1F5A5C76}"/>
                      </a:ext>
                    </a:extLst>
                  </p:cNvPr>
                  <p:cNvPicPr/>
                  <p:nvPr/>
                </p:nvPicPr>
                <p:blipFill>
                  <a:blip r:embed="rId17"/>
                  <a:stretch>
                    <a:fillRect/>
                  </a:stretch>
                </p:blipFill>
                <p:spPr>
                  <a:xfrm>
                    <a:off x="3471698" y="1868775"/>
                    <a:ext cx="54360" cy="3924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1038" name="Ink 1037">
                    <a:extLst>
                      <a:ext uri="{FF2B5EF4-FFF2-40B4-BE49-F238E27FC236}">
                        <a16:creationId xmlns:a16="http://schemas.microsoft.com/office/drawing/2014/main" id="{56C21B58-5217-32C9-D754-B4F145469DD9}"/>
                      </a:ext>
                    </a:extLst>
                  </p14:cNvPr>
                  <p14:cNvContentPartPr/>
                  <p14:nvPr/>
                </p14:nvContentPartPr>
                <p14:xfrm>
                  <a:off x="3494738" y="1823415"/>
                  <a:ext cx="54720" cy="43200"/>
                </p14:xfrm>
              </p:contentPart>
            </mc:Choice>
            <mc:Fallback xmlns="">
              <p:pic>
                <p:nvPicPr>
                  <p:cNvPr id="1266" name="Ink 1265">
                    <a:extLst>
                      <a:ext uri="{FF2B5EF4-FFF2-40B4-BE49-F238E27FC236}">
                        <a16:creationId xmlns:a16="http://schemas.microsoft.com/office/drawing/2014/main" id="{A00FEEE7-3705-450B-AE50-BBDD90B461D3}"/>
                      </a:ext>
                    </a:extLst>
                  </p:cNvPr>
                  <p:cNvPicPr/>
                  <p:nvPr/>
                </p:nvPicPr>
                <p:blipFill>
                  <a:blip r:embed="rId19"/>
                  <a:stretch>
                    <a:fillRect/>
                  </a:stretch>
                </p:blipFill>
                <p:spPr>
                  <a:xfrm>
                    <a:off x="3490418" y="1819095"/>
                    <a:ext cx="63360" cy="5184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1039" name="Ink 1038">
                    <a:extLst>
                      <a:ext uri="{FF2B5EF4-FFF2-40B4-BE49-F238E27FC236}">
                        <a16:creationId xmlns:a16="http://schemas.microsoft.com/office/drawing/2014/main" id="{9B04EA39-F8B6-E0EB-8981-C9CE6C90EFF5}"/>
                      </a:ext>
                    </a:extLst>
                  </p14:cNvPr>
                  <p14:cNvContentPartPr/>
                  <p14:nvPr/>
                </p14:nvContentPartPr>
                <p14:xfrm>
                  <a:off x="3777338" y="1870215"/>
                  <a:ext cx="44640" cy="36000"/>
                </p14:xfrm>
              </p:contentPart>
            </mc:Choice>
            <mc:Fallback xmlns="">
              <p:pic>
                <p:nvPicPr>
                  <p:cNvPr id="1271" name="Ink 1270">
                    <a:extLst>
                      <a:ext uri="{FF2B5EF4-FFF2-40B4-BE49-F238E27FC236}">
                        <a16:creationId xmlns:a16="http://schemas.microsoft.com/office/drawing/2014/main" id="{192BE73F-CB31-44D8-B4CF-4BC64BF4B794}"/>
                      </a:ext>
                    </a:extLst>
                  </p:cNvPr>
                  <p:cNvPicPr/>
                  <p:nvPr/>
                </p:nvPicPr>
                <p:blipFill>
                  <a:blip r:embed="rId21"/>
                  <a:stretch>
                    <a:fillRect/>
                  </a:stretch>
                </p:blipFill>
                <p:spPr>
                  <a:xfrm>
                    <a:off x="3773018" y="1865895"/>
                    <a:ext cx="53280" cy="4464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1040" name="Ink 1039">
                    <a:extLst>
                      <a:ext uri="{FF2B5EF4-FFF2-40B4-BE49-F238E27FC236}">
                        <a16:creationId xmlns:a16="http://schemas.microsoft.com/office/drawing/2014/main" id="{312261C7-9E30-7699-CC54-40DB15BCD8CA}"/>
                      </a:ext>
                    </a:extLst>
                  </p14:cNvPr>
                  <p14:cNvContentPartPr/>
                  <p14:nvPr/>
                </p14:nvContentPartPr>
                <p14:xfrm>
                  <a:off x="3757178" y="1831335"/>
                  <a:ext cx="46440" cy="36360"/>
                </p14:xfrm>
              </p:contentPart>
            </mc:Choice>
            <mc:Fallback xmlns="">
              <p:pic>
                <p:nvPicPr>
                  <p:cNvPr id="1272" name="Ink 1271">
                    <a:extLst>
                      <a:ext uri="{FF2B5EF4-FFF2-40B4-BE49-F238E27FC236}">
                        <a16:creationId xmlns:a16="http://schemas.microsoft.com/office/drawing/2014/main" id="{AAD683A3-AE78-4472-9605-449D945E16DD}"/>
                      </a:ext>
                    </a:extLst>
                  </p:cNvPr>
                  <p:cNvPicPr/>
                  <p:nvPr/>
                </p:nvPicPr>
                <p:blipFill>
                  <a:blip r:embed="rId23"/>
                  <a:stretch>
                    <a:fillRect/>
                  </a:stretch>
                </p:blipFill>
                <p:spPr>
                  <a:xfrm>
                    <a:off x="3752858" y="1827015"/>
                    <a:ext cx="55080" cy="4500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1041" name="Ink 1040">
                    <a:extLst>
                      <a:ext uri="{FF2B5EF4-FFF2-40B4-BE49-F238E27FC236}">
                        <a16:creationId xmlns:a16="http://schemas.microsoft.com/office/drawing/2014/main" id="{808CF631-56CD-ECBA-75CA-B30BB0D2C103}"/>
                      </a:ext>
                    </a:extLst>
                  </p14:cNvPr>
                  <p14:cNvContentPartPr/>
                  <p14:nvPr/>
                </p14:nvContentPartPr>
                <p14:xfrm>
                  <a:off x="3662748" y="1940992"/>
                  <a:ext cx="62640" cy="195120"/>
                </p14:xfrm>
              </p:contentPart>
            </mc:Choice>
            <mc:Fallback xmlns="">
              <p:pic>
                <p:nvPicPr>
                  <p:cNvPr id="1278" name="Ink 1277">
                    <a:extLst>
                      <a:ext uri="{FF2B5EF4-FFF2-40B4-BE49-F238E27FC236}">
                        <a16:creationId xmlns:a16="http://schemas.microsoft.com/office/drawing/2014/main" id="{359A9EEC-B1B4-4203-9F30-C325D9461056}"/>
                      </a:ext>
                    </a:extLst>
                  </p:cNvPr>
                  <p:cNvPicPr/>
                  <p:nvPr/>
                </p:nvPicPr>
                <p:blipFill>
                  <a:blip r:embed="rId25"/>
                  <a:stretch>
                    <a:fillRect/>
                  </a:stretch>
                </p:blipFill>
                <p:spPr>
                  <a:xfrm>
                    <a:off x="3658428" y="1936672"/>
                    <a:ext cx="71280" cy="20376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1042" name="Ink 1041">
                    <a:extLst>
                      <a:ext uri="{FF2B5EF4-FFF2-40B4-BE49-F238E27FC236}">
                        <a16:creationId xmlns:a16="http://schemas.microsoft.com/office/drawing/2014/main" id="{962132B4-35DE-90D9-AA02-60F5DB9D5A82}"/>
                      </a:ext>
                    </a:extLst>
                  </p14:cNvPr>
                  <p14:cNvContentPartPr/>
                  <p14:nvPr/>
                </p14:nvContentPartPr>
                <p14:xfrm>
                  <a:off x="3672468" y="1931992"/>
                  <a:ext cx="59400" cy="124200"/>
                </p14:xfrm>
              </p:contentPart>
            </mc:Choice>
            <mc:Fallback xmlns="">
              <p:pic>
                <p:nvPicPr>
                  <p:cNvPr id="1279" name="Ink 1278">
                    <a:extLst>
                      <a:ext uri="{FF2B5EF4-FFF2-40B4-BE49-F238E27FC236}">
                        <a16:creationId xmlns:a16="http://schemas.microsoft.com/office/drawing/2014/main" id="{F2A52ED4-452C-465C-9C5D-D340B6C8917D}"/>
                      </a:ext>
                    </a:extLst>
                  </p:cNvPr>
                  <p:cNvPicPr/>
                  <p:nvPr/>
                </p:nvPicPr>
                <p:blipFill>
                  <a:blip r:embed="rId27"/>
                  <a:stretch>
                    <a:fillRect/>
                  </a:stretch>
                </p:blipFill>
                <p:spPr>
                  <a:xfrm>
                    <a:off x="3668148" y="1927672"/>
                    <a:ext cx="68040" cy="13284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1043" name="Ink 1042">
                    <a:extLst>
                      <a:ext uri="{FF2B5EF4-FFF2-40B4-BE49-F238E27FC236}">
                        <a16:creationId xmlns:a16="http://schemas.microsoft.com/office/drawing/2014/main" id="{A44658B8-A6EA-5EC9-B3E7-340383A915F2}"/>
                      </a:ext>
                    </a:extLst>
                  </p14:cNvPr>
                  <p14:cNvContentPartPr/>
                  <p14:nvPr/>
                </p14:nvContentPartPr>
                <p14:xfrm>
                  <a:off x="3577068" y="1930912"/>
                  <a:ext cx="63720" cy="209160"/>
                </p14:xfrm>
              </p:contentPart>
            </mc:Choice>
            <mc:Fallback xmlns="">
              <p:pic>
                <p:nvPicPr>
                  <p:cNvPr id="1281" name="Ink 1280">
                    <a:extLst>
                      <a:ext uri="{FF2B5EF4-FFF2-40B4-BE49-F238E27FC236}">
                        <a16:creationId xmlns:a16="http://schemas.microsoft.com/office/drawing/2014/main" id="{7A75B9B2-65C2-4888-9F0D-8AFD0C44724B}"/>
                      </a:ext>
                    </a:extLst>
                  </p:cNvPr>
                  <p:cNvPicPr/>
                  <p:nvPr/>
                </p:nvPicPr>
                <p:blipFill>
                  <a:blip r:embed="rId29"/>
                  <a:stretch>
                    <a:fillRect/>
                  </a:stretch>
                </p:blipFill>
                <p:spPr>
                  <a:xfrm>
                    <a:off x="3572748" y="1926592"/>
                    <a:ext cx="72360" cy="21780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1044" name="Ink 1043">
                    <a:extLst>
                      <a:ext uri="{FF2B5EF4-FFF2-40B4-BE49-F238E27FC236}">
                        <a16:creationId xmlns:a16="http://schemas.microsoft.com/office/drawing/2014/main" id="{86A2515A-C0EF-79F3-1578-6A64909DEF71}"/>
                      </a:ext>
                    </a:extLst>
                  </p14:cNvPr>
                  <p14:cNvContentPartPr/>
                  <p14:nvPr/>
                </p14:nvContentPartPr>
                <p14:xfrm>
                  <a:off x="3561228" y="1928752"/>
                  <a:ext cx="60120" cy="129960"/>
                </p14:xfrm>
              </p:contentPart>
            </mc:Choice>
            <mc:Fallback xmlns="">
              <p:pic>
                <p:nvPicPr>
                  <p:cNvPr id="1282" name="Ink 1281">
                    <a:extLst>
                      <a:ext uri="{FF2B5EF4-FFF2-40B4-BE49-F238E27FC236}">
                        <a16:creationId xmlns:a16="http://schemas.microsoft.com/office/drawing/2014/main" id="{A226A604-F8FE-4AEB-BF79-F148DF9286F1}"/>
                      </a:ext>
                    </a:extLst>
                  </p:cNvPr>
                  <p:cNvPicPr/>
                  <p:nvPr/>
                </p:nvPicPr>
                <p:blipFill>
                  <a:blip r:embed="rId31"/>
                  <a:stretch>
                    <a:fillRect/>
                  </a:stretch>
                </p:blipFill>
                <p:spPr>
                  <a:xfrm>
                    <a:off x="3556908" y="1924432"/>
                    <a:ext cx="68760" cy="13860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1045" name="Ink 1044">
                    <a:extLst>
                      <a:ext uri="{FF2B5EF4-FFF2-40B4-BE49-F238E27FC236}">
                        <a16:creationId xmlns:a16="http://schemas.microsoft.com/office/drawing/2014/main" id="{F0BEE3C2-339D-11D9-6902-36953194DF1A}"/>
                      </a:ext>
                    </a:extLst>
                  </p14:cNvPr>
                  <p14:cNvContentPartPr/>
                  <p14:nvPr/>
                </p14:nvContentPartPr>
                <p14:xfrm>
                  <a:off x="3673188" y="2036032"/>
                  <a:ext cx="44280" cy="95040"/>
                </p14:xfrm>
              </p:contentPart>
            </mc:Choice>
            <mc:Fallback xmlns="">
              <p:pic>
                <p:nvPicPr>
                  <p:cNvPr id="1287" name="Ink 1286">
                    <a:extLst>
                      <a:ext uri="{FF2B5EF4-FFF2-40B4-BE49-F238E27FC236}">
                        <a16:creationId xmlns:a16="http://schemas.microsoft.com/office/drawing/2014/main" id="{1B417559-3307-47FB-811C-2A5F7DD68DE3}"/>
                      </a:ext>
                    </a:extLst>
                  </p:cNvPr>
                  <p:cNvPicPr/>
                  <p:nvPr/>
                </p:nvPicPr>
                <p:blipFill>
                  <a:blip r:embed="rId33"/>
                  <a:stretch>
                    <a:fillRect/>
                  </a:stretch>
                </p:blipFill>
                <p:spPr>
                  <a:xfrm>
                    <a:off x="3668868" y="2031712"/>
                    <a:ext cx="52920" cy="10368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1046" name="Ink 1045">
                    <a:extLst>
                      <a:ext uri="{FF2B5EF4-FFF2-40B4-BE49-F238E27FC236}">
                        <a16:creationId xmlns:a16="http://schemas.microsoft.com/office/drawing/2014/main" id="{3A72D923-70AD-7B50-2BAE-D086C1D9DE76}"/>
                      </a:ext>
                    </a:extLst>
                  </p14:cNvPr>
                  <p14:cNvContentPartPr/>
                  <p14:nvPr/>
                </p14:nvContentPartPr>
                <p14:xfrm>
                  <a:off x="3572028" y="1936312"/>
                  <a:ext cx="67320" cy="200520"/>
                </p14:xfrm>
              </p:contentPart>
            </mc:Choice>
            <mc:Fallback xmlns="">
              <p:pic>
                <p:nvPicPr>
                  <p:cNvPr id="1294" name="Ink 1293">
                    <a:extLst>
                      <a:ext uri="{FF2B5EF4-FFF2-40B4-BE49-F238E27FC236}">
                        <a16:creationId xmlns:a16="http://schemas.microsoft.com/office/drawing/2014/main" id="{C447843E-3350-4309-8303-7118A011FD54}"/>
                      </a:ext>
                    </a:extLst>
                  </p:cNvPr>
                  <p:cNvPicPr/>
                  <p:nvPr/>
                </p:nvPicPr>
                <p:blipFill>
                  <a:blip r:embed="rId35"/>
                  <a:stretch>
                    <a:fillRect/>
                  </a:stretch>
                </p:blipFill>
                <p:spPr>
                  <a:xfrm>
                    <a:off x="3567708" y="1931992"/>
                    <a:ext cx="75960" cy="20916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1047" name="Ink 1046">
                    <a:extLst>
                      <a:ext uri="{FF2B5EF4-FFF2-40B4-BE49-F238E27FC236}">
                        <a16:creationId xmlns:a16="http://schemas.microsoft.com/office/drawing/2014/main" id="{5964466D-BD81-952E-C2D9-C0B58215BDAC}"/>
                      </a:ext>
                    </a:extLst>
                  </p14:cNvPr>
                  <p14:cNvContentPartPr/>
                  <p14:nvPr/>
                </p14:nvContentPartPr>
                <p14:xfrm>
                  <a:off x="3725748" y="2038912"/>
                  <a:ext cx="5400" cy="39960"/>
                </p14:xfrm>
              </p:contentPart>
            </mc:Choice>
            <mc:Fallback xmlns="">
              <p:pic>
                <p:nvPicPr>
                  <p:cNvPr id="1301" name="Ink 1300">
                    <a:extLst>
                      <a:ext uri="{FF2B5EF4-FFF2-40B4-BE49-F238E27FC236}">
                        <a16:creationId xmlns:a16="http://schemas.microsoft.com/office/drawing/2014/main" id="{57778227-E433-4F1A-839F-38968EA303F0}"/>
                      </a:ext>
                    </a:extLst>
                  </p:cNvPr>
                  <p:cNvPicPr/>
                  <p:nvPr/>
                </p:nvPicPr>
                <p:blipFill>
                  <a:blip r:embed="rId37"/>
                  <a:stretch>
                    <a:fillRect/>
                  </a:stretch>
                </p:blipFill>
                <p:spPr>
                  <a:xfrm>
                    <a:off x="3721428" y="2034592"/>
                    <a:ext cx="14040" cy="4860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1048" name="Ink 1047">
                    <a:extLst>
                      <a:ext uri="{FF2B5EF4-FFF2-40B4-BE49-F238E27FC236}">
                        <a16:creationId xmlns:a16="http://schemas.microsoft.com/office/drawing/2014/main" id="{93B4312C-6A17-2C10-1FC6-74514CCAF237}"/>
                      </a:ext>
                    </a:extLst>
                  </p14:cNvPr>
                  <p14:cNvContentPartPr/>
                  <p14:nvPr/>
                </p14:nvContentPartPr>
                <p14:xfrm>
                  <a:off x="3726828" y="2015512"/>
                  <a:ext cx="6840" cy="60840"/>
                </p14:xfrm>
              </p:contentPart>
            </mc:Choice>
            <mc:Fallback xmlns="">
              <p:pic>
                <p:nvPicPr>
                  <p:cNvPr id="1305" name="Ink 1304">
                    <a:extLst>
                      <a:ext uri="{FF2B5EF4-FFF2-40B4-BE49-F238E27FC236}">
                        <a16:creationId xmlns:a16="http://schemas.microsoft.com/office/drawing/2014/main" id="{2950FDCE-9B9C-4A5C-A584-5AAE4A4B2805}"/>
                      </a:ext>
                    </a:extLst>
                  </p:cNvPr>
                  <p:cNvPicPr/>
                  <p:nvPr/>
                </p:nvPicPr>
                <p:blipFill>
                  <a:blip r:embed="rId39"/>
                  <a:stretch>
                    <a:fillRect/>
                  </a:stretch>
                </p:blipFill>
                <p:spPr>
                  <a:xfrm>
                    <a:off x="3722508" y="2011192"/>
                    <a:ext cx="15480" cy="6948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1049" name="Ink 1048">
                    <a:extLst>
                      <a:ext uri="{FF2B5EF4-FFF2-40B4-BE49-F238E27FC236}">
                        <a16:creationId xmlns:a16="http://schemas.microsoft.com/office/drawing/2014/main" id="{378917B0-760D-B487-3F20-82235B16B681}"/>
                      </a:ext>
                    </a:extLst>
                  </p14:cNvPr>
                  <p14:cNvContentPartPr/>
                  <p14:nvPr/>
                </p14:nvContentPartPr>
                <p14:xfrm>
                  <a:off x="3557988" y="1939192"/>
                  <a:ext cx="63360" cy="114480"/>
                </p14:xfrm>
              </p:contentPart>
            </mc:Choice>
            <mc:Fallback xmlns="">
              <p:pic>
                <p:nvPicPr>
                  <p:cNvPr id="1370" name="Ink 1369">
                    <a:extLst>
                      <a:ext uri="{FF2B5EF4-FFF2-40B4-BE49-F238E27FC236}">
                        <a16:creationId xmlns:a16="http://schemas.microsoft.com/office/drawing/2014/main" id="{18251AAA-7D0D-4F7E-9AAB-54D6103F37B1}"/>
                      </a:ext>
                    </a:extLst>
                  </p:cNvPr>
                  <p:cNvPicPr/>
                  <p:nvPr/>
                </p:nvPicPr>
                <p:blipFill>
                  <a:blip r:embed="rId41"/>
                  <a:stretch>
                    <a:fillRect/>
                  </a:stretch>
                </p:blipFill>
                <p:spPr>
                  <a:xfrm>
                    <a:off x="3553668" y="1934872"/>
                    <a:ext cx="72000" cy="12312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1050" name="Ink 1049">
                    <a:extLst>
                      <a:ext uri="{FF2B5EF4-FFF2-40B4-BE49-F238E27FC236}">
                        <a16:creationId xmlns:a16="http://schemas.microsoft.com/office/drawing/2014/main" id="{354A8451-79E1-CA5B-8C8C-B856D52A8B2B}"/>
                      </a:ext>
                    </a:extLst>
                  </p14:cNvPr>
                  <p14:cNvContentPartPr/>
                  <p14:nvPr/>
                </p14:nvContentPartPr>
                <p14:xfrm>
                  <a:off x="3801708" y="1867192"/>
                  <a:ext cx="23760" cy="45360"/>
                </p14:xfrm>
              </p:contentPart>
            </mc:Choice>
            <mc:Fallback xmlns="">
              <p:pic>
                <p:nvPicPr>
                  <p:cNvPr id="1384" name="Ink 1383">
                    <a:extLst>
                      <a:ext uri="{FF2B5EF4-FFF2-40B4-BE49-F238E27FC236}">
                        <a16:creationId xmlns:a16="http://schemas.microsoft.com/office/drawing/2014/main" id="{3CBE62B1-234C-40F7-B41F-DA8B7FCB0E56}"/>
                      </a:ext>
                    </a:extLst>
                  </p:cNvPr>
                  <p:cNvPicPr/>
                  <p:nvPr/>
                </p:nvPicPr>
                <p:blipFill>
                  <a:blip r:embed="rId43"/>
                  <a:stretch>
                    <a:fillRect/>
                  </a:stretch>
                </p:blipFill>
                <p:spPr>
                  <a:xfrm>
                    <a:off x="3797388" y="1862872"/>
                    <a:ext cx="32400" cy="54000"/>
                  </a:xfrm>
                  <a:prstGeom prst="rect">
                    <a:avLst/>
                  </a:prstGeom>
                </p:spPr>
              </p:pic>
            </mc:Fallback>
          </mc:AlternateContent>
        </p:grpSp>
      </p:grpSp>
      <p:cxnSp>
        <p:nvCxnSpPr>
          <p:cNvPr id="1052" name="Straight Arrow Connector 1051">
            <a:extLst>
              <a:ext uri="{FF2B5EF4-FFF2-40B4-BE49-F238E27FC236}">
                <a16:creationId xmlns:a16="http://schemas.microsoft.com/office/drawing/2014/main" id="{E5DA4417-A1EA-E5D5-0D77-EDEA0BA428F4}"/>
              </a:ext>
            </a:extLst>
          </p:cNvPr>
          <p:cNvCxnSpPr/>
          <p:nvPr/>
        </p:nvCxnSpPr>
        <p:spPr>
          <a:xfrm>
            <a:off x="8081906" y="3836003"/>
            <a:ext cx="3099900" cy="15660"/>
          </a:xfrm>
          <a:prstGeom prst="straightConnector1">
            <a:avLst/>
          </a:prstGeom>
          <a:ln w="28575">
            <a:headEnd type="triangle" w="lg" len="lg"/>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53" name="TextBox 1052">
                <a:extLst>
                  <a:ext uri="{FF2B5EF4-FFF2-40B4-BE49-F238E27FC236}">
                    <a16:creationId xmlns:a16="http://schemas.microsoft.com/office/drawing/2014/main" id="{946313F4-AA49-A3B1-5116-6535A9BE1F4B}"/>
                  </a:ext>
                </a:extLst>
              </p:cNvPr>
              <p:cNvSpPr txBox="1"/>
              <p:nvPr/>
            </p:nvSpPr>
            <p:spPr>
              <a:xfrm>
                <a:off x="8582619" y="4323277"/>
                <a:ext cx="2111355" cy="276999"/>
              </a:xfrm>
              <a:prstGeom prst="rect">
                <a:avLst/>
              </a:prstGeom>
              <a:noFill/>
            </p:spPr>
            <p:txBody>
              <a:bodyPr wrap="square" lIns="0" tIns="0" rIns="0" bIns="0" rtlCol="0">
                <a:spAutoFit/>
              </a:bodyPr>
              <a:lstStyle/>
              <a:p>
                <a:pPr algn="ctr"/>
                <a14:m>
                  <m:oMath xmlns:m="http://schemas.openxmlformats.org/officeDocument/2006/math">
                    <m:r>
                      <a:rPr lang="en-US" b="0" i="1" smtClean="0">
                        <a:latin typeface="Cambria Math" panose="02040503050406030204" pitchFamily="18" charset="0"/>
                      </a:rPr>
                      <m:t>100</m:t>
                    </m:r>
                  </m:oMath>
                </a14:m>
                <a:r>
                  <a:rPr lang="en-US" dirty="0"/>
                  <a:t> nm --  </a:t>
                </a:r>
                <a14:m>
                  <m:oMath xmlns:m="http://schemas.openxmlformats.org/officeDocument/2006/math">
                    <m:r>
                      <a:rPr lang="en-US" b="0" i="0" smtClean="0">
                        <a:latin typeface="Cambria Math" panose="02040503050406030204" pitchFamily="18" charset="0"/>
                        <a:ea typeface="Cambria Math" panose="02040503050406030204" pitchFamily="18" charset="0"/>
                      </a:rPr>
                      <m:t>100 </m:t>
                    </m:r>
                    <m:r>
                      <a:rPr lang="en-US" i="1">
                        <a:latin typeface="Cambria Math" panose="02040503050406030204" pitchFamily="18" charset="0"/>
                        <a:ea typeface="Cambria Math" panose="02040503050406030204" pitchFamily="18" charset="0"/>
                      </a:rPr>
                      <m:t>𝜇</m:t>
                    </m:r>
                  </m:oMath>
                </a14:m>
                <a:r>
                  <a:rPr lang="en-US" dirty="0"/>
                  <a:t>m </a:t>
                </a:r>
                <a:endParaRPr lang="en-DE" dirty="0"/>
              </a:p>
            </p:txBody>
          </p:sp>
        </mc:Choice>
        <mc:Fallback xmlns="">
          <p:sp>
            <p:nvSpPr>
              <p:cNvPr id="1053" name="TextBox 1052">
                <a:extLst>
                  <a:ext uri="{FF2B5EF4-FFF2-40B4-BE49-F238E27FC236}">
                    <a16:creationId xmlns:a16="http://schemas.microsoft.com/office/drawing/2014/main" id="{946313F4-AA49-A3B1-5116-6535A9BE1F4B}"/>
                  </a:ext>
                </a:extLst>
              </p:cNvPr>
              <p:cNvSpPr txBox="1">
                <a:spLocks noRot="1" noChangeAspect="1" noMove="1" noResize="1" noEditPoints="1" noAdjustHandles="1" noChangeArrowheads="1" noChangeShapeType="1" noTextEdit="1"/>
              </p:cNvSpPr>
              <p:nvPr/>
            </p:nvSpPr>
            <p:spPr>
              <a:xfrm>
                <a:off x="8582619" y="4323277"/>
                <a:ext cx="2111355" cy="276999"/>
              </a:xfrm>
              <a:prstGeom prst="rect">
                <a:avLst/>
              </a:prstGeom>
              <a:blipFill>
                <a:blip r:embed="rId60"/>
                <a:stretch>
                  <a:fillRect t="-28261" r="-1734" b="-50000"/>
                </a:stretch>
              </a:blipFill>
            </p:spPr>
            <p:txBody>
              <a:bodyPr/>
              <a:lstStyle/>
              <a:p>
                <a:r>
                  <a:rPr lang="en-DE">
                    <a:noFill/>
                  </a:rPr>
                  <a:t> </a:t>
                </a:r>
              </a:p>
            </p:txBody>
          </p:sp>
        </mc:Fallback>
      </mc:AlternateContent>
      <p:cxnSp>
        <p:nvCxnSpPr>
          <p:cNvPr id="1055" name="Straight Connector 1054">
            <a:extLst>
              <a:ext uri="{FF2B5EF4-FFF2-40B4-BE49-F238E27FC236}">
                <a16:creationId xmlns:a16="http://schemas.microsoft.com/office/drawing/2014/main" id="{89CE8526-49E9-5C98-7344-FA41BBEADB8E}"/>
              </a:ext>
            </a:extLst>
          </p:cNvPr>
          <p:cNvCxnSpPr>
            <a:cxnSpLocks/>
          </p:cNvCxnSpPr>
          <p:nvPr/>
        </p:nvCxnSpPr>
        <p:spPr>
          <a:xfrm>
            <a:off x="2215410" y="1300969"/>
            <a:ext cx="227247"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57" name="TextBox 1056">
                <a:extLst>
                  <a:ext uri="{FF2B5EF4-FFF2-40B4-BE49-F238E27FC236}">
                    <a16:creationId xmlns:a16="http://schemas.microsoft.com/office/drawing/2014/main" id="{9F9877EE-0E8E-265B-045F-71DE92022BCE}"/>
                  </a:ext>
                </a:extLst>
              </p:cNvPr>
              <p:cNvSpPr txBox="1"/>
              <p:nvPr/>
            </p:nvSpPr>
            <p:spPr>
              <a:xfrm>
                <a:off x="1629321" y="786049"/>
                <a:ext cx="599459" cy="276999"/>
              </a:xfrm>
              <a:prstGeom prst="rect">
                <a:avLst/>
              </a:prstGeom>
              <a:noFill/>
            </p:spPr>
            <p:txBody>
              <a:bodyPr wrap="none" lIns="0" tIns="0" rIns="0" bIns="0" rtlCol="0">
                <a:spAutoFit/>
              </a:bodyPr>
              <a:lstStyle/>
              <a:p>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10</m:t>
                        </m:r>
                      </m:e>
                      <m:sup>
                        <m:r>
                          <a:rPr lang="en-US" b="0" i="1" smtClean="0">
                            <a:latin typeface="Cambria Math" panose="02040503050406030204" pitchFamily="18" charset="0"/>
                          </a:rPr>
                          <m:t>6</m:t>
                        </m:r>
                      </m:sup>
                    </m:sSup>
                    <m:r>
                      <a:rPr lang="en-US" b="0" i="1" smtClean="0">
                        <a:latin typeface="Cambria Math" panose="02040503050406030204" pitchFamily="18" charset="0"/>
                      </a:rPr>
                      <m:t> </m:t>
                    </m:r>
                  </m:oMath>
                </a14:m>
                <a:r>
                  <a:rPr lang="en-US" dirty="0"/>
                  <a:t>m</a:t>
                </a:r>
                <a:endParaRPr lang="en-DE" dirty="0"/>
              </a:p>
            </p:txBody>
          </p:sp>
        </mc:Choice>
        <mc:Fallback xmlns="">
          <p:sp>
            <p:nvSpPr>
              <p:cNvPr id="1057" name="TextBox 1056">
                <a:extLst>
                  <a:ext uri="{FF2B5EF4-FFF2-40B4-BE49-F238E27FC236}">
                    <a16:creationId xmlns:a16="http://schemas.microsoft.com/office/drawing/2014/main" id="{9F9877EE-0E8E-265B-045F-71DE92022BCE}"/>
                  </a:ext>
                </a:extLst>
              </p:cNvPr>
              <p:cNvSpPr txBox="1">
                <a:spLocks noRot="1" noChangeAspect="1" noMove="1" noResize="1" noEditPoints="1" noAdjustHandles="1" noChangeArrowheads="1" noChangeShapeType="1" noTextEdit="1"/>
              </p:cNvSpPr>
              <p:nvPr/>
            </p:nvSpPr>
            <p:spPr>
              <a:xfrm>
                <a:off x="1629321" y="786049"/>
                <a:ext cx="599459" cy="276999"/>
              </a:xfrm>
              <a:prstGeom prst="rect">
                <a:avLst/>
              </a:prstGeom>
              <a:blipFill>
                <a:blip r:embed="rId61"/>
                <a:stretch>
                  <a:fillRect l="-13131" t="-28889" r="-22222" b="-51111"/>
                </a:stretch>
              </a:blipFill>
            </p:spPr>
            <p:txBody>
              <a:bodyPr/>
              <a:lstStyle/>
              <a:p>
                <a:r>
                  <a:rPr lang="en-DE">
                    <a:noFill/>
                  </a:rPr>
                  <a:t> </a:t>
                </a:r>
              </a:p>
            </p:txBody>
          </p:sp>
        </mc:Fallback>
      </mc:AlternateContent>
      <p:sp>
        <p:nvSpPr>
          <p:cNvPr id="1058" name="TextBox 1057">
            <a:extLst>
              <a:ext uri="{FF2B5EF4-FFF2-40B4-BE49-F238E27FC236}">
                <a16:creationId xmlns:a16="http://schemas.microsoft.com/office/drawing/2014/main" id="{074BA7A4-F429-63B4-EDF4-54E35C43C8AD}"/>
              </a:ext>
            </a:extLst>
          </p:cNvPr>
          <p:cNvSpPr txBox="1"/>
          <p:nvPr/>
        </p:nvSpPr>
        <p:spPr>
          <a:xfrm>
            <a:off x="1337929" y="1054699"/>
            <a:ext cx="875048" cy="646331"/>
          </a:xfrm>
          <a:prstGeom prst="rect">
            <a:avLst/>
          </a:prstGeom>
          <a:noFill/>
        </p:spPr>
        <p:txBody>
          <a:bodyPr wrap="none" rtlCol="0">
            <a:spAutoFit/>
          </a:bodyPr>
          <a:lstStyle/>
          <a:p>
            <a:r>
              <a:rPr lang="en-US" dirty="0"/>
              <a:t>Mount </a:t>
            </a:r>
          </a:p>
          <a:p>
            <a:r>
              <a:rPr lang="en-US" dirty="0"/>
              <a:t>Everest</a:t>
            </a:r>
            <a:endParaRPr lang="en-DE" dirty="0"/>
          </a:p>
        </p:txBody>
      </p:sp>
      <p:cxnSp>
        <p:nvCxnSpPr>
          <p:cNvPr id="1059" name="Straight Connector 1058">
            <a:extLst>
              <a:ext uri="{FF2B5EF4-FFF2-40B4-BE49-F238E27FC236}">
                <a16:creationId xmlns:a16="http://schemas.microsoft.com/office/drawing/2014/main" id="{69FD5015-B429-244D-9EC7-06A16A01FAA3}"/>
              </a:ext>
            </a:extLst>
          </p:cNvPr>
          <p:cNvCxnSpPr>
            <a:cxnSpLocks/>
          </p:cNvCxnSpPr>
          <p:nvPr/>
        </p:nvCxnSpPr>
        <p:spPr>
          <a:xfrm>
            <a:off x="2333944" y="936392"/>
            <a:ext cx="227247"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1060" name="TextBox 1059">
            <a:extLst>
              <a:ext uri="{FF2B5EF4-FFF2-40B4-BE49-F238E27FC236}">
                <a16:creationId xmlns:a16="http://schemas.microsoft.com/office/drawing/2014/main" id="{6990DD35-62C6-815D-8743-124F992F6562}"/>
              </a:ext>
            </a:extLst>
          </p:cNvPr>
          <p:cNvSpPr txBox="1"/>
          <p:nvPr/>
        </p:nvSpPr>
        <p:spPr>
          <a:xfrm>
            <a:off x="2629725" y="874693"/>
            <a:ext cx="5667514" cy="369332"/>
          </a:xfrm>
          <a:prstGeom prst="rect">
            <a:avLst/>
          </a:prstGeom>
          <a:noFill/>
        </p:spPr>
        <p:txBody>
          <a:bodyPr wrap="none" rtlCol="0">
            <a:spAutoFit/>
          </a:bodyPr>
          <a:lstStyle/>
          <a:p>
            <a:r>
              <a:rPr lang="en-US" dirty="0"/>
              <a:t>Carl Sagan exobiology: Floaters in Jupiter (</a:t>
            </a:r>
            <a:r>
              <a:rPr lang="en-US" dirty="0">
                <a:hlinkClick r:id="rId62"/>
              </a:rPr>
              <a:t>video in this link</a:t>
            </a:r>
            <a:r>
              <a:rPr lang="en-US" dirty="0"/>
              <a:t>)</a:t>
            </a:r>
            <a:endParaRPr lang="en-DE" dirty="0"/>
          </a:p>
        </p:txBody>
      </p:sp>
      <p:sp>
        <p:nvSpPr>
          <p:cNvPr id="1061" name="TextBox 1060">
            <a:extLst>
              <a:ext uri="{FF2B5EF4-FFF2-40B4-BE49-F238E27FC236}">
                <a16:creationId xmlns:a16="http://schemas.microsoft.com/office/drawing/2014/main" id="{5FBA3F30-6142-1214-F0CA-E424C9DC6881}"/>
              </a:ext>
            </a:extLst>
          </p:cNvPr>
          <p:cNvSpPr txBox="1"/>
          <p:nvPr/>
        </p:nvSpPr>
        <p:spPr>
          <a:xfrm rot="16200000">
            <a:off x="-211267" y="1193197"/>
            <a:ext cx="1401025" cy="369332"/>
          </a:xfrm>
          <a:prstGeom prst="rect">
            <a:avLst/>
          </a:prstGeom>
          <a:solidFill>
            <a:schemeClr val="bg1"/>
          </a:solidFill>
        </p:spPr>
        <p:txBody>
          <a:bodyPr wrap="none" rtlCol="0">
            <a:spAutoFit/>
          </a:bodyPr>
          <a:lstStyle/>
          <a:p>
            <a:r>
              <a:rPr lang="en-US" dirty="0"/>
              <a:t>Human Scale</a:t>
            </a:r>
            <a:endParaRPr lang="en-DE" dirty="0"/>
          </a:p>
        </p:txBody>
      </p:sp>
      <p:sp>
        <p:nvSpPr>
          <p:cNvPr id="1065" name="TextBox 1064">
            <a:extLst>
              <a:ext uri="{FF2B5EF4-FFF2-40B4-BE49-F238E27FC236}">
                <a16:creationId xmlns:a16="http://schemas.microsoft.com/office/drawing/2014/main" id="{9A52A416-BE3E-1ED7-015E-0FB82D0978DC}"/>
              </a:ext>
            </a:extLst>
          </p:cNvPr>
          <p:cNvSpPr txBox="1"/>
          <p:nvPr/>
        </p:nvSpPr>
        <p:spPr>
          <a:xfrm rot="16200000">
            <a:off x="-152514" y="3508721"/>
            <a:ext cx="1428276" cy="369332"/>
          </a:xfrm>
          <a:prstGeom prst="rect">
            <a:avLst/>
          </a:prstGeom>
          <a:solidFill>
            <a:schemeClr val="bg1"/>
          </a:solidFill>
        </p:spPr>
        <p:txBody>
          <a:bodyPr wrap="none" rtlCol="0">
            <a:spAutoFit/>
          </a:bodyPr>
          <a:lstStyle/>
          <a:p>
            <a:r>
              <a:rPr lang="en-US" dirty="0"/>
              <a:t>Cellular Scale</a:t>
            </a:r>
            <a:endParaRPr lang="en-DE" dirty="0"/>
          </a:p>
        </p:txBody>
      </p:sp>
      <p:sp>
        <p:nvSpPr>
          <p:cNvPr id="1066" name="TextBox 1065">
            <a:extLst>
              <a:ext uri="{FF2B5EF4-FFF2-40B4-BE49-F238E27FC236}">
                <a16:creationId xmlns:a16="http://schemas.microsoft.com/office/drawing/2014/main" id="{AA1257A6-CCAE-F09D-8995-28F48DD304A9}"/>
              </a:ext>
            </a:extLst>
          </p:cNvPr>
          <p:cNvSpPr txBox="1"/>
          <p:nvPr/>
        </p:nvSpPr>
        <p:spPr>
          <a:xfrm rot="16200000">
            <a:off x="101797" y="5939299"/>
            <a:ext cx="1221488" cy="369332"/>
          </a:xfrm>
          <a:prstGeom prst="rect">
            <a:avLst/>
          </a:prstGeom>
          <a:solidFill>
            <a:schemeClr val="bg1"/>
          </a:solidFill>
        </p:spPr>
        <p:txBody>
          <a:bodyPr wrap="none" rtlCol="0">
            <a:spAutoFit/>
          </a:bodyPr>
          <a:lstStyle/>
          <a:p>
            <a:r>
              <a:rPr lang="en-US" dirty="0"/>
              <a:t>Nano Scale</a:t>
            </a:r>
            <a:endParaRPr lang="en-DE" dirty="0"/>
          </a:p>
        </p:txBody>
      </p:sp>
      <p:sp>
        <p:nvSpPr>
          <p:cNvPr id="1069" name="Oval 1068">
            <a:extLst>
              <a:ext uri="{FF2B5EF4-FFF2-40B4-BE49-F238E27FC236}">
                <a16:creationId xmlns:a16="http://schemas.microsoft.com/office/drawing/2014/main" id="{D151F2C4-05DC-8486-6479-663FE996997E}"/>
              </a:ext>
            </a:extLst>
          </p:cNvPr>
          <p:cNvSpPr/>
          <p:nvPr/>
        </p:nvSpPr>
        <p:spPr bwMode="auto">
          <a:xfrm>
            <a:off x="8400856" y="3553285"/>
            <a:ext cx="160077" cy="163561"/>
          </a:xfrm>
          <a:prstGeom prst="ellipse">
            <a:avLst/>
          </a:prstGeom>
          <a:solidFill>
            <a:srgbClr val="00B050"/>
          </a:solidFill>
          <a:ln w="12700">
            <a:solidFill>
              <a:schemeClr val="accent3">
                <a:lumMod val="50000"/>
              </a:schemeClr>
            </a:solidFill>
            <a:miter lim="800000"/>
            <a:headEnd/>
            <a:tailEnd/>
          </a:ln>
          <a:effectLst/>
        </p:spPr>
        <p:txBody>
          <a:bodyPr wrap="none" rtlCol="0" anchor="ctr"/>
          <a:lstStyle/>
          <a:p>
            <a:pPr algn="ctr"/>
            <a:endParaRPr lang="en-DE" sz="1600" b="1" dirty="0">
              <a:solidFill>
                <a:schemeClr val="bg1"/>
              </a:solidFill>
            </a:endParaRPr>
          </a:p>
        </p:txBody>
      </p:sp>
      <p:sp>
        <p:nvSpPr>
          <p:cNvPr id="1070" name="Oval 1069">
            <a:extLst>
              <a:ext uri="{FF2B5EF4-FFF2-40B4-BE49-F238E27FC236}">
                <a16:creationId xmlns:a16="http://schemas.microsoft.com/office/drawing/2014/main" id="{F4FFFC6B-6816-9B03-12A7-18084943BD7A}"/>
              </a:ext>
            </a:extLst>
          </p:cNvPr>
          <p:cNvSpPr/>
          <p:nvPr/>
        </p:nvSpPr>
        <p:spPr bwMode="auto">
          <a:xfrm>
            <a:off x="8819956" y="3389724"/>
            <a:ext cx="160077" cy="163561"/>
          </a:xfrm>
          <a:prstGeom prst="ellipse">
            <a:avLst/>
          </a:prstGeom>
          <a:solidFill>
            <a:srgbClr val="00B050"/>
          </a:solidFill>
          <a:ln w="12700">
            <a:solidFill>
              <a:schemeClr val="accent3">
                <a:lumMod val="50000"/>
              </a:schemeClr>
            </a:solidFill>
            <a:miter lim="800000"/>
            <a:headEnd/>
            <a:tailEnd/>
          </a:ln>
          <a:effectLst/>
        </p:spPr>
        <p:txBody>
          <a:bodyPr wrap="none" rtlCol="0" anchor="ctr"/>
          <a:lstStyle/>
          <a:p>
            <a:pPr algn="ctr"/>
            <a:endParaRPr lang="en-DE" sz="1600" b="1" dirty="0">
              <a:solidFill>
                <a:schemeClr val="bg1"/>
              </a:solidFill>
            </a:endParaRPr>
          </a:p>
        </p:txBody>
      </p:sp>
      <p:sp>
        <p:nvSpPr>
          <p:cNvPr id="1071" name="Oval 1070">
            <a:extLst>
              <a:ext uri="{FF2B5EF4-FFF2-40B4-BE49-F238E27FC236}">
                <a16:creationId xmlns:a16="http://schemas.microsoft.com/office/drawing/2014/main" id="{6D63A8A5-DBE9-A385-5B40-B4C8DEAFA635}"/>
              </a:ext>
            </a:extLst>
          </p:cNvPr>
          <p:cNvSpPr/>
          <p:nvPr/>
        </p:nvSpPr>
        <p:spPr bwMode="auto">
          <a:xfrm>
            <a:off x="8343445" y="3981069"/>
            <a:ext cx="160077" cy="163561"/>
          </a:xfrm>
          <a:prstGeom prst="ellipse">
            <a:avLst/>
          </a:prstGeom>
          <a:solidFill>
            <a:srgbClr val="00B050"/>
          </a:solidFill>
          <a:ln w="12700">
            <a:solidFill>
              <a:schemeClr val="accent3">
                <a:lumMod val="50000"/>
              </a:schemeClr>
            </a:solidFill>
            <a:miter lim="800000"/>
            <a:headEnd/>
            <a:tailEnd/>
          </a:ln>
          <a:effectLst/>
        </p:spPr>
        <p:txBody>
          <a:bodyPr wrap="none" rtlCol="0" anchor="ctr"/>
          <a:lstStyle/>
          <a:p>
            <a:pPr algn="ctr"/>
            <a:endParaRPr lang="en-DE" sz="1600" b="1" dirty="0">
              <a:solidFill>
                <a:schemeClr val="bg1"/>
              </a:solidFill>
            </a:endParaRPr>
          </a:p>
        </p:txBody>
      </p:sp>
      <p:sp>
        <p:nvSpPr>
          <p:cNvPr id="1072" name="Oval 1071">
            <a:extLst>
              <a:ext uri="{FF2B5EF4-FFF2-40B4-BE49-F238E27FC236}">
                <a16:creationId xmlns:a16="http://schemas.microsoft.com/office/drawing/2014/main" id="{8E9A30EA-170A-3C47-D30E-F6A91E5E014F}"/>
              </a:ext>
            </a:extLst>
          </p:cNvPr>
          <p:cNvSpPr/>
          <p:nvPr/>
        </p:nvSpPr>
        <p:spPr bwMode="auto">
          <a:xfrm>
            <a:off x="9716523" y="3601572"/>
            <a:ext cx="160077" cy="163561"/>
          </a:xfrm>
          <a:prstGeom prst="ellipse">
            <a:avLst/>
          </a:prstGeom>
          <a:solidFill>
            <a:srgbClr val="00B050"/>
          </a:solidFill>
          <a:ln w="12700">
            <a:solidFill>
              <a:schemeClr val="accent3">
                <a:lumMod val="50000"/>
              </a:schemeClr>
            </a:solidFill>
            <a:miter lim="800000"/>
            <a:headEnd/>
            <a:tailEnd/>
          </a:ln>
          <a:effectLst/>
        </p:spPr>
        <p:txBody>
          <a:bodyPr wrap="none" rtlCol="0" anchor="ctr"/>
          <a:lstStyle/>
          <a:p>
            <a:pPr algn="ctr"/>
            <a:endParaRPr lang="en-DE" sz="1600" b="1" dirty="0">
              <a:solidFill>
                <a:schemeClr val="bg1"/>
              </a:solidFill>
            </a:endParaRPr>
          </a:p>
        </p:txBody>
      </p:sp>
      <p:sp>
        <p:nvSpPr>
          <p:cNvPr id="1073" name="Oval 1072">
            <a:extLst>
              <a:ext uri="{FF2B5EF4-FFF2-40B4-BE49-F238E27FC236}">
                <a16:creationId xmlns:a16="http://schemas.microsoft.com/office/drawing/2014/main" id="{C019F982-84C3-4FD9-D6E6-1C0C8C952831}"/>
              </a:ext>
            </a:extLst>
          </p:cNvPr>
          <p:cNvSpPr/>
          <p:nvPr/>
        </p:nvSpPr>
        <p:spPr bwMode="auto">
          <a:xfrm>
            <a:off x="10602754" y="3590590"/>
            <a:ext cx="160077" cy="163561"/>
          </a:xfrm>
          <a:prstGeom prst="ellipse">
            <a:avLst/>
          </a:prstGeom>
          <a:solidFill>
            <a:srgbClr val="00B050"/>
          </a:solidFill>
          <a:ln w="12700">
            <a:solidFill>
              <a:schemeClr val="accent3">
                <a:lumMod val="50000"/>
              </a:schemeClr>
            </a:solidFill>
            <a:miter lim="800000"/>
            <a:headEnd/>
            <a:tailEnd/>
          </a:ln>
          <a:effectLst/>
        </p:spPr>
        <p:txBody>
          <a:bodyPr wrap="none" rtlCol="0" anchor="ctr"/>
          <a:lstStyle/>
          <a:p>
            <a:pPr algn="ctr"/>
            <a:endParaRPr lang="en-DE" sz="1600" b="1" dirty="0">
              <a:solidFill>
                <a:schemeClr val="bg1"/>
              </a:solidFill>
            </a:endParaRPr>
          </a:p>
        </p:txBody>
      </p:sp>
      <p:sp>
        <p:nvSpPr>
          <p:cNvPr id="1074" name="Oval 1073">
            <a:extLst>
              <a:ext uri="{FF2B5EF4-FFF2-40B4-BE49-F238E27FC236}">
                <a16:creationId xmlns:a16="http://schemas.microsoft.com/office/drawing/2014/main" id="{03F1C589-5806-4860-FFD9-D7058836F76E}"/>
              </a:ext>
            </a:extLst>
          </p:cNvPr>
          <p:cNvSpPr/>
          <p:nvPr/>
        </p:nvSpPr>
        <p:spPr bwMode="auto">
          <a:xfrm>
            <a:off x="8819956" y="3670291"/>
            <a:ext cx="160077" cy="163561"/>
          </a:xfrm>
          <a:prstGeom prst="ellipse">
            <a:avLst/>
          </a:prstGeom>
          <a:solidFill>
            <a:srgbClr val="00B050"/>
          </a:solidFill>
          <a:ln w="12700">
            <a:solidFill>
              <a:schemeClr val="accent3">
                <a:lumMod val="50000"/>
              </a:schemeClr>
            </a:solidFill>
            <a:miter lim="800000"/>
            <a:headEnd/>
            <a:tailEnd/>
          </a:ln>
          <a:effectLst/>
        </p:spPr>
        <p:txBody>
          <a:bodyPr wrap="none" rtlCol="0" anchor="ctr"/>
          <a:lstStyle/>
          <a:p>
            <a:pPr algn="ctr"/>
            <a:endParaRPr lang="en-DE" sz="1600" b="1" dirty="0">
              <a:solidFill>
                <a:schemeClr val="bg1"/>
              </a:solidFill>
            </a:endParaRPr>
          </a:p>
        </p:txBody>
      </p:sp>
      <p:sp>
        <p:nvSpPr>
          <p:cNvPr id="1075" name="Oval 1074">
            <a:extLst>
              <a:ext uri="{FF2B5EF4-FFF2-40B4-BE49-F238E27FC236}">
                <a16:creationId xmlns:a16="http://schemas.microsoft.com/office/drawing/2014/main" id="{E41B765E-22DD-FBA7-C8E6-DA1963111D19}"/>
              </a:ext>
            </a:extLst>
          </p:cNvPr>
          <p:cNvSpPr/>
          <p:nvPr/>
        </p:nvSpPr>
        <p:spPr bwMode="auto">
          <a:xfrm>
            <a:off x="8628906" y="3937891"/>
            <a:ext cx="160077" cy="163561"/>
          </a:xfrm>
          <a:prstGeom prst="ellipse">
            <a:avLst/>
          </a:prstGeom>
          <a:solidFill>
            <a:srgbClr val="00B050"/>
          </a:solidFill>
          <a:ln w="12700">
            <a:solidFill>
              <a:schemeClr val="accent3">
                <a:lumMod val="50000"/>
              </a:schemeClr>
            </a:solidFill>
            <a:miter lim="800000"/>
            <a:headEnd/>
            <a:tailEnd/>
          </a:ln>
          <a:effectLst/>
        </p:spPr>
        <p:txBody>
          <a:bodyPr wrap="none" rtlCol="0" anchor="ctr"/>
          <a:lstStyle/>
          <a:p>
            <a:pPr algn="ctr"/>
            <a:endParaRPr lang="en-DE" sz="1600" b="1" dirty="0">
              <a:solidFill>
                <a:schemeClr val="bg1"/>
              </a:solidFill>
            </a:endParaRPr>
          </a:p>
        </p:txBody>
      </p:sp>
      <p:sp>
        <p:nvSpPr>
          <p:cNvPr id="1076" name="Oval 1075">
            <a:extLst>
              <a:ext uri="{FF2B5EF4-FFF2-40B4-BE49-F238E27FC236}">
                <a16:creationId xmlns:a16="http://schemas.microsoft.com/office/drawing/2014/main" id="{DE6FD029-BAC6-2560-4068-DD2EED636CA2}"/>
              </a:ext>
            </a:extLst>
          </p:cNvPr>
          <p:cNvSpPr/>
          <p:nvPr/>
        </p:nvSpPr>
        <p:spPr bwMode="auto">
          <a:xfrm>
            <a:off x="10134782" y="3929976"/>
            <a:ext cx="160077" cy="163561"/>
          </a:xfrm>
          <a:prstGeom prst="ellipse">
            <a:avLst/>
          </a:prstGeom>
          <a:solidFill>
            <a:srgbClr val="00B050"/>
          </a:solidFill>
          <a:ln w="12700">
            <a:solidFill>
              <a:schemeClr val="accent3">
                <a:lumMod val="50000"/>
              </a:schemeClr>
            </a:solidFill>
            <a:miter lim="800000"/>
            <a:headEnd/>
            <a:tailEnd/>
          </a:ln>
          <a:effectLst/>
        </p:spPr>
        <p:txBody>
          <a:bodyPr wrap="none" rtlCol="0" anchor="ctr"/>
          <a:lstStyle/>
          <a:p>
            <a:pPr algn="ctr"/>
            <a:endParaRPr lang="en-DE" sz="1600" b="1" dirty="0">
              <a:solidFill>
                <a:schemeClr val="bg1"/>
              </a:solidFill>
            </a:endParaRPr>
          </a:p>
        </p:txBody>
      </p:sp>
      <p:sp>
        <p:nvSpPr>
          <p:cNvPr id="1077" name="Oval 1076">
            <a:extLst>
              <a:ext uri="{FF2B5EF4-FFF2-40B4-BE49-F238E27FC236}">
                <a16:creationId xmlns:a16="http://schemas.microsoft.com/office/drawing/2014/main" id="{4131472E-2033-C7F5-0FC8-2E0A5D23849A}"/>
              </a:ext>
            </a:extLst>
          </p:cNvPr>
          <p:cNvSpPr/>
          <p:nvPr/>
        </p:nvSpPr>
        <p:spPr bwMode="auto">
          <a:xfrm>
            <a:off x="9335152" y="3653733"/>
            <a:ext cx="160077" cy="163561"/>
          </a:xfrm>
          <a:prstGeom prst="ellipse">
            <a:avLst/>
          </a:prstGeom>
          <a:solidFill>
            <a:srgbClr val="00B050"/>
          </a:solidFill>
          <a:ln w="12700">
            <a:solidFill>
              <a:schemeClr val="accent3">
                <a:lumMod val="50000"/>
              </a:schemeClr>
            </a:solidFill>
            <a:miter lim="800000"/>
            <a:headEnd/>
            <a:tailEnd/>
          </a:ln>
          <a:effectLst/>
        </p:spPr>
        <p:txBody>
          <a:bodyPr wrap="none" rtlCol="0" anchor="ctr"/>
          <a:lstStyle/>
          <a:p>
            <a:pPr algn="ctr"/>
            <a:endParaRPr lang="en-DE" sz="1600" b="1" dirty="0">
              <a:solidFill>
                <a:schemeClr val="bg1"/>
              </a:solidFill>
            </a:endParaRPr>
          </a:p>
        </p:txBody>
      </p:sp>
      <p:sp>
        <p:nvSpPr>
          <p:cNvPr id="1078" name="Oval 1077">
            <a:extLst>
              <a:ext uri="{FF2B5EF4-FFF2-40B4-BE49-F238E27FC236}">
                <a16:creationId xmlns:a16="http://schemas.microsoft.com/office/drawing/2014/main" id="{939385CD-0723-B44F-8163-76BD87462E17}"/>
              </a:ext>
            </a:extLst>
          </p:cNvPr>
          <p:cNvSpPr/>
          <p:nvPr/>
        </p:nvSpPr>
        <p:spPr bwMode="auto">
          <a:xfrm>
            <a:off x="11084400" y="3957985"/>
            <a:ext cx="160077" cy="163561"/>
          </a:xfrm>
          <a:prstGeom prst="ellipse">
            <a:avLst/>
          </a:prstGeom>
          <a:solidFill>
            <a:srgbClr val="00B050"/>
          </a:solidFill>
          <a:ln w="12700">
            <a:solidFill>
              <a:schemeClr val="accent3">
                <a:lumMod val="50000"/>
              </a:schemeClr>
            </a:solidFill>
            <a:miter lim="800000"/>
            <a:headEnd/>
            <a:tailEnd/>
          </a:ln>
          <a:effectLst/>
        </p:spPr>
        <p:txBody>
          <a:bodyPr wrap="none" rtlCol="0" anchor="ctr"/>
          <a:lstStyle/>
          <a:p>
            <a:pPr algn="ctr"/>
            <a:endParaRPr lang="en-DE" sz="1600" b="1" dirty="0">
              <a:solidFill>
                <a:schemeClr val="bg1"/>
              </a:solidFill>
            </a:endParaRPr>
          </a:p>
        </p:txBody>
      </p:sp>
      <p:sp>
        <p:nvSpPr>
          <p:cNvPr id="1079" name="Oval 1078">
            <a:extLst>
              <a:ext uri="{FF2B5EF4-FFF2-40B4-BE49-F238E27FC236}">
                <a16:creationId xmlns:a16="http://schemas.microsoft.com/office/drawing/2014/main" id="{E75CA56E-059B-752B-7FB8-4758EA1C187E}"/>
              </a:ext>
            </a:extLst>
          </p:cNvPr>
          <p:cNvSpPr/>
          <p:nvPr/>
        </p:nvSpPr>
        <p:spPr bwMode="auto">
          <a:xfrm>
            <a:off x="8086072" y="3468135"/>
            <a:ext cx="160077" cy="163561"/>
          </a:xfrm>
          <a:prstGeom prst="ellipse">
            <a:avLst/>
          </a:prstGeom>
          <a:solidFill>
            <a:srgbClr val="00B050"/>
          </a:solidFill>
          <a:ln w="12700">
            <a:solidFill>
              <a:schemeClr val="accent3">
                <a:lumMod val="50000"/>
              </a:schemeClr>
            </a:solidFill>
            <a:miter lim="800000"/>
            <a:headEnd/>
            <a:tailEnd/>
          </a:ln>
          <a:effectLst/>
        </p:spPr>
        <p:txBody>
          <a:bodyPr wrap="none" rtlCol="0" anchor="ctr"/>
          <a:lstStyle/>
          <a:p>
            <a:pPr algn="ctr"/>
            <a:endParaRPr lang="en-DE" sz="1600" b="1" dirty="0">
              <a:solidFill>
                <a:schemeClr val="bg1"/>
              </a:solidFill>
            </a:endParaRPr>
          </a:p>
        </p:txBody>
      </p:sp>
      <p:sp>
        <p:nvSpPr>
          <p:cNvPr id="1080" name="Oval 1079">
            <a:extLst>
              <a:ext uri="{FF2B5EF4-FFF2-40B4-BE49-F238E27FC236}">
                <a16:creationId xmlns:a16="http://schemas.microsoft.com/office/drawing/2014/main" id="{3E710B74-0736-292E-934D-5A4B6599CED5}"/>
              </a:ext>
            </a:extLst>
          </p:cNvPr>
          <p:cNvSpPr/>
          <p:nvPr/>
        </p:nvSpPr>
        <p:spPr bwMode="auto">
          <a:xfrm>
            <a:off x="8028590" y="4000161"/>
            <a:ext cx="160077" cy="163561"/>
          </a:xfrm>
          <a:prstGeom prst="ellipse">
            <a:avLst/>
          </a:prstGeom>
          <a:solidFill>
            <a:srgbClr val="00B050"/>
          </a:solidFill>
          <a:ln w="12700">
            <a:solidFill>
              <a:schemeClr val="accent3">
                <a:lumMod val="50000"/>
              </a:schemeClr>
            </a:solidFill>
            <a:miter lim="800000"/>
            <a:headEnd/>
            <a:tailEnd/>
          </a:ln>
          <a:effectLst/>
        </p:spPr>
        <p:txBody>
          <a:bodyPr wrap="none" rtlCol="0" anchor="ctr"/>
          <a:lstStyle/>
          <a:p>
            <a:pPr algn="ctr"/>
            <a:endParaRPr lang="en-DE" sz="1600" b="1" dirty="0">
              <a:solidFill>
                <a:schemeClr val="bg1"/>
              </a:solidFill>
            </a:endParaRPr>
          </a:p>
        </p:txBody>
      </p:sp>
    </p:spTree>
    <p:extLst>
      <p:ext uri="{BB962C8B-B14F-4D97-AF65-F5344CB8AC3E}">
        <p14:creationId xmlns:p14="http://schemas.microsoft.com/office/powerpoint/2010/main" val="291570618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23B0686-B94C-3AC4-1864-649D20C09454}"/>
              </a:ext>
            </a:extLst>
          </p:cNvPr>
          <p:cNvSpPr>
            <a:spLocks noGrp="1"/>
          </p:cNvSpPr>
          <p:nvPr>
            <p:ph type="sldNum" sz="quarter" idx="12"/>
          </p:nvPr>
        </p:nvSpPr>
        <p:spPr/>
        <p:txBody>
          <a:bodyPr/>
          <a:lstStyle/>
          <a:p>
            <a:fld id="{5A51F297-1191-4DB8-B109-50EF96A3851C}" type="slidenum">
              <a:rPr lang="en-GB" noProof="0" smtClean="0"/>
              <a:t>5</a:t>
            </a:fld>
            <a:endParaRPr lang="en-GB" noProof="0" dirty="0"/>
          </a:p>
        </p:txBody>
      </p:sp>
      <p:pic>
        <p:nvPicPr>
          <p:cNvPr id="5" name="Picture 7">
            <a:extLst>
              <a:ext uri="{FF2B5EF4-FFF2-40B4-BE49-F238E27FC236}">
                <a16:creationId xmlns:a16="http://schemas.microsoft.com/office/drawing/2014/main" id="{9631E550-C217-DBE7-77EC-D58F030E1E4A}"/>
              </a:ext>
            </a:extLst>
          </p:cNvPr>
          <p:cNvPicPr>
            <a:picLocks noChangeAspect="1"/>
          </p:cNvPicPr>
          <p:nvPr/>
        </p:nvPicPr>
        <p:blipFill>
          <a:blip r:embed="rId2"/>
          <a:stretch>
            <a:fillRect/>
          </a:stretch>
        </p:blipFill>
        <p:spPr>
          <a:xfrm>
            <a:off x="119528" y="60449"/>
            <a:ext cx="2690741" cy="6648082"/>
          </a:xfrm>
          <a:prstGeom prst="rect">
            <a:avLst/>
          </a:prstGeom>
        </p:spPr>
      </p:pic>
      <p:grpSp>
        <p:nvGrpSpPr>
          <p:cNvPr id="6" name="Group 11">
            <a:extLst>
              <a:ext uri="{FF2B5EF4-FFF2-40B4-BE49-F238E27FC236}">
                <a16:creationId xmlns:a16="http://schemas.microsoft.com/office/drawing/2014/main" id="{279B4FCD-4CBA-2669-82DD-CB9C02600A70}"/>
              </a:ext>
            </a:extLst>
          </p:cNvPr>
          <p:cNvGrpSpPr/>
          <p:nvPr/>
        </p:nvGrpSpPr>
        <p:grpSpPr>
          <a:xfrm>
            <a:off x="1951689" y="4340182"/>
            <a:ext cx="3784052" cy="2283952"/>
            <a:chOff x="2743406" y="5114957"/>
            <a:chExt cx="5465853" cy="3299042"/>
          </a:xfrm>
        </p:grpSpPr>
        <p:grpSp>
          <p:nvGrpSpPr>
            <p:cNvPr id="7" name="Group 306">
              <a:extLst>
                <a:ext uri="{FF2B5EF4-FFF2-40B4-BE49-F238E27FC236}">
                  <a16:creationId xmlns:a16="http://schemas.microsoft.com/office/drawing/2014/main" id="{749283C5-9A82-E23E-E6AC-2087F1A76893}"/>
                </a:ext>
              </a:extLst>
            </p:cNvPr>
            <p:cNvGrpSpPr/>
            <p:nvPr/>
          </p:nvGrpSpPr>
          <p:grpSpPr>
            <a:xfrm>
              <a:off x="2743406" y="5114957"/>
              <a:ext cx="5465853" cy="3299042"/>
              <a:chOff x="1899281" y="3541124"/>
              <a:chExt cx="3784052" cy="2283952"/>
            </a:xfrm>
          </p:grpSpPr>
          <p:cxnSp>
            <p:nvCxnSpPr>
              <p:cNvPr id="71" name="Straight Connector 270">
                <a:extLst>
                  <a:ext uri="{FF2B5EF4-FFF2-40B4-BE49-F238E27FC236}">
                    <a16:creationId xmlns:a16="http://schemas.microsoft.com/office/drawing/2014/main" id="{B1D54665-3961-DD4C-65E0-4010240D23E0}"/>
                  </a:ext>
                </a:extLst>
              </p:cNvPr>
              <p:cNvCxnSpPr>
                <a:cxnSpLocks/>
              </p:cNvCxnSpPr>
              <p:nvPr/>
            </p:nvCxnSpPr>
            <p:spPr>
              <a:xfrm flipH="1">
                <a:off x="1899281" y="4149386"/>
                <a:ext cx="1329687" cy="639305"/>
              </a:xfrm>
              <a:prstGeom prst="line">
                <a:avLst/>
              </a:prstGeom>
              <a:ln w="31750">
                <a:solidFill>
                  <a:srgbClr val="F2D9D4"/>
                </a:solidFill>
              </a:ln>
            </p:spPr>
            <p:style>
              <a:lnRef idx="1">
                <a:schemeClr val="accent1"/>
              </a:lnRef>
              <a:fillRef idx="0">
                <a:schemeClr val="accent1"/>
              </a:fillRef>
              <a:effectRef idx="0">
                <a:schemeClr val="accent1"/>
              </a:effectRef>
              <a:fontRef idx="minor">
                <a:schemeClr val="tx1"/>
              </a:fontRef>
            </p:style>
          </p:cxnSp>
          <p:cxnSp>
            <p:nvCxnSpPr>
              <p:cNvPr id="72" name="Straight Connector 271">
                <a:extLst>
                  <a:ext uri="{FF2B5EF4-FFF2-40B4-BE49-F238E27FC236}">
                    <a16:creationId xmlns:a16="http://schemas.microsoft.com/office/drawing/2014/main" id="{62CD4DFF-3FA6-FD0F-803C-3FFEC6D9C902}"/>
                  </a:ext>
                </a:extLst>
              </p:cNvPr>
              <p:cNvCxnSpPr>
                <a:cxnSpLocks/>
              </p:cNvCxnSpPr>
              <p:nvPr/>
            </p:nvCxnSpPr>
            <p:spPr>
              <a:xfrm flipH="1" flipV="1">
                <a:off x="1899281" y="4978625"/>
                <a:ext cx="1378411" cy="846451"/>
              </a:xfrm>
              <a:prstGeom prst="line">
                <a:avLst/>
              </a:prstGeom>
              <a:ln w="31750">
                <a:solidFill>
                  <a:srgbClr val="F2D9D4"/>
                </a:solidFill>
              </a:ln>
            </p:spPr>
            <p:style>
              <a:lnRef idx="1">
                <a:schemeClr val="accent1"/>
              </a:lnRef>
              <a:fillRef idx="0">
                <a:schemeClr val="accent1"/>
              </a:fillRef>
              <a:effectRef idx="0">
                <a:schemeClr val="accent1"/>
              </a:effectRef>
              <a:fontRef idx="minor">
                <a:schemeClr val="tx1"/>
              </a:fontRef>
            </p:style>
          </p:cxnSp>
          <p:grpSp>
            <p:nvGrpSpPr>
              <p:cNvPr id="73" name="Group 300">
                <a:extLst>
                  <a:ext uri="{FF2B5EF4-FFF2-40B4-BE49-F238E27FC236}">
                    <a16:creationId xmlns:a16="http://schemas.microsoft.com/office/drawing/2014/main" id="{73491CD2-7210-1912-FA78-3478370415E4}"/>
                  </a:ext>
                </a:extLst>
              </p:cNvPr>
              <p:cNvGrpSpPr/>
              <p:nvPr/>
            </p:nvGrpSpPr>
            <p:grpSpPr>
              <a:xfrm>
                <a:off x="3222254" y="3541124"/>
                <a:ext cx="2461079" cy="2267004"/>
                <a:chOff x="3222254" y="3541124"/>
                <a:chExt cx="2461079" cy="2267004"/>
              </a:xfrm>
            </p:grpSpPr>
            <p:sp>
              <p:nvSpPr>
                <p:cNvPr id="74" name="Cube 5">
                  <a:extLst>
                    <a:ext uri="{FF2B5EF4-FFF2-40B4-BE49-F238E27FC236}">
                      <a16:creationId xmlns:a16="http://schemas.microsoft.com/office/drawing/2014/main" id="{144EC78A-C203-AC9F-16FC-5E67C5670B2E}"/>
                    </a:ext>
                  </a:extLst>
                </p:cNvPr>
                <p:cNvSpPr/>
                <p:nvPr/>
              </p:nvSpPr>
              <p:spPr>
                <a:xfrm>
                  <a:off x="3222254" y="4800600"/>
                  <a:ext cx="2454920" cy="1007528"/>
                </a:xfrm>
                <a:prstGeom prst="cube">
                  <a:avLst>
                    <a:gd name="adj" fmla="val 41079"/>
                  </a:avLst>
                </a:prstGeom>
                <a:solidFill>
                  <a:srgbClr val="C00000">
                    <a:alpha val="27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75" name="Cube 6">
                  <a:extLst>
                    <a:ext uri="{FF2B5EF4-FFF2-40B4-BE49-F238E27FC236}">
                      <a16:creationId xmlns:a16="http://schemas.microsoft.com/office/drawing/2014/main" id="{F2B0DA5A-A3BC-6FD3-14B3-D64A013177CB}"/>
                    </a:ext>
                  </a:extLst>
                </p:cNvPr>
                <p:cNvSpPr/>
                <p:nvPr/>
              </p:nvSpPr>
              <p:spPr>
                <a:xfrm>
                  <a:off x="3229391" y="3666811"/>
                  <a:ext cx="2446404" cy="1565714"/>
                </a:xfrm>
                <a:prstGeom prst="cube">
                  <a:avLst>
                    <a:gd name="adj" fmla="val 25719"/>
                  </a:avLst>
                </a:prstGeom>
                <a:solidFill>
                  <a:schemeClr val="accent2">
                    <a:lumMod val="20000"/>
                    <a:lumOff val="80000"/>
                    <a:alpha val="84000"/>
                  </a:scheme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76" name="Cube 51">
                  <a:extLst>
                    <a:ext uri="{FF2B5EF4-FFF2-40B4-BE49-F238E27FC236}">
                      <a16:creationId xmlns:a16="http://schemas.microsoft.com/office/drawing/2014/main" id="{09EE6A1C-D026-3FAF-8DEC-A58D71D596B0}"/>
                    </a:ext>
                  </a:extLst>
                </p:cNvPr>
                <p:cNvSpPr/>
                <p:nvPr/>
              </p:nvSpPr>
              <p:spPr>
                <a:xfrm>
                  <a:off x="3225867" y="3670391"/>
                  <a:ext cx="2454920" cy="525748"/>
                </a:xfrm>
                <a:prstGeom prst="cube">
                  <a:avLst>
                    <a:gd name="adj" fmla="val 77415"/>
                  </a:avLst>
                </a:prstGeom>
                <a:blipFill dpi="0" rotWithShape="1">
                  <a:blip r:embed="rId3">
                    <a:alphaModFix amt="55000"/>
                  </a:blip>
                  <a:srcRect/>
                  <a:tile tx="0" ty="0" sx="100000" sy="100000" flip="none" algn="tl"/>
                </a:blip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mc:AlternateContent xmlns:mc="http://schemas.openxmlformats.org/markup-compatibility/2006" xmlns:p14="http://schemas.microsoft.com/office/powerpoint/2010/main">
              <mc:Choice Requires="p14">
                <p:contentPart p14:bwMode="auto" r:id="rId4">
                  <p14:nvContentPartPr>
                    <p14:cNvPr id="77" name="Ink 52">
                      <a:extLst>
                        <a:ext uri="{FF2B5EF4-FFF2-40B4-BE49-F238E27FC236}">
                          <a16:creationId xmlns:a16="http://schemas.microsoft.com/office/drawing/2014/main" id="{D322D1C5-8D4D-6B7F-4E51-1AE291FFAC04}"/>
                        </a:ext>
                      </a:extLst>
                    </p14:cNvPr>
                    <p14:cNvContentPartPr/>
                    <p14:nvPr/>
                  </p14:nvContentPartPr>
                  <p14:xfrm>
                    <a:off x="3242138" y="4566885"/>
                    <a:ext cx="492480" cy="197280"/>
                  </p14:xfrm>
                </p:contentPart>
              </mc:Choice>
              <mc:Fallback xmlns="">
                <p:pic>
                  <p:nvPicPr>
                    <p:cNvPr id="53" name="Ink 52">
                      <a:extLst>
                        <a:ext uri="{FF2B5EF4-FFF2-40B4-BE49-F238E27FC236}">
                          <a16:creationId xmlns:a16="http://schemas.microsoft.com/office/drawing/2014/main" id="{5FBCA6C4-DB96-44F8-9B7C-015E99C827EA}"/>
                        </a:ext>
                      </a:extLst>
                    </p:cNvPr>
                    <p:cNvPicPr/>
                    <p:nvPr/>
                  </p:nvPicPr>
                  <p:blipFill>
                    <a:blip r:embed="rId71"/>
                    <a:stretch>
                      <a:fillRect/>
                    </a:stretch>
                  </p:blipFill>
                  <p:spPr>
                    <a:xfrm>
                      <a:off x="3237818" y="4562557"/>
                      <a:ext cx="501120" cy="205936"/>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78" name="Ink 53">
                      <a:extLst>
                        <a:ext uri="{FF2B5EF4-FFF2-40B4-BE49-F238E27FC236}">
                          <a16:creationId xmlns:a16="http://schemas.microsoft.com/office/drawing/2014/main" id="{12A0A4A4-6F71-9C92-DC74-695E9DE41CA6}"/>
                        </a:ext>
                      </a:extLst>
                    </p14:cNvPr>
                    <p14:cNvContentPartPr/>
                    <p14:nvPr/>
                  </p14:nvContentPartPr>
                  <p14:xfrm>
                    <a:off x="3245018" y="4768485"/>
                    <a:ext cx="429840" cy="236160"/>
                  </p14:xfrm>
                </p:contentPart>
              </mc:Choice>
              <mc:Fallback xmlns="">
                <p:pic>
                  <p:nvPicPr>
                    <p:cNvPr id="54" name="Ink 53">
                      <a:extLst>
                        <a:ext uri="{FF2B5EF4-FFF2-40B4-BE49-F238E27FC236}">
                          <a16:creationId xmlns:a16="http://schemas.microsoft.com/office/drawing/2014/main" id="{58811940-ED55-4C92-AD77-D4A23EABA846}"/>
                        </a:ext>
                      </a:extLst>
                    </p:cNvPr>
                    <p:cNvPicPr/>
                    <p:nvPr/>
                  </p:nvPicPr>
                  <p:blipFill>
                    <a:blip r:embed="rId73"/>
                    <a:stretch>
                      <a:fillRect/>
                    </a:stretch>
                  </p:blipFill>
                  <p:spPr>
                    <a:xfrm>
                      <a:off x="3240698" y="4764165"/>
                      <a:ext cx="438480" cy="24480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79" name="Ink 54">
                      <a:extLst>
                        <a:ext uri="{FF2B5EF4-FFF2-40B4-BE49-F238E27FC236}">
                          <a16:creationId xmlns:a16="http://schemas.microsoft.com/office/drawing/2014/main" id="{5E35F7A6-5EB2-FF1A-E239-ABF7A21AD310}"/>
                        </a:ext>
                      </a:extLst>
                    </p14:cNvPr>
                    <p14:cNvContentPartPr/>
                    <p14:nvPr/>
                  </p14:nvContentPartPr>
                  <p14:xfrm>
                    <a:off x="3248618" y="5033445"/>
                    <a:ext cx="303480" cy="181080"/>
                  </p14:xfrm>
                </p:contentPart>
              </mc:Choice>
              <mc:Fallback xmlns="">
                <p:pic>
                  <p:nvPicPr>
                    <p:cNvPr id="55" name="Ink 54">
                      <a:extLst>
                        <a:ext uri="{FF2B5EF4-FFF2-40B4-BE49-F238E27FC236}">
                          <a16:creationId xmlns:a16="http://schemas.microsoft.com/office/drawing/2014/main" id="{16AFC017-D79A-4353-A064-7395BD8C0FA2}"/>
                        </a:ext>
                      </a:extLst>
                    </p:cNvPr>
                    <p:cNvPicPr/>
                    <p:nvPr/>
                  </p:nvPicPr>
                  <p:blipFill>
                    <a:blip r:embed="rId75"/>
                    <a:stretch>
                      <a:fillRect/>
                    </a:stretch>
                  </p:blipFill>
                  <p:spPr>
                    <a:xfrm>
                      <a:off x="3244303" y="5029125"/>
                      <a:ext cx="312110" cy="18972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80" name="Ink 55">
                      <a:extLst>
                        <a:ext uri="{FF2B5EF4-FFF2-40B4-BE49-F238E27FC236}">
                          <a16:creationId xmlns:a16="http://schemas.microsoft.com/office/drawing/2014/main" id="{6683AC09-B90B-B43F-E9EB-F668CAD95008}"/>
                        </a:ext>
                      </a:extLst>
                    </p14:cNvPr>
                    <p14:cNvContentPartPr/>
                    <p14:nvPr/>
                  </p14:nvContentPartPr>
                  <p14:xfrm>
                    <a:off x="3493778" y="4905645"/>
                    <a:ext cx="774360" cy="244800"/>
                  </p14:xfrm>
                </p:contentPart>
              </mc:Choice>
              <mc:Fallback xmlns="">
                <p:pic>
                  <p:nvPicPr>
                    <p:cNvPr id="56" name="Ink 55">
                      <a:extLst>
                        <a:ext uri="{FF2B5EF4-FFF2-40B4-BE49-F238E27FC236}">
                          <a16:creationId xmlns:a16="http://schemas.microsoft.com/office/drawing/2014/main" id="{22B12CD1-89DF-4B02-9D8D-CB2B5FDEBFD4}"/>
                        </a:ext>
                      </a:extLst>
                    </p:cNvPr>
                    <p:cNvPicPr/>
                    <p:nvPr/>
                  </p:nvPicPr>
                  <p:blipFill>
                    <a:blip r:embed="rId77"/>
                    <a:stretch>
                      <a:fillRect/>
                    </a:stretch>
                  </p:blipFill>
                  <p:spPr>
                    <a:xfrm>
                      <a:off x="3489458" y="4901325"/>
                      <a:ext cx="783000" cy="25344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81" name="Ink 56">
                      <a:extLst>
                        <a:ext uri="{FF2B5EF4-FFF2-40B4-BE49-F238E27FC236}">
                          <a16:creationId xmlns:a16="http://schemas.microsoft.com/office/drawing/2014/main" id="{D6A03733-300C-4574-6A09-855885FC19B6}"/>
                        </a:ext>
                      </a:extLst>
                    </p14:cNvPr>
                    <p14:cNvContentPartPr/>
                    <p14:nvPr/>
                  </p14:nvContentPartPr>
                  <p14:xfrm>
                    <a:off x="3497738" y="4355565"/>
                    <a:ext cx="911160" cy="196200"/>
                  </p14:xfrm>
                </p:contentPart>
              </mc:Choice>
              <mc:Fallback xmlns="">
                <p:pic>
                  <p:nvPicPr>
                    <p:cNvPr id="57" name="Ink 56">
                      <a:extLst>
                        <a:ext uri="{FF2B5EF4-FFF2-40B4-BE49-F238E27FC236}">
                          <a16:creationId xmlns:a16="http://schemas.microsoft.com/office/drawing/2014/main" id="{96BB0266-577B-4FE1-83DD-BBAB2FA5B0EA}"/>
                        </a:ext>
                      </a:extLst>
                    </p:cNvPr>
                    <p:cNvPicPr/>
                    <p:nvPr/>
                  </p:nvPicPr>
                  <p:blipFill>
                    <a:blip r:embed="rId79"/>
                    <a:stretch>
                      <a:fillRect/>
                    </a:stretch>
                  </p:blipFill>
                  <p:spPr>
                    <a:xfrm>
                      <a:off x="3493418" y="4351245"/>
                      <a:ext cx="919800" cy="20484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82" name="Ink 57">
                      <a:extLst>
                        <a:ext uri="{FF2B5EF4-FFF2-40B4-BE49-F238E27FC236}">
                          <a16:creationId xmlns:a16="http://schemas.microsoft.com/office/drawing/2014/main" id="{BEFC8526-255D-0C45-A33D-B4134F629A37}"/>
                        </a:ext>
                      </a:extLst>
                    </p14:cNvPr>
                    <p14:cNvContentPartPr/>
                    <p14:nvPr/>
                  </p14:nvContentPartPr>
                  <p14:xfrm>
                    <a:off x="3580898" y="4638165"/>
                    <a:ext cx="753480" cy="234720"/>
                  </p14:xfrm>
                </p:contentPart>
              </mc:Choice>
              <mc:Fallback xmlns="">
                <p:pic>
                  <p:nvPicPr>
                    <p:cNvPr id="58" name="Ink 57">
                      <a:extLst>
                        <a:ext uri="{FF2B5EF4-FFF2-40B4-BE49-F238E27FC236}">
                          <a16:creationId xmlns:a16="http://schemas.microsoft.com/office/drawing/2014/main" id="{A16FF85C-4AA7-4982-A71D-FE070F1EE65B}"/>
                        </a:ext>
                      </a:extLst>
                    </p:cNvPr>
                    <p:cNvPicPr/>
                    <p:nvPr/>
                  </p:nvPicPr>
                  <p:blipFill>
                    <a:blip r:embed="rId81"/>
                    <a:stretch>
                      <a:fillRect/>
                    </a:stretch>
                  </p:blipFill>
                  <p:spPr>
                    <a:xfrm>
                      <a:off x="3576576" y="4633838"/>
                      <a:ext cx="762124" cy="243373"/>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83" name="Ink 58">
                      <a:extLst>
                        <a:ext uri="{FF2B5EF4-FFF2-40B4-BE49-F238E27FC236}">
                          <a16:creationId xmlns:a16="http://schemas.microsoft.com/office/drawing/2014/main" id="{C71730A3-D52E-7C05-D0B1-E735695E37C3}"/>
                        </a:ext>
                      </a:extLst>
                    </p14:cNvPr>
                    <p14:cNvContentPartPr/>
                    <p14:nvPr/>
                  </p14:nvContentPartPr>
                  <p14:xfrm>
                    <a:off x="4016498" y="4534485"/>
                    <a:ext cx="687960" cy="219960"/>
                  </p14:xfrm>
                </p:contentPart>
              </mc:Choice>
              <mc:Fallback xmlns="">
                <p:pic>
                  <p:nvPicPr>
                    <p:cNvPr id="59" name="Ink 58">
                      <a:extLst>
                        <a:ext uri="{FF2B5EF4-FFF2-40B4-BE49-F238E27FC236}">
                          <a16:creationId xmlns:a16="http://schemas.microsoft.com/office/drawing/2014/main" id="{013E8631-B871-464A-9F85-5098E3B025C2}"/>
                        </a:ext>
                      </a:extLst>
                    </p:cNvPr>
                    <p:cNvPicPr/>
                    <p:nvPr/>
                  </p:nvPicPr>
                  <p:blipFill>
                    <a:blip r:embed="rId83"/>
                    <a:stretch>
                      <a:fillRect/>
                    </a:stretch>
                  </p:blipFill>
                  <p:spPr>
                    <a:xfrm>
                      <a:off x="4012178" y="4530165"/>
                      <a:ext cx="696600" cy="22860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84" name="Ink 59">
                      <a:extLst>
                        <a:ext uri="{FF2B5EF4-FFF2-40B4-BE49-F238E27FC236}">
                          <a16:creationId xmlns:a16="http://schemas.microsoft.com/office/drawing/2014/main" id="{E61B6581-92C8-E605-CEFA-5FD99DE4403D}"/>
                        </a:ext>
                      </a:extLst>
                    </p14:cNvPr>
                    <p14:cNvContentPartPr/>
                    <p14:nvPr/>
                  </p14:nvContentPartPr>
                  <p14:xfrm>
                    <a:off x="4288658" y="4824285"/>
                    <a:ext cx="240840" cy="111960"/>
                  </p14:xfrm>
                </p:contentPart>
              </mc:Choice>
              <mc:Fallback xmlns="">
                <p:pic>
                  <p:nvPicPr>
                    <p:cNvPr id="60" name="Ink 59">
                      <a:extLst>
                        <a:ext uri="{FF2B5EF4-FFF2-40B4-BE49-F238E27FC236}">
                          <a16:creationId xmlns:a16="http://schemas.microsoft.com/office/drawing/2014/main" id="{A1333FDE-FABD-45AD-A9A2-136671FACA00}"/>
                        </a:ext>
                      </a:extLst>
                    </p:cNvPr>
                    <p:cNvPicPr/>
                    <p:nvPr/>
                  </p:nvPicPr>
                  <p:blipFill>
                    <a:blip r:embed="rId85"/>
                    <a:stretch>
                      <a:fillRect/>
                    </a:stretch>
                  </p:blipFill>
                  <p:spPr>
                    <a:xfrm>
                      <a:off x="4284338" y="4819979"/>
                      <a:ext cx="249480" cy="120572"/>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85" name="Ink 60">
                      <a:extLst>
                        <a:ext uri="{FF2B5EF4-FFF2-40B4-BE49-F238E27FC236}">
                          <a16:creationId xmlns:a16="http://schemas.microsoft.com/office/drawing/2014/main" id="{7E6249FB-C27D-1D5F-4EA4-58F35ABAEB1C}"/>
                        </a:ext>
                      </a:extLst>
                    </p14:cNvPr>
                    <p14:cNvContentPartPr/>
                    <p14:nvPr/>
                  </p14:nvContentPartPr>
                  <p14:xfrm>
                    <a:off x="4643258" y="4544205"/>
                    <a:ext cx="597240" cy="174600"/>
                  </p14:xfrm>
                </p:contentPart>
              </mc:Choice>
              <mc:Fallback xmlns="">
                <p:pic>
                  <p:nvPicPr>
                    <p:cNvPr id="61" name="Ink 60">
                      <a:extLst>
                        <a:ext uri="{FF2B5EF4-FFF2-40B4-BE49-F238E27FC236}">
                          <a16:creationId xmlns:a16="http://schemas.microsoft.com/office/drawing/2014/main" id="{7EC31CE8-79CA-42A8-AC26-EE17640D946E}"/>
                        </a:ext>
                      </a:extLst>
                    </p:cNvPr>
                    <p:cNvPicPr/>
                    <p:nvPr/>
                  </p:nvPicPr>
                  <p:blipFill>
                    <a:blip r:embed="rId87"/>
                    <a:stretch>
                      <a:fillRect/>
                    </a:stretch>
                  </p:blipFill>
                  <p:spPr>
                    <a:xfrm>
                      <a:off x="4638935" y="4539885"/>
                      <a:ext cx="605885" cy="18324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86" name="Ink 61">
                      <a:extLst>
                        <a:ext uri="{FF2B5EF4-FFF2-40B4-BE49-F238E27FC236}">
                          <a16:creationId xmlns:a16="http://schemas.microsoft.com/office/drawing/2014/main" id="{3D4D2EC6-D979-738E-291C-526CC5CDB4DD}"/>
                        </a:ext>
                      </a:extLst>
                    </p14:cNvPr>
                    <p14:cNvContentPartPr/>
                    <p14:nvPr/>
                  </p14:nvContentPartPr>
                  <p14:xfrm>
                    <a:off x="4119098" y="4214445"/>
                    <a:ext cx="704160" cy="300960"/>
                  </p14:xfrm>
                </p:contentPart>
              </mc:Choice>
              <mc:Fallback xmlns="">
                <p:pic>
                  <p:nvPicPr>
                    <p:cNvPr id="62" name="Ink 61">
                      <a:extLst>
                        <a:ext uri="{FF2B5EF4-FFF2-40B4-BE49-F238E27FC236}">
                          <a16:creationId xmlns:a16="http://schemas.microsoft.com/office/drawing/2014/main" id="{0FC23F98-194D-4ABD-B2FD-380C307F6497}"/>
                        </a:ext>
                      </a:extLst>
                    </p:cNvPr>
                    <p:cNvPicPr/>
                    <p:nvPr/>
                  </p:nvPicPr>
                  <p:blipFill>
                    <a:blip r:embed="rId89"/>
                    <a:stretch>
                      <a:fillRect/>
                    </a:stretch>
                  </p:blipFill>
                  <p:spPr>
                    <a:xfrm>
                      <a:off x="4114778" y="4210125"/>
                      <a:ext cx="712800" cy="30960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87" name="Ink 62">
                      <a:extLst>
                        <a:ext uri="{FF2B5EF4-FFF2-40B4-BE49-F238E27FC236}">
                          <a16:creationId xmlns:a16="http://schemas.microsoft.com/office/drawing/2014/main" id="{50A66868-24BA-E993-1A9B-C25A220B9152}"/>
                        </a:ext>
                      </a:extLst>
                    </p14:cNvPr>
                    <p14:cNvContentPartPr/>
                    <p14:nvPr/>
                  </p14:nvContentPartPr>
                  <p14:xfrm>
                    <a:off x="4659897" y="4247250"/>
                    <a:ext cx="572760" cy="169920"/>
                  </p14:xfrm>
                </p:contentPart>
              </mc:Choice>
              <mc:Fallback xmlns="">
                <p:pic>
                  <p:nvPicPr>
                    <p:cNvPr id="63" name="Ink 62">
                      <a:extLst>
                        <a:ext uri="{FF2B5EF4-FFF2-40B4-BE49-F238E27FC236}">
                          <a16:creationId xmlns:a16="http://schemas.microsoft.com/office/drawing/2014/main" id="{DFA01BE8-D1D9-4C5F-906A-694F5ABA5557}"/>
                        </a:ext>
                      </a:extLst>
                    </p:cNvPr>
                    <p:cNvPicPr/>
                    <p:nvPr/>
                  </p:nvPicPr>
                  <p:blipFill>
                    <a:blip r:embed="rId91"/>
                    <a:stretch>
                      <a:fillRect/>
                    </a:stretch>
                  </p:blipFill>
                  <p:spPr>
                    <a:xfrm>
                      <a:off x="4655580" y="4242930"/>
                      <a:ext cx="581395" cy="17856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88" name="Ink 63">
                      <a:extLst>
                        <a:ext uri="{FF2B5EF4-FFF2-40B4-BE49-F238E27FC236}">
                          <a16:creationId xmlns:a16="http://schemas.microsoft.com/office/drawing/2014/main" id="{687A26BD-C377-57C2-EC59-8DD88438E2D7}"/>
                        </a:ext>
                      </a:extLst>
                    </p14:cNvPr>
                    <p14:cNvContentPartPr/>
                    <p14:nvPr/>
                  </p14:nvContentPartPr>
                  <p14:xfrm>
                    <a:off x="4692711" y="4800282"/>
                    <a:ext cx="253800" cy="72720"/>
                  </p14:xfrm>
                </p:contentPart>
              </mc:Choice>
              <mc:Fallback xmlns="">
                <p:pic>
                  <p:nvPicPr>
                    <p:cNvPr id="64" name="Ink 63">
                      <a:extLst>
                        <a:ext uri="{FF2B5EF4-FFF2-40B4-BE49-F238E27FC236}">
                          <a16:creationId xmlns:a16="http://schemas.microsoft.com/office/drawing/2014/main" id="{4F8EBF20-1ECF-4E24-B16D-E3757A83E4BA}"/>
                        </a:ext>
                      </a:extLst>
                    </p:cNvPr>
                    <p:cNvPicPr/>
                    <p:nvPr/>
                  </p:nvPicPr>
                  <p:blipFill>
                    <a:blip r:embed="rId93"/>
                    <a:stretch>
                      <a:fillRect/>
                    </a:stretch>
                  </p:blipFill>
                  <p:spPr>
                    <a:xfrm>
                      <a:off x="4688391" y="4795962"/>
                      <a:ext cx="262440" cy="8136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89" name="Ink 64">
                      <a:extLst>
                        <a:ext uri="{FF2B5EF4-FFF2-40B4-BE49-F238E27FC236}">
                          <a16:creationId xmlns:a16="http://schemas.microsoft.com/office/drawing/2014/main" id="{66E7CC2C-E5B4-50EC-7D7F-0C51FBB1EC4D}"/>
                        </a:ext>
                      </a:extLst>
                    </p14:cNvPr>
                    <p14:cNvContentPartPr/>
                    <p14:nvPr/>
                  </p14:nvContentPartPr>
                  <p14:xfrm>
                    <a:off x="4736703" y="4198290"/>
                    <a:ext cx="525600" cy="193320"/>
                  </p14:xfrm>
                </p:contentPart>
              </mc:Choice>
              <mc:Fallback xmlns="">
                <p:pic>
                  <p:nvPicPr>
                    <p:cNvPr id="65" name="Ink 64">
                      <a:extLst>
                        <a:ext uri="{FF2B5EF4-FFF2-40B4-BE49-F238E27FC236}">
                          <a16:creationId xmlns:a16="http://schemas.microsoft.com/office/drawing/2014/main" id="{965E75D4-9A18-40A1-B70D-FE27A9F3B0ED}"/>
                        </a:ext>
                      </a:extLst>
                    </p:cNvPr>
                    <p:cNvPicPr/>
                    <p:nvPr/>
                  </p:nvPicPr>
                  <p:blipFill>
                    <a:blip r:embed="rId95"/>
                    <a:stretch>
                      <a:fillRect/>
                    </a:stretch>
                  </p:blipFill>
                  <p:spPr>
                    <a:xfrm>
                      <a:off x="4732383" y="4193962"/>
                      <a:ext cx="534240" cy="201976"/>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90" name="Ink 65">
                      <a:extLst>
                        <a:ext uri="{FF2B5EF4-FFF2-40B4-BE49-F238E27FC236}">
                          <a16:creationId xmlns:a16="http://schemas.microsoft.com/office/drawing/2014/main" id="{F74C6DC9-5B8E-26A7-EF09-04A91251BA8D}"/>
                        </a:ext>
                      </a:extLst>
                    </p14:cNvPr>
                    <p14:cNvContentPartPr/>
                    <p14:nvPr/>
                  </p14:nvContentPartPr>
                  <p14:xfrm>
                    <a:off x="3255058" y="4211666"/>
                    <a:ext cx="278640" cy="15480"/>
                  </p14:xfrm>
                </p:contentPart>
              </mc:Choice>
              <mc:Fallback xmlns="">
                <p:pic>
                  <p:nvPicPr>
                    <p:cNvPr id="66" name="Ink 65">
                      <a:extLst>
                        <a:ext uri="{FF2B5EF4-FFF2-40B4-BE49-F238E27FC236}">
                          <a16:creationId xmlns:a16="http://schemas.microsoft.com/office/drawing/2014/main" id="{AE976BA8-193C-41BB-92D8-2AD89F1D8984}"/>
                        </a:ext>
                      </a:extLst>
                    </p:cNvPr>
                    <p:cNvPicPr/>
                    <p:nvPr/>
                  </p:nvPicPr>
                  <p:blipFill>
                    <a:blip r:embed="rId97"/>
                    <a:stretch>
                      <a:fillRect/>
                    </a:stretch>
                  </p:blipFill>
                  <p:spPr>
                    <a:xfrm>
                      <a:off x="3250738" y="4207243"/>
                      <a:ext cx="287280" cy="24326"/>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91" name="Ink 66">
                      <a:extLst>
                        <a:ext uri="{FF2B5EF4-FFF2-40B4-BE49-F238E27FC236}">
                          <a16:creationId xmlns:a16="http://schemas.microsoft.com/office/drawing/2014/main" id="{D9A03394-360B-ECF7-601E-DCADDBE76A2E}"/>
                        </a:ext>
                      </a:extLst>
                    </p14:cNvPr>
                    <p14:cNvContentPartPr/>
                    <p14:nvPr/>
                  </p14:nvContentPartPr>
                  <p14:xfrm>
                    <a:off x="3255418" y="4233266"/>
                    <a:ext cx="447120" cy="42120"/>
                  </p14:xfrm>
                </p:contentPart>
              </mc:Choice>
              <mc:Fallback xmlns="">
                <p:pic>
                  <p:nvPicPr>
                    <p:cNvPr id="67" name="Ink 66">
                      <a:extLst>
                        <a:ext uri="{FF2B5EF4-FFF2-40B4-BE49-F238E27FC236}">
                          <a16:creationId xmlns:a16="http://schemas.microsoft.com/office/drawing/2014/main" id="{929B4F78-13EF-4155-9067-D039EB634784}"/>
                        </a:ext>
                      </a:extLst>
                    </p:cNvPr>
                    <p:cNvPicPr/>
                    <p:nvPr/>
                  </p:nvPicPr>
                  <p:blipFill>
                    <a:blip r:embed="rId99"/>
                    <a:stretch>
                      <a:fillRect/>
                    </a:stretch>
                  </p:blipFill>
                  <p:spPr>
                    <a:xfrm>
                      <a:off x="3251101" y="4228946"/>
                      <a:ext cx="455753" cy="50760"/>
                    </a:xfrm>
                    <a:prstGeom prst="rect">
                      <a:avLst/>
                    </a:prstGeom>
                  </p:spPr>
                </p:pic>
              </mc:Fallback>
            </mc:AlternateContent>
            <p:grpSp>
              <p:nvGrpSpPr>
                <p:cNvPr id="92" name="Group 67">
                  <a:extLst>
                    <a:ext uri="{FF2B5EF4-FFF2-40B4-BE49-F238E27FC236}">
                      <a16:creationId xmlns:a16="http://schemas.microsoft.com/office/drawing/2014/main" id="{F8C1BFC5-D2DF-034F-4A16-0C1E7ECE4721}"/>
                    </a:ext>
                  </a:extLst>
                </p:cNvPr>
                <p:cNvGrpSpPr/>
                <p:nvPr/>
              </p:nvGrpSpPr>
              <p:grpSpPr>
                <a:xfrm>
                  <a:off x="3233818" y="3711986"/>
                  <a:ext cx="2449515" cy="1521979"/>
                  <a:chOff x="2855923" y="3504458"/>
                  <a:chExt cx="2449515" cy="1521979"/>
                </a:xfrm>
              </p:grpSpPr>
              <mc:AlternateContent xmlns:mc="http://schemas.openxmlformats.org/markup-compatibility/2006" xmlns:p14="http://schemas.microsoft.com/office/powerpoint/2010/main">
                <mc:Choice Requires="p14">
                  <p:contentPart p14:bwMode="auto" r:id="rId100">
                    <p14:nvContentPartPr>
                      <p14:cNvPr id="130" name="Ink 68">
                        <a:extLst>
                          <a:ext uri="{FF2B5EF4-FFF2-40B4-BE49-F238E27FC236}">
                            <a16:creationId xmlns:a16="http://schemas.microsoft.com/office/drawing/2014/main" id="{E9C64B07-317D-3E5B-5B96-5E4388905F3A}"/>
                          </a:ext>
                        </a:extLst>
                      </p14:cNvPr>
                      <p14:cNvContentPartPr/>
                      <p14:nvPr/>
                    </p14:nvContentPartPr>
                    <p14:xfrm>
                      <a:off x="3073763" y="4928157"/>
                      <a:ext cx="513720" cy="89640"/>
                    </p14:xfrm>
                  </p:contentPart>
                </mc:Choice>
                <mc:Fallback xmlns="">
                  <p:pic>
                    <p:nvPicPr>
                      <p:cNvPr id="17" name="Ink 16">
                        <a:extLst>
                          <a:ext uri="{FF2B5EF4-FFF2-40B4-BE49-F238E27FC236}">
                            <a16:creationId xmlns:a16="http://schemas.microsoft.com/office/drawing/2014/main" id="{97FA4B2F-00F6-493A-A19E-E23F8D4E930E}"/>
                          </a:ext>
                        </a:extLst>
                      </p:cNvPr>
                      <p:cNvPicPr/>
                      <p:nvPr/>
                    </p:nvPicPr>
                    <p:blipFill>
                      <a:blip r:embed="rId101"/>
                      <a:stretch>
                        <a:fillRect/>
                      </a:stretch>
                    </p:blipFill>
                    <p:spPr>
                      <a:xfrm>
                        <a:off x="3069443" y="4923837"/>
                        <a:ext cx="522360" cy="9828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131" name="Ink 69">
                        <a:extLst>
                          <a:ext uri="{FF2B5EF4-FFF2-40B4-BE49-F238E27FC236}">
                            <a16:creationId xmlns:a16="http://schemas.microsoft.com/office/drawing/2014/main" id="{F8311C16-E77B-D079-657D-F5995A3F70D1}"/>
                          </a:ext>
                        </a:extLst>
                      </p14:cNvPr>
                      <p14:cNvContentPartPr/>
                      <p14:nvPr/>
                    </p14:nvContentPartPr>
                    <p14:xfrm>
                      <a:off x="3120923" y="4808997"/>
                      <a:ext cx="360" cy="360"/>
                    </p14:xfrm>
                  </p:contentPart>
                </mc:Choice>
                <mc:Fallback xmlns="">
                  <p:pic>
                    <p:nvPicPr>
                      <p:cNvPr id="18" name="Ink 17">
                        <a:extLst>
                          <a:ext uri="{FF2B5EF4-FFF2-40B4-BE49-F238E27FC236}">
                            <a16:creationId xmlns:a16="http://schemas.microsoft.com/office/drawing/2014/main" id="{BE3CA856-0CA9-41DE-BA69-EAD83701DF53}"/>
                          </a:ext>
                        </a:extLst>
                      </p:cNvPr>
                      <p:cNvPicPr/>
                      <p:nvPr/>
                    </p:nvPicPr>
                    <p:blipFill>
                      <a:blip r:embed="rId103"/>
                      <a:stretch>
                        <a:fillRect/>
                      </a:stretch>
                    </p:blipFill>
                    <p:spPr>
                      <a:xfrm>
                        <a:off x="3116603" y="4804677"/>
                        <a:ext cx="900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132" name="Ink 70">
                        <a:extLst>
                          <a:ext uri="{FF2B5EF4-FFF2-40B4-BE49-F238E27FC236}">
                            <a16:creationId xmlns:a16="http://schemas.microsoft.com/office/drawing/2014/main" id="{D2D59BB8-91BC-6D0D-609A-C95D6E688C1C}"/>
                          </a:ext>
                        </a:extLst>
                      </p14:cNvPr>
                      <p14:cNvContentPartPr/>
                      <p14:nvPr/>
                    </p14:nvContentPartPr>
                    <p14:xfrm>
                      <a:off x="3701243" y="4796037"/>
                      <a:ext cx="432720" cy="230400"/>
                    </p14:xfrm>
                  </p:contentPart>
                </mc:Choice>
                <mc:Fallback xmlns="">
                  <p:pic>
                    <p:nvPicPr>
                      <p:cNvPr id="26" name="Ink 25">
                        <a:extLst>
                          <a:ext uri="{FF2B5EF4-FFF2-40B4-BE49-F238E27FC236}">
                            <a16:creationId xmlns:a16="http://schemas.microsoft.com/office/drawing/2014/main" id="{E0C9C4C4-73A5-4F74-9381-A2DF2E7334FA}"/>
                          </a:ext>
                        </a:extLst>
                      </p:cNvPr>
                      <p:cNvPicPr/>
                      <p:nvPr/>
                    </p:nvPicPr>
                    <p:blipFill>
                      <a:blip r:embed="rId105"/>
                      <a:stretch>
                        <a:fillRect/>
                      </a:stretch>
                    </p:blipFill>
                    <p:spPr>
                      <a:xfrm>
                        <a:off x="3696923" y="4791717"/>
                        <a:ext cx="441360" cy="23904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133" name="Ink 71">
                        <a:extLst>
                          <a:ext uri="{FF2B5EF4-FFF2-40B4-BE49-F238E27FC236}">
                            <a16:creationId xmlns:a16="http://schemas.microsoft.com/office/drawing/2014/main" id="{7D6E09EA-1E18-F480-0467-E61EE3227617}"/>
                          </a:ext>
                        </a:extLst>
                      </p14:cNvPr>
                      <p14:cNvContentPartPr/>
                      <p14:nvPr/>
                    </p14:nvContentPartPr>
                    <p14:xfrm>
                      <a:off x="3810323" y="4861557"/>
                      <a:ext cx="114120" cy="96120"/>
                    </p14:xfrm>
                  </p:contentPart>
                </mc:Choice>
                <mc:Fallback xmlns="">
                  <p:pic>
                    <p:nvPicPr>
                      <p:cNvPr id="27" name="Ink 26">
                        <a:extLst>
                          <a:ext uri="{FF2B5EF4-FFF2-40B4-BE49-F238E27FC236}">
                            <a16:creationId xmlns:a16="http://schemas.microsoft.com/office/drawing/2014/main" id="{2801BB36-940E-4DE4-987C-A3277746B207}"/>
                          </a:ext>
                        </a:extLst>
                      </p:cNvPr>
                      <p:cNvPicPr/>
                      <p:nvPr/>
                    </p:nvPicPr>
                    <p:blipFill>
                      <a:blip r:embed="rId107"/>
                      <a:stretch>
                        <a:fillRect/>
                      </a:stretch>
                    </p:blipFill>
                    <p:spPr>
                      <a:xfrm>
                        <a:off x="3806003" y="4857237"/>
                        <a:ext cx="122760" cy="10476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134" name="Ink 72">
                        <a:extLst>
                          <a:ext uri="{FF2B5EF4-FFF2-40B4-BE49-F238E27FC236}">
                            <a16:creationId xmlns:a16="http://schemas.microsoft.com/office/drawing/2014/main" id="{54A8D647-1044-5D6C-7C80-7854AF2DB84A}"/>
                          </a:ext>
                        </a:extLst>
                      </p14:cNvPr>
                      <p14:cNvContentPartPr/>
                      <p14:nvPr/>
                    </p14:nvContentPartPr>
                    <p14:xfrm>
                      <a:off x="3768563" y="4810797"/>
                      <a:ext cx="108000" cy="87840"/>
                    </p14:xfrm>
                  </p:contentPart>
                </mc:Choice>
                <mc:Fallback xmlns="">
                  <p:pic>
                    <p:nvPicPr>
                      <p:cNvPr id="28" name="Ink 27">
                        <a:extLst>
                          <a:ext uri="{FF2B5EF4-FFF2-40B4-BE49-F238E27FC236}">
                            <a16:creationId xmlns:a16="http://schemas.microsoft.com/office/drawing/2014/main" id="{8E3A47B4-55A0-42B8-98B7-2957AEA5BED7}"/>
                          </a:ext>
                        </a:extLst>
                      </p:cNvPr>
                      <p:cNvPicPr/>
                      <p:nvPr/>
                    </p:nvPicPr>
                    <p:blipFill>
                      <a:blip r:embed="rId109"/>
                      <a:stretch>
                        <a:fillRect/>
                      </a:stretch>
                    </p:blipFill>
                    <p:spPr>
                      <a:xfrm>
                        <a:off x="3764243" y="4806477"/>
                        <a:ext cx="116640" cy="9648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135" name="Ink 73">
                        <a:extLst>
                          <a:ext uri="{FF2B5EF4-FFF2-40B4-BE49-F238E27FC236}">
                            <a16:creationId xmlns:a16="http://schemas.microsoft.com/office/drawing/2014/main" id="{0A0B9900-386F-909E-4B31-B99CCE9BF4EA}"/>
                          </a:ext>
                        </a:extLst>
                      </p14:cNvPr>
                      <p14:cNvContentPartPr/>
                      <p14:nvPr/>
                    </p14:nvContentPartPr>
                    <p14:xfrm>
                      <a:off x="4198043" y="4394277"/>
                      <a:ext cx="671760" cy="279360"/>
                    </p14:xfrm>
                  </p:contentPart>
                </mc:Choice>
                <mc:Fallback xmlns="">
                  <p:pic>
                    <p:nvPicPr>
                      <p:cNvPr id="33" name="Ink 32">
                        <a:extLst>
                          <a:ext uri="{FF2B5EF4-FFF2-40B4-BE49-F238E27FC236}">
                            <a16:creationId xmlns:a16="http://schemas.microsoft.com/office/drawing/2014/main" id="{E20A6D8E-A176-41BA-A481-34653C4F2618}"/>
                          </a:ext>
                        </a:extLst>
                      </p:cNvPr>
                      <p:cNvPicPr/>
                      <p:nvPr/>
                    </p:nvPicPr>
                    <p:blipFill>
                      <a:blip r:embed="rId111"/>
                      <a:stretch>
                        <a:fillRect/>
                      </a:stretch>
                    </p:blipFill>
                    <p:spPr>
                      <a:xfrm>
                        <a:off x="4193723" y="4389957"/>
                        <a:ext cx="680400" cy="28800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136" name="Ink 74">
                        <a:extLst>
                          <a:ext uri="{FF2B5EF4-FFF2-40B4-BE49-F238E27FC236}">
                            <a16:creationId xmlns:a16="http://schemas.microsoft.com/office/drawing/2014/main" id="{780D0B87-1C00-E78D-57D2-AA6B42F45BAF}"/>
                          </a:ext>
                        </a:extLst>
                      </p14:cNvPr>
                      <p14:cNvContentPartPr/>
                      <p14:nvPr/>
                    </p14:nvContentPartPr>
                    <p14:xfrm>
                      <a:off x="4580003" y="4511997"/>
                      <a:ext cx="306360" cy="180000"/>
                    </p14:xfrm>
                  </p:contentPart>
                </mc:Choice>
                <mc:Fallback xmlns="">
                  <p:pic>
                    <p:nvPicPr>
                      <p:cNvPr id="34" name="Ink 33">
                        <a:extLst>
                          <a:ext uri="{FF2B5EF4-FFF2-40B4-BE49-F238E27FC236}">
                            <a16:creationId xmlns:a16="http://schemas.microsoft.com/office/drawing/2014/main" id="{0E06FFED-7B88-495E-9D8E-5DCBE566E8CF}"/>
                          </a:ext>
                        </a:extLst>
                      </p:cNvPr>
                      <p:cNvPicPr/>
                      <p:nvPr/>
                    </p:nvPicPr>
                    <p:blipFill>
                      <a:blip r:embed="rId113"/>
                      <a:stretch>
                        <a:fillRect/>
                      </a:stretch>
                    </p:blipFill>
                    <p:spPr>
                      <a:xfrm>
                        <a:off x="4575683" y="4507677"/>
                        <a:ext cx="315000" cy="18864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137" name="Ink 75">
                        <a:extLst>
                          <a:ext uri="{FF2B5EF4-FFF2-40B4-BE49-F238E27FC236}">
                            <a16:creationId xmlns:a16="http://schemas.microsoft.com/office/drawing/2014/main" id="{092656BB-2C9D-1C3F-9A78-3AC3652F4AFE}"/>
                          </a:ext>
                        </a:extLst>
                      </p14:cNvPr>
                      <p14:cNvContentPartPr/>
                      <p14:nvPr/>
                    </p14:nvContentPartPr>
                    <p14:xfrm>
                      <a:off x="4210643" y="4676877"/>
                      <a:ext cx="667800" cy="50040"/>
                    </p14:xfrm>
                  </p:contentPart>
                </mc:Choice>
                <mc:Fallback xmlns="">
                  <p:pic>
                    <p:nvPicPr>
                      <p:cNvPr id="37" name="Ink 36">
                        <a:extLst>
                          <a:ext uri="{FF2B5EF4-FFF2-40B4-BE49-F238E27FC236}">
                            <a16:creationId xmlns:a16="http://schemas.microsoft.com/office/drawing/2014/main" id="{C22C8059-B96B-4066-8720-F7E907248A64}"/>
                          </a:ext>
                        </a:extLst>
                      </p:cNvPr>
                      <p:cNvPicPr/>
                      <p:nvPr/>
                    </p:nvPicPr>
                    <p:blipFill>
                      <a:blip r:embed="rId115"/>
                      <a:stretch>
                        <a:fillRect/>
                      </a:stretch>
                    </p:blipFill>
                    <p:spPr>
                      <a:xfrm>
                        <a:off x="4206323" y="4672557"/>
                        <a:ext cx="676440" cy="5868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138" name="Ink 76">
                        <a:extLst>
                          <a:ext uri="{FF2B5EF4-FFF2-40B4-BE49-F238E27FC236}">
                            <a16:creationId xmlns:a16="http://schemas.microsoft.com/office/drawing/2014/main" id="{935C76E3-BEE2-67EE-A8CF-C7125577EA52}"/>
                          </a:ext>
                        </a:extLst>
                      </p14:cNvPr>
                      <p14:cNvContentPartPr/>
                      <p14:nvPr/>
                    </p14:nvContentPartPr>
                    <p14:xfrm>
                      <a:off x="4134096" y="4712994"/>
                      <a:ext cx="740160" cy="150840"/>
                    </p14:xfrm>
                  </p:contentPart>
                </mc:Choice>
                <mc:Fallback xmlns="">
                  <p:pic>
                    <p:nvPicPr>
                      <p:cNvPr id="43" name="Ink 42">
                        <a:extLst>
                          <a:ext uri="{FF2B5EF4-FFF2-40B4-BE49-F238E27FC236}">
                            <a16:creationId xmlns:a16="http://schemas.microsoft.com/office/drawing/2014/main" id="{BFB15D23-4CCD-450B-81AE-06B6133DAE4A}"/>
                          </a:ext>
                        </a:extLst>
                      </p:cNvPr>
                      <p:cNvPicPr/>
                      <p:nvPr/>
                    </p:nvPicPr>
                    <p:blipFill>
                      <a:blip r:embed="rId117"/>
                      <a:stretch>
                        <a:fillRect/>
                      </a:stretch>
                    </p:blipFill>
                    <p:spPr>
                      <a:xfrm>
                        <a:off x="4129776" y="4708674"/>
                        <a:ext cx="748800" cy="15948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139" name="Ink 77">
                        <a:extLst>
                          <a:ext uri="{FF2B5EF4-FFF2-40B4-BE49-F238E27FC236}">
                            <a16:creationId xmlns:a16="http://schemas.microsoft.com/office/drawing/2014/main" id="{276D5CFB-BD20-8184-7B88-E5960FC884DB}"/>
                          </a:ext>
                        </a:extLst>
                      </p14:cNvPr>
                      <p14:cNvContentPartPr/>
                      <p14:nvPr/>
                    </p14:nvContentPartPr>
                    <p14:xfrm>
                      <a:off x="4408416" y="4885434"/>
                      <a:ext cx="468000" cy="137880"/>
                    </p14:xfrm>
                  </p:contentPart>
                </mc:Choice>
                <mc:Fallback xmlns="">
                  <p:pic>
                    <p:nvPicPr>
                      <p:cNvPr id="44" name="Ink 43">
                        <a:extLst>
                          <a:ext uri="{FF2B5EF4-FFF2-40B4-BE49-F238E27FC236}">
                            <a16:creationId xmlns:a16="http://schemas.microsoft.com/office/drawing/2014/main" id="{54D09A60-CF1E-4599-A367-8E2B175C926B}"/>
                          </a:ext>
                        </a:extLst>
                      </p:cNvPr>
                      <p:cNvPicPr/>
                      <p:nvPr/>
                    </p:nvPicPr>
                    <p:blipFill>
                      <a:blip r:embed="rId119"/>
                      <a:stretch>
                        <a:fillRect/>
                      </a:stretch>
                    </p:blipFill>
                    <p:spPr>
                      <a:xfrm>
                        <a:off x="4404096" y="4881114"/>
                        <a:ext cx="476640" cy="14652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140" name="Ink 78">
                        <a:extLst>
                          <a:ext uri="{FF2B5EF4-FFF2-40B4-BE49-F238E27FC236}">
                            <a16:creationId xmlns:a16="http://schemas.microsoft.com/office/drawing/2014/main" id="{7CAAFB6A-05EF-9DDF-2B65-C3245B853035}"/>
                          </a:ext>
                        </a:extLst>
                      </p14:cNvPr>
                      <p14:cNvContentPartPr/>
                      <p14:nvPr/>
                    </p14:nvContentPartPr>
                    <p14:xfrm>
                      <a:off x="4048416" y="4866714"/>
                      <a:ext cx="472680" cy="151920"/>
                    </p14:xfrm>
                  </p:contentPart>
                </mc:Choice>
                <mc:Fallback xmlns="">
                  <p:pic>
                    <p:nvPicPr>
                      <p:cNvPr id="45" name="Ink 44">
                        <a:extLst>
                          <a:ext uri="{FF2B5EF4-FFF2-40B4-BE49-F238E27FC236}">
                            <a16:creationId xmlns:a16="http://schemas.microsoft.com/office/drawing/2014/main" id="{4C200B93-DE56-4A68-916A-14FDAD8FF47A}"/>
                          </a:ext>
                        </a:extLst>
                      </p:cNvPr>
                      <p:cNvPicPr/>
                      <p:nvPr/>
                    </p:nvPicPr>
                    <p:blipFill>
                      <a:blip r:embed="rId121"/>
                      <a:stretch>
                        <a:fillRect/>
                      </a:stretch>
                    </p:blipFill>
                    <p:spPr>
                      <a:xfrm>
                        <a:off x="4044096" y="4862394"/>
                        <a:ext cx="481320" cy="16056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141" name="Ink 79">
                        <a:extLst>
                          <a:ext uri="{FF2B5EF4-FFF2-40B4-BE49-F238E27FC236}">
                            <a16:creationId xmlns:a16="http://schemas.microsoft.com/office/drawing/2014/main" id="{A811EF5C-6440-491B-01DC-DB99C1D38960}"/>
                          </a:ext>
                        </a:extLst>
                      </p14:cNvPr>
                      <p14:cNvContentPartPr/>
                      <p14:nvPr/>
                    </p14:nvContentPartPr>
                    <p14:xfrm>
                      <a:off x="3986136" y="4989834"/>
                      <a:ext cx="1800" cy="35640"/>
                    </p14:xfrm>
                  </p:contentPart>
                </mc:Choice>
                <mc:Fallback xmlns="">
                  <p:pic>
                    <p:nvPicPr>
                      <p:cNvPr id="46" name="Ink 45">
                        <a:extLst>
                          <a:ext uri="{FF2B5EF4-FFF2-40B4-BE49-F238E27FC236}">
                            <a16:creationId xmlns:a16="http://schemas.microsoft.com/office/drawing/2014/main" id="{5BBF300D-9F58-4A4F-AA1E-A1E5D30D1FA2}"/>
                          </a:ext>
                        </a:extLst>
                      </p:cNvPr>
                      <p:cNvPicPr/>
                      <p:nvPr/>
                    </p:nvPicPr>
                    <p:blipFill>
                      <a:blip r:embed="rId123"/>
                      <a:stretch>
                        <a:fillRect/>
                      </a:stretch>
                    </p:blipFill>
                    <p:spPr>
                      <a:xfrm>
                        <a:off x="3981816" y="4985514"/>
                        <a:ext cx="10440" cy="4428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142" name="Ink 80">
                        <a:extLst>
                          <a:ext uri="{FF2B5EF4-FFF2-40B4-BE49-F238E27FC236}">
                            <a16:creationId xmlns:a16="http://schemas.microsoft.com/office/drawing/2014/main" id="{868D0A76-64FA-581E-9619-8600C2D77565}"/>
                          </a:ext>
                        </a:extLst>
                      </p14:cNvPr>
                      <p14:cNvContentPartPr/>
                      <p14:nvPr/>
                    </p14:nvContentPartPr>
                    <p14:xfrm>
                      <a:off x="4450176" y="4837554"/>
                      <a:ext cx="171000" cy="22320"/>
                    </p14:xfrm>
                  </p:contentPart>
                </mc:Choice>
                <mc:Fallback xmlns="">
                  <p:pic>
                    <p:nvPicPr>
                      <p:cNvPr id="48" name="Ink 47">
                        <a:extLst>
                          <a:ext uri="{FF2B5EF4-FFF2-40B4-BE49-F238E27FC236}">
                            <a16:creationId xmlns:a16="http://schemas.microsoft.com/office/drawing/2014/main" id="{B7CA3E3F-6C04-45F0-A8F4-94E3B89372C8}"/>
                          </a:ext>
                        </a:extLst>
                      </p:cNvPr>
                      <p:cNvPicPr/>
                      <p:nvPr/>
                    </p:nvPicPr>
                    <p:blipFill>
                      <a:blip r:embed="rId125"/>
                      <a:stretch>
                        <a:fillRect/>
                      </a:stretch>
                    </p:blipFill>
                    <p:spPr>
                      <a:xfrm>
                        <a:off x="4445856" y="4833234"/>
                        <a:ext cx="179640" cy="3096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143" name="Ink 81">
                        <a:extLst>
                          <a:ext uri="{FF2B5EF4-FFF2-40B4-BE49-F238E27FC236}">
                            <a16:creationId xmlns:a16="http://schemas.microsoft.com/office/drawing/2014/main" id="{04C37DC4-87EC-AD03-E9D6-C72C6F0E649F}"/>
                          </a:ext>
                        </a:extLst>
                      </p14:cNvPr>
                      <p14:cNvContentPartPr/>
                      <p14:nvPr/>
                    </p14:nvContentPartPr>
                    <p14:xfrm>
                      <a:off x="4444056" y="4832514"/>
                      <a:ext cx="154440" cy="23400"/>
                    </p14:xfrm>
                  </p:contentPart>
                </mc:Choice>
                <mc:Fallback xmlns="">
                  <p:pic>
                    <p:nvPicPr>
                      <p:cNvPr id="49" name="Ink 48">
                        <a:extLst>
                          <a:ext uri="{FF2B5EF4-FFF2-40B4-BE49-F238E27FC236}">
                            <a16:creationId xmlns:a16="http://schemas.microsoft.com/office/drawing/2014/main" id="{23B71FF8-F276-49A5-8D45-9CCBC7BBB9A7}"/>
                          </a:ext>
                        </a:extLst>
                      </p:cNvPr>
                      <p:cNvPicPr/>
                      <p:nvPr/>
                    </p:nvPicPr>
                    <p:blipFill>
                      <a:blip r:embed="rId127"/>
                      <a:stretch>
                        <a:fillRect/>
                      </a:stretch>
                    </p:blipFill>
                    <p:spPr>
                      <a:xfrm>
                        <a:off x="4439736" y="4828194"/>
                        <a:ext cx="163080" cy="3204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144" name="Ink 82">
                        <a:extLst>
                          <a:ext uri="{FF2B5EF4-FFF2-40B4-BE49-F238E27FC236}">
                            <a16:creationId xmlns:a16="http://schemas.microsoft.com/office/drawing/2014/main" id="{84AC9213-1366-DDB4-3F6B-FE0465634530}"/>
                          </a:ext>
                        </a:extLst>
                      </p14:cNvPr>
                      <p14:cNvContentPartPr/>
                      <p14:nvPr/>
                    </p14:nvContentPartPr>
                    <p14:xfrm>
                      <a:off x="3343896" y="4694274"/>
                      <a:ext cx="230040" cy="23760"/>
                    </p14:xfrm>
                  </p:contentPart>
                </mc:Choice>
                <mc:Fallback xmlns="">
                  <p:pic>
                    <p:nvPicPr>
                      <p:cNvPr id="54" name="Ink 53">
                        <a:extLst>
                          <a:ext uri="{FF2B5EF4-FFF2-40B4-BE49-F238E27FC236}">
                            <a16:creationId xmlns:a16="http://schemas.microsoft.com/office/drawing/2014/main" id="{1CDC4632-CF18-49C1-B6F2-FDA8657433D9}"/>
                          </a:ext>
                        </a:extLst>
                      </p:cNvPr>
                      <p:cNvPicPr/>
                      <p:nvPr/>
                    </p:nvPicPr>
                    <p:blipFill>
                      <a:blip r:embed="rId129"/>
                      <a:stretch>
                        <a:fillRect/>
                      </a:stretch>
                    </p:blipFill>
                    <p:spPr>
                      <a:xfrm>
                        <a:off x="3339576" y="4689954"/>
                        <a:ext cx="238680" cy="3240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145" name="Ink 83">
                        <a:extLst>
                          <a:ext uri="{FF2B5EF4-FFF2-40B4-BE49-F238E27FC236}">
                            <a16:creationId xmlns:a16="http://schemas.microsoft.com/office/drawing/2014/main" id="{C2D12C57-9DC9-D77F-41A8-E8CA21C63E24}"/>
                          </a:ext>
                        </a:extLst>
                      </p14:cNvPr>
                      <p14:cNvContentPartPr/>
                      <p14:nvPr/>
                    </p14:nvContentPartPr>
                    <p14:xfrm>
                      <a:off x="3032496" y="4432914"/>
                      <a:ext cx="199080" cy="74880"/>
                    </p14:xfrm>
                  </p:contentPart>
                </mc:Choice>
                <mc:Fallback xmlns="">
                  <p:pic>
                    <p:nvPicPr>
                      <p:cNvPr id="55" name="Ink 54">
                        <a:extLst>
                          <a:ext uri="{FF2B5EF4-FFF2-40B4-BE49-F238E27FC236}">
                            <a16:creationId xmlns:a16="http://schemas.microsoft.com/office/drawing/2014/main" id="{8C258157-A9D6-48F7-AC93-44E8BDF32107}"/>
                          </a:ext>
                        </a:extLst>
                      </p:cNvPr>
                      <p:cNvPicPr/>
                      <p:nvPr/>
                    </p:nvPicPr>
                    <p:blipFill>
                      <a:blip r:embed="rId131"/>
                      <a:stretch>
                        <a:fillRect/>
                      </a:stretch>
                    </p:blipFill>
                    <p:spPr>
                      <a:xfrm>
                        <a:off x="3028176" y="4428594"/>
                        <a:ext cx="207720" cy="8352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146" name="Ink 84">
                        <a:extLst>
                          <a:ext uri="{FF2B5EF4-FFF2-40B4-BE49-F238E27FC236}">
                            <a16:creationId xmlns:a16="http://schemas.microsoft.com/office/drawing/2014/main" id="{01ED8D17-2E83-AA7B-C93E-888233B2A887}"/>
                          </a:ext>
                        </a:extLst>
                      </p14:cNvPr>
                      <p14:cNvContentPartPr/>
                      <p14:nvPr/>
                    </p14:nvContentPartPr>
                    <p14:xfrm>
                      <a:off x="4270608" y="4040802"/>
                      <a:ext cx="610200" cy="282240"/>
                    </p14:xfrm>
                  </p:contentPart>
                </mc:Choice>
                <mc:Fallback xmlns="">
                  <p:pic>
                    <p:nvPicPr>
                      <p:cNvPr id="57" name="Ink 56">
                        <a:extLst>
                          <a:ext uri="{FF2B5EF4-FFF2-40B4-BE49-F238E27FC236}">
                            <a16:creationId xmlns:a16="http://schemas.microsoft.com/office/drawing/2014/main" id="{1C7B8730-5737-43EC-898E-765C2D67FC25}"/>
                          </a:ext>
                        </a:extLst>
                      </p:cNvPr>
                      <p:cNvPicPr/>
                      <p:nvPr/>
                    </p:nvPicPr>
                    <p:blipFill>
                      <a:blip r:embed="rId133"/>
                      <a:stretch>
                        <a:fillRect/>
                      </a:stretch>
                    </p:blipFill>
                    <p:spPr>
                      <a:xfrm>
                        <a:off x="4266288" y="4036482"/>
                        <a:ext cx="618840" cy="29088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147" name="Ink 85">
                        <a:extLst>
                          <a:ext uri="{FF2B5EF4-FFF2-40B4-BE49-F238E27FC236}">
                            <a16:creationId xmlns:a16="http://schemas.microsoft.com/office/drawing/2014/main" id="{7B139736-10E4-3BDF-AAE4-2BB2652DBB4D}"/>
                          </a:ext>
                        </a:extLst>
                      </p14:cNvPr>
                      <p14:cNvContentPartPr/>
                      <p14:nvPr/>
                    </p14:nvContentPartPr>
                    <p14:xfrm>
                      <a:off x="4443408" y="4247802"/>
                      <a:ext cx="189720" cy="61200"/>
                    </p14:xfrm>
                  </p:contentPart>
                </mc:Choice>
                <mc:Fallback xmlns="">
                  <p:pic>
                    <p:nvPicPr>
                      <p:cNvPr id="58" name="Ink 57">
                        <a:extLst>
                          <a:ext uri="{FF2B5EF4-FFF2-40B4-BE49-F238E27FC236}">
                            <a16:creationId xmlns:a16="http://schemas.microsoft.com/office/drawing/2014/main" id="{7283D5F0-FED3-412C-AF6B-78FA745DC439}"/>
                          </a:ext>
                        </a:extLst>
                      </p:cNvPr>
                      <p:cNvPicPr/>
                      <p:nvPr/>
                    </p:nvPicPr>
                    <p:blipFill>
                      <a:blip r:embed="rId135"/>
                      <a:stretch>
                        <a:fillRect/>
                      </a:stretch>
                    </p:blipFill>
                    <p:spPr>
                      <a:xfrm>
                        <a:off x="4439088" y="4243482"/>
                        <a:ext cx="198360" cy="6984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148" name="Ink 86">
                        <a:extLst>
                          <a:ext uri="{FF2B5EF4-FFF2-40B4-BE49-F238E27FC236}">
                            <a16:creationId xmlns:a16="http://schemas.microsoft.com/office/drawing/2014/main" id="{6CDF1E3E-9B67-A0B4-D2C2-4C0A4A076F00}"/>
                          </a:ext>
                        </a:extLst>
                      </p14:cNvPr>
                      <p14:cNvContentPartPr/>
                      <p14:nvPr/>
                    </p14:nvContentPartPr>
                    <p14:xfrm>
                      <a:off x="4908168" y="3906882"/>
                      <a:ext cx="115920" cy="371520"/>
                    </p14:xfrm>
                  </p:contentPart>
                </mc:Choice>
                <mc:Fallback xmlns="">
                  <p:pic>
                    <p:nvPicPr>
                      <p:cNvPr id="60" name="Ink 59">
                        <a:extLst>
                          <a:ext uri="{FF2B5EF4-FFF2-40B4-BE49-F238E27FC236}">
                            <a16:creationId xmlns:a16="http://schemas.microsoft.com/office/drawing/2014/main" id="{CF1073E4-DF6A-4FE9-A5CC-E32CF8C8C8BE}"/>
                          </a:ext>
                        </a:extLst>
                      </p:cNvPr>
                      <p:cNvPicPr/>
                      <p:nvPr/>
                    </p:nvPicPr>
                    <p:blipFill>
                      <a:blip r:embed="rId137"/>
                      <a:stretch>
                        <a:fillRect/>
                      </a:stretch>
                    </p:blipFill>
                    <p:spPr>
                      <a:xfrm>
                        <a:off x="4903848" y="3902562"/>
                        <a:ext cx="124560" cy="38016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149" name="Ink 87">
                        <a:extLst>
                          <a:ext uri="{FF2B5EF4-FFF2-40B4-BE49-F238E27FC236}">
                            <a16:creationId xmlns:a16="http://schemas.microsoft.com/office/drawing/2014/main" id="{9F915986-9F3B-C3FC-72A5-FF7BE159B0A7}"/>
                          </a:ext>
                        </a:extLst>
                      </p14:cNvPr>
                      <p14:cNvContentPartPr/>
                      <p14:nvPr/>
                    </p14:nvContentPartPr>
                    <p14:xfrm>
                      <a:off x="4974768" y="3835602"/>
                      <a:ext cx="158400" cy="379080"/>
                    </p14:xfrm>
                  </p:contentPart>
                </mc:Choice>
                <mc:Fallback xmlns="">
                  <p:pic>
                    <p:nvPicPr>
                      <p:cNvPr id="61" name="Ink 60">
                        <a:extLst>
                          <a:ext uri="{FF2B5EF4-FFF2-40B4-BE49-F238E27FC236}">
                            <a16:creationId xmlns:a16="http://schemas.microsoft.com/office/drawing/2014/main" id="{6F9B5537-9CF9-4D18-A56C-03FA56477FA6}"/>
                          </a:ext>
                        </a:extLst>
                      </p:cNvPr>
                      <p:cNvPicPr/>
                      <p:nvPr/>
                    </p:nvPicPr>
                    <p:blipFill>
                      <a:blip r:embed="rId139"/>
                      <a:stretch>
                        <a:fillRect/>
                      </a:stretch>
                    </p:blipFill>
                    <p:spPr>
                      <a:xfrm>
                        <a:off x="4970448" y="3831282"/>
                        <a:ext cx="167040" cy="38772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150" name="Ink 88">
                        <a:extLst>
                          <a:ext uri="{FF2B5EF4-FFF2-40B4-BE49-F238E27FC236}">
                            <a16:creationId xmlns:a16="http://schemas.microsoft.com/office/drawing/2014/main" id="{5B27E18A-FB3C-B370-B333-A2E5B50B1B44}"/>
                          </a:ext>
                        </a:extLst>
                      </p14:cNvPr>
                      <p14:cNvContentPartPr/>
                      <p14:nvPr/>
                    </p14:nvContentPartPr>
                    <p14:xfrm>
                      <a:off x="5062248" y="3880962"/>
                      <a:ext cx="205560" cy="239760"/>
                    </p14:xfrm>
                  </p:contentPart>
                </mc:Choice>
                <mc:Fallback xmlns="">
                  <p:pic>
                    <p:nvPicPr>
                      <p:cNvPr id="62" name="Ink 61">
                        <a:extLst>
                          <a:ext uri="{FF2B5EF4-FFF2-40B4-BE49-F238E27FC236}">
                            <a16:creationId xmlns:a16="http://schemas.microsoft.com/office/drawing/2014/main" id="{6025FC89-32B7-4245-99F7-31FCAD3F4062}"/>
                          </a:ext>
                        </a:extLst>
                      </p:cNvPr>
                      <p:cNvPicPr/>
                      <p:nvPr/>
                    </p:nvPicPr>
                    <p:blipFill>
                      <a:blip r:embed="rId141"/>
                      <a:stretch>
                        <a:fillRect/>
                      </a:stretch>
                    </p:blipFill>
                    <p:spPr>
                      <a:xfrm>
                        <a:off x="5057928" y="3876642"/>
                        <a:ext cx="214200" cy="24840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151" name="Ink 89">
                        <a:extLst>
                          <a:ext uri="{FF2B5EF4-FFF2-40B4-BE49-F238E27FC236}">
                            <a16:creationId xmlns:a16="http://schemas.microsoft.com/office/drawing/2014/main" id="{C60139C5-1EEC-3F38-D53C-D8EA0A45C86A}"/>
                          </a:ext>
                        </a:extLst>
                      </p14:cNvPr>
                      <p14:cNvContentPartPr/>
                      <p14:nvPr/>
                    </p14:nvContentPartPr>
                    <p14:xfrm>
                      <a:off x="5239728" y="3715722"/>
                      <a:ext cx="45000" cy="162360"/>
                    </p14:xfrm>
                  </p:contentPart>
                </mc:Choice>
                <mc:Fallback xmlns="">
                  <p:pic>
                    <p:nvPicPr>
                      <p:cNvPr id="63" name="Ink 62">
                        <a:extLst>
                          <a:ext uri="{FF2B5EF4-FFF2-40B4-BE49-F238E27FC236}">
                            <a16:creationId xmlns:a16="http://schemas.microsoft.com/office/drawing/2014/main" id="{D68175B0-A5FE-4AA7-87DC-1389828D425A}"/>
                          </a:ext>
                        </a:extLst>
                      </p:cNvPr>
                      <p:cNvPicPr/>
                      <p:nvPr/>
                    </p:nvPicPr>
                    <p:blipFill>
                      <a:blip r:embed="rId143"/>
                      <a:stretch>
                        <a:fillRect/>
                      </a:stretch>
                    </p:blipFill>
                    <p:spPr>
                      <a:xfrm>
                        <a:off x="5235408" y="3711402"/>
                        <a:ext cx="53640" cy="17100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152" name="Ink 90">
                        <a:extLst>
                          <a:ext uri="{FF2B5EF4-FFF2-40B4-BE49-F238E27FC236}">
                            <a16:creationId xmlns:a16="http://schemas.microsoft.com/office/drawing/2014/main" id="{3331FCA2-EE9A-DE9C-8A0C-8C923797F2E3}"/>
                          </a:ext>
                        </a:extLst>
                      </p14:cNvPr>
                      <p14:cNvContentPartPr/>
                      <p14:nvPr/>
                    </p14:nvContentPartPr>
                    <p14:xfrm>
                      <a:off x="5118768" y="3729042"/>
                      <a:ext cx="138960" cy="130320"/>
                    </p14:xfrm>
                  </p:contentPart>
                </mc:Choice>
                <mc:Fallback xmlns="">
                  <p:pic>
                    <p:nvPicPr>
                      <p:cNvPr id="1344" name="Ink 1343">
                        <a:extLst>
                          <a:ext uri="{FF2B5EF4-FFF2-40B4-BE49-F238E27FC236}">
                            <a16:creationId xmlns:a16="http://schemas.microsoft.com/office/drawing/2014/main" id="{E4F70FA7-E691-44A9-83DA-303461FDB0CA}"/>
                          </a:ext>
                        </a:extLst>
                      </p:cNvPr>
                      <p:cNvPicPr/>
                      <p:nvPr/>
                    </p:nvPicPr>
                    <p:blipFill>
                      <a:blip r:embed="rId145"/>
                      <a:stretch>
                        <a:fillRect/>
                      </a:stretch>
                    </p:blipFill>
                    <p:spPr>
                      <a:xfrm>
                        <a:off x="5114448" y="3724722"/>
                        <a:ext cx="147600" cy="13896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153" name="Ink 91">
                        <a:extLst>
                          <a:ext uri="{FF2B5EF4-FFF2-40B4-BE49-F238E27FC236}">
                            <a16:creationId xmlns:a16="http://schemas.microsoft.com/office/drawing/2014/main" id="{F3BBAD3E-9947-9777-D063-4D9DF4C67351}"/>
                          </a:ext>
                        </a:extLst>
                      </p14:cNvPr>
                      <p14:cNvContentPartPr/>
                      <p14:nvPr/>
                    </p14:nvContentPartPr>
                    <p14:xfrm>
                      <a:off x="5004648" y="4157082"/>
                      <a:ext cx="164880" cy="226080"/>
                    </p14:xfrm>
                  </p:contentPart>
                </mc:Choice>
                <mc:Fallback xmlns="">
                  <p:pic>
                    <p:nvPicPr>
                      <p:cNvPr id="1346" name="Ink 1345">
                        <a:extLst>
                          <a:ext uri="{FF2B5EF4-FFF2-40B4-BE49-F238E27FC236}">
                            <a16:creationId xmlns:a16="http://schemas.microsoft.com/office/drawing/2014/main" id="{4DDB403C-D47F-41F2-B1A9-F3CCCA75FB30}"/>
                          </a:ext>
                        </a:extLst>
                      </p:cNvPr>
                      <p:cNvPicPr/>
                      <p:nvPr/>
                    </p:nvPicPr>
                    <p:blipFill>
                      <a:blip r:embed="rId147"/>
                      <a:stretch>
                        <a:fillRect/>
                      </a:stretch>
                    </p:blipFill>
                    <p:spPr>
                      <a:xfrm>
                        <a:off x="5000328" y="4152762"/>
                        <a:ext cx="173520" cy="23472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154" name="Ink 92">
                        <a:extLst>
                          <a:ext uri="{FF2B5EF4-FFF2-40B4-BE49-F238E27FC236}">
                            <a16:creationId xmlns:a16="http://schemas.microsoft.com/office/drawing/2014/main" id="{4C2B8E69-C45B-BD4C-C21B-724162971E32}"/>
                          </a:ext>
                        </a:extLst>
                      </p14:cNvPr>
                      <p14:cNvContentPartPr/>
                      <p14:nvPr/>
                    </p14:nvContentPartPr>
                    <p14:xfrm>
                      <a:off x="5101128" y="4153842"/>
                      <a:ext cx="162000" cy="257040"/>
                    </p14:xfrm>
                  </p:contentPart>
                </mc:Choice>
                <mc:Fallback xmlns="">
                  <p:pic>
                    <p:nvPicPr>
                      <p:cNvPr id="1348" name="Ink 1347">
                        <a:extLst>
                          <a:ext uri="{FF2B5EF4-FFF2-40B4-BE49-F238E27FC236}">
                            <a16:creationId xmlns:a16="http://schemas.microsoft.com/office/drawing/2014/main" id="{1EFC9424-62FA-4D8E-8BC0-D3963B02DCB7}"/>
                          </a:ext>
                        </a:extLst>
                      </p:cNvPr>
                      <p:cNvPicPr/>
                      <p:nvPr/>
                    </p:nvPicPr>
                    <p:blipFill>
                      <a:blip r:embed="rId149"/>
                      <a:stretch>
                        <a:fillRect/>
                      </a:stretch>
                    </p:blipFill>
                    <p:spPr>
                      <a:xfrm>
                        <a:off x="5096808" y="4149522"/>
                        <a:ext cx="170640" cy="265680"/>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155" name="Ink 93">
                        <a:extLst>
                          <a:ext uri="{FF2B5EF4-FFF2-40B4-BE49-F238E27FC236}">
                            <a16:creationId xmlns:a16="http://schemas.microsoft.com/office/drawing/2014/main" id="{28E38B81-A8CD-E5FE-8599-7AB18525612A}"/>
                          </a:ext>
                        </a:extLst>
                      </p14:cNvPr>
                      <p14:cNvContentPartPr/>
                      <p14:nvPr/>
                    </p14:nvContentPartPr>
                    <p14:xfrm>
                      <a:off x="5253768" y="4041522"/>
                      <a:ext cx="29160" cy="88200"/>
                    </p14:xfrm>
                  </p:contentPart>
                </mc:Choice>
                <mc:Fallback xmlns="">
                  <p:pic>
                    <p:nvPicPr>
                      <p:cNvPr id="1352" name="Ink 1351">
                        <a:extLst>
                          <a:ext uri="{FF2B5EF4-FFF2-40B4-BE49-F238E27FC236}">
                            <a16:creationId xmlns:a16="http://schemas.microsoft.com/office/drawing/2014/main" id="{C37D5D6D-1B9C-4CB5-9F4B-6FAF65E82704}"/>
                          </a:ext>
                        </a:extLst>
                      </p:cNvPr>
                      <p:cNvPicPr/>
                      <p:nvPr/>
                    </p:nvPicPr>
                    <p:blipFill>
                      <a:blip r:embed="rId151"/>
                      <a:stretch>
                        <a:fillRect/>
                      </a:stretch>
                    </p:blipFill>
                    <p:spPr>
                      <a:xfrm>
                        <a:off x="5249448" y="4037202"/>
                        <a:ext cx="37800" cy="96840"/>
                      </a:xfrm>
                      <a:prstGeom prst="rect">
                        <a:avLst/>
                      </a:prstGeom>
                    </p:spPr>
                  </p:pic>
                </mc:Fallback>
              </mc:AlternateContent>
              <mc:AlternateContent xmlns:mc="http://schemas.openxmlformats.org/markup-compatibility/2006" xmlns:p14="http://schemas.microsoft.com/office/powerpoint/2010/main">
                <mc:Choice Requires="p14">
                  <p:contentPart p14:bwMode="auto" r:id="rId152">
                    <p14:nvContentPartPr>
                      <p14:cNvPr id="156" name="Ink 94">
                        <a:extLst>
                          <a:ext uri="{FF2B5EF4-FFF2-40B4-BE49-F238E27FC236}">
                            <a16:creationId xmlns:a16="http://schemas.microsoft.com/office/drawing/2014/main" id="{A916A213-25FE-5E98-51D5-C23E5A11B157}"/>
                          </a:ext>
                        </a:extLst>
                      </p14:cNvPr>
                      <p14:cNvContentPartPr/>
                      <p14:nvPr/>
                    </p14:nvContentPartPr>
                    <p14:xfrm>
                      <a:off x="5054328" y="4001562"/>
                      <a:ext cx="231840" cy="134640"/>
                    </p14:xfrm>
                  </p:contentPart>
                </mc:Choice>
                <mc:Fallback xmlns="">
                  <p:pic>
                    <p:nvPicPr>
                      <p:cNvPr id="1354" name="Ink 1353">
                        <a:extLst>
                          <a:ext uri="{FF2B5EF4-FFF2-40B4-BE49-F238E27FC236}">
                            <a16:creationId xmlns:a16="http://schemas.microsoft.com/office/drawing/2014/main" id="{A1C83B56-0CF8-45A2-86B8-222A1EF0F817}"/>
                          </a:ext>
                        </a:extLst>
                      </p:cNvPr>
                      <p:cNvPicPr/>
                      <p:nvPr/>
                    </p:nvPicPr>
                    <p:blipFill>
                      <a:blip r:embed="rId153"/>
                      <a:stretch>
                        <a:fillRect/>
                      </a:stretch>
                    </p:blipFill>
                    <p:spPr>
                      <a:xfrm>
                        <a:off x="5050008" y="3997242"/>
                        <a:ext cx="240480" cy="143280"/>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157" name="Ink 95">
                        <a:extLst>
                          <a:ext uri="{FF2B5EF4-FFF2-40B4-BE49-F238E27FC236}">
                            <a16:creationId xmlns:a16="http://schemas.microsoft.com/office/drawing/2014/main" id="{4A4EA47C-11B7-5348-67C7-6F639078C671}"/>
                          </a:ext>
                        </a:extLst>
                      </p14:cNvPr>
                      <p14:cNvContentPartPr/>
                      <p14:nvPr/>
                    </p14:nvContentPartPr>
                    <p14:xfrm>
                      <a:off x="4895568" y="4295682"/>
                      <a:ext cx="144000" cy="271440"/>
                    </p14:xfrm>
                  </p:contentPart>
                </mc:Choice>
                <mc:Fallback xmlns="">
                  <p:pic>
                    <p:nvPicPr>
                      <p:cNvPr id="1357" name="Ink 1356">
                        <a:extLst>
                          <a:ext uri="{FF2B5EF4-FFF2-40B4-BE49-F238E27FC236}">
                            <a16:creationId xmlns:a16="http://schemas.microsoft.com/office/drawing/2014/main" id="{B7A804B5-D5B9-47BB-B5ED-75F41F11978F}"/>
                          </a:ext>
                        </a:extLst>
                      </p:cNvPr>
                      <p:cNvPicPr/>
                      <p:nvPr/>
                    </p:nvPicPr>
                    <p:blipFill>
                      <a:blip r:embed="rId155"/>
                      <a:stretch>
                        <a:fillRect/>
                      </a:stretch>
                    </p:blipFill>
                    <p:spPr>
                      <a:xfrm>
                        <a:off x="4891248" y="4291362"/>
                        <a:ext cx="152640" cy="280080"/>
                      </a:xfrm>
                      <a:prstGeom prst="rect">
                        <a:avLst/>
                      </a:prstGeom>
                    </p:spPr>
                  </p:pic>
                </mc:Fallback>
              </mc:AlternateContent>
              <mc:AlternateContent xmlns:mc="http://schemas.openxmlformats.org/markup-compatibility/2006" xmlns:p14="http://schemas.microsoft.com/office/powerpoint/2010/main">
                <mc:Choice Requires="p14">
                  <p:contentPart p14:bwMode="auto" r:id="rId156">
                    <p14:nvContentPartPr>
                      <p14:cNvPr id="158" name="Ink 96">
                        <a:extLst>
                          <a:ext uri="{FF2B5EF4-FFF2-40B4-BE49-F238E27FC236}">
                            <a16:creationId xmlns:a16="http://schemas.microsoft.com/office/drawing/2014/main" id="{4C705A2C-9D7A-3329-F9A0-AD220F2F45C0}"/>
                          </a:ext>
                        </a:extLst>
                      </p14:cNvPr>
                      <p14:cNvContentPartPr/>
                      <p14:nvPr/>
                    </p14:nvContentPartPr>
                    <p14:xfrm>
                      <a:off x="4894128" y="4531842"/>
                      <a:ext cx="54360" cy="132480"/>
                    </p14:xfrm>
                  </p:contentPart>
                </mc:Choice>
                <mc:Fallback xmlns="">
                  <p:pic>
                    <p:nvPicPr>
                      <p:cNvPr id="1358" name="Ink 1357">
                        <a:extLst>
                          <a:ext uri="{FF2B5EF4-FFF2-40B4-BE49-F238E27FC236}">
                            <a16:creationId xmlns:a16="http://schemas.microsoft.com/office/drawing/2014/main" id="{260B4D5C-3CA1-4109-B3AC-66155F646252}"/>
                          </a:ext>
                        </a:extLst>
                      </p:cNvPr>
                      <p:cNvPicPr/>
                      <p:nvPr/>
                    </p:nvPicPr>
                    <p:blipFill>
                      <a:blip r:embed="rId157"/>
                      <a:stretch>
                        <a:fillRect/>
                      </a:stretch>
                    </p:blipFill>
                    <p:spPr>
                      <a:xfrm>
                        <a:off x="4889808" y="4527522"/>
                        <a:ext cx="63000" cy="141120"/>
                      </a:xfrm>
                      <a:prstGeom prst="rect">
                        <a:avLst/>
                      </a:prstGeom>
                    </p:spPr>
                  </p:pic>
                </mc:Fallback>
              </mc:AlternateContent>
              <mc:AlternateContent xmlns:mc="http://schemas.openxmlformats.org/markup-compatibility/2006" xmlns:p14="http://schemas.microsoft.com/office/powerpoint/2010/main">
                <mc:Choice Requires="p14">
                  <p:contentPart p14:bwMode="auto" r:id="rId158">
                    <p14:nvContentPartPr>
                      <p14:cNvPr id="159" name="Ink 97">
                        <a:extLst>
                          <a:ext uri="{FF2B5EF4-FFF2-40B4-BE49-F238E27FC236}">
                            <a16:creationId xmlns:a16="http://schemas.microsoft.com/office/drawing/2014/main" id="{D05DE89B-5FD5-3CE3-B656-9FD88F7CC0F6}"/>
                          </a:ext>
                        </a:extLst>
                      </p14:cNvPr>
                      <p14:cNvContentPartPr/>
                      <p14:nvPr/>
                    </p14:nvContentPartPr>
                    <p14:xfrm>
                      <a:off x="4890528" y="4581162"/>
                      <a:ext cx="173520" cy="258840"/>
                    </p14:xfrm>
                  </p:contentPart>
                </mc:Choice>
                <mc:Fallback xmlns="">
                  <p:pic>
                    <p:nvPicPr>
                      <p:cNvPr id="1361" name="Ink 1360">
                        <a:extLst>
                          <a:ext uri="{FF2B5EF4-FFF2-40B4-BE49-F238E27FC236}">
                            <a16:creationId xmlns:a16="http://schemas.microsoft.com/office/drawing/2014/main" id="{11E4A68D-7D62-48DD-BF72-A50D048E5CE2}"/>
                          </a:ext>
                        </a:extLst>
                      </p:cNvPr>
                      <p:cNvPicPr/>
                      <p:nvPr/>
                    </p:nvPicPr>
                    <p:blipFill>
                      <a:blip r:embed="rId159"/>
                      <a:stretch>
                        <a:fillRect/>
                      </a:stretch>
                    </p:blipFill>
                    <p:spPr>
                      <a:xfrm>
                        <a:off x="4886208" y="4576842"/>
                        <a:ext cx="182160" cy="267480"/>
                      </a:xfrm>
                      <a:prstGeom prst="rect">
                        <a:avLst/>
                      </a:prstGeom>
                    </p:spPr>
                  </p:pic>
                </mc:Fallback>
              </mc:AlternateContent>
              <mc:AlternateContent xmlns:mc="http://schemas.openxmlformats.org/markup-compatibility/2006" xmlns:p14="http://schemas.microsoft.com/office/powerpoint/2010/main">
                <mc:Choice Requires="p14">
                  <p:contentPart p14:bwMode="auto" r:id="rId160">
                    <p14:nvContentPartPr>
                      <p14:cNvPr id="160" name="Ink 98">
                        <a:extLst>
                          <a:ext uri="{FF2B5EF4-FFF2-40B4-BE49-F238E27FC236}">
                            <a16:creationId xmlns:a16="http://schemas.microsoft.com/office/drawing/2014/main" id="{433DC1D7-0B63-3441-B9F1-080C5E0F174C}"/>
                          </a:ext>
                        </a:extLst>
                      </p14:cNvPr>
                      <p14:cNvContentPartPr/>
                      <p14:nvPr/>
                    </p14:nvContentPartPr>
                    <p14:xfrm>
                      <a:off x="4904208" y="4873482"/>
                      <a:ext cx="75240" cy="48600"/>
                    </p14:xfrm>
                  </p:contentPart>
                </mc:Choice>
                <mc:Fallback xmlns="">
                  <p:pic>
                    <p:nvPicPr>
                      <p:cNvPr id="1362" name="Ink 1361">
                        <a:extLst>
                          <a:ext uri="{FF2B5EF4-FFF2-40B4-BE49-F238E27FC236}">
                            <a16:creationId xmlns:a16="http://schemas.microsoft.com/office/drawing/2014/main" id="{49CD7E89-C170-42B4-A9F5-F11F90FB3720}"/>
                          </a:ext>
                        </a:extLst>
                      </p:cNvPr>
                      <p:cNvPicPr/>
                      <p:nvPr/>
                    </p:nvPicPr>
                    <p:blipFill>
                      <a:blip r:embed="rId161"/>
                      <a:stretch>
                        <a:fillRect/>
                      </a:stretch>
                    </p:blipFill>
                    <p:spPr>
                      <a:xfrm>
                        <a:off x="4899888" y="4869162"/>
                        <a:ext cx="83880" cy="57240"/>
                      </a:xfrm>
                      <a:prstGeom prst="rect">
                        <a:avLst/>
                      </a:prstGeom>
                    </p:spPr>
                  </p:pic>
                </mc:Fallback>
              </mc:AlternateContent>
              <mc:AlternateContent xmlns:mc="http://schemas.openxmlformats.org/markup-compatibility/2006" xmlns:p14="http://schemas.microsoft.com/office/powerpoint/2010/main">
                <mc:Choice Requires="p14">
                  <p:contentPart p14:bwMode="auto" r:id="rId162">
                    <p14:nvContentPartPr>
                      <p14:cNvPr id="161" name="Ink 99">
                        <a:extLst>
                          <a:ext uri="{FF2B5EF4-FFF2-40B4-BE49-F238E27FC236}">
                            <a16:creationId xmlns:a16="http://schemas.microsoft.com/office/drawing/2014/main" id="{A6B20232-B817-28C1-0685-EAB606352A4A}"/>
                          </a:ext>
                        </a:extLst>
                      </p14:cNvPr>
                      <p14:cNvContentPartPr/>
                      <p14:nvPr/>
                    </p14:nvContentPartPr>
                    <p14:xfrm>
                      <a:off x="4974048" y="4760802"/>
                      <a:ext cx="93240" cy="136440"/>
                    </p14:xfrm>
                  </p:contentPart>
                </mc:Choice>
                <mc:Fallback xmlns="">
                  <p:pic>
                    <p:nvPicPr>
                      <p:cNvPr id="1363" name="Ink 1362">
                        <a:extLst>
                          <a:ext uri="{FF2B5EF4-FFF2-40B4-BE49-F238E27FC236}">
                            <a16:creationId xmlns:a16="http://schemas.microsoft.com/office/drawing/2014/main" id="{881341A0-F15D-4FA7-AA51-07CFA21261BB}"/>
                          </a:ext>
                        </a:extLst>
                      </p:cNvPr>
                      <p:cNvPicPr/>
                      <p:nvPr/>
                    </p:nvPicPr>
                    <p:blipFill>
                      <a:blip r:embed="rId163"/>
                      <a:stretch>
                        <a:fillRect/>
                      </a:stretch>
                    </p:blipFill>
                    <p:spPr>
                      <a:xfrm>
                        <a:off x="4969728" y="4756482"/>
                        <a:ext cx="101880" cy="145080"/>
                      </a:xfrm>
                      <a:prstGeom prst="rect">
                        <a:avLst/>
                      </a:prstGeom>
                    </p:spPr>
                  </p:pic>
                </mc:Fallback>
              </mc:AlternateContent>
              <mc:AlternateContent xmlns:mc="http://schemas.openxmlformats.org/markup-compatibility/2006" xmlns:p14="http://schemas.microsoft.com/office/powerpoint/2010/main">
                <mc:Choice Requires="p14">
                  <p:contentPart p14:bwMode="auto" r:id="rId164">
                    <p14:nvContentPartPr>
                      <p14:cNvPr id="162" name="Ink 100">
                        <a:extLst>
                          <a:ext uri="{FF2B5EF4-FFF2-40B4-BE49-F238E27FC236}">
                            <a16:creationId xmlns:a16="http://schemas.microsoft.com/office/drawing/2014/main" id="{CCB4B935-2FDF-8067-B89F-7E4DD181C246}"/>
                          </a:ext>
                        </a:extLst>
                      </p14:cNvPr>
                      <p14:cNvContentPartPr/>
                      <p14:nvPr/>
                    </p14:nvContentPartPr>
                    <p14:xfrm>
                      <a:off x="5056488" y="4647042"/>
                      <a:ext cx="81000" cy="163080"/>
                    </p14:xfrm>
                  </p:contentPart>
                </mc:Choice>
                <mc:Fallback xmlns="">
                  <p:pic>
                    <p:nvPicPr>
                      <p:cNvPr id="1367" name="Ink 1366">
                        <a:extLst>
                          <a:ext uri="{FF2B5EF4-FFF2-40B4-BE49-F238E27FC236}">
                            <a16:creationId xmlns:a16="http://schemas.microsoft.com/office/drawing/2014/main" id="{72A98E7B-E9D3-4E42-9618-62F9859E312C}"/>
                          </a:ext>
                        </a:extLst>
                      </p:cNvPr>
                      <p:cNvPicPr/>
                      <p:nvPr/>
                    </p:nvPicPr>
                    <p:blipFill>
                      <a:blip r:embed="rId165"/>
                      <a:stretch>
                        <a:fillRect/>
                      </a:stretch>
                    </p:blipFill>
                    <p:spPr>
                      <a:xfrm>
                        <a:off x="5052168" y="4642722"/>
                        <a:ext cx="89640" cy="171720"/>
                      </a:xfrm>
                      <a:prstGeom prst="rect">
                        <a:avLst/>
                      </a:prstGeom>
                    </p:spPr>
                  </p:pic>
                </mc:Fallback>
              </mc:AlternateContent>
              <mc:AlternateContent xmlns:mc="http://schemas.openxmlformats.org/markup-compatibility/2006" xmlns:p14="http://schemas.microsoft.com/office/powerpoint/2010/main">
                <mc:Choice Requires="p14">
                  <p:contentPart p14:bwMode="auto" r:id="rId166">
                    <p14:nvContentPartPr>
                      <p14:cNvPr id="163" name="Ink 101">
                        <a:extLst>
                          <a:ext uri="{FF2B5EF4-FFF2-40B4-BE49-F238E27FC236}">
                            <a16:creationId xmlns:a16="http://schemas.microsoft.com/office/drawing/2014/main" id="{44508FB8-3BE9-6341-19AE-5D2DC1089A8C}"/>
                          </a:ext>
                        </a:extLst>
                      </p14:cNvPr>
                      <p14:cNvContentPartPr/>
                      <p14:nvPr/>
                    </p14:nvContentPartPr>
                    <p14:xfrm>
                      <a:off x="5109768" y="4431042"/>
                      <a:ext cx="164520" cy="283320"/>
                    </p14:xfrm>
                  </p:contentPart>
                </mc:Choice>
                <mc:Fallback xmlns="">
                  <p:pic>
                    <p:nvPicPr>
                      <p:cNvPr id="1368" name="Ink 1367">
                        <a:extLst>
                          <a:ext uri="{FF2B5EF4-FFF2-40B4-BE49-F238E27FC236}">
                            <a16:creationId xmlns:a16="http://schemas.microsoft.com/office/drawing/2014/main" id="{8D016CA9-91E4-401B-B6CF-14A70FE945DD}"/>
                          </a:ext>
                        </a:extLst>
                      </p:cNvPr>
                      <p:cNvPicPr/>
                      <p:nvPr/>
                    </p:nvPicPr>
                    <p:blipFill>
                      <a:blip r:embed="rId167"/>
                      <a:stretch>
                        <a:fillRect/>
                      </a:stretch>
                    </p:blipFill>
                    <p:spPr>
                      <a:xfrm>
                        <a:off x="5105448" y="4426722"/>
                        <a:ext cx="173160" cy="291960"/>
                      </a:xfrm>
                      <a:prstGeom prst="rect">
                        <a:avLst/>
                      </a:prstGeom>
                    </p:spPr>
                  </p:pic>
                </mc:Fallback>
              </mc:AlternateContent>
              <mc:AlternateContent xmlns:mc="http://schemas.openxmlformats.org/markup-compatibility/2006" xmlns:p14="http://schemas.microsoft.com/office/powerpoint/2010/main">
                <mc:Choice Requires="p14">
                  <p:contentPart p14:bwMode="auto" r:id="rId168">
                    <p14:nvContentPartPr>
                      <p14:cNvPr id="164" name="Ink 102">
                        <a:extLst>
                          <a:ext uri="{FF2B5EF4-FFF2-40B4-BE49-F238E27FC236}">
                            <a16:creationId xmlns:a16="http://schemas.microsoft.com/office/drawing/2014/main" id="{23627A9A-7EBA-5FA0-E5CC-2BBB11A5BFAA}"/>
                          </a:ext>
                        </a:extLst>
                      </p14:cNvPr>
                      <p14:cNvContentPartPr/>
                      <p14:nvPr/>
                    </p14:nvContentPartPr>
                    <p14:xfrm>
                      <a:off x="5129208" y="4225122"/>
                      <a:ext cx="158040" cy="226080"/>
                    </p14:xfrm>
                  </p:contentPart>
                </mc:Choice>
                <mc:Fallback xmlns="">
                  <p:pic>
                    <p:nvPicPr>
                      <p:cNvPr id="1369" name="Ink 1368">
                        <a:extLst>
                          <a:ext uri="{FF2B5EF4-FFF2-40B4-BE49-F238E27FC236}">
                            <a16:creationId xmlns:a16="http://schemas.microsoft.com/office/drawing/2014/main" id="{80998E8B-2677-49F8-A0CF-3F242FFEA5B3}"/>
                          </a:ext>
                        </a:extLst>
                      </p:cNvPr>
                      <p:cNvPicPr/>
                      <p:nvPr/>
                    </p:nvPicPr>
                    <p:blipFill>
                      <a:blip r:embed="rId169"/>
                      <a:stretch>
                        <a:fillRect/>
                      </a:stretch>
                    </p:blipFill>
                    <p:spPr>
                      <a:xfrm>
                        <a:off x="5124888" y="4220802"/>
                        <a:ext cx="166680" cy="234720"/>
                      </a:xfrm>
                      <a:prstGeom prst="rect">
                        <a:avLst/>
                      </a:prstGeom>
                    </p:spPr>
                  </p:pic>
                </mc:Fallback>
              </mc:AlternateContent>
              <mc:AlternateContent xmlns:mc="http://schemas.openxmlformats.org/markup-compatibility/2006" xmlns:p14="http://schemas.microsoft.com/office/powerpoint/2010/main">
                <mc:Choice Requires="p14">
                  <p:contentPart p14:bwMode="auto" r:id="rId170">
                    <p14:nvContentPartPr>
                      <p14:cNvPr id="165" name="Ink 103">
                        <a:extLst>
                          <a:ext uri="{FF2B5EF4-FFF2-40B4-BE49-F238E27FC236}">
                            <a16:creationId xmlns:a16="http://schemas.microsoft.com/office/drawing/2014/main" id="{94DCA09D-6B2B-39E0-8C3D-12FAD7FAF195}"/>
                          </a:ext>
                        </a:extLst>
                      </p14:cNvPr>
                      <p14:cNvContentPartPr/>
                      <p14:nvPr/>
                    </p14:nvContentPartPr>
                    <p14:xfrm>
                      <a:off x="5267448" y="4237722"/>
                      <a:ext cx="22680" cy="145800"/>
                    </p14:xfrm>
                  </p:contentPart>
                </mc:Choice>
                <mc:Fallback xmlns="">
                  <p:pic>
                    <p:nvPicPr>
                      <p:cNvPr id="1371" name="Ink 1370">
                        <a:extLst>
                          <a:ext uri="{FF2B5EF4-FFF2-40B4-BE49-F238E27FC236}">
                            <a16:creationId xmlns:a16="http://schemas.microsoft.com/office/drawing/2014/main" id="{C6FA14F8-4E3A-4EB6-851D-B230AD5C066E}"/>
                          </a:ext>
                        </a:extLst>
                      </p:cNvPr>
                      <p:cNvPicPr/>
                      <p:nvPr/>
                    </p:nvPicPr>
                    <p:blipFill>
                      <a:blip r:embed="rId171"/>
                      <a:stretch>
                        <a:fillRect/>
                      </a:stretch>
                    </p:blipFill>
                    <p:spPr>
                      <a:xfrm>
                        <a:off x="5263128" y="4233402"/>
                        <a:ext cx="31320" cy="154440"/>
                      </a:xfrm>
                      <a:prstGeom prst="rect">
                        <a:avLst/>
                      </a:prstGeom>
                    </p:spPr>
                  </p:pic>
                </mc:Fallback>
              </mc:AlternateContent>
              <mc:AlternateContent xmlns:mc="http://schemas.openxmlformats.org/markup-compatibility/2006" xmlns:p14="http://schemas.microsoft.com/office/powerpoint/2010/main">
                <mc:Choice Requires="p14">
                  <p:contentPart p14:bwMode="auto" r:id="rId172">
                    <p14:nvContentPartPr>
                      <p14:cNvPr id="166" name="Ink 104">
                        <a:extLst>
                          <a:ext uri="{FF2B5EF4-FFF2-40B4-BE49-F238E27FC236}">
                            <a16:creationId xmlns:a16="http://schemas.microsoft.com/office/drawing/2014/main" id="{4634E632-DC9B-F7F5-FAD6-F5E48D8C044B}"/>
                          </a:ext>
                        </a:extLst>
                      </p14:cNvPr>
                      <p14:cNvContentPartPr/>
                      <p14:nvPr/>
                    </p14:nvContentPartPr>
                    <p14:xfrm>
                      <a:off x="5094288" y="4363002"/>
                      <a:ext cx="57960" cy="85320"/>
                    </p14:xfrm>
                  </p:contentPart>
                </mc:Choice>
                <mc:Fallback xmlns="">
                  <p:pic>
                    <p:nvPicPr>
                      <p:cNvPr id="1372" name="Ink 1371">
                        <a:extLst>
                          <a:ext uri="{FF2B5EF4-FFF2-40B4-BE49-F238E27FC236}">
                            <a16:creationId xmlns:a16="http://schemas.microsoft.com/office/drawing/2014/main" id="{5E63EE79-3031-4B7C-AD6D-CB2EB9670C78}"/>
                          </a:ext>
                        </a:extLst>
                      </p:cNvPr>
                      <p:cNvPicPr/>
                      <p:nvPr/>
                    </p:nvPicPr>
                    <p:blipFill>
                      <a:blip r:embed="rId173"/>
                      <a:stretch>
                        <a:fillRect/>
                      </a:stretch>
                    </p:blipFill>
                    <p:spPr>
                      <a:xfrm>
                        <a:off x="5089968" y="4358682"/>
                        <a:ext cx="66600" cy="93960"/>
                      </a:xfrm>
                      <a:prstGeom prst="rect">
                        <a:avLst/>
                      </a:prstGeom>
                    </p:spPr>
                  </p:pic>
                </mc:Fallback>
              </mc:AlternateContent>
              <mc:AlternateContent xmlns:mc="http://schemas.openxmlformats.org/markup-compatibility/2006" xmlns:p14="http://schemas.microsoft.com/office/powerpoint/2010/main">
                <mc:Choice Requires="p14">
                  <p:contentPart p14:bwMode="auto" r:id="rId174">
                    <p14:nvContentPartPr>
                      <p14:cNvPr id="167" name="Ink 105">
                        <a:extLst>
                          <a:ext uri="{FF2B5EF4-FFF2-40B4-BE49-F238E27FC236}">
                            <a16:creationId xmlns:a16="http://schemas.microsoft.com/office/drawing/2014/main" id="{F40D7909-EBD4-9827-01CF-A3CC023EA6CD}"/>
                          </a:ext>
                        </a:extLst>
                      </p14:cNvPr>
                      <p14:cNvContentPartPr/>
                      <p14:nvPr/>
                    </p14:nvContentPartPr>
                    <p14:xfrm>
                      <a:off x="4199083" y="3852938"/>
                      <a:ext cx="221400" cy="130680"/>
                    </p14:xfrm>
                  </p:contentPart>
                </mc:Choice>
                <mc:Fallback xmlns="">
                  <p:pic>
                    <p:nvPicPr>
                      <p:cNvPr id="132" name="Ink 131">
                        <a:extLst>
                          <a:ext uri="{FF2B5EF4-FFF2-40B4-BE49-F238E27FC236}">
                            <a16:creationId xmlns:a16="http://schemas.microsoft.com/office/drawing/2014/main" id="{0633C568-89EB-4806-A9EA-6A9193018234}"/>
                          </a:ext>
                        </a:extLst>
                      </p:cNvPr>
                      <p:cNvPicPr/>
                      <p:nvPr/>
                    </p:nvPicPr>
                    <p:blipFill>
                      <a:blip r:embed="rId175"/>
                      <a:stretch>
                        <a:fillRect/>
                      </a:stretch>
                    </p:blipFill>
                    <p:spPr>
                      <a:xfrm>
                        <a:off x="4194763" y="3848618"/>
                        <a:ext cx="230040" cy="139320"/>
                      </a:xfrm>
                      <a:prstGeom prst="rect">
                        <a:avLst/>
                      </a:prstGeom>
                    </p:spPr>
                  </p:pic>
                </mc:Fallback>
              </mc:AlternateContent>
              <mc:AlternateContent xmlns:mc="http://schemas.openxmlformats.org/markup-compatibility/2006" xmlns:p14="http://schemas.microsoft.com/office/powerpoint/2010/main">
                <mc:Choice Requires="p14">
                  <p:contentPart p14:bwMode="auto" r:id="rId176">
                    <p14:nvContentPartPr>
                      <p14:cNvPr id="168" name="Ink 106">
                        <a:extLst>
                          <a:ext uri="{FF2B5EF4-FFF2-40B4-BE49-F238E27FC236}">
                            <a16:creationId xmlns:a16="http://schemas.microsoft.com/office/drawing/2014/main" id="{AE170DB4-0AC6-BDDD-F598-E4FD4B402905}"/>
                          </a:ext>
                        </a:extLst>
                      </p14:cNvPr>
                      <p14:cNvContentPartPr/>
                      <p14:nvPr/>
                    </p14:nvContentPartPr>
                    <p14:xfrm>
                      <a:off x="4228963" y="3909458"/>
                      <a:ext cx="65520" cy="48240"/>
                    </p14:xfrm>
                  </p:contentPart>
                </mc:Choice>
                <mc:Fallback xmlns="">
                  <p:pic>
                    <p:nvPicPr>
                      <p:cNvPr id="133" name="Ink 132">
                        <a:extLst>
                          <a:ext uri="{FF2B5EF4-FFF2-40B4-BE49-F238E27FC236}">
                            <a16:creationId xmlns:a16="http://schemas.microsoft.com/office/drawing/2014/main" id="{FF1CC762-C659-4127-AA93-B1235DCDA949}"/>
                          </a:ext>
                        </a:extLst>
                      </p:cNvPr>
                      <p:cNvPicPr/>
                      <p:nvPr/>
                    </p:nvPicPr>
                    <p:blipFill>
                      <a:blip r:embed="rId177"/>
                      <a:stretch>
                        <a:fillRect/>
                      </a:stretch>
                    </p:blipFill>
                    <p:spPr>
                      <a:xfrm>
                        <a:off x="4224643" y="3905138"/>
                        <a:ext cx="74160" cy="56880"/>
                      </a:xfrm>
                      <a:prstGeom prst="rect">
                        <a:avLst/>
                      </a:prstGeom>
                    </p:spPr>
                  </p:pic>
                </mc:Fallback>
              </mc:AlternateContent>
              <mc:AlternateContent xmlns:mc="http://schemas.openxmlformats.org/markup-compatibility/2006" xmlns:p14="http://schemas.microsoft.com/office/powerpoint/2010/main">
                <mc:Choice Requires="p14">
                  <p:contentPart p14:bwMode="auto" r:id="rId178">
                    <p14:nvContentPartPr>
                      <p14:cNvPr id="169" name="Ink 107">
                        <a:extLst>
                          <a:ext uri="{FF2B5EF4-FFF2-40B4-BE49-F238E27FC236}">
                            <a16:creationId xmlns:a16="http://schemas.microsoft.com/office/drawing/2014/main" id="{880C4C0A-4C0F-B961-0B83-CAECD4340495}"/>
                          </a:ext>
                        </a:extLst>
                      </p14:cNvPr>
                      <p14:cNvContentPartPr/>
                      <p14:nvPr/>
                    </p14:nvContentPartPr>
                    <p14:xfrm>
                      <a:off x="4333003" y="3912698"/>
                      <a:ext cx="57600" cy="41760"/>
                    </p14:xfrm>
                  </p:contentPart>
                </mc:Choice>
                <mc:Fallback xmlns="">
                  <p:pic>
                    <p:nvPicPr>
                      <p:cNvPr id="134" name="Ink 133">
                        <a:extLst>
                          <a:ext uri="{FF2B5EF4-FFF2-40B4-BE49-F238E27FC236}">
                            <a16:creationId xmlns:a16="http://schemas.microsoft.com/office/drawing/2014/main" id="{10F23DAB-40D8-4CD2-B886-692E6964E5F8}"/>
                          </a:ext>
                        </a:extLst>
                      </p:cNvPr>
                      <p:cNvPicPr/>
                      <p:nvPr/>
                    </p:nvPicPr>
                    <p:blipFill>
                      <a:blip r:embed="rId179"/>
                      <a:stretch>
                        <a:fillRect/>
                      </a:stretch>
                    </p:blipFill>
                    <p:spPr>
                      <a:xfrm>
                        <a:off x="4328683" y="3908378"/>
                        <a:ext cx="66240" cy="50400"/>
                      </a:xfrm>
                      <a:prstGeom prst="rect">
                        <a:avLst/>
                      </a:prstGeom>
                    </p:spPr>
                  </p:pic>
                </mc:Fallback>
              </mc:AlternateContent>
              <mc:AlternateContent xmlns:mc="http://schemas.openxmlformats.org/markup-compatibility/2006" xmlns:p14="http://schemas.microsoft.com/office/powerpoint/2010/main">
                <mc:Choice Requires="p14">
                  <p:contentPart p14:bwMode="auto" r:id="rId180">
                    <p14:nvContentPartPr>
                      <p14:cNvPr id="170" name="Ink 108">
                        <a:extLst>
                          <a:ext uri="{FF2B5EF4-FFF2-40B4-BE49-F238E27FC236}">
                            <a16:creationId xmlns:a16="http://schemas.microsoft.com/office/drawing/2014/main" id="{6B3EF1D3-1D77-6F43-4E5C-1644663B632A}"/>
                          </a:ext>
                        </a:extLst>
                      </p14:cNvPr>
                      <p14:cNvContentPartPr/>
                      <p14:nvPr/>
                    </p14:nvContentPartPr>
                    <p14:xfrm>
                      <a:off x="4407883" y="3853298"/>
                      <a:ext cx="114480" cy="117720"/>
                    </p14:xfrm>
                  </p:contentPart>
                </mc:Choice>
                <mc:Fallback xmlns="">
                  <p:pic>
                    <p:nvPicPr>
                      <p:cNvPr id="135" name="Ink 134">
                        <a:extLst>
                          <a:ext uri="{FF2B5EF4-FFF2-40B4-BE49-F238E27FC236}">
                            <a16:creationId xmlns:a16="http://schemas.microsoft.com/office/drawing/2014/main" id="{9AB31790-517D-4992-9A26-F4A46DC30781}"/>
                          </a:ext>
                        </a:extLst>
                      </p:cNvPr>
                      <p:cNvPicPr/>
                      <p:nvPr/>
                    </p:nvPicPr>
                    <p:blipFill>
                      <a:blip r:embed="rId181"/>
                      <a:stretch>
                        <a:fillRect/>
                      </a:stretch>
                    </p:blipFill>
                    <p:spPr>
                      <a:xfrm>
                        <a:off x="4403563" y="3848978"/>
                        <a:ext cx="123120" cy="126360"/>
                      </a:xfrm>
                      <a:prstGeom prst="rect">
                        <a:avLst/>
                      </a:prstGeom>
                    </p:spPr>
                  </p:pic>
                </mc:Fallback>
              </mc:AlternateContent>
              <mc:AlternateContent xmlns:mc="http://schemas.openxmlformats.org/markup-compatibility/2006" xmlns:p14="http://schemas.microsoft.com/office/powerpoint/2010/main">
                <mc:Choice Requires="p14">
                  <p:contentPart p14:bwMode="auto" r:id="rId182">
                    <p14:nvContentPartPr>
                      <p14:cNvPr id="171" name="Ink 109">
                        <a:extLst>
                          <a:ext uri="{FF2B5EF4-FFF2-40B4-BE49-F238E27FC236}">
                            <a16:creationId xmlns:a16="http://schemas.microsoft.com/office/drawing/2014/main" id="{77A97138-C37A-FC5D-ED1F-2AEFA53BB1E3}"/>
                          </a:ext>
                        </a:extLst>
                      </p14:cNvPr>
                      <p14:cNvContentPartPr/>
                      <p14:nvPr/>
                    </p14:nvContentPartPr>
                    <p14:xfrm>
                      <a:off x="4451443" y="3906578"/>
                      <a:ext cx="44640" cy="39240"/>
                    </p14:xfrm>
                  </p:contentPart>
                </mc:Choice>
                <mc:Fallback xmlns="">
                  <p:pic>
                    <p:nvPicPr>
                      <p:cNvPr id="136" name="Ink 135">
                        <a:extLst>
                          <a:ext uri="{FF2B5EF4-FFF2-40B4-BE49-F238E27FC236}">
                            <a16:creationId xmlns:a16="http://schemas.microsoft.com/office/drawing/2014/main" id="{747BA645-552D-47FF-86DC-32A722EFA6B2}"/>
                          </a:ext>
                        </a:extLst>
                      </p:cNvPr>
                      <p:cNvPicPr/>
                      <p:nvPr/>
                    </p:nvPicPr>
                    <p:blipFill>
                      <a:blip r:embed="rId183"/>
                      <a:stretch>
                        <a:fillRect/>
                      </a:stretch>
                    </p:blipFill>
                    <p:spPr>
                      <a:xfrm>
                        <a:off x="4447123" y="3902258"/>
                        <a:ext cx="53280" cy="47880"/>
                      </a:xfrm>
                      <a:prstGeom prst="rect">
                        <a:avLst/>
                      </a:prstGeom>
                    </p:spPr>
                  </p:pic>
                </mc:Fallback>
              </mc:AlternateContent>
              <mc:AlternateContent xmlns:mc="http://schemas.openxmlformats.org/markup-compatibility/2006" xmlns:p14="http://schemas.microsoft.com/office/powerpoint/2010/main">
                <mc:Choice Requires="p14">
                  <p:contentPart p14:bwMode="auto" r:id="rId184">
                    <p14:nvContentPartPr>
                      <p14:cNvPr id="172" name="Ink 110">
                        <a:extLst>
                          <a:ext uri="{FF2B5EF4-FFF2-40B4-BE49-F238E27FC236}">
                            <a16:creationId xmlns:a16="http://schemas.microsoft.com/office/drawing/2014/main" id="{DA165BAF-87D4-AABC-C3CD-0D1B4897EF27}"/>
                          </a:ext>
                        </a:extLst>
                      </p14:cNvPr>
                      <p14:cNvContentPartPr/>
                      <p14:nvPr/>
                    </p14:nvContentPartPr>
                    <p14:xfrm>
                      <a:off x="4515883" y="3856538"/>
                      <a:ext cx="121320" cy="111960"/>
                    </p14:xfrm>
                  </p:contentPart>
                </mc:Choice>
                <mc:Fallback xmlns="">
                  <p:pic>
                    <p:nvPicPr>
                      <p:cNvPr id="137" name="Ink 136">
                        <a:extLst>
                          <a:ext uri="{FF2B5EF4-FFF2-40B4-BE49-F238E27FC236}">
                            <a16:creationId xmlns:a16="http://schemas.microsoft.com/office/drawing/2014/main" id="{C956AF1A-43FF-4FDE-834C-9C81AC56010C}"/>
                          </a:ext>
                        </a:extLst>
                      </p:cNvPr>
                      <p:cNvPicPr/>
                      <p:nvPr/>
                    </p:nvPicPr>
                    <p:blipFill>
                      <a:blip r:embed="rId185"/>
                      <a:stretch>
                        <a:fillRect/>
                      </a:stretch>
                    </p:blipFill>
                    <p:spPr>
                      <a:xfrm>
                        <a:off x="4511563" y="3852218"/>
                        <a:ext cx="129960" cy="120600"/>
                      </a:xfrm>
                      <a:prstGeom prst="rect">
                        <a:avLst/>
                      </a:prstGeom>
                    </p:spPr>
                  </p:pic>
                </mc:Fallback>
              </mc:AlternateContent>
              <mc:AlternateContent xmlns:mc="http://schemas.openxmlformats.org/markup-compatibility/2006" xmlns:p14="http://schemas.microsoft.com/office/powerpoint/2010/main">
                <mc:Choice Requires="p14">
                  <p:contentPart p14:bwMode="auto" r:id="rId186">
                    <p14:nvContentPartPr>
                      <p14:cNvPr id="173" name="Ink 111">
                        <a:extLst>
                          <a:ext uri="{FF2B5EF4-FFF2-40B4-BE49-F238E27FC236}">
                            <a16:creationId xmlns:a16="http://schemas.microsoft.com/office/drawing/2014/main" id="{414A2935-2112-234B-DBD6-34047C2C1635}"/>
                          </a:ext>
                        </a:extLst>
                      </p14:cNvPr>
                      <p14:cNvContentPartPr/>
                      <p14:nvPr/>
                    </p14:nvContentPartPr>
                    <p14:xfrm>
                      <a:off x="4545403" y="3912338"/>
                      <a:ext cx="48960" cy="39960"/>
                    </p14:xfrm>
                  </p:contentPart>
                </mc:Choice>
                <mc:Fallback xmlns="">
                  <p:pic>
                    <p:nvPicPr>
                      <p:cNvPr id="140" name="Ink 139">
                        <a:extLst>
                          <a:ext uri="{FF2B5EF4-FFF2-40B4-BE49-F238E27FC236}">
                            <a16:creationId xmlns:a16="http://schemas.microsoft.com/office/drawing/2014/main" id="{92CE737F-600A-4114-B871-44B1C671F22A}"/>
                          </a:ext>
                        </a:extLst>
                      </p:cNvPr>
                      <p:cNvPicPr/>
                      <p:nvPr/>
                    </p:nvPicPr>
                    <p:blipFill>
                      <a:blip r:embed="rId187"/>
                      <a:stretch>
                        <a:fillRect/>
                      </a:stretch>
                    </p:blipFill>
                    <p:spPr>
                      <a:xfrm>
                        <a:off x="4541083" y="3908018"/>
                        <a:ext cx="57600" cy="48600"/>
                      </a:xfrm>
                      <a:prstGeom prst="rect">
                        <a:avLst/>
                      </a:prstGeom>
                    </p:spPr>
                  </p:pic>
                </mc:Fallback>
              </mc:AlternateContent>
              <mc:AlternateContent xmlns:mc="http://schemas.openxmlformats.org/markup-compatibility/2006" xmlns:p14="http://schemas.microsoft.com/office/powerpoint/2010/main">
                <mc:Choice Requires="p14">
                  <p:contentPart p14:bwMode="auto" r:id="rId188">
                    <p14:nvContentPartPr>
                      <p14:cNvPr id="174" name="Ink 112">
                        <a:extLst>
                          <a:ext uri="{FF2B5EF4-FFF2-40B4-BE49-F238E27FC236}">
                            <a16:creationId xmlns:a16="http://schemas.microsoft.com/office/drawing/2014/main" id="{59F4B68D-2BDB-0466-3719-CBCAB6D8B735}"/>
                          </a:ext>
                        </a:extLst>
                      </p14:cNvPr>
                      <p14:cNvContentPartPr/>
                      <p14:nvPr/>
                    </p14:nvContentPartPr>
                    <p14:xfrm>
                      <a:off x="4620643" y="3842498"/>
                      <a:ext cx="105480" cy="127800"/>
                    </p14:xfrm>
                  </p:contentPart>
                </mc:Choice>
                <mc:Fallback xmlns="">
                  <p:pic>
                    <p:nvPicPr>
                      <p:cNvPr id="145" name="Ink 144">
                        <a:extLst>
                          <a:ext uri="{FF2B5EF4-FFF2-40B4-BE49-F238E27FC236}">
                            <a16:creationId xmlns:a16="http://schemas.microsoft.com/office/drawing/2014/main" id="{08FA95E0-F0D9-4AD0-9FD3-3BB4A88D3B8E}"/>
                          </a:ext>
                        </a:extLst>
                      </p:cNvPr>
                      <p:cNvPicPr/>
                      <p:nvPr/>
                    </p:nvPicPr>
                    <p:blipFill>
                      <a:blip r:embed="rId189"/>
                      <a:stretch>
                        <a:fillRect/>
                      </a:stretch>
                    </p:blipFill>
                    <p:spPr>
                      <a:xfrm>
                        <a:off x="4616323" y="3838178"/>
                        <a:ext cx="114120" cy="136440"/>
                      </a:xfrm>
                      <a:prstGeom prst="rect">
                        <a:avLst/>
                      </a:prstGeom>
                    </p:spPr>
                  </p:pic>
                </mc:Fallback>
              </mc:AlternateContent>
              <mc:AlternateContent xmlns:mc="http://schemas.openxmlformats.org/markup-compatibility/2006" xmlns:p14="http://schemas.microsoft.com/office/powerpoint/2010/main">
                <mc:Choice Requires="p14">
                  <p:contentPart p14:bwMode="auto" r:id="rId190">
                    <p14:nvContentPartPr>
                      <p14:cNvPr id="175" name="Ink 113">
                        <a:extLst>
                          <a:ext uri="{FF2B5EF4-FFF2-40B4-BE49-F238E27FC236}">
                            <a16:creationId xmlns:a16="http://schemas.microsoft.com/office/drawing/2014/main" id="{33ACB031-8617-CA74-CFA3-C5288F3611DF}"/>
                          </a:ext>
                        </a:extLst>
                      </p14:cNvPr>
                      <p14:cNvContentPartPr/>
                      <p14:nvPr/>
                    </p14:nvContentPartPr>
                    <p14:xfrm>
                      <a:off x="4653043" y="3906218"/>
                      <a:ext cx="51120" cy="39600"/>
                    </p14:xfrm>
                  </p:contentPart>
                </mc:Choice>
                <mc:Fallback xmlns="">
                  <p:pic>
                    <p:nvPicPr>
                      <p:cNvPr id="148" name="Ink 147">
                        <a:extLst>
                          <a:ext uri="{FF2B5EF4-FFF2-40B4-BE49-F238E27FC236}">
                            <a16:creationId xmlns:a16="http://schemas.microsoft.com/office/drawing/2014/main" id="{EE3CA112-5D46-4E5A-8ABC-62A5623563BE}"/>
                          </a:ext>
                        </a:extLst>
                      </p:cNvPr>
                      <p:cNvPicPr/>
                      <p:nvPr/>
                    </p:nvPicPr>
                    <p:blipFill>
                      <a:blip r:embed="rId191"/>
                      <a:stretch>
                        <a:fillRect/>
                      </a:stretch>
                    </p:blipFill>
                    <p:spPr>
                      <a:xfrm>
                        <a:off x="4648723" y="3901898"/>
                        <a:ext cx="59760" cy="48240"/>
                      </a:xfrm>
                      <a:prstGeom prst="rect">
                        <a:avLst/>
                      </a:prstGeom>
                    </p:spPr>
                  </p:pic>
                </mc:Fallback>
              </mc:AlternateContent>
              <mc:AlternateContent xmlns:mc="http://schemas.openxmlformats.org/markup-compatibility/2006" xmlns:p14="http://schemas.microsoft.com/office/powerpoint/2010/main">
                <mc:Choice Requires="p14">
                  <p:contentPart p14:bwMode="auto" r:id="rId192">
                    <p14:nvContentPartPr>
                      <p14:cNvPr id="176" name="Ink 114">
                        <a:extLst>
                          <a:ext uri="{FF2B5EF4-FFF2-40B4-BE49-F238E27FC236}">
                            <a16:creationId xmlns:a16="http://schemas.microsoft.com/office/drawing/2014/main" id="{9DBD7303-F901-A328-A67E-ECA6440245C7}"/>
                          </a:ext>
                        </a:extLst>
                      </p14:cNvPr>
                      <p14:cNvContentPartPr/>
                      <p14:nvPr/>
                    </p14:nvContentPartPr>
                    <p14:xfrm>
                      <a:off x="4711363" y="3852218"/>
                      <a:ext cx="123480" cy="114480"/>
                    </p14:xfrm>
                  </p:contentPart>
                </mc:Choice>
                <mc:Fallback xmlns="">
                  <p:pic>
                    <p:nvPicPr>
                      <p:cNvPr id="149" name="Ink 148">
                        <a:extLst>
                          <a:ext uri="{FF2B5EF4-FFF2-40B4-BE49-F238E27FC236}">
                            <a16:creationId xmlns:a16="http://schemas.microsoft.com/office/drawing/2014/main" id="{A076DD61-9039-47BA-9D37-7F62B3751C5E}"/>
                          </a:ext>
                        </a:extLst>
                      </p:cNvPr>
                      <p:cNvPicPr/>
                      <p:nvPr/>
                    </p:nvPicPr>
                    <p:blipFill>
                      <a:blip r:embed="rId193"/>
                      <a:stretch>
                        <a:fillRect/>
                      </a:stretch>
                    </p:blipFill>
                    <p:spPr>
                      <a:xfrm>
                        <a:off x="4707043" y="3847898"/>
                        <a:ext cx="132120" cy="123120"/>
                      </a:xfrm>
                      <a:prstGeom prst="rect">
                        <a:avLst/>
                      </a:prstGeom>
                    </p:spPr>
                  </p:pic>
                </mc:Fallback>
              </mc:AlternateContent>
              <mc:AlternateContent xmlns:mc="http://schemas.openxmlformats.org/markup-compatibility/2006" xmlns:p14="http://schemas.microsoft.com/office/powerpoint/2010/main">
                <mc:Choice Requires="p14">
                  <p:contentPart p14:bwMode="auto" r:id="rId194">
                    <p14:nvContentPartPr>
                      <p14:cNvPr id="177" name="Ink 115">
                        <a:extLst>
                          <a:ext uri="{FF2B5EF4-FFF2-40B4-BE49-F238E27FC236}">
                            <a16:creationId xmlns:a16="http://schemas.microsoft.com/office/drawing/2014/main" id="{7BC81D72-B282-AD93-DD0B-2E8CA92149A9}"/>
                          </a:ext>
                        </a:extLst>
                      </p14:cNvPr>
                      <p14:cNvContentPartPr/>
                      <p14:nvPr/>
                    </p14:nvContentPartPr>
                    <p14:xfrm>
                      <a:off x="4758163" y="3903338"/>
                      <a:ext cx="56160" cy="43560"/>
                    </p14:xfrm>
                  </p:contentPart>
                </mc:Choice>
                <mc:Fallback xmlns="">
                  <p:pic>
                    <p:nvPicPr>
                      <p:cNvPr id="150" name="Ink 149">
                        <a:extLst>
                          <a:ext uri="{FF2B5EF4-FFF2-40B4-BE49-F238E27FC236}">
                            <a16:creationId xmlns:a16="http://schemas.microsoft.com/office/drawing/2014/main" id="{1FD27536-8035-45CD-852A-A9F9C1397746}"/>
                          </a:ext>
                        </a:extLst>
                      </p:cNvPr>
                      <p:cNvPicPr/>
                      <p:nvPr/>
                    </p:nvPicPr>
                    <p:blipFill>
                      <a:blip r:embed="rId195"/>
                      <a:stretch>
                        <a:fillRect/>
                      </a:stretch>
                    </p:blipFill>
                    <p:spPr>
                      <a:xfrm>
                        <a:off x="4753843" y="3899018"/>
                        <a:ext cx="64800" cy="52200"/>
                      </a:xfrm>
                      <a:prstGeom prst="rect">
                        <a:avLst/>
                      </a:prstGeom>
                    </p:spPr>
                  </p:pic>
                </mc:Fallback>
              </mc:AlternateContent>
              <mc:AlternateContent xmlns:mc="http://schemas.openxmlformats.org/markup-compatibility/2006" xmlns:p14="http://schemas.microsoft.com/office/powerpoint/2010/main">
                <mc:Choice Requires="p14">
                  <p:contentPart p14:bwMode="auto" r:id="rId196">
                    <p14:nvContentPartPr>
                      <p14:cNvPr id="178" name="Ink 116">
                        <a:extLst>
                          <a:ext uri="{FF2B5EF4-FFF2-40B4-BE49-F238E27FC236}">
                            <a16:creationId xmlns:a16="http://schemas.microsoft.com/office/drawing/2014/main" id="{0867D00C-E06D-28A2-7C91-0C277D5EE5DF}"/>
                          </a:ext>
                        </a:extLst>
                      </p14:cNvPr>
                      <p14:cNvContentPartPr/>
                      <p14:nvPr/>
                    </p14:nvContentPartPr>
                    <p14:xfrm>
                      <a:off x="4825918" y="3863738"/>
                      <a:ext cx="69120" cy="114480"/>
                    </p14:xfrm>
                  </p:contentPart>
                </mc:Choice>
                <mc:Fallback xmlns="">
                  <p:pic>
                    <p:nvPicPr>
                      <p:cNvPr id="152" name="Ink 151">
                        <a:extLst>
                          <a:ext uri="{FF2B5EF4-FFF2-40B4-BE49-F238E27FC236}">
                            <a16:creationId xmlns:a16="http://schemas.microsoft.com/office/drawing/2014/main" id="{495B5714-5277-4B6B-81B0-E18C57F5E46E}"/>
                          </a:ext>
                        </a:extLst>
                      </p:cNvPr>
                      <p:cNvPicPr/>
                      <p:nvPr/>
                    </p:nvPicPr>
                    <p:blipFill>
                      <a:blip r:embed="rId197"/>
                      <a:stretch>
                        <a:fillRect/>
                      </a:stretch>
                    </p:blipFill>
                    <p:spPr>
                      <a:xfrm>
                        <a:off x="4821598" y="3859418"/>
                        <a:ext cx="77760" cy="123120"/>
                      </a:xfrm>
                      <a:prstGeom prst="rect">
                        <a:avLst/>
                      </a:prstGeom>
                    </p:spPr>
                  </p:pic>
                </mc:Fallback>
              </mc:AlternateContent>
              <mc:AlternateContent xmlns:mc="http://schemas.openxmlformats.org/markup-compatibility/2006" xmlns:p14="http://schemas.microsoft.com/office/powerpoint/2010/main">
                <mc:Choice Requires="p14">
                  <p:contentPart p14:bwMode="auto" r:id="rId198">
                    <p14:nvContentPartPr>
                      <p14:cNvPr id="179" name="Ink 117">
                        <a:extLst>
                          <a:ext uri="{FF2B5EF4-FFF2-40B4-BE49-F238E27FC236}">
                            <a16:creationId xmlns:a16="http://schemas.microsoft.com/office/drawing/2014/main" id="{3BB220F0-5EAA-B4F9-3FC6-E2B3CF593226}"/>
                          </a:ext>
                        </a:extLst>
                      </p14:cNvPr>
                      <p14:cNvContentPartPr/>
                      <p14:nvPr/>
                    </p14:nvContentPartPr>
                    <p14:xfrm>
                      <a:off x="4845718" y="3924218"/>
                      <a:ext cx="26640" cy="34560"/>
                    </p14:xfrm>
                  </p:contentPart>
                </mc:Choice>
                <mc:Fallback xmlns="">
                  <p:pic>
                    <p:nvPicPr>
                      <p:cNvPr id="153" name="Ink 152">
                        <a:extLst>
                          <a:ext uri="{FF2B5EF4-FFF2-40B4-BE49-F238E27FC236}">
                            <a16:creationId xmlns:a16="http://schemas.microsoft.com/office/drawing/2014/main" id="{CE1D4C22-0ADF-4547-84FD-A7F0368761CE}"/>
                          </a:ext>
                        </a:extLst>
                      </p:cNvPr>
                      <p:cNvPicPr/>
                      <p:nvPr/>
                    </p:nvPicPr>
                    <p:blipFill>
                      <a:blip r:embed="rId199"/>
                      <a:stretch>
                        <a:fillRect/>
                      </a:stretch>
                    </p:blipFill>
                    <p:spPr>
                      <a:xfrm>
                        <a:off x="4841398" y="3919898"/>
                        <a:ext cx="35280" cy="43200"/>
                      </a:xfrm>
                      <a:prstGeom prst="rect">
                        <a:avLst/>
                      </a:prstGeom>
                    </p:spPr>
                  </p:pic>
                </mc:Fallback>
              </mc:AlternateContent>
              <mc:AlternateContent xmlns:mc="http://schemas.openxmlformats.org/markup-compatibility/2006" xmlns:p14="http://schemas.microsoft.com/office/powerpoint/2010/main">
                <mc:Choice Requires="p14">
                  <p:contentPart p14:bwMode="auto" r:id="rId200">
                    <p14:nvContentPartPr>
                      <p14:cNvPr id="180" name="Ink 118">
                        <a:extLst>
                          <a:ext uri="{FF2B5EF4-FFF2-40B4-BE49-F238E27FC236}">
                            <a16:creationId xmlns:a16="http://schemas.microsoft.com/office/drawing/2014/main" id="{F2F4745D-E79E-BC1A-CFD0-B8E99A52DF5B}"/>
                          </a:ext>
                        </a:extLst>
                      </p14:cNvPr>
                      <p14:cNvContentPartPr/>
                      <p14:nvPr/>
                    </p14:nvContentPartPr>
                    <p14:xfrm>
                      <a:off x="4892878" y="3845018"/>
                      <a:ext cx="38880" cy="111240"/>
                    </p14:xfrm>
                  </p:contentPart>
                </mc:Choice>
                <mc:Fallback xmlns="">
                  <p:pic>
                    <p:nvPicPr>
                      <p:cNvPr id="155" name="Ink 154">
                        <a:extLst>
                          <a:ext uri="{FF2B5EF4-FFF2-40B4-BE49-F238E27FC236}">
                            <a16:creationId xmlns:a16="http://schemas.microsoft.com/office/drawing/2014/main" id="{AC267DCA-E21A-40CE-9245-F15ABD64B920}"/>
                          </a:ext>
                        </a:extLst>
                      </p:cNvPr>
                      <p:cNvPicPr/>
                      <p:nvPr/>
                    </p:nvPicPr>
                    <p:blipFill>
                      <a:blip r:embed="rId201"/>
                      <a:stretch>
                        <a:fillRect/>
                      </a:stretch>
                    </p:blipFill>
                    <p:spPr>
                      <a:xfrm>
                        <a:off x="4888558" y="3840698"/>
                        <a:ext cx="47520" cy="119880"/>
                      </a:xfrm>
                      <a:prstGeom prst="rect">
                        <a:avLst/>
                      </a:prstGeom>
                    </p:spPr>
                  </p:pic>
                </mc:Fallback>
              </mc:AlternateContent>
              <mc:AlternateContent xmlns:mc="http://schemas.openxmlformats.org/markup-compatibility/2006" xmlns:p14="http://schemas.microsoft.com/office/powerpoint/2010/main">
                <mc:Choice Requires="p14">
                  <p:contentPart p14:bwMode="auto" r:id="rId202">
                    <p14:nvContentPartPr>
                      <p14:cNvPr id="181" name="Ink 119">
                        <a:extLst>
                          <a:ext uri="{FF2B5EF4-FFF2-40B4-BE49-F238E27FC236}">
                            <a16:creationId xmlns:a16="http://schemas.microsoft.com/office/drawing/2014/main" id="{868D61FD-E16A-2042-7E59-78F91E296D4B}"/>
                          </a:ext>
                        </a:extLst>
                      </p14:cNvPr>
                      <p14:cNvContentPartPr/>
                      <p14:nvPr/>
                    </p14:nvContentPartPr>
                    <p14:xfrm>
                      <a:off x="4931038" y="3811178"/>
                      <a:ext cx="41040" cy="105120"/>
                    </p14:xfrm>
                  </p:contentPart>
                </mc:Choice>
                <mc:Fallback xmlns="">
                  <p:pic>
                    <p:nvPicPr>
                      <p:cNvPr id="157" name="Ink 156">
                        <a:extLst>
                          <a:ext uri="{FF2B5EF4-FFF2-40B4-BE49-F238E27FC236}">
                            <a16:creationId xmlns:a16="http://schemas.microsoft.com/office/drawing/2014/main" id="{23785C6D-5586-490D-9EA3-76C3FB96E6BB}"/>
                          </a:ext>
                        </a:extLst>
                      </p:cNvPr>
                      <p:cNvPicPr/>
                      <p:nvPr/>
                    </p:nvPicPr>
                    <p:blipFill>
                      <a:blip r:embed="rId203"/>
                      <a:stretch>
                        <a:fillRect/>
                      </a:stretch>
                    </p:blipFill>
                    <p:spPr>
                      <a:xfrm>
                        <a:off x="4926718" y="3806858"/>
                        <a:ext cx="49680" cy="113760"/>
                      </a:xfrm>
                      <a:prstGeom prst="rect">
                        <a:avLst/>
                      </a:prstGeom>
                    </p:spPr>
                  </p:pic>
                </mc:Fallback>
              </mc:AlternateContent>
              <mc:AlternateContent xmlns:mc="http://schemas.openxmlformats.org/markup-compatibility/2006" xmlns:p14="http://schemas.microsoft.com/office/powerpoint/2010/main">
                <mc:Choice Requires="p14">
                  <p:contentPart p14:bwMode="auto" r:id="rId204">
                    <p14:nvContentPartPr>
                      <p14:cNvPr id="182" name="Ink 120">
                        <a:extLst>
                          <a:ext uri="{FF2B5EF4-FFF2-40B4-BE49-F238E27FC236}">
                            <a16:creationId xmlns:a16="http://schemas.microsoft.com/office/drawing/2014/main" id="{C6AB2832-4CDB-10AB-A908-D120632AAEDF}"/>
                          </a:ext>
                        </a:extLst>
                      </p14:cNvPr>
                      <p14:cNvContentPartPr/>
                      <p14:nvPr/>
                    </p14:nvContentPartPr>
                    <p14:xfrm>
                      <a:off x="4964518" y="3774458"/>
                      <a:ext cx="57960" cy="111960"/>
                    </p14:xfrm>
                  </p:contentPart>
                </mc:Choice>
                <mc:Fallback xmlns="">
                  <p:pic>
                    <p:nvPicPr>
                      <p:cNvPr id="158" name="Ink 157">
                        <a:extLst>
                          <a:ext uri="{FF2B5EF4-FFF2-40B4-BE49-F238E27FC236}">
                            <a16:creationId xmlns:a16="http://schemas.microsoft.com/office/drawing/2014/main" id="{64B02EBD-DE0C-4812-813F-6B6EF9F2A6B4}"/>
                          </a:ext>
                        </a:extLst>
                      </p:cNvPr>
                      <p:cNvPicPr/>
                      <p:nvPr/>
                    </p:nvPicPr>
                    <p:blipFill>
                      <a:blip r:embed="rId205"/>
                      <a:stretch>
                        <a:fillRect/>
                      </a:stretch>
                    </p:blipFill>
                    <p:spPr>
                      <a:xfrm>
                        <a:off x="4960198" y="3770138"/>
                        <a:ext cx="66600" cy="120600"/>
                      </a:xfrm>
                      <a:prstGeom prst="rect">
                        <a:avLst/>
                      </a:prstGeom>
                    </p:spPr>
                  </p:pic>
                </mc:Fallback>
              </mc:AlternateContent>
              <mc:AlternateContent xmlns:mc="http://schemas.openxmlformats.org/markup-compatibility/2006" xmlns:p14="http://schemas.microsoft.com/office/powerpoint/2010/main">
                <mc:Choice Requires="p14">
                  <p:contentPart p14:bwMode="auto" r:id="rId206">
                    <p14:nvContentPartPr>
                      <p14:cNvPr id="183" name="Ink 121">
                        <a:extLst>
                          <a:ext uri="{FF2B5EF4-FFF2-40B4-BE49-F238E27FC236}">
                            <a16:creationId xmlns:a16="http://schemas.microsoft.com/office/drawing/2014/main" id="{3A82B986-8C45-8961-06C4-A60DAE946FE2}"/>
                          </a:ext>
                        </a:extLst>
                      </p14:cNvPr>
                      <p14:cNvContentPartPr/>
                      <p14:nvPr/>
                    </p14:nvContentPartPr>
                    <p14:xfrm>
                      <a:off x="5007718" y="3737738"/>
                      <a:ext cx="65520" cy="97200"/>
                    </p14:xfrm>
                  </p:contentPart>
                </mc:Choice>
                <mc:Fallback xmlns="">
                  <p:pic>
                    <p:nvPicPr>
                      <p:cNvPr id="160" name="Ink 159">
                        <a:extLst>
                          <a:ext uri="{FF2B5EF4-FFF2-40B4-BE49-F238E27FC236}">
                            <a16:creationId xmlns:a16="http://schemas.microsoft.com/office/drawing/2014/main" id="{DE50CD26-52E6-48BB-9713-8BD38D93F636}"/>
                          </a:ext>
                        </a:extLst>
                      </p:cNvPr>
                      <p:cNvPicPr/>
                      <p:nvPr/>
                    </p:nvPicPr>
                    <p:blipFill>
                      <a:blip r:embed="rId207"/>
                      <a:stretch>
                        <a:fillRect/>
                      </a:stretch>
                    </p:blipFill>
                    <p:spPr>
                      <a:xfrm>
                        <a:off x="5003398" y="3733418"/>
                        <a:ext cx="74160" cy="105840"/>
                      </a:xfrm>
                      <a:prstGeom prst="rect">
                        <a:avLst/>
                      </a:prstGeom>
                    </p:spPr>
                  </p:pic>
                </mc:Fallback>
              </mc:AlternateContent>
              <mc:AlternateContent xmlns:mc="http://schemas.openxmlformats.org/markup-compatibility/2006" xmlns:p14="http://schemas.microsoft.com/office/powerpoint/2010/main">
                <mc:Choice Requires="p14">
                  <p:contentPart p14:bwMode="auto" r:id="rId208">
                    <p14:nvContentPartPr>
                      <p14:cNvPr id="184" name="Ink 122">
                        <a:extLst>
                          <a:ext uri="{FF2B5EF4-FFF2-40B4-BE49-F238E27FC236}">
                            <a16:creationId xmlns:a16="http://schemas.microsoft.com/office/drawing/2014/main" id="{3E43A252-9D92-21B4-4B2C-6F8DEDE73445}"/>
                          </a:ext>
                        </a:extLst>
                      </p14:cNvPr>
                      <p14:cNvContentPartPr/>
                      <p14:nvPr/>
                    </p14:nvContentPartPr>
                    <p14:xfrm>
                      <a:off x="5049478" y="3685538"/>
                      <a:ext cx="75960" cy="94680"/>
                    </p14:xfrm>
                  </p:contentPart>
                </mc:Choice>
                <mc:Fallback xmlns="">
                  <p:pic>
                    <p:nvPicPr>
                      <p:cNvPr id="162" name="Ink 161">
                        <a:extLst>
                          <a:ext uri="{FF2B5EF4-FFF2-40B4-BE49-F238E27FC236}">
                            <a16:creationId xmlns:a16="http://schemas.microsoft.com/office/drawing/2014/main" id="{9E5AD331-EE3C-4CD3-955B-7F22C1E8AC7A}"/>
                          </a:ext>
                        </a:extLst>
                      </p:cNvPr>
                      <p:cNvPicPr/>
                      <p:nvPr/>
                    </p:nvPicPr>
                    <p:blipFill>
                      <a:blip r:embed="rId209"/>
                      <a:stretch>
                        <a:fillRect/>
                      </a:stretch>
                    </p:blipFill>
                    <p:spPr>
                      <a:xfrm>
                        <a:off x="5045158" y="3681218"/>
                        <a:ext cx="84600" cy="103320"/>
                      </a:xfrm>
                      <a:prstGeom prst="rect">
                        <a:avLst/>
                      </a:prstGeom>
                    </p:spPr>
                  </p:pic>
                </mc:Fallback>
              </mc:AlternateContent>
              <mc:AlternateContent xmlns:mc="http://schemas.openxmlformats.org/markup-compatibility/2006" xmlns:p14="http://schemas.microsoft.com/office/powerpoint/2010/main">
                <mc:Choice Requires="p14">
                  <p:contentPart p14:bwMode="auto" r:id="rId210">
                    <p14:nvContentPartPr>
                      <p14:cNvPr id="185" name="Ink 123">
                        <a:extLst>
                          <a:ext uri="{FF2B5EF4-FFF2-40B4-BE49-F238E27FC236}">
                            <a16:creationId xmlns:a16="http://schemas.microsoft.com/office/drawing/2014/main" id="{0883B131-B70E-272D-D067-62C5D69A2D69}"/>
                          </a:ext>
                        </a:extLst>
                      </p14:cNvPr>
                      <p14:cNvContentPartPr/>
                      <p14:nvPr/>
                    </p14:nvContentPartPr>
                    <p14:xfrm>
                      <a:off x="5110678" y="3650978"/>
                      <a:ext cx="55800" cy="82080"/>
                    </p14:xfrm>
                  </p:contentPart>
                </mc:Choice>
                <mc:Fallback xmlns="">
                  <p:pic>
                    <p:nvPicPr>
                      <p:cNvPr id="164" name="Ink 163">
                        <a:extLst>
                          <a:ext uri="{FF2B5EF4-FFF2-40B4-BE49-F238E27FC236}">
                            <a16:creationId xmlns:a16="http://schemas.microsoft.com/office/drawing/2014/main" id="{68E2F9BF-1D26-4F0E-83AF-45AD825305BD}"/>
                          </a:ext>
                        </a:extLst>
                      </p:cNvPr>
                      <p:cNvPicPr/>
                      <p:nvPr/>
                    </p:nvPicPr>
                    <p:blipFill>
                      <a:blip r:embed="rId211"/>
                      <a:stretch>
                        <a:fillRect/>
                      </a:stretch>
                    </p:blipFill>
                    <p:spPr>
                      <a:xfrm>
                        <a:off x="5106358" y="3646658"/>
                        <a:ext cx="64440" cy="90720"/>
                      </a:xfrm>
                      <a:prstGeom prst="rect">
                        <a:avLst/>
                      </a:prstGeom>
                    </p:spPr>
                  </p:pic>
                </mc:Fallback>
              </mc:AlternateContent>
              <mc:AlternateContent xmlns:mc="http://schemas.openxmlformats.org/markup-compatibility/2006" xmlns:p14="http://schemas.microsoft.com/office/powerpoint/2010/main">
                <mc:Choice Requires="p14">
                  <p:contentPart p14:bwMode="auto" r:id="rId212">
                    <p14:nvContentPartPr>
                      <p14:cNvPr id="186" name="Ink 124">
                        <a:extLst>
                          <a:ext uri="{FF2B5EF4-FFF2-40B4-BE49-F238E27FC236}">
                            <a16:creationId xmlns:a16="http://schemas.microsoft.com/office/drawing/2014/main" id="{AD2BF4E2-50DA-F00D-0B48-87C12BAF0412}"/>
                          </a:ext>
                        </a:extLst>
                      </p14:cNvPr>
                      <p14:cNvContentPartPr/>
                      <p14:nvPr/>
                    </p14:nvContentPartPr>
                    <p14:xfrm>
                      <a:off x="5133718" y="3606698"/>
                      <a:ext cx="72360" cy="90000"/>
                    </p14:xfrm>
                  </p:contentPart>
                </mc:Choice>
                <mc:Fallback xmlns="">
                  <p:pic>
                    <p:nvPicPr>
                      <p:cNvPr id="166" name="Ink 165">
                        <a:extLst>
                          <a:ext uri="{FF2B5EF4-FFF2-40B4-BE49-F238E27FC236}">
                            <a16:creationId xmlns:a16="http://schemas.microsoft.com/office/drawing/2014/main" id="{0DB7DB3F-773F-43CD-8613-2DF58CEA18B9}"/>
                          </a:ext>
                        </a:extLst>
                      </p:cNvPr>
                      <p:cNvPicPr/>
                      <p:nvPr/>
                    </p:nvPicPr>
                    <p:blipFill>
                      <a:blip r:embed="rId213"/>
                      <a:stretch>
                        <a:fillRect/>
                      </a:stretch>
                    </p:blipFill>
                    <p:spPr>
                      <a:xfrm>
                        <a:off x="5129398" y="3602378"/>
                        <a:ext cx="81000" cy="98640"/>
                      </a:xfrm>
                      <a:prstGeom prst="rect">
                        <a:avLst/>
                      </a:prstGeom>
                    </p:spPr>
                  </p:pic>
                </mc:Fallback>
              </mc:AlternateContent>
              <mc:AlternateContent xmlns:mc="http://schemas.openxmlformats.org/markup-compatibility/2006" xmlns:p14="http://schemas.microsoft.com/office/powerpoint/2010/main">
                <mc:Choice Requires="p14">
                  <p:contentPart p14:bwMode="auto" r:id="rId214">
                    <p14:nvContentPartPr>
                      <p14:cNvPr id="187" name="Ink 125">
                        <a:extLst>
                          <a:ext uri="{FF2B5EF4-FFF2-40B4-BE49-F238E27FC236}">
                            <a16:creationId xmlns:a16="http://schemas.microsoft.com/office/drawing/2014/main" id="{A9B111A9-449C-A43E-EB9D-A2961871DDBF}"/>
                          </a:ext>
                        </a:extLst>
                      </p14:cNvPr>
                      <p14:cNvContentPartPr/>
                      <p14:nvPr/>
                    </p14:nvContentPartPr>
                    <p14:xfrm>
                      <a:off x="5185918" y="3553778"/>
                      <a:ext cx="57960" cy="110160"/>
                    </p14:xfrm>
                  </p:contentPart>
                </mc:Choice>
                <mc:Fallback xmlns="">
                  <p:pic>
                    <p:nvPicPr>
                      <p:cNvPr id="167" name="Ink 166">
                        <a:extLst>
                          <a:ext uri="{FF2B5EF4-FFF2-40B4-BE49-F238E27FC236}">
                            <a16:creationId xmlns:a16="http://schemas.microsoft.com/office/drawing/2014/main" id="{BD4DF6D5-7456-4915-9E26-2274DA8A1D3F}"/>
                          </a:ext>
                        </a:extLst>
                      </p:cNvPr>
                      <p:cNvPicPr/>
                      <p:nvPr/>
                    </p:nvPicPr>
                    <p:blipFill>
                      <a:blip r:embed="rId215"/>
                      <a:stretch>
                        <a:fillRect/>
                      </a:stretch>
                    </p:blipFill>
                    <p:spPr>
                      <a:xfrm>
                        <a:off x="5181598" y="3549458"/>
                        <a:ext cx="66600" cy="118800"/>
                      </a:xfrm>
                      <a:prstGeom prst="rect">
                        <a:avLst/>
                      </a:prstGeom>
                    </p:spPr>
                  </p:pic>
                </mc:Fallback>
              </mc:AlternateContent>
              <mc:AlternateContent xmlns:mc="http://schemas.openxmlformats.org/markup-compatibility/2006" xmlns:p14="http://schemas.microsoft.com/office/powerpoint/2010/main">
                <mc:Choice Requires="p14">
                  <p:contentPart p14:bwMode="auto" r:id="rId216">
                    <p14:nvContentPartPr>
                      <p14:cNvPr id="188" name="Ink 126">
                        <a:extLst>
                          <a:ext uri="{FF2B5EF4-FFF2-40B4-BE49-F238E27FC236}">
                            <a16:creationId xmlns:a16="http://schemas.microsoft.com/office/drawing/2014/main" id="{50E83A74-6F86-E578-070A-3916DA416F23}"/>
                          </a:ext>
                        </a:extLst>
                      </p14:cNvPr>
                      <p14:cNvContentPartPr/>
                      <p14:nvPr/>
                    </p14:nvContentPartPr>
                    <p14:xfrm>
                      <a:off x="5226238" y="3504458"/>
                      <a:ext cx="79200" cy="127080"/>
                    </p14:xfrm>
                  </p:contentPart>
                </mc:Choice>
                <mc:Fallback xmlns="">
                  <p:pic>
                    <p:nvPicPr>
                      <p:cNvPr id="168" name="Ink 167">
                        <a:extLst>
                          <a:ext uri="{FF2B5EF4-FFF2-40B4-BE49-F238E27FC236}">
                            <a16:creationId xmlns:a16="http://schemas.microsoft.com/office/drawing/2014/main" id="{3A36E777-CC1F-4317-AB9F-3DF22E73AF87}"/>
                          </a:ext>
                        </a:extLst>
                      </p:cNvPr>
                      <p:cNvPicPr/>
                      <p:nvPr/>
                    </p:nvPicPr>
                    <p:blipFill>
                      <a:blip r:embed="rId217"/>
                      <a:stretch>
                        <a:fillRect/>
                      </a:stretch>
                    </p:blipFill>
                    <p:spPr>
                      <a:xfrm>
                        <a:off x="5221918" y="3500138"/>
                        <a:ext cx="87840" cy="135720"/>
                      </a:xfrm>
                      <a:prstGeom prst="rect">
                        <a:avLst/>
                      </a:prstGeom>
                    </p:spPr>
                  </p:pic>
                </mc:Fallback>
              </mc:AlternateContent>
              <mc:AlternateContent xmlns:mc="http://schemas.openxmlformats.org/markup-compatibility/2006" xmlns:p14="http://schemas.microsoft.com/office/powerpoint/2010/main">
                <mc:Choice Requires="p14">
                  <p:contentPart p14:bwMode="auto" r:id="rId218">
                    <p14:nvContentPartPr>
                      <p14:cNvPr id="189" name="Ink 127">
                        <a:extLst>
                          <a:ext uri="{FF2B5EF4-FFF2-40B4-BE49-F238E27FC236}">
                            <a16:creationId xmlns:a16="http://schemas.microsoft.com/office/drawing/2014/main" id="{D9B948BB-1FD6-5C4A-A39E-2A987703A3C6}"/>
                          </a:ext>
                        </a:extLst>
                      </p14:cNvPr>
                      <p14:cNvContentPartPr/>
                      <p14:nvPr/>
                    </p14:nvContentPartPr>
                    <p14:xfrm>
                      <a:off x="5253598" y="3565658"/>
                      <a:ext cx="28800" cy="31320"/>
                    </p14:xfrm>
                  </p:contentPart>
                </mc:Choice>
                <mc:Fallback xmlns="">
                  <p:pic>
                    <p:nvPicPr>
                      <p:cNvPr id="169" name="Ink 168">
                        <a:extLst>
                          <a:ext uri="{FF2B5EF4-FFF2-40B4-BE49-F238E27FC236}">
                            <a16:creationId xmlns:a16="http://schemas.microsoft.com/office/drawing/2014/main" id="{C3CB1218-F893-4136-8714-A9959830863A}"/>
                          </a:ext>
                        </a:extLst>
                      </p:cNvPr>
                      <p:cNvPicPr/>
                      <p:nvPr/>
                    </p:nvPicPr>
                    <p:blipFill>
                      <a:blip r:embed="rId219"/>
                      <a:stretch>
                        <a:fillRect/>
                      </a:stretch>
                    </p:blipFill>
                    <p:spPr>
                      <a:xfrm>
                        <a:off x="5249278" y="3561338"/>
                        <a:ext cx="37440" cy="39960"/>
                      </a:xfrm>
                      <a:prstGeom prst="rect">
                        <a:avLst/>
                      </a:prstGeom>
                    </p:spPr>
                  </p:pic>
                </mc:Fallback>
              </mc:AlternateContent>
              <mc:AlternateContent xmlns:mc="http://schemas.openxmlformats.org/markup-compatibility/2006" xmlns:p14="http://schemas.microsoft.com/office/powerpoint/2010/main">
                <mc:Choice Requires="p14">
                  <p:contentPart p14:bwMode="auto" r:id="rId220">
                    <p14:nvContentPartPr>
                      <p14:cNvPr id="190" name="Ink 128">
                        <a:extLst>
                          <a:ext uri="{FF2B5EF4-FFF2-40B4-BE49-F238E27FC236}">
                            <a16:creationId xmlns:a16="http://schemas.microsoft.com/office/drawing/2014/main" id="{C7EE81D0-A04D-1FC2-203C-699E550BB101}"/>
                          </a:ext>
                        </a:extLst>
                      </p14:cNvPr>
                      <p14:cNvContentPartPr/>
                      <p14:nvPr/>
                    </p14:nvContentPartPr>
                    <p14:xfrm>
                      <a:off x="5205718" y="3628658"/>
                      <a:ext cx="19080" cy="22320"/>
                    </p14:xfrm>
                  </p:contentPart>
                </mc:Choice>
                <mc:Fallback xmlns="">
                  <p:pic>
                    <p:nvPicPr>
                      <p:cNvPr id="170" name="Ink 169">
                        <a:extLst>
                          <a:ext uri="{FF2B5EF4-FFF2-40B4-BE49-F238E27FC236}">
                            <a16:creationId xmlns:a16="http://schemas.microsoft.com/office/drawing/2014/main" id="{A3693B6C-2A30-411C-8FD8-EBF023C8C546}"/>
                          </a:ext>
                        </a:extLst>
                      </p:cNvPr>
                      <p:cNvPicPr/>
                      <p:nvPr/>
                    </p:nvPicPr>
                    <p:blipFill>
                      <a:blip r:embed="rId221"/>
                      <a:stretch>
                        <a:fillRect/>
                      </a:stretch>
                    </p:blipFill>
                    <p:spPr>
                      <a:xfrm>
                        <a:off x="5201398" y="3624338"/>
                        <a:ext cx="27720" cy="30960"/>
                      </a:xfrm>
                      <a:prstGeom prst="rect">
                        <a:avLst/>
                      </a:prstGeom>
                    </p:spPr>
                  </p:pic>
                </mc:Fallback>
              </mc:AlternateContent>
              <mc:AlternateContent xmlns:mc="http://schemas.openxmlformats.org/markup-compatibility/2006" xmlns:p14="http://schemas.microsoft.com/office/powerpoint/2010/main">
                <mc:Choice Requires="p14">
                  <p:contentPart p14:bwMode="auto" r:id="rId222">
                    <p14:nvContentPartPr>
                      <p14:cNvPr id="191" name="Ink 129">
                        <a:extLst>
                          <a:ext uri="{FF2B5EF4-FFF2-40B4-BE49-F238E27FC236}">
                            <a16:creationId xmlns:a16="http://schemas.microsoft.com/office/drawing/2014/main" id="{2FC542FB-44C5-1D79-2E93-C89BF3D7F34B}"/>
                          </a:ext>
                        </a:extLst>
                      </p14:cNvPr>
                      <p14:cNvContentPartPr/>
                      <p14:nvPr/>
                    </p14:nvContentPartPr>
                    <p14:xfrm>
                      <a:off x="5162878" y="3664658"/>
                      <a:ext cx="19080" cy="20880"/>
                    </p14:xfrm>
                  </p:contentPart>
                </mc:Choice>
                <mc:Fallback xmlns="">
                  <p:pic>
                    <p:nvPicPr>
                      <p:cNvPr id="171" name="Ink 170">
                        <a:extLst>
                          <a:ext uri="{FF2B5EF4-FFF2-40B4-BE49-F238E27FC236}">
                            <a16:creationId xmlns:a16="http://schemas.microsoft.com/office/drawing/2014/main" id="{7BC33D2C-0C27-4451-8A07-ABE84A15B76C}"/>
                          </a:ext>
                        </a:extLst>
                      </p:cNvPr>
                      <p:cNvPicPr/>
                      <p:nvPr/>
                    </p:nvPicPr>
                    <p:blipFill>
                      <a:blip r:embed="rId223"/>
                      <a:stretch>
                        <a:fillRect/>
                      </a:stretch>
                    </p:blipFill>
                    <p:spPr>
                      <a:xfrm>
                        <a:off x="5158558" y="3660338"/>
                        <a:ext cx="27720" cy="29520"/>
                      </a:xfrm>
                      <a:prstGeom prst="rect">
                        <a:avLst/>
                      </a:prstGeom>
                    </p:spPr>
                  </p:pic>
                </mc:Fallback>
              </mc:AlternateContent>
              <mc:AlternateContent xmlns:mc="http://schemas.openxmlformats.org/markup-compatibility/2006" xmlns:p14="http://schemas.microsoft.com/office/powerpoint/2010/main">
                <mc:Choice Requires="p14">
                  <p:contentPart p14:bwMode="auto" r:id="rId224">
                    <p14:nvContentPartPr>
                      <p14:cNvPr id="192" name="Ink 130">
                        <a:extLst>
                          <a:ext uri="{FF2B5EF4-FFF2-40B4-BE49-F238E27FC236}">
                            <a16:creationId xmlns:a16="http://schemas.microsoft.com/office/drawing/2014/main" id="{A21D4BC7-2AF2-1806-1516-675F6295A03C}"/>
                          </a:ext>
                        </a:extLst>
                      </p14:cNvPr>
                      <p14:cNvContentPartPr/>
                      <p14:nvPr/>
                    </p14:nvContentPartPr>
                    <p14:xfrm>
                      <a:off x="5128318" y="3701018"/>
                      <a:ext cx="14760" cy="15480"/>
                    </p14:xfrm>
                  </p:contentPart>
                </mc:Choice>
                <mc:Fallback xmlns="">
                  <p:pic>
                    <p:nvPicPr>
                      <p:cNvPr id="172" name="Ink 171">
                        <a:extLst>
                          <a:ext uri="{FF2B5EF4-FFF2-40B4-BE49-F238E27FC236}">
                            <a16:creationId xmlns:a16="http://schemas.microsoft.com/office/drawing/2014/main" id="{2A7E62B6-2255-4E97-AA91-75E7C8A31B5B}"/>
                          </a:ext>
                        </a:extLst>
                      </p:cNvPr>
                      <p:cNvPicPr/>
                      <p:nvPr/>
                    </p:nvPicPr>
                    <p:blipFill>
                      <a:blip r:embed="rId225"/>
                      <a:stretch>
                        <a:fillRect/>
                      </a:stretch>
                    </p:blipFill>
                    <p:spPr>
                      <a:xfrm>
                        <a:off x="5123998" y="3696698"/>
                        <a:ext cx="23400" cy="24120"/>
                      </a:xfrm>
                      <a:prstGeom prst="rect">
                        <a:avLst/>
                      </a:prstGeom>
                    </p:spPr>
                  </p:pic>
                </mc:Fallback>
              </mc:AlternateContent>
              <mc:AlternateContent xmlns:mc="http://schemas.openxmlformats.org/markup-compatibility/2006" xmlns:p14="http://schemas.microsoft.com/office/powerpoint/2010/main">
                <mc:Choice Requires="p14">
                  <p:contentPart p14:bwMode="auto" r:id="rId226">
                    <p14:nvContentPartPr>
                      <p14:cNvPr id="193" name="Ink 131">
                        <a:extLst>
                          <a:ext uri="{FF2B5EF4-FFF2-40B4-BE49-F238E27FC236}">
                            <a16:creationId xmlns:a16="http://schemas.microsoft.com/office/drawing/2014/main" id="{173B1D75-F7A8-125D-0584-D906D0A9830E}"/>
                          </a:ext>
                        </a:extLst>
                      </p14:cNvPr>
                      <p14:cNvContentPartPr/>
                      <p14:nvPr/>
                    </p14:nvContentPartPr>
                    <p14:xfrm>
                      <a:off x="5080078" y="3733778"/>
                      <a:ext cx="28080" cy="30960"/>
                    </p14:xfrm>
                  </p:contentPart>
                </mc:Choice>
                <mc:Fallback xmlns="">
                  <p:pic>
                    <p:nvPicPr>
                      <p:cNvPr id="173" name="Ink 172">
                        <a:extLst>
                          <a:ext uri="{FF2B5EF4-FFF2-40B4-BE49-F238E27FC236}">
                            <a16:creationId xmlns:a16="http://schemas.microsoft.com/office/drawing/2014/main" id="{C57B0689-64F3-4D9C-B327-1E750B748FCF}"/>
                          </a:ext>
                        </a:extLst>
                      </p:cNvPr>
                      <p:cNvPicPr/>
                      <p:nvPr/>
                    </p:nvPicPr>
                    <p:blipFill>
                      <a:blip r:embed="rId227"/>
                      <a:stretch>
                        <a:fillRect/>
                      </a:stretch>
                    </p:blipFill>
                    <p:spPr>
                      <a:xfrm>
                        <a:off x="5075758" y="3729458"/>
                        <a:ext cx="36720" cy="39600"/>
                      </a:xfrm>
                      <a:prstGeom prst="rect">
                        <a:avLst/>
                      </a:prstGeom>
                    </p:spPr>
                  </p:pic>
                </mc:Fallback>
              </mc:AlternateContent>
              <mc:AlternateContent xmlns:mc="http://schemas.openxmlformats.org/markup-compatibility/2006" xmlns:p14="http://schemas.microsoft.com/office/powerpoint/2010/main">
                <mc:Choice Requires="p14">
                  <p:contentPart p14:bwMode="auto" r:id="rId228">
                    <p14:nvContentPartPr>
                      <p14:cNvPr id="194" name="Ink 132">
                        <a:extLst>
                          <a:ext uri="{FF2B5EF4-FFF2-40B4-BE49-F238E27FC236}">
                            <a16:creationId xmlns:a16="http://schemas.microsoft.com/office/drawing/2014/main" id="{5757F493-8F03-640F-98EE-19C7CA9257F1}"/>
                          </a:ext>
                        </a:extLst>
                      </p14:cNvPr>
                      <p14:cNvContentPartPr/>
                      <p14:nvPr/>
                    </p14:nvContentPartPr>
                    <p14:xfrm>
                      <a:off x="5034358" y="3782738"/>
                      <a:ext cx="27000" cy="29880"/>
                    </p14:xfrm>
                  </p:contentPart>
                </mc:Choice>
                <mc:Fallback xmlns="">
                  <p:pic>
                    <p:nvPicPr>
                      <p:cNvPr id="174" name="Ink 173">
                        <a:extLst>
                          <a:ext uri="{FF2B5EF4-FFF2-40B4-BE49-F238E27FC236}">
                            <a16:creationId xmlns:a16="http://schemas.microsoft.com/office/drawing/2014/main" id="{FA003BD5-CC78-47F3-88A7-0090B5C4E125}"/>
                          </a:ext>
                        </a:extLst>
                      </p:cNvPr>
                      <p:cNvPicPr/>
                      <p:nvPr/>
                    </p:nvPicPr>
                    <p:blipFill>
                      <a:blip r:embed="rId229"/>
                      <a:stretch>
                        <a:fillRect/>
                      </a:stretch>
                    </p:blipFill>
                    <p:spPr>
                      <a:xfrm>
                        <a:off x="5030038" y="3778418"/>
                        <a:ext cx="35640" cy="38520"/>
                      </a:xfrm>
                      <a:prstGeom prst="rect">
                        <a:avLst/>
                      </a:prstGeom>
                    </p:spPr>
                  </p:pic>
                </mc:Fallback>
              </mc:AlternateContent>
              <mc:AlternateContent xmlns:mc="http://schemas.openxmlformats.org/markup-compatibility/2006" xmlns:p14="http://schemas.microsoft.com/office/powerpoint/2010/main">
                <mc:Choice Requires="p14">
                  <p:contentPart p14:bwMode="auto" r:id="rId230">
                    <p14:nvContentPartPr>
                      <p14:cNvPr id="195" name="Ink 133">
                        <a:extLst>
                          <a:ext uri="{FF2B5EF4-FFF2-40B4-BE49-F238E27FC236}">
                            <a16:creationId xmlns:a16="http://schemas.microsoft.com/office/drawing/2014/main" id="{135073F8-E7F9-56FC-030D-6496A4E8B5AE}"/>
                          </a:ext>
                        </a:extLst>
                      </p14:cNvPr>
                      <p14:cNvContentPartPr/>
                      <p14:nvPr/>
                    </p14:nvContentPartPr>
                    <p14:xfrm>
                      <a:off x="4983238" y="3839618"/>
                      <a:ext cx="20520" cy="24480"/>
                    </p14:xfrm>
                  </p:contentPart>
                </mc:Choice>
                <mc:Fallback xmlns="">
                  <p:pic>
                    <p:nvPicPr>
                      <p:cNvPr id="175" name="Ink 174">
                        <a:extLst>
                          <a:ext uri="{FF2B5EF4-FFF2-40B4-BE49-F238E27FC236}">
                            <a16:creationId xmlns:a16="http://schemas.microsoft.com/office/drawing/2014/main" id="{28A9A473-5443-40BD-958B-FF5112332309}"/>
                          </a:ext>
                        </a:extLst>
                      </p:cNvPr>
                      <p:cNvPicPr/>
                      <p:nvPr/>
                    </p:nvPicPr>
                    <p:blipFill>
                      <a:blip r:embed="rId231"/>
                      <a:stretch>
                        <a:fillRect/>
                      </a:stretch>
                    </p:blipFill>
                    <p:spPr>
                      <a:xfrm>
                        <a:off x="4978918" y="3835298"/>
                        <a:ext cx="29160" cy="33120"/>
                      </a:xfrm>
                      <a:prstGeom prst="rect">
                        <a:avLst/>
                      </a:prstGeom>
                    </p:spPr>
                  </p:pic>
                </mc:Fallback>
              </mc:AlternateContent>
              <mc:AlternateContent xmlns:mc="http://schemas.openxmlformats.org/markup-compatibility/2006" xmlns:p14="http://schemas.microsoft.com/office/powerpoint/2010/main">
                <mc:Choice Requires="p14">
                  <p:contentPart p14:bwMode="auto" r:id="rId232">
                    <p14:nvContentPartPr>
                      <p14:cNvPr id="196" name="Ink 134">
                        <a:extLst>
                          <a:ext uri="{FF2B5EF4-FFF2-40B4-BE49-F238E27FC236}">
                            <a16:creationId xmlns:a16="http://schemas.microsoft.com/office/drawing/2014/main" id="{0471FEC4-551A-BA8C-5CF5-33CF4144B07E}"/>
                          </a:ext>
                        </a:extLst>
                      </p14:cNvPr>
                      <p14:cNvContentPartPr/>
                      <p14:nvPr/>
                    </p14:nvContentPartPr>
                    <p14:xfrm>
                      <a:off x="4934998" y="3880658"/>
                      <a:ext cx="18360" cy="22320"/>
                    </p14:xfrm>
                  </p:contentPart>
                </mc:Choice>
                <mc:Fallback xmlns="">
                  <p:pic>
                    <p:nvPicPr>
                      <p:cNvPr id="176" name="Ink 175">
                        <a:extLst>
                          <a:ext uri="{FF2B5EF4-FFF2-40B4-BE49-F238E27FC236}">
                            <a16:creationId xmlns:a16="http://schemas.microsoft.com/office/drawing/2014/main" id="{3E3C2252-5C55-4F40-8382-F26F209B7C07}"/>
                          </a:ext>
                        </a:extLst>
                      </p:cNvPr>
                      <p:cNvPicPr/>
                      <p:nvPr/>
                    </p:nvPicPr>
                    <p:blipFill>
                      <a:blip r:embed="rId233"/>
                      <a:stretch>
                        <a:fillRect/>
                      </a:stretch>
                    </p:blipFill>
                    <p:spPr>
                      <a:xfrm>
                        <a:off x="4930678" y="3876338"/>
                        <a:ext cx="27000" cy="30960"/>
                      </a:xfrm>
                      <a:prstGeom prst="rect">
                        <a:avLst/>
                      </a:prstGeom>
                    </p:spPr>
                  </p:pic>
                </mc:Fallback>
              </mc:AlternateContent>
              <mc:AlternateContent xmlns:mc="http://schemas.openxmlformats.org/markup-compatibility/2006" xmlns:p14="http://schemas.microsoft.com/office/powerpoint/2010/main">
                <mc:Choice Requires="p14">
                  <p:contentPart p14:bwMode="auto" r:id="rId234">
                    <p14:nvContentPartPr>
                      <p14:cNvPr id="197" name="Ink 135">
                        <a:extLst>
                          <a:ext uri="{FF2B5EF4-FFF2-40B4-BE49-F238E27FC236}">
                            <a16:creationId xmlns:a16="http://schemas.microsoft.com/office/drawing/2014/main" id="{EC9AA929-1CB8-6893-147A-3771B3E0A7FC}"/>
                          </a:ext>
                        </a:extLst>
                      </p14:cNvPr>
                      <p14:cNvContentPartPr/>
                      <p14:nvPr/>
                    </p14:nvContentPartPr>
                    <p14:xfrm>
                      <a:off x="4895758" y="3921338"/>
                      <a:ext cx="19440" cy="20520"/>
                    </p14:xfrm>
                  </p:contentPart>
                </mc:Choice>
                <mc:Fallback xmlns="">
                  <p:pic>
                    <p:nvPicPr>
                      <p:cNvPr id="177" name="Ink 176">
                        <a:extLst>
                          <a:ext uri="{FF2B5EF4-FFF2-40B4-BE49-F238E27FC236}">
                            <a16:creationId xmlns:a16="http://schemas.microsoft.com/office/drawing/2014/main" id="{971AEADA-6DBB-4755-A975-8B3D001AE6EC}"/>
                          </a:ext>
                        </a:extLst>
                      </p:cNvPr>
                      <p:cNvPicPr/>
                      <p:nvPr/>
                    </p:nvPicPr>
                    <p:blipFill>
                      <a:blip r:embed="rId235"/>
                      <a:stretch>
                        <a:fillRect/>
                      </a:stretch>
                    </p:blipFill>
                    <p:spPr>
                      <a:xfrm>
                        <a:off x="4891438" y="3917018"/>
                        <a:ext cx="28080" cy="29160"/>
                      </a:xfrm>
                      <a:prstGeom prst="rect">
                        <a:avLst/>
                      </a:prstGeom>
                    </p:spPr>
                  </p:pic>
                </mc:Fallback>
              </mc:AlternateContent>
              <mc:AlternateContent xmlns:mc="http://schemas.openxmlformats.org/markup-compatibility/2006" xmlns:p14="http://schemas.microsoft.com/office/powerpoint/2010/main">
                <mc:Choice Requires="p14">
                  <p:contentPart p14:bwMode="auto" r:id="rId236">
                    <p14:nvContentPartPr>
                      <p14:cNvPr id="198" name="Ink 136">
                        <a:extLst>
                          <a:ext uri="{FF2B5EF4-FFF2-40B4-BE49-F238E27FC236}">
                            <a16:creationId xmlns:a16="http://schemas.microsoft.com/office/drawing/2014/main" id="{CE6BBE85-D157-479D-3FB8-C0C5E38DAD3C}"/>
                          </a:ext>
                        </a:extLst>
                      </p14:cNvPr>
                      <p14:cNvContentPartPr/>
                      <p14:nvPr/>
                    </p14:nvContentPartPr>
                    <p14:xfrm>
                      <a:off x="3094283" y="4162437"/>
                      <a:ext cx="215640" cy="65160"/>
                    </p14:xfrm>
                  </p:contentPart>
                </mc:Choice>
                <mc:Fallback xmlns="">
                  <p:pic>
                    <p:nvPicPr>
                      <p:cNvPr id="7" name="Ink 6">
                        <a:extLst>
                          <a:ext uri="{FF2B5EF4-FFF2-40B4-BE49-F238E27FC236}">
                            <a16:creationId xmlns:a16="http://schemas.microsoft.com/office/drawing/2014/main" id="{D70D5A7B-B5B2-40C4-ABBD-EEE73B065330}"/>
                          </a:ext>
                        </a:extLst>
                      </p:cNvPr>
                      <p:cNvPicPr/>
                      <p:nvPr/>
                    </p:nvPicPr>
                    <p:blipFill>
                      <a:blip r:embed="rId237"/>
                      <a:stretch>
                        <a:fillRect/>
                      </a:stretch>
                    </p:blipFill>
                    <p:spPr>
                      <a:xfrm>
                        <a:off x="3089963" y="4158117"/>
                        <a:ext cx="224280" cy="73800"/>
                      </a:xfrm>
                      <a:prstGeom prst="rect">
                        <a:avLst/>
                      </a:prstGeom>
                    </p:spPr>
                  </p:pic>
                </mc:Fallback>
              </mc:AlternateContent>
              <mc:AlternateContent xmlns:mc="http://schemas.openxmlformats.org/markup-compatibility/2006" xmlns:p14="http://schemas.microsoft.com/office/powerpoint/2010/main">
                <mc:Choice Requires="p14">
                  <p:contentPart p14:bwMode="auto" r:id="rId238">
                    <p14:nvContentPartPr>
                      <p14:cNvPr id="199" name="Ink 137">
                        <a:extLst>
                          <a:ext uri="{FF2B5EF4-FFF2-40B4-BE49-F238E27FC236}">
                            <a16:creationId xmlns:a16="http://schemas.microsoft.com/office/drawing/2014/main" id="{F8DBEF73-5409-0457-05BA-750C425394FF}"/>
                          </a:ext>
                        </a:extLst>
                      </p14:cNvPr>
                      <p14:cNvContentPartPr/>
                      <p14:nvPr/>
                    </p14:nvContentPartPr>
                    <p14:xfrm>
                      <a:off x="3145403" y="4016277"/>
                      <a:ext cx="248040" cy="139680"/>
                    </p14:xfrm>
                  </p:contentPart>
                </mc:Choice>
                <mc:Fallback xmlns="">
                  <p:pic>
                    <p:nvPicPr>
                      <p:cNvPr id="8" name="Ink 7">
                        <a:extLst>
                          <a:ext uri="{FF2B5EF4-FFF2-40B4-BE49-F238E27FC236}">
                            <a16:creationId xmlns:a16="http://schemas.microsoft.com/office/drawing/2014/main" id="{7F69D4DE-C6F5-4FC2-9272-8F66297EFEA3}"/>
                          </a:ext>
                        </a:extLst>
                      </p:cNvPr>
                      <p:cNvPicPr/>
                      <p:nvPr/>
                    </p:nvPicPr>
                    <p:blipFill>
                      <a:blip r:embed="rId239"/>
                      <a:stretch>
                        <a:fillRect/>
                      </a:stretch>
                    </p:blipFill>
                    <p:spPr>
                      <a:xfrm>
                        <a:off x="3141083" y="4011957"/>
                        <a:ext cx="256680" cy="148320"/>
                      </a:xfrm>
                      <a:prstGeom prst="rect">
                        <a:avLst/>
                      </a:prstGeom>
                    </p:spPr>
                  </p:pic>
                </mc:Fallback>
              </mc:AlternateContent>
              <mc:AlternateContent xmlns:mc="http://schemas.openxmlformats.org/markup-compatibility/2006" xmlns:p14="http://schemas.microsoft.com/office/powerpoint/2010/main">
                <mc:Choice Requires="p14">
                  <p:contentPart p14:bwMode="auto" r:id="rId240">
                    <p14:nvContentPartPr>
                      <p14:cNvPr id="200" name="Ink 138">
                        <a:extLst>
                          <a:ext uri="{FF2B5EF4-FFF2-40B4-BE49-F238E27FC236}">
                            <a16:creationId xmlns:a16="http://schemas.microsoft.com/office/drawing/2014/main" id="{16DE3302-226F-3003-03F4-9426E027F3DD}"/>
                          </a:ext>
                        </a:extLst>
                      </p14:cNvPr>
                      <p14:cNvContentPartPr/>
                      <p14:nvPr/>
                    </p14:nvContentPartPr>
                    <p14:xfrm>
                      <a:off x="2864963" y="4176477"/>
                      <a:ext cx="259200" cy="52920"/>
                    </p14:xfrm>
                  </p:contentPart>
                </mc:Choice>
                <mc:Fallback xmlns="">
                  <p:pic>
                    <p:nvPicPr>
                      <p:cNvPr id="10" name="Ink 9">
                        <a:extLst>
                          <a:ext uri="{FF2B5EF4-FFF2-40B4-BE49-F238E27FC236}">
                            <a16:creationId xmlns:a16="http://schemas.microsoft.com/office/drawing/2014/main" id="{5AE4C357-0B0A-41B8-9DC3-BEE9EE1A4358}"/>
                          </a:ext>
                        </a:extLst>
                      </p:cNvPr>
                      <p:cNvPicPr/>
                      <p:nvPr/>
                    </p:nvPicPr>
                    <p:blipFill>
                      <a:blip r:embed="rId241"/>
                      <a:stretch>
                        <a:fillRect/>
                      </a:stretch>
                    </p:blipFill>
                    <p:spPr>
                      <a:xfrm>
                        <a:off x="2860643" y="4172157"/>
                        <a:ext cx="267840" cy="61560"/>
                      </a:xfrm>
                      <a:prstGeom prst="rect">
                        <a:avLst/>
                      </a:prstGeom>
                    </p:spPr>
                  </p:pic>
                </mc:Fallback>
              </mc:AlternateContent>
              <mc:AlternateContent xmlns:mc="http://schemas.openxmlformats.org/markup-compatibility/2006" xmlns:p14="http://schemas.microsoft.com/office/powerpoint/2010/main">
                <mc:Choice Requires="p14">
                  <p:contentPart p14:bwMode="auto" r:id="rId242">
                    <p14:nvContentPartPr>
                      <p14:cNvPr id="201" name="Ink 139">
                        <a:extLst>
                          <a:ext uri="{FF2B5EF4-FFF2-40B4-BE49-F238E27FC236}">
                            <a16:creationId xmlns:a16="http://schemas.microsoft.com/office/drawing/2014/main" id="{E88EDA04-4F48-CAF7-1C31-DADCCD9B900A}"/>
                          </a:ext>
                        </a:extLst>
                      </p14:cNvPr>
                      <p14:cNvContentPartPr/>
                      <p14:nvPr/>
                    </p14:nvContentPartPr>
                    <p14:xfrm>
                      <a:off x="2863163" y="4235877"/>
                      <a:ext cx="216360" cy="141840"/>
                    </p14:xfrm>
                  </p:contentPart>
                </mc:Choice>
                <mc:Fallback xmlns="">
                  <p:pic>
                    <p:nvPicPr>
                      <p:cNvPr id="12" name="Ink 11">
                        <a:extLst>
                          <a:ext uri="{FF2B5EF4-FFF2-40B4-BE49-F238E27FC236}">
                            <a16:creationId xmlns:a16="http://schemas.microsoft.com/office/drawing/2014/main" id="{B80400EF-DDB0-4EA4-BD3A-3FE86E2B2C01}"/>
                          </a:ext>
                        </a:extLst>
                      </p:cNvPr>
                      <p:cNvPicPr/>
                      <p:nvPr/>
                    </p:nvPicPr>
                    <p:blipFill>
                      <a:blip r:embed="rId243"/>
                      <a:stretch>
                        <a:fillRect/>
                      </a:stretch>
                    </p:blipFill>
                    <p:spPr>
                      <a:xfrm>
                        <a:off x="2858843" y="4231557"/>
                        <a:ext cx="225000" cy="150480"/>
                      </a:xfrm>
                      <a:prstGeom prst="rect">
                        <a:avLst/>
                      </a:prstGeom>
                    </p:spPr>
                  </p:pic>
                </mc:Fallback>
              </mc:AlternateContent>
              <mc:AlternateContent xmlns:mc="http://schemas.openxmlformats.org/markup-compatibility/2006" xmlns:p14="http://schemas.microsoft.com/office/powerpoint/2010/main">
                <mc:Choice Requires="p14">
                  <p:contentPart p14:bwMode="auto" r:id="rId244">
                    <p14:nvContentPartPr>
                      <p14:cNvPr id="202" name="Ink 140">
                        <a:extLst>
                          <a:ext uri="{FF2B5EF4-FFF2-40B4-BE49-F238E27FC236}">
                            <a16:creationId xmlns:a16="http://schemas.microsoft.com/office/drawing/2014/main" id="{D51A51C9-17E9-A619-AB00-5BC176B46FFF}"/>
                          </a:ext>
                        </a:extLst>
                      </p14:cNvPr>
                      <p14:cNvContentPartPr/>
                      <p14:nvPr/>
                    </p14:nvContentPartPr>
                    <p14:xfrm>
                      <a:off x="3497483" y="4438197"/>
                      <a:ext cx="120600" cy="26640"/>
                    </p14:xfrm>
                  </p:contentPart>
                </mc:Choice>
                <mc:Fallback xmlns="">
                  <p:pic>
                    <p:nvPicPr>
                      <p:cNvPr id="30" name="Ink 29">
                        <a:extLst>
                          <a:ext uri="{FF2B5EF4-FFF2-40B4-BE49-F238E27FC236}">
                            <a16:creationId xmlns:a16="http://schemas.microsoft.com/office/drawing/2014/main" id="{302087B8-3E74-406D-8ED9-27198975D2EF}"/>
                          </a:ext>
                        </a:extLst>
                      </p:cNvPr>
                      <p:cNvPicPr/>
                      <p:nvPr/>
                    </p:nvPicPr>
                    <p:blipFill>
                      <a:blip r:embed="rId245"/>
                      <a:stretch>
                        <a:fillRect/>
                      </a:stretch>
                    </p:blipFill>
                    <p:spPr>
                      <a:xfrm>
                        <a:off x="3493163" y="4433877"/>
                        <a:ext cx="129240" cy="35280"/>
                      </a:xfrm>
                      <a:prstGeom prst="rect">
                        <a:avLst/>
                      </a:prstGeom>
                    </p:spPr>
                  </p:pic>
                </mc:Fallback>
              </mc:AlternateContent>
              <mc:AlternateContent xmlns:mc="http://schemas.openxmlformats.org/markup-compatibility/2006" xmlns:p14="http://schemas.microsoft.com/office/powerpoint/2010/main">
                <mc:Choice Requires="p14">
                  <p:contentPart p14:bwMode="auto" r:id="rId246">
                    <p14:nvContentPartPr>
                      <p14:cNvPr id="203" name="Ink 141">
                        <a:extLst>
                          <a:ext uri="{FF2B5EF4-FFF2-40B4-BE49-F238E27FC236}">
                            <a16:creationId xmlns:a16="http://schemas.microsoft.com/office/drawing/2014/main" id="{A294BB59-4ED7-FC62-46A8-E272B6ED2587}"/>
                          </a:ext>
                        </a:extLst>
                      </p14:cNvPr>
                      <p14:cNvContentPartPr/>
                      <p14:nvPr/>
                    </p14:nvContentPartPr>
                    <p14:xfrm>
                      <a:off x="3277163" y="4328757"/>
                      <a:ext cx="230040" cy="18000"/>
                    </p14:xfrm>
                  </p:contentPart>
                </mc:Choice>
                <mc:Fallback xmlns="">
                  <p:pic>
                    <p:nvPicPr>
                      <p:cNvPr id="31" name="Ink 30">
                        <a:extLst>
                          <a:ext uri="{FF2B5EF4-FFF2-40B4-BE49-F238E27FC236}">
                            <a16:creationId xmlns:a16="http://schemas.microsoft.com/office/drawing/2014/main" id="{7139C663-0FF5-44A3-A26F-A0E10BA481D3}"/>
                          </a:ext>
                        </a:extLst>
                      </p:cNvPr>
                      <p:cNvPicPr/>
                      <p:nvPr/>
                    </p:nvPicPr>
                    <p:blipFill>
                      <a:blip r:embed="rId247"/>
                      <a:stretch>
                        <a:fillRect/>
                      </a:stretch>
                    </p:blipFill>
                    <p:spPr>
                      <a:xfrm>
                        <a:off x="3272843" y="4324437"/>
                        <a:ext cx="238680" cy="26640"/>
                      </a:xfrm>
                      <a:prstGeom prst="rect">
                        <a:avLst/>
                      </a:prstGeom>
                    </p:spPr>
                  </p:pic>
                </mc:Fallback>
              </mc:AlternateContent>
              <mc:AlternateContent xmlns:mc="http://schemas.openxmlformats.org/markup-compatibility/2006" xmlns:p14="http://schemas.microsoft.com/office/powerpoint/2010/main">
                <mc:Choice Requires="p14">
                  <p:contentPart p14:bwMode="auto" r:id="rId248">
                    <p14:nvContentPartPr>
                      <p14:cNvPr id="204" name="Ink 142">
                        <a:extLst>
                          <a:ext uri="{FF2B5EF4-FFF2-40B4-BE49-F238E27FC236}">
                            <a16:creationId xmlns:a16="http://schemas.microsoft.com/office/drawing/2014/main" id="{0EFEE5D5-DA81-5911-0BB6-2BA0DB004264}"/>
                          </a:ext>
                        </a:extLst>
                      </p14:cNvPr>
                      <p14:cNvContentPartPr/>
                      <p14:nvPr/>
                    </p14:nvContentPartPr>
                    <p14:xfrm>
                      <a:off x="3557808" y="3997530"/>
                      <a:ext cx="200520" cy="138240"/>
                    </p14:xfrm>
                  </p:contentPart>
                </mc:Choice>
                <mc:Fallback xmlns="">
                  <p:pic>
                    <p:nvPicPr>
                      <p:cNvPr id="1374" name="Ink 1373">
                        <a:extLst>
                          <a:ext uri="{FF2B5EF4-FFF2-40B4-BE49-F238E27FC236}">
                            <a16:creationId xmlns:a16="http://schemas.microsoft.com/office/drawing/2014/main" id="{18FE37A7-DF9F-4BE7-8442-232828F10CBD}"/>
                          </a:ext>
                        </a:extLst>
                      </p:cNvPr>
                      <p:cNvPicPr/>
                      <p:nvPr/>
                    </p:nvPicPr>
                    <p:blipFill>
                      <a:blip r:embed="rId249"/>
                      <a:stretch>
                        <a:fillRect/>
                      </a:stretch>
                    </p:blipFill>
                    <p:spPr>
                      <a:xfrm>
                        <a:off x="3553488" y="3993210"/>
                        <a:ext cx="209160" cy="146880"/>
                      </a:xfrm>
                      <a:prstGeom prst="rect">
                        <a:avLst/>
                      </a:prstGeom>
                    </p:spPr>
                  </p:pic>
                </mc:Fallback>
              </mc:AlternateContent>
              <mc:AlternateContent xmlns:mc="http://schemas.openxmlformats.org/markup-compatibility/2006" xmlns:p14="http://schemas.microsoft.com/office/powerpoint/2010/main">
                <mc:Choice Requires="p14">
                  <p:contentPart p14:bwMode="auto" r:id="rId250">
                    <p14:nvContentPartPr>
                      <p14:cNvPr id="205" name="Ink 143">
                        <a:extLst>
                          <a:ext uri="{FF2B5EF4-FFF2-40B4-BE49-F238E27FC236}">
                            <a16:creationId xmlns:a16="http://schemas.microsoft.com/office/drawing/2014/main" id="{D31E02D6-85A1-E1BE-681C-FD8ABFDD7F33}"/>
                          </a:ext>
                        </a:extLst>
                      </p14:cNvPr>
                      <p14:cNvContentPartPr/>
                      <p14:nvPr/>
                    </p14:nvContentPartPr>
                    <p14:xfrm>
                      <a:off x="3508848" y="4007250"/>
                      <a:ext cx="163080" cy="111960"/>
                    </p14:xfrm>
                  </p:contentPart>
                </mc:Choice>
                <mc:Fallback xmlns="">
                  <p:pic>
                    <p:nvPicPr>
                      <p:cNvPr id="1375" name="Ink 1374">
                        <a:extLst>
                          <a:ext uri="{FF2B5EF4-FFF2-40B4-BE49-F238E27FC236}">
                            <a16:creationId xmlns:a16="http://schemas.microsoft.com/office/drawing/2014/main" id="{F33C6160-38BD-4EE1-92FA-C6F7E9FC5E09}"/>
                          </a:ext>
                        </a:extLst>
                      </p:cNvPr>
                      <p:cNvPicPr/>
                      <p:nvPr/>
                    </p:nvPicPr>
                    <p:blipFill>
                      <a:blip r:embed="rId439"/>
                      <a:stretch>
                        <a:fillRect/>
                      </a:stretch>
                    </p:blipFill>
                    <p:spPr>
                      <a:xfrm>
                        <a:off x="3504528" y="4002930"/>
                        <a:ext cx="171720" cy="120600"/>
                      </a:xfrm>
                      <a:prstGeom prst="rect">
                        <a:avLst/>
                      </a:prstGeom>
                    </p:spPr>
                  </p:pic>
                </mc:Fallback>
              </mc:AlternateContent>
              <mc:AlternateContent xmlns:mc="http://schemas.openxmlformats.org/markup-compatibility/2006" xmlns:p14="http://schemas.microsoft.com/office/powerpoint/2010/main">
                <mc:Choice Requires="p14">
                  <p:contentPart p14:bwMode="auto" r:id="rId440">
                    <p14:nvContentPartPr>
                      <p14:cNvPr id="206" name="Ink 144">
                        <a:extLst>
                          <a:ext uri="{FF2B5EF4-FFF2-40B4-BE49-F238E27FC236}">
                            <a16:creationId xmlns:a16="http://schemas.microsoft.com/office/drawing/2014/main" id="{80BE70A0-CC05-0CCE-9325-6412D8D05AA6}"/>
                          </a:ext>
                        </a:extLst>
                      </p14:cNvPr>
                      <p14:cNvContentPartPr/>
                      <p14:nvPr/>
                    </p14:nvContentPartPr>
                    <p14:xfrm>
                      <a:off x="3292488" y="3993930"/>
                      <a:ext cx="120960" cy="82800"/>
                    </p14:xfrm>
                  </p:contentPart>
                </mc:Choice>
                <mc:Fallback xmlns="">
                  <p:pic>
                    <p:nvPicPr>
                      <p:cNvPr id="1378" name="Ink 1377">
                        <a:extLst>
                          <a:ext uri="{FF2B5EF4-FFF2-40B4-BE49-F238E27FC236}">
                            <a16:creationId xmlns:a16="http://schemas.microsoft.com/office/drawing/2014/main" id="{D89BE053-9C30-443C-8B92-86487A850FD9}"/>
                          </a:ext>
                        </a:extLst>
                      </p:cNvPr>
                      <p:cNvPicPr/>
                      <p:nvPr/>
                    </p:nvPicPr>
                    <p:blipFill>
                      <a:blip r:embed="rId441"/>
                      <a:stretch>
                        <a:fillRect/>
                      </a:stretch>
                    </p:blipFill>
                    <p:spPr>
                      <a:xfrm>
                        <a:off x="3288168" y="3989610"/>
                        <a:ext cx="129600" cy="91440"/>
                      </a:xfrm>
                      <a:prstGeom prst="rect">
                        <a:avLst/>
                      </a:prstGeom>
                    </p:spPr>
                  </p:pic>
                </mc:Fallback>
              </mc:AlternateContent>
              <mc:AlternateContent xmlns:mc="http://schemas.openxmlformats.org/markup-compatibility/2006" xmlns:p14="http://schemas.microsoft.com/office/powerpoint/2010/main">
                <mc:Choice Requires="p14">
                  <p:contentPart p14:bwMode="auto" r:id="rId442">
                    <p14:nvContentPartPr>
                      <p14:cNvPr id="207" name="Ink 145">
                        <a:extLst>
                          <a:ext uri="{FF2B5EF4-FFF2-40B4-BE49-F238E27FC236}">
                            <a16:creationId xmlns:a16="http://schemas.microsoft.com/office/drawing/2014/main" id="{38C97D47-F61E-B6FB-2C62-E65F6AAE1706}"/>
                          </a:ext>
                        </a:extLst>
                      </p14:cNvPr>
                      <p14:cNvContentPartPr/>
                      <p14:nvPr/>
                    </p14:nvContentPartPr>
                    <p14:xfrm>
                      <a:off x="3397608" y="4063050"/>
                      <a:ext cx="273960" cy="55440"/>
                    </p14:xfrm>
                  </p:contentPart>
                </mc:Choice>
                <mc:Fallback xmlns="">
                  <p:pic>
                    <p:nvPicPr>
                      <p:cNvPr id="1379" name="Ink 1378">
                        <a:extLst>
                          <a:ext uri="{FF2B5EF4-FFF2-40B4-BE49-F238E27FC236}">
                            <a16:creationId xmlns:a16="http://schemas.microsoft.com/office/drawing/2014/main" id="{DEBE6BDF-76FF-42F7-9D50-C28B603E3FD0}"/>
                          </a:ext>
                        </a:extLst>
                      </p:cNvPr>
                      <p:cNvPicPr/>
                      <p:nvPr/>
                    </p:nvPicPr>
                    <p:blipFill>
                      <a:blip r:embed="rId443"/>
                      <a:stretch>
                        <a:fillRect/>
                      </a:stretch>
                    </p:blipFill>
                    <p:spPr>
                      <a:xfrm>
                        <a:off x="3393288" y="4058730"/>
                        <a:ext cx="282600" cy="64080"/>
                      </a:xfrm>
                      <a:prstGeom prst="rect">
                        <a:avLst/>
                      </a:prstGeom>
                    </p:spPr>
                  </p:pic>
                </mc:Fallback>
              </mc:AlternateContent>
              <mc:AlternateContent xmlns:mc="http://schemas.openxmlformats.org/markup-compatibility/2006" xmlns:p14="http://schemas.microsoft.com/office/powerpoint/2010/main">
                <mc:Choice Requires="p14">
                  <p:contentPart p14:bwMode="auto" r:id="rId444">
                    <p14:nvContentPartPr>
                      <p14:cNvPr id="208" name="Ink 146">
                        <a:extLst>
                          <a:ext uri="{FF2B5EF4-FFF2-40B4-BE49-F238E27FC236}">
                            <a16:creationId xmlns:a16="http://schemas.microsoft.com/office/drawing/2014/main" id="{AB69B02C-A432-E653-C49F-A5144CEA57C7}"/>
                          </a:ext>
                        </a:extLst>
                      </p14:cNvPr>
                      <p14:cNvContentPartPr/>
                      <p14:nvPr/>
                    </p14:nvContentPartPr>
                    <p14:xfrm>
                      <a:off x="2855923" y="3863738"/>
                      <a:ext cx="123840" cy="137520"/>
                    </p14:xfrm>
                  </p:contentPart>
                </mc:Choice>
                <mc:Fallback xmlns="">
                  <p:pic>
                    <p:nvPicPr>
                      <p:cNvPr id="1386" name="Ink 1385">
                        <a:extLst>
                          <a:ext uri="{FF2B5EF4-FFF2-40B4-BE49-F238E27FC236}">
                            <a16:creationId xmlns:a16="http://schemas.microsoft.com/office/drawing/2014/main" id="{FD45EF41-8BBE-4AA9-99FC-CAE5EF5E1265}"/>
                          </a:ext>
                        </a:extLst>
                      </p:cNvPr>
                      <p:cNvPicPr/>
                      <p:nvPr/>
                    </p:nvPicPr>
                    <p:blipFill>
                      <a:blip r:embed="rId445"/>
                      <a:stretch>
                        <a:fillRect/>
                      </a:stretch>
                    </p:blipFill>
                    <p:spPr>
                      <a:xfrm>
                        <a:off x="2851603" y="3859418"/>
                        <a:ext cx="132480" cy="146160"/>
                      </a:xfrm>
                      <a:prstGeom prst="rect">
                        <a:avLst/>
                      </a:prstGeom>
                    </p:spPr>
                  </p:pic>
                </mc:Fallback>
              </mc:AlternateContent>
              <mc:AlternateContent xmlns:mc="http://schemas.openxmlformats.org/markup-compatibility/2006" xmlns:p14="http://schemas.microsoft.com/office/powerpoint/2010/main">
                <mc:Choice Requires="p14">
                  <p:contentPart p14:bwMode="auto" r:id="rId446">
                    <p14:nvContentPartPr>
                      <p14:cNvPr id="209" name="Ink 147">
                        <a:extLst>
                          <a:ext uri="{FF2B5EF4-FFF2-40B4-BE49-F238E27FC236}">
                            <a16:creationId xmlns:a16="http://schemas.microsoft.com/office/drawing/2014/main" id="{74B4E9D2-1854-1B79-653E-B52971E0D5F0}"/>
                          </a:ext>
                        </a:extLst>
                      </p14:cNvPr>
                      <p14:cNvContentPartPr/>
                      <p14:nvPr/>
                    </p14:nvContentPartPr>
                    <p14:xfrm>
                      <a:off x="2889043" y="3929618"/>
                      <a:ext cx="57960" cy="44280"/>
                    </p14:xfrm>
                  </p:contentPart>
                </mc:Choice>
                <mc:Fallback xmlns="">
                  <p:pic>
                    <p:nvPicPr>
                      <p:cNvPr id="1387" name="Ink 1386">
                        <a:extLst>
                          <a:ext uri="{FF2B5EF4-FFF2-40B4-BE49-F238E27FC236}">
                            <a16:creationId xmlns:a16="http://schemas.microsoft.com/office/drawing/2014/main" id="{1FB81D70-B14C-4619-AFEF-8053ABD915BD}"/>
                          </a:ext>
                        </a:extLst>
                      </p:cNvPr>
                      <p:cNvPicPr/>
                      <p:nvPr/>
                    </p:nvPicPr>
                    <p:blipFill>
                      <a:blip r:embed="rId447"/>
                      <a:stretch>
                        <a:fillRect/>
                      </a:stretch>
                    </p:blipFill>
                    <p:spPr>
                      <a:xfrm>
                        <a:off x="2884723" y="3925298"/>
                        <a:ext cx="66600" cy="52920"/>
                      </a:xfrm>
                      <a:prstGeom prst="rect">
                        <a:avLst/>
                      </a:prstGeom>
                    </p:spPr>
                  </p:pic>
                </mc:Fallback>
              </mc:AlternateContent>
              <mc:AlternateContent xmlns:mc="http://schemas.openxmlformats.org/markup-compatibility/2006" xmlns:p14="http://schemas.microsoft.com/office/powerpoint/2010/main">
                <mc:Choice Requires="p14">
                  <p:contentPart p14:bwMode="auto" r:id="rId448">
                    <p14:nvContentPartPr>
                      <p14:cNvPr id="210" name="Ink 148">
                        <a:extLst>
                          <a:ext uri="{FF2B5EF4-FFF2-40B4-BE49-F238E27FC236}">
                            <a16:creationId xmlns:a16="http://schemas.microsoft.com/office/drawing/2014/main" id="{7180228A-774B-E6CB-D4A2-CCCE2B8D46C3}"/>
                          </a:ext>
                        </a:extLst>
                      </p14:cNvPr>
                      <p14:cNvContentPartPr/>
                      <p14:nvPr/>
                    </p14:nvContentPartPr>
                    <p14:xfrm>
                      <a:off x="2979763" y="3861578"/>
                      <a:ext cx="115560" cy="125280"/>
                    </p14:xfrm>
                  </p:contentPart>
                </mc:Choice>
                <mc:Fallback xmlns="">
                  <p:pic>
                    <p:nvPicPr>
                      <p:cNvPr id="1388" name="Ink 1387">
                        <a:extLst>
                          <a:ext uri="{FF2B5EF4-FFF2-40B4-BE49-F238E27FC236}">
                            <a16:creationId xmlns:a16="http://schemas.microsoft.com/office/drawing/2014/main" id="{52AB815F-A26F-46AF-BF20-7ABEF7FE8ABF}"/>
                          </a:ext>
                        </a:extLst>
                      </p:cNvPr>
                      <p:cNvPicPr/>
                      <p:nvPr/>
                    </p:nvPicPr>
                    <p:blipFill>
                      <a:blip r:embed="rId449"/>
                      <a:stretch>
                        <a:fillRect/>
                      </a:stretch>
                    </p:blipFill>
                    <p:spPr>
                      <a:xfrm>
                        <a:off x="2975443" y="3857258"/>
                        <a:ext cx="124200" cy="133920"/>
                      </a:xfrm>
                      <a:prstGeom prst="rect">
                        <a:avLst/>
                      </a:prstGeom>
                    </p:spPr>
                  </p:pic>
                </mc:Fallback>
              </mc:AlternateContent>
              <mc:AlternateContent xmlns:mc="http://schemas.openxmlformats.org/markup-compatibility/2006" xmlns:p14="http://schemas.microsoft.com/office/powerpoint/2010/main">
                <mc:Choice Requires="p14">
                  <p:contentPart p14:bwMode="auto" r:id="rId450">
                    <p14:nvContentPartPr>
                      <p14:cNvPr id="211" name="Ink 149">
                        <a:extLst>
                          <a:ext uri="{FF2B5EF4-FFF2-40B4-BE49-F238E27FC236}">
                            <a16:creationId xmlns:a16="http://schemas.microsoft.com/office/drawing/2014/main" id="{8EC62BAE-373A-61B6-2D6A-C1038A500E6D}"/>
                          </a:ext>
                        </a:extLst>
                      </p14:cNvPr>
                      <p14:cNvContentPartPr/>
                      <p14:nvPr/>
                    </p14:nvContentPartPr>
                    <p14:xfrm>
                      <a:off x="2998843" y="3927098"/>
                      <a:ext cx="50760" cy="44280"/>
                    </p14:xfrm>
                  </p:contentPart>
                </mc:Choice>
                <mc:Fallback xmlns="">
                  <p:pic>
                    <p:nvPicPr>
                      <p:cNvPr id="1389" name="Ink 1388">
                        <a:extLst>
                          <a:ext uri="{FF2B5EF4-FFF2-40B4-BE49-F238E27FC236}">
                            <a16:creationId xmlns:a16="http://schemas.microsoft.com/office/drawing/2014/main" id="{AAACB1AF-41E9-4700-820C-F3B5E9001DF1}"/>
                          </a:ext>
                        </a:extLst>
                      </p:cNvPr>
                      <p:cNvPicPr/>
                      <p:nvPr/>
                    </p:nvPicPr>
                    <p:blipFill>
                      <a:blip r:embed="rId451"/>
                      <a:stretch>
                        <a:fillRect/>
                      </a:stretch>
                    </p:blipFill>
                    <p:spPr>
                      <a:xfrm>
                        <a:off x="2994523" y="3922778"/>
                        <a:ext cx="59400" cy="52920"/>
                      </a:xfrm>
                      <a:prstGeom prst="rect">
                        <a:avLst/>
                      </a:prstGeom>
                    </p:spPr>
                  </p:pic>
                </mc:Fallback>
              </mc:AlternateContent>
              <mc:AlternateContent xmlns:mc="http://schemas.openxmlformats.org/markup-compatibility/2006" xmlns:p14="http://schemas.microsoft.com/office/powerpoint/2010/main">
                <mc:Choice Requires="p14">
                  <p:contentPart p14:bwMode="auto" r:id="rId452">
                    <p14:nvContentPartPr>
                      <p14:cNvPr id="212" name="Ink 150">
                        <a:extLst>
                          <a:ext uri="{FF2B5EF4-FFF2-40B4-BE49-F238E27FC236}">
                            <a16:creationId xmlns:a16="http://schemas.microsoft.com/office/drawing/2014/main" id="{83E68817-8923-899A-A445-D6859D8A7F3F}"/>
                          </a:ext>
                        </a:extLst>
                      </p14:cNvPr>
                      <p14:cNvContentPartPr/>
                      <p14:nvPr/>
                    </p14:nvContentPartPr>
                    <p14:xfrm>
                      <a:off x="3094243" y="3857618"/>
                      <a:ext cx="113760" cy="135000"/>
                    </p14:xfrm>
                  </p:contentPart>
                </mc:Choice>
                <mc:Fallback xmlns="">
                  <p:pic>
                    <p:nvPicPr>
                      <p:cNvPr id="1390" name="Ink 1389">
                        <a:extLst>
                          <a:ext uri="{FF2B5EF4-FFF2-40B4-BE49-F238E27FC236}">
                            <a16:creationId xmlns:a16="http://schemas.microsoft.com/office/drawing/2014/main" id="{871883DA-CA3C-4DF3-86DE-DAF0130B366C}"/>
                          </a:ext>
                        </a:extLst>
                      </p:cNvPr>
                      <p:cNvPicPr/>
                      <p:nvPr/>
                    </p:nvPicPr>
                    <p:blipFill>
                      <a:blip r:embed="rId453"/>
                      <a:stretch>
                        <a:fillRect/>
                      </a:stretch>
                    </p:blipFill>
                    <p:spPr>
                      <a:xfrm>
                        <a:off x="3089923" y="3853298"/>
                        <a:ext cx="122400" cy="143640"/>
                      </a:xfrm>
                      <a:prstGeom prst="rect">
                        <a:avLst/>
                      </a:prstGeom>
                    </p:spPr>
                  </p:pic>
                </mc:Fallback>
              </mc:AlternateContent>
              <mc:AlternateContent xmlns:mc="http://schemas.openxmlformats.org/markup-compatibility/2006" xmlns:p14="http://schemas.microsoft.com/office/powerpoint/2010/main">
                <mc:Choice Requires="p14">
                  <p:contentPart p14:bwMode="auto" r:id="rId454">
                    <p14:nvContentPartPr>
                      <p14:cNvPr id="213" name="Ink 151">
                        <a:extLst>
                          <a:ext uri="{FF2B5EF4-FFF2-40B4-BE49-F238E27FC236}">
                            <a16:creationId xmlns:a16="http://schemas.microsoft.com/office/drawing/2014/main" id="{E51795CF-79C3-A0BF-00A5-43E985697859}"/>
                          </a:ext>
                        </a:extLst>
                      </p14:cNvPr>
                      <p14:cNvContentPartPr/>
                      <p14:nvPr/>
                    </p14:nvContentPartPr>
                    <p14:xfrm>
                      <a:off x="3114403" y="3923858"/>
                      <a:ext cx="66240" cy="55800"/>
                    </p14:xfrm>
                  </p:contentPart>
                </mc:Choice>
                <mc:Fallback xmlns="">
                  <p:pic>
                    <p:nvPicPr>
                      <p:cNvPr id="1391" name="Ink 1390">
                        <a:extLst>
                          <a:ext uri="{FF2B5EF4-FFF2-40B4-BE49-F238E27FC236}">
                            <a16:creationId xmlns:a16="http://schemas.microsoft.com/office/drawing/2014/main" id="{4A080750-6EF1-4CDC-9EDF-C577EB0C92C3}"/>
                          </a:ext>
                        </a:extLst>
                      </p:cNvPr>
                      <p:cNvPicPr/>
                      <p:nvPr/>
                    </p:nvPicPr>
                    <p:blipFill>
                      <a:blip r:embed="rId455"/>
                      <a:stretch>
                        <a:fillRect/>
                      </a:stretch>
                    </p:blipFill>
                    <p:spPr>
                      <a:xfrm>
                        <a:off x="3110083" y="3919538"/>
                        <a:ext cx="74880" cy="64440"/>
                      </a:xfrm>
                      <a:prstGeom prst="rect">
                        <a:avLst/>
                      </a:prstGeom>
                    </p:spPr>
                  </p:pic>
                </mc:Fallback>
              </mc:AlternateContent>
              <mc:AlternateContent xmlns:mc="http://schemas.openxmlformats.org/markup-compatibility/2006" xmlns:p14="http://schemas.microsoft.com/office/powerpoint/2010/main">
                <mc:Choice Requires="p14">
                  <p:contentPart p14:bwMode="auto" r:id="rId456">
                    <p14:nvContentPartPr>
                      <p14:cNvPr id="214" name="Ink 152">
                        <a:extLst>
                          <a:ext uri="{FF2B5EF4-FFF2-40B4-BE49-F238E27FC236}">
                            <a16:creationId xmlns:a16="http://schemas.microsoft.com/office/drawing/2014/main" id="{559BA59D-28FF-5750-03C3-F47D1241964D}"/>
                          </a:ext>
                        </a:extLst>
                      </p14:cNvPr>
                      <p14:cNvContentPartPr/>
                      <p14:nvPr/>
                    </p14:nvContentPartPr>
                    <p14:xfrm>
                      <a:off x="3211243" y="3855098"/>
                      <a:ext cx="106200" cy="134280"/>
                    </p14:xfrm>
                  </p:contentPart>
                </mc:Choice>
                <mc:Fallback xmlns="">
                  <p:pic>
                    <p:nvPicPr>
                      <p:cNvPr id="1403" name="Ink 1402">
                        <a:extLst>
                          <a:ext uri="{FF2B5EF4-FFF2-40B4-BE49-F238E27FC236}">
                            <a16:creationId xmlns:a16="http://schemas.microsoft.com/office/drawing/2014/main" id="{F9A6206B-2287-4A22-A862-276C5DEDC384}"/>
                          </a:ext>
                        </a:extLst>
                      </p:cNvPr>
                      <p:cNvPicPr/>
                      <p:nvPr/>
                    </p:nvPicPr>
                    <p:blipFill>
                      <a:blip r:embed="rId457"/>
                      <a:stretch>
                        <a:fillRect/>
                      </a:stretch>
                    </p:blipFill>
                    <p:spPr>
                      <a:xfrm>
                        <a:off x="3206923" y="3850778"/>
                        <a:ext cx="114840" cy="142920"/>
                      </a:xfrm>
                      <a:prstGeom prst="rect">
                        <a:avLst/>
                      </a:prstGeom>
                    </p:spPr>
                  </p:pic>
                </mc:Fallback>
              </mc:AlternateContent>
              <mc:AlternateContent xmlns:mc="http://schemas.openxmlformats.org/markup-compatibility/2006" xmlns:p14="http://schemas.microsoft.com/office/powerpoint/2010/main">
                <mc:Choice Requires="p14">
                  <p:contentPart p14:bwMode="auto" r:id="rId458">
                    <p14:nvContentPartPr>
                      <p14:cNvPr id="215" name="Ink 153">
                        <a:extLst>
                          <a:ext uri="{FF2B5EF4-FFF2-40B4-BE49-F238E27FC236}">
                            <a16:creationId xmlns:a16="http://schemas.microsoft.com/office/drawing/2014/main" id="{130618B4-B067-7C82-1237-B7C32EC29032}"/>
                          </a:ext>
                        </a:extLst>
                      </p14:cNvPr>
                      <p14:cNvContentPartPr/>
                      <p14:nvPr/>
                    </p14:nvContentPartPr>
                    <p14:xfrm>
                      <a:off x="3234643" y="3923498"/>
                      <a:ext cx="60840" cy="36000"/>
                    </p14:xfrm>
                  </p:contentPart>
                </mc:Choice>
                <mc:Fallback xmlns="">
                  <p:pic>
                    <p:nvPicPr>
                      <p:cNvPr id="1404" name="Ink 1403">
                        <a:extLst>
                          <a:ext uri="{FF2B5EF4-FFF2-40B4-BE49-F238E27FC236}">
                            <a16:creationId xmlns:a16="http://schemas.microsoft.com/office/drawing/2014/main" id="{64941D9E-CF78-4AC9-AFB1-6269610CF2FC}"/>
                          </a:ext>
                        </a:extLst>
                      </p:cNvPr>
                      <p:cNvPicPr/>
                      <p:nvPr/>
                    </p:nvPicPr>
                    <p:blipFill>
                      <a:blip r:embed="rId459"/>
                      <a:stretch>
                        <a:fillRect/>
                      </a:stretch>
                    </p:blipFill>
                    <p:spPr>
                      <a:xfrm>
                        <a:off x="3230323" y="3919178"/>
                        <a:ext cx="69480" cy="44640"/>
                      </a:xfrm>
                      <a:prstGeom prst="rect">
                        <a:avLst/>
                      </a:prstGeom>
                    </p:spPr>
                  </p:pic>
                </mc:Fallback>
              </mc:AlternateContent>
              <mc:AlternateContent xmlns:mc="http://schemas.openxmlformats.org/markup-compatibility/2006" xmlns:p14="http://schemas.microsoft.com/office/powerpoint/2010/main">
                <mc:Choice Requires="p14">
                  <p:contentPart p14:bwMode="auto" r:id="rId460">
                    <p14:nvContentPartPr>
                      <p14:cNvPr id="216" name="Ink 154">
                        <a:extLst>
                          <a:ext uri="{FF2B5EF4-FFF2-40B4-BE49-F238E27FC236}">
                            <a16:creationId xmlns:a16="http://schemas.microsoft.com/office/drawing/2014/main" id="{6EEEAF6C-D333-D2D1-E1D6-DFF039706FE5}"/>
                          </a:ext>
                        </a:extLst>
                      </p14:cNvPr>
                      <p14:cNvContentPartPr/>
                      <p14:nvPr/>
                    </p14:nvContentPartPr>
                    <p14:xfrm>
                      <a:off x="3321403" y="3852578"/>
                      <a:ext cx="121320" cy="137160"/>
                    </p14:xfrm>
                  </p:contentPart>
                </mc:Choice>
                <mc:Fallback xmlns="">
                  <p:pic>
                    <p:nvPicPr>
                      <p:cNvPr id="1405" name="Ink 1404">
                        <a:extLst>
                          <a:ext uri="{FF2B5EF4-FFF2-40B4-BE49-F238E27FC236}">
                            <a16:creationId xmlns:a16="http://schemas.microsoft.com/office/drawing/2014/main" id="{A6E608F5-FDB5-4DAC-BBDD-0C653AC7A1D9}"/>
                          </a:ext>
                        </a:extLst>
                      </p:cNvPr>
                      <p:cNvPicPr/>
                      <p:nvPr/>
                    </p:nvPicPr>
                    <p:blipFill>
                      <a:blip r:embed="rId461"/>
                      <a:stretch>
                        <a:fillRect/>
                      </a:stretch>
                    </p:blipFill>
                    <p:spPr>
                      <a:xfrm>
                        <a:off x="3317083" y="3848258"/>
                        <a:ext cx="129960" cy="145800"/>
                      </a:xfrm>
                      <a:prstGeom prst="rect">
                        <a:avLst/>
                      </a:prstGeom>
                    </p:spPr>
                  </p:pic>
                </mc:Fallback>
              </mc:AlternateContent>
              <mc:AlternateContent xmlns:mc="http://schemas.openxmlformats.org/markup-compatibility/2006" xmlns:p14="http://schemas.microsoft.com/office/powerpoint/2010/main">
                <mc:Choice Requires="p14">
                  <p:contentPart p14:bwMode="auto" r:id="rId462">
                    <p14:nvContentPartPr>
                      <p14:cNvPr id="217" name="Ink 155">
                        <a:extLst>
                          <a:ext uri="{FF2B5EF4-FFF2-40B4-BE49-F238E27FC236}">
                            <a16:creationId xmlns:a16="http://schemas.microsoft.com/office/drawing/2014/main" id="{C33D0136-D5C1-3312-4833-537B8D1059EB}"/>
                          </a:ext>
                        </a:extLst>
                      </p14:cNvPr>
                      <p14:cNvContentPartPr/>
                      <p14:nvPr/>
                    </p14:nvContentPartPr>
                    <p14:xfrm>
                      <a:off x="3346603" y="3920618"/>
                      <a:ext cx="64080" cy="42120"/>
                    </p14:xfrm>
                  </p:contentPart>
                </mc:Choice>
                <mc:Fallback xmlns="">
                  <p:pic>
                    <p:nvPicPr>
                      <p:cNvPr id="1406" name="Ink 1405">
                        <a:extLst>
                          <a:ext uri="{FF2B5EF4-FFF2-40B4-BE49-F238E27FC236}">
                            <a16:creationId xmlns:a16="http://schemas.microsoft.com/office/drawing/2014/main" id="{2643633A-6D6E-45F3-82C9-AAC2D24E23F4}"/>
                          </a:ext>
                        </a:extLst>
                      </p:cNvPr>
                      <p:cNvPicPr/>
                      <p:nvPr/>
                    </p:nvPicPr>
                    <p:blipFill>
                      <a:blip r:embed="rId463"/>
                      <a:stretch>
                        <a:fillRect/>
                      </a:stretch>
                    </p:blipFill>
                    <p:spPr>
                      <a:xfrm>
                        <a:off x="3342283" y="3916298"/>
                        <a:ext cx="72720" cy="50760"/>
                      </a:xfrm>
                      <a:prstGeom prst="rect">
                        <a:avLst/>
                      </a:prstGeom>
                    </p:spPr>
                  </p:pic>
                </mc:Fallback>
              </mc:AlternateContent>
              <mc:AlternateContent xmlns:mc="http://schemas.openxmlformats.org/markup-compatibility/2006" xmlns:p14="http://schemas.microsoft.com/office/powerpoint/2010/main">
                <mc:Choice Requires="p14">
                  <p:contentPart p14:bwMode="auto" r:id="rId464">
                    <p14:nvContentPartPr>
                      <p14:cNvPr id="218" name="Ink 156">
                        <a:extLst>
                          <a:ext uri="{FF2B5EF4-FFF2-40B4-BE49-F238E27FC236}">
                            <a16:creationId xmlns:a16="http://schemas.microsoft.com/office/drawing/2014/main" id="{4C05B720-242D-DB3E-2F88-57311D01058C}"/>
                          </a:ext>
                        </a:extLst>
                      </p14:cNvPr>
                      <p14:cNvContentPartPr/>
                      <p14:nvPr/>
                    </p14:nvContentPartPr>
                    <p14:xfrm>
                      <a:off x="3436963" y="3862658"/>
                      <a:ext cx="97560" cy="127440"/>
                    </p14:xfrm>
                  </p:contentPart>
                </mc:Choice>
                <mc:Fallback xmlns="">
                  <p:pic>
                    <p:nvPicPr>
                      <p:cNvPr id="1407" name="Ink 1406">
                        <a:extLst>
                          <a:ext uri="{FF2B5EF4-FFF2-40B4-BE49-F238E27FC236}">
                            <a16:creationId xmlns:a16="http://schemas.microsoft.com/office/drawing/2014/main" id="{B4685270-E564-45D6-9850-0B7D4364085A}"/>
                          </a:ext>
                        </a:extLst>
                      </p:cNvPr>
                      <p:cNvPicPr/>
                      <p:nvPr/>
                    </p:nvPicPr>
                    <p:blipFill>
                      <a:blip r:embed="rId465"/>
                      <a:stretch>
                        <a:fillRect/>
                      </a:stretch>
                    </p:blipFill>
                    <p:spPr>
                      <a:xfrm>
                        <a:off x="3432643" y="3858338"/>
                        <a:ext cx="106200" cy="136080"/>
                      </a:xfrm>
                      <a:prstGeom prst="rect">
                        <a:avLst/>
                      </a:prstGeom>
                    </p:spPr>
                  </p:pic>
                </mc:Fallback>
              </mc:AlternateContent>
              <mc:AlternateContent xmlns:mc="http://schemas.openxmlformats.org/markup-compatibility/2006" xmlns:p14="http://schemas.microsoft.com/office/powerpoint/2010/main">
                <mc:Choice Requires="p14">
                  <p:contentPart p14:bwMode="auto" r:id="rId466">
                    <p14:nvContentPartPr>
                      <p14:cNvPr id="219" name="Ink 157">
                        <a:extLst>
                          <a:ext uri="{FF2B5EF4-FFF2-40B4-BE49-F238E27FC236}">
                            <a16:creationId xmlns:a16="http://schemas.microsoft.com/office/drawing/2014/main" id="{867D0DFA-EB73-547A-7EE8-02166F179ADC}"/>
                          </a:ext>
                        </a:extLst>
                      </p14:cNvPr>
                      <p14:cNvContentPartPr/>
                      <p14:nvPr/>
                    </p14:nvContentPartPr>
                    <p14:xfrm>
                      <a:off x="3462523" y="3929258"/>
                      <a:ext cx="54720" cy="40320"/>
                    </p14:xfrm>
                  </p:contentPart>
                </mc:Choice>
                <mc:Fallback xmlns="">
                  <p:pic>
                    <p:nvPicPr>
                      <p:cNvPr id="128" name="Ink 127">
                        <a:extLst>
                          <a:ext uri="{FF2B5EF4-FFF2-40B4-BE49-F238E27FC236}">
                            <a16:creationId xmlns:a16="http://schemas.microsoft.com/office/drawing/2014/main" id="{B7528A03-DAA9-4A28-9B7E-3CCF1BA7DAA8}"/>
                          </a:ext>
                        </a:extLst>
                      </p:cNvPr>
                      <p:cNvPicPr/>
                      <p:nvPr/>
                    </p:nvPicPr>
                    <p:blipFill>
                      <a:blip r:embed="rId467"/>
                      <a:stretch>
                        <a:fillRect/>
                      </a:stretch>
                    </p:blipFill>
                    <p:spPr>
                      <a:xfrm>
                        <a:off x="3458203" y="3924938"/>
                        <a:ext cx="63360" cy="48960"/>
                      </a:xfrm>
                      <a:prstGeom prst="rect">
                        <a:avLst/>
                      </a:prstGeom>
                    </p:spPr>
                  </p:pic>
                </mc:Fallback>
              </mc:AlternateContent>
              <mc:AlternateContent xmlns:mc="http://schemas.openxmlformats.org/markup-compatibility/2006" xmlns:p14="http://schemas.microsoft.com/office/powerpoint/2010/main">
                <mc:Choice Requires="p14">
                  <p:contentPart p14:bwMode="auto" r:id="rId468">
                    <p14:nvContentPartPr>
                      <p14:cNvPr id="220" name="Ink 158">
                        <a:extLst>
                          <a:ext uri="{FF2B5EF4-FFF2-40B4-BE49-F238E27FC236}">
                            <a16:creationId xmlns:a16="http://schemas.microsoft.com/office/drawing/2014/main" id="{4174C02B-8BF2-3DB5-6EEF-017B7131556D}"/>
                          </a:ext>
                        </a:extLst>
                      </p14:cNvPr>
                      <p14:cNvContentPartPr/>
                      <p14:nvPr/>
                    </p14:nvContentPartPr>
                    <p14:xfrm>
                      <a:off x="3529123" y="3865178"/>
                      <a:ext cx="125280" cy="121320"/>
                    </p14:xfrm>
                  </p:contentPart>
                </mc:Choice>
                <mc:Fallback xmlns="">
                  <p:pic>
                    <p:nvPicPr>
                      <p:cNvPr id="129" name="Ink 128">
                        <a:extLst>
                          <a:ext uri="{FF2B5EF4-FFF2-40B4-BE49-F238E27FC236}">
                            <a16:creationId xmlns:a16="http://schemas.microsoft.com/office/drawing/2014/main" id="{14E12234-42B3-4000-A49A-D2266077DC1B}"/>
                          </a:ext>
                        </a:extLst>
                      </p:cNvPr>
                      <p:cNvPicPr/>
                      <p:nvPr/>
                    </p:nvPicPr>
                    <p:blipFill>
                      <a:blip r:embed="rId469"/>
                      <a:stretch>
                        <a:fillRect/>
                      </a:stretch>
                    </p:blipFill>
                    <p:spPr>
                      <a:xfrm>
                        <a:off x="3524803" y="3860858"/>
                        <a:ext cx="133920" cy="129960"/>
                      </a:xfrm>
                      <a:prstGeom prst="rect">
                        <a:avLst/>
                      </a:prstGeom>
                    </p:spPr>
                  </p:pic>
                </mc:Fallback>
              </mc:AlternateContent>
              <mc:AlternateContent xmlns:mc="http://schemas.openxmlformats.org/markup-compatibility/2006" xmlns:p14="http://schemas.microsoft.com/office/powerpoint/2010/main">
                <mc:Choice Requires="p14">
                  <p:contentPart p14:bwMode="auto" r:id="rId470">
                    <p14:nvContentPartPr>
                      <p14:cNvPr id="221" name="Ink 159">
                        <a:extLst>
                          <a:ext uri="{FF2B5EF4-FFF2-40B4-BE49-F238E27FC236}">
                            <a16:creationId xmlns:a16="http://schemas.microsoft.com/office/drawing/2014/main" id="{E32C473A-C665-4AC5-BA54-D6DEC122E091}"/>
                          </a:ext>
                        </a:extLst>
                      </p14:cNvPr>
                      <p14:cNvContentPartPr/>
                      <p14:nvPr/>
                    </p14:nvContentPartPr>
                    <p14:xfrm>
                      <a:off x="3556843" y="3926378"/>
                      <a:ext cx="64080" cy="48600"/>
                    </p14:xfrm>
                  </p:contentPart>
                </mc:Choice>
                <mc:Fallback xmlns="">
                  <p:pic>
                    <p:nvPicPr>
                      <p:cNvPr id="130" name="Ink 129">
                        <a:extLst>
                          <a:ext uri="{FF2B5EF4-FFF2-40B4-BE49-F238E27FC236}">
                            <a16:creationId xmlns:a16="http://schemas.microsoft.com/office/drawing/2014/main" id="{68DD019E-BD15-4C9D-AC4F-92842F8A1185}"/>
                          </a:ext>
                        </a:extLst>
                      </p:cNvPr>
                      <p:cNvPicPr/>
                      <p:nvPr/>
                    </p:nvPicPr>
                    <p:blipFill>
                      <a:blip r:embed="rId471"/>
                      <a:stretch>
                        <a:fillRect/>
                      </a:stretch>
                    </p:blipFill>
                    <p:spPr>
                      <a:xfrm>
                        <a:off x="3552523" y="3922058"/>
                        <a:ext cx="72720" cy="57240"/>
                      </a:xfrm>
                      <a:prstGeom prst="rect">
                        <a:avLst/>
                      </a:prstGeom>
                    </p:spPr>
                  </p:pic>
                </mc:Fallback>
              </mc:AlternateContent>
              <mc:AlternateContent xmlns:mc="http://schemas.openxmlformats.org/markup-compatibility/2006" xmlns:p14="http://schemas.microsoft.com/office/powerpoint/2010/main">
                <mc:Choice Requires="p14">
                  <p:contentPart p14:bwMode="auto" r:id="rId472">
                    <p14:nvContentPartPr>
                      <p14:cNvPr id="222" name="Ink 160">
                        <a:extLst>
                          <a:ext uri="{FF2B5EF4-FFF2-40B4-BE49-F238E27FC236}">
                            <a16:creationId xmlns:a16="http://schemas.microsoft.com/office/drawing/2014/main" id="{31996E79-0A81-3E44-D7B3-5C82AD9566E1}"/>
                          </a:ext>
                        </a:extLst>
                      </p14:cNvPr>
                      <p14:cNvContentPartPr/>
                      <p14:nvPr/>
                    </p14:nvContentPartPr>
                    <p14:xfrm>
                      <a:off x="3565873" y="4010128"/>
                      <a:ext cx="220320" cy="70560"/>
                    </p14:xfrm>
                  </p:contentPart>
                </mc:Choice>
                <mc:Fallback xmlns="">
                  <p:pic>
                    <p:nvPicPr>
                      <p:cNvPr id="179" name="Ink 178">
                        <a:extLst>
                          <a:ext uri="{FF2B5EF4-FFF2-40B4-BE49-F238E27FC236}">
                            <a16:creationId xmlns:a16="http://schemas.microsoft.com/office/drawing/2014/main" id="{3154E76D-4AD4-4E9B-8F27-D102927E3FB5}"/>
                          </a:ext>
                        </a:extLst>
                      </p:cNvPr>
                      <p:cNvPicPr/>
                      <p:nvPr/>
                    </p:nvPicPr>
                    <p:blipFill>
                      <a:blip r:embed="rId473"/>
                      <a:stretch>
                        <a:fillRect/>
                      </a:stretch>
                    </p:blipFill>
                    <p:spPr>
                      <a:xfrm>
                        <a:off x="3561553" y="4005808"/>
                        <a:ext cx="228960" cy="79200"/>
                      </a:xfrm>
                      <a:prstGeom prst="rect">
                        <a:avLst/>
                      </a:prstGeom>
                    </p:spPr>
                  </p:pic>
                </mc:Fallback>
              </mc:AlternateContent>
              <mc:AlternateContent xmlns:mc="http://schemas.openxmlformats.org/markup-compatibility/2006" xmlns:p14="http://schemas.microsoft.com/office/powerpoint/2010/main">
                <mc:Choice Requires="p14">
                  <p:contentPart p14:bwMode="auto" r:id="rId474">
                    <p14:nvContentPartPr>
                      <p14:cNvPr id="223" name="Ink 161">
                        <a:extLst>
                          <a:ext uri="{FF2B5EF4-FFF2-40B4-BE49-F238E27FC236}">
                            <a16:creationId xmlns:a16="http://schemas.microsoft.com/office/drawing/2014/main" id="{D82942FB-8B34-9A7D-4100-F7A509DD265E}"/>
                          </a:ext>
                        </a:extLst>
                      </p14:cNvPr>
                      <p14:cNvContentPartPr/>
                      <p14:nvPr/>
                    </p14:nvContentPartPr>
                    <p14:xfrm>
                      <a:off x="3814273" y="4009408"/>
                      <a:ext cx="270720" cy="68760"/>
                    </p14:xfrm>
                  </p:contentPart>
                </mc:Choice>
                <mc:Fallback xmlns="">
                  <p:pic>
                    <p:nvPicPr>
                      <p:cNvPr id="181" name="Ink 180">
                        <a:extLst>
                          <a:ext uri="{FF2B5EF4-FFF2-40B4-BE49-F238E27FC236}">
                            <a16:creationId xmlns:a16="http://schemas.microsoft.com/office/drawing/2014/main" id="{D2F98113-0F09-4028-A651-EBF196046DBD}"/>
                          </a:ext>
                        </a:extLst>
                      </p:cNvPr>
                      <p:cNvPicPr/>
                      <p:nvPr/>
                    </p:nvPicPr>
                    <p:blipFill>
                      <a:blip r:embed="rId475"/>
                      <a:stretch>
                        <a:fillRect/>
                      </a:stretch>
                    </p:blipFill>
                    <p:spPr>
                      <a:xfrm>
                        <a:off x="3809953" y="4005088"/>
                        <a:ext cx="279360" cy="77400"/>
                      </a:xfrm>
                      <a:prstGeom prst="rect">
                        <a:avLst/>
                      </a:prstGeom>
                    </p:spPr>
                  </p:pic>
                </mc:Fallback>
              </mc:AlternateContent>
            </p:grpSp>
            <p:grpSp>
              <p:nvGrpSpPr>
                <p:cNvPr id="93" name="Group 225">
                  <a:extLst>
                    <a:ext uri="{FF2B5EF4-FFF2-40B4-BE49-F238E27FC236}">
                      <a16:creationId xmlns:a16="http://schemas.microsoft.com/office/drawing/2014/main" id="{9DE33B03-26EF-0D29-13B9-FF4575D15CE2}"/>
                    </a:ext>
                  </a:extLst>
                </p:cNvPr>
                <p:cNvGrpSpPr/>
                <p:nvPr/>
              </p:nvGrpSpPr>
              <p:grpSpPr>
                <a:xfrm rot="11503229">
                  <a:off x="4074876" y="4034656"/>
                  <a:ext cx="197323" cy="165831"/>
                  <a:chOff x="4582987" y="3144644"/>
                  <a:chExt cx="271774" cy="230177"/>
                </a:xfrm>
              </p:grpSpPr>
              <p:sp>
                <p:nvSpPr>
                  <p:cNvPr id="125" name="Rectangle: Rounded Corners 226">
                    <a:extLst>
                      <a:ext uri="{FF2B5EF4-FFF2-40B4-BE49-F238E27FC236}">
                        <a16:creationId xmlns:a16="http://schemas.microsoft.com/office/drawing/2014/main" id="{4F686AF7-CD27-D918-0022-20E3FEEC6ABA}"/>
                      </a:ext>
                    </a:extLst>
                  </p:cNvPr>
                  <p:cNvSpPr/>
                  <p:nvPr/>
                </p:nvSpPr>
                <p:spPr bwMode="auto">
                  <a:xfrm rot="3223940">
                    <a:off x="4762894" y="3128518"/>
                    <a:ext cx="60694" cy="123041"/>
                  </a:xfrm>
                  <a:prstGeom prst="roundRect">
                    <a:avLst>
                      <a:gd name="adj" fmla="val 48774"/>
                    </a:avLst>
                  </a:prstGeom>
                  <a:solidFill>
                    <a:srgbClr val="06B154"/>
                  </a:solidFill>
                  <a:ln w="22225">
                    <a:solidFill>
                      <a:srgbClr val="06B154"/>
                    </a:solidFill>
                    <a:miter lim="800000"/>
                    <a:headEnd/>
                    <a:tailEnd/>
                  </a:ln>
                  <a:effectLst/>
                </p:spPr>
                <p:txBody>
                  <a:bodyPr wrap="none" rtlCol="0" anchor="ctr"/>
                  <a:lstStyle/>
                  <a:p>
                    <a:pPr algn="ctr"/>
                    <a:endParaRPr lang="en-GB" sz="1600" b="1" noProof="0" dirty="0">
                      <a:solidFill>
                        <a:schemeClr val="bg1"/>
                      </a:solidFill>
                    </a:endParaRPr>
                  </a:p>
                </p:txBody>
              </p:sp>
              <p:cxnSp>
                <p:nvCxnSpPr>
                  <p:cNvPr id="126" name="Connector: Curved 227">
                    <a:extLst>
                      <a:ext uri="{FF2B5EF4-FFF2-40B4-BE49-F238E27FC236}">
                        <a16:creationId xmlns:a16="http://schemas.microsoft.com/office/drawing/2014/main" id="{1D333A57-1628-B337-7AEA-42F35C6A24E2}"/>
                      </a:ext>
                    </a:extLst>
                  </p:cNvPr>
                  <p:cNvCxnSpPr>
                    <a:cxnSpLocks/>
                  </p:cNvCxnSpPr>
                  <p:nvPr/>
                </p:nvCxnSpPr>
                <p:spPr>
                  <a:xfrm rot="5722819">
                    <a:off x="4670213" y="3223150"/>
                    <a:ext cx="125667" cy="94013"/>
                  </a:xfrm>
                  <a:prstGeom prst="curvedConnector3">
                    <a:avLst>
                      <a:gd name="adj1" fmla="val 50000"/>
                    </a:avLst>
                  </a:prstGeom>
                  <a:ln w="6350"/>
                </p:spPr>
                <p:style>
                  <a:lnRef idx="1">
                    <a:schemeClr val="accent1"/>
                  </a:lnRef>
                  <a:fillRef idx="0">
                    <a:schemeClr val="accent1"/>
                  </a:fillRef>
                  <a:effectRef idx="0">
                    <a:schemeClr val="accent1"/>
                  </a:effectRef>
                  <a:fontRef idx="minor">
                    <a:schemeClr val="tx1"/>
                  </a:fontRef>
                </p:style>
              </p:cxnSp>
              <p:cxnSp>
                <p:nvCxnSpPr>
                  <p:cNvPr id="127" name="Connector: Curved 228">
                    <a:extLst>
                      <a:ext uri="{FF2B5EF4-FFF2-40B4-BE49-F238E27FC236}">
                        <a16:creationId xmlns:a16="http://schemas.microsoft.com/office/drawing/2014/main" id="{686A71A0-5EF2-1A38-70FC-3955B04D6A94}"/>
                      </a:ext>
                    </a:extLst>
                  </p:cNvPr>
                  <p:cNvCxnSpPr>
                    <a:cxnSpLocks/>
                  </p:cNvCxnSpPr>
                  <p:nvPr/>
                </p:nvCxnSpPr>
                <p:spPr>
                  <a:xfrm rot="5722819">
                    <a:off x="4651109" y="3231717"/>
                    <a:ext cx="179092" cy="107116"/>
                  </a:xfrm>
                  <a:prstGeom prst="curvedConnector3">
                    <a:avLst>
                      <a:gd name="adj1" fmla="val 50000"/>
                    </a:avLst>
                  </a:prstGeom>
                  <a:ln w="6350"/>
                </p:spPr>
                <p:style>
                  <a:lnRef idx="1">
                    <a:schemeClr val="accent1"/>
                  </a:lnRef>
                  <a:fillRef idx="0">
                    <a:schemeClr val="accent1"/>
                  </a:fillRef>
                  <a:effectRef idx="0">
                    <a:schemeClr val="accent1"/>
                  </a:effectRef>
                  <a:fontRef idx="minor">
                    <a:schemeClr val="tx1"/>
                  </a:fontRef>
                </p:style>
              </p:cxnSp>
              <p:cxnSp>
                <p:nvCxnSpPr>
                  <p:cNvPr id="128" name="Connector: Curved 229">
                    <a:extLst>
                      <a:ext uri="{FF2B5EF4-FFF2-40B4-BE49-F238E27FC236}">
                        <a16:creationId xmlns:a16="http://schemas.microsoft.com/office/drawing/2014/main" id="{ACE8D629-F2B6-E0A1-A35D-9EF5D2BB7009}"/>
                      </a:ext>
                    </a:extLst>
                  </p:cNvPr>
                  <p:cNvCxnSpPr>
                    <a:cxnSpLocks/>
                  </p:cNvCxnSpPr>
                  <p:nvPr/>
                </p:nvCxnSpPr>
                <p:spPr>
                  <a:xfrm rot="13074294" flipV="1">
                    <a:off x="4643590" y="3144644"/>
                    <a:ext cx="95155" cy="122455"/>
                  </a:xfrm>
                  <a:prstGeom prst="curvedConnector3">
                    <a:avLst>
                      <a:gd name="adj1" fmla="val 50000"/>
                    </a:avLst>
                  </a:prstGeom>
                  <a:ln w="6350"/>
                </p:spPr>
                <p:style>
                  <a:lnRef idx="1">
                    <a:schemeClr val="accent1"/>
                  </a:lnRef>
                  <a:fillRef idx="0">
                    <a:schemeClr val="accent1"/>
                  </a:fillRef>
                  <a:effectRef idx="0">
                    <a:schemeClr val="accent1"/>
                  </a:effectRef>
                  <a:fontRef idx="minor">
                    <a:schemeClr val="tx1"/>
                  </a:fontRef>
                </p:style>
              </p:cxnSp>
              <p:cxnSp>
                <p:nvCxnSpPr>
                  <p:cNvPr id="129" name="Connector: Curved 230">
                    <a:extLst>
                      <a:ext uri="{FF2B5EF4-FFF2-40B4-BE49-F238E27FC236}">
                        <a16:creationId xmlns:a16="http://schemas.microsoft.com/office/drawing/2014/main" id="{B291EAA8-72A4-F0D7-E06B-FA98171C8819}"/>
                      </a:ext>
                    </a:extLst>
                  </p:cNvPr>
                  <p:cNvCxnSpPr>
                    <a:cxnSpLocks/>
                  </p:cNvCxnSpPr>
                  <p:nvPr/>
                </p:nvCxnSpPr>
                <p:spPr>
                  <a:xfrm rot="11122819" flipV="1">
                    <a:off x="4582987" y="3158988"/>
                    <a:ext cx="201019" cy="60981"/>
                  </a:xfrm>
                  <a:prstGeom prst="curvedConnector3">
                    <a:avLst>
                      <a:gd name="adj1" fmla="val 50000"/>
                    </a:avLst>
                  </a:prstGeom>
                  <a:ln w="6350"/>
                </p:spPr>
                <p:style>
                  <a:lnRef idx="1">
                    <a:schemeClr val="accent1"/>
                  </a:lnRef>
                  <a:fillRef idx="0">
                    <a:schemeClr val="accent1"/>
                  </a:fillRef>
                  <a:effectRef idx="0">
                    <a:schemeClr val="accent1"/>
                  </a:effectRef>
                  <a:fontRef idx="minor">
                    <a:schemeClr val="tx1"/>
                  </a:fontRef>
                </p:style>
              </p:cxnSp>
            </p:grpSp>
            <p:grpSp>
              <p:nvGrpSpPr>
                <p:cNvPr id="94" name="Group 231">
                  <a:extLst>
                    <a:ext uri="{FF2B5EF4-FFF2-40B4-BE49-F238E27FC236}">
                      <a16:creationId xmlns:a16="http://schemas.microsoft.com/office/drawing/2014/main" id="{E24132DB-AFA4-16D2-7104-1A95935F6F7B}"/>
                    </a:ext>
                  </a:extLst>
                </p:cNvPr>
                <p:cNvGrpSpPr/>
                <p:nvPr/>
              </p:nvGrpSpPr>
              <p:grpSpPr>
                <a:xfrm rot="3151135">
                  <a:off x="4253873" y="4006616"/>
                  <a:ext cx="197323" cy="165831"/>
                  <a:chOff x="4582987" y="3144644"/>
                  <a:chExt cx="271774" cy="230177"/>
                </a:xfrm>
              </p:grpSpPr>
              <p:sp>
                <p:nvSpPr>
                  <p:cNvPr id="120" name="Rectangle: Rounded Corners 232">
                    <a:extLst>
                      <a:ext uri="{FF2B5EF4-FFF2-40B4-BE49-F238E27FC236}">
                        <a16:creationId xmlns:a16="http://schemas.microsoft.com/office/drawing/2014/main" id="{BCFF455F-6527-245B-0EA0-1DCC0A04E31C}"/>
                      </a:ext>
                    </a:extLst>
                  </p:cNvPr>
                  <p:cNvSpPr/>
                  <p:nvPr/>
                </p:nvSpPr>
                <p:spPr bwMode="auto">
                  <a:xfrm rot="3223940">
                    <a:off x="4762894" y="3128518"/>
                    <a:ext cx="60694" cy="123041"/>
                  </a:xfrm>
                  <a:prstGeom prst="roundRect">
                    <a:avLst>
                      <a:gd name="adj" fmla="val 48774"/>
                    </a:avLst>
                  </a:prstGeom>
                  <a:solidFill>
                    <a:srgbClr val="06B154"/>
                  </a:solidFill>
                  <a:ln w="22225">
                    <a:solidFill>
                      <a:srgbClr val="06B154"/>
                    </a:solidFill>
                    <a:miter lim="800000"/>
                    <a:headEnd/>
                    <a:tailEnd/>
                  </a:ln>
                  <a:effectLst/>
                </p:spPr>
                <p:txBody>
                  <a:bodyPr wrap="none" rtlCol="0" anchor="ctr"/>
                  <a:lstStyle/>
                  <a:p>
                    <a:pPr algn="ctr"/>
                    <a:endParaRPr lang="en-GB" sz="1600" b="1" noProof="0" dirty="0">
                      <a:solidFill>
                        <a:schemeClr val="bg1"/>
                      </a:solidFill>
                    </a:endParaRPr>
                  </a:p>
                </p:txBody>
              </p:sp>
              <p:cxnSp>
                <p:nvCxnSpPr>
                  <p:cNvPr id="121" name="Connector: Curved 233">
                    <a:extLst>
                      <a:ext uri="{FF2B5EF4-FFF2-40B4-BE49-F238E27FC236}">
                        <a16:creationId xmlns:a16="http://schemas.microsoft.com/office/drawing/2014/main" id="{2B7862E4-F840-EE2F-7812-886FB7637B1D}"/>
                      </a:ext>
                    </a:extLst>
                  </p:cNvPr>
                  <p:cNvCxnSpPr>
                    <a:cxnSpLocks/>
                  </p:cNvCxnSpPr>
                  <p:nvPr/>
                </p:nvCxnSpPr>
                <p:spPr>
                  <a:xfrm rot="5722819">
                    <a:off x="4670213" y="3223150"/>
                    <a:ext cx="125667" cy="94013"/>
                  </a:xfrm>
                  <a:prstGeom prst="curvedConnector3">
                    <a:avLst>
                      <a:gd name="adj1" fmla="val 50000"/>
                    </a:avLst>
                  </a:prstGeom>
                  <a:ln w="6350"/>
                </p:spPr>
                <p:style>
                  <a:lnRef idx="1">
                    <a:schemeClr val="accent1"/>
                  </a:lnRef>
                  <a:fillRef idx="0">
                    <a:schemeClr val="accent1"/>
                  </a:fillRef>
                  <a:effectRef idx="0">
                    <a:schemeClr val="accent1"/>
                  </a:effectRef>
                  <a:fontRef idx="minor">
                    <a:schemeClr val="tx1"/>
                  </a:fontRef>
                </p:style>
              </p:cxnSp>
              <p:cxnSp>
                <p:nvCxnSpPr>
                  <p:cNvPr id="122" name="Connector: Curved 234">
                    <a:extLst>
                      <a:ext uri="{FF2B5EF4-FFF2-40B4-BE49-F238E27FC236}">
                        <a16:creationId xmlns:a16="http://schemas.microsoft.com/office/drawing/2014/main" id="{E69962C1-9B33-4507-9188-5657104A659D}"/>
                      </a:ext>
                    </a:extLst>
                  </p:cNvPr>
                  <p:cNvCxnSpPr>
                    <a:cxnSpLocks/>
                  </p:cNvCxnSpPr>
                  <p:nvPr/>
                </p:nvCxnSpPr>
                <p:spPr>
                  <a:xfrm rot="5722819">
                    <a:off x="4651109" y="3231717"/>
                    <a:ext cx="179092" cy="107116"/>
                  </a:xfrm>
                  <a:prstGeom prst="curvedConnector3">
                    <a:avLst>
                      <a:gd name="adj1" fmla="val 50000"/>
                    </a:avLst>
                  </a:prstGeom>
                  <a:ln w="6350"/>
                </p:spPr>
                <p:style>
                  <a:lnRef idx="1">
                    <a:schemeClr val="accent1"/>
                  </a:lnRef>
                  <a:fillRef idx="0">
                    <a:schemeClr val="accent1"/>
                  </a:fillRef>
                  <a:effectRef idx="0">
                    <a:schemeClr val="accent1"/>
                  </a:effectRef>
                  <a:fontRef idx="minor">
                    <a:schemeClr val="tx1"/>
                  </a:fontRef>
                </p:style>
              </p:cxnSp>
              <p:cxnSp>
                <p:nvCxnSpPr>
                  <p:cNvPr id="123" name="Connector: Curved 235">
                    <a:extLst>
                      <a:ext uri="{FF2B5EF4-FFF2-40B4-BE49-F238E27FC236}">
                        <a16:creationId xmlns:a16="http://schemas.microsoft.com/office/drawing/2014/main" id="{CA9BB997-666F-ABD7-5CD6-C6DFE57F09DF}"/>
                      </a:ext>
                    </a:extLst>
                  </p:cNvPr>
                  <p:cNvCxnSpPr>
                    <a:cxnSpLocks/>
                  </p:cNvCxnSpPr>
                  <p:nvPr/>
                </p:nvCxnSpPr>
                <p:spPr>
                  <a:xfrm rot="13074294" flipV="1">
                    <a:off x="4643590" y="3144644"/>
                    <a:ext cx="95155" cy="122455"/>
                  </a:xfrm>
                  <a:prstGeom prst="curvedConnector3">
                    <a:avLst>
                      <a:gd name="adj1" fmla="val 50000"/>
                    </a:avLst>
                  </a:prstGeom>
                  <a:ln w="6350"/>
                </p:spPr>
                <p:style>
                  <a:lnRef idx="1">
                    <a:schemeClr val="accent1"/>
                  </a:lnRef>
                  <a:fillRef idx="0">
                    <a:schemeClr val="accent1"/>
                  </a:fillRef>
                  <a:effectRef idx="0">
                    <a:schemeClr val="accent1"/>
                  </a:effectRef>
                  <a:fontRef idx="minor">
                    <a:schemeClr val="tx1"/>
                  </a:fontRef>
                </p:style>
              </p:cxnSp>
              <p:cxnSp>
                <p:nvCxnSpPr>
                  <p:cNvPr id="124" name="Connector: Curved 236">
                    <a:extLst>
                      <a:ext uri="{FF2B5EF4-FFF2-40B4-BE49-F238E27FC236}">
                        <a16:creationId xmlns:a16="http://schemas.microsoft.com/office/drawing/2014/main" id="{5FB25420-FAB7-81AE-9740-0EFED80B2401}"/>
                      </a:ext>
                    </a:extLst>
                  </p:cNvPr>
                  <p:cNvCxnSpPr>
                    <a:cxnSpLocks/>
                  </p:cNvCxnSpPr>
                  <p:nvPr/>
                </p:nvCxnSpPr>
                <p:spPr>
                  <a:xfrm rot="11122819" flipV="1">
                    <a:off x="4582987" y="3158988"/>
                    <a:ext cx="201019" cy="60981"/>
                  </a:xfrm>
                  <a:prstGeom prst="curvedConnector3">
                    <a:avLst>
                      <a:gd name="adj1" fmla="val 50000"/>
                    </a:avLst>
                  </a:prstGeom>
                  <a:ln w="6350"/>
                </p:spPr>
                <p:style>
                  <a:lnRef idx="1">
                    <a:schemeClr val="accent1"/>
                  </a:lnRef>
                  <a:fillRef idx="0">
                    <a:schemeClr val="accent1"/>
                  </a:fillRef>
                  <a:effectRef idx="0">
                    <a:schemeClr val="accent1"/>
                  </a:effectRef>
                  <a:fontRef idx="minor">
                    <a:schemeClr val="tx1"/>
                  </a:fontRef>
                </p:style>
              </p:cxnSp>
            </p:grpSp>
            <p:grpSp>
              <p:nvGrpSpPr>
                <p:cNvPr id="95" name="Group 237">
                  <a:extLst>
                    <a:ext uri="{FF2B5EF4-FFF2-40B4-BE49-F238E27FC236}">
                      <a16:creationId xmlns:a16="http://schemas.microsoft.com/office/drawing/2014/main" id="{D99EB67A-927E-9111-54D5-5788AE8F16FB}"/>
                    </a:ext>
                  </a:extLst>
                </p:cNvPr>
                <p:cNvGrpSpPr/>
                <p:nvPr/>
              </p:nvGrpSpPr>
              <p:grpSpPr>
                <a:xfrm rot="11503229">
                  <a:off x="4421273" y="4092174"/>
                  <a:ext cx="197323" cy="165831"/>
                  <a:chOff x="4582987" y="3144644"/>
                  <a:chExt cx="271774" cy="230177"/>
                </a:xfrm>
              </p:grpSpPr>
              <p:sp>
                <p:nvSpPr>
                  <p:cNvPr id="115" name="Rectangle: Rounded Corners 238">
                    <a:extLst>
                      <a:ext uri="{FF2B5EF4-FFF2-40B4-BE49-F238E27FC236}">
                        <a16:creationId xmlns:a16="http://schemas.microsoft.com/office/drawing/2014/main" id="{944466EA-B12C-67BA-A35C-4645ACBC14BB}"/>
                      </a:ext>
                    </a:extLst>
                  </p:cNvPr>
                  <p:cNvSpPr/>
                  <p:nvPr/>
                </p:nvSpPr>
                <p:spPr bwMode="auto">
                  <a:xfrm rot="3223940">
                    <a:off x="4762894" y="3128518"/>
                    <a:ext cx="60694" cy="123041"/>
                  </a:xfrm>
                  <a:prstGeom prst="roundRect">
                    <a:avLst>
                      <a:gd name="adj" fmla="val 48774"/>
                    </a:avLst>
                  </a:prstGeom>
                  <a:solidFill>
                    <a:srgbClr val="06B154"/>
                  </a:solidFill>
                  <a:ln w="22225">
                    <a:solidFill>
                      <a:srgbClr val="06B154"/>
                    </a:solidFill>
                    <a:miter lim="800000"/>
                    <a:headEnd/>
                    <a:tailEnd/>
                  </a:ln>
                  <a:effectLst/>
                </p:spPr>
                <p:txBody>
                  <a:bodyPr wrap="none" rtlCol="0" anchor="ctr"/>
                  <a:lstStyle/>
                  <a:p>
                    <a:pPr algn="ctr"/>
                    <a:endParaRPr lang="en-GB" sz="1600" b="1" noProof="0" dirty="0">
                      <a:solidFill>
                        <a:schemeClr val="bg1"/>
                      </a:solidFill>
                    </a:endParaRPr>
                  </a:p>
                </p:txBody>
              </p:sp>
              <p:cxnSp>
                <p:nvCxnSpPr>
                  <p:cNvPr id="116" name="Connector: Curved 239">
                    <a:extLst>
                      <a:ext uri="{FF2B5EF4-FFF2-40B4-BE49-F238E27FC236}">
                        <a16:creationId xmlns:a16="http://schemas.microsoft.com/office/drawing/2014/main" id="{33F89DAD-6733-99A1-6C5B-5D7F8E9AF6D2}"/>
                      </a:ext>
                    </a:extLst>
                  </p:cNvPr>
                  <p:cNvCxnSpPr>
                    <a:cxnSpLocks/>
                  </p:cNvCxnSpPr>
                  <p:nvPr/>
                </p:nvCxnSpPr>
                <p:spPr>
                  <a:xfrm rot="5722819">
                    <a:off x="4670213" y="3223150"/>
                    <a:ext cx="125667" cy="94013"/>
                  </a:xfrm>
                  <a:prstGeom prst="curvedConnector3">
                    <a:avLst>
                      <a:gd name="adj1" fmla="val 50000"/>
                    </a:avLst>
                  </a:prstGeom>
                  <a:ln w="6350"/>
                </p:spPr>
                <p:style>
                  <a:lnRef idx="1">
                    <a:schemeClr val="accent1"/>
                  </a:lnRef>
                  <a:fillRef idx="0">
                    <a:schemeClr val="accent1"/>
                  </a:fillRef>
                  <a:effectRef idx="0">
                    <a:schemeClr val="accent1"/>
                  </a:effectRef>
                  <a:fontRef idx="minor">
                    <a:schemeClr val="tx1"/>
                  </a:fontRef>
                </p:style>
              </p:cxnSp>
              <p:cxnSp>
                <p:nvCxnSpPr>
                  <p:cNvPr id="117" name="Connector: Curved 240">
                    <a:extLst>
                      <a:ext uri="{FF2B5EF4-FFF2-40B4-BE49-F238E27FC236}">
                        <a16:creationId xmlns:a16="http://schemas.microsoft.com/office/drawing/2014/main" id="{0D79EA15-A468-4F17-6C7F-607B62B5CFC0}"/>
                      </a:ext>
                    </a:extLst>
                  </p:cNvPr>
                  <p:cNvCxnSpPr>
                    <a:cxnSpLocks/>
                  </p:cNvCxnSpPr>
                  <p:nvPr/>
                </p:nvCxnSpPr>
                <p:spPr>
                  <a:xfrm rot="5722819">
                    <a:off x="4651109" y="3231717"/>
                    <a:ext cx="179092" cy="107116"/>
                  </a:xfrm>
                  <a:prstGeom prst="curvedConnector3">
                    <a:avLst>
                      <a:gd name="adj1" fmla="val 50000"/>
                    </a:avLst>
                  </a:prstGeom>
                  <a:ln w="6350"/>
                </p:spPr>
                <p:style>
                  <a:lnRef idx="1">
                    <a:schemeClr val="accent1"/>
                  </a:lnRef>
                  <a:fillRef idx="0">
                    <a:schemeClr val="accent1"/>
                  </a:fillRef>
                  <a:effectRef idx="0">
                    <a:schemeClr val="accent1"/>
                  </a:effectRef>
                  <a:fontRef idx="minor">
                    <a:schemeClr val="tx1"/>
                  </a:fontRef>
                </p:style>
              </p:cxnSp>
              <p:cxnSp>
                <p:nvCxnSpPr>
                  <p:cNvPr id="118" name="Connector: Curved 241">
                    <a:extLst>
                      <a:ext uri="{FF2B5EF4-FFF2-40B4-BE49-F238E27FC236}">
                        <a16:creationId xmlns:a16="http://schemas.microsoft.com/office/drawing/2014/main" id="{29D509DB-247C-5A91-C65D-172414C3557C}"/>
                      </a:ext>
                    </a:extLst>
                  </p:cNvPr>
                  <p:cNvCxnSpPr>
                    <a:cxnSpLocks/>
                  </p:cNvCxnSpPr>
                  <p:nvPr/>
                </p:nvCxnSpPr>
                <p:spPr>
                  <a:xfrm rot="13074294" flipV="1">
                    <a:off x="4643590" y="3144644"/>
                    <a:ext cx="95155" cy="122455"/>
                  </a:xfrm>
                  <a:prstGeom prst="curvedConnector3">
                    <a:avLst>
                      <a:gd name="adj1" fmla="val 50000"/>
                    </a:avLst>
                  </a:prstGeom>
                  <a:ln w="6350"/>
                </p:spPr>
                <p:style>
                  <a:lnRef idx="1">
                    <a:schemeClr val="accent1"/>
                  </a:lnRef>
                  <a:fillRef idx="0">
                    <a:schemeClr val="accent1"/>
                  </a:fillRef>
                  <a:effectRef idx="0">
                    <a:schemeClr val="accent1"/>
                  </a:effectRef>
                  <a:fontRef idx="minor">
                    <a:schemeClr val="tx1"/>
                  </a:fontRef>
                </p:style>
              </p:cxnSp>
              <p:cxnSp>
                <p:nvCxnSpPr>
                  <p:cNvPr id="119" name="Connector: Curved 242">
                    <a:extLst>
                      <a:ext uri="{FF2B5EF4-FFF2-40B4-BE49-F238E27FC236}">
                        <a16:creationId xmlns:a16="http://schemas.microsoft.com/office/drawing/2014/main" id="{0AC8DB85-5107-E847-FB53-A7797B27A384}"/>
                      </a:ext>
                    </a:extLst>
                  </p:cNvPr>
                  <p:cNvCxnSpPr>
                    <a:cxnSpLocks/>
                  </p:cNvCxnSpPr>
                  <p:nvPr/>
                </p:nvCxnSpPr>
                <p:spPr>
                  <a:xfrm rot="11122819" flipV="1">
                    <a:off x="4582987" y="3158988"/>
                    <a:ext cx="201019" cy="60981"/>
                  </a:xfrm>
                  <a:prstGeom prst="curvedConnector3">
                    <a:avLst>
                      <a:gd name="adj1" fmla="val 50000"/>
                    </a:avLst>
                  </a:prstGeom>
                  <a:ln w="6350"/>
                </p:spPr>
                <p:style>
                  <a:lnRef idx="1">
                    <a:schemeClr val="accent1"/>
                  </a:lnRef>
                  <a:fillRef idx="0">
                    <a:schemeClr val="accent1"/>
                  </a:fillRef>
                  <a:effectRef idx="0">
                    <a:schemeClr val="accent1"/>
                  </a:effectRef>
                  <a:fontRef idx="minor">
                    <a:schemeClr val="tx1"/>
                  </a:fontRef>
                </p:style>
              </p:cxnSp>
            </p:grpSp>
            <p:sp>
              <p:nvSpPr>
                <p:cNvPr id="96" name="Oval 243">
                  <a:extLst>
                    <a:ext uri="{FF2B5EF4-FFF2-40B4-BE49-F238E27FC236}">
                      <a16:creationId xmlns:a16="http://schemas.microsoft.com/office/drawing/2014/main" id="{48417A0E-3896-8D47-6E7E-E97396430058}"/>
                    </a:ext>
                  </a:extLst>
                </p:cNvPr>
                <p:cNvSpPr/>
                <p:nvPr/>
              </p:nvSpPr>
              <p:spPr>
                <a:xfrm>
                  <a:off x="4441057" y="4336618"/>
                  <a:ext cx="48790" cy="45719"/>
                </a:xfrm>
                <a:prstGeom prst="ellipse">
                  <a:avLst/>
                </a:prstGeom>
                <a:solidFill>
                  <a:srgbClr val="06B154"/>
                </a:solidFill>
                <a:ln>
                  <a:solidFill>
                    <a:srgbClr val="06B15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97" name="Oval 244">
                  <a:extLst>
                    <a:ext uri="{FF2B5EF4-FFF2-40B4-BE49-F238E27FC236}">
                      <a16:creationId xmlns:a16="http://schemas.microsoft.com/office/drawing/2014/main" id="{9D6452E0-3B38-8B00-9602-97BE46EC7924}"/>
                    </a:ext>
                  </a:extLst>
                </p:cNvPr>
                <p:cNvSpPr/>
                <p:nvPr/>
              </p:nvSpPr>
              <p:spPr>
                <a:xfrm>
                  <a:off x="4080579" y="4441218"/>
                  <a:ext cx="48790" cy="45719"/>
                </a:xfrm>
                <a:prstGeom prst="ellipse">
                  <a:avLst/>
                </a:prstGeom>
                <a:solidFill>
                  <a:srgbClr val="06B154"/>
                </a:solidFill>
                <a:ln>
                  <a:solidFill>
                    <a:srgbClr val="06B15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98" name="Oval 245">
                  <a:extLst>
                    <a:ext uri="{FF2B5EF4-FFF2-40B4-BE49-F238E27FC236}">
                      <a16:creationId xmlns:a16="http://schemas.microsoft.com/office/drawing/2014/main" id="{361C0517-C9A9-9F82-001D-6C2A91702533}"/>
                    </a:ext>
                  </a:extLst>
                </p:cNvPr>
                <p:cNvSpPr/>
                <p:nvPr/>
              </p:nvSpPr>
              <p:spPr>
                <a:xfrm>
                  <a:off x="4473542" y="4649069"/>
                  <a:ext cx="48790" cy="45719"/>
                </a:xfrm>
                <a:prstGeom prst="ellipse">
                  <a:avLst/>
                </a:prstGeom>
                <a:solidFill>
                  <a:srgbClr val="06B154"/>
                </a:solidFill>
                <a:ln>
                  <a:solidFill>
                    <a:srgbClr val="06B15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99" name="Oval 246">
                  <a:extLst>
                    <a:ext uri="{FF2B5EF4-FFF2-40B4-BE49-F238E27FC236}">
                      <a16:creationId xmlns:a16="http://schemas.microsoft.com/office/drawing/2014/main" id="{46D5FC2F-D202-F4CE-19F1-BC4A40383740}"/>
                    </a:ext>
                  </a:extLst>
                </p:cNvPr>
                <p:cNvSpPr/>
                <p:nvPr/>
              </p:nvSpPr>
              <p:spPr>
                <a:xfrm>
                  <a:off x="3991729" y="4777846"/>
                  <a:ext cx="48790" cy="45719"/>
                </a:xfrm>
                <a:prstGeom prst="ellipse">
                  <a:avLst/>
                </a:prstGeom>
                <a:solidFill>
                  <a:srgbClr val="06B154"/>
                </a:solidFill>
                <a:ln>
                  <a:solidFill>
                    <a:srgbClr val="06B15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00" name="Oval 247">
                  <a:extLst>
                    <a:ext uri="{FF2B5EF4-FFF2-40B4-BE49-F238E27FC236}">
                      <a16:creationId xmlns:a16="http://schemas.microsoft.com/office/drawing/2014/main" id="{FE697483-D695-782E-49E7-1B9B63DA2A73}"/>
                    </a:ext>
                  </a:extLst>
                </p:cNvPr>
                <p:cNvSpPr/>
                <p:nvPr/>
              </p:nvSpPr>
              <p:spPr>
                <a:xfrm>
                  <a:off x="4672869" y="4937743"/>
                  <a:ext cx="48790" cy="45719"/>
                </a:xfrm>
                <a:prstGeom prst="ellipse">
                  <a:avLst/>
                </a:prstGeom>
                <a:solidFill>
                  <a:srgbClr val="06B154"/>
                </a:solidFill>
                <a:ln>
                  <a:solidFill>
                    <a:srgbClr val="06B15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01" name="Oval 248">
                  <a:extLst>
                    <a:ext uri="{FF2B5EF4-FFF2-40B4-BE49-F238E27FC236}">
                      <a16:creationId xmlns:a16="http://schemas.microsoft.com/office/drawing/2014/main" id="{15D69794-D5A9-5486-A0ED-487BEF99B00F}"/>
                    </a:ext>
                  </a:extLst>
                </p:cNvPr>
                <p:cNvSpPr/>
                <p:nvPr/>
              </p:nvSpPr>
              <p:spPr>
                <a:xfrm>
                  <a:off x="4045028" y="5020537"/>
                  <a:ext cx="48790" cy="45719"/>
                </a:xfrm>
                <a:prstGeom prst="ellipse">
                  <a:avLst/>
                </a:prstGeom>
                <a:solidFill>
                  <a:srgbClr val="06B154"/>
                </a:solidFill>
                <a:ln>
                  <a:solidFill>
                    <a:srgbClr val="06B15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02" name="Oval 249">
                  <a:extLst>
                    <a:ext uri="{FF2B5EF4-FFF2-40B4-BE49-F238E27FC236}">
                      <a16:creationId xmlns:a16="http://schemas.microsoft.com/office/drawing/2014/main" id="{CA3089E8-275F-5637-F74E-FC9B8C66E6CC}"/>
                    </a:ext>
                  </a:extLst>
                </p:cNvPr>
                <p:cNvSpPr/>
                <p:nvPr/>
              </p:nvSpPr>
              <p:spPr>
                <a:xfrm>
                  <a:off x="4704040" y="5302415"/>
                  <a:ext cx="48790" cy="45719"/>
                </a:xfrm>
                <a:prstGeom prst="ellipse">
                  <a:avLst/>
                </a:prstGeom>
                <a:solidFill>
                  <a:srgbClr val="06B154"/>
                </a:solidFill>
                <a:ln>
                  <a:solidFill>
                    <a:srgbClr val="06B15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03" name="Oval 250">
                  <a:extLst>
                    <a:ext uri="{FF2B5EF4-FFF2-40B4-BE49-F238E27FC236}">
                      <a16:creationId xmlns:a16="http://schemas.microsoft.com/office/drawing/2014/main" id="{FF91421A-1AFB-433D-AD5D-D0DFFBBECB36}"/>
                    </a:ext>
                  </a:extLst>
                </p:cNvPr>
                <p:cNvSpPr/>
                <p:nvPr/>
              </p:nvSpPr>
              <p:spPr>
                <a:xfrm>
                  <a:off x="3937162" y="5288289"/>
                  <a:ext cx="48790" cy="45719"/>
                </a:xfrm>
                <a:prstGeom prst="ellipse">
                  <a:avLst/>
                </a:prstGeom>
                <a:solidFill>
                  <a:srgbClr val="06B154"/>
                </a:solidFill>
                <a:ln>
                  <a:solidFill>
                    <a:srgbClr val="06B15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04" name="Oval 251">
                  <a:extLst>
                    <a:ext uri="{FF2B5EF4-FFF2-40B4-BE49-F238E27FC236}">
                      <a16:creationId xmlns:a16="http://schemas.microsoft.com/office/drawing/2014/main" id="{5287F858-CD10-9CBC-D012-21C3D0219D2E}"/>
                    </a:ext>
                  </a:extLst>
                </p:cNvPr>
                <p:cNvSpPr/>
                <p:nvPr/>
              </p:nvSpPr>
              <p:spPr>
                <a:xfrm>
                  <a:off x="4473542" y="5623488"/>
                  <a:ext cx="48790" cy="45719"/>
                </a:xfrm>
                <a:prstGeom prst="ellipse">
                  <a:avLst/>
                </a:prstGeom>
                <a:solidFill>
                  <a:srgbClr val="06B154"/>
                </a:solidFill>
                <a:ln>
                  <a:solidFill>
                    <a:srgbClr val="06B15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05" name="Oval 252">
                  <a:extLst>
                    <a:ext uri="{FF2B5EF4-FFF2-40B4-BE49-F238E27FC236}">
                      <a16:creationId xmlns:a16="http://schemas.microsoft.com/office/drawing/2014/main" id="{F6DA4CD3-AAE7-41A3-0B1B-B089D6BE3A0A}"/>
                    </a:ext>
                  </a:extLst>
                </p:cNvPr>
                <p:cNvSpPr/>
                <p:nvPr/>
              </p:nvSpPr>
              <p:spPr>
                <a:xfrm>
                  <a:off x="4289850" y="4335766"/>
                  <a:ext cx="48790" cy="45719"/>
                </a:xfrm>
                <a:prstGeom prst="ellipse">
                  <a:avLst/>
                </a:prstGeom>
                <a:solidFill>
                  <a:srgbClr val="06B154"/>
                </a:solidFill>
                <a:ln>
                  <a:solidFill>
                    <a:srgbClr val="06B15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06" name="Oval 253">
                  <a:extLst>
                    <a:ext uri="{FF2B5EF4-FFF2-40B4-BE49-F238E27FC236}">
                      <a16:creationId xmlns:a16="http://schemas.microsoft.com/office/drawing/2014/main" id="{C240A7F6-3095-E668-F9E4-C1E21B3887CB}"/>
                    </a:ext>
                  </a:extLst>
                </p:cNvPr>
                <p:cNvSpPr/>
                <p:nvPr/>
              </p:nvSpPr>
              <p:spPr>
                <a:xfrm>
                  <a:off x="4363497" y="4607746"/>
                  <a:ext cx="48790" cy="45719"/>
                </a:xfrm>
                <a:prstGeom prst="ellipse">
                  <a:avLst/>
                </a:prstGeom>
                <a:solidFill>
                  <a:srgbClr val="06B154"/>
                </a:solidFill>
                <a:ln>
                  <a:solidFill>
                    <a:srgbClr val="06B15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07" name="Oval 254">
                  <a:extLst>
                    <a:ext uri="{FF2B5EF4-FFF2-40B4-BE49-F238E27FC236}">
                      <a16:creationId xmlns:a16="http://schemas.microsoft.com/office/drawing/2014/main" id="{06863930-1852-4B77-0B0D-134C519FF49C}"/>
                    </a:ext>
                  </a:extLst>
                </p:cNvPr>
                <p:cNvSpPr/>
                <p:nvPr/>
              </p:nvSpPr>
              <p:spPr>
                <a:xfrm>
                  <a:off x="4592659" y="4422166"/>
                  <a:ext cx="48790" cy="45719"/>
                </a:xfrm>
                <a:prstGeom prst="ellipse">
                  <a:avLst/>
                </a:prstGeom>
                <a:solidFill>
                  <a:srgbClr val="06B154"/>
                </a:solidFill>
                <a:ln>
                  <a:solidFill>
                    <a:srgbClr val="06B15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08" name="Oval 255">
                  <a:extLst>
                    <a:ext uri="{FF2B5EF4-FFF2-40B4-BE49-F238E27FC236}">
                      <a16:creationId xmlns:a16="http://schemas.microsoft.com/office/drawing/2014/main" id="{04679633-5F67-005B-9F9E-7DA9E443CBE2}"/>
                    </a:ext>
                  </a:extLst>
                </p:cNvPr>
                <p:cNvSpPr/>
                <p:nvPr/>
              </p:nvSpPr>
              <p:spPr>
                <a:xfrm>
                  <a:off x="4158047" y="4293257"/>
                  <a:ext cx="48790" cy="45719"/>
                </a:xfrm>
                <a:prstGeom prst="ellipse">
                  <a:avLst/>
                </a:prstGeom>
                <a:solidFill>
                  <a:srgbClr val="06B154"/>
                </a:solidFill>
                <a:ln>
                  <a:solidFill>
                    <a:srgbClr val="06B15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09" name="Oval 266">
                  <a:extLst>
                    <a:ext uri="{FF2B5EF4-FFF2-40B4-BE49-F238E27FC236}">
                      <a16:creationId xmlns:a16="http://schemas.microsoft.com/office/drawing/2014/main" id="{65521FE0-8368-10DC-A012-1130B8D5CAB9}"/>
                    </a:ext>
                  </a:extLst>
                </p:cNvPr>
                <p:cNvSpPr/>
                <p:nvPr/>
              </p:nvSpPr>
              <p:spPr>
                <a:xfrm>
                  <a:off x="3836669" y="4268555"/>
                  <a:ext cx="48790" cy="45719"/>
                </a:xfrm>
                <a:prstGeom prst="ellipse">
                  <a:avLst/>
                </a:prstGeom>
                <a:solidFill>
                  <a:srgbClr val="06B154"/>
                </a:solidFill>
                <a:ln>
                  <a:solidFill>
                    <a:srgbClr val="06B15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10" name="Oval 267">
                  <a:extLst>
                    <a:ext uri="{FF2B5EF4-FFF2-40B4-BE49-F238E27FC236}">
                      <a16:creationId xmlns:a16="http://schemas.microsoft.com/office/drawing/2014/main" id="{016C2C4F-A748-03A2-019A-3F88FE130488}"/>
                    </a:ext>
                  </a:extLst>
                </p:cNvPr>
                <p:cNvSpPr/>
                <p:nvPr/>
              </p:nvSpPr>
              <p:spPr>
                <a:xfrm>
                  <a:off x="3832899" y="4442614"/>
                  <a:ext cx="48790" cy="45719"/>
                </a:xfrm>
                <a:prstGeom prst="ellipse">
                  <a:avLst/>
                </a:prstGeom>
                <a:solidFill>
                  <a:srgbClr val="06B154"/>
                </a:solidFill>
                <a:ln>
                  <a:solidFill>
                    <a:srgbClr val="06B15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11" name="Oval 268">
                  <a:extLst>
                    <a:ext uri="{FF2B5EF4-FFF2-40B4-BE49-F238E27FC236}">
                      <a16:creationId xmlns:a16="http://schemas.microsoft.com/office/drawing/2014/main" id="{327362F7-B33E-3173-5CC6-47A06A11EB83}"/>
                    </a:ext>
                  </a:extLst>
                </p:cNvPr>
                <p:cNvSpPr/>
                <p:nvPr/>
              </p:nvSpPr>
              <p:spPr>
                <a:xfrm>
                  <a:off x="3957785" y="4402092"/>
                  <a:ext cx="48790" cy="45719"/>
                </a:xfrm>
                <a:prstGeom prst="ellipse">
                  <a:avLst/>
                </a:prstGeom>
                <a:solidFill>
                  <a:srgbClr val="06B154"/>
                </a:solidFill>
                <a:ln>
                  <a:solidFill>
                    <a:srgbClr val="06B15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12" name="Oval 269">
                  <a:extLst>
                    <a:ext uri="{FF2B5EF4-FFF2-40B4-BE49-F238E27FC236}">
                      <a16:creationId xmlns:a16="http://schemas.microsoft.com/office/drawing/2014/main" id="{7B7DCBE6-77E7-1BE3-280B-FF2D34F4BD1E}"/>
                    </a:ext>
                  </a:extLst>
                </p:cNvPr>
                <p:cNvSpPr/>
                <p:nvPr/>
              </p:nvSpPr>
              <p:spPr>
                <a:xfrm>
                  <a:off x="4788267" y="4379551"/>
                  <a:ext cx="48790" cy="45719"/>
                </a:xfrm>
                <a:prstGeom prst="ellipse">
                  <a:avLst/>
                </a:prstGeom>
                <a:solidFill>
                  <a:srgbClr val="06B154"/>
                </a:solidFill>
                <a:ln>
                  <a:solidFill>
                    <a:srgbClr val="06B15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13" name="Right Brace 280">
                  <a:extLst>
                    <a:ext uri="{FF2B5EF4-FFF2-40B4-BE49-F238E27FC236}">
                      <a16:creationId xmlns:a16="http://schemas.microsoft.com/office/drawing/2014/main" id="{7ED5BD98-7999-7F99-9340-51F9F6A78D26}"/>
                    </a:ext>
                  </a:extLst>
                </p:cNvPr>
                <p:cNvSpPr/>
                <p:nvPr/>
              </p:nvSpPr>
              <p:spPr>
                <a:xfrm rot="16200000">
                  <a:off x="4284000" y="3653702"/>
                  <a:ext cx="94678" cy="541167"/>
                </a:xfrm>
                <a:prstGeom prst="rightBrace">
                  <a:avLst>
                    <a:gd name="adj1" fmla="val 277206"/>
                    <a:gd name="adj2" fmla="val 48050"/>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noProof="0" dirty="0"/>
                </a:p>
              </p:txBody>
            </p:sp>
            <p:sp>
              <p:nvSpPr>
                <p:cNvPr id="114" name="TextBox 281">
                  <a:extLst>
                    <a:ext uri="{FF2B5EF4-FFF2-40B4-BE49-F238E27FC236}">
                      <a16:creationId xmlns:a16="http://schemas.microsoft.com/office/drawing/2014/main" id="{EC90033F-F857-6FAF-81DA-7CB6BD8107AA}"/>
                    </a:ext>
                  </a:extLst>
                </p:cNvPr>
                <p:cNvSpPr txBox="1"/>
                <p:nvPr/>
              </p:nvSpPr>
              <p:spPr>
                <a:xfrm>
                  <a:off x="4054110" y="3541124"/>
                  <a:ext cx="715709" cy="307777"/>
                </a:xfrm>
                <a:prstGeom prst="rect">
                  <a:avLst/>
                </a:prstGeom>
                <a:noFill/>
              </p:spPr>
              <p:txBody>
                <a:bodyPr wrap="none" rtlCol="0">
                  <a:spAutoFit/>
                </a:bodyPr>
                <a:lstStyle/>
                <a:p>
                  <a:r>
                    <a:rPr lang="en-GB" sz="1400" noProof="0" dirty="0"/>
                    <a:t>Wound</a:t>
                  </a:r>
                </a:p>
              </p:txBody>
            </p:sp>
          </p:grpSp>
        </p:grpSp>
        <p:grpSp>
          <p:nvGrpSpPr>
            <p:cNvPr id="8" name="Group 162">
              <a:extLst>
                <a:ext uri="{FF2B5EF4-FFF2-40B4-BE49-F238E27FC236}">
                  <a16:creationId xmlns:a16="http://schemas.microsoft.com/office/drawing/2014/main" id="{8651B834-6E91-741B-C10F-ADD7FB6A97D7}"/>
                </a:ext>
              </a:extLst>
            </p:cNvPr>
            <p:cNvGrpSpPr/>
            <p:nvPr/>
          </p:nvGrpSpPr>
          <p:grpSpPr>
            <a:xfrm rot="16200000">
              <a:off x="4994574" y="7588026"/>
              <a:ext cx="504761" cy="699549"/>
              <a:chOff x="3476018" y="1655769"/>
              <a:chExt cx="349450" cy="484303"/>
            </a:xfrm>
          </p:grpSpPr>
          <p:sp>
            <p:nvSpPr>
              <p:cNvPr id="51" name="Flowchart: Delay 163">
                <a:extLst>
                  <a:ext uri="{FF2B5EF4-FFF2-40B4-BE49-F238E27FC236}">
                    <a16:creationId xmlns:a16="http://schemas.microsoft.com/office/drawing/2014/main" id="{785E3A38-0BD4-6F59-D06D-5B380857F60B}"/>
                  </a:ext>
                </a:extLst>
              </p:cNvPr>
              <p:cNvSpPr/>
              <p:nvPr/>
            </p:nvSpPr>
            <p:spPr>
              <a:xfrm rot="16200000">
                <a:off x="3518739" y="1694930"/>
                <a:ext cx="273165" cy="194844"/>
              </a:xfrm>
              <a:prstGeom prst="flowChartDelay">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mc:AlternateContent xmlns:mc="http://schemas.openxmlformats.org/markup-compatibility/2006" xmlns:p14="http://schemas.microsoft.com/office/powerpoint/2010/main">
            <mc:Choice Requires="p14">
              <p:contentPart p14:bwMode="auto" r:id="rId476">
                <p14:nvContentPartPr>
                  <p14:cNvPr id="52" name="Ink 164">
                    <a:extLst>
                      <a:ext uri="{FF2B5EF4-FFF2-40B4-BE49-F238E27FC236}">
                        <a16:creationId xmlns:a16="http://schemas.microsoft.com/office/drawing/2014/main" id="{4F8E4EF0-5FBA-DB1C-3F8E-9B47140C56A3}"/>
                      </a:ext>
                    </a:extLst>
                  </p14:cNvPr>
                  <p14:cNvContentPartPr/>
                  <p14:nvPr/>
                </p14:nvContentPartPr>
                <p14:xfrm>
                  <a:off x="3563025" y="1801595"/>
                  <a:ext cx="177480" cy="94680"/>
                </p14:xfrm>
              </p:contentPart>
            </mc:Choice>
            <mc:Fallback xmlns="">
              <p:pic>
                <p:nvPicPr>
                  <p:cNvPr id="1264" name="Ink 1263">
                    <a:extLst>
                      <a:ext uri="{FF2B5EF4-FFF2-40B4-BE49-F238E27FC236}">
                        <a16:creationId xmlns:a16="http://schemas.microsoft.com/office/drawing/2014/main" id="{60297DF2-3A12-43CF-9DFE-4BF44F9F9C46}"/>
                      </a:ext>
                    </a:extLst>
                  </p:cNvPr>
                  <p:cNvPicPr/>
                  <p:nvPr/>
                </p:nvPicPr>
                <p:blipFill>
                  <a:blip r:embed="rId477"/>
                  <a:stretch>
                    <a:fillRect/>
                  </a:stretch>
                </p:blipFill>
                <p:spPr>
                  <a:xfrm>
                    <a:off x="3558705" y="1797275"/>
                    <a:ext cx="186120" cy="103320"/>
                  </a:xfrm>
                  <a:prstGeom prst="rect">
                    <a:avLst/>
                  </a:prstGeom>
                </p:spPr>
              </p:pic>
            </mc:Fallback>
          </mc:AlternateContent>
          <mc:AlternateContent xmlns:mc="http://schemas.openxmlformats.org/markup-compatibility/2006" xmlns:p14="http://schemas.microsoft.com/office/powerpoint/2010/main">
            <mc:Choice Requires="p14">
              <p:contentPart p14:bwMode="auto" r:id="rId478">
                <p14:nvContentPartPr>
                  <p14:cNvPr id="53" name="Ink 165">
                    <a:extLst>
                      <a:ext uri="{FF2B5EF4-FFF2-40B4-BE49-F238E27FC236}">
                        <a16:creationId xmlns:a16="http://schemas.microsoft.com/office/drawing/2014/main" id="{F7E20F6F-7890-4DEE-EF0F-DFA15EE89646}"/>
                      </a:ext>
                    </a:extLst>
                  </p14:cNvPr>
                  <p14:cNvContentPartPr/>
                  <p14:nvPr/>
                </p14:nvContentPartPr>
                <p14:xfrm>
                  <a:off x="3703200" y="1798268"/>
                  <a:ext cx="52920" cy="8280"/>
                </p14:xfrm>
              </p:contentPart>
            </mc:Choice>
            <mc:Fallback xmlns="">
              <p:pic>
                <p:nvPicPr>
                  <p:cNvPr id="1275" name="Ink 1274">
                    <a:extLst>
                      <a:ext uri="{FF2B5EF4-FFF2-40B4-BE49-F238E27FC236}">
                        <a16:creationId xmlns:a16="http://schemas.microsoft.com/office/drawing/2014/main" id="{7A7E6207-5D59-4BFC-A67C-DAF5BD9EBD00}"/>
                      </a:ext>
                    </a:extLst>
                  </p:cNvPr>
                  <p:cNvPicPr/>
                  <p:nvPr/>
                </p:nvPicPr>
                <p:blipFill>
                  <a:blip r:embed="rId479"/>
                  <a:stretch>
                    <a:fillRect/>
                  </a:stretch>
                </p:blipFill>
                <p:spPr>
                  <a:xfrm>
                    <a:off x="3698880" y="1793948"/>
                    <a:ext cx="61560" cy="16920"/>
                  </a:xfrm>
                  <a:prstGeom prst="rect">
                    <a:avLst/>
                  </a:prstGeom>
                </p:spPr>
              </p:pic>
            </mc:Fallback>
          </mc:AlternateContent>
          <p:sp>
            <p:nvSpPr>
              <p:cNvPr id="54" name="Oval 166">
                <a:extLst>
                  <a:ext uri="{FF2B5EF4-FFF2-40B4-BE49-F238E27FC236}">
                    <a16:creationId xmlns:a16="http://schemas.microsoft.com/office/drawing/2014/main" id="{ABD7E6EE-9C5A-8F23-4B39-4BEF4BD0AC8E}"/>
                  </a:ext>
                </a:extLst>
              </p:cNvPr>
              <p:cNvSpPr/>
              <p:nvPr/>
            </p:nvSpPr>
            <p:spPr>
              <a:xfrm>
                <a:off x="3614458" y="1703767"/>
                <a:ext cx="74613" cy="74234"/>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55" name="Oval 167">
                <a:extLst>
                  <a:ext uri="{FF2B5EF4-FFF2-40B4-BE49-F238E27FC236}">
                    <a16:creationId xmlns:a16="http://schemas.microsoft.com/office/drawing/2014/main" id="{391B6EF2-5153-2187-BD39-F918AF4DD031}"/>
                  </a:ext>
                </a:extLst>
              </p:cNvPr>
              <p:cNvSpPr/>
              <p:nvPr/>
            </p:nvSpPr>
            <p:spPr>
              <a:xfrm>
                <a:off x="3629614" y="1718024"/>
                <a:ext cx="45719" cy="45719"/>
              </a:xfrm>
              <a:prstGeom prst="ellipse">
                <a:avLst/>
              </a:prstGeom>
              <a:no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grpSp>
            <p:nvGrpSpPr>
              <p:cNvPr id="56" name="Group 168">
                <a:extLst>
                  <a:ext uri="{FF2B5EF4-FFF2-40B4-BE49-F238E27FC236}">
                    <a16:creationId xmlns:a16="http://schemas.microsoft.com/office/drawing/2014/main" id="{13581A16-1524-41A0-08BD-09328596AAD9}"/>
                  </a:ext>
                </a:extLst>
              </p:cNvPr>
              <p:cNvGrpSpPr/>
              <p:nvPr/>
            </p:nvGrpSpPr>
            <p:grpSpPr>
              <a:xfrm>
                <a:off x="3476018" y="1823415"/>
                <a:ext cx="349450" cy="316657"/>
                <a:chOff x="3476018" y="1823415"/>
                <a:chExt cx="349450" cy="316657"/>
              </a:xfrm>
            </p:grpSpPr>
            <mc:AlternateContent xmlns:mc="http://schemas.openxmlformats.org/markup-compatibility/2006" xmlns:p14="http://schemas.microsoft.com/office/powerpoint/2010/main">
              <mc:Choice Requires="p14">
                <p:contentPart p14:bwMode="auto" r:id="rId480">
                  <p14:nvContentPartPr>
                    <p14:cNvPr id="57" name="Ink 169">
                      <a:extLst>
                        <a:ext uri="{FF2B5EF4-FFF2-40B4-BE49-F238E27FC236}">
                          <a16:creationId xmlns:a16="http://schemas.microsoft.com/office/drawing/2014/main" id="{92874810-9FFB-7D61-B47F-52DD9984BB93}"/>
                        </a:ext>
                      </a:extLst>
                    </p14:cNvPr>
                    <p14:cNvContentPartPr/>
                    <p14:nvPr/>
                  </p14:nvContentPartPr>
                  <p14:xfrm>
                    <a:off x="3476018" y="1873095"/>
                    <a:ext cx="45720" cy="30600"/>
                  </p14:xfrm>
                </p:contentPart>
              </mc:Choice>
              <mc:Fallback xmlns="">
                <p:pic>
                  <p:nvPicPr>
                    <p:cNvPr id="1265" name="Ink 1264">
                      <a:extLst>
                        <a:ext uri="{FF2B5EF4-FFF2-40B4-BE49-F238E27FC236}">
                          <a16:creationId xmlns:a16="http://schemas.microsoft.com/office/drawing/2014/main" id="{F66C41A6-1647-45D6-BC1A-FBEA1F5A5C76}"/>
                        </a:ext>
                      </a:extLst>
                    </p:cNvPr>
                    <p:cNvPicPr/>
                    <p:nvPr/>
                  </p:nvPicPr>
                  <p:blipFill>
                    <a:blip r:embed="rId10"/>
                    <a:stretch>
                      <a:fillRect/>
                    </a:stretch>
                  </p:blipFill>
                  <p:spPr>
                    <a:xfrm>
                      <a:off x="3471698" y="1868775"/>
                      <a:ext cx="54360" cy="39240"/>
                    </a:xfrm>
                    <a:prstGeom prst="rect">
                      <a:avLst/>
                    </a:prstGeom>
                  </p:spPr>
                </p:pic>
              </mc:Fallback>
            </mc:AlternateContent>
            <mc:AlternateContent xmlns:mc="http://schemas.openxmlformats.org/markup-compatibility/2006" xmlns:p14="http://schemas.microsoft.com/office/powerpoint/2010/main">
              <mc:Choice Requires="p14">
                <p:contentPart p14:bwMode="auto" r:id="rId481">
                  <p14:nvContentPartPr>
                    <p14:cNvPr id="58" name="Ink 170">
                      <a:extLst>
                        <a:ext uri="{FF2B5EF4-FFF2-40B4-BE49-F238E27FC236}">
                          <a16:creationId xmlns:a16="http://schemas.microsoft.com/office/drawing/2014/main" id="{D9F601B9-6FC7-E85A-DA8F-B40D68D9CF94}"/>
                        </a:ext>
                      </a:extLst>
                    </p14:cNvPr>
                    <p14:cNvContentPartPr/>
                    <p14:nvPr/>
                  </p14:nvContentPartPr>
                  <p14:xfrm>
                    <a:off x="3494738" y="1823415"/>
                    <a:ext cx="54720" cy="43200"/>
                  </p14:xfrm>
                </p:contentPart>
              </mc:Choice>
              <mc:Fallback xmlns="">
                <p:pic>
                  <p:nvPicPr>
                    <p:cNvPr id="1266" name="Ink 1265">
                      <a:extLst>
                        <a:ext uri="{FF2B5EF4-FFF2-40B4-BE49-F238E27FC236}">
                          <a16:creationId xmlns:a16="http://schemas.microsoft.com/office/drawing/2014/main" id="{A00FEEE7-3705-450B-AE50-BBDD90B461D3}"/>
                        </a:ext>
                      </a:extLst>
                    </p:cNvPr>
                    <p:cNvPicPr/>
                    <p:nvPr/>
                  </p:nvPicPr>
                  <p:blipFill>
                    <a:blip r:embed="rId12"/>
                    <a:stretch>
                      <a:fillRect/>
                    </a:stretch>
                  </p:blipFill>
                  <p:spPr>
                    <a:xfrm>
                      <a:off x="3490418" y="1819095"/>
                      <a:ext cx="63360" cy="51840"/>
                    </a:xfrm>
                    <a:prstGeom prst="rect">
                      <a:avLst/>
                    </a:prstGeom>
                  </p:spPr>
                </p:pic>
              </mc:Fallback>
            </mc:AlternateContent>
            <mc:AlternateContent xmlns:mc="http://schemas.openxmlformats.org/markup-compatibility/2006" xmlns:p14="http://schemas.microsoft.com/office/powerpoint/2010/main">
              <mc:Choice Requires="p14">
                <p:contentPart p14:bwMode="auto" r:id="rId482">
                  <p14:nvContentPartPr>
                    <p14:cNvPr id="59" name="Ink 171">
                      <a:extLst>
                        <a:ext uri="{FF2B5EF4-FFF2-40B4-BE49-F238E27FC236}">
                          <a16:creationId xmlns:a16="http://schemas.microsoft.com/office/drawing/2014/main" id="{4C561142-8CDE-0F5E-3C1C-EA3B35B869C2}"/>
                        </a:ext>
                      </a:extLst>
                    </p14:cNvPr>
                    <p14:cNvContentPartPr/>
                    <p14:nvPr/>
                  </p14:nvContentPartPr>
                  <p14:xfrm>
                    <a:off x="3777338" y="1870215"/>
                    <a:ext cx="44640" cy="36000"/>
                  </p14:xfrm>
                </p:contentPart>
              </mc:Choice>
              <mc:Fallback xmlns="">
                <p:pic>
                  <p:nvPicPr>
                    <p:cNvPr id="1271" name="Ink 1270">
                      <a:extLst>
                        <a:ext uri="{FF2B5EF4-FFF2-40B4-BE49-F238E27FC236}">
                          <a16:creationId xmlns:a16="http://schemas.microsoft.com/office/drawing/2014/main" id="{192BE73F-CB31-44D8-B4CF-4BC64BF4B794}"/>
                        </a:ext>
                      </a:extLst>
                    </p:cNvPr>
                    <p:cNvPicPr/>
                    <p:nvPr/>
                  </p:nvPicPr>
                  <p:blipFill>
                    <a:blip r:embed="rId483"/>
                    <a:stretch>
                      <a:fillRect/>
                    </a:stretch>
                  </p:blipFill>
                  <p:spPr>
                    <a:xfrm>
                      <a:off x="3773018" y="1865895"/>
                      <a:ext cx="53280" cy="44640"/>
                    </a:xfrm>
                    <a:prstGeom prst="rect">
                      <a:avLst/>
                    </a:prstGeom>
                  </p:spPr>
                </p:pic>
              </mc:Fallback>
            </mc:AlternateContent>
            <mc:AlternateContent xmlns:mc="http://schemas.openxmlformats.org/markup-compatibility/2006" xmlns:p14="http://schemas.microsoft.com/office/powerpoint/2010/main">
              <mc:Choice Requires="p14">
                <p:contentPart p14:bwMode="auto" r:id="rId484">
                  <p14:nvContentPartPr>
                    <p14:cNvPr id="60" name="Ink 172">
                      <a:extLst>
                        <a:ext uri="{FF2B5EF4-FFF2-40B4-BE49-F238E27FC236}">
                          <a16:creationId xmlns:a16="http://schemas.microsoft.com/office/drawing/2014/main" id="{B97570F5-0839-FADB-82C0-722393A9FE4E}"/>
                        </a:ext>
                      </a:extLst>
                    </p14:cNvPr>
                    <p14:cNvContentPartPr/>
                    <p14:nvPr/>
                  </p14:nvContentPartPr>
                  <p14:xfrm>
                    <a:off x="3757178" y="1831335"/>
                    <a:ext cx="46440" cy="36360"/>
                  </p14:xfrm>
                </p:contentPart>
              </mc:Choice>
              <mc:Fallback xmlns="">
                <p:pic>
                  <p:nvPicPr>
                    <p:cNvPr id="1272" name="Ink 1271">
                      <a:extLst>
                        <a:ext uri="{FF2B5EF4-FFF2-40B4-BE49-F238E27FC236}">
                          <a16:creationId xmlns:a16="http://schemas.microsoft.com/office/drawing/2014/main" id="{AAD683A3-AE78-4472-9605-449D945E16DD}"/>
                        </a:ext>
                      </a:extLst>
                    </p:cNvPr>
                    <p:cNvPicPr/>
                    <p:nvPr/>
                  </p:nvPicPr>
                  <p:blipFill>
                    <a:blip r:embed="rId485"/>
                    <a:stretch>
                      <a:fillRect/>
                    </a:stretch>
                  </p:blipFill>
                  <p:spPr>
                    <a:xfrm>
                      <a:off x="3752858" y="1827015"/>
                      <a:ext cx="55080" cy="45000"/>
                    </a:xfrm>
                    <a:prstGeom prst="rect">
                      <a:avLst/>
                    </a:prstGeom>
                  </p:spPr>
                </p:pic>
              </mc:Fallback>
            </mc:AlternateContent>
            <mc:AlternateContent xmlns:mc="http://schemas.openxmlformats.org/markup-compatibility/2006" xmlns:p14="http://schemas.microsoft.com/office/powerpoint/2010/main">
              <mc:Choice Requires="p14">
                <p:contentPart p14:bwMode="auto" r:id="rId486">
                  <p14:nvContentPartPr>
                    <p14:cNvPr id="61" name="Ink 173">
                      <a:extLst>
                        <a:ext uri="{FF2B5EF4-FFF2-40B4-BE49-F238E27FC236}">
                          <a16:creationId xmlns:a16="http://schemas.microsoft.com/office/drawing/2014/main" id="{F05E128F-21B8-5576-5081-F13922234DCA}"/>
                        </a:ext>
                      </a:extLst>
                    </p14:cNvPr>
                    <p14:cNvContentPartPr/>
                    <p14:nvPr/>
                  </p14:nvContentPartPr>
                  <p14:xfrm>
                    <a:off x="3662748" y="1940992"/>
                    <a:ext cx="62640" cy="195120"/>
                  </p14:xfrm>
                </p:contentPart>
              </mc:Choice>
              <mc:Fallback xmlns="">
                <p:pic>
                  <p:nvPicPr>
                    <p:cNvPr id="1278" name="Ink 1277">
                      <a:extLst>
                        <a:ext uri="{FF2B5EF4-FFF2-40B4-BE49-F238E27FC236}">
                          <a16:creationId xmlns:a16="http://schemas.microsoft.com/office/drawing/2014/main" id="{359A9EEC-B1B4-4203-9F30-C325D9461056}"/>
                        </a:ext>
                      </a:extLst>
                    </p:cNvPr>
                    <p:cNvPicPr/>
                    <p:nvPr/>
                  </p:nvPicPr>
                  <p:blipFill>
                    <a:blip r:embed="rId487"/>
                    <a:stretch>
                      <a:fillRect/>
                    </a:stretch>
                  </p:blipFill>
                  <p:spPr>
                    <a:xfrm>
                      <a:off x="3658428" y="1936672"/>
                      <a:ext cx="71280" cy="203760"/>
                    </a:xfrm>
                    <a:prstGeom prst="rect">
                      <a:avLst/>
                    </a:prstGeom>
                  </p:spPr>
                </p:pic>
              </mc:Fallback>
            </mc:AlternateContent>
            <mc:AlternateContent xmlns:mc="http://schemas.openxmlformats.org/markup-compatibility/2006" xmlns:p14="http://schemas.microsoft.com/office/powerpoint/2010/main">
              <mc:Choice Requires="p14">
                <p:contentPart p14:bwMode="auto" r:id="rId488">
                  <p14:nvContentPartPr>
                    <p14:cNvPr id="62" name="Ink 174">
                      <a:extLst>
                        <a:ext uri="{FF2B5EF4-FFF2-40B4-BE49-F238E27FC236}">
                          <a16:creationId xmlns:a16="http://schemas.microsoft.com/office/drawing/2014/main" id="{F7E7BE89-75E7-4BAE-918A-79A6C8777CA0}"/>
                        </a:ext>
                      </a:extLst>
                    </p14:cNvPr>
                    <p14:cNvContentPartPr/>
                    <p14:nvPr/>
                  </p14:nvContentPartPr>
                  <p14:xfrm>
                    <a:off x="3672468" y="1931992"/>
                    <a:ext cx="59400" cy="124200"/>
                  </p14:xfrm>
                </p:contentPart>
              </mc:Choice>
              <mc:Fallback xmlns="">
                <p:pic>
                  <p:nvPicPr>
                    <p:cNvPr id="1279" name="Ink 1278">
                      <a:extLst>
                        <a:ext uri="{FF2B5EF4-FFF2-40B4-BE49-F238E27FC236}">
                          <a16:creationId xmlns:a16="http://schemas.microsoft.com/office/drawing/2014/main" id="{F2A52ED4-452C-465C-9C5D-D340B6C8917D}"/>
                        </a:ext>
                      </a:extLst>
                    </p:cNvPr>
                    <p:cNvPicPr/>
                    <p:nvPr/>
                  </p:nvPicPr>
                  <p:blipFill>
                    <a:blip r:embed="rId489"/>
                    <a:stretch>
                      <a:fillRect/>
                    </a:stretch>
                  </p:blipFill>
                  <p:spPr>
                    <a:xfrm>
                      <a:off x="3668148" y="1927672"/>
                      <a:ext cx="68040" cy="132840"/>
                    </a:xfrm>
                    <a:prstGeom prst="rect">
                      <a:avLst/>
                    </a:prstGeom>
                  </p:spPr>
                </p:pic>
              </mc:Fallback>
            </mc:AlternateContent>
            <mc:AlternateContent xmlns:mc="http://schemas.openxmlformats.org/markup-compatibility/2006" xmlns:p14="http://schemas.microsoft.com/office/powerpoint/2010/main">
              <mc:Choice Requires="p14">
                <p:contentPart p14:bwMode="auto" r:id="rId490">
                  <p14:nvContentPartPr>
                    <p14:cNvPr id="63" name="Ink 175">
                      <a:extLst>
                        <a:ext uri="{FF2B5EF4-FFF2-40B4-BE49-F238E27FC236}">
                          <a16:creationId xmlns:a16="http://schemas.microsoft.com/office/drawing/2014/main" id="{CC2C7DE0-00C8-3F92-4DE2-63A31ED517B1}"/>
                        </a:ext>
                      </a:extLst>
                    </p14:cNvPr>
                    <p14:cNvContentPartPr/>
                    <p14:nvPr/>
                  </p14:nvContentPartPr>
                  <p14:xfrm>
                    <a:off x="3577068" y="1930912"/>
                    <a:ext cx="63720" cy="209160"/>
                  </p14:xfrm>
                </p:contentPart>
              </mc:Choice>
              <mc:Fallback xmlns="">
                <p:pic>
                  <p:nvPicPr>
                    <p:cNvPr id="1281" name="Ink 1280">
                      <a:extLst>
                        <a:ext uri="{FF2B5EF4-FFF2-40B4-BE49-F238E27FC236}">
                          <a16:creationId xmlns:a16="http://schemas.microsoft.com/office/drawing/2014/main" id="{7A75B9B2-65C2-4888-9F0D-8AFD0C44724B}"/>
                        </a:ext>
                      </a:extLst>
                    </p:cNvPr>
                    <p:cNvPicPr/>
                    <p:nvPr/>
                  </p:nvPicPr>
                  <p:blipFill>
                    <a:blip r:embed="rId491"/>
                    <a:stretch>
                      <a:fillRect/>
                    </a:stretch>
                  </p:blipFill>
                  <p:spPr>
                    <a:xfrm>
                      <a:off x="3572748" y="1926592"/>
                      <a:ext cx="72360" cy="217800"/>
                    </a:xfrm>
                    <a:prstGeom prst="rect">
                      <a:avLst/>
                    </a:prstGeom>
                  </p:spPr>
                </p:pic>
              </mc:Fallback>
            </mc:AlternateContent>
            <mc:AlternateContent xmlns:mc="http://schemas.openxmlformats.org/markup-compatibility/2006" xmlns:p14="http://schemas.microsoft.com/office/powerpoint/2010/main">
              <mc:Choice Requires="p14">
                <p:contentPart p14:bwMode="auto" r:id="rId492">
                  <p14:nvContentPartPr>
                    <p14:cNvPr id="64" name="Ink 176">
                      <a:extLst>
                        <a:ext uri="{FF2B5EF4-FFF2-40B4-BE49-F238E27FC236}">
                          <a16:creationId xmlns:a16="http://schemas.microsoft.com/office/drawing/2014/main" id="{7EB31AF2-48B9-E27D-20AA-26094381AC45}"/>
                        </a:ext>
                      </a:extLst>
                    </p14:cNvPr>
                    <p14:cNvContentPartPr/>
                    <p14:nvPr/>
                  </p14:nvContentPartPr>
                  <p14:xfrm>
                    <a:off x="3561228" y="1928752"/>
                    <a:ext cx="60120" cy="129960"/>
                  </p14:xfrm>
                </p:contentPart>
              </mc:Choice>
              <mc:Fallback xmlns="">
                <p:pic>
                  <p:nvPicPr>
                    <p:cNvPr id="1282" name="Ink 1281">
                      <a:extLst>
                        <a:ext uri="{FF2B5EF4-FFF2-40B4-BE49-F238E27FC236}">
                          <a16:creationId xmlns:a16="http://schemas.microsoft.com/office/drawing/2014/main" id="{A226A604-F8FE-4AEB-BF79-F148DF9286F1}"/>
                        </a:ext>
                      </a:extLst>
                    </p:cNvPr>
                    <p:cNvPicPr/>
                    <p:nvPr/>
                  </p:nvPicPr>
                  <p:blipFill>
                    <a:blip r:embed="rId493"/>
                    <a:stretch>
                      <a:fillRect/>
                    </a:stretch>
                  </p:blipFill>
                  <p:spPr>
                    <a:xfrm>
                      <a:off x="3556908" y="1924432"/>
                      <a:ext cx="68760" cy="138600"/>
                    </a:xfrm>
                    <a:prstGeom prst="rect">
                      <a:avLst/>
                    </a:prstGeom>
                  </p:spPr>
                </p:pic>
              </mc:Fallback>
            </mc:AlternateContent>
            <mc:AlternateContent xmlns:mc="http://schemas.openxmlformats.org/markup-compatibility/2006" xmlns:p14="http://schemas.microsoft.com/office/powerpoint/2010/main">
              <mc:Choice Requires="p14">
                <p:contentPart p14:bwMode="auto" r:id="rId494">
                  <p14:nvContentPartPr>
                    <p14:cNvPr id="65" name="Ink 177">
                      <a:extLst>
                        <a:ext uri="{FF2B5EF4-FFF2-40B4-BE49-F238E27FC236}">
                          <a16:creationId xmlns:a16="http://schemas.microsoft.com/office/drawing/2014/main" id="{1BBFBF78-9C89-0053-18E9-4C3249826535}"/>
                        </a:ext>
                      </a:extLst>
                    </p14:cNvPr>
                    <p14:cNvContentPartPr/>
                    <p14:nvPr/>
                  </p14:nvContentPartPr>
                  <p14:xfrm>
                    <a:off x="3673188" y="2036032"/>
                    <a:ext cx="44280" cy="95040"/>
                  </p14:xfrm>
                </p:contentPart>
              </mc:Choice>
              <mc:Fallback xmlns="">
                <p:pic>
                  <p:nvPicPr>
                    <p:cNvPr id="1287" name="Ink 1286">
                      <a:extLst>
                        <a:ext uri="{FF2B5EF4-FFF2-40B4-BE49-F238E27FC236}">
                          <a16:creationId xmlns:a16="http://schemas.microsoft.com/office/drawing/2014/main" id="{1B417559-3307-47FB-811C-2A5F7DD68DE3}"/>
                        </a:ext>
                      </a:extLst>
                    </p:cNvPr>
                    <p:cNvPicPr/>
                    <p:nvPr/>
                  </p:nvPicPr>
                  <p:blipFill>
                    <a:blip r:embed="rId495"/>
                    <a:stretch>
                      <a:fillRect/>
                    </a:stretch>
                  </p:blipFill>
                  <p:spPr>
                    <a:xfrm>
                      <a:off x="3668868" y="2031712"/>
                      <a:ext cx="52920" cy="103680"/>
                    </a:xfrm>
                    <a:prstGeom prst="rect">
                      <a:avLst/>
                    </a:prstGeom>
                  </p:spPr>
                </p:pic>
              </mc:Fallback>
            </mc:AlternateContent>
            <mc:AlternateContent xmlns:mc="http://schemas.openxmlformats.org/markup-compatibility/2006" xmlns:p14="http://schemas.microsoft.com/office/powerpoint/2010/main">
              <mc:Choice Requires="p14">
                <p:contentPart p14:bwMode="auto" r:id="rId496">
                  <p14:nvContentPartPr>
                    <p14:cNvPr id="66" name="Ink 178">
                      <a:extLst>
                        <a:ext uri="{FF2B5EF4-FFF2-40B4-BE49-F238E27FC236}">
                          <a16:creationId xmlns:a16="http://schemas.microsoft.com/office/drawing/2014/main" id="{DC974E85-7EFB-D8DC-D88D-DF49AA445B50}"/>
                        </a:ext>
                      </a:extLst>
                    </p14:cNvPr>
                    <p14:cNvContentPartPr/>
                    <p14:nvPr/>
                  </p14:nvContentPartPr>
                  <p14:xfrm>
                    <a:off x="3572028" y="1936312"/>
                    <a:ext cx="67320" cy="200520"/>
                  </p14:xfrm>
                </p:contentPart>
              </mc:Choice>
              <mc:Fallback xmlns="">
                <p:pic>
                  <p:nvPicPr>
                    <p:cNvPr id="1294" name="Ink 1293">
                      <a:extLst>
                        <a:ext uri="{FF2B5EF4-FFF2-40B4-BE49-F238E27FC236}">
                          <a16:creationId xmlns:a16="http://schemas.microsoft.com/office/drawing/2014/main" id="{C447843E-3350-4309-8303-7118A011FD54}"/>
                        </a:ext>
                      </a:extLst>
                    </p:cNvPr>
                    <p:cNvPicPr/>
                    <p:nvPr/>
                  </p:nvPicPr>
                  <p:blipFill>
                    <a:blip r:embed="rId497"/>
                    <a:stretch>
                      <a:fillRect/>
                    </a:stretch>
                  </p:blipFill>
                  <p:spPr>
                    <a:xfrm>
                      <a:off x="3567708" y="1931992"/>
                      <a:ext cx="75960" cy="209160"/>
                    </a:xfrm>
                    <a:prstGeom prst="rect">
                      <a:avLst/>
                    </a:prstGeom>
                  </p:spPr>
                </p:pic>
              </mc:Fallback>
            </mc:AlternateContent>
            <mc:AlternateContent xmlns:mc="http://schemas.openxmlformats.org/markup-compatibility/2006" xmlns:p14="http://schemas.microsoft.com/office/powerpoint/2010/main">
              <mc:Choice Requires="p14">
                <p:contentPart p14:bwMode="auto" r:id="rId498">
                  <p14:nvContentPartPr>
                    <p14:cNvPr id="67" name="Ink 179">
                      <a:extLst>
                        <a:ext uri="{FF2B5EF4-FFF2-40B4-BE49-F238E27FC236}">
                          <a16:creationId xmlns:a16="http://schemas.microsoft.com/office/drawing/2014/main" id="{1A5BE88A-2706-707C-2B7E-428D72A1FAD4}"/>
                        </a:ext>
                      </a:extLst>
                    </p14:cNvPr>
                    <p14:cNvContentPartPr/>
                    <p14:nvPr/>
                  </p14:nvContentPartPr>
                  <p14:xfrm>
                    <a:off x="3725748" y="2038912"/>
                    <a:ext cx="5400" cy="39960"/>
                  </p14:xfrm>
                </p:contentPart>
              </mc:Choice>
              <mc:Fallback xmlns="">
                <p:pic>
                  <p:nvPicPr>
                    <p:cNvPr id="1301" name="Ink 1300">
                      <a:extLst>
                        <a:ext uri="{FF2B5EF4-FFF2-40B4-BE49-F238E27FC236}">
                          <a16:creationId xmlns:a16="http://schemas.microsoft.com/office/drawing/2014/main" id="{57778227-E433-4F1A-839F-38968EA303F0}"/>
                        </a:ext>
                      </a:extLst>
                    </p:cNvPr>
                    <p:cNvPicPr/>
                    <p:nvPr/>
                  </p:nvPicPr>
                  <p:blipFill>
                    <a:blip r:embed="rId499"/>
                    <a:stretch>
                      <a:fillRect/>
                    </a:stretch>
                  </p:blipFill>
                  <p:spPr>
                    <a:xfrm>
                      <a:off x="3721428" y="2034592"/>
                      <a:ext cx="14040" cy="48600"/>
                    </a:xfrm>
                    <a:prstGeom prst="rect">
                      <a:avLst/>
                    </a:prstGeom>
                  </p:spPr>
                </p:pic>
              </mc:Fallback>
            </mc:AlternateContent>
            <mc:AlternateContent xmlns:mc="http://schemas.openxmlformats.org/markup-compatibility/2006" xmlns:p14="http://schemas.microsoft.com/office/powerpoint/2010/main">
              <mc:Choice Requires="p14">
                <p:contentPart p14:bwMode="auto" r:id="rId500">
                  <p14:nvContentPartPr>
                    <p14:cNvPr id="68" name="Ink 180">
                      <a:extLst>
                        <a:ext uri="{FF2B5EF4-FFF2-40B4-BE49-F238E27FC236}">
                          <a16:creationId xmlns:a16="http://schemas.microsoft.com/office/drawing/2014/main" id="{6CE665B4-E5E8-F33D-FC90-AC40F460F28F}"/>
                        </a:ext>
                      </a:extLst>
                    </p14:cNvPr>
                    <p14:cNvContentPartPr/>
                    <p14:nvPr/>
                  </p14:nvContentPartPr>
                  <p14:xfrm>
                    <a:off x="3726828" y="2015512"/>
                    <a:ext cx="6840" cy="60840"/>
                  </p14:xfrm>
                </p:contentPart>
              </mc:Choice>
              <mc:Fallback xmlns="">
                <p:pic>
                  <p:nvPicPr>
                    <p:cNvPr id="1305" name="Ink 1304">
                      <a:extLst>
                        <a:ext uri="{FF2B5EF4-FFF2-40B4-BE49-F238E27FC236}">
                          <a16:creationId xmlns:a16="http://schemas.microsoft.com/office/drawing/2014/main" id="{2950FDCE-9B9C-4A5C-A584-5AAE4A4B2805}"/>
                        </a:ext>
                      </a:extLst>
                    </p:cNvPr>
                    <p:cNvPicPr/>
                    <p:nvPr/>
                  </p:nvPicPr>
                  <p:blipFill>
                    <a:blip r:embed="rId501"/>
                    <a:stretch>
                      <a:fillRect/>
                    </a:stretch>
                  </p:blipFill>
                  <p:spPr>
                    <a:xfrm>
                      <a:off x="3722508" y="2011192"/>
                      <a:ext cx="15480" cy="69480"/>
                    </a:xfrm>
                    <a:prstGeom prst="rect">
                      <a:avLst/>
                    </a:prstGeom>
                  </p:spPr>
                </p:pic>
              </mc:Fallback>
            </mc:AlternateContent>
            <mc:AlternateContent xmlns:mc="http://schemas.openxmlformats.org/markup-compatibility/2006" xmlns:p14="http://schemas.microsoft.com/office/powerpoint/2010/main">
              <mc:Choice Requires="p14">
                <p:contentPart p14:bwMode="auto" r:id="rId502">
                  <p14:nvContentPartPr>
                    <p14:cNvPr id="69" name="Ink 181">
                      <a:extLst>
                        <a:ext uri="{FF2B5EF4-FFF2-40B4-BE49-F238E27FC236}">
                          <a16:creationId xmlns:a16="http://schemas.microsoft.com/office/drawing/2014/main" id="{46A7C803-F257-07D6-293C-E9A6E2A7F4E5}"/>
                        </a:ext>
                      </a:extLst>
                    </p14:cNvPr>
                    <p14:cNvContentPartPr/>
                    <p14:nvPr/>
                  </p14:nvContentPartPr>
                  <p14:xfrm>
                    <a:off x="3557988" y="1939192"/>
                    <a:ext cx="63360" cy="114480"/>
                  </p14:xfrm>
                </p:contentPart>
              </mc:Choice>
              <mc:Fallback xmlns="">
                <p:pic>
                  <p:nvPicPr>
                    <p:cNvPr id="1370" name="Ink 1369">
                      <a:extLst>
                        <a:ext uri="{FF2B5EF4-FFF2-40B4-BE49-F238E27FC236}">
                          <a16:creationId xmlns:a16="http://schemas.microsoft.com/office/drawing/2014/main" id="{18251AAA-7D0D-4F7E-9AAB-54D6103F37B1}"/>
                        </a:ext>
                      </a:extLst>
                    </p:cNvPr>
                    <p:cNvPicPr/>
                    <p:nvPr/>
                  </p:nvPicPr>
                  <p:blipFill>
                    <a:blip r:embed="rId503"/>
                    <a:stretch>
                      <a:fillRect/>
                    </a:stretch>
                  </p:blipFill>
                  <p:spPr>
                    <a:xfrm>
                      <a:off x="3553668" y="1934872"/>
                      <a:ext cx="72000" cy="123120"/>
                    </a:xfrm>
                    <a:prstGeom prst="rect">
                      <a:avLst/>
                    </a:prstGeom>
                  </p:spPr>
                </p:pic>
              </mc:Fallback>
            </mc:AlternateContent>
            <mc:AlternateContent xmlns:mc="http://schemas.openxmlformats.org/markup-compatibility/2006" xmlns:p14="http://schemas.microsoft.com/office/powerpoint/2010/main">
              <mc:Choice Requires="p14">
                <p:contentPart p14:bwMode="auto" r:id="rId504">
                  <p14:nvContentPartPr>
                    <p14:cNvPr id="70" name="Ink 182">
                      <a:extLst>
                        <a:ext uri="{FF2B5EF4-FFF2-40B4-BE49-F238E27FC236}">
                          <a16:creationId xmlns:a16="http://schemas.microsoft.com/office/drawing/2014/main" id="{E583BD51-474F-F5CE-C063-69505CA22AE5}"/>
                        </a:ext>
                      </a:extLst>
                    </p14:cNvPr>
                    <p14:cNvContentPartPr/>
                    <p14:nvPr/>
                  </p14:nvContentPartPr>
                  <p14:xfrm>
                    <a:off x="3801708" y="1867192"/>
                    <a:ext cx="23760" cy="45360"/>
                  </p14:xfrm>
                </p:contentPart>
              </mc:Choice>
              <mc:Fallback xmlns="">
                <p:pic>
                  <p:nvPicPr>
                    <p:cNvPr id="1384" name="Ink 1383">
                      <a:extLst>
                        <a:ext uri="{FF2B5EF4-FFF2-40B4-BE49-F238E27FC236}">
                          <a16:creationId xmlns:a16="http://schemas.microsoft.com/office/drawing/2014/main" id="{3CBE62B1-234C-40F7-B41F-DA8B7FCB0E56}"/>
                        </a:ext>
                      </a:extLst>
                    </p:cNvPr>
                    <p:cNvPicPr/>
                    <p:nvPr/>
                  </p:nvPicPr>
                  <p:blipFill>
                    <a:blip r:embed="rId505"/>
                    <a:stretch>
                      <a:fillRect/>
                    </a:stretch>
                  </p:blipFill>
                  <p:spPr>
                    <a:xfrm>
                      <a:off x="3797388" y="1862872"/>
                      <a:ext cx="32400" cy="54000"/>
                    </a:xfrm>
                    <a:prstGeom prst="rect">
                      <a:avLst/>
                    </a:prstGeom>
                  </p:spPr>
                </p:pic>
              </mc:Fallback>
            </mc:AlternateContent>
          </p:grpSp>
        </p:grpSp>
        <p:grpSp>
          <p:nvGrpSpPr>
            <p:cNvPr id="9" name="Group 183">
              <a:extLst>
                <a:ext uri="{FF2B5EF4-FFF2-40B4-BE49-F238E27FC236}">
                  <a16:creationId xmlns:a16="http://schemas.microsoft.com/office/drawing/2014/main" id="{3D1B926C-CF24-2A91-CB76-B480DB710460}"/>
                </a:ext>
              </a:extLst>
            </p:cNvPr>
            <p:cNvGrpSpPr/>
            <p:nvPr/>
          </p:nvGrpSpPr>
          <p:grpSpPr>
            <a:xfrm rot="16200000">
              <a:off x="6927356" y="7630738"/>
              <a:ext cx="504761" cy="699549"/>
              <a:chOff x="3476018" y="1655769"/>
              <a:chExt cx="349450" cy="484303"/>
            </a:xfrm>
          </p:grpSpPr>
          <p:sp>
            <p:nvSpPr>
              <p:cNvPr id="31" name="Flowchart: Delay 184">
                <a:extLst>
                  <a:ext uri="{FF2B5EF4-FFF2-40B4-BE49-F238E27FC236}">
                    <a16:creationId xmlns:a16="http://schemas.microsoft.com/office/drawing/2014/main" id="{7A60D4DD-AB79-C2C5-5B15-BC4806B81D17}"/>
                  </a:ext>
                </a:extLst>
              </p:cNvPr>
              <p:cNvSpPr/>
              <p:nvPr/>
            </p:nvSpPr>
            <p:spPr>
              <a:xfrm rot="16200000">
                <a:off x="3518739" y="1694930"/>
                <a:ext cx="273165" cy="194844"/>
              </a:xfrm>
              <a:prstGeom prst="flowChartDelay">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mc:AlternateContent xmlns:mc="http://schemas.openxmlformats.org/markup-compatibility/2006" xmlns:p14="http://schemas.microsoft.com/office/powerpoint/2010/main">
            <mc:Choice Requires="p14">
              <p:contentPart p14:bwMode="auto" r:id="rId506">
                <p14:nvContentPartPr>
                  <p14:cNvPr id="32" name="Ink 185">
                    <a:extLst>
                      <a:ext uri="{FF2B5EF4-FFF2-40B4-BE49-F238E27FC236}">
                        <a16:creationId xmlns:a16="http://schemas.microsoft.com/office/drawing/2014/main" id="{6F8915BF-7B6A-7FE1-3135-30711A95C6DE}"/>
                      </a:ext>
                    </a:extLst>
                  </p14:cNvPr>
                  <p14:cNvContentPartPr/>
                  <p14:nvPr/>
                </p14:nvContentPartPr>
                <p14:xfrm>
                  <a:off x="3563025" y="1801595"/>
                  <a:ext cx="177480" cy="94680"/>
                </p14:xfrm>
              </p:contentPart>
            </mc:Choice>
            <mc:Fallback xmlns="">
              <p:pic>
                <p:nvPicPr>
                  <p:cNvPr id="1264" name="Ink 1263">
                    <a:extLst>
                      <a:ext uri="{FF2B5EF4-FFF2-40B4-BE49-F238E27FC236}">
                        <a16:creationId xmlns:a16="http://schemas.microsoft.com/office/drawing/2014/main" id="{60297DF2-3A12-43CF-9DFE-4BF44F9F9C46}"/>
                      </a:ext>
                    </a:extLst>
                  </p:cNvPr>
                  <p:cNvPicPr/>
                  <p:nvPr/>
                </p:nvPicPr>
                <p:blipFill>
                  <a:blip r:embed="rId477"/>
                  <a:stretch>
                    <a:fillRect/>
                  </a:stretch>
                </p:blipFill>
                <p:spPr>
                  <a:xfrm>
                    <a:off x="3558705" y="1797275"/>
                    <a:ext cx="186120" cy="103320"/>
                  </a:xfrm>
                  <a:prstGeom prst="rect">
                    <a:avLst/>
                  </a:prstGeom>
                </p:spPr>
              </p:pic>
            </mc:Fallback>
          </mc:AlternateContent>
          <mc:AlternateContent xmlns:mc="http://schemas.openxmlformats.org/markup-compatibility/2006" xmlns:p14="http://schemas.microsoft.com/office/powerpoint/2010/main">
            <mc:Choice Requires="p14">
              <p:contentPart p14:bwMode="auto" r:id="rId507">
                <p14:nvContentPartPr>
                  <p14:cNvPr id="33" name="Ink 186">
                    <a:extLst>
                      <a:ext uri="{FF2B5EF4-FFF2-40B4-BE49-F238E27FC236}">
                        <a16:creationId xmlns:a16="http://schemas.microsoft.com/office/drawing/2014/main" id="{1CF88931-3FF5-AA49-C677-F91FE723AEC7}"/>
                      </a:ext>
                    </a:extLst>
                  </p14:cNvPr>
                  <p14:cNvContentPartPr/>
                  <p14:nvPr/>
                </p14:nvContentPartPr>
                <p14:xfrm>
                  <a:off x="3703200" y="1798268"/>
                  <a:ext cx="52920" cy="8280"/>
                </p14:xfrm>
              </p:contentPart>
            </mc:Choice>
            <mc:Fallback xmlns="">
              <p:pic>
                <p:nvPicPr>
                  <p:cNvPr id="1275" name="Ink 1274">
                    <a:extLst>
                      <a:ext uri="{FF2B5EF4-FFF2-40B4-BE49-F238E27FC236}">
                        <a16:creationId xmlns:a16="http://schemas.microsoft.com/office/drawing/2014/main" id="{7A7E6207-5D59-4BFC-A67C-DAF5BD9EBD00}"/>
                      </a:ext>
                    </a:extLst>
                  </p:cNvPr>
                  <p:cNvPicPr/>
                  <p:nvPr/>
                </p:nvPicPr>
                <p:blipFill>
                  <a:blip r:embed="rId479"/>
                  <a:stretch>
                    <a:fillRect/>
                  </a:stretch>
                </p:blipFill>
                <p:spPr>
                  <a:xfrm>
                    <a:off x="3698880" y="1793948"/>
                    <a:ext cx="61560" cy="16920"/>
                  </a:xfrm>
                  <a:prstGeom prst="rect">
                    <a:avLst/>
                  </a:prstGeom>
                </p:spPr>
              </p:pic>
            </mc:Fallback>
          </mc:AlternateContent>
          <p:sp>
            <p:nvSpPr>
              <p:cNvPr id="34" name="Oval 187">
                <a:extLst>
                  <a:ext uri="{FF2B5EF4-FFF2-40B4-BE49-F238E27FC236}">
                    <a16:creationId xmlns:a16="http://schemas.microsoft.com/office/drawing/2014/main" id="{5F8ABD21-9E38-87B4-C2DC-8150545094EA}"/>
                  </a:ext>
                </a:extLst>
              </p:cNvPr>
              <p:cNvSpPr/>
              <p:nvPr/>
            </p:nvSpPr>
            <p:spPr>
              <a:xfrm>
                <a:off x="3614458" y="1703767"/>
                <a:ext cx="74613" cy="74234"/>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35" name="Oval 188">
                <a:extLst>
                  <a:ext uri="{FF2B5EF4-FFF2-40B4-BE49-F238E27FC236}">
                    <a16:creationId xmlns:a16="http://schemas.microsoft.com/office/drawing/2014/main" id="{65F66C85-CB0B-67B8-D8BF-4C8E47B0D592}"/>
                  </a:ext>
                </a:extLst>
              </p:cNvPr>
              <p:cNvSpPr/>
              <p:nvPr/>
            </p:nvSpPr>
            <p:spPr>
              <a:xfrm>
                <a:off x="3629614" y="1718024"/>
                <a:ext cx="45719" cy="45719"/>
              </a:xfrm>
              <a:prstGeom prst="ellipse">
                <a:avLst/>
              </a:prstGeom>
              <a:no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grpSp>
            <p:nvGrpSpPr>
              <p:cNvPr id="36" name="Group 189">
                <a:extLst>
                  <a:ext uri="{FF2B5EF4-FFF2-40B4-BE49-F238E27FC236}">
                    <a16:creationId xmlns:a16="http://schemas.microsoft.com/office/drawing/2014/main" id="{A008C3F2-1C2D-C4CC-019F-D4AB9496A4B5}"/>
                  </a:ext>
                </a:extLst>
              </p:cNvPr>
              <p:cNvGrpSpPr/>
              <p:nvPr/>
            </p:nvGrpSpPr>
            <p:grpSpPr>
              <a:xfrm>
                <a:off x="3476018" y="1823415"/>
                <a:ext cx="349450" cy="316657"/>
                <a:chOff x="3476018" y="1823415"/>
                <a:chExt cx="349450" cy="316657"/>
              </a:xfrm>
            </p:grpSpPr>
            <mc:AlternateContent xmlns:mc="http://schemas.openxmlformats.org/markup-compatibility/2006" xmlns:p14="http://schemas.microsoft.com/office/powerpoint/2010/main">
              <mc:Choice Requires="p14">
                <p:contentPart p14:bwMode="auto" r:id="rId508">
                  <p14:nvContentPartPr>
                    <p14:cNvPr id="37" name="Ink 190">
                      <a:extLst>
                        <a:ext uri="{FF2B5EF4-FFF2-40B4-BE49-F238E27FC236}">
                          <a16:creationId xmlns:a16="http://schemas.microsoft.com/office/drawing/2014/main" id="{55C0DFBF-E9D2-2A58-8FB3-E26436984404}"/>
                        </a:ext>
                      </a:extLst>
                    </p14:cNvPr>
                    <p14:cNvContentPartPr/>
                    <p14:nvPr/>
                  </p14:nvContentPartPr>
                  <p14:xfrm>
                    <a:off x="3476018" y="1873095"/>
                    <a:ext cx="45720" cy="30600"/>
                  </p14:xfrm>
                </p:contentPart>
              </mc:Choice>
              <mc:Fallback xmlns="">
                <p:pic>
                  <p:nvPicPr>
                    <p:cNvPr id="1265" name="Ink 1264">
                      <a:extLst>
                        <a:ext uri="{FF2B5EF4-FFF2-40B4-BE49-F238E27FC236}">
                          <a16:creationId xmlns:a16="http://schemas.microsoft.com/office/drawing/2014/main" id="{F66C41A6-1647-45D6-BC1A-FBEA1F5A5C76}"/>
                        </a:ext>
                      </a:extLst>
                    </p:cNvPr>
                    <p:cNvPicPr/>
                    <p:nvPr/>
                  </p:nvPicPr>
                  <p:blipFill>
                    <a:blip r:embed="rId10"/>
                    <a:stretch>
                      <a:fillRect/>
                    </a:stretch>
                  </p:blipFill>
                  <p:spPr>
                    <a:xfrm>
                      <a:off x="3471698" y="1868775"/>
                      <a:ext cx="54360" cy="39240"/>
                    </a:xfrm>
                    <a:prstGeom prst="rect">
                      <a:avLst/>
                    </a:prstGeom>
                  </p:spPr>
                </p:pic>
              </mc:Fallback>
            </mc:AlternateContent>
            <mc:AlternateContent xmlns:mc="http://schemas.openxmlformats.org/markup-compatibility/2006" xmlns:p14="http://schemas.microsoft.com/office/powerpoint/2010/main">
              <mc:Choice Requires="p14">
                <p:contentPart p14:bwMode="auto" r:id="rId509">
                  <p14:nvContentPartPr>
                    <p14:cNvPr id="38" name="Ink 191">
                      <a:extLst>
                        <a:ext uri="{FF2B5EF4-FFF2-40B4-BE49-F238E27FC236}">
                          <a16:creationId xmlns:a16="http://schemas.microsoft.com/office/drawing/2014/main" id="{33E8B822-6324-3FD7-E493-302CC74A61E7}"/>
                        </a:ext>
                      </a:extLst>
                    </p14:cNvPr>
                    <p14:cNvContentPartPr/>
                    <p14:nvPr/>
                  </p14:nvContentPartPr>
                  <p14:xfrm>
                    <a:off x="3494738" y="1823415"/>
                    <a:ext cx="54720" cy="43200"/>
                  </p14:xfrm>
                </p:contentPart>
              </mc:Choice>
              <mc:Fallback xmlns="">
                <p:pic>
                  <p:nvPicPr>
                    <p:cNvPr id="1266" name="Ink 1265">
                      <a:extLst>
                        <a:ext uri="{FF2B5EF4-FFF2-40B4-BE49-F238E27FC236}">
                          <a16:creationId xmlns:a16="http://schemas.microsoft.com/office/drawing/2014/main" id="{A00FEEE7-3705-450B-AE50-BBDD90B461D3}"/>
                        </a:ext>
                      </a:extLst>
                    </p:cNvPr>
                    <p:cNvPicPr/>
                    <p:nvPr/>
                  </p:nvPicPr>
                  <p:blipFill>
                    <a:blip r:embed="rId12"/>
                    <a:stretch>
                      <a:fillRect/>
                    </a:stretch>
                  </p:blipFill>
                  <p:spPr>
                    <a:xfrm>
                      <a:off x="3490418" y="1819095"/>
                      <a:ext cx="63360" cy="51840"/>
                    </a:xfrm>
                    <a:prstGeom prst="rect">
                      <a:avLst/>
                    </a:prstGeom>
                  </p:spPr>
                </p:pic>
              </mc:Fallback>
            </mc:AlternateContent>
            <mc:AlternateContent xmlns:mc="http://schemas.openxmlformats.org/markup-compatibility/2006" xmlns:p14="http://schemas.microsoft.com/office/powerpoint/2010/main">
              <mc:Choice Requires="p14">
                <p:contentPart p14:bwMode="auto" r:id="rId510">
                  <p14:nvContentPartPr>
                    <p14:cNvPr id="39" name="Ink 192">
                      <a:extLst>
                        <a:ext uri="{FF2B5EF4-FFF2-40B4-BE49-F238E27FC236}">
                          <a16:creationId xmlns:a16="http://schemas.microsoft.com/office/drawing/2014/main" id="{C9ED1D6B-BC20-0746-C93B-280EFF3D39F5}"/>
                        </a:ext>
                      </a:extLst>
                    </p14:cNvPr>
                    <p14:cNvContentPartPr/>
                    <p14:nvPr/>
                  </p14:nvContentPartPr>
                  <p14:xfrm>
                    <a:off x="3777338" y="1870215"/>
                    <a:ext cx="44640" cy="36000"/>
                  </p14:xfrm>
                </p:contentPart>
              </mc:Choice>
              <mc:Fallback xmlns="">
                <p:pic>
                  <p:nvPicPr>
                    <p:cNvPr id="1271" name="Ink 1270">
                      <a:extLst>
                        <a:ext uri="{FF2B5EF4-FFF2-40B4-BE49-F238E27FC236}">
                          <a16:creationId xmlns:a16="http://schemas.microsoft.com/office/drawing/2014/main" id="{192BE73F-CB31-44D8-B4CF-4BC64BF4B794}"/>
                        </a:ext>
                      </a:extLst>
                    </p:cNvPr>
                    <p:cNvPicPr/>
                    <p:nvPr/>
                  </p:nvPicPr>
                  <p:blipFill>
                    <a:blip r:embed="rId483"/>
                    <a:stretch>
                      <a:fillRect/>
                    </a:stretch>
                  </p:blipFill>
                  <p:spPr>
                    <a:xfrm>
                      <a:off x="3773018" y="1865895"/>
                      <a:ext cx="53280" cy="44640"/>
                    </a:xfrm>
                    <a:prstGeom prst="rect">
                      <a:avLst/>
                    </a:prstGeom>
                  </p:spPr>
                </p:pic>
              </mc:Fallback>
            </mc:AlternateContent>
            <mc:AlternateContent xmlns:mc="http://schemas.openxmlformats.org/markup-compatibility/2006" xmlns:p14="http://schemas.microsoft.com/office/powerpoint/2010/main">
              <mc:Choice Requires="p14">
                <p:contentPart p14:bwMode="auto" r:id="rId511">
                  <p14:nvContentPartPr>
                    <p14:cNvPr id="40" name="Ink 193">
                      <a:extLst>
                        <a:ext uri="{FF2B5EF4-FFF2-40B4-BE49-F238E27FC236}">
                          <a16:creationId xmlns:a16="http://schemas.microsoft.com/office/drawing/2014/main" id="{E49C8ECD-9315-02D1-7C67-4E700A752772}"/>
                        </a:ext>
                      </a:extLst>
                    </p14:cNvPr>
                    <p14:cNvContentPartPr/>
                    <p14:nvPr/>
                  </p14:nvContentPartPr>
                  <p14:xfrm>
                    <a:off x="3757178" y="1831335"/>
                    <a:ext cx="46440" cy="36360"/>
                  </p14:xfrm>
                </p:contentPart>
              </mc:Choice>
              <mc:Fallback xmlns="">
                <p:pic>
                  <p:nvPicPr>
                    <p:cNvPr id="1272" name="Ink 1271">
                      <a:extLst>
                        <a:ext uri="{FF2B5EF4-FFF2-40B4-BE49-F238E27FC236}">
                          <a16:creationId xmlns:a16="http://schemas.microsoft.com/office/drawing/2014/main" id="{AAD683A3-AE78-4472-9605-449D945E16DD}"/>
                        </a:ext>
                      </a:extLst>
                    </p:cNvPr>
                    <p:cNvPicPr/>
                    <p:nvPr/>
                  </p:nvPicPr>
                  <p:blipFill>
                    <a:blip r:embed="rId485"/>
                    <a:stretch>
                      <a:fillRect/>
                    </a:stretch>
                  </p:blipFill>
                  <p:spPr>
                    <a:xfrm>
                      <a:off x="3752858" y="1827015"/>
                      <a:ext cx="55080" cy="45000"/>
                    </a:xfrm>
                    <a:prstGeom prst="rect">
                      <a:avLst/>
                    </a:prstGeom>
                  </p:spPr>
                </p:pic>
              </mc:Fallback>
            </mc:AlternateContent>
            <mc:AlternateContent xmlns:mc="http://schemas.openxmlformats.org/markup-compatibility/2006" xmlns:p14="http://schemas.microsoft.com/office/powerpoint/2010/main">
              <mc:Choice Requires="p14">
                <p:contentPart p14:bwMode="auto" r:id="rId512">
                  <p14:nvContentPartPr>
                    <p14:cNvPr id="41" name="Ink 194">
                      <a:extLst>
                        <a:ext uri="{FF2B5EF4-FFF2-40B4-BE49-F238E27FC236}">
                          <a16:creationId xmlns:a16="http://schemas.microsoft.com/office/drawing/2014/main" id="{27221C61-D758-E5B7-1A5D-9532E0A241B9}"/>
                        </a:ext>
                      </a:extLst>
                    </p14:cNvPr>
                    <p14:cNvContentPartPr/>
                    <p14:nvPr/>
                  </p14:nvContentPartPr>
                  <p14:xfrm>
                    <a:off x="3662748" y="1940992"/>
                    <a:ext cx="62640" cy="195120"/>
                  </p14:xfrm>
                </p:contentPart>
              </mc:Choice>
              <mc:Fallback xmlns="">
                <p:pic>
                  <p:nvPicPr>
                    <p:cNvPr id="1278" name="Ink 1277">
                      <a:extLst>
                        <a:ext uri="{FF2B5EF4-FFF2-40B4-BE49-F238E27FC236}">
                          <a16:creationId xmlns:a16="http://schemas.microsoft.com/office/drawing/2014/main" id="{359A9EEC-B1B4-4203-9F30-C325D9461056}"/>
                        </a:ext>
                      </a:extLst>
                    </p:cNvPr>
                    <p:cNvPicPr/>
                    <p:nvPr/>
                  </p:nvPicPr>
                  <p:blipFill>
                    <a:blip r:embed="rId487"/>
                    <a:stretch>
                      <a:fillRect/>
                    </a:stretch>
                  </p:blipFill>
                  <p:spPr>
                    <a:xfrm>
                      <a:off x="3658428" y="1936672"/>
                      <a:ext cx="71280" cy="203760"/>
                    </a:xfrm>
                    <a:prstGeom prst="rect">
                      <a:avLst/>
                    </a:prstGeom>
                  </p:spPr>
                </p:pic>
              </mc:Fallback>
            </mc:AlternateContent>
            <mc:AlternateContent xmlns:mc="http://schemas.openxmlformats.org/markup-compatibility/2006" xmlns:p14="http://schemas.microsoft.com/office/powerpoint/2010/main">
              <mc:Choice Requires="p14">
                <p:contentPart p14:bwMode="auto" r:id="rId513">
                  <p14:nvContentPartPr>
                    <p14:cNvPr id="42" name="Ink 195">
                      <a:extLst>
                        <a:ext uri="{FF2B5EF4-FFF2-40B4-BE49-F238E27FC236}">
                          <a16:creationId xmlns:a16="http://schemas.microsoft.com/office/drawing/2014/main" id="{7AE60BE5-CF7A-203F-F101-15742C639344}"/>
                        </a:ext>
                      </a:extLst>
                    </p14:cNvPr>
                    <p14:cNvContentPartPr/>
                    <p14:nvPr/>
                  </p14:nvContentPartPr>
                  <p14:xfrm>
                    <a:off x="3672468" y="1931992"/>
                    <a:ext cx="59400" cy="124200"/>
                  </p14:xfrm>
                </p:contentPart>
              </mc:Choice>
              <mc:Fallback xmlns="">
                <p:pic>
                  <p:nvPicPr>
                    <p:cNvPr id="1279" name="Ink 1278">
                      <a:extLst>
                        <a:ext uri="{FF2B5EF4-FFF2-40B4-BE49-F238E27FC236}">
                          <a16:creationId xmlns:a16="http://schemas.microsoft.com/office/drawing/2014/main" id="{F2A52ED4-452C-465C-9C5D-D340B6C8917D}"/>
                        </a:ext>
                      </a:extLst>
                    </p:cNvPr>
                    <p:cNvPicPr/>
                    <p:nvPr/>
                  </p:nvPicPr>
                  <p:blipFill>
                    <a:blip r:embed="rId489"/>
                    <a:stretch>
                      <a:fillRect/>
                    </a:stretch>
                  </p:blipFill>
                  <p:spPr>
                    <a:xfrm>
                      <a:off x="3668148" y="1927672"/>
                      <a:ext cx="68040" cy="132840"/>
                    </a:xfrm>
                    <a:prstGeom prst="rect">
                      <a:avLst/>
                    </a:prstGeom>
                  </p:spPr>
                </p:pic>
              </mc:Fallback>
            </mc:AlternateContent>
            <mc:AlternateContent xmlns:mc="http://schemas.openxmlformats.org/markup-compatibility/2006" xmlns:p14="http://schemas.microsoft.com/office/powerpoint/2010/main">
              <mc:Choice Requires="p14">
                <p:contentPart p14:bwMode="auto" r:id="rId514">
                  <p14:nvContentPartPr>
                    <p14:cNvPr id="43" name="Ink 196">
                      <a:extLst>
                        <a:ext uri="{FF2B5EF4-FFF2-40B4-BE49-F238E27FC236}">
                          <a16:creationId xmlns:a16="http://schemas.microsoft.com/office/drawing/2014/main" id="{6E48493D-F394-5E41-961D-4A05A89CFCF0}"/>
                        </a:ext>
                      </a:extLst>
                    </p14:cNvPr>
                    <p14:cNvContentPartPr/>
                    <p14:nvPr/>
                  </p14:nvContentPartPr>
                  <p14:xfrm>
                    <a:off x="3577068" y="1930912"/>
                    <a:ext cx="63720" cy="209160"/>
                  </p14:xfrm>
                </p:contentPart>
              </mc:Choice>
              <mc:Fallback xmlns="">
                <p:pic>
                  <p:nvPicPr>
                    <p:cNvPr id="1281" name="Ink 1280">
                      <a:extLst>
                        <a:ext uri="{FF2B5EF4-FFF2-40B4-BE49-F238E27FC236}">
                          <a16:creationId xmlns:a16="http://schemas.microsoft.com/office/drawing/2014/main" id="{7A75B9B2-65C2-4888-9F0D-8AFD0C44724B}"/>
                        </a:ext>
                      </a:extLst>
                    </p:cNvPr>
                    <p:cNvPicPr/>
                    <p:nvPr/>
                  </p:nvPicPr>
                  <p:blipFill>
                    <a:blip r:embed="rId491"/>
                    <a:stretch>
                      <a:fillRect/>
                    </a:stretch>
                  </p:blipFill>
                  <p:spPr>
                    <a:xfrm>
                      <a:off x="3572748" y="1926592"/>
                      <a:ext cx="72360" cy="217800"/>
                    </a:xfrm>
                    <a:prstGeom prst="rect">
                      <a:avLst/>
                    </a:prstGeom>
                  </p:spPr>
                </p:pic>
              </mc:Fallback>
            </mc:AlternateContent>
            <mc:AlternateContent xmlns:mc="http://schemas.openxmlformats.org/markup-compatibility/2006" xmlns:p14="http://schemas.microsoft.com/office/powerpoint/2010/main">
              <mc:Choice Requires="p14">
                <p:contentPart p14:bwMode="auto" r:id="rId515">
                  <p14:nvContentPartPr>
                    <p14:cNvPr id="44" name="Ink 197">
                      <a:extLst>
                        <a:ext uri="{FF2B5EF4-FFF2-40B4-BE49-F238E27FC236}">
                          <a16:creationId xmlns:a16="http://schemas.microsoft.com/office/drawing/2014/main" id="{CA59BA17-16BE-EE12-AA9E-80212E22302E}"/>
                        </a:ext>
                      </a:extLst>
                    </p14:cNvPr>
                    <p14:cNvContentPartPr/>
                    <p14:nvPr/>
                  </p14:nvContentPartPr>
                  <p14:xfrm>
                    <a:off x="3561228" y="1928752"/>
                    <a:ext cx="60120" cy="129960"/>
                  </p14:xfrm>
                </p:contentPart>
              </mc:Choice>
              <mc:Fallback xmlns="">
                <p:pic>
                  <p:nvPicPr>
                    <p:cNvPr id="1282" name="Ink 1281">
                      <a:extLst>
                        <a:ext uri="{FF2B5EF4-FFF2-40B4-BE49-F238E27FC236}">
                          <a16:creationId xmlns:a16="http://schemas.microsoft.com/office/drawing/2014/main" id="{A226A604-F8FE-4AEB-BF79-F148DF9286F1}"/>
                        </a:ext>
                      </a:extLst>
                    </p:cNvPr>
                    <p:cNvPicPr/>
                    <p:nvPr/>
                  </p:nvPicPr>
                  <p:blipFill>
                    <a:blip r:embed="rId493"/>
                    <a:stretch>
                      <a:fillRect/>
                    </a:stretch>
                  </p:blipFill>
                  <p:spPr>
                    <a:xfrm>
                      <a:off x="3556908" y="1924432"/>
                      <a:ext cx="68760" cy="138600"/>
                    </a:xfrm>
                    <a:prstGeom prst="rect">
                      <a:avLst/>
                    </a:prstGeom>
                  </p:spPr>
                </p:pic>
              </mc:Fallback>
            </mc:AlternateContent>
            <mc:AlternateContent xmlns:mc="http://schemas.openxmlformats.org/markup-compatibility/2006" xmlns:p14="http://schemas.microsoft.com/office/powerpoint/2010/main">
              <mc:Choice Requires="p14">
                <p:contentPart p14:bwMode="auto" r:id="rId516">
                  <p14:nvContentPartPr>
                    <p14:cNvPr id="45" name="Ink 198">
                      <a:extLst>
                        <a:ext uri="{FF2B5EF4-FFF2-40B4-BE49-F238E27FC236}">
                          <a16:creationId xmlns:a16="http://schemas.microsoft.com/office/drawing/2014/main" id="{466131F2-C54C-14C7-3868-67B27E06A08B}"/>
                        </a:ext>
                      </a:extLst>
                    </p14:cNvPr>
                    <p14:cNvContentPartPr/>
                    <p14:nvPr/>
                  </p14:nvContentPartPr>
                  <p14:xfrm>
                    <a:off x="3673188" y="2036032"/>
                    <a:ext cx="44280" cy="95040"/>
                  </p14:xfrm>
                </p:contentPart>
              </mc:Choice>
              <mc:Fallback xmlns="">
                <p:pic>
                  <p:nvPicPr>
                    <p:cNvPr id="1287" name="Ink 1286">
                      <a:extLst>
                        <a:ext uri="{FF2B5EF4-FFF2-40B4-BE49-F238E27FC236}">
                          <a16:creationId xmlns:a16="http://schemas.microsoft.com/office/drawing/2014/main" id="{1B417559-3307-47FB-811C-2A5F7DD68DE3}"/>
                        </a:ext>
                      </a:extLst>
                    </p:cNvPr>
                    <p:cNvPicPr/>
                    <p:nvPr/>
                  </p:nvPicPr>
                  <p:blipFill>
                    <a:blip r:embed="rId495"/>
                    <a:stretch>
                      <a:fillRect/>
                    </a:stretch>
                  </p:blipFill>
                  <p:spPr>
                    <a:xfrm>
                      <a:off x="3668868" y="2031712"/>
                      <a:ext cx="52920" cy="103680"/>
                    </a:xfrm>
                    <a:prstGeom prst="rect">
                      <a:avLst/>
                    </a:prstGeom>
                  </p:spPr>
                </p:pic>
              </mc:Fallback>
            </mc:AlternateContent>
            <mc:AlternateContent xmlns:mc="http://schemas.openxmlformats.org/markup-compatibility/2006" xmlns:p14="http://schemas.microsoft.com/office/powerpoint/2010/main">
              <mc:Choice Requires="p14">
                <p:contentPart p14:bwMode="auto" r:id="rId517">
                  <p14:nvContentPartPr>
                    <p14:cNvPr id="46" name="Ink 199">
                      <a:extLst>
                        <a:ext uri="{FF2B5EF4-FFF2-40B4-BE49-F238E27FC236}">
                          <a16:creationId xmlns:a16="http://schemas.microsoft.com/office/drawing/2014/main" id="{E146641E-55B8-3DC0-0B94-CA9A459BA8A9}"/>
                        </a:ext>
                      </a:extLst>
                    </p14:cNvPr>
                    <p14:cNvContentPartPr/>
                    <p14:nvPr/>
                  </p14:nvContentPartPr>
                  <p14:xfrm>
                    <a:off x="3572028" y="1936312"/>
                    <a:ext cx="67320" cy="200520"/>
                  </p14:xfrm>
                </p:contentPart>
              </mc:Choice>
              <mc:Fallback xmlns="">
                <p:pic>
                  <p:nvPicPr>
                    <p:cNvPr id="1294" name="Ink 1293">
                      <a:extLst>
                        <a:ext uri="{FF2B5EF4-FFF2-40B4-BE49-F238E27FC236}">
                          <a16:creationId xmlns:a16="http://schemas.microsoft.com/office/drawing/2014/main" id="{C447843E-3350-4309-8303-7118A011FD54}"/>
                        </a:ext>
                      </a:extLst>
                    </p:cNvPr>
                    <p:cNvPicPr/>
                    <p:nvPr/>
                  </p:nvPicPr>
                  <p:blipFill>
                    <a:blip r:embed="rId497"/>
                    <a:stretch>
                      <a:fillRect/>
                    </a:stretch>
                  </p:blipFill>
                  <p:spPr>
                    <a:xfrm>
                      <a:off x="3567708" y="1931992"/>
                      <a:ext cx="75960" cy="209160"/>
                    </a:xfrm>
                    <a:prstGeom prst="rect">
                      <a:avLst/>
                    </a:prstGeom>
                  </p:spPr>
                </p:pic>
              </mc:Fallback>
            </mc:AlternateContent>
            <mc:AlternateContent xmlns:mc="http://schemas.openxmlformats.org/markup-compatibility/2006" xmlns:p14="http://schemas.microsoft.com/office/powerpoint/2010/main">
              <mc:Choice Requires="p14">
                <p:contentPart p14:bwMode="auto" r:id="rId518">
                  <p14:nvContentPartPr>
                    <p14:cNvPr id="47" name="Ink 200">
                      <a:extLst>
                        <a:ext uri="{FF2B5EF4-FFF2-40B4-BE49-F238E27FC236}">
                          <a16:creationId xmlns:a16="http://schemas.microsoft.com/office/drawing/2014/main" id="{86319AED-73E2-682A-8E1A-BD2D686D558F}"/>
                        </a:ext>
                      </a:extLst>
                    </p14:cNvPr>
                    <p14:cNvContentPartPr/>
                    <p14:nvPr/>
                  </p14:nvContentPartPr>
                  <p14:xfrm>
                    <a:off x="3725748" y="2038912"/>
                    <a:ext cx="5400" cy="39960"/>
                  </p14:xfrm>
                </p:contentPart>
              </mc:Choice>
              <mc:Fallback xmlns="">
                <p:pic>
                  <p:nvPicPr>
                    <p:cNvPr id="1301" name="Ink 1300">
                      <a:extLst>
                        <a:ext uri="{FF2B5EF4-FFF2-40B4-BE49-F238E27FC236}">
                          <a16:creationId xmlns:a16="http://schemas.microsoft.com/office/drawing/2014/main" id="{57778227-E433-4F1A-839F-38968EA303F0}"/>
                        </a:ext>
                      </a:extLst>
                    </p:cNvPr>
                    <p:cNvPicPr/>
                    <p:nvPr/>
                  </p:nvPicPr>
                  <p:blipFill>
                    <a:blip r:embed="rId499"/>
                    <a:stretch>
                      <a:fillRect/>
                    </a:stretch>
                  </p:blipFill>
                  <p:spPr>
                    <a:xfrm>
                      <a:off x="3721428" y="2034592"/>
                      <a:ext cx="14040" cy="48600"/>
                    </a:xfrm>
                    <a:prstGeom prst="rect">
                      <a:avLst/>
                    </a:prstGeom>
                  </p:spPr>
                </p:pic>
              </mc:Fallback>
            </mc:AlternateContent>
            <mc:AlternateContent xmlns:mc="http://schemas.openxmlformats.org/markup-compatibility/2006" xmlns:p14="http://schemas.microsoft.com/office/powerpoint/2010/main">
              <mc:Choice Requires="p14">
                <p:contentPart p14:bwMode="auto" r:id="rId519">
                  <p14:nvContentPartPr>
                    <p14:cNvPr id="48" name="Ink 201">
                      <a:extLst>
                        <a:ext uri="{FF2B5EF4-FFF2-40B4-BE49-F238E27FC236}">
                          <a16:creationId xmlns:a16="http://schemas.microsoft.com/office/drawing/2014/main" id="{07B62061-B75A-A833-828D-5261CF2D8405}"/>
                        </a:ext>
                      </a:extLst>
                    </p14:cNvPr>
                    <p14:cNvContentPartPr/>
                    <p14:nvPr/>
                  </p14:nvContentPartPr>
                  <p14:xfrm>
                    <a:off x="3726828" y="2015512"/>
                    <a:ext cx="6840" cy="60840"/>
                  </p14:xfrm>
                </p:contentPart>
              </mc:Choice>
              <mc:Fallback xmlns="">
                <p:pic>
                  <p:nvPicPr>
                    <p:cNvPr id="1305" name="Ink 1304">
                      <a:extLst>
                        <a:ext uri="{FF2B5EF4-FFF2-40B4-BE49-F238E27FC236}">
                          <a16:creationId xmlns:a16="http://schemas.microsoft.com/office/drawing/2014/main" id="{2950FDCE-9B9C-4A5C-A584-5AAE4A4B2805}"/>
                        </a:ext>
                      </a:extLst>
                    </p:cNvPr>
                    <p:cNvPicPr/>
                    <p:nvPr/>
                  </p:nvPicPr>
                  <p:blipFill>
                    <a:blip r:embed="rId501"/>
                    <a:stretch>
                      <a:fillRect/>
                    </a:stretch>
                  </p:blipFill>
                  <p:spPr>
                    <a:xfrm>
                      <a:off x="3722508" y="2011192"/>
                      <a:ext cx="15480" cy="69480"/>
                    </a:xfrm>
                    <a:prstGeom prst="rect">
                      <a:avLst/>
                    </a:prstGeom>
                  </p:spPr>
                </p:pic>
              </mc:Fallback>
            </mc:AlternateContent>
            <mc:AlternateContent xmlns:mc="http://schemas.openxmlformats.org/markup-compatibility/2006" xmlns:p14="http://schemas.microsoft.com/office/powerpoint/2010/main">
              <mc:Choice Requires="p14">
                <p:contentPart p14:bwMode="auto" r:id="rId520">
                  <p14:nvContentPartPr>
                    <p14:cNvPr id="49" name="Ink 202">
                      <a:extLst>
                        <a:ext uri="{FF2B5EF4-FFF2-40B4-BE49-F238E27FC236}">
                          <a16:creationId xmlns:a16="http://schemas.microsoft.com/office/drawing/2014/main" id="{872D3EA1-454D-E828-5855-B82D0C74E599}"/>
                        </a:ext>
                      </a:extLst>
                    </p14:cNvPr>
                    <p14:cNvContentPartPr/>
                    <p14:nvPr/>
                  </p14:nvContentPartPr>
                  <p14:xfrm>
                    <a:off x="3557988" y="1939192"/>
                    <a:ext cx="63360" cy="114480"/>
                  </p14:xfrm>
                </p:contentPart>
              </mc:Choice>
              <mc:Fallback xmlns="">
                <p:pic>
                  <p:nvPicPr>
                    <p:cNvPr id="1370" name="Ink 1369">
                      <a:extLst>
                        <a:ext uri="{FF2B5EF4-FFF2-40B4-BE49-F238E27FC236}">
                          <a16:creationId xmlns:a16="http://schemas.microsoft.com/office/drawing/2014/main" id="{18251AAA-7D0D-4F7E-9AAB-54D6103F37B1}"/>
                        </a:ext>
                      </a:extLst>
                    </p:cNvPr>
                    <p:cNvPicPr/>
                    <p:nvPr/>
                  </p:nvPicPr>
                  <p:blipFill>
                    <a:blip r:embed="rId503"/>
                    <a:stretch>
                      <a:fillRect/>
                    </a:stretch>
                  </p:blipFill>
                  <p:spPr>
                    <a:xfrm>
                      <a:off x="3553668" y="1934872"/>
                      <a:ext cx="72000" cy="123120"/>
                    </a:xfrm>
                    <a:prstGeom prst="rect">
                      <a:avLst/>
                    </a:prstGeom>
                  </p:spPr>
                </p:pic>
              </mc:Fallback>
            </mc:AlternateContent>
            <mc:AlternateContent xmlns:mc="http://schemas.openxmlformats.org/markup-compatibility/2006" xmlns:p14="http://schemas.microsoft.com/office/powerpoint/2010/main">
              <mc:Choice Requires="p14">
                <p:contentPart p14:bwMode="auto" r:id="rId521">
                  <p14:nvContentPartPr>
                    <p14:cNvPr id="50" name="Ink 203">
                      <a:extLst>
                        <a:ext uri="{FF2B5EF4-FFF2-40B4-BE49-F238E27FC236}">
                          <a16:creationId xmlns:a16="http://schemas.microsoft.com/office/drawing/2014/main" id="{C8755DD4-41A0-8DCB-2ACD-9239FC43BF0C}"/>
                        </a:ext>
                      </a:extLst>
                    </p14:cNvPr>
                    <p14:cNvContentPartPr/>
                    <p14:nvPr/>
                  </p14:nvContentPartPr>
                  <p14:xfrm>
                    <a:off x="3801708" y="1867192"/>
                    <a:ext cx="23760" cy="45360"/>
                  </p14:xfrm>
                </p:contentPart>
              </mc:Choice>
              <mc:Fallback xmlns="">
                <p:pic>
                  <p:nvPicPr>
                    <p:cNvPr id="1384" name="Ink 1383">
                      <a:extLst>
                        <a:ext uri="{FF2B5EF4-FFF2-40B4-BE49-F238E27FC236}">
                          <a16:creationId xmlns:a16="http://schemas.microsoft.com/office/drawing/2014/main" id="{3CBE62B1-234C-40F7-B41F-DA8B7FCB0E56}"/>
                        </a:ext>
                      </a:extLst>
                    </p:cNvPr>
                    <p:cNvPicPr/>
                    <p:nvPr/>
                  </p:nvPicPr>
                  <p:blipFill>
                    <a:blip r:embed="rId505"/>
                    <a:stretch>
                      <a:fillRect/>
                    </a:stretch>
                  </p:blipFill>
                  <p:spPr>
                    <a:xfrm>
                      <a:off x="3797388" y="1862872"/>
                      <a:ext cx="32400" cy="54000"/>
                    </a:xfrm>
                    <a:prstGeom prst="rect">
                      <a:avLst/>
                    </a:prstGeom>
                  </p:spPr>
                </p:pic>
              </mc:Fallback>
            </mc:AlternateContent>
          </p:grpSp>
        </p:grpSp>
        <p:grpSp>
          <p:nvGrpSpPr>
            <p:cNvPr id="10" name="Group 204">
              <a:extLst>
                <a:ext uri="{FF2B5EF4-FFF2-40B4-BE49-F238E27FC236}">
                  <a16:creationId xmlns:a16="http://schemas.microsoft.com/office/drawing/2014/main" id="{95BD35AB-6B89-4B24-D197-FAD03BC42210}"/>
                </a:ext>
              </a:extLst>
            </p:cNvPr>
            <p:cNvGrpSpPr/>
            <p:nvPr/>
          </p:nvGrpSpPr>
          <p:grpSpPr>
            <a:xfrm rot="16200000">
              <a:off x="6010687" y="7509686"/>
              <a:ext cx="504761" cy="699549"/>
              <a:chOff x="3476018" y="1655769"/>
              <a:chExt cx="349450" cy="484303"/>
            </a:xfrm>
          </p:grpSpPr>
          <p:sp>
            <p:nvSpPr>
              <p:cNvPr id="11" name="Flowchart: Delay 205">
                <a:extLst>
                  <a:ext uri="{FF2B5EF4-FFF2-40B4-BE49-F238E27FC236}">
                    <a16:creationId xmlns:a16="http://schemas.microsoft.com/office/drawing/2014/main" id="{ABCBE10C-674B-C00F-DF29-0E3E64288071}"/>
                  </a:ext>
                </a:extLst>
              </p:cNvPr>
              <p:cNvSpPr/>
              <p:nvPr/>
            </p:nvSpPr>
            <p:spPr>
              <a:xfrm rot="16200000">
                <a:off x="3518739" y="1694930"/>
                <a:ext cx="273165" cy="194844"/>
              </a:xfrm>
              <a:prstGeom prst="flowChartDelay">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mc:AlternateContent xmlns:mc="http://schemas.openxmlformats.org/markup-compatibility/2006" xmlns:p14="http://schemas.microsoft.com/office/powerpoint/2010/main">
            <mc:Choice Requires="p14">
              <p:contentPart p14:bwMode="auto" r:id="rId522">
                <p14:nvContentPartPr>
                  <p14:cNvPr id="12" name="Ink 206">
                    <a:extLst>
                      <a:ext uri="{FF2B5EF4-FFF2-40B4-BE49-F238E27FC236}">
                        <a16:creationId xmlns:a16="http://schemas.microsoft.com/office/drawing/2014/main" id="{E2C0D086-1B7D-2025-282D-ED459A919068}"/>
                      </a:ext>
                    </a:extLst>
                  </p14:cNvPr>
                  <p14:cNvContentPartPr/>
                  <p14:nvPr/>
                </p14:nvContentPartPr>
                <p14:xfrm>
                  <a:off x="3563025" y="1801595"/>
                  <a:ext cx="177480" cy="94680"/>
                </p14:xfrm>
              </p:contentPart>
            </mc:Choice>
            <mc:Fallback xmlns="">
              <p:pic>
                <p:nvPicPr>
                  <p:cNvPr id="1264" name="Ink 1263">
                    <a:extLst>
                      <a:ext uri="{FF2B5EF4-FFF2-40B4-BE49-F238E27FC236}">
                        <a16:creationId xmlns:a16="http://schemas.microsoft.com/office/drawing/2014/main" id="{60297DF2-3A12-43CF-9DFE-4BF44F9F9C46}"/>
                      </a:ext>
                    </a:extLst>
                  </p:cNvPr>
                  <p:cNvPicPr/>
                  <p:nvPr/>
                </p:nvPicPr>
                <p:blipFill>
                  <a:blip r:embed="rId477"/>
                  <a:stretch>
                    <a:fillRect/>
                  </a:stretch>
                </p:blipFill>
                <p:spPr>
                  <a:xfrm>
                    <a:off x="3558705" y="1797275"/>
                    <a:ext cx="186120" cy="103320"/>
                  </a:xfrm>
                  <a:prstGeom prst="rect">
                    <a:avLst/>
                  </a:prstGeom>
                </p:spPr>
              </p:pic>
            </mc:Fallback>
          </mc:AlternateContent>
          <mc:AlternateContent xmlns:mc="http://schemas.openxmlformats.org/markup-compatibility/2006" xmlns:p14="http://schemas.microsoft.com/office/powerpoint/2010/main">
            <mc:Choice Requires="p14">
              <p:contentPart p14:bwMode="auto" r:id="rId523">
                <p14:nvContentPartPr>
                  <p14:cNvPr id="13" name="Ink 207">
                    <a:extLst>
                      <a:ext uri="{FF2B5EF4-FFF2-40B4-BE49-F238E27FC236}">
                        <a16:creationId xmlns:a16="http://schemas.microsoft.com/office/drawing/2014/main" id="{47D41637-22F7-80BF-6C98-5F1651799FC5}"/>
                      </a:ext>
                    </a:extLst>
                  </p14:cNvPr>
                  <p14:cNvContentPartPr/>
                  <p14:nvPr/>
                </p14:nvContentPartPr>
                <p14:xfrm>
                  <a:off x="3703200" y="1798268"/>
                  <a:ext cx="52920" cy="8280"/>
                </p14:xfrm>
              </p:contentPart>
            </mc:Choice>
            <mc:Fallback xmlns="">
              <p:pic>
                <p:nvPicPr>
                  <p:cNvPr id="1275" name="Ink 1274">
                    <a:extLst>
                      <a:ext uri="{FF2B5EF4-FFF2-40B4-BE49-F238E27FC236}">
                        <a16:creationId xmlns:a16="http://schemas.microsoft.com/office/drawing/2014/main" id="{7A7E6207-5D59-4BFC-A67C-DAF5BD9EBD00}"/>
                      </a:ext>
                    </a:extLst>
                  </p:cNvPr>
                  <p:cNvPicPr/>
                  <p:nvPr/>
                </p:nvPicPr>
                <p:blipFill>
                  <a:blip r:embed="rId479"/>
                  <a:stretch>
                    <a:fillRect/>
                  </a:stretch>
                </p:blipFill>
                <p:spPr>
                  <a:xfrm>
                    <a:off x="3698880" y="1793948"/>
                    <a:ext cx="61560" cy="16920"/>
                  </a:xfrm>
                  <a:prstGeom prst="rect">
                    <a:avLst/>
                  </a:prstGeom>
                </p:spPr>
              </p:pic>
            </mc:Fallback>
          </mc:AlternateContent>
          <p:sp>
            <p:nvSpPr>
              <p:cNvPr id="14" name="Oval 208">
                <a:extLst>
                  <a:ext uri="{FF2B5EF4-FFF2-40B4-BE49-F238E27FC236}">
                    <a16:creationId xmlns:a16="http://schemas.microsoft.com/office/drawing/2014/main" id="{BB8EF38E-5313-43C0-2C97-E8698134546D}"/>
                  </a:ext>
                </a:extLst>
              </p:cNvPr>
              <p:cNvSpPr/>
              <p:nvPr/>
            </p:nvSpPr>
            <p:spPr>
              <a:xfrm>
                <a:off x="3614458" y="1703767"/>
                <a:ext cx="74613" cy="74234"/>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5" name="Oval 209">
                <a:extLst>
                  <a:ext uri="{FF2B5EF4-FFF2-40B4-BE49-F238E27FC236}">
                    <a16:creationId xmlns:a16="http://schemas.microsoft.com/office/drawing/2014/main" id="{F357A388-CCB9-DFB3-D0FE-7FB078C2DC35}"/>
                  </a:ext>
                </a:extLst>
              </p:cNvPr>
              <p:cNvSpPr/>
              <p:nvPr/>
            </p:nvSpPr>
            <p:spPr>
              <a:xfrm>
                <a:off x="3629614" y="1718024"/>
                <a:ext cx="45719" cy="45719"/>
              </a:xfrm>
              <a:prstGeom prst="ellipse">
                <a:avLst/>
              </a:prstGeom>
              <a:no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grpSp>
            <p:nvGrpSpPr>
              <p:cNvPr id="16" name="Group 210">
                <a:extLst>
                  <a:ext uri="{FF2B5EF4-FFF2-40B4-BE49-F238E27FC236}">
                    <a16:creationId xmlns:a16="http://schemas.microsoft.com/office/drawing/2014/main" id="{D0A2C992-7472-3DE4-095F-6A6D2B1EA9C6}"/>
                  </a:ext>
                </a:extLst>
              </p:cNvPr>
              <p:cNvGrpSpPr/>
              <p:nvPr/>
            </p:nvGrpSpPr>
            <p:grpSpPr>
              <a:xfrm>
                <a:off x="3476018" y="1823415"/>
                <a:ext cx="349450" cy="316657"/>
                <a:chOff x="3476018" y="1823415"/>
                <a:chExt cx="349450" cy="316657"/>
              </a:xfrm>
            </p:grpSpPr>
            <mc:AlternateContent xmlns:mc="http://schemas.openxmlformats.org/markup-compatibility/2006" xmlns:p14="http://schemas.microsoft.com/office/powerpoint/2010/main">
              <mc:Choice Requires="p14">
                <p:contentPart p14:bwMode="auto" r:id="rId524">
                  <p14:nvContentPartPr>
                    <p14:cNvPr id="17" name="Ink 211">
                      <a:extLst>
                        <a:ext uri="{FF2B5EF4-FFF2-40B4-BE49-F238E27FC236}">
                          <a16:creationId xmlns:a16="http://schemas.microsoft.com/office/drawing/2014/main" id="{24E2E17D-F639-4689-CD92-0FB3C45A4C7E}"/>
                        </a:ext>
                      </a:extLst>
                    </p14:cNvPr>
                    <p14:cNvContentPartPr/>
                    <p14:nvPr/>
                  </p14:nvContentPartPr>
                  <p14:xfrm>
                    <a:off x="3476018" y="1873095"/>
                    <a:ext cx="45720" cy="30600"/>
                  </p14:xfrm>
                </p:contentPart>
              </mc:Choice>
              <mc:Fallback xmlns="">
                <p:pic>
                  <p:nvPicPr>
                    <p:cNvPr id="1265" name="Ink 1264">
                      <a:extLst>
                        <a:ext uri="{FF2B5EF4-FFF2-40B4-BE49-F238E27FC236}">
                          <a16:creationId xmlns:a16="http://schemas.microsoft.com/office/drawing/2014/main" id="{F66C41A6-1647-45D6-BC1A-FBEA1F5A5C76}"/>
                        </a:ext>
                      </a:extLst>
                    </p:cNvPr>
                    <p:cNvPicPr/>
                    <p:nvPr/>
                  </p:nvPicPr>
                  <p:blipFill>
                    <a:blip r:embed="rId10"/>
                    <a:stretch>
                      <a:fillRect/>
                    </a:stretch>
                  </p:blipFill>
                  <p:spPr>
                    <a:xfrm>
                      <a:off x="3471698" y="1868775"/>
                      <a:ext cx="54360" cy="39240"/>
                    </a:xfrm>
                    <a:prstGeom prst="rect">
                      <a:avLst/>
                    </a:prstGeom>
                  </p:spPr>
                </p:pic>
              </mc:Fallback>
            </mc:AlternateContent>
            <mc:AlternateContent xmlns:mc="http://schemas.openxmlformats.org/markup-compatibility/2006" xmlns:p14="http://schemas.microsoft.com/office/powerpoint/2010/main">
              <mc:Choice Requires="p14">
                <p:contentPart p14:bwMode="auto" r:id="rId525">
                  <p14:nvContentPartPr>
                    <p14:cNvPr id="18" name="Ink 212">
                      <a:extLst>
                        <a:ext uri="{FF2B5EF4-FFF2-40B4-BE49-F238E27FC236}">
                          <a16:creationId xmlns:a16="http://schemas.microsoft.com/office/drawing/2014/main" id="{1009E1CE-9097-096B-490D-FD9C22679484}"/>
                        </a:ext>
                      </a:extLst>
                    </p14:cNvPr>
                    <p14:cNvContentPartPr/>
                    <p14:nvPr/>
                  </p14:nvContentPartPr>
                  <p14:xfrm>
                    <a:off x="3494738" y="1823415"/>
                    <a:ext cx="54720" cy="43200"/>
                  </p14:xfrm>
                </p:contentPart>
              </mc:Choice>
              <mc:Fallback xmlns="">
                <p:pic>
                  <p:nvPicPr>
                    <p:cNvPr id="1266" name="Ink 1265">
                      <a:extLst>
                        <a:ext uri="{FF2B5EF4-FFF2-40B4-BE49-F238E27FC236}">
                          <a16:creationId xmlns:a16="http://schemas.microsoft.com/office/drawing/2014/main" id="{A00FEEE7-3705-450B-AE50-BBDD90B461D3}"/>
                        </a:ext>
                      </a:extLst>
                    </p:cNvPr>
                    <p:cNvPicPr/>
                    <p:nvPr/>
                  </p:nvPicPr>
                  <p:blipFill>
                    <a:blip r:embed="rId12"/>
                    <a:stretch>
                      <a:fillRect/>
                    </a:stretch>
                  </p:blipFill>
                  <p:spPr>
                    <a:xfrm>
                      <a:off x="3490418" y="1819095"/>
                      <a:ext cx="63360" cy="51840"/>
                    </a:xfrm>
                    <a:prstGeom prst="rect">
                      <a:avLst/>
                    </a:prstGeom>
                  </p:spPr>
                </p:pic>
              </mc:Fallback>
            </mc:AlternateContent>
            <mc:AlternateContent xmlns:mc="http://schemas.openxmlformats.org/markup-compatibility/2006" xmlns:p14="http://schemas.microsoft.com/office/powerpoint/2010/main">
              <mc:Choice Requires="p14">
                <p:contentPart p14:bwMode="auto" r:id="rId526">
                  <p14:nvContentPartPr>
                    <p14:cNvPr id="19" name="Ink 213">
                      <a:extLst>
                        <a:ext uri="{FF2B5EF4-FFF2-40B4-BE49-F238E27FC236}">
                          <a16:creationId xmlns:a16="http://schemas.microsoft.com/office/drawing/2014/main" id="{1D76BD50-E00D-6A20-AD6F-5C0AADC4E9D1}"/>
                        </a:ext>
                      </a:extLst>
                    </p14:cNvPr>
                    <p14:cNvContentPartPr/>
                    <p14:nvPr/>
                  </p14:nvContentPartPr>
                  <p14:xfrm>
                    <a:off x="3777338" y="1870215"/>
                    <a:ext cx="44640" cy="36000"/>
                  </p14:xfrm>
                </p:contentPart>
              </mc:Choice>
              <mc:Fallback xmlns="">
                <p:pic>
                  <p:nvPicPr>
                    <p:cNvPr id="1271" name="Ink 1270">
                      <a:extLst>
                        <a:ext uri="{FF2B5EF4-FFF2-40B4-BE49-F238E27FC236}">
                          <a16:creationId xmlns:a16="http://schemas.microsoft.com/office/drawing/2014/main" id="{192BE73F-CB31-44D8-B4CF-4BC64BF4B794}"/>
                        </a:ext>
                      </a:extLst>
                    </p:cNvPr>
                    <p:cNvPicPr/>
                    <p:nvPr/>
                  </p:nvPicPr>
                  <p:blipFill>
                    <a:blip r:embed="rId483"/>
                    <a:stretch>
                      <a:fillRect/>
                    </a:stretch>
                  </p:blipFill>
                  <p:spPr>
                    <a:xfrm>
                      <a:off x="3773018" y="1865895"/>
                      <a:ext cx="53280" cy="44640"/>
                    </a:xfrm>
                    <a:prstGeom prst="rect">
                      <a:avLst/>
                    </a:prstGeom>
                  </p:spPr>
                </p:pic>
              </mc:Fallback>
            </mc:AlternateContent>
            <mc:AlternateContent xmlns:mc="http://schemas.openxmlformats.org/markup-compatibility/2006" xmlns:p14="http://schemas.microsoft.com/office/powerpoint/2010/main">
              <mc:Choice Requires="p14">
                <p:contentPart p14:bwMode="auto" r:id="rId527">
                  <p14:nvContentPartPr>
                    <p14:cNvPr id="20" name="Ink 214">
                      <a:extLst>
                        <a:ext uri="{FF2B5EF4-FFF2-40B4-BE49-F238E27FC236}">
                          <a16:creationId xmlns:a16="http://schemas.microsoft.com/office/drawing/2014/main" id="{CBD7CBCC-7141-6046-BF34-59F9AC13CA89}"/>
                        </a:ext>
                      </a:extLst>
                    </p14:cNvPr>
                    <p14:cNvContentPartPr/>
                    <p14:nvPr/>
                  </p14:nvContentPartPr>
                  <p14:xfrm>
                    <a:off x="3757178" y="1831335"/>
                    <a:ext cx="46440" cy="36360"/>
                  </p14:xfrm>
                </p:contentPart>
              </mc:Choice>
              <mc:Fallback xmlns="">
                <p:pic>
                  <p:nvPicPr>
                    <p:cNvPr id="1272" name="Ink 1271">
                      <a:extLst>
                        <a:ext uri="{FF2B5EF4-FFF2-40B4-BE49-F238E27FC236}">
                          <a16:creationId xmlns:a16="http://schemas.microsoft.com/office/drawing/2014/main" id="{AAD683A3-AE78-4472-9605-449D945E16DD}"/>
                        </a:ext>
                      </a:extLst>
                    </p:cNvPr>
                    <p:cNvPicPr/>
                    <p:nvPr/>
                  </p:nvPicPr>
                  <p:blipFill>
                    <a:blip r:embed="rId485"/>
                    <a:stretch>
                      <a:fillRect/>
                    </a:stretch>
                  </p:blipFill>
                  <p:spPr>
                    <a:xfrm>
                      <a:off x="3752858" y="1827015"/>
                      <a:ext cx="55080" cy="45000"/>
                    </a:xfrm>
                    <a:prstGeom prst="rect">
                      <a:avLst/>
                    </a:prstGeom>
                  </p:spPr>
                </p:pic>
              </mc:Fallback>
            </mc:AlternateContent>
            <mc:AlternateContent xmlns:mc="http://schemas.openxmlformats.org/markup-compatibility/2006" xmlns:p14="http://schemas.microsoft.com/office/powerpoint/2010/main">
              <mc:Choice Requires="p14">
                <p:contentPart p14:bwMode="auto" r:id="rId528">
                  <p14:nvContentPartPr>
                    <p14:cNvPr id="21" name="Ink 215">
                      <a:extLst>
                        <a:ext uri="{FF2B5EF4-FFF2-40B4-BE49-F238E27FC236}">
                          <a16:creationId xmlns:a16="http://schemas.microsoft.com/office/drawing/2014/main" id="{2BEAF079-3A5C-AA26-8970-6A2FBF8006B1}"/>
                        </a:ext>
                      </a:extLst>
                    </p14:cNvPr>
                    <p14:cNvContentPartPr/>
                    <p14:nvPr/>
                  </p14:nvContentPartPr>
                  <p14:xfrm>
                    <a:off x="3662748" y="1940992"/>
                    <a:ext cx="62640" cy="195120"/>
                  </p14:xfrm>
                </p:contentPart>
              </mc:Choice>
              <mc:Fallback xmlns="">
                <p:pic>
                  <p:nvPicPr>
                    <p:cNvPr id="1278" name="Ink 1277">
                      <a:extLst>
                        <a:ext uri="{FF2B5EF4-FFF2-40B4-BE49-F238E27FC236}">
                          <a16:creationId xmlns:a16="http://schemas.microsoft.com/office/drawing/2014/main" id="{359A9EEC-B1B4-4203-9F30-C325D9461056}"/>
                        </a:ext>
                      </a:extLst>
                    </p:cNvPr>
                    <p:cNvPicPr/>
                    <p:nvPr/>
                  </p:nvPicPr>
                  <p:blipFill>
                    <a:blip r:embed="rId487"/>
                    <a:stretch>
                      <a:fillRect/>
                    </a:stretch>
                  </p:blipFill>
                  <p:spPr>
                    <a:xfrm>
                      <a:off x="3658428" y="1936672"/>
                      <a:ext cx="71280" cy="203760"/>
                    </a:xfrm>
                    <a:prstGeom prst="rect">
                      <a:avLst/>
                    </a:prstGeom>
                  </p:spPr>
                </p:pic>
              </mc:Fallback>
            </mc:AlternateContent>
            <mc:AlternateContent xmlns:mc="http://schemas.openxmlformats.org/markup-compatibility/2006" xmlns:p14="http://schemas.microsoft.com/office/powerpoint/2010/main">
              <mc:Choice Requires="p14">
                <p:contentPart p14:bwMode="auto" r:id="rId529">
                  <p14:nvContentPartPr>
                    <p14:cNvPr id="22" name="Ink 216">
                      <a:extLst>
                        <a:ext uri="{FF2B5EF4-FFF2-40B4-BE49-F238E27FC236}">
                          <a16:creationId xmlns:a16="http://schemas.microsoft.com/office/drawing/2014/main" id="{81D80492-2689-E0F7-7D73-E9467D54DFB1}"/>
                        </a:ext>
                      </a:extLst>
                    </p14:cNvPr>
                    <p14:cNvContentPartPr/>
                    <p14:nvPr/>
                  </p14:nvContentPartPr>
                  <p14:xfrm>
                    <a:off x="3672468" y="1931992"/>
                    <a:ext cx="59400" cy="124200"/>
                  </p14:xfrm>
                </p:contentPart>
              </mc:Choice>
              <mc:Fallback xmlns="">
                <p:pic>
                  <p:nvPicPr>
                    <p:cNvPr id="1279" name="Ink 1278">
                      <a:extLst>
                        <a:ext uri="{FF2B5EF4-FFF2-40B4-BE49-F238E27FC236}">
                          <a16:creationId xmlns:a16="http://schemas.microsoft.com/office/drawing/2014/main" id="{F2A52ED4-452C-465C-9C5D-D340B6C8917D}"/>
                        </a:ext>
                      </a:extLst>
                    </p:cNvPr>
                    <p:cNvPicPr/>
                    <p:nvPr/>
                  </p:nvPicPr>
                  <p:blipFill>
                    <a:blip r:embed="rId489"/>
                    <a:stretch>
                      <a:fillRect/>
                    </a:stretch>
                  </p:blipFill>
                  <p:spPr>
                    <a:xfrm>
                      <a:off x="3668148" y="1927672"/>
                      <a:ext cx="68040" cy="132840"/>
                    </a:xfrm>
                    <a:prstGeom prst="rect">
                      <a:avLst/>
                    </a:prstGeom>
                  </p:spPr>
                </p:pic>
              </mc:Fallback>
            </mc:AlternateContent>
            <mc:AlternateContent xmlns:mc="http://schemas.openxmlformats.org/markup-compatibility/2006" xmlns:p14="http://schemas.microsoft.com/office/powerpoint/2010/main">
              <mc:Choice Requires="p14">
                <p:contentPart p14:bwMode="auto" r:id="rId530">
                  <p14:nvContentPartPr>
                    <p14:cNvPr id="23" name="Ink 217">
                      <a:extLst>
                        <a:ext uri="{FF2B5EF4-FFF2-40B4-BE49-F238E27FC236}">
                          <a16:creationId xmlns:a16="http://schemas.microsoft.com/office/drawing/2014/main" id="{2C8BC1FC-DC2F-B086-1B74-E374EFEC9261}"/>
                        </a:ext>
                      </a:extLst>
                    </p14:cNvPr>
                    <p14:cNvContentPartPr/>
                    <p14:nvPr/>
                  </p14:nvContentPartPr>
                  <p14:xfrm>
                    <a:off x="3577068" y="1930912"/>
                    <a:ext cx="63720" cy="209160"/>
                  </p14:xfrm>
                </p:contentPart>
              </mc:Choice>
              <mc:Fallback xmlns="">
                <p:pic>
                  <p:nvPicPr>
                    <p:cNvPr id="1281" name="Ink 1280">
                      <a:extLst>
                        <a:ext uri="{FF2B5EF4-FFF2-40B4-BE49-F238E27FC236}">
                          <a16:creationId xmlns:a16="http://schemas.microsoft.com/office/drawing/2014/main" id="{7A75B9B2-65C2-4888-9F0D-8AFD0C44724B}"/>
                        </a:ext>
                      </a:extLst>
                    </p:cNvPr>
                    <p:cNvPicPr/>
                    <p:nvPr/>
                  </p:nvPicPr>
                  <p:blipFill>
                    <a:blip r:embed="rId491"/>
                    <a:stretch>
                      <a:fillRect/>
                    </a:stretch>
                  </p:blipFill>
                  <p:spPr>
                    <a:xfrm>
                      <a:off x="3572748" y="1926592"/>
                      <a:ext cx="72360" cy="217800"/>
                    </a:xfrm>
                    <a:prstGeom prst="rect">
                      <a:avLst/>
                    </a:prstGeom>
                  </p:spPr>
                </p:pic>
              </mc:Fallback>
            </mc:AlternateContent>
            <mc:AlternateContent xmlns:mc="http://schemas.openxmlformats.org/markup-compatibility/2006" xmlns:p14="http://schemas.microsoft.com/office/powerpoint/2010/main">
              <mc:Choice Requires="p14">
                <p:contentPart p14:bwMode="auto" r:id="rId531">
                  <p14:nvContentPartPr>
                    <p14:cNvPr id="24" name="Ink 218">
                      <a:extLst>
                        <a:ext uri="{FF2B5EF4-FFF2-40B4-BE49-F238E27FC236}">
                          <a16:creationId xmlns:a16="http://schemas.microsoft.com/office/drawing/2014/main" id="{6E8AD4DE-E6D9-AF2D-476F-E36C64B412BB}"/>
                        </a:ext>
                      </a:extLst>
                    </p14:cNvPr>
                    <p14:cNvContentPartPr/>
                    <p14:nvPr/>
                  </p14:nvContentPartPr>
                  <p14:xfrm>
                    <a:off x="3561228" y="1928752"/>
                    <a:ext cx="60120" cy="129960"/>
                  </p14:xfrm>
                </p:contentPart>
              </mc:Choice>
              <mc:Fallback xmlns="">
                <p:pic>
                  <p:nvPicPr>
                    <p:cNvPr id="1282" name="Ink 1281">
                      <a:extLst>
                        <a:ext uri="{FF2B5EF4-FFF2-40B4-BE49-F238E27FC236}">
                          <a16:creationId xmlns:a16="http://schemas.microsoft.com/office/drawing/2014/main" id="{A226A604-F8FE-4AEB-BF79-F148DF9286F1}"/>
                        </a:ext>
                      </a:extLst>
                    </p:cNvPr>
                    <p:cNvPicPr/>
                    <p:nvPr/>
                  </p:nvPicPr>
                  <p:blipFill>
                    <a:blip r:embed="rId493"/>
                    <a:stretch>
                      <a:fillRect/>
                    </a:stretch>
                  </p:blipFill>
                  <p:spPr>
                    <a:xfrm>
                      <a:off x="3556908" y="1924432"/>
                      <a:ext cx="68760" cy="138600"/>
                    </a:xfrm>
                    <a:prstGeom prst="rect">
                      <a:avLst/>
                    </a:prstGeom>
                  </p:spPr>
                </p:pic>
              </mc:Fallback>
            </mc:AlternateContent>
            <mc:AlternateContent xmlns:mc="http://schemas.openxmlformats.org/markup-compatibility/2006" xmlns:p14="http://schemas.microsoft.com/office/powerpoint/2010/main">
              <mc:Choice Requires="p14">
                <p:contentPart p14:bwMode="auto" r:id="rId532">
                  <p14:nvContentPartPr>
                    <p14:cNvPr id="25" name="Ink 219">
                      <a:extLst>
                        <a:ext uri="{FF2B5EF4-FFF2-40B4-BE49-F238E27FC236}">
                          <a16:creationId xmlns:a16="http://schemas.microsoft.com/office/drawing/2014/main" id="{1609F048-65C2-6761-E95A-82D62A829AE7}"/>
                        </a:ext>
                      </a:extLst>
                    </p14:cNvPr>
                    <p14:cNvContentPartPr/>
                    <p14:nvPr/>
                  </p14:nvContentPartPr>
                  <p14:xfrm>
                    <a:off x="3673188" y="2036032"/>
                    <a:ext cx="44280" cy="95040"/>
                  </p14:xfrm>
                </p:contentPart>
              </mc:Choice>
              <mc:Fallback xmlns="">
                <p:pic>
                  <p:nvPicPr>
                    <p:cNvPr id="1287" name="Ink 1286">
                      <a:extLst>
                        <a:ext uri="{FF2B5EF4-FFF2-40B4-BE49-F238E27FC236}">
                          <a16:creationId xmlns:a16="http://schemas.microsoft.com/office/drawing/2014/main" id="{1B417559-3307-47FB-811C-2A5F7DD68DE3}"/>
                        </a:ext>
                      </a:extLst>
                    </p:cNvPr>
                    <p:cNvPicPr/>
                    <p:nvPr/>
                  </p:nvPicPr>
                  <p:blipFill>
                    <a:blip r:embed="rId495"/>
                    <a:stretch>
                      <a:fillRect/>
                    </a:stretch>
                  </p:blipFill>
                  <p:spPr>
                    <a:xfrm>
                      <a:off x="3668868" y="2031712"/>
                      <a:ext cx="52920" cy="103680"/>
                    </a:xfrm>
                    <a:prstGeom prst="rect">
                      <a:avLst/>
                    </a:prstGeom>
                  </p:spPr>
                </p:pic>
              </mc:Fallback>
            </mc:AlternateContent>
            <mc:AlternateContent xmlns:mc="http://schemas.openxmlformats.org/markup-compatibility/2006" xmlns:p14="http://schemas.microsoft.com/office/powerpoint/2010/main">
              <mc:Choice Requires="p14">
                <p:contentPart p14:bwMode="auto" r:id="rId533">
                  <p14:nvContentPartPr>
                    <p14:cNvPr id="26" name="Ink 220">
                      <a:extLst>
                        <a:ext uri="{FF2B5EF4-FFF2-40B4-BE49-F238E27FC236}">
                          <a16:creationId xmlns:a16="http://schemas.microsoft.com/office/drawing/2014/main" id="{1A06B396-5B60-2346-C302-E9C529F783B9}"/>
                        </a:ext>
                      </a:extLst>
                    </p14:cNvPr>
                    <p14:cNvContentPartPr/>
                    <p14:nvPr/>
                  </p14:nvContentPartPr>
                  <p14:xfrm>
                    <a:off x="3572028" y="1936312"/>
                    <a:ext cx="67320" cy="200520"/>
                  </p14:xfrm>
                </p:contentPart>
              </mc:Choice>
              <mc:Fallback xmlns="">
                <p:pic>
                  <p:nvPicPr>
                    <p:cNvPr id="1294" name="Ink 1293">
                      <a:extLst>
                        <a:ext uri="{FF2B5EF4-FFF2-40B4-BE49-F238E27FC236}">
                          <a16:creationId xmlns:a16="http://schemas.microsoft.com/office/drawing/2014/main" id="{C447843E-3350-4309-8303-7118A011FD54}"/>
                        </a:ext>
                      </a:extLst>
                    </p:cNvPr>
                    <p:cNvPicPr/>
                    <p:nvPr/>
                  </p:nvPicPr>
                  <p:blipFill>
                    <a:blip r:embed="rId497"/>
                    <a:stretch>
                      <a:fillRect/>
                    </a:stretch>
                  </p:blipFill>
                  <p:spPr>
                    <a:xfrm>
                      <a:off x="3567708" y="1931992"/>
                      <a:ext cx="75960" cy="209160"/>
                    </a:xfrm>
                    <a:prstGeom prst="rect">
                      <a:avLst/>
                    </a:prstGeom>
                  </p:spPr>
                </p:pic>
              </mc:Fallback>
            </mc:AlternateContent>
            <mc:AlternateContent xmlns:mc="http://schemas.openxmlformats.org/markup-compatibility/2006" xmlns:p14="http://schemas.microsoft.com/office/powerpoint/2010/main">
              <mc:Choice Requires="p14">
                <p:contentPart p14:bwMode="auto" r:id="rId534">
                  <p14:nvContentPartPr>
                    <p14:cNvPr id="27" name="Ink 221">
                      <a:extLst>
                        <a:ext uri="{FF2B5EF4-FFF2-40B4-BE49-F238E27FC236}">
                          <a16:creationId xmlns:a16="http://schemas.microsoft.com/office/drawing/2014/main" id="{D2EF2FC9-73EC-8803-9544-EC16170045A3}"/>
                        </a:ext>
                      </a:extLst>
                    </p14:cNvPr>
                    <p14:cNvContentPartPr/>
                    <p14:nvPr/>
                  </p14:nvContentPartPr>
                  <p14:xfrm>
                    <a:off x="3725748" y="2038912"/>
                    <a:ext cx="5400" cy="39960"/>
                  </p14:xfrm>
                </p:contentPart>
              </mc:Choice>
              <mc:Fallback xmlns="">
                <p:pic>
                  <p:nvPicPr>
                    <p:cNvPr id="1301" name="Ink 1300">
                      <a:extLst>
                        <a:ext uri="{FF2B5EF4-FFF2-40B4-BE49-F238E27FC236}">
                          <a16:creationId xmlns:a16="http://schemas.microsoft.com/office/drawing/2014/main" id="{57778227-E433-4F1A-839F-38968EA303F0}"/>
                        </a:ext>
                      </a:extLst>
                    </p:cNvPr>
                    <p:cNvPicPr/>
                    <p:nvPr/>
                  </p:nvPicPr>
                  <p:blipFill>
                    <a:blip r:embed="rId499"/>
                    <a:stretch>
                      <a:fillRect/>
                    </a:stretch>
                  </p:blipFill>
                  <p:spPr>
                    <a:xfrm>
                      <a:off x="3721428" y="2034592"/>
                      <a:ext cx="14040" cy="48600"/>
                    </a:xfrm>
                    <a:prstGeom prst="rect">
                      <a:avLst/>
                    </a:prstGeom>
                  </p:spPr>
                </p:pic>
              </mc:Fallback>
            </mc:AlternateContent>
            <mc:AlternateContent xmlns:mc="http://schemas.openxmlformats.org/markup-compatibility/2006" xmlns:p14="http://schemas.microsoft.com/office/powerpoint/2010/main">
              <mc:Choice Requires="p14">
                <p:contentPart p14:bwMode="auto" r:id="rId535">
                  <p14:nvContentPartPr>
                    <p14:cNvPr id="28" name="Ink 222">
                      <a:extLst>
                        <a:ext uri="{FF2B5EF4-FFF2-40B4-BE49-F238E27FC236}">
                          <a16:creationId xmlns:a16="http://schemas.microsoft.com/office/drawing/2014/main" id="{95273130-42BA-DC39-2BE7-560599299730}"/>
                        </a:ext>
                      </a:extLst>
                    </p14:cNvPr>
                    <p14:cNvContentPartPr/>
                    <p14:nvPr/>
                  </p14:nvContentPartPr>
                  <p14:xfrm>
                    <a:off x="3726828" y="2015512"/>
                    <a:ext cx="6840" cy="60840"/>
                  </p14:xfrm>
                </p:contentPart>
              </mc:Choice>
              <mc:Fallback xmlns="">
                <p:pic>
                  <p:nvPicPr>
                    <p:cNvPr id="1305" name="Ink 1304">
                      <a:extLst>
                        <a:ext uri="{FF2B5EF4-FFF2-40B4-BE49-F238E27FC236}">
                          <a16:creationId xmlns:a16="http://schemas.microsoft.com/office/drawing/2014/main" id="{2950FDCE-9B9C-4A5C-A584-5AAE4A4B2805}"/>
                        </a:ext>
                      </a:extLst>
                    </p:cNvPr>
                    <p:cNvPicPr/>
                    <p:nvPr/>
                  </p:nvPicPr>
                  <p:blipFill>
                    <a:blip r:embed="rId501"/>
                    <a:stretch>
                      <a:fillRect/>
                    </a:stretch>
                  </p:blipFill>
                  <p:spPr>
                    <a:xfrm>
                      <a:off x="3722508" y="2011192"/>
                      <a:ext cx="15480" cy="69480"/>
                    </a:xfrm>
                    <a:prstGeom prst="rect">
                      <a:avLst/>
                    </a:prstGeom>
                  </p:spPr>
                </p:pic>
              </mc:Fallback>
            </mc:AlternateContent>
            <mc:AlternateContent xmlns:mc="http://schemas.openxmlformats.org/markup-compatibility/2006" xmlns:p14="http://schemas.microsoft.com/office/powerpoint/2010/main">
              <mc:Choice Requires="p14">
                <p:contentPart p14:bwMode="auto" r:id="rId536">
                  <p14:nvContentPartPr>
                    <p14:cNvPr id="29" name="Ink 223">
                      <a:extLst>
                        <a:ext uri="{FF2B5EF4-FFF2-40B4-BE49-F238E27FC236}">
                          <a16:creationId xmlns:a16="http://schemas.microsoft.com/office/drawing/2014/main" id="{9F3291CD-0D08-46E0-4F0B-60261AFB7CEB}"/>
                        </a:ext>
                      </a:extLst>
                    </p14:cNvPr>
                    <p14:cNvContentPartPr/>
                    <p14:nvPr/>
                  </p14:nvContentPartPr>
                  <p14:xfrm>
                    <a:off x="3557988" y="1939192"/>
                    <a:ext cx="63360" cy="114480"/>
                  </p14:xfrm>
                </p:contentPart>
              </mc:Choice>
              <mc:Fallback xmlns="">
                <p:pic>
                  <p:nvPicPr>
                    <p:cNvPr id="1370" name="Ink 1369">
                      <a:extLst>
                        <a:ext uri="{FF2B5EF4-FFF2-40B4-BE49-F238E27FC236}">
                          <a16:creationId xmlns:a16="http://schemas.microsoft.com/office/drawing/2014/main" id="{18251AAA-7D0D-4F7E-9AAB-54D6103F37B1}"/>
                        </a:ext>
                      </a:extLst>
                    </p:cNvPr>
                    <p:cNvPicPr/>
                    <p:nvPr/>
                  </p:nvPicPr>
                  <p:blipFill>
                    <a:blip r:embed="rId503"/>
                    <a:stretch>
                      <a:fillRect/>
                    </a:stretch>
                  </p:blipFill>
                  <p:spPr>
                    <a:xfrm>
                      <a:off x="3553668" y="1934872"/>
                      <a:ext cx="72000" cy="123120"/>
                    </a:xfrm>
                    <a:prstGeom prst="rect">
                      <a:avLst/>
                    </a:prstGeom>
                  </p:spPr>
                </p:pic>
              </mc:Fallback>
            </mc:AlternateContent>
            <mc:AlternateContent xmlns:mc="http://schemas.openxmlformats.org/markup-compatibility/2006" xmlns:p14="http://schemas.microsoft.com/office/powerpoint/2010/main">
              <mc:Choice Requires="p14">
                <p:contentPart p14:bwMode="auto" r:id="rId537">
                  <p14:nvContentPartPr>
                    <p14:cNvPr id="30" name="Ink 224">
                      <a:extLst>
                        <a:ext uri="{FF2B5EF4-FFF2-40B4-BE49-F238E27FC236}">
                          <a16:creationId xmlns:a16="http://schemas.microsoft.com/office/drawing/2014/main" id="{E49A43AB-CE4B-CFE0-8398-4DA41D9F1725}"/>
                        </a:ext>
                      </a:extLst>
                    </p14:cNvPr>
                    <p14:cNvContentPartPr/>
                    <p14:nvPr/>
                  </p14:nvContentPartPr>
                  <p14:xfrm>
                    <a:off x="3801708" y="1867192"/>
                    <a:ext cx="23760" cy="45360"/>
                  </p14:xfrm>
                </p:contentPart>
              </mc:Choice>
              <mc:Fallback xmlns="">
                <p:pic>
                  <p:nvPicPr>
                    <p:cNvPr id="1384" name="Ink 1383">
                      <a:extLst>
                        <a:ext uri="{FF2B5EF4-FFF2-40B4-BE49-F238E27FC236}">
                          <a16:creationId xmlns:a16="http://schemas.microsoft.com/office/drawing/2014/main" id="{3CBE62B1-234C-40F7-B41F-DA8B7FCB0E56}"/>
                        </a:ext>
                      </a:extLst>
                    </p:cNvPr>
                    <p:cNvPicPr/>
                    <p:nvPr/>
                  </p:nvPicPr>
                  <p:blipFill>
                    <a:blip r:embed="rId505"/>
                    <a:stretch>
                      <a:fillRect/>
                    </a:stretch>
                  </p:blipFill>
                  <p:spPr>
                    <a:xfrm>
                      <a:off x="3797388" y="1862872"/>
                      <a:ext cx="32400" cy="54000"/>
                    </a:xfrm>
                    <a:prstGeom prst="rect">
                      <a:avLst/>
                    </a:prstGeom>
                  </p:spPr>
                </p:pic>
              </mc:Fallback>
            </mc:AlternateContent>
          </p:grpSp>
        </p:grpSp>
      </p:grpSp>
      <p:sp>
        <p:nvSpPr>
          <p:cNvPr id="224" name="Oval 289">
            <a:extLst>
              <a:ext uri="{FF2B5EF4-FFF2-40B4-BE49-F238E27FC236}">
                <a16:creationId xmlns:a16="http://schemas.microsoft.com/office/drawing/2014/main" id="{47D01A52-276D-DA62-A1F8-A15A421CB2F4}"/>
              </a:ext>
            </a:extLst>
          </p:cNvPr>
          <p:cNvSpPr/>
          <p:nvPr/>
        </p:nvSpPr>
        <p:spPr bwMode="auto">
          <a:xfrm>
            <a:off x="741818" y="529465"/>
            <a:ext cx="1582969" cy="1443586"/>
          </a:xfrm>
          <a:prstGeom prst="ellipse">
            <a:avLst/>
          </a:prstGeom>
          <a:noFill/>
          <a:ln w="25400">
            <a:solidFill>
              <a:schemeClr val="tx2">
                <a:lumMod val="60000"/>
                <a:lumOff val="40000"/>
              </a:schemeClr>
            </a:solidFill>
            <a:prstDash val="dash"/>
            <a:miter lim="800000"/>
            <a:headEnd/>
            <a:tailEnd/>
          </a:ln>
          <a:effectLst/>
        </p:spPr>
        <p:txBody>
          <a:bodyPr wrap="none" rtlCol="0" anchor="ctr"/>
          <a:lstStyle/>
          <a:p>
            <a:pPr algn="ctr"/>
            <a:endParaRPr lang="en-GB" sz="1600" b="1" noProof="0" dirty="0">
              <a:solidFill>
                <a:schemeClr val="bg1"/>
              </a:solidFill>
            </a:endParaRPr>
          </a:p>
        </p:txBody>
      </p:sp>
      <p:sp>
        <p:nvSpPr>
          <p:cNvPr id="225" name="Oval 290">
            <a:extLst>
              <a:ext uri="{FF2B5EF4-FFF2-40B4-BE49-F238E27FC236}">
                <a16:creationId xmlns:a16="http://schemas.microsoft.com/office/drawing/2014/main" id="{A18D6FB3-74D2-D9DC-0E9D-C94AC245FB22}"/>
              </a:ext>
            </a:extLst>
          </p:cNvPr>
          <p:cNvSpPr/>
          <p:nvPr/>
        </p:nvSpPr>
        <p:spPr bwMode="auto">
          <a:xfrm>
            <a:off x="570435" y="1720274"/>
            <a:ext cx="1582969" cy="1443586"/>
          </a:xfrm>
          <a:prstGeom prst="ellipse">
            <a:avLst/>
          </a:prstGeom>
          <a:noFill/>
          <a:ln w="25400">
            <a:solidFill>
              <a:schemeClr val="tx2">
                <a:lumMod val="60000"/>
                <a:lumOff val="40000"/>
              </a:schemeClr>
            </a:solidFill>
            <a:prstDash val="dash"/>
            <a:miter lim="800000"/>
            <a:headEnd/>
            <a:tailEnd/>
          </a:ln>
          <a:effectLst/>
        </p:spPr>
        <p:txBody>
          <a:bodyPr wrap="none" rtlCol="0" anchor="ctr"/>
          <a:lstStyle/>
          <a:p>
            <a:pPr algn="ctr"/>
            <a:endParaRPr lang="en-GB" sz="1600" b="1" noProof="0" dirty="0">
              <a:solidFill>
                <a:schemeClr val="bg1"/>
              </a:solidFill>
            </a:endParaRPr>
          </a:p>
        </p:txBody>
      </p:sp>
      <p:sp>
        <p:nvSpPr>
          <p:cNvPr id="226" name="Oval 291">
            <a:extLst>
              <a:ext uri="{FF2B5EF4-FFF2-40B4-BE49-F238E27FC236}">
                <a16:creationId xmlns:a16="http://schemas.microsoft.com/office/drawing/2014/main" id="{CE42ABF2-E483-FA5F-6FD1-0F0D08360E97}"/>
              </a:ext>
            </a:extLst>
          </p:cNvPr>
          <p:cNvSpPr/>
          <p:nvPr/>
        </p:nvSpPr>
        <p:spPr bwMode="auto">
          <a:xfrm>
            <a:off x="679940" y="2170187"/>
            <a:ext cx="1582969" cy="1522864"/>
          </a:xfrm>
          <a:prstGeom prst="ellipse">
            <a:avLst/>
          </a:prstGeom>
          <a:noFill/>
          <a:ln w="25400">
            <a:solidFill>
              <a:schemeClr val="tx2">
                <a:lumMod val="60000"/>
                <a:lumOff val="40000"/>
              </a:schemeClr>
            </a:solidFill>
            <a:prstDash val="dash"/>
            <a:miter lim="800000"/>
            <a:headEnd/>
            <a:tailEnd/>
          </a:ln>
          <a:effectLst/>
        </p:spPr>
        <p:txBody>
          <a:bodyPr wrap="none" rtlCol="0" anchor="ctr"/>
          <a:lstStyle/>
          <a:p>
            <a:pPr algn="ctr"/>
            <a:endParaRPr lang="en-GB" sz="1600" b="1" noProof="0" dirty="0">
              <a:solidFill>
                <a:schemeClr val="bg1"/>
              </a:solidFill>
            </a:endParaRPr>
          </a:p>
        </p:txBody>
      </p:sp>
      <p:sp>
        <p:nvSpPr>
          <p:cNvPr id="227" name="Oval 293">
            <a:extLst>
              <a:ext uri="{FF2B5EF4-FFF2-40B4-BE49-F238E27FC236}">
                <a16:creationId xmlns:a16="http://schemas.microsoft.com/office/drawing/2014/main" id="{55C97DB5-189B-7EA1-E8B4-EC4ACA1A28AB}"/>
              </a:ext>
            </a:extLst>
          </p:cNvPr>
          <p:cNvSpPr/>
          <p:nvPr/>
        </p:nvSpPr>
        <p:spPr bwMode="auto">
          <a:xfrm>
            <a:off x="705792" y="3478278"/>
            <a:ext cx="1582969" cy="1522864"/>
          </a:xfrm>
          <a:prstGeom prst="ellipse">
            <a:avLst/>
          </a:prstGeom>
          <a:noFill/>
          <a:ln w="25400">
            <a:solidFill>
              <a:schemeClr val="tx2">
                <a:lumMod val="60000"/>
                <a:lumOff val="40000"/>
              </a:schemeClr>
            </a:solidFill>
            <a:prstDash val="dash"/>
            <a:miter lim="800000"/>
            <a:headEnd/>
            <a:tailEnd/>
          </a:ln>
          <a:effectLst/>
        </p:spPr>
        <p:txBody>
          <a:bodyPr wrap="none" rtlCol="0" anchor="ctr"/>
          <a:lstStyle/>
          <a:p>
            <a:pPr algn="ctr"/>
            <a:endParaRPr lang="en-GB" sz="1600" b="1" noProof="0" dirty="0">
              <a:solidFill>
                <a:schemeClr val="bg1"/>
              </a:solidFill>
            </a:endParaRPr>
          </a:p>
        </p:txBody>
      </p:sp>
      <p:sp>
        <p:nvSpPr>
          <p:cNvPr id="228" name="Oval 294">
            <a:extLst>
              <a:ext uri="{FF2B5EF4-FFF2-40B4-BE49-F238E27FC236}">
                <a16:creationId xmlns:a16="http://schemas.microsoft.com/office/drawing/2014/main" id="{85EEEBCF-4953-41A5-03E4-0121C661B954}"/>
              </a:ext>
            </a:extLst>
          </p:cNvPr>
          <p:cNvSpPr/>
          <p:nvPr/>
        </p:nvSpPr>
        <p:spPr bwMode="auto">
          <a:xfrm>
            <a:off x="767778" y="4858128"/>
            <a:ext cx="1582969" cy="1522864"/>
          </a:xfrm>
          <a:prstGeom prst="ellipse">
            <a:avLst/>
          </a:prstGeom>
          <a:noFill/>
          <a:ln w="25400">
            <a:solidFill>
              <a:schemeClr val="tx2">
                <a:lumMod val="60000"/>
                <a:lumOff val="40000"/>
              </a:schemeClr>
            </a:solidFill>
            <a:prstDash val="dash"/>
            <a:miter lim="800000"/>
            <a:headEnd/>
            <a:tailEnd/>
          </a:ln>
          <a:effectLst/>
        </p:spPr>
        <p:txBody>
          <a:bodyPr wrap="none" rtlCol="0" anchor="ctr"/>
          <a:lstStyle/>
          <a:p>
            <a:pPr algn="ctr"/>
            <a:endParaRPr lang="en-GB" sz="1600" b="1" noProof="0" dirty="0">
              <a:solidFill>
                <a:schemeClr val="bg1"/>
              </a:solidFill>
            </a:endParaRPr>
          </a:p>
        </p:txBody>
      </p:sp>
      <p:grpSp>
        <p:nvGrpSpPr>
          <p:cNvPr id="229" name="Group 263">
            <a:extLst>
              <a:ext uri="{FF2B5EF4-FFF2-40B4-BE49-F238E27FC236}">
                <a16:creationId xmlns:a16="http://schemas.microsoft.com/office/drawing/2014/main" id="{FC238DCC-3882-4EBF-F10D-D9B18F4D5C00}"/>
              </a:ext>
            </a:extLst>
          </p:cNvPr>
          <p:cNvGrpSpPr/>
          <p:nvPr/>
        </p:nvGrpSpPr>
        <p:grpSpPr>
          <a:xfrm rot="16200000">
            <a:off x="835204" y="536096"/>
            <a:ext cx="349450" cy="484303"/>
            <a:chOff x="3476018" y="1655769"/>
            <a:chExt cx="349450" cy="484303"/>
          </a:xfrm>
        </p:grpSpPr>
        <p:sp>
          <p:nvSpPr>
            <p:cNvPr id="230" name="Flowchart: Delay 265">
              <a:extLst>
                <a:ext uri="{FF2B5EF4-FFF2-40B4-BE49-F238E27FC236}">
                  <a16:creationId xmlns:a16="http://schemas.microsoft.com/office/drawing/2014/main" id="{2098F7A4-A0FD-2AB5-6B09-2709001AC22B}"/>
                </a:ext>
              </a:extLst>
            </p:cNvPr>
            <p:cNvSpPr/>
            <p:nvPr/>
          </p:nvSpPr>
          <p:spPr>
            <a:xfrm rot="16200000">
              <a:off x="3518739" y="1694930"/>
              <a:ext cx="273165" cy="194844"/>
            </a:xfrm>
            <a:prstGeom prst="flowChartDelay">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mc:AlternateContent xmlns:mc="http://schemas.openxmlformats.org/markup-compatibility/2006" xmlns:p14="http://schemas.microsoft.com/office/powerpoint/2010/main">
          <mc:Choice Requires="p14">
            <p:contentPart p14:bwMode="auto" r:id="rId538">
              <p14:nvContentPartPr>
                <p14:cNvPr id="231" name="Ink 277">
                  <a:extLst>
                    <a:ext uri="{FF2B5EF4-FFF2-40B4-BE49-F238E27FC236}">
                      <a16:creationId xmlns:a16="http://schemas.microsoft.com/office/drawing/2014/main" id="{B86CFAC5-E205-30E4-469F-5F847027827D}"/>
                    </a:ext>
                  </a:extLst>
                </p14:cNvPr>
                <p14:cNvContentPartPr/>
                <p14:nvPr/>
              </p14:nvContentPartPr>
              <p14:xfrm>
                <a:off x="3563025" y="1801595"/>
                <a:ext cx="177480" cy="94680"/>
              </p14:xfrm>
            </p:contentPart>
          </mc:Choice>
          <mc:Fallback xmlns="">
            <p:pic>
              <p:nvPicPr>
                <p:cNvPr id="1264" name="Ink 1263">
                  <a:extLst>
                    <a:ext uri="{FF2B5EF4-FFF2-40B4-BE49-F238E27FC236}">
                      <a16:creationId xmlns:a16="http://schemas.microsoft.com/office/drawing/2014/main" id="{60297DF2-3A12-43CF-9DFE-4BF44F9F9C46}"/>
                    </a:ext>
                  </a:extLst>
                </p:cNvPr>
                <p:cNvPicPr/>
                <p:nvPr/>
              </p:nvPicPr>
              <p:blipFill>
                <a:blip r:embed="rId477"/>
                <a:stretch>
                  <a:fillRect/>
                </a:stretch>
              </p:blipFill>
              <p:spPr>
                <a:xfrm>
                  <a:off x="3558705" y="1797275"/>
                  <a:ext cx="186120" cy="103320"/>
                </a:xfrm>
                <a:prstGeom prst="rect">
                  <a:avLst/>
                </a:prstGeom>
              </p:spPr>
            </p:pic>
          </mc:Fallback>
        </mc:AlternateContent>
        <mc:AlternateContent xmlns:mc="http://schemas.openxmlformats.org/markup-compatibility/2006" xmlns:p14="http://schemas.microsoft.com/office/powerpoint/2010/main">
          <mc:Choice Requires="p14">
            <p:contentPart p14:bwMode="auto" r:id="rId539">
              <p14:nvContentPartPr>
                <p14:cNvPr id="232" name="Ink 279">
                  <a:extLst>
                    <a:ext uri="{FF2B5EF4-FFF2-40B4-BE49-F238E27FC236}">
                      <a16:creationId xmlns:a16="http://schemas.microsoft.com/office/drawing/2014/main" id="{AF5167F0-9620-7D51-DE1B-6BF37B293A04}"/>
                    </a:ext>
                  </a:extLst>
                </p14:cNvPr>
                <p14:cNvContentPartPr/>
                <p14:nvPr/>
              </p14:nvContentPartPr>
              <p14:xfrm>
                <a:off x="3703200" y="1798268"/>
                <a:ext cx="52920" cy="8280"/>
              </p14:xfrm>
            </p:contentPart>
          </mc:Choice>
          <mc:Fallback xmlns="">
            <p:pic>
              <p:nvPicPr>
                <p:cNvPr id="1275" name="Ink 1274">
                  <a:extLst>
                    <a:ext uri="{FF2B5EF4-FFF2-40B4-BE49-F238E27FC236}">
                      <a16:creationId xmlns:a16="http://schemas.microsoft.com/office/drawing/2014/main" id="{7A7E6207-5D59-4BFC-A67C-DAF5BD9EBD00}"/>
                    </a:ext>
                  </a:extLst>
                </p:cNvPr>
                <p:cNvPicPr/>
                <p:nvPr/>
              </p:nvPicPr>
              <p:blipFill>
                <a:blip r:embed="rId479"/>
                <a:stretch>
                  <a:fillRect/>
                </a:stretch>
              </p:blipFill>
              <p:spPr>
                <a:xfrm>
                  <a:off x="3698880" y="1793948"/>
                  <a:ext cx="61560" cy="16920"/>
                </a:xfrm>
                <a:prstGeom prst="rect">
                  <a:avLst/>
                </a:prstGeom>
              </p:spPr>
            </p:pic>
          </mc:Fallback>
        </mc:AlternateContent>
        <p:sp>
          <p:nvSpPr>
            <p:cNvPr id="233" name="Oval 282">
              <a:extLst>
                <a:ext uri="{FF2B5EF4-FFF2-40B4-BE49-F238E27FC236}">
                  <a16:creationId xmlns:a16="http://schemas.microsoft.com/office/drawing/2014/main" id="{39CD9DC5-1B88-82C4-8A89-03B2E9E21D84}"/>
                </a:ext>
              </a:extLst>
            </p:cNvPr>
            <p:cNvSpPr/>
            <p:nvPr/>
          </p:nvSpPr>
          <p:spPr>
            <a:xfrm>
              <a:off x="3614458" y="1703767"/>
              <a:ext cx="74613" cy="74234"/>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34" name="Oval 283">
              <a:extLst>
                <a:ext uri="{FF2B5EF4-FFF2-40B4-BE49-F238E27FC236}">
                  <a16:creationId xmlns:a16="http://schemas.microsoft.com/office/drawing/2014/main" id="{A15A58C7-8C19-034D-A61A-A9F9E16C9E21}"/>
                </a:ext>
              </a:extLst>
            </p:cNvPr>
            <p:cNvSpPr/>
            <p:nvPr/>
          </p:nvSpPr>
          <p:spPr>
            <a:xfrm>
              <a:off x="3629614" y="1718024"/>
              <a:ext cx="45719" cy="45719"/>
            </a:xfrm>
            <a:prstGeom prst="ellipse">
              <a:avLst/>
            </a:prstGeom>
            <a:no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grpSp>
          <p:nvGrpSpPr>
            <p:cNvPr id="235" name="Group 284">
              <a:extLst>
                <a:ext uri="{FF2B5EF4-FFF2-40B4-BE49-F238E27FC236}">
                  <a16:creationId xmlns:a16="http://schemas.microsoft.com/office/drawing/2014/main" id="{CF3E5573-1692-0819-2444-E5EE9573D881}"/>
                </a:ext>
              </a:extLst>
            </p:cNvPr>
            <p:cNvGrpSpPr/>
            <p:nvPr/>
          </p:nvGrpSpPr>
          <p:grpSpPr>
            <a:xfrm>
              <a:off x="3476018" y="1823415"/>
              <a:ext cx="349450" cy="316657"/>
              <a:chOff x="3476018" y="1823415"/>
              <a:chExt cx="349450" cy="316657"/>
            </a:xfrm>
          </p:grpSpPr>
          <mc:AlternateContent xmlns:mc="http://schemas.openxmlformats.org/markup-compatibility/2006" xmlns:p14="http://schemas.microsoft.com/office/powerpoint/2010/main">
            <mc:Choice Requires="p14">
              <p:contentPart p14:bwMode="auto" r:id="rId540">
                <p14:nvContentPartPr>
                  <p14:cNvPr id="236" name="Ink 285">
                    <a:extLst>
                      <a:ext uri="{FF2B5EF4-FFF2-40B4-BE49-F238E27FC236}">
                        <a16:creationId xmlns:a16="http://schemas.microsoft.com/office/drawing/2014/main" id="{0B41176C-95F1-5BD6-F1EF-3AEDE65A1AD4}"/>
                      </a:ext>
                    </a:extLst>
                  </p14:cNvPr>
                  <p14:cNvContentPartPr/>
                  <p14:nvPr/>
                </p14:nvContentPartPr>
                <p14:xfrm>
                  <a:off x="3476018" y="1873095"/>
                  <a:ext cx="45720" cy="30600"/>
                </p14:xfrm>
              </p:contentPart>
            </mc:Choice>
            <mc:Fallback xmlns="">
              <p:pic>
                <p:nvPicPr>
                  <p:cNvPr id="1265" name="Ink 1264">
                    <a:extLst>
                      <a:ext uri="{FF2B5EF4-FFF2-40B4-BE49-F238E27FC236}">
                        <a16:creationId xmlns:a16="http://schemas.microsoft.com/office/drawing/2014/main" id="{F66C41A6-1647-45D6-BC1A-FBEA1F5A5C76}"/>
                      </a:ext>
                    </a:extLst>
                  </p:cNvPr>
                  <p:cNvPicPr/>
                  <p:nvPr/>
                </p:nvPicPr>
                <p:blipFill>
                  <a:blip r:embed="rId10"/>
                  <a:stretch>
                    <a:fillRect/>
                  </a:stretch>
                </p:blipFill>
                <p:spPr>
                  <a:xfrm>
                    <a:off x="3471698" y="1868775"/>
                    <a:ext cx="54360" cy="39240"/>
                  </a:xfrm>
                  <a:prstGeom prst="rect">
                    <a:avLst/>
                  </a:prstGeom>
                </p:spPr>
              </p:pic>
            </mc:Fallback>
          </mc:AlternateContent>
          <mc:AlternateContent xmlns:mc="http://schemas.openxmlformats.org/markup-compatibility/2006" xmlns:p14="http://schemas.microsoft.com/office/powerpoint/2010/main">
            <mc:Choice Requires="p14">
              <p:contentPart p14:bwMode="auto" r:id="rId541">
                <p14:nvContentPartPr>
                  <p14:cNvPr id="237" name="Ink 286">
                    <a:extLst>
                      <a:ext uri="{FF2B5EF4-FFF2-40B4-BE49-F238E27FC236}">
                        <a16:creationId xmlns:a16="http://schemas.microsoft.com/office/drawing/2014/main" id="{8F36639C-D2F1-9453-F26D-FD15CF02FC18}"/>
                      </a:ext>
                    </a:extLst>
                  </p14:cNvPr>
                  <p14:cNvContentPartPr/>
                  <p14:nvPr/>
                </p14:nvContentPartPr>
                <p14:xfrm>
                  <a:off x="3494738" y="1823415"/>
                  <a:ext cx="54720" cy="43200"/>
                </p14:xfrm>
              </p:contentPart>
            </mc:Choice>
            <mc:Fallback xmlns="">
              <p:pic>
                <p:nvPicPr>
                  <p:cNvPr id="1266" name="Ink 1265">
                    <a:extLst>
                      <a:ext uri="{FF2B5EF4-FFF2-40B4-BE49-F238E27FC236}">
                        <a16:creationId xmlns:a16="http://schemas.microsoft.com/office/drawing/2014/main" id="{A00FEEE7-3705-450B-AE50-BBDD90B461D3}"/>
                      </a:ext>
                    </a:extLst>
                  </p:cNvPr>
                  <p:cNvPicPr/>
                  <p:nvPr/>
                </p:nvPicPr>
                <p:blipFill>
                  <a:blip r:embed="rId12"/>
                  <a:stretch>
                    <a:fillRect/>
                  </a:stretch>
                </p:blipFill>
                <p:spPr>
                  <a:xfrm>
                    <a:off x="3490418" y="1819095"/>
                    <a:ext cx="63360" cy="51840"/>
                  </a:xfrm>
                  <a:prstGeom prst="rect">
                    <a:avLst/>
                  </a:prstGeom>
                </p:spPr>
              </p:pic>
            </mc:Fallback>
          </mc:AlternateContent>
          <mc:AlternateContent xmlns:mc="http://schemas.openxmlformats.org/markup-compatibility/2006" xmlns:p14="http://schemas.microsoft.com/office/powerpoint/2010/main">
            <mc:Choice Requires="p14">
              <p:contentPart p14:bwMode="auto" r:id="rId542">
                <p14:nvContentPartPr>
                  <p14:cNvPr id="238" name="Ink 287">
                    <a:extLst>
                      <a:ext uri="{FF2B5EF4-FFF2-40B4-BE49-F238E27FC236}">
                        <a16:creationId xmlns:a16="http://schemas.microsoft.com/office/drawing/2014/main" id="{B508790C-A417-2605-07A2-D45997558115}"/>
                      </a:ext>
                    </a:extLst>
                  </p14:cNvPr>
                  <p14:cNvContentPartPr/>
                  <p14:nvPr/>
                </p14:nvContentPartPr>
                <p14:xfrm>
                  <a:off x="3777338" y="1870215"/>
                  <a:ext cx="44640" cy="36000"/>
                </p14:xfrm>
              </p:contentPart>
            </mc:Choice>
            <mc:Fallback xmlns="">
              <p:pic>
                <p:nvPicPr>
                  <p:cNvPr id="1271" name="Ink 1270">
                    <a:extLst>
                      <a:ext uri="{FF2B5EF4-FFF2-40B4-BE49-F238E27FC236}">
                        <a16:creationId xmlns:a16="http://schemas.microsoft.com/office/drawing/2014/main" id="{192BE73F-CB31-44D8-B4CF-4BC64BF4B794}"/>
                      </a:ext>
                    </a:extLst>
                  </p:cNvPr>
                  <p:cNvPicPr/>
                  <p:nvPr/>
                </p:nvPicPr>
                <p:blipFill>
                  <a:blip r:embed="rId483"/>
                  <a:stretch>
                    <a:fillRect/>
                  </a:stretch>
                </p:blipFill>
                <p:spPr>
                  <a:xfrm>
                    <a:off x="3773018" y="1865895"/>
                    <a:ext cx="53280" cy="44640"/>
                  </a:xfrm>
                  <a:prstGeom prst="rect">
                    <a:avLst/>
                  </a:prstGeom>
                </p:spPr>
              </p:pic>
            </mc:Fallback>
          </mc:AlternateContent>
          <mc:AlternateContent xmlns:mc="http://schemas.openxmlformats.org/markup-compatibility/2006" xmlns:p14="http://schemas.microsoft.com/office/powerpoint/2010/main">
            <mc:Choice Requires="p14">
              <p:contentPart p14:bwMode="auto" r:id="rId543">
                <p14:nvContentPartPr>
                  <p14:cNvPr id="239" name="Ink 292">
                    <a:extLst>
                      <a:ext uri="{FF2B5EF4-FFF2-40B4-BE49-F238E27FC236}">
                        <a16:creationId xmlns:a16="http://schemas.microsoft.com/office/drawing/2014/main" id="{A8C86ABB-160D-B00A-8B6A-EE740F575C3F}"/>
                      </a:ext>
                    </a:extLst>
                  </p14:cNvPr>
                  <p14:cNvContentPartPr/>
                  <p14:nvPr/>
                </p14:nvContentPartPr>
                <p14:xfrm>
                  <a:off x="3757178" y="1831335"/>
                  <a:ext cx="46440" cy="36360"/>
                </p14:xfrm>
              </p:contentPart>
            </mc:Choice>
            <mc:Fallback xmlns="">
              <p:pic>
                <p:nvPicPr>
                  <p:cNvPr id="1272" name="Ink 1271">
                    <a:extLst>
                      <a:ext uri="{FF2B5EF4-FFF2-40B4-BE49-F238E27FC236}">
                        <a16:creationId xmlns:a16="http://schemas.microsoft.com/office/drawing/2014/main" id="{AAD683A3-AE78-4472-9605-449D945E16DD}"/>
                      </a:ext>
                    </a:extLst>
                  </p:cNvPr>
                  <p:cNvPicPr/>
                  <p:nvPr/>
                </p:nvPicPr>
                <p:blipFill>
                  <a:blip r:embed="rId485"/>
                  <a:stretch>
                    <a:fillRect/>
                  </a:stretch>
                </p:blipFill>
                <p:spPr>
                  <a:xfrm>
                    <a:off x="3752858" y="1827015"/>
                    <a:ext cx="55080" cy="45000"/>
                  </a:xfrm>
                  <a:prstGeom prst="rect">
                    <a:avLst/>
                  </a:prstGeom>
                </p:spPr>
              </p:pic>
            </mc:Fallback>
          </mc:AlternateContent>
          <mc:AlternateContent xmlns:mc="http://schemas.openxmlformats.org/markup-compatibility/2006" xmlns:p14="http://schemas.microsoft.com/office/powerpoint/2010/main">
            <mc:Choice Requires="p14">
              <p:contentPart p14:bwMode="auto" r:id="rId544">
                <p14:nvContentPartPr>
                  <p14:cNvPr id="240" name="Ink 295">
                    <a:extLst>
                      <a:ext uri="{FF2B5EF4-FFF2-40B4-BE49-F238E27FC236}">
                        <a16:creationId xmlns:a16="http://schemas.microsoft.com/office/drawing/2014/main" id="{39F7B38E-E2A4-8ABC-593C-DB5BBB8C5CFD}"/>
                      </a:ext>
                    </a:extLst>
                  </p14:cNvPr>
                  <p14:cNvContentPartPr/>
                  <p14:nvPr/>
                </p14:nvContentPartPr>
                <p14:xfrm>
                  <a:off x="3662748" y="1940992"/>
                  <a:ext cx="62640" cy="195120"/>
                </p14:xfrm>
              </p:contentPart>
            </mc:Choice>
            <mc:Fallback xmlns="">
              <p:pic>
                <p:nvPicPr>
                  <p:cNvPr id="1278" name="Ink 1277">
                    <a:extLst>
                      <a:ext uri="{FF2B5EF4-FFF2-40B4-BE49-F238E27FC236}">
                        <a16:creationId xmlns:a16="http://schemas.microsoft.com/office/drawing/2014/main" id="{359A9EEC-B1B4-4203-9F30-C325D9461056}"/>
                      </a:ext>
                    </a:extLst>
                  </p:cNvPr>
                  <p:cNvPicPr/>
                  <p:nvPr/>
                </p:nvPicPr>
                <p:blipFill>
                  <a:blip r:embed="rId487"/>
                  <a:stretch>
                    <a:fillRect/>
                  </a:stretch>
                </p:blipFill>
                <p:spPr>
                  <a:xfrm>
                    <a:off x="3658428" y="1936672"/>
                    <a:ext cx="71280" cy="203760"/>
                  </a:xfrm>
                  <a:prstGeom prst="rect">
                    <a:avLst/>
                  </a:prstGeom>
                </p:spPr>
              </p:pic>
            </mc:Fallback>
          </mc:AlternateContent>
          <mc:AlternateContent xmlns:mc="http://schemas.openxmlformats.org/markup-compatibility/2006" xmlns:p14="http://schemas.microsoft.com/office/powerpoint/2010/main">
            <mc:Choice Requires="p14">
              <p:contentPart p14:bwMode="auto" r:id="rId545">
                <p14:nvContentPartPr>
                  <p14:cNvPr id="241" name="Ink 296">
                    <a:extLst>
                      <a:ext uri="{FF2B5EF4-FFF2-40B4-BE49-F238E27FC236}">
                        <a16:creationId xmlns:a16="http://schemas.microsoft.com/office/drawing/2014/main" id="{4AC834DC-3759-862A-5BED-07CE50E07BE2}"/>
                      </a:ext>
                    </a:extLst>
                  </p14:cNvPr>
                  <p14:cNvContentPartPr/>
                  <p14:nvPr/>
                </p14:nvContentPartPr>
                <p14:xfrm>
                  <a:off x="3672468" y="1931992"/>
                  <a:ext cx="59400" cy="124200"/>
                </p14:xfrm>
              </p:contentPart>
            </mc:Choice>
            <mc:Fallback xmlns="">
              <p:pic>
                <p:nvPicPr>
                  <p:cNvPr id="1279" name="Ink 1278">
                    <a:extLst>
                      <a:ext uri="{FF2B5EF4-FFF2-40B4-BE49-F238E27FC236}">
                        <a16:creationId xmlns:a16="http://schemas.microsoft.com/office/drawing/2014/main" id="{F2A52ED4-452C-465C-9C5D-D340B6C8917D}"/>
                      </a:ext>
                    </a:extLst>
                  </p:cNvPr>
                  <p:cNvPicPr/>
                  <p:nvPr/>
                </p:nvPicPr>
                <p:blipFill>
                  <a:blip r:embed="rId489"/>
                  <a:stretch>
                    <a:fillRect/>
                  </a:stretch>
                </p:blipFill>
                <p:spPr>
                  <a:xfrm>
                    <a:off x="3668148" y="1927672"/>
                    <a:ext cx="68040" cy="132840"/>
                  </a:xfrm>
                  <a:prstGeom prst="rect">
                    <a:avLst/>
                  </a:prstGeom>
                </p:spPr>
              </p:pic>
            </mc:Fallback>
          </mc:AlternateContent>
          <mc:AlternateContent xmlns:mc="http://schemas.openxmlformats.org/markup-compatibility/2006" xmlns:p14="http://schemas.microsoft.com/office/powerpoint/2010/main">
            <mc:Choice Requires="p14">
              <p:contentPart p14:bwMode="auto" r:id="rId546">
                <p14:nvContentPartPr>
                  <p14:cNvPr id="242" name="Ink 297">
                    <a:extLst>
                      <a:ext uri="{FF2B5EF4-FFF2-40B4-BE49-F238E27FC236}">
                        <a16:creationId xmlns:a16="http://schemas.microsoft.com/office/drawing/2014/main" id="{A3E97A55-4220-435A-089D-FD1DFF4AF853}"/>
                      </a:ext>
                    </a:extLst>
                  </p14:cNvPr>
                  <p14:cNvContentPartPr/>
                  <p14:nvPr/>
                </p14:nvContentPartPr>
                <p14:xfrm>
                  <a:off x="3577068" y="1930912"/>
                  <a:ext cx="63720" cy="209160"/>
                </p14:xfrm>
              </p:contentPart>
            </mc:Choice>
            <mc:Fallback xmlns="">
              <p:pic>
                <p:nvPicPr>
                  <p:cNvPr id="1281" name="Ink 1280">
                    <a:extLst>
                      <a:ext uri="{FF2B5EF4-FFF2-40B4-BE49-F238E27FC236}">
                        <a16:creationId xmlns:a16="http://schemas.microsoft.com/office/drawing/2014/main" id="{7A75B9B2-65C2-4888-9F0D-8AFD0C44724B}"/>
                      </a:ext>
                    </a:extLst>
                  </p:cNvPr>
                  <p:cNvPicPr/>
                  <p:nvPr/>
                </p:nvPicPr>
                <p:blipFill>
                  <a:blip r:embed="rId491"/>
                  <a:stretch>
                    <a:fillRect/>
                  </a:stretch>
                </p:blipFill>
                <p:spPr>
                  <a:xfrm>
                    <a:off x="3572748" y="1926592"/>
                    <a:ext cx="72360" cy="217800"/>
                  </a:xfrm>
                  <a:prstGeom prst="rect">
                    <a:avLst/>
                  </a:prstGeom>
                </p:spPr>
              </p:pic>
            </mc:Fallback>
          </mc:AlternateContent>
          <mc:AlternateContent xmlns:mc="http://schemas.openxmlformats.org/markup-compatibility/2006" xmlns:p14="http://schemas.microsoft.com/office/powerpoint/2010/main">
            <mc:Choice Requires="p14">
              <p:contentPart p14:bwMode="auto" r:id="rId547">
                <p14:nvContentPartPr>
                  <p14:cNvPr id="243" name="Ink 298">
                    <a:extLst>
                      <a:ext uri="{FF2B5EF4-FFF2-40B4-BE49-F238E27FC236}">
                        <a16:creationId xmlns:a16="http://schemas.microsoft.com/office/drawing/2014/main" id="{547B4DCD-1BDE-3F94-8159-58CD908D66BF}"/>
                      </a:ext>
                    </a:extLst>
                  </p14:cNvPr>
                  <p14:cNvContentPartPr/>
                  <p14:nvPr/>
                </p14:nvContentPartPr>
                <p14:xfrm>
                  <a:off x="3561228" y="1928752"/>
                  <a:ext cx="60120" cy="129960"/>
                </p14:xfrm>
              </p:contentPart>
            </mc:Choice>
            <mc:Fallback xmlns="">
              <p:pic>
                <p:nvPicPr>
                  <p:cNvPr id="1282" name="Ink 1281">
                    <a:extLst>
                      <a:ext uri="{FF2B5EF4-FFF2-40B4-BE49-F238E27FC236}">
                        <a16:creationId xmlns:a16="http://schemas.microsoft.com/office/drawing/2014/main" id="{A226A604-F8FE-4AEB-BF79-F148DF9286F1}"/>
                      </a:ext>
                    </a:extLst>
                  </p:cNvPr>
                  <p:cNvPicPr/>
                  <p:nvPr/>
                </p:nvPicPr>
                <p:blipFill>
                  <a:blip r:embed="rId493"/>
                  <a:stretch>
                    <a:fillRect/>
                  </a:stretch>
                </p:blipFill>
                <p:spPr>
                  <a:xfrm>
                    <a:off x="3556908" y="1924432"/>
                    <a:ext cx="68760" cy="138600"/>
                  </a:xfrm>
                  <a:prstGeom prst="rect">
                    <a:avLst/>
                  </a:prstGeom>
                </p:spPr>
              </p:pic>
            </mc:Fallback>
          </mc:AlternateContent>
          <mc:AlternateContent xmlns:mc="http://schemas.openxmlformats.org/markup-compatibility/2006" xmlns:p14="http://schemas.microsoft.com/office/powerpoint/2010/main">
            <mc:Choice Requires="p14">
              <p:contentPart p14:bwMode="auto" r:id="rId548">
                <p14:nvContentPartPr>
                  <p14:cNvPr id="244" name="Ink 299">
                    <a:extLst>
                      <a:ext uri="{FF2B5EF4-FFF2-40B4-BE49-F238E27FC236}">
                        <a16:creationId xmlns:a16="http://schemas.microsoft.com/office/drawing/2014/main" id="{899E5987-5C46-6CB9-DB9A-1423294DC40A}"/>
                      </a:ext>
                    </a:extLst>
                  </p14:cNvPr>
                  <p14:cNvContentPartPr/>
                  <p14:nvPr/>
                </p14:nvContentPartPr>
                <p14:xfrm>
                  <a:off x="3673188" y="2036032"/>
                  <a:ext cx="44280" cy="95040"/>
                </p14:xfrm>
              </p:contentPart>
            </mc:Choice>
            <mc:Fallback xmlns="">
              <p:pic>
                <p:nvPicPr>
                  <p:cNvPr id="1287" name="Ink 1286">
                    <a:extLst>
                      <a:ext uri="{FF2B5EF4-FFF2-40B4-BE49-F238E27FC236}">
                        <a16:creationId xmlns:a16="http://schemas.microsoft.com/office/drawing/2014/main" id="{1B417559-3307-47FB-811C-2A5F7DD68DE3}"/>
                      </a:ext>
                    </a:extLst>
                  </p:cNvPr>
                  <p:cNvPicPr/>
                  <p:nvPr/>
                </p:nvPicPr>
                <p:blipFill>
                  <a:blip r:embed="rId495"/>
                  <a:stretch>
                    <a:fillRect/>
                  </a:stretch>
                </p:blipFill>
                <p:spPr>
                  <a:xfrm>
                    <a:off x="3668868" y="2031712"/>
                    <a:ext cx="52920" cy="103680"/>
                  </a:xfrm>
                  <a:prstGeom prst="rect">
                    <a:avLst/>
                  </a:prstGeom>
                </p:spPr>
              </p:pic>
            </mc:Fallback>
          </mc:AlternateContent>
          <mc:AlternateContent xmlns:mc="http://schemas.openxmlformats.org/markup-compatibility/2006" xmlns:p14="http://schemas.microsoft.com/office/powerpoint/2010/main">
            <mc:Choice Requires="p14">
              <p:contentPart p14:bwMode="auto" r:id="rId549">
                <p14:nvContentPartPr>
                  <p14:cNvPr id="245" name="Ink 301">
                    <a:extLst>
                      <a:ext uri="{FF2B5EF4-FFF2-40B4-BE49-F238E27FC236}">
                        <a16:creationId xmlns:a16="http://schemas.microsoft.com/office/drawing/2014/main" id="{6837A2C8-B9D4-C08D-D79A-0BDD2C812C1F}"/>
                      </a:ext>
                    </a:extLst>
                  </p14:cNvPr>
                  <p14:cNvContentPartPr/>
                  <p14:nvPr/>
                </p14:nvContentPartPr>
                <p14:xfrm>
                  <a:off x="3572028" y="1936312"/>
                  <a:ext cx="67320" cy="200520"/>
                </p14:xfrm>
              </p:contentPart>
            </mc:Choice>
            <mc:Fallback xmlns="">
              <p:pic>
                <p:nvPicPr>
                  <p:cNvPr id="1294" name="Ink 1293">
                    <a:extLst>
                      <a:ext uri="{FF2B5EF4-FFF2-40B4-BE49-F238E27FC236}">
                        <a16:creationId xmlns:a16="http://schemas.microsoft.com/office/drawing/2014/main" id="{C447843E-3350-4309-8303-7118A011FD54}"/>
                      </a:ext>
                    </a:extLst>
                  </p:cNvPr>
                  <p:cNvPicPr/>
                  <p:nvPr/>
                </p:nvPicPr>
                <p:blipFill>
                  <a:blip r:embed="rId497"/>
                  <a:stretch>
                    <a:fillRect/>
                  </a:stretch>
                </p:blipFill>
                <p:spPr>
                  <a:xfrm>
                    <a:off x="3567708" y="1931992"/>
                    <a:ext cx="75960" cy="209160"/>
                  </a:xfrm>
                  <a:prstGeom prst="rect">
                    <a:avLst/>
                  </a:prstGeom>
                </p:spPr>
              </p:pic>
            </mc:Fallback>
          </mc:AlternateContent>
          <mc:AlternateContent xmlns:mc="http://schemas.openxmlformats.org/markup-compatibility/2006" xmlns:p14="http://schemas.microsoft.com/office/powerpoint/2010/main">
            <mc:Choice Requires="p14">
              <p:contentPart p14:bwMode="auto" r:id="rId550">
                <p14:nvContentPartPr>
                  <p14:cNvPr id="246" name="Ink 302">
                    <a:extLst>
                      <a:ext uri="{FF2B5EF4-FFF2-40B4-BE49-F238E27FC236}">
                        <a16:creationId xmlns:a16="http://schemas.microsoft.com/office/drawing/2014/main" id="{E4F044A9-9870-F3F8-E8F4-7E2E46EC6199}"/>
                      </a:ext>
                    </a:extLst>
                  </p14:cNvPr>
                  <p14:cNvContentPartPr/>
                  <p14:nvPr/>
                </p14:nvContentPartPr>
                <p14:xfrm>
                  <a:off x="3725748" y="2038912"/>
                  <a:ext cx="5400" cy="39960"/>
                </p14:xfrm>
              </p:contentPart>
            </mc:Choice>
            <mc:Fallback xmlns="">
              <p:pic>
                <p:nvPicPr>
                  <p:cNvPr id="1301" name="Ink 1300">
                    <a:extLst>
                      <a:ext uri="{FF2B5EF4-FFF2-40B4-BE49-F238E27FC236}">
                        <a16:creationId xmlns:a16="http://schemas.microsoft.com/office/drawing/2014/main" id="{57778227-E433-4F1A-839F-38968EA303F0}"/>
                      </a:ext>
                    </a:extLst>
                  </p:cNvPr>
                  <p:cNvPicPr/>
                  <p:nvPr/>
                </p:nvPicPr>
                <p:blipFill>
                  <a:blip r:embed="rId499"/>
                  <a:stretch>
                    <a:fillRect/>
                  </a:stretch>
                </p:blipFill>
                <p:spPr>
                  <a:xfrm>
                    <a:off x="3721428" y="2034592"/>
                    <a:ext cx="14040" cy="48600"/>
                  </a:xfrm>
                  <a:prstGeom prst="rect">
                    <a:avLst/>
                  </a:prstGeom>
                </p:spPr>
              </p:pic>
            </mc:Fallback>
          </mc:AlternateContent>
          <mc:AlternateContent xmlns:mc="http://schemas.openxmlformats.org/markup-compatibility/2006" xmlns:p14="http://schemas.microsoft.com/office/powerpoint/2010/main">
            <mc:Choice Requires="p14">
              <p:contentPart p14:bwMode="auto" r:id="rId551">
                <p14:nvContentPartPr>
                  <p14:cNvPr id="247" name="Ink 303">
                    <a:extLst>
                      <a:ext uri="{FF2B5EF4-FFF2-40B4-BE49-F238E27FC236}">
                        <a16:creationId xmlns:a16="http://schemas.microsoft.com/office/drawing/2014/main" id="{5414013B-AF8E-F1F3-5060-4FD20DBE62B1}"/>
                      </a:ext>
                    </a:extLst>
                  </p14:cNvPr>
                  <p14:cNvContentPartPr/>
                  <p14:nvPr/>
                </p14:nvContentPartPr>
                <p14:xfrm>
                  <a:off x="3726828" y="2015512"/>
                  <a:ext cx="6840" cy="60840"/>
                </p14:xfrm>
              </p:contentPart>
            </mc:Choice>
            <mc:Fallback xmlns="">
              <p:pic>
                <p:nvPicPr>
                  <p:cNvPr id="1305" name="Ink 1304">
                    <a:extLst>
                      <a:ext uri="{FF2B5EF4-FFF2-40B4-BE49-F238E27FC236}">
                        <a16:creationId xmlns:a16="http://schemas.microsoft.com/office/drawing/2014/main" id="{2950FDCE-9B9C-4A5C-A584-5AAE4A4B2805}"/>
                      </a:ext>
                    </a:extLst>
                  </p:cNvPr>
                  <p:cNvPicPr/>
                  <p:nvPr/>
                </p:nvPicPr>
                <p:blipFill>
                  <a:blip r:embed="rId501"/>
                  <a:stretch>
                    <a:fillRect/>
                  </a:stretch>
                </p:blipFill>
                <p:spPr>
                  <a:xfrm>
                    <a:off x="3722508" y="2011192"/>
                    <a:ext cx="15480" cy="69480"/>
                  </a:xfrm>
                  <a:prstGeom prst="rect">
                    <a:avLst/>
                  </a:prstGeom>
                </p:spPr>
              </p:pic>
            </mc:Fallback>
          </mc:AlternateContent>
          <mc:AlternateContent xmlns:mc="http://schemas.openxmlformats.org/markup-compatibility/2006" xmlns:p14="http://schemas.microsoft.com/office/powerpoint/2010/main">
            <mc:Choice Requires="p14">
              <p:contentPart p14:bwMode="auto" r:id="rId552">
                <p14:nvContentPartPr>
                  <p14:cNvPr id="248" name="Ink 304">
                    <a:extLst>
                      <a:ext uri="{FF2B5EF4-FFF2-40B4-BE49-F238E27FC236}">
                        <a16:creationId xmlns:a16="http://schemas.microsoft.com/office/drawing/2014/main" id="{24CD70A8-25C6-A269-A63C-EB4DFA7DC3AF}"/>
                      </a:ext>
                    </a:extLst>
                  </p14:cNvPr>
                  <p14:cNvContentPartPr/>
                  <p14:nvPr/>
                </p14:nvContentPartPr>
                <p14:xfrm>
                  <a:off x="3557988" y="1939192"/>
                  <a:ext cx="63360" cy="114480"/>
                </p14:xfrm>
              </p:contentPart>
            </mc:Choice>
            <mc:Fallback xmlns="">
              <p:pic>
                <p:nvPicPr>
                  <p:cNvPr id="1370" name="Ink 1369">
                    <a:extLst>
                      <a:ext uri="{FF2B5EF4-FFF2-40B4-BE49-F238E27FC236}">
                        <a16:creationId xmlns:a16="http://schemas.microsoft.com/office/drawing/2014/main" id="{18251AAA-7D0D-4F7E-9AAB-54D6103F37B1}"/>
                      </a:ext>
                    </a:extLst>
                  </p:cNvPr>
                  <p:cNvPicPr/>
                  <p:nvPr/>
                </p:nvPicPr>
                <p:blipFill>
                  <a:blip r:embed="rId503"/>
                  <a:stretch>
                    <a:fillRect/>
                  </a:stretch>
                </p:blipFill>
                <p:spPr>
                  <a:xfrm>
                    <a:off x="3553668" y="1934872"/>
                    <a:ext cx="72000" cy="123120"/>
                  </a:xfrm>
                  <a:prstGeom prst="rect">
                    <a:avLst/>
                  </a:prstGeom>
                </p:spPr>
              </p:pic>
            </mc:Fallback>
          </mc:AlternateContent>
          <mc:AlternateContent xmlns:mc="http://schemas.openxmlformats.org/markup-compatibility/2006" xmlns:p14="http://schemas.microsoft.com/office/powerpoint/2010/main">
            <mc:Choice Requires="p14">
              <p:contentPart p14:bwMode="auto" r:id="rId553">
                <p14:nvContentPartPr>
                  <p14:cNvPr id="249" name="Ink 305">
                    <a:extLst>
                      <a:ext uri="{FF2B5EF4-FFF2-40B4-BE49-F238E27FC236}">
                        <a16:creationId xmlns:a16="http://schemas.microsoft.com/office/drawing/2014/main" id="{9098C4DA-BEA3-E9D8-EF59-3EA0FCB896AB}"/>
                      </a:ext>
                    </a:extLst>
                  </p14:cNvPr>
                  <p14:cNvContentPartPr/>
                  <p14:nvPr/>
                </p14:nvContentPartPr>
                <p14:xfrm>
                  <a:off x="3801708" y="1867192"/>
                  <a:ext cx="23760" cy="45360"/>
                </p14:xfrm>
              </p:contentPart>
            </mc:Choice>
            <mc:Fallback xmlns="">
              <p:pic>
                <p:nvPicPr>
                  <p:cNvPr id="1384" name="Ink 1383">
                    <a:extLst>
                      <a:ext uri="{FF2B5EF4-FFF2-40B4-BE49-F238E27FC236}">
                        <a16:creationId xmlns:a16="http://schemas.microsoft.com/office/drawing/2014/main" id="{3CBE62B1-234C-40F7-B41F-DA8B7FCB0E56}"/>
                      </a:ext>
                    </a:extLst>
                  </p:cNvPr>
                  <p:cNvPicPr/>
                  <p:nvPr/>
                </p:nvPicPr>
                <p:blipFill>
                  <a:blip r:embed="rId505"/>
                  <a:stretch>
                    <a:fillRect/>
                  </a:stretch>
                </p:blipFill>
                <p:spPr>
                  <a:xfrm>
                    <a:off x="3797388" y="1862872"/>
                    <a:ext cx="32400" cy="54000"/>
                  </a:xfrm>
                  <a:prstGeom prst="rect">
                    <a:avLst/>
                  </a:prstGeom>
                </p:spPr>
              </p:pic>
            </mc:Fallback>
          </mc:AlternateContent>
        </p:grpSp>
      </p:grpSp>
      <p:grpSp>
        <p:nvGrpSpPr>
          <p:cNvPr id="250" name="Group 328">
            <a:extLst>
              <a:ext uri="{FF2B5EF4-FFF2-40B4-BE49-F238E27FC236}">
                <a16:creationId xmlns:a16="http://schemas.microsoft.com/office/drawing/2014/main" id="{DEDDECEA-4B68-C0F0-AA4A-B5C85356410F}"/>
              </a:ext>
            </a:extLst>
          </p:cNvPr>
          <p:cNvGrpSpPr/>
          <p:nvPr/>
        </p:nvGrpSpPr>
        <p:grpSpPr>
          <a:xfrm rot="16200000">
            <a:off x="605678" y="3693989"/>
            <a:ext cx="349450" cy="484303"/>
            <a:chOff x="3476018" y="1655769"/>
            <a:chExt cx="349450" cy="484303"/>
          </a:xfrm>
        </p:grpSpPr>
        <p:sp>
          <p:nvSpPr>
            <p:cNvPr id="251" name="Flowchart: Delay 329">
              <a:extLst>
                <a:ext uri="{FF2B5EF4-FFF2-40B4-BE49-F238E27FC236}">
                  <a16:creationId xmlns:a16="http://schemas.microsoft.com/office/drawing/2014/main" id="{8B66A060-5250-C73D-C3D7-FCE64CD991A2}"/>
                </a:ext>
              </a:extLst>
            </p:cNvPr>
            <p:cNvSpPr/>
            <p:nvPr/>
          </p:nvSpPr>
          <p:spPr>
            <a:xfrm rot="16200000">
              <a:off x="3518739" y="1694930"/>
              <a:ext cx="273165" cy="194844"/>
            </a:xfrm>
            <a:prstGeom prst="flowChartDelay">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mc:AlternateContent xmlns:mc="http://schemas.openxmlformats.org/markup-compatibility/2006" xmlns:p14="http://schemas.microsoft.com/office/powerpoint/2010/main">
          <mc:Choice Requires="p14">
            <p:contentPart p14:bwMode="auto" r:id="rId554">
              <p14:nvContentPartPr>
                <p14:cNvPr id="252" name="Ink 330">
                  <a:extLst>
                    <a:ext uri="{FF2B5EF4-FFF2-40B4-BE49-F238E27FC236}">
                      <a16:creationId xmlns:a16="http://schemas.microsoft.com/office/drawing/2014/main" id="{A200EFA2-A161-182C-22D0-653869223F4C}"/>
                    </a:ext>
                  </a:extLst>
                </p14:cNvPr>
                <p14:cNvContentPartPr/>
                <p14:nvPr/>
              </p14:nvContentPartPr>
              <p14:xfrm>
                <a:off x="3563025" y="1801595"/>
                <a:ext cx="177480" cy="94680"/>
              </p14:xfrm>
            </p:contentPart>
          </mc:Choice>
          <mc:Fallback xmlns="">
            <p:pic>
              <p:nvPicPr>
                <p:cNvPr id="1264" name="Ink 1263">
                  <a:extLst>
                    <a:ext uri="{FF2B5EF4-FFF2-40B4-BE49-F238E27FC236}">
                      <a16:creationId xmlns:a16="http://schemas.microsoft.com/office/drawing/2014/main" id="{60297DF2-3A12-43CF-9DFE-4BF44F9F9C46}"/>
                    </a:ext>
                  </a:extLst>
                </p:cNvPr>
                <p:cNvPicPr/>
                <p:nvPr/>
              </p:nvPicPr>
              <p:blipFill>
                <a:blip r:embed="rId477"/>
                <a:stretch>
                  <a:fillRect/>
                </a:stretch>
              </p:blipFill>
              <p:spPr>
                <a:xfrm>
                  <a:off x="3558705" y="1797275"/>
                  <a:ext cx="186120" cy="103320"/>
                </a:xfrm>
                <a:prstGeom prst="rect">
                  <a:avLst/>
                </a:prstGeom>
              </p:spPr>
            </p:pic>
          </mc:Fallback>
        </mc:AlternateContent>
        <mc:AlternateContent xmlns:mc="http://schemas.openxmlformats.org/markup-compatibility/2006" xmlns:p14="http://schemas.microsoft.com/office/powerpoint/2010/main">
          <mc:Choice Requires="p14">
            <p:contentPart p14:bwMode="auto" r:id="rId555">
              <p14:nvContentPartPr>
                <p14:cNvPr id="253" name="Ink 331">
                  <a:extLst>
                    <a:ext uri="{FF2B5EF4-FFF2-40B4-BE49-F238E27FC236}">
                      <a16:creationId xmlns:a16="http://schemas.microsoft.com/office/drawing/2014/main" id="{4945D377-B84F-1D6A-DE0A-B5F9CABD687E}"/>
                    </a:ext>
                  </a:extLst>
                </p14:cNvPr>
                <p14:cNvContentPartPr/>
                <p14:nvPr/>
              </p14:nvContentPartPr>
              <p14:xfrm>
                <a:off x="3703200" y="1798268"/>
                <a:ext cx="52920" cy="8280"/>
              </p14:xfrm>
            </p:contentPart>
          </mc:Choice>
          <mc:Fallback xmlns="">
            <p:pic>
              <p:nvPicPr>
                <p:cNvPr id="1275" name="Ink 1274">
                  <a:extLst>
                    <a:ext uri="{FF2B5EF4-FFF2-40B4-BE49-F238E27FC236}">
                      <a16:creationId xmlns:a16="http://schemas.microsoft.com/office/drawing/2014/main" id="{7A7E6207-5D59-4BFC-A67C-DAF5BD9EBD00}"/>
                    </a:ext>
                  </a:extLst>
                </p:cNvPr>
                <p:cNvPicPr/>
                <p:nvPr/>
              </p:nvPicPr>
              <p:blipFill>
                <a:blip r:embed="rId479"/>
                <a:stretch>
                  <a:fillRect/>
                </a:stretch>
              </p:blipFill>
              <p:spPr>
                <a:xfrm>
                  <a:off x="3698880" y="1793948"/>
                  <a:ext cx="61560" cy="16920"/>
                </a:xfrm>
                <a:prstGeom prst="rect">
                  <a:avLst/>
                </a:prstGeom>
              </p:spPr>
            </p:pic>
          </mc:Fallback>
        </mc:AlternateContent>
        <p:sp>
          <p:nvSpPr>
            <p:cNvPr id="254" name="Oval 332">
              <a:extLst>
                <a:ext uri="{FF2B5EF4-FFF2-40B4-BE49-F238E27FC236}">
                  <a16:creationId xmlns:a16="http://schemas.microsoft.com/office/drawing/2014/main" id="{642A5907-7752-6FBB-F29B-6D116CD92332}"/>
                </a:ext>
              </a:extLst>
            </p:cNvPr>
            <p:cNvSpPr/>
            <p:nvPr/>
          </p:nvSpPr>
          <p:spPr>
            <a:xfrm>
              <a:off x="3614458" y="1703767"/>
              <a:ext cx="74613" cy="74234"/>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55" name="Oval 333">
              <a:extLst>
                <a:ext uri="{FF2B5EF4-FFF2-40B4-BE49-F238E27FC236}">
                  <a16:creationId xmlns:a16="http://schemas.microsoft.com/office/drawing/2014/main" id="{58AEA222-8985-4DD2-D3DF-7A389969747A}"/>
                </a:ext>
              </a:extLst>
            </p:cNvPr>
            <p:cNvSpPr/>
            <p:nvPr/>
          </p:nvSpPr>
          <p:spPr>
            <a:xfrm>
              <a:off x="3629614" y="1718024"/>
              <a:ext cx="45719" cy="45719"/>
            </a:xfrm>
            <a:prstGeom prst="ellipse">
              <a:avLst/>
            </a:prstGeom>
            <a:no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grpSp>
          <p:nvGrpSpPr>
            <p:cNvPr id="256" name="Group 334">
              <a:extLst>
                <a:ext uri="{FF2B5EF4-FFF2-40B4-BE49-F238E27FC236}">
                  <a16:creationId xmlns:a16="http://schemas.microsoft.com/office/drawing/2014/main" id="{E7040077-EDA8-D27A-007B-BB94D57630AB}"/>
                </a:ext>
              </a:extLst>
            </p:cNvPr>
            <p:cNvGrpSpPr/>
            <p:nvPr/>
          </p:nvGrpSpPr>
          <p:grpSpPr>
            <a:xfrm>
              <a:off x="3476018" y="1823415"/>
              <a:ext cx="349450" cy="316657"/>
              <a:chOff x="3476018" y="1823415"/>
              <a:chExt cx="349450" cy="316657"/>
            </a:xfrm>
          </p:grpSpPr>
          <mc:AlternateContent xmlns:mc="http://schemas.openxmlformats.org/markup-compatibility/2006" xmlns:p14="http://schemas.microsoft.com/office/powerpoint/2010/main">
            <mc:Choice Requires="p14">
              <p:contentPart p14:bwMode="auto" r:id="rId556">
                <p14:nvContentPartPr>
                  <p14:cNvPr id="257" name="Ink 335">
                    <a:extLst>
                      <a:ext uri="{FF2B5EF4-FFF2-40B4-BE49-F238E27FC236}">
                        <a16:creationId xmlns:a16="http://schemas.microsoft.com/office/drawing/2014/main" id="{793C477D-7BFA-1357-D369-2C56607B584B}"/>
                      </a:ext>
                    </a:extLst>
                  </p14:cNvPr>
                  <p14:cNvContentPartPr/>
                  <p14:nvPr/>
                </p14:nvContentPartPr>
                <p14:xfrm>
                  <a:off x="3476018" y="1873095"/>
                  <a:ext cx="45720" cy="30600"/>
                </p14:xfrm>
              </p:contentPart>
            </mc:Choice>
            <mc:Fallback xmlns="">
              <p:pic>
                <p:nvPicPr>
                  <p:cNvPr id="1265" name="Ink 1264">
                    <a:extLst>
                      <a:ext uri="{FF2B5EF4-FFF2-40B4-BE49-F238E27FC236}">
                        <a16:creationId xmlns:a16="http://schemas.microsoft.com/office/drawing/2014/main" id="{F66C41A6-1647-45D6-BC1A-FBEA1F5A5C76}"/>
                      </a:ext>
                    </a:extLst>
                  </p:cNvPr>
                  <p:cNvPicPr/>
                  <p:nvPr/>
                </p:nvPicPr>
                <p:blipFill>
                  <a:blip r:embed="rId10"/>
                  <a:stretch>
                    <a:fillRect/>
                  </a:stretch>
                </p:blipFill>
                <p:spPr>
                  <a:xfrm>
                    <a:off x="3471698" y="1868775"/>
                    <a:ext cx="54360" cy="39240"/>
                  </a:xfrm>
                  <a:prstGeom prst="rect">
                    <a:avLst/>
                  </a:prstGeom>
                </p:spPr>
              </p:pic>
            </mc:Fallback>
          </mc:AlternateContent>
          <mc:AlternateContent xmlns:mc="http://schemas.openxmlformats.org/markup-compatibility/2006" xmlns:p14="http://schemas.microsoft.com/office/powerpoint/2010/main">
            <mc:Choice Requires="p14">
              <p:contentPart p14:bwMode="auto" r:id="rId557">
                <p14:nvContentPartPr>
                  <p14:cNvPr id="258" name="Ink 336">
                    <a:extLst>
                      <a:ext uri="{FF2B5EF4-FFF2-40B4-BE49-F238E27FC236}">
                        <a16:creationId xmlns:a16="http://schemas.microsoft.com/office/drawing/2014/main" id="{FFE01334-3FA0-0E62-9E6C-4852EC9BA0F8}"/>
                      </a:ext>
                    </a:extLst>
                  </p14:cNvPr>
                  <p14:cNvContentPartPr/>
                  <p14:nvPr/>
                </p14:nvContentPartPr>
                <p14:xfrm>
                  <a:off x="3494738" y="1823415"/>
                  <a:ext cx="54720" cy="43200"/>
                </p14:xfrm>
              </p:contentPart>
            </mc:Choice>
            <mc:Fallback xmlns="">
              <p:pic>
                <p:nvPicPr>
                  <p:cNvPr id="1266" name="Ink 1265">
                    <a:extLst>
                      <a:ext uri="{FF2B5EF4-FFF2-40B4-BE49-F238E27FC236}">
                        <a16:creationId xmlns:a16="http://schemas.microsoft.com/office/drawing/2014/main" id="{A00FEEE7-3705-450B-AE50-BBDD90B461D3}"/>
                      </a:ext>
                    </a:extLst>
                  </p:cNvPr>
                  <p:cNvPicPr/>
                  <p:nvPr/>
                </p:nvPicPr>
                <p:blipFill>
                  <a:blip r:embed="rId12"/>
                  <a:stretch>
                    <a:fillRect/>
                  </a:stretch>
                </p:blipFill>
                <p:spPr>
                  <a:xfrm>
                    <a:off x="3490418" y="1819095"/>
                    <a:ext cx="63360" cy="51840"/>
                  </a:xfrm>
                  <a:prstGeom prst="rect">
                    <a:avLst/>
                  </a:prstGeom>
                </p:spPr>
              </p:pic>
            </mc:Fallback>
          </mc:AlternateContent>
          <mc:AlternateContent xmlns:mc="http://schemas.openxmlformats.org/markup-compatibility/2006" xmlns:p14="http://schemas.microsoft.com/office/powerpoint/2010/main">
            <mc:Choice Requires="p14">
              <p:contentPart p14:bwMode="auto" r:id="rId558">
                <p14:nvContentPartPr>
                  <p14:cNvPr id="259" name="Ink 337">
                    <a:extLst>
                      <a:ext uri="{FF2B5EF4-FFF2-40B4-BE49-F238E27FC236}">
                        <a16:creationId xmlns:a16="http://schemas.microsoft.com/office/drawing/2014/main" id="{0658F5EE-2200-3534-082C-ECB76C41930C}"/>
                      </a:ext>
                    </a:extLst>
                  </p14:cNvPr>
                  <p14:cNvContentPartPr/>
                  <p14:nvPr/>
                </p14:nvContentPartPr>
                <p14:xfrm>
                  <a:off x="3777338" y="1870215"/>
                  <a:ext cx="44640" cy="36000"/>
                </p14:xfrm>
              </p:contentPart>
            </mc:Choice>
            <mc:Fallback xmlns="">
              <p:pic>
                <p:nvPicPr>
                  <p:cNvPr id="1271" name="Ink 1270">
                    <a:extLst>
                      <a:ext uri="{FF2B5EF4-FFF2-40B4-BE49-F238E27FC236}">
                        <a16:creationId xmlns:a16="http://schemas.microsoft.com/office/drawing/2014/main" id="{192BE73F-CB31-44D8-B4CF-4BC64BF4B794}"/>
                      </a:ext>
                    </a:extLst>
                  </p:cNvPr>
                  <p:cNvPicPr/>
                  <p:nvPr/>
                </p:nvPicPr>
                <p:blipFill>
                  <a:blip r:embed="rId483"/>
                  <a:stretch>
                    <a:fillRect/>
                  </a:stretch>
                </p:blipFill>
                <p:spPr>
                  <a:xfrm>
                    <a:off x="3773018" y="1865895"/>
                    <a:ext cx="53280" cy="44640"/>
                  </a:xfrm>
                  <a:prstGeom prst="rect">
                    <a:avLst/>
                  </a:prstGeom>
                </p:spPr>
              </p:pic>
            </mc:Fallback>
          </mc:AlternateContent>
          <mc:AlternateContent xmlns:mc="http://schemas.openxmlformats.org/markup-compatibility/2006" xmlns:p14="http://schemas.microsoft.com/office/powerpoint/2010/main">
            <mc:Choice Requires="p14">
              <p:contentPart p14:bwMode="auto" r:id="rId559">
                <p14:nvContentPartPr>
                  <p14:cNvPr id="260" name="Ink 338">
                    <a:extLst>
                      <a:ext uri="{FF2B5EF4-FFF2-40B4-BE49-F238E27FC236}">
                        <a16:creationId xmlns:a16="http://schemas.microsoft.com/office/drawing/2014/main" id="{F4ADACC0-D873-B62F-DB75-F422088901CD}"/>
                      </a:ext>
                    </a:extLst>
                  </p14:cNvPr>
                  <p14:cNvContentPartPr/>
                  <p14:nvPr/>
                </p14:nvContentPartPr>
                <p14:xfrm>
                  <a:off x="3757178" y="1831335"/>
                  <a:ext cx="46440" cy="36360"/>
                </p14:xfrm>
              </p:contentPart>
            </mc:Choice>
            <mc:Fallback xmlns="">
              <p:pic>
                <p:nvPicPr>
                  <p:cNvPr id="1272" name="Ink 1271">
                    <a:extLst>
                      <a:ext uri="{FF2B5EF4-FFF2-40B4-BE49-F238E27FC236}">
                        <a16:creationId xmlns:a16="http://schemas.microsoft.com/office/drawing/2014/main" id="{AAD683A3-AE78-4472-9605-449D945E16DD}"/>
                      </a:ext>
                    </a:extLst>
                  </p:cNvPr>
                  <p:cNvPicPr/>
                  <p:nvPr/>
                </p:nvPicPr>
                <p:blipFill>
                  <a:blip r:embed="rId485"/>
                  <a:stretch>
                    <a:fillRect/>
                  </a:stretch>
                </p:blipFill>
                <p:spPr>
                  <a:xfrm>
                    <a:off x="3752858" y="1827015"/>
                    <a:ext cx="55080" cy="45000"/>
                  </a:xfrm>
                  <a:prstGeom prst="rect">
                    <a:avLst/>
                  </a:prstGeom>
                </p:spPr>
              </p:pic>
            </mc:Fallback>
          </mc:AlternateContent>
          <mc:AlternateContent xmlns:mc="http://schemas.openxmlformats.org/markup-compatibility/2006" xmlns:p14="http://schemas.microsoft.com/office/powerpoint/2010/main">
            <mc:Choice Requires="p14">
              <p:contentPart p14:bwMode="auto" r:id="rId560">
                <p14:nvContentPartPr>
                  <p14:cNvPr id="261" name="Ink 339">
                    <a:extLst>
                      <a:ext uri="{FF2B5EF4-FFF2-40B4-BE49-F238E27FC236}">
                        <a16:creationId xmlns:a16="http://schemas.microsoft.com/office/drawing/2014/main" id="{8318543A-66ED-71DA-FD4F-0F66A5A7D387}"/>
                      </a:ext>
                    </a:extLst>
                  </p14:cNvPr>
                  <p14:cNvContentPartPr/>
                  <p14:nvPr/>
                </p14:nvContentPartPr>
                <p14:xfrm>
                  <a:off x="3662748" y="1940992"/>
                  <a:ext cx="62640" cy="195120"/>
                </p14:xfrm>
              </p:contentPart>
            </mc:Choice>
            <mc:Fallback xmlns="">
              <p:pic>
                <p:nvPicPr>
                  <p:cNvPr id="1278" name="Ink 1277">
                    <a:extLst>
                      <a:ext uri="{FF2B5EF4-FFF2-40B4-BE49-F238E27FC236}">
                        <a16:creationId xmlns:a16="http://schemas.microsoft.com/office/drawing/2014/main" id="{359A9EEC-B1B4-4203-9F30-C325D9461056}"/>
                      </a:ext>
                    </a:extLst>
                  </p:cNvPr>
                  <p:cNvPicPr/>
                  <p:nvPr/>
                </p:nvPicPr>
                <p:blipFill>
                  <a:blip r:embed="rId487"/>
                  <a:stretch>
                    <a:fillRect/>
                  </a:stretch>
                </p:blipFill>
                <p:spPr>
                  <a:xfrm>
                    <a:off x="3658428" y="1936672"/>
                    <a:ext cx="71280" cy="203760"/>
                  </a:xfrm>
                  <a:prstGeom prst="rect">
                    <a:avLst/>
                  </a:prstGeom>
                </p:spPr>
              </p:pic>
            </mc:Fallback>
          </mc:AlternateContent>
          <mc:AlternateContent xmlns:mc="http://schemas.openxmlformats.org/markup-compatibility/2006" xmlns:p14="http://schemas.microsoft.com/office/powerpoint/2010/main">
            <mc:Choice Requires="p14">
              <p:contentPart p14:bwMode="auto" r:id="rId561">
                <p14:nvContentPartPr>
                  <p14:cNvPr id="262" name="Ink 340">
                    <a:extLst>
                      <a:ext uri="{FF2B5EF4-FFF2-40B4-BE49-F238E27FC236}">
                        <a16:creationId xmlns:a16="http://schemas.microsoft.com/office/drawing/2014/main" id="{9F76FF1C-E19B-CA92-15AA-90D14AB4D1B8}"/>
                      </a:ext>
                    </a:extLst>
                  </p14:cNvPr>
                  <p14:cNvContentPartPr/>
                  <p14:nvPr/>
                </p14:nvContentPartPr>
                <p14:xfrm>
                  <a:off x="3672468" y="1931992"/>
                  <a:ext cx="59400" cy="124200"/>
                </p14:xfrm>
              </p:contentPart>
            </mc:Choice>
            <mc:Fallback xmlns="">
              <p:pic>
                <p:nvPicPr>
                  <p:cNvPr id="1279" name="Ink 1278">
                    <a:extLst>
                      <a:ext uri="{FF2B5EF4-FFF2-40B4-BE49-F238E27FC236}">
                        <a16:creationId xmlns:a16="http://schemas.microsoft.com/office/drawing/2014/main" id="{F2A52ED4-452C-465C-9C5D-D340B6C8917D}"/>
                      </a:ext>
                    </a:extLst>
                  </p:cNvPr>
                  <p:cNvPicPr/>
                  <p:nvPr/>
                </p:nvPicPr>
                <p:blipFill>
                  <a:blip r:embed="rId489"/>
                  <a:stretch>
                    <a:fillRect/>
                  </a:stretch>
                </p:blipFill>
                <p:spPr>
                  <a:xfrm>
                    <a:off x="3668148" y="1927672"/>
                    <a:ext cx="68040" cy="132840"/>
                  </a:xfrm>
                  <a:prstGeom prst="rect">
                    <a:avLst/>
                  </a:prstGeom>
                </p:spPr>
              </p:pic>
            </mc:Fallback>
          </mc:AlternateContent>
          <mc:AlternateContent xmlns:mc="http://schemas.openxmlformats.org/markup-compatibility/2006" xmlns:p14="http://schemas.microsoft.com/office/powerpoint/2010/main">
            <mc:Choice Requires="p14">
              <p:contentPart p14:bwMode="auto" r:id="rId562">
                <p14:nvContentPartPr>
                  <p14:cNvPr id="263" name="Ink 341">
                    <a:extLst>
                      <a:ext uri="{FF2B5EF4-FFF2-40B4-BE49-F238E27FC236}">
                        <a16:creationId xmlns:a16="http://schemas.microsoft.com/office/drawing/2014/main" id="{509C16D5-BBBC-433F-194F-944C2A9B2AA8}"/>
                      </a:ext>
                    </a:extLst>
                  </p14:cNvPr>
                  <p14:cNvContentPartPr/>
                  <p14:nvPr/>
                </p14:nvContentPartPr>
                <p14:xfrm>
                  <a:off x="3577068" y="1930912"/>
                  <a:ext cx="63720" cy="209160"/>
                </p14:xfrm>
              </p:contentPart>
            </mc:Choice>
            <mc:Fallback xmlns="">
              <p:pic>
                <p:nvPicPr>
                  <p:cNvPr id="1281" name="Ink 1280">
                    <a:extLst>
                      <a:ext uri="{FF2B5EF4-FFF2-40B4-BE49-F238E27FC236}">
                        <a16:creationId xmlns:a16="http://schemas.microsoft.com/office/drawing/2014/main" id="{7A75B9B2-65C2-4888-9F0D-8AFD0C44724B}"/>
                      </a:ext>
                    </a:extLst>
                  </p:cNvPr>
                  <p:cNvPicPr/>
                  <p:nvPr/>
                </p:nvPicPr>
                <p:blipFill>
                  <a:blip r:embed="rId491"/>
                  <a:stretch>
                    <a:fillRect/>
                  </a:stretch>
                </p:blipFill>
                <p:spPr>
                  <a:xfrm>
                    <a:off x="3572748" y="1926592"/>
                    <a:ext cx="72360" cy="217800"/>
                  </a:xfrm>
                  <a:prstGeom prst="rect">
                    <a:avLst/>
                  </a:prstGeom>
                </p:spPr>
              </p:pic>
            </mc:Fallback>
          </mc:AlternateContent>
          <mc:AlternateContent xmlns:mc="http://schemas.openxmlformats.org/markup-compatibility/2006" xmlns:p14="http://schemas.microsoft.com/office/powerpoint/2010/main">
            <mc:Choice Requires="p14">
              <p:contentPart p14:bwMode="auto" r:id="rId563">
                <p14:nvContentPartPr>
                  <p14:cNvPr id="264" name="Ink 342">
                    <a:extLst>
                      <a:ext uri="{FF2B5EF4-FFF2-40B4-BE49-F238E27FC236}">
                        <a16:creationId xmlns:a16="http://schemas.microsoft.com/office/drawing/2014/main" id="{EC17E788-E0C4-B141-C014-165CBC8405F2}"/>
                      </a:ext>
                    </a:extLst>
                  </p14:cNvPr>
                  <p14:cNvContentPartPr/>
                  <p14:nvPr/>
                </p14:nvContentPartPr>
                <p14:xfrm>
                  <a:off x="3561228" y="1928752"/>
                  <a:ext cx="60120" cy="129960"/>
                </p14:xfrm>
              </p:contentPart>
            </mc:Choice>
            <mc:Fallback xmlns="">
              <p:pic>
                <p:nvPicPr>
                  <p:cNvPr id="1282" name="Ink 1281">
                    <a:extLst>
                      <a:ext uri="{FF2B5EF4-FFF2-40B4-BE49-F238E27FC236}">
                        <a16:creationId xmlns:a16="http://schemas.microsoft.com/office/drawing/2014/main" id="{A226A604-F8FE-4AEB-BF79-F148DF9286F1}"/>
                      </a:ext>
                    </a:extLst>
                  </p:cNvPr>
                  <p:cNvPicPr/>
                  <p:nvPr/>
                </p:nvPicPr>
                <p:blipFill>
                  <a:blip r:embed="rId493"/>
                  <a:stretch>
                    <a:fillRect/>
                  </a:stretch>
                </p:blipFill>
                <p:spPr>
                  <a:xfrm>
                    <a:off x="3556908" y="1924432"/>
                    <a:ext cx="68760" cy="138600"/>
                  </a:xfrm>
                  <a:prstGeom prst="rect">
                    <a:avLst/>
                  </a:prstGeom>
                </p:spPr>
              </p:pic>
            </mc:Fallback>
          </mc:AlternateContent>
          <mc:AlternateContent xmlns:mc="http://schemas.openxmlformats.org/markup-compatibility/2006" xmlns:p14="http://schemas.microsoft.com/office/powerpoint/2010/main">
            <mc:Choice Requires="p14">
              <p:contentPart p14:bwMode="auto" r:id="rId564">
                <p14:nvContentPartPr>
                  <p14:cNvPr id="265" name="Ink 343">
                    <a:extLst>
                      <a:ext uri="{FF2B5EF4-FFF2-40B4-BE49-F238E27FC236}">
                        <a16:creationId xmlns:a16="http://schemas.microsoft.com/office/drawing/2014/main" id="{48459868-499E-B184-71F2-2F6D3BB90B40}"/>
                      </a:ext>
                    </a:extLst>
                  </p14:cNvPr>
                  <p14:cNvContentPartPr/>
                  <p14:nvPr/>
                </p14:nvContentPartPr>
                <p14:xfrm>
                  <a:off x="3673188" y="2036032"/>
                  <a:ext cx="44280" cy="95040"/>
                </p14:xfrm>
              </p:contentPart>
            </mc:Choice>
            <mc:Fallback xmlns="">
              <p:pic>
                <p:nvPicPr>
                  <p:cNvPr id="1287" name="Ink 1286">
                    <a:extLst>
                      <a:ext uri="{FF2B5EF4-FFF2-40B4-BE49-F238E27FC236}">
                        <a16:creationId xmlns:a16="http://schemas.microsoft.com/office/drawing/2014/main" id="{1B417559-3307-47FB-811C-2A5F7DD68DE3}"/>
                      </a:ext>
                    </a:extLst>
                  </p:cNvPr>
                  <p:cNvPicPr/>
                  <p:nvPr/>
                </p:nvPicPr>
                <p:blipFill>
                  <a:blip r:embed="rId495"/>
                  <a:stretch>
                    <a:fillRect/>
                  </a:stretch>
                </p:blipFill>
                <p:spPr>
                  <a:xfrm>
                    <a:off x="3668868" y="2031712"/>
                    <a:ext cx="52920" cy="103680"/>
                  </a:xfrm>
                  <a:prstGeom prst="rect">
                    <a:avLst/>
                  </a:prstGeom>
                </p:spPr>
              </p:pic>
            </mc:Fallback>
          </mc:AlternateContent>
          <mc:AlternateContent xmlns:mc="http://schemas.openxmlformats.org/markup-compatibility/2006" xmlns:p14="http://schemas.microsoft.com/office/powerpoint/2010/main">
            <mc:Choice Requires="p14">
              <p:contentPart p14:bwMode="auto" r:id="rId565">
                <p14:nvContentPartPr>
                  <p14:cNvPr id="266" name="Ink 344">
                    <a:extLst>
                      <a:ext uri="{FF2B5EF4-FFF2-40B4-BE49-F238E27FC236}">
                        <a16:creationId xmlns:a16="http://schemas.microsoft.com/office/drawing/2014/main" id="{447E0E17-1BE2-7DCC-A98A-EE449EA4B748}"/>
                      </a:ext>
                    </a:extLst>
                  </p14:cNvPr>
                  <p14:cNvContentPartPr/>
                  <p14:nvPr/>
                </p14:nvContentPartPr>
                <p14:xfrm>
                  <a:off x="3572028" y="1936312"/>
                  <a:ext cx="67320" cy="200520"/>
                </p14:xfrm>
              </p:contentPart>
            </mc:Choice>
            <mc:Fallback xmlns="">
              <p:pic>
                <p:nvPicPr>
                  <p:cNvPr id="1294" name="Ink 1293">
                    <a:extLst>
                      <a:ext uri="{FF2B5EF4-FFF2-40B4-BE49-F238E27FC236}">
                        <a16:creationId xmlns:a16="http://schemas.microsoft.com/office/drawing/2014/main" id="{C447843E-3350-4309-8303-7118A011FD54}"/>
                      </a:ext>
                    </a:extLst>
                  </p:cNvPr>
                  <p:cNvPicPr/>
                  <p:nvPr/>
                </p:nvPicPr>
                <p:blipFill>
                  <a:blip r:embed="rId497"/>
                  <a:stretch>
                    <a:fillRect/>
                  </a:stretch>
                </p:blipFill>
                <p:spPr>
                  <a:xfrm>
                    <a:off x="3567708" y="1931992"/>
                    <a:ext cx="75960" cy="209160"/>
                  </a:xfrm>
                  <a:prstGeom prst="rect">
                    <a:avLst/>
                  </a:prstGeom>
                </p:spPr>
              </p:pic>
            </mc:Fallback>
          </mc:AlternateContent>
          <mc:AlternateContent xmlns:mc="http://schemas.openxmlformats.org/markup-compatibility/2006" xmlns:p14="http://schemas.microsoft.com/office/powerpoint/2010/main">
            <mc:Choice Requires="p14">
              <p:contentPart p14:bwMode="auto" r:id="rId566">
                <p14:nvContentPartPr>
                  <p14:cNvPr id="267" name="Ink 345">
                    <a:extLst>
                      <a:ext uri="{FF2B5EF4-FFF2-40B4-BE49-F238E27FC236}">
                        <a16:creationId xmlns:a16="http://schemas.microsoft.com/office/drawing/2014/main" id="{CC0897FA-75FB-28CD-C86A-8F028296BD1D}"/>
                      </a:ext>
                    </a:extLst>
                  </p14:cNvPr>
                  <p14:cNvContentPartPr/>
                  <p14:nvPr/>
                </p14:nvContentPartPr>
                <p14:xfrm>
                  <a:off x="3725748" y="2038912"/>
                  <a:ext cx="5400" cy="39960"/>
                </p14:xfrm>
              </p:contentPart>
            </mc:Choice>
            <mc:Fallback xmlns="">
              <p:pic>
                <p:nvPicPr>
                  <p:cNvPr id="1301" name="Ink 1300">
                    <a:extLst>
                      <a:ext uri="{FF2B5EF4-FFF2-40B4-BE49-F238E27FC236}">
                        <a16:creationId xmlns:a16="http://schemas.microsoft.com/office/drawing/2014/main" id="{57778227-E433-4F1A-839F-38968EA303F0}"/>
                      </a:ext>
                    </a:extLst>
                  </p:cNvPr>
                  <p:cNvPicPr/>
                  <p:nvPr/>
                </p:nvPicPr>
                <p:blipFill>
                  <a:blip r:embed="rId499"/>
                  <a:stretch>
                    <a:fillRect/>
                  </a:stretch>
                </p:blipFill>
                <p:spPr>
                  <a:xfrm>
                    <a:off x="3721428" y="2034592"/>
                    <a:ext cx="14040" cy="48600"/>
                  </a:xfrm>
                  <a:prstGeom prst="rect">
                    <a:avLst/>
                  </a:prstGeom>
                </p:spPr>
              </p:pic>
            </mc:Fallback>
          </mc:AlternateContent>
          <mc:AlternateContent xmlns:mc="http://schemas.openxmlformats.org/markup-compatibility/2006" xmlns:p14="http://schemas.microsoft.com/office/powerpoint/2010/main">
            <mc:Choice Requires="p14">
              <p:contentPart p14:bwMode="auto" r:id="rId567">
                <p14:nvContentPartPr>
                  <p14:cNvPr id="268" name="Ink 346">
                    <a:extLst>
                      <a:ext uri="{FF2B5EF4-FFF2-40B4-BE49-F238E27FC236}">
                        <a16:creationId xmlns:a16="http://schemas.microsoft.com/office/drawing/2014/main" id="{1A1FD9EB-63E0-841D-B7BC-FB58E0396499}"/>
                      </a:ext>
                    </a:extLst>
                  </p14:cNvPr>
                  <p14:cNvContentPartPr/>
                  <p14:nvPr/>
                </p14:nvContentPartPr>
                <p14:xfrm>
                  <a:off x="3726828" y="2015512"/>
                  <a:ext cx="6840" cy="60840"/>
                </p14:xfrm>
              </p:contentPart>
            </mc:Choice>
            <mc:Fallback xmlns="">
              <p:pic>
                <p:nvPicPr>
                  <p:cNvPr id="1305" name="Ink 1304">
                    <a:extLst>
                      <a:ext uri="{FF2B5EF4-FFF2-40B4-BE49-F238E27FC236}">
                        <a16:creationId xmlns:a16="http://schemas.microsoft.com/office/drawing/2014/main" id="{2950FDCE-9B9C-4A5C-A584-5AAE4A4B2805}"/>
                      </a:ext>
                    </a:extLst>
                  </p:cNvPr>
                  <p:cNvPicPr/>
                  <p:nvPr/>
                </p:nvPicPr>
                <p:blipFill>
                  <a:blip r:embed="rId501"/>
                  <a:stretch>
                    <a:fillRect/>
                  </a:stretch>
                </p:blipFill>
                <p:spPr>
                  <a:xfrm>
                    <a:off x="3722508" y="2011192"/>
                    <a:ext cx="15480" cy="69480"/>
                  </a:xfrm>
                  <a:prstGeom prst="rect">
                    <a:avLst/>
                  </a:prstGeom>
                </p:spPr>
              </p:pic>
            </mc:Fallback>
          </mc:AlternateContent>
          <mc:AlternateContent xmlns:mc="http://schemas.openxmlformats.org/markup-compatibility/2006" xmlns:p14="http://schemas.microsoft.com/office/powerpoint/2010/main">
            <mc:Choice Requires="p14">
              <p:contentPart p14:bwMode="auto" r:id="rId568">
                <p14:nvContentPartPr>
                  <p14:cNvPr id="269" name="Ink 347">
                    <a:extLst>
                      <a:ext uri="{FF2B5EF4-FFF2-40B4-BE49-F238E27FC236}">
                        <a16:creationId xmlns:a16="http://schemas.microsoft.com/office/drawing/2014/main" id="{7B2489F7-B42F-39B6-4718-F5585568FF6B}"/>
                      </a:ext>
                    </a:extLst>
                  </p14:cNvPr>
                  <p14:cNvContentPartPr/>
                  <p14:nvPr/>
                </p14:nvContentPartPr>
                <p14:xfrm>
                  <a:off x="3557988" y="1939192"/>
                  <a:ext cx="63360" cy="114480"/>
                </p14:xfrm>
              </p:contentPart>
            </mc:Choice>
            <mc:Fallback xmlns="">
              <p:pic>
                <p:nvPicPr>
                  <p:cNvPr id="1370" name="Ink 1369">
                    <a:extLst>
                      <a:ext uri="{FF2B5EF4-FFF2-40B4-BE49-F238E27FC236}">
                        <a16:creationId xmlns:a16="http://schemas.microsoft.com/office/drawing/2014/main" id="{18251AAA-7D0D-4F7E-9AAB-54D6103F37B1}"/>
                      </a:ext>
                    </a:extLst>
                  </p:cNvPr>
                  <p:cNvPicPr/>
                  <p:nvPr/>
                </p:nvPicPr>
                <p:blipFill>
                  <a:blip r:embed="rId503"/>
                  <a:stretch>
                    <a:fillRect/>
                  </a:stretch>
                </p:blipFill>
                <p:spPr>
                  <a:xfrm>
                    <a:off x="3553668" y="1934872"/>
                    <a:ext cx="72000" cy="123120"/>
                  </a:xfrm>
                  <a:prstGeom prst="rect">
                    <a:avLst/>
                  </a:prstGeom>
                </p:spPr>
              </p:pic>
            </mc:Fallback>
          </mc:AlternateContent>
          <mc:AlternateContent xmlns:mc="http://schemas.openxmlformats.org/markup-compatibility/2006" xmlns:p14="http://schemas.microsoft.com/office/powerpoint/2010/main">
            <mc:Choice Requires="p14">
              <p:contentPart p14:bwMode="auto" r:id="rId569">
                <p14:nvContentPartPr>
                  <p14:cNvPr id="270" name="Ink 348">
                    <a:extLst>
                      <a:ext uri="{FF2B5EF4-FFF2-40B4-BE49-F238E27FC236}">
                        <a16:creationId xmlns:a16="http://schemas.microsoft.com/office/drawing/2014/main" id="{2D77BEFB-9B0F-6297-5240-B058CE182849}"/>
                      </a:ext>
                    </a:extLst>
                  </p14:cNvPr>
                  <p14:cNvContentPartPr/>
                  <p14:nvPr/>
                </p14:nvContentPartPr>
                <p14:xfrm>
                  <a:off x="3801708" y="1867192"/>
                  <a:ext cx="23760" cy="45360"/>
                </p14:xfrm>
              </p:contentPart>
            </mc:Choice>
            <mc:Fallback xmlns="">
              <p:pic>
                <p:nvPicPr>
                  <p:cNvPr id="1384" name="Ink 1383">
                    <a:extLst>
                      <a:ext uri="{FF2B5EF4-FFF2-40B4-BE49-F238E27FC236}">
                        <a16:creationId xmlns:a16="http://schemas.microsoft.com/office/drawing/2014/main" id="{3CBE62B1-234C-40F7-B41F-DA8B7FCB0E56}"/>
                      </a:ext>
                    </a:extLst>
                  </p:cNvPr>
                  <p:cNvPicPr/>
                  <p:nvPr/>
                </p:nvPicPr>
                <p:blipFill>
                  <a:blip r:embed="rId505"/>
                  <a:stretch>
                    <a:fillRect/>
                  </a:stretch>
                </p:blipFill>
                <p:spPr>
                  <a:xfrm>
                    <a:off x="3797388" y="1862872"/>
                    <a:ext cx="32400" cy="54000"/>
                  </a:xfrm>
                  <a:prstGeom prst="rect">
                    <a:avLst/>
                  </a:prstGeom>
                </p:spPr>
              </p:pic>
            </mc:Fallback>
          </mc:AlternateContent>
        </p:grpSp>
      </p:grpSp>
      <p:grpSp>
        <p:nvGrpSpPr>
          <p:cNvPr id="271" name="Group 349">
            <a:extLst>
              <a:ext uri="{FF2B5EF4-FFF2-40B4-BE49-F238E27FC236}">
                <a16:creationId xmlns:a16="http://schemas.microsoft.com/office/drawing/2014/main" id="{565462C6-AFB3-DAB3-6C39-8815BE6ACF96}"/>
              </a:ext>
            </a:extLst>
          </p:cNvPr>
          <p:cNvGrpSpPr/>
          <p:nvPr/>
        </p:nvGrpSpPr>
        <p:grpSpPr>
          <a:xfrm rot="16200000">
            <a:off x="695648" y="5097030"/>
            <a:ext cx="349450" cy="484303"/>
            <a:chOff x="3476018" y="1655769"/>
            <a:chExt cx="349450" cy="484303"/>
          </a:xfrm>
        </p:grpSpPr>
        <p:sp>
          <p:nvSpPr>
            <p:cNvPr id="272" name="Flowchart: Delay 350">
              <a:extLst>
                <a:ext uri="{FF2B5EF4-FFF2-40B4-BE49-F238E27FC236}">
                  <a16:creationId xmlns:a16="http://schemas.microsoft.com/office/drawing/2014/main" id="{FD72744D-31CA-8D52-116C-4AE8F0E44D31}"/>
                </a:ext>
              </a:extLst>
            </p:cNvPr>
            <p:cNvSpPr/>
            <p:nvPr/>
          </p:nvSpPr>
          <p:spPr>
            <a:xfrm rot="16200000">
              <a:off x="3518739" y="1694930"/>
              <a:ext cx="273165" cy="194844"/>
            </a:xfrm>
            <a:prstGeom prst="flowChartDelay">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mc:AlternateContent xmlns:mc="http://schemas.openxmlformats.org/markup-compatibility/2006" xmlns:p14="http://schemas.microsoft.com/office/powerpoint/2010/main">
          <mc:Choice Requires="p14">
            <p:contentPart p14:bwMode="auto" r:id="rId570">
              <p14:nvContentPartPr>
                <p14:cNvPr id="273" name="Ink 351">
                  <a:extLst>
                    <a:ext uri="{FF2B5EF4-FFF2-40B4-BE49-F238E27FC236}">
                      <a16:creationId xmlns:a16="http://schemas.microsoft.com/office/drawing/2014/main" id="{AE31399D-F86E-33D2-A960-8462771A1010}"/>
                    </a:ext>
                  </a:extLst>
                </p14:cNvPr>
                <p14:cNvContentPartPr/>
                <p14:nvPr/>
              </p14:nvContentPartPr>
              <p14:xfrm>
                <a:off x="3563025" y="1801595"/>
                <a:ext cx="177480" cy="94680"/>
              </p14:xfrm>
            </p:contentPart>
          </mc:Choice>
          <mc:Fallback xmlns="">
            <p:pic>
              <p:nvPicPr>
                <p:cNvPr id="1264" name="Ink 1263">
                  <a:extLst>
                    <a:ext uri="{FF2B5EF4-FFF2-40B4-BE49-F238E27FC236}">
                      <a16:creationId xmlns:a16="http://schemas.microsoft.com/office/drawing/2014/main" id="{60297DF2-3A12-43CF-9DFE-4BF44F9F9C46}"/>
                    </a:ext>
                  </a:extLst>
                </p:cNvPr>
                <p:cNvPicPr/>
                <p:nvPr/>
              </p:nvPicPr>
              <p:blipFill>
                <a:blip r:embed="rId477"/>
                <a:stretch>
                  <a:fillRect/>
                </a:stretch>
              </p:blipFill>
              <p:spPr>
                <a:xfrm>
                  <a:off x="3558705" y="1797275"/>
                  <a:ext cx="186120" cy="103320"/>
                </a:xfrm>
                <a:prstGeom prst="rect">
                  <a:avLst/>
                </a:prstGeom>
              </p:spPr>
            </p:pic>
          </mc:Fallback>
        </mc:AlternateContent>
        <mc:AlternateContent xmlns:mc="http://schemas.openxmlformats.org/markup-compatibility/2006" xmlns:p14="http://schemas.microsoft.com/office/powerpoint/2010/main">
          <mc:Choice Requires="p14">
            <p:contentPart p14:bwMode="auto" r:id="rId571">
              <p14:nvContentPartPr>
                <p14:cNvPr id="274" name="Ink 352">
                  <a:extLst>
                    <a:ext uri="{FF2B5EF4-FFF2-40B4-BE49-F238E27FC236}">
                      <a16:creationId xmlns:a16="http://schemas.microsoft.com/office/drawing/2014/main" id="{776AC071-45A9-9018-FE39-598FE2DB927B}"/>
                    </a:ext>
                  </a:extLst>
                </p14:cNvPr>
                <p14:cNvContentPartPr/>
                <p14:nvPr/>
              </p14:nvContentPartPr>
              <p14:xfrm>
                <a:off x="3703200" y="1798268"/>
                <a:ext cx="52920" cy="8280"/>
              </p14:xfrm>
            </p:contentPart>
          </mc:Choice>
          <mc:Fallback xmlns="">
            <p:pic>
              <p:nvPicPr>
                <p:cNvPr id="1275" name="Ink 1274">
                  <a:extLst>
                    <a:ext uri="{FF2B5EF4-FFF2-40B4-BE49-F238E27FC236}">
                      <a16:creationId xmlns:a16="http://schemas.microsoft.com/office/drawing/2014/main" id="{7A7E6207-5D59-4BFC-A67C-DAF5BD9EBD00}"/>
                    </a:ext>
                  </a:extLst>
                </p:cNvPr>
                <p:cNvPicPr/>
                <p:nvPr/>
              </p:nvPicPr>
              <p:blipFill>
                <a:blip r:embed="rId479"/>
                <a:stretch>
                  <a:fillRect/>
                </a:stretch>
              </p:blipFill>
              <p:spPr>
                <a:xfrm>
                  <a:off x="3698880" y="1793948"/>
                  <a:ext cx="61560" cy="16920"/>
                </a:xfrm>
                <a:prstGeom prst="rect">
                  <a:avLst/>
                </a:prstGeom>
              </p:spPr>
            </p:pic>
          </mc:Fallback>
        </mc:AlternateContent>
        <p:sp>
          <p:nvSpPr>
            <p:cNvPr id="275" name="Oval 353">
              <a:extLst>
                <a:ext uri="{FF2B5EF4-FFF2-40B4-BE49-F238E27FC236}">
                  <a16:creationId xmlns:a16="http://schemas.microsoft.com/office/drawing/2014/main" id="{6EF8552D-F94C-2EA5-3F45-8FC10CAE61AC}"/>
                </a:ext>
              </a:extLst>
            </p:cNvPr>
            <p:cNvSpPr/>
            <p:nvPr/>
          </p:nvSpPr>
          <p:spPr>
            <a:xfrm>
              <a:off x="3614458" y="1703767"/>
              <a:ext cx="74613" cy="74234"/>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76" name="Oval 354">
              <a:extLst>
                <a:ext uri="{FF2B5EF4-FFF2-40B4-BE49-F238E27FC236}">
                  <a16:creationId xmlns:a16="http://schemas.microsoft.com/office/drawing/2014/main" id="{8D451DD7-1AA1-FE4C-3B15-B48414A9E022}"/>
                </a:ext>
              </a:extLst>
            </p:cNvPr>
            <p:cNvSpPr/>
            <p:nvPr/>
          </p:nvSpPr>
          <p:spPr>
            <a:xfrm>
              <a:off x="3629614" y="1718024"/>
              <a:ext cx="45719" cy="45719"/>
            </a:xfrm>
            <a:prstGeom prst="ellipse">
              <a:avLst/>
            </a:prstGeom>
            <a:no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grpSp>
          <p:nvGrpSpPr>
            <p:cNvPr id="277" name="Group 355">
              <a:extLst>
                <a:ext uri="{FF2B5EF4-FFF2-40B4-BE49-F238E27FC236}">
                  <a16:creationId xmlns:a16="http://schemas.microsoft.com/office/drawing/2014/main" id="{09144274-6863-E83C-307B-EFF6F35BFD38}"/>
                </a:ext>
              </a:extLst>
            </p:cNvPr>
            <p:cNvGrpSpPr/>
            <p:nvPr/>
          </p:nvGrpSpPr>
          <p:grpSpPr>
            <a:xfrm>
              <a:off x="3476018" y="1823415"/>
              <a:ext cx="349450" cy="316657"/>
              <a:chOff x="3476018" y="1823415"/>
              <a:chExt cx="349450" cy="316657"/>
            </a:xfrm>
          </p:grpSpPr>
          <mc:AlternateContent xmlns:mc="http://schemas.openxmlformats.org/markup-compatibility/2006" xmlns:p14="http://schemas.microsoft.com/office/powerpoint/2010/main">
            <mc:Choice Requires="p14">
              <p:contentPart p14:bwMode="auto" r:id="rId572">
                <p14:nvContentPartPr>
                  <p14:cNvPr id="278" name="Ink 356">
                    <a:extLst>
                      <a:ext uri="{FF2B5EF4-FFF2-40B4-BE49-F238E27FC236}">
                        <a16:creationId xmlns:a16="http://schemas.microsoft.com/office/drawing/2014/main" id="{C9667F39-F558-841A-28CD-D61EB02CDC56}"/>
                      </a:ext>
                    </a:extLst>
                  </p14:cNvPr>
                  <p14:cNvContentPartPr/>
                  <p14:nvPr/>
                </p14:nvContentPartPr>
                <p14:xfrm>
                  <a:off x="3476018" y="1873095"/>
                  <a:ext cx="45720" cy="30600"/>
                </p14:xfrm>
              </p:contentPart>
            </mc:Choice>
            <mc:Fallback xmlns="">
              <p:pic>
                <p:nvPicPr>
                  <p:cNvPr id="1265" name="Ink 1264">
                    <a:extLst>
                      <a:ext uri="{FF2B5EF4-FFF2-40B4-BE49-F238E27FC236}">
                        <a16:creationId xmlns:a16="http://schemas.microsoft.com/office/drawing/2014/main" id="{F66C41A6-1647-45D6-BC1A-FBEA1F5A5C76}"/>
                      </a:ext>
                    </a:extLst>
                  </p:cNvPr>
                  <p:cNvPicPr/>
                  <p:nvPr/>
                </p:nvPicPr>
                <p:blipFill>
                  <a:blip r:embed="rId10"/>
                  <a:stretch>
                    <a:fillRect/>
                  </a:stretch>
                </p:blipFill>
                <p:spPr>
                  <a:xfrm>
                    <a:off x="3471698" y="1868775"/>
                    <a:ext cx="54360" cy="39240"/>
                  </a:xfrm>
                  <a:prstGeom prst="rect">
                    <a:avLst/>
                  </a:prstGeom>
                </p:spPr>
              </p:pic>
            </mc:Fallback>
          </mc:AlternateContent>
          <mc:AlternateContent xmlns:mc="http://schemas.openxmlformats.org/markup-compatibility/2006" xmlns:p14="http://schemas.microsoft.com/office/powerpoint/2010/main">
            <mc:Choice Requires="p14">
              <p:contentPart p14:bwMode="auto" r:id="rId573">
                <p14:nvContentPartPr>
                  <p14:cNvPr id="279" name="Ink 357">
                    <a:extLst>
                      <a:ext uri="{FF2B5EF4-FFF2-40B4-BE49-F238E27FC236}">
                        <a16:creationId xmlns:a16="http://schemas.microsoft.com/office/drawing/2014/main" id="{E0E51938-08FB-CE82-C8FA-F8AB80A24C9C}"/>
                      </a:ext>
                    </a:extLst>
                  </p14:cNvPr>
                  <p14:cNvContentPartPr/>
                  <p14:nvPr/>
                </p14:nvContentPartPr>
                <p14:xfrm>
                  <a:off x="3494738" y="1823415"/>
                  <a:ext cx="54720" cy="43200"/>
                </p14:xfrm>
              </p:contentPart>
            </mc:Choice>
            <mc:Fallback xmlns="">
              <p:pic>
                <p:nvPicPr>
                  <p:cNvPr id="1266" name="Ink 1265">
                    <a:extLst>
                      <a:ext uri="{FF2B5EF4-FFF2-40B4-BE49-F238E27FC236}">
                        <a16:creationId xmlns:a16="http://schemas.microsoft.com/office/drawing/2014/main" id="{A00FEEE7-3705-450B-AE50-BBDD90B461D3}"/>
                      </a:ext>
                    </a:extLst>
                  </p:cNvPr>
                  <p:cNvPicPr/>
                  <p:nvPr/>
                </p:nvPicPr>
                <p:blipFill>
                  <a:blip r:embed="rId12"/>
                  <a:stretch>
                    <a:fillRect/>
                  </a:stretch>
                </p:blipFill>
                <p:spPr>
                  <a:xfrm>
                    <a:off x="3490418" y="1819095"/>
                    <a:ext cx="63360" cy="51840"/>
                  </a:xfrm>
                  <a:prstGeom prst="rect">
                    <a:avLst/>
                  </a:prstGeom>
                </p:spPr>
              </p:pic>
            </mc:Fallback>
          </mc:AlternateContent>
          <mc:AlternateContent xmlns:mc="http://schemas.openxmlformats.org/markup-compatibility/2006" xmlns:p14="http://schemas.microsoft.com/office/powerpoint/2010/main">
            <mc:Choice Requires="p14">
              <p:contentPart p14:bwMode="auto" r:id="rId574">
                <p14:nvContentPartPr>
                  <p14:cNvPr id="280" name="Ink 358">
                    <a:extLst>
                      <a:ext uri="{FF2B5EF4-FFF2-40B4-BE49-F238E27FC236}">
                        <a16:creationId xmlns:a16="http://schemas.microsoft.com/office/drawing/2014/main" id="{4F5D30A0-2BF4-AF86-8030-3422D2A64985}"/>
                      </a:ext>
                    </a:extLst>
                  </p14:cNvPr>
                  <p14:cNvContentPartPr/>
                  <p14:nvPr/>
                </p14:nvContentPartPr>
                <p14:xfrm>
                  <a:off x="3777338" y="1870215"/>
                  <a:ext cx="44640" cy="36000"/>
                </p14:xfrm>
              </p:contentPart>
            </mc:Choice>
            <mc:Fallback xmlns="">
              <p:pic>
                <p:nvPicPr>
                  <p:cNvPr id="1271" name="Ink 1270">
                    <a:extLst>
                      <a:ext uri="{FF2B5EF4-FFF2-40B4-BE49-F238E27FC236}">
                        <a16:creationId xmlns:a16="http://schemas.microsoft.com/office/drawing/2014/main" id="{192BE73F-CB31-44D8-B4CF-4BC64BF4B794}"/>
                      </a:ext>
                    </a:extLst>
                  </p:cNvPr>
                  <p:cNvPicPr/>
                  <p:nvPr/>
                </p:nvPicPr>
                <p:blipFill>
                  <a:blip r:embed="rId483"/>
                  <a:stretch>
                    <a:fillRect/>
                  </a:stretch>
                </p:blipFill>
                <p:spPr>
                  <a:xfrm>
                    <a:off x="3773018" y="1865895"/>
                    <a:ext cx="53280" cy="44640"/>
                  </a:xfrm>
                  <a:prstGeom prst="rect">
                    <a:avLst/>
                  </a:prstGeom>
                </p:spPr>
              </p:pic>
            </mc:Fallback>
          </mc:AlternateContent>
          <mc:AlternateContent xmlns:mc="http://schemas.openxmlformats.org/markup-compatibility/2006" xmlns:p14="http://schemas.microsoft.com/office/powerpoint/2010/main">
            <mc:Choice Requires="p14">
              <p:contentPart p14:bwMode="auto" r:id="rId575">
                <p14:nvContentPartPr>
                  <p14:cNvPr id="281" name="Ink 359">
                    <a:extLst>
                      <a:ext uri="{FF2B5EF4-FFF2-40B4-BE49-F238E27FC236}">
                        <a16:creationId xmlns:a16="http://schemas.microsoft.com/office/drawing/2014/main" id="{2FAA12BC-8294-309D-26FC-64503148EFB7}"/>
                      </a:ext>
                    </a:extLst>
                  </p14:cNvPr>
                  <p14:cNvContentPartPr/>
                  <p14:nvPr/>
                </p14:nvContentPartPr>
                <p14:xfrm>
                  <a:off x="3757178" y="1831335"/>
                  <a:ext cx="46440" cy="36360"/>
                </p14:xfrm>
              </p:contentPart>
            </mc:Choice>
            <mc:Fallback xmlns="">
              <p:pic>
                <p:nvPicPr>
                  <p:cNvPr id="1272" name="Ink 1271">
                    <a:extLst>
                      <a:ext uri="{FF2B5EF4-FFF2-40B4-BE49-F238E27FC236}">
                        <a16:creationId xmlns:a16="http://schemas.microsoft.com/office/drawing/2014/main" id="{AAD683A3-AE78-4472-9605-449D945E16DD}"/>
                      </a:ext>
                    </a:extLst>
                  </p:cNvPr>
                  <p:cNvPicPr/>
                  <p:nvPr/>
                </p:nvPicPr>
                <p:blipFill>
                  <a:blip r:embed="rId485"/>
                  <a:stretch>
                    <a:fillRect/>
                  </a:stretch>
                </p:blipFill>
                <p:spPr>
                  <a:xfrm>
                    <a:off x="3752858" y="1827015"/>
                    <a:ext cx="55080" cy="45000"/>
                  </a:xfrm>
                  <a:prstGeom prst="rect">
                    <a:avLst/>
                  </a:prstGeom>
                </p:spPr>
              </p:pic>
            </mc:Fallback>
          </mc:AlternateContent>
          <mc:AlternateContent xmlns:mc="http://schemas.openxmlformats.org/markup-compatibility/2006" xmlns:p14="http://schemas.microsoft.com/office/powerpoint/2010/main">
            <mc:Choice Requires="p14">
              <p:contentPart p14:bwMode="auto" r:id="rId576">
                <p14:nvContentPartPr>
                  <p14:cNvPr id="282" name="Ink 360">
                    <a:extLst>
                      <a:ext uri="{FF2B5EF4-FFF2-40B4-BE49-F238E27FC236}">
                        <a16:creationId xmlns:a16="http://schemas.microsoft.com/office/drawing/2014/main" id="{1855A41B-6344-FDF2-1A09-29F3A469FDC2}"/>
                      </a:ext>
                    </a:extLst>
                  </p14:cNvPr>
                  <p14:cNvContentPartPr/>
                  <p14:nvPr/>
                </p14:nvContentPartPr>
                <p14:xfrm>
                  <a:off x="3662748" y="1940992"/>
                  <a:ext cx="62640" cy="195120"/>
                </p14:xfrm>
              </p:contentPart>
            </mc:Choice>
            <mc:Fallback xmlns="">
              <p:pic>
                <p:nvPicPr>
                  <p:cNvPr id="1278" name="Ink 1277">
                    <a:extLst>
                      <a:ext uri="{FF2B5EF4-FFF2-40B4-BE49-F238E27FC236}">
                        <a16:creationId xmlns:a16="http://schemas.microsoft.com/office/drawing/2014/main" id="{359A9EEC-B1B4-4203-9F30-C325D9461056}"/>
                      </a:ext>
                    </a:extLst>
                  </p:cNvPr>
                  <p:cNvPicPr/>
                  <p:nvPr/>
                </p:nvPicPr>
                <p:blipFill>
                  <a:blip r:embed="rId487"/>
                  <a:stretch>
                    <a:fillRect/>
                  </a:stretch>
                </p:blipFill>
                <p:spPr>
                  <a:xfrm>
                    <a:off x="3658428" y="1936672"/>
                    <a:ext cx="71280" cy="203760"/>
                  </a:xfrm>
                  <a:prstGeom prst="rect">
                    <a:avLst/>
                  </a:prstGeom>
                </p:spPr>
              </p:pic>
            </mc:Fallback>
          </mc:AlternateContent>
          <mc:AlternateContent xmlns:mc="http://schemas.openxmlformats.org/markup-compatibility/2006" xmlns:p14="http://schemas.microsoft.com/office/powerpoint/2010/main">
            <mc:Choice Requires="p14">
              <p:contentPart p14:bwMode="auto" r:id="rId577">
                <p14:nvContentPartPr>
                  <p14:cNvPr id="283" name="Ink 361">
                    <a:extLst>
                      <a:ext uri="{FF2B5EF4-FFF2-40B4-BE49-F238E27FC236}">
                        <a16:creationId xmlns:a16="http://schemas.microsoft.com/office/drawing/2014/main" id="{8823ADB2-3CB0-51A0-9ED0-540261C52535}"/>
                      </a:ext>
                    </a:extLst>
                  </p14:cNvPr>
                  <p14:cNvContentPartPr/>
                  <p14:nvPr/>
                </p14:nvContentPartPr>
                <p14:xfrm>
                  <a:off x="3672468" y="1931992"/>
                  <a:ext cx="59400" cy="124200"/>
                </p14:xfrm>
              </p:contentPart>
            </mc:Choice>
            <mc:Fallback xmlns="">
              <p:pic>
                <p:nvPicPr>
                  <p:cNvPr id="1279" name="Ink 1278">
                    <a:extLst>
                      <a:ext uri="{FF2B5EF4-FFF2-40B4-BE49-F238E27FC236}">
                        <a16:creationId xmlns:a16="http://schemas.microsoft.com/office/drawing/2014/main" id="{F2A52ED4-452C-465C-9C5D-D340B6C8917D}"/>
                      </a:ext>
                    </a:extLst>
                  </p:cNvPr>
                  <p:cNvPicPr/>
                  <p:nvPr/>
                </p:nvPicPr>
                <p:blipFill>
                  <a:blip r:embed="rId489"/>
                  <a:stretch>
                    <a:fillRect/>
                  </a:stretch>
                </p:blipFill>
                <p:spPr>
                  <a:xfrm>
                    <a:off x="3668148" y="1927672"/>
                    <a:ext cx="68040" cy="132840"/>
                  </a:xfrm>
                  <a:prstGeom prst="rect">
                    <a:avLst/>
                  </a:prstGeom>
                </p:spPr>
              </p:pic>
            </mc:Fallback>
          </mc:AlternateContent>
          <mc:AlternateContent xmlns:mc="http://schemas.openxmlformats.org/markup-compatibility/2006" xmlns:p14="http://schemas.microsoft.com/office/powerpoint/2010/main">
            <mc:Choice Requires="p14">
              <p:contentPart p14:bwMode="auto" r:id="rId578">
                <p14:nvContentPartPr>
                  <p14:cNvPr id="284" name="Ink 362">
                    <a:extLst>
                      <a:ext uri="{FF2B5EF4-FFF2-40B4-BE49-F238E27FC236}">
                        <a16:creationId xmlns:a16="http://schemas.microsoft.com/office/drawing/2014/main" id="{76FD51DF-04CD-126F-57A6-36AC28B2D19E}"/>
                      </a:ext>
                    </a:extLst>
                  </p14:cNvPr>
                  <p14:cNvContentPartPr/>
                  <p14:nvPr/>
                </p14:nvContentPartPr>
                <p14:xfrm>
                  <a:off x="3577068" y="1930912"/>
                  <a:ext cx="63720" cy="209160"/>
                </p14:xfrm>
              </p:contentPart>
            </mc:Choice>
            <mc:Fallback xmlns="">
              <p:pic>
                <p:nvPicPr>
                  <p:cNvPr id="1281" name="Ink 1280">
                    <a:extLst>
                      <a:ext uri="{FF2B5EF4-FFF2-40B4-BE49-F238E27FC236}">
                        <a16:creationId xmlns:a16="http://schemas.microsoft.com/office/drawing/2014/main" id="{7A75B9B2-65C2-4888-9F0D-8AFD0C44724B}"/>
                      </a:ext>
                    </a:extLst>
                  </p:cNvPr>
                  <p:cNvPicPr/>
                  <p:nvPr/>
                </p:nvPicPr>
                <p:blipFill>
                  <a:blip r:embed="rId491"/>
                  <a:stretch>
                    <a:fillRect/>
                  </a:stretch>
                </p:blipFill>
                <p:spPr>
                  <a:xfrm>
                    <a:off x="3572748" y="1926592"/>
                    <a:ext cx="72360" cy="217800"/>
                  </a:xfrm>
                  <a:prstGeom prst="rect">
                    <a:avLst/>
                  </a:prstGeom>
                </p:spPr>
              </p:pic>
            </mc:Fallback>
          </mc:AlternateContent>
          <mc:AlternateContent xmlns:mc="http://schemas.openxmlformats.org/markup-compatibility/2006" xmlns:p14="http://schemas.microsoft.com/office/powerpoint/2010/main">
            <mc:Choice Requires="p14">
              <p:contentPart p14:bwMode="auto" r:id="rId579">
                <p14:nvContentPartPr>
                  <p14:cNvPr id="285" name="Ink 363">
                    <a:extLst>
                      <a:ext uri="{FF2B5EF4-FFF2-40B4-BE49-F238E27FC236}">
                        <a16:creationId xmlns:a16="http://schemas.microsoft.com/office/drawing/2014/main" id="{BCBBBEDA-3EB6-AB1B-4E09-69C00050DE07}"/>
                      </a:ext>
                    </a:extLst>
                  </p14:cNvPr>
                  <p14:cNvContentPartPr/>
                  <p14:nvPr/>
                </p14:nvContentPartPr>
                <p14:xfrm>
                  <a:off x="3561228" y="1928752"/>
                  <a:ext cx="60120" cy="129960"/>
                </p14:xfrm>
              </p:contentPart>
            </mc:Choice>
            <mc:Fallback xmlns="">
              <p:pic>
                <p:nvPicPr>
                  <p:cNvPr id="1282" name="Ink 1281">
                    <a:extLst>
                      <a:ext uri="{FF2B5EF4-FFF2-40B4-BE49-F238E27FC236}">
                        <a16:creationId xmlns:a16="http://schemas.microsoft.com/office/drawing/2014/main" id="{A226A604-F8FE-4AEB-BF79-F148DF9286F1}"/>
                      </a:ext>
                    </a:extLst>
                  </p:cNvPr>
                  <p:cNvPicPr/>
                  <p:nvPr/>
                </p:nvPicPr>
                <p:blipFill>
                  <a:blip r:embed="rId493"/>
                  <a:stretch>
                    <a:fillRect/>
                  </a:stretch>
                </p:blipFill>
                <p:spPr>
                  <a:xfrm>
                    <a:off x="3556908" y="1924432"/>
                    <a:ext cx="68760" cy="138600"/>
                  </a:xfrm>
                  <a:prstGeom prst="rect">
                    <a:avLst/>
                  </a:prstGeom>
                </p:spPr>
              </p:pic>
            </mc:Fallback>
          </mc:AlternateContent>
          <mc:AlternateContent xmlns:mc="http://schemas.openxmlformats.org/markup-compatibility/2006" xmlns:p14="http://schemas.microsoft.com/office/powerpoint/2010/main">
            <mc:Choice Requires="p14">
              <p:contentPart p14:bwMode="auto" r:id="rId580">
                <p14:nvContentPartPr>
                  <p14:cNvPr id="286" name="Ink 364">
                    <a:extLst>
                      <a:ext uri="{FF2B5EF4-FFF2-40B4-BE49-F238E27FC236}">
                        <a16:creationId xmlns:a16="http://schemas.microsoft.com/office/drawing/2014/main" id="{4CC6801D-0786-72E1-904B-C0EF181B24E7}"/>
                      </a:ext>
                    </a:extLst>
                  </p14:cNvPr>
                  <p14:cNvContentPartPr/>
                  <p14:nvPr/>
                </p14:nvContentPartPr>
                <p14:xfrm>
                  <a:off x="3673188" y="2036032"/>
                  <a:ext cx="44280" cy="95040"/>
                </p14:xfrm>
              </p:contentPart>
            </mc:Choice>
            <mc:Fallback xmlns="">
              <p:pic>
                <p:nvPicPr>
                  <p:cNvPr id="1287" name="Ink 1286">
                    <a:extLst>
                      <a:ext uri="{FF2B5EF4-FFF2-40B4-BE49-F238E27FC236}">
                        <a16:creationId xmlns:a16="http://schemas.microsoft.com/office/drawing/2014/main" id="{1B417559-3307-47FB-811C-2A5F7DD68DE3}"/>
                      </a:ext>
                    </a:extLst>
                  </p:cNvPr>
                  <p:cNvPicPr/>
                  <p:nvPr/>
                </p:nvPicPr>
                <p:blipFill>
                  <a:blip r:embed="rId495"/>
                  <a:stretch>
                    <a:fillRect/>
                  </a:stretch>
                </p:blipFill>
                <p:spPr>
                  <a:xfrm>
                    <a:off x="3668868" y="2031712"/>
                    <a:ext cx="52920" cy="103680"/>
                  </a:xfrm>
                  <a:prstGeom prst="rect">
                    <a:avLst/>
                  </a:prstGeom>
                </p:spPr>
              </p:pic>
            </mc:Fallback>
          </mc:AlternateContent>
          <mc:AlternateContent xmlns:mc="http://schemas.openxmlformats.org/markup-compatibility/2006" xmlns:p14="http://schemas.microsoft.com/office/powerpoint/2010/main">
            <mc:Choice Requires="p14">
              <p:contentPart p14:bwMode="auto" r:id="rId581">
                <p14:nvContentPartPr>
                  <p14:cNvPr id="287" name="Ink 365">
                    <a:extLst>
                      <a:ext uri="{FF2B5EF4-FFF2-40B4-BE49-F238E27FC236}">
                        <a16:creationId xmlns:a16="http://schemas.microsoft.com/office/drawing/2014/main" id="{BC4D1A78-8FF8-3C29-110A-BF17FC81525E}"/>
                      </a:ext>
                    </a:extLst>
                  </p14:cNvPr>
                  <p14:cNvContentPartPr/>
                  <p14:nvPr/>
                </p14:nvContentPartPr>
                <p14:xfrm>
                  <a:off x="3572028" y="1936312"/>
                  <a:ext cx="67320" cy="200520"/>
                </p14:xfrm>
              </p:contentPart>
            </mc:Choice>
            <mc:Fallback xmlns="">
              <p:pic>
                <p:nvPicPr>
                  <p:cNvPr id="1294" name="Ink 1293">
                    <a:extLst>
                      <a:ext uri="{FF2B5EF4-FFF2-40B4-BE49-F238E27FC236}">
                        <a16:creationId xmlns:a16="http://schemas.microsoft.com/office/drawing/2014/main" id="{C447843E-3350-4309-8303-7118A011FD54}"/>
                      </a:ext>
                    </a:extLst>
                  </p:cNvPr>
                  <p:cNvPicPr/>
                  <p:nvPr/>
                </p:nvPicPr>
                <p:blipFill>
                  <a:blip r:embed="rId497"/>
                  <a:stretch>
                    <a:fillRect/>
                  </a:stretch>
                </p:blipFill>
                <p:spPr>
                  <a:xfrm>
                    <a:off x="3567708" y="1931992"/>
                    <a:ext cx="75960" cy="209160"/>
                  </a:xfrm>
                  <a:prstGeom prst="rect">
                    <a:avLst/>
                  </a:prstGeom>
                </p:spPr>
              </p:pic>
            </mc:Fallback>
          </mc:AlternateContent>
          <mc:AlternateContent xmlns:mc="http://schemas.openxmlformats.org/markup-compatibility/2006" xmlns:p14="http://schemas.microsoft.com/office/powerpoint/2010/main">
            <mc:Choice Requires="p14">
              <p:contentPart p14:bwMode="auto" r:id="rId582">
                <p14:nvContentPartPr>
                  <p14:cNvPr id="288" name="Ink 366">
                    <a:extLst>
                      <a:ext uri="{FF2B5EF4-FFF2-40B4-BE49-F238E27FC236}">
                        <a16:creationId xmlns:a16="http://schemas.microsoft.com/office/drawing/2014/main" id="{2667279D-2740-C667-AF90-7868CAA131E6}"/>
                      </a:ext>
                    </a:extLst>
                  </p14:cNvPr>
                  <p14:cNvContentPartPr/>
                  <p14:nvPr/>
                </p14:nvContentPartPr>
                <p14:xfrm>
                  <a:off x="3725748" y="2038912"/>
                  <a:ext cx="5400" cy="39960"/>
                </p14:xfrm>
              </p:contentPart>
            </mc:Choice>
            <mc:Fallback xmlns="">
              <p:pic>
                <p:nvPicPr>
                  <p:cNvPr id="1301" name="Ink 1300">
                    <a:extLst>
                      <a:ext uri="{FF2B5EF4-FFF2-40B4-BE49-F238E27FC236}">
                        <a16:creationId xmlns:a16="http://schemas.microsoft.com/office/drawing/2014/main" id="{57778227-E433-4F1A-839F-38968EA303F0}"/>
                      </a:ext>
                    </a:extLst>
                  </p:cNvPr>
                  <p:cNvPicPr/>
                  <p:nvPr/>
                </p:nvPicPr>
                <p:blipFill>
                  <a:blip r:embed="rId499"/>
                  <a:stretch>
                    <a:fillRect/>
                  </a:stretch>
                </p:blipFill>
                <p:spPr>
                  <a:xfrm>
                    <a:off x="3721428" y="2034592"/>
                    <a:ext cx="14040" cy="48600"/>
                  </a:xfrm>
                  <a:prstGeom prst="rect">
                    <a:avLst/>
                  </a:prstGeom>
                </p:spPr>
              </p:pic>
            </mc:Fallback>
          </mc:AlternateContent>
          <mc:AlternateContent xmlns:mc="http://schemas.openxmlformats.org/markup-compatibility/2006" xmlns:p14="http://schemas.microsoft.com/office/powerpoint/2010/main">
            <mc:Choice Requires="p14">
              <p:contentPart p14:bwMode="auto" r:id="rId583">
                <p14:nvContentPartPr>
                  <p14:cNvPr id="289" name="Ink 367">
                    <a:extLst>
                      <a:ext uri="{FF2B5EF4-FFF2-40B4-BE49-F238E27FC236}">
                        <a16:creationId xmlns:a16="http://schemas.microsoft.com/office/drawing/2014/main" id="{940F5308-C709-C69A-C333-66149109A1F4}"/>
                      </a:ext>
                    </a:extLst>
                  </p14:cNvPr>
                  <p14:cNvContentPartPr/>
                  <p14:nvPr/>
                </p14:nvContentPartPr>
                <p14:xfrm>
                  <a:off x="3726828" y="2015512"/>
                  <a:ext cx="6840" cy="60840"/>
                </p14:xfrm>
              </p:contentPart>
            </mc:Choice>
            <mc:Fallback xmlns="">
              <p:pic>
                <p:nvPicPr>
                  <p:cNvPr id="1305" name="Ink 1304">
                    <a:extLst>
                      <a:ext uri="{FF2B5EF4-FFF2-40B4-BE49-F238E27FC236}">
                        <a16:creationId xmlns:a16="http://schemas.microsoft.com/office/drawing/2014/main" id="{2950FDCE-9B9C-4A5C-A584-5AAE4A4B2805}"/>
                      </a:ext>
                    </a:extLst>
                  </p:cNvPr>
                  <p:cNvPicPr/>
                  <p:nvPr/>
                </p:nvPicPr>
                <p:blipFill>
                  <a:blip r:embed="rId501"/>
                  <a:stretch>
                    <a:fillRect/>
                  </a:stretch>
                </p:blipFill>
                <p:spPr>
                  <a:xfrm>
                    <a:off x="3722508" y="2011192"/>
                    <a:ext cx="15480" cy="69480"/>
                  </a:xfrm>
                  <a:prstGeom prst="rect">
                    <a:avLst/>
                  </a:prstGeom>
                </p:spPr>
              </p:pic>
            </mc:Fallback>
          </mc:AlternateContent>
          <mc:AlternateContent xmlns:mc="http://schemas.openxmlformats.org/markup-compatibility/2006" xmlns:p14="http://schemas.microsoft.com/office/powerpoint/2010/main">
            <mc:Choice Requires="p14">
              <p:contentPart p14:bwMode="auto" r:id="rId584">
                <p14:nvContentPartPr>
                  <p14:cNvPr id="290" name="Ink 368">
                    <a:extLst>
                      <a:ext uri="{FF2B5EF4-FFF2-40B4-BE49-F238E27FC236}">
                        <a16:creationId xmlns:a16="http://schemas.microsoft.com/office/drawing/2014/main" id="{4600739B-C432-4386-7B6A-2D993AFA7D08}"/>
                      </a:ext>
                    </a:extLst>
                  </p14:cNvPr>
                  <p14:cNvContentPartPr/>
                  <p14:nvPr/>
                </p14:nvContentPartPr>
                <p14:xfrm>
                  <a:off x="3557988" y="1939192"/>
                  <a:ext cx="63360" cy="114480"/>
                </p14:xfrm>
              </p:contentPart>
            </mc:Choice>
            <mc:Fallback xmlns="">
              <p:pic>
                <p:nvPicPr>
                  <p:cNvPr id="1370" name="Ink 1369">
                    <a:extLst>
                      <a:ext uri="{FF2B5EF4-FFF2-40B4-BE49-F238E27FC236}">
                        <a16:creationId xmlns:a16="http://schemas.microsoft.com/office/drawing/2014/main" id="{18251AAA-7D0D-4F7E-9AAB-54D6103F37B1}"/>
                      </a:ext>
                    </a:extLst>
                  </p:cNvPr>
                  <p:cNvPicPr/>
                  <p:nvPr/>
                </p:nvPicPr>
                <p:blipFill>
                  <a:blip r:embed="rId503"/>
                  <a:stretch>
                    <a:fillRect/>
                  </a:stretch>
                </p:blipFill>
                <p:spPr>
                  <a:xfrm>
                    <a:off x="3553668" y="1934872"/>
                    <a:ext cx="72000" cy="123120"/>
                  </a:xfrm>
                  <a:prstGeom prst="rect">
                    <a:avLst/>
                  </a:prstGeom>
                </p:spPr>
              </p:pic>
            </mc:Fallback>
          </mc:AlternateContent>
          <mc:AlternateContent xmlns:mc="http://schemas.openxmlformats.org/markup-compatibility/2006" xmlns:p14="http://schemas.microsoft.com/office/powerpoint/2010/main">
            <mc:Choice Requires="p14">
              <p:contentPart p14:bwMode="auto" r:id="rId585">
                <p14:nvContentPartPr>
                  <p14:cNvPr id="291" name="Ink 369">
                    <a:extLst>
                      <a:ext uri="{FF2B5EF4-FFF2-40B4-BE49-F238E27FC236}">
                        <a16:creationId xmlns:a16="http://schemas.microsoft.com/office/drawing/2014/main" id="{DB2E83B7-AD62-907D-58FB-A1F18B74C595}"/>
                      </a:ext>
                    </a:extLst>
                  </p14:cNvPr>
                  <p14:cNvContentPartPr/>
                  <p14:nvPr/>
                </p14:nvContentPartPr>
                <p14:xfrm>
                  <a:off x="3801708" y="1867192"/>
                  <a:ext cx="23760" cy="45360"/>
                </p14:xfrm>
              </p:contentPart>
            </mc:Choice>
            <mc:Fallback xmlns="">
              <p:pic>
                <p:nvPicPr>
                  <p:cNvPr id="1384" name="Ink 1383">
                    <a:extLst>
                      <a:ext uri="{FF2B5EF4-FFF2-40B4-BE49-F238E27FC236}">
                        <a16:creationId xmlns:a16="http://schemas.microsoft.com/office/drawing/2014/main" id="{3CBE62B1-234C-40F7-B41F-DA8B7FCB0E56}"/>
                      </a:ext>
                    </a:extLst>
                  </p:cNvPr>
                  <p:cNvPicPr/>
                  <p:nvPr/>
                </p:nvPicPr>
                <p:blipFill>
                  <a:blip r:embed="rId505"/>
                  <a:stretch>
                    <a:fillRect/>
                  </a:stretch>
                </p:blipFill>
                <p:spPr>
                  <a:xfrm>
                    <a:off x="3797388" y="1862872"/>
                    <a:ext cx="32400" cy="54000"/>
                  </a:xfrm>
                  <a:prstGeom prst="rect">
                    <a:avLst/>
                  </a:prstGeom>
                </p:spPr>
              </p:pic>
            </mc:Fallback>
          </mc:AlternateContent>
        </p:grpSp>
      </p:grpSp>
      <p:grpSp>
        <p:nvGrpSpPr>
          <p:cNvPr id="292" name="Group 370">
            <a:extLst>
              <a:ext uri="{FF2B5EF4-FFF2-40B4-BE49-F238E27FC236}">
                <a16:creationId xmlns:a16="http://schemas.microsoft.com/office/drawing/2014/main" id="{E77A47B8-B5CD-949F-FE29-5057D4B893CF}"/>
              </a:ext>
            </a:extLst>
          </p:cNvPr>
          <p:cNvGrpSpPr/>
          <p:nvPr/>
        </p:nvGrpSpPr>
        <p:grpSpPr>
          <a:xfrm rot="16200000">
            <a:off x="605678" y="1788989"/>
            <a:ext cx="349450" cy="484303"/>
            <a:chOff x="3476018" y="1655769"/>
            <a:chExt cx="349450" cy="484303"/>
          </a:xfrm>
        </p:grpSpPr>
        <p:sp>
          <p:nvSpPr>
            <p:cNvPr id="293" name="Flowchart: Delay 371">
              <a:extLst>
                <a:ext uri="{FF2B5EF4-FFF2-40B4-BE49-F238E27FC236}">
                  <a16:creationId xmlns:a16="http://schemas.microsoft.com/office/drawing/2014/main" id="{B791D22E-A1D2-DA20-2AA3-B23BDC608606}"/>
                </a:ext>
              </a:extLst>
            </p:cNvPr>
            <p:cNvSpPr/>
            <p:nvPr/>
          </p:nvSpPr>
          <p:spPr>
            <a:xfrm rot="16200000">
              <a:off x="3518739" y="1694930"/>
              <a:ext cx="273165" cy="194844"/>
            </a:xfrm>
            <a:prstGeom prst="flowChartDelay">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mc:AlternateContent xmlns:mc="http://schemas.openxmlformats.org/markup-compatibility/2006" xmlns:p14="http://schemas.microsoft.com/office/powerpoint/2010/main">
          <mc:Choice Requires="p14">
            <p:contentPart p14:bwMode="auto" r:id="rId586">
              <p14:nvContentPartPr>
                <p14:cNvPr id="294" name="Ink 372">
                  <a:extLst>
                    <a:ext uri="{FF2B5EF4-FFF2-40B4-BE49-F238E27FC236}">
                      <a16:creationId xmlns:a16="http://schemas.microsoft.com/office/drawing/2014/main" id="{830010AB-536D-0BE6-EF89-B30F731994B9}"/>
                    </a:ext>
                  </a:extLst>
                </p14:cNvPr>
                <p14:cNvContentPartPr/>
                <p14:nvPr/>
              </p14:nvContentPartPr>
              <p14:xfrm>
                <a:off x="3563025" y="1801595"/>
                <a:ext cx="177480" cy="94680"/>
              </p14:xfrm>
            </p:contentPart>
          </mc:Choice>
          <mc:Fallback xmlns="">
            <p:pic>
              <p:nvPicPr>
                <p:cNvPr id="1264" name="Ink 1263">
                  <a:extLst>
                    <a:ext uri="{FF2B5EF4-FFF2-40B4-BE49-F238E27FC236}">
                      <a16:creationId xmlns:a16="http://schemas.microsoft.com/office/drawing/2014/main" id="{60297DF2-3A12-43CF-9DFE-4BF44F9F9C46}"/>
                    </a:ext>
                  </a:extLst>
                </p:cNvPr>
                <p:cNvPicPr/>
                <p:nvPr/>
              </p:nvPicPr>
              <p:blipFill>
                <a:blip r:embed="rId477"/>
                <a:stretch>
                  <a:fillRect/>
                </a:stretch>
              </p:blipFill>
              <p:spPr>
                <a:xfrm>
                  <a:off x="3558705" y="1797275"/>
                  <a:ext cx="186120" cy="103320"/>
                </a:xfrm>
                <a:prstGeom prst="rect">
                  <a:avLst/>
                </a:prstGeom>
              </p:spPr>
            </p:pic>
          </mc:Fallback>
        </mc:AlternateContent>
        <mc:AlternateContent xmlns:mc="http://schemas.openxmlformats.org/markup-compatibility/2006" xmlns:p14="http://schemas.microsoft.com/office/powerpoint/2010/main">
          <mc:Choice Requires="p14">
            <p:contentPart p14:bwMode="auto" r:id="rId587">
              <p14:nvContentPartPr>
                <p14:cNvPr id="295" name="Ink 373">
                  <a:extLst>
                    <a:ext uri="{FF2B5EF4-FFF2-40B4-BE49-F238E27FC236}">
                      <a16:creationId xmlns:a16="http://schemas.microsoft.com/office/drawing/2014/main" id="{9CAABDAE-1145-0994-BEFA-5F2723DB7B18}"/>
                    </a:ext>
                  </a:extLst>
                </p14:cNvPr>
                <p14:cNvContentPartPr/>
                <p14:nvPr/>
              </p14:nvContentPartPr>
              <p14:xfrm>
                <a:off x="3703200" y="1798268"/>
                <a:ext cx="52920" cy="8280"/>
              </p14:xfrm>
            </p:contentPart>
          </mc:Choice>
          <mc:Fallback xmlns="">
            <p:pic>
              <p:nvPicPr>
                <p:cNvPr id="1275" name="Ink 1274">
                  <a:extLst>
                    <a:ext uri="{FF2B5EF4-FFF2-40B4-BE49-F238E27FC236}">
                      <a16:creationId xmlns:a16="http://schemas.microsoft.com/office/drawing/2014/main" id="{7A7E6207-5D59-4BFC-A67C-DAF5BD9EBD00}"/>
                    </a:ext>
                  </a:extLst>
                </p:cNvPr>
                <p:cNvPicPr/>
                <p:nvPr/>
              </p:nvPicPr>
              <p:blipFill>
                <a:blip r:embed="rId479"/>
                <a:stretch>
                  <a:fillRect/>
                </a:stretch>
              </p:blipFill>
              <p:spPr>
                <a:xfrm>
                  <a:off x="3698880" y="1793948"/>
                  <a:ext cx="61560" cy="16920"/>
                </a:xfrm>
                <a:prstGeom prst="rect">
                  <a:avLst/>
                </a:prstGeom>
              </p:spPr>
            </p:pic>
          </mc:Fallback>
        </mc:AlternateContent>
        <p:sp>
          <p:nvSpPr>
            <p:cNvPr id="296" name="Oval 374">
              <a:extLst>
                <a:ext uri="{FF2B5EF4-FFF2-40B4-BE49-F238E27FC236}">
                  <a16:creationId xmlns:a16="http://schemas.microsoft.com/office/drawing/2014/main" id="{33307A5B-14B4-D129-1726-7195C0B4A55E}"/>
                </a:ext>
              </a:extLst>
            </p:cNvPr>
            <p:cNvSpPr/>
            <p:nvPr/>
          </p:nvSpPr>
          <p:spPr>
            <a:xfrm>
              <a:off x="3614458" y="1703767"/>
              <a:ext cx="74613" cy="74234"/>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97" name="Oval 375">
              <a:extLst>
                <a:ext uri="{FF2B5EF4-FFF2-40B4-BE49-F238E27FC236}">
                  <a16:creationId xmlns:a16="http://schemas.microsoft.com/office/drawing/2014/main" id="{B57FC243-6613-7B3B-5DF2-9D7B4BE3EBC1}"/>
                </a:ext>
              </a:extLst>
            </p:cNvPr>
            <p:cNvSpPr/>
            <p:nvPr/>
          </p:nvSpPr>
          <p:spPr>
            <a:xfrm>
              <a:off x="3629614" y="1718024"/>
              <a:ext cx="45719" cy="45719"/>
            </a:xfrm>
            <a:prstGeom prst="ellipse">
              <a:avLst/>
            </a:prstGeom>
            <a:no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grpSp>
          <p:nvGrpSpPr>
            <p:cNvPr id="298" name="Group 376">
              <a:extLst>
                <a:ext uri="{FF2B5EF4-FFF2-40B4-BE49-F238E27FC236}">
                  <a16:creationId xmlns:a16="http://schemas.microsoft.com/office/drawing/2014/main" id="{2BC2B62B-B19B-3DB8-24AD-4CD0D1D402CA}"/>
                </a:ext>
              </a:extLst>
            </p:cNvPr>
            <p:cNvGrpSpPr/>
            <p:nvPr/>
          </p:nvGrpSpPr>
          <p:grpSpPr>
            <a:xfrm>
              <a:off x="3476018" y="1823415"/>
              <a:ext cx="349450" cy="316657"/>
              <a:chOff x="3476018" y="1823415"/>
              <a:chExt cx="349450" cy="316657"/>
            </a:xfrm>
          </p:grpSpPr>
          <mc:AlternateContent xmlns:mc="http://schemas.openxmlformats.org/markup-compatibility/2006" xmlns:p14="http://schemas.microsoft.com/office/powerpoint/2010/main">
            <mc:Choice Requires="p14">
              <p:contentPart p14:bwMode="auto" r:id="rId588">
                <p14:nvContentPartPr>
                  <p14:cNvPr id="299" name="Ink 377">
                    <a:extLst>
                      <a:ext uri="{FF2B5EF4-FFF2-40B4-BE49-F238E27FC236}">
                        <a16:creationId xmlns:a16="http://schemas.microsoft.com/office/drawing/2014/main" id="{9ADAF064-628A-F330-DAAE-D84A7B351649}"/>
                      </a:ext>
                    </a:extLst>
                  </p14:cNvPr>
                  <p14:cNvContentPartPr/>
                  <p14:nvPr/>
                </p14:nvContentPartPr>
                <p14:xfrm>
                  <a:off x="3476018" y="1873095"/>
                  <a:ext cx="45720" cy="30600"/>
                </p14:xfrm>
              </p:contentPart>
            </mc:Choice>
            <mc:Fallback xmlns="">
              <p:pic>
                <p:nvPicPr>
                  <p:cNvPr id="1265" name="Ink 1264">
                    <a:extLst>
                      <a:ext uri="{FF2B5EF4-FFF2-40B4-BE49-F238E27FC236}">
                        <a16:creationId xmlns:a16="http://schemas.microsoft.com/office/drawing/2014/main" id="{F66C41A6-1647-45D6-BC1A-FBEA1F5A5C76}"/>
                      </a:ext>
                    </a:extLst>
                  </p:cNvPr>
                  <p:cNvPicPr/>
                  <p:nvPr/>
                </p:nvPicPr>
                <p:blipFill>
                  <a:blip r:embed="rId10"/>
                  <a:stretch>
                    <a:fillRect/>
                  </a:stretch>
                </p:blipFill>
                <p:spPr>
                  <a:xfrm>
                    <a:off x="3471698" y="1868775"/>
                    <a:ext cx="54360" cy="39240"/>
                  </a:xfrm>
                  <a:prstGeom prst="rect">
                    <a:avLst/>
                  </a:prstGeom>
                </p:spPr>
              </p:pic>
            </mc:Fallback>
          </mc:AlternateContent>
          <mc:AlternateContent xmlns:mc="http://schemas.openxmlformats.org/markup-compatibility/2006" xmlns:p14="http://schemas.microsoft.com/office/powerpoint/2010/main">
            <mc:Choice Requires="p14">
              <p:contentPart p14:bwMode="auto" r:id="rId589">
                <p14:nvContentPartPr>
                  <p14:cNvPr id="300" name="Ink 378">
                    <a:extLst>
                      <a:ext uri="{FF2B5EF4-FFF2-40B4-BE49-F238E27FC236}">
                        <a16:creationId xmlns:a16="http://schemas.microsoft.com/office/drawing/2014/main" id="{90422D1F-A935-BB08-BE2D-39BBD0318E43}"/>
                      </a:ext>
                    </a:extLst>
                  </p14:cNvPr>
                  <p14:cNvContentPartPr/>
                  <p14:nvPr/>
                </p14:nvContentPartPr>
                <p14:xfrm>
                  <a:off x="3494738" y="1823415"/>
                  <a:ext cx="54720" cy="43200"/>
                </p14:xfrm>
              </p:contentPart>
            </mc:Choice>
            <mc:Fallback xmlns="">
              <p:pic>
                <p:nvPicPr>
                  <p:cNvPr id="1266" name="Ink 1265">
                    <a:extLst>
                      <a:ext uri="{FF2B5EF4-FFF2-40B4-BE49-F238E27FC236}">
                        <a16:creationId xmlns:a16="http://schemas.microsoft.com/office/drawing/2014/main" id="{A00FEEE7-3705-450B-AE50-BBDD90B461D3}"/>
                      </a:ext>
                    </a:extLst>
                  </p:cNvPr>
                  <p:cNvPicPr/>
                  <p:nvPr/>
                </p:nvPicPr>
                <p:blipFill>
                  <a:blip r:embed="rId12"/>
                  <a:stretch>
                    <a:fillRect/>
                  </a:stretch>
                </p:blipFill>
                <p:spPr>
                  <a:xfrm>
                    <a:off x="3490418" y="1819095"/>
                    <a:ext cx="63360" cy="51840"/>
                  </a:xfrm>
                  <a:prstGeom prst="rect">
                    <a:avLst/>
                  </a:prstGeom>
                </p:spPr>
              </p:pic>
            </mc:Fallback>
          </mc:AlternateContent>
          <mc:AlternateContent xmlns:mc="http://schemas.openxmlformats.org/markup-compatibility/2006" xmlns:p14="http://schemas.microsoft.com/office/powerpoint/2010/main">
            <mc:Choice Requires="p14">
              <p:contentPart p14:bwMode="auto" r:id="rId590">
                <p14:nvContentPartPr>
                  <p14:cNvPr id="301" name="Ink 379">
                    <a:extLst>
                      <a:ext uri="{FF2B5EF4-FFF2-40B4-BE49-F238E27FC236}">
                        <a16:creationId xmlns:a16="http://schemas.microsoft.com/office/drawing/2014/main" id="{311E50B8-95AC-9F59-6F77-9789239E1B84}"/>
                      </a:ext>
                    </a:extLst>
                  </p14:cNvPr>
                  <p14:cNvContentPartPr/>
                  <p14:nvPr/>
                </p14:nvContentPartPr>
                <p14:xfrm>
                  <a:off x="3777338" y="1870215"/>
                  <a:ext cx="44640" cy="36000"/>
                </p14:xfrm>
              </p:contentPart>
            </mc:Choice>
            <mc:Fallback xmlns="">
              <p:pic>
                <p:nvPicPr>
                  <p:cNvPr id="1271" name="Ink 1270">
                    <a:extLst>
                      <a:ext uri="{FF2B5EF4-FFF2-40B4-BE49-F238E27FC236}">
                        <a16:creationId xmlns:a16="http://schemas.microsoft.com/office/drawing/2014/main" id="{192BE73F-CB31-44D8-B4CF-4BC64BF4B794}"/>
                      </a:ext>
                    </a:extLst>
                  </p:cNvPr>
                  <p:cNvPicPr/>
                  <p:nvPr/>
                </p:nvPicPr>
                <p:blipFill>
                  <a:blip r:embed="rId483"/>
                  <a:stretch>
                    <a:fillRect/>
                  </a:stretch>
                </p:blipFill>
                <p:spPr>
                  <a:xfrm>
                    <a:off x="3773018" y="1865895"/>
                    <a:ext cx="53280" cy="44640"/>
                  </a:xfrm>
                  <a:prstGeom prst="rect">
                    <a:avLst/>
                  </a:prstGeom>
                </p:spPr>
              </p:pic>
            </mc:Fallback>
          </mc:AlternateContent>
          <mc:AlternateContent xmlns:mc="http://schemas.openxmlformats.org/markup-compatibility/2006" xmlns:p14="http://schemas.microsoft.com/office/powerpoint/2010/main">
            <mc:Choice Requires="p14">
              <p:contentPart p14:bwMode="auto" r:id="rId591">
                <p14:nvContentPartPr>
                  <p14:cNvPr id="302" name="Ink 380">
                    <a:extLst>
                      <a:ext uri="{FF2B5EF4-FFF2-40B4-BE49-F238E27FC236}">
                        <a16:creationId xmlns:a16="http://schemas.microsoft.com/office/drawing/2014/main" id="{9221F82F-A1C3-FEC0-AAA1-A3D6892D31E3}"/>
                      </a:ext>
                    </a:extLst>
                  </p14:cNvPr>
                  <p14:cNvContentPartPr/>
                  <p14:nvPr/>
                </p14:nvContentPartPr>
                <p14:xfrm>
                  <a:off x="3757178" y="1831335"/>
                  <a:ext cx="46440" cy="36360"/>
                </p14:xfrm>
              </p:contentPart>
            </mc:Choice>
            <mc:Fallback xmlns="">
              <p:pic>
                <p:nvPicPr>
                  <p:cNvPr id="1272" name="Ink 1271">
                    <a:extLst>
                      <a:ext uri="{FF2B5EF4-FFF2-40B4-BE49-F238E27FC236}">
                        <a16:creationId xmlns:a16="http://schemas.microsoft.com/office/drawing/2014/main" id="{AAD683A3-AE78-4472-9605-449D945E16DD}"/>
                      </a:ext>
                    </a:extLst>
                  </p:cNvPr>
                  <p:cNvPicPr/>
                  <p:nvPr/>
                </p:nvPicPr>
                <p:blipFill>
                  <a:blip r:embed="rId485"/>
                  <a:stretch>
                    <a:fillRect/>
                  </a:stretch>
                </p:blipFill>
                <p:spPr>
                  <a:xfrm>
                    <a:off x="3752858" y="1827015"/>
                    <a:ext cx="55080" cy="45000"/>
                  </a:xfrm>
                  <a:prstGeom prst="rect">
                    <a:avLst/>
                  </a:prstGeom>
                </p:spPr>
              </p:pic>
            </mc:Fallback>
          </mc:AlternateContent>
          <mc:AlternateContent xmlns:mc="http://schemas.openxmlformats.org/markup-compatibility/2006" xmlns:p14="http://schemas.microsoft.com/office/powerpoint/2010/main">
            <mc:Choice Requires="p14">
              <p:contentPart p14:bwMode="auto" r:id="rId592">
                <p14:nvContentPartPr>
                  <p14:cNvPr id="303" name="Ink 381">
                    <a:extLst>
                      <a:ext uri="{FF2B5EF4-FFF2-40B4-BE49-F238E27FC236}">
                        <a16:creationId xmlns:a16="http://schemas.microsoft.com/office/drawing/2014/main" id="{2533DB08-16EF-4BE3-077C-9AC23AEC6AD6}"/>
                      </a:ext>
                    </a:extLst>
                  </p14:cNvPr>
                  <p14:cNvContentPartPr/>
                  <p14:nvPr/>
                </p14:nvContentPartPr>
                <p14:xfrm>
                  <a:off x="3662748" y="1940992"/>
                  <a:ext cx="62640" cy="195120"/>
                </p14:xfrm>
              </p:contentPart>
            </mc:Choice>
            <mc:Fallback xmlns="">
              <p:pic>
                <p:nvPicPr>
                  <p:cNvPr id="1278" name="Ink 1277">
                    <a:extLst>
                      <a:ext uri="{FF2B5EF4-FFF2-40B4-BE49-F238E27FC236}">
                        <a16:creationId xmlns:a16="http://schemas.microsoft.com/office/drawing/2014/main" id="{359A9EEC-B1B4-4203-9F30-C325D9461056}"/>
                      </a:ext>
                    </a:extLst>
                  </p:cNvPr>
                  <p:cNvPicPr/>
                  <p:nvPr/>
                </p:nvPicPr>
                <p:blipFill>
                  <a:blip r:embed="rId487"/>
                  <a:stretch>
                    <a:fillRect/>
                  </a:stretch>
                </p:blipFill>
                <p:spPr>
                  <a:xfrm>
                    <a:off x="3658428" y="1936672"/>
                    <a:ext cx="71280" cy="203760"/>
                  </a:xfrm>
                  <a:prstGeom prst="rect">
                    <a:avLst/>
                  </a:prstGeom>
                </p:spPr>
              </p:pic>
            </mc:Fallback>
          </mc:AlternateContent>
          <mc:AlternateContent xmlns:mc="http://schemas.openxmlformats.org/markup-compatibility/2006" xmlns:p14="http://schemas.microsoft.com/office/powerpoint/2010/main">
            <mc:Choice Requires="p14">
              <p:contentPart p14:bwMode="auto" r:id="rId593">
                <p14:nvContentPartPr>
                  <p14:cNvPr id="304" name="Ink 382">
                    <a:extLst>
                      <a:ext uri="{FF2B5EF4-FFF2-40B4-BE49-F238E27FC236}">
                        <a16:creationId xmlns:a16="http://schemas.microsoft.com/office/drawing/2014/main" id="{90B830C4-68FF-2A18-F7A4-E428E264925D}"/>
                      </a:ext>
                    </a:extLst>
                  </p14:cNvPr>
                  <p14:cNvContentPartPr/>
                  <p14:nvPr/>
                </p14:nvContentPartPr>
                <p14:xfrm>
                  <a:off x="3672468" y="1931992"/>
                  <a:ext cx="59400" cy="124200"/>
                </p14:xfrm>
              </p:contentPart>
            </mc:Choice>
            <mc:Fallback xmlns="">
              <p:pic>
                <p:nvPicPr>
                  <p:cNvPr id="1279" name="Ink 1278">
                    <a:extLst>
                      <a:ext uri="{FF2B5EF4-FFF2-40B4-BE49-F238E27FC236}">
                        <a16:creationId xmlns:a16="http://schemas.microsoft.com/office/drawing/2014/main" id="{F2A52ED4-452C-465C-9C5D-D340B6C8917D}"/>
                      </a:ext>
                    </a:extLst>
                  </p:cNvPr>
                  <p:cNvPicPr/>
                  <p:nvPr/>
                </p:nvPicPr>
                <p:blipFill>
                  <a:blip r:embed="rId489"/>
                  <a:stretch>
                    <a:fillRect/>
                  </a:stretch>
                </p:blipFill>
                <p:spPr>
                  <a:xfrm>
                    <a:off x="3668148" y="1927672"/>
                    <a:ext cx="68040" cy="132840"/>
                  </a:xfrm>
                  <a:prstGeom prst="rect">
                    <a:avLst/>
                  </a:prstGeom>
                </p:spPr>
              </p:pic>
            </mc:Fallback>
          </mc:AlternateContent>
          <mc:AlternateContent xmlns:mc="http://schemas.openxmlformats.org/markup-compatibility/2006" xmlns:p14="http://schemas.microsoft.com/office/powerpoint/2010/main">
            <mc:Choice Requires="p14">
              <p:contentPart p14:bwMode="auto" r:id="rId594">
                <p14:nvContentPartPr>
                  <p14:cNvPr id="305" name="Ink 383">
                    <a:extLst>
                      <a:ext uri="{FF2B5EF4-FFF2-40B4-BE49-F238E27FC236}">
                        <a16:creationId xmlns:a16="http://schemas.microsoft.com/office/drawing/2014/main" id="{52EAEB76-89A9-A7A9-C94D-A7224831FD9C}"/>
                      </a:ext>
                    </a:extLst>
                  </p14:cNvPr>
                  <p14:cNvContentPartPr/>
                  <p14:nvPr/>
                </p14:nvContentPartPr>
                <p14:xfrm>
                  <a:off x="3577068" y="1930912"/>
                  <a:ext cx="63720" cy="209160"/>
                </p14:xfrm>
              </p:contentPart>
            </mc:Choice>
            <mc:Fallback xmlns="">
              <p:pic>
                <p:nvPicPr>
                  <p:cNvPr id="1281" name="Ink 1280">
                    <a:extLst>
                      <a:ext uri="{FF2B5EF4-FFF2-40B4-BE49-F238E27FC236}">
                        <a16:creationId xmlns:a16="http://schemas.microsoft.com/office/drawing/2014/main" id="{7A75B9B2-65C2-4888-9F0D-8AFD0C44724B}"/>
                      </a:ext>
                    </a:extLst>
                  </p:cNvPr>
                  <p:cNvPicPr/>
                  <p:nvPr/>
                </p:nvPicPr>
                <p:blipFill>
                  <a:blip r:embed="rId491"/>
                  <a:stretch>
                    <a:fillRect/>
                  </a:stretch>
                </p:blipFill>
                <p:spPr>
                  <a:xfrm>
                    <a:off x="3572748" y="1926592"/>
                    <a:ext cx="72360" cy="217800"/>
                  </a:xfrm>
                  <a:prstGeom prst="rect">
                    <a:avLst/>
                  </a:prstGeom>
                </p:spPr>
              </p:pic>
            </mc:Fallback>
          </mc:AlternateContent>
          <mc:AlternateContent xmlns:mc="http://schemas.openxmlformats.org/markup-compatibility/2006" xmlns:p14="http://schemas.microsoft.com/office/powerpoint/2010/main">
            <mc:Choice Requires="p14">
              <p:contentPart p14:bwMode="auto" r:id="rId595">
                <p14:nvContentPartPr>
                  <p14:cNvPr id="306" name="Ink 384">
                    <a:extLst>
                      <a:ext uri="{FF2B5EF4-FFF2-40B4-BE49-F238E27FC236}">
                        <a16:creationId xmlns:a16="http://schemas.microsoft.com/office/drawing/2014/main" id="{06105F40-6BE3-7BD2-5672-7F2B0FC3331A}"/>
                      </a:ext>
                    </a:extLst>
                  </p14:cNvPr>
                  <p14:cNvContentPartPr/>
                  <p14:nvPr/>
                </p14:nvContentPartPr>
                <p14:xfrm>
                  <a:off x="3561228" y="1928752"/>
                  <a:ext cx="60120" cy="129960"/>
                </p14:xfrm>
              </p:contentPart>
            </mc:Choice>
            <mc:Fallback xmlns="">
              <p:pic>
                <p:nvPicPr>
                  <p:cNvPr id="1282" name="Ink 1281">
                    <a:extLst>
                      <a:ext uri="{FF2B5EF4-FFF2-40B4-BE49-F238E27FC236}">
                        <a16:creationId xmlns:a16="http://schemas.microsoft.com/office/drawing/2014/main" id="{A226A604-F8FE-4AEB-BF79-F148DF9286F1}"/>
                      </a:ext>
                    </a:extLst>
                  </p:cNvPr>
                  <p:cNvPicPr/>
                  <p:nvPr/>
                </p:nvPicPr>
                <p:blipFill>
                  <a:blip r:embed="rId493"/>
                  <a:stretch>
                    <a:fillRect/>
                  </a:stretch>
                </p:blipFill>
                <p:spPr>
                  <a:xfrm>
                    <a:off x="3556908" y="1924432"/>
                    <a:ext cx="68760" cy="138600"/>
                  </a:xfrm>
                  <a:prstGeom prst="rect">
                    <a:avLst/>
                  </a:prstGeom>
                </p:spPr>
              </p:pic>
            </mc:Fallback>
          </mc:AlternateContent>
          <mc:AlternateContent xmlns:mc="http://schemas.openxmlformats.org/markup-compatibility/2006" xmlns:p14="http://schemas.microsoft.com/office/powerpoint/2010/main">
            <mc:Choice Requires="p14">
              <p:contentPart p14:bwMode="auto" r:id="rId596">
                <p14:nvContentPartPr>
                  <p14:cNvPr id="307" name="Ink 385">
                    <a:extLst>
                      <a:ext uri="{FF2B5EF4-FFF2-40B4-BE49-F238E27FC236}">
                        <a16:creationId xmlns:a16="http://schemas.microsoft.com/office/drawing/2014/main" id="{0419769E-2BA7-29AF-0597-F3BBF9DF4A62}"/>
                      </a:ext>
                    </a:extLst>
                  </p14:cNvPr>
                  <p14:cNvContentPartPr/>
                  <p14:nvPr/>
                </p14:nvContentPartPr>
                <p14:xfrm>
                  <a:off x="3673188" y="2036032"/>
                  <a:ext cx="44280" cy="95040"/>
                </p14:xfrm>
              </p:contentPart>
            </mc:Choice>
            <mc:Fallback xmlns="">
              <p:pic>
                <p:nvPicPr>
                  <p:cNvPr id="1287" name="Ink 1286">
                    <a:extLst>
                      <a:ext uri="{FF2B5EF4-FFF2-40B4-BE49-F238E27FC236}">
                        <a16:creationId xmlns:a16="http://schemas.microsoft.com/office/drawing/2014/main" id="{1B417559-3307-47FB-811C-2A5F7DD68DE3}"/>
                      </a:ext>
                    </a:extLst>
                  </p:cNvPr>
                  <p:cNvPicPr/>
                  <p:nvPr/>
                </p:nvPicPr>
                <p:blipFill>
                  <a:blip r:embed="rId495"/>
                  <a:stretch>
                    <a:fillRect/>
                  </a:stretch>
                </p:blipFill>
                <p:spPr>
                  <a:xfrm>
                    <a:off x="3668868" y="2031712"/>
                    <a:ext cx="52920" cy="103680"/>
                  </a:xfrm>
                  <a:prstGeom prst="rect">
                    <a:avLst/>
                  </a:prstGeom>
                </p:spPr>
              </p:pic>
            </mc:Fallback>
          </mc:AlternateContent>
          <mc:AlternateContent xmlns:mc="http://schemas.openxmlformats.org/markup-compatibility/2006" xmlns:p14="http://schemas.microsoft.com/office/powerpoint/2010/main">
            <mc:Choice Requires="p14">
              <p:contentPart p14:bwMode="auto" r:id="rId597">
                <p14:nvContentPartPr>
                  <p14:cNvPr id="308" name="Ink 386">
                    <a:extLst>
                      <a:ext uri="{FF2B5EF4-FFF2-40B4-BE49-F238E27FC236}">
                        <a16:creationId xmlns:a16="http://schemas.microsoft.com/office/drawing/2014/main" id="{53923373-5B63-7994-F0C1-0036C7E1146D}"/>
                      </a:ext>
                    </a:extLst>
                  </p14:cNvPr>
                  <p14:cNvContentPartPr/>
                  <p14:nvPr/>
                </p14:nvContentPartPr>
                <p14:xfrm>
                  <a:off x="3572028" y="1936312"/>
                  <a:ext cx="67320" cy="200520"/>
                </p14:xfrm>
              </p:contentPart>
            </mc:Choice>
            <mc:Fallback xmlns="">
              <p:pic>
                <p:nvPicPr>
                  <p:cNvPr id="1294" name="Ink 1293">
                    <a:extLst>
                      <a:ext uri="{FF2B5EF4-FFF2-40B4-BE49-F238E27FC236}">
                        <a16:creationId xmlns:a16="http://schemas.microsoft.com/office/drawing/2014/main" id="{C447843E-3350-4309-8303-7118A011FD54}"/>
                      </a:ext>
                    </a:extLst>
                  </p:cNvPr>
                  <p:cNvPicPr/>
                  <p:nvPr/>
                </p:nvPicPr>
                <p:blipFill>
                  <a:blip r:embed="rId497"/>
                  <a:stretch>
                    <a:fillRect/>
                  </a:stretch>
                </p:blipFill>
                <p:spPr>
                  <a:xfrm>
                    <a:off x="3567708" y="1931992"/>
                    <a:ext cx="75960" cy="209160"/>
                  </a:xfrm>
                  <a:prstGeom prst="rect">
                    <a:avLst/>
                  </a:prstGeom>
                </p:spPr>
              </p:pic>
            </mc:Fallback>
          </mc:AlternateContent>
          <mc:AlternateContent xmlns:mc="http://schemas.openxmlformats.org/markup-compatibility/2006" xmlns:p14="http://schemas.microsoft.com/office/powerpoint/2010/main">
            <mc:Choice Requires="p14">
              <p:contentPart p14:bwMode="auto" r:id="rId598">
                <p14:nvContentPartPr>
                  <p14:cNvPr id="309" name="Ink 387">
                    <a:extLst>
                      <a:ext uri="{FF2B5EF4-FFF2-40B4-BE49-F238E27FC236}">
                        <a16:creationId xmlns:a16="http://schemas.microsoft.com/office/drawing/2014/main" id="{0BEC4E57-FAE8-1B6C-F59C-25C052C4D75B}"/>
                      </a:ext>
                    </a:extLst>
                  </p14:cNvPr>
                  <p14:cNvContentPartPr/>
                  <p14:nvPr/>
                </p14:nvContentPartPr>
                <p14:xfrm>
                  <a:off x="3725748" y="2038912"/>
                  <a:ext cx="5400" cy="39960"/>
                </p14:xfrm>
              </p:contentPart>
            </mc:Choice>
            <mc:Fallback xmlns="">
              <p:pic>
                <p:nvPicPr>
                  <p:cNvPr id="1301" name="Ink 1300">
                    <a:extLst>
                      <a:ext uri="{FF2B5EF4-FFF2-40B4-BE49-F238E27FC236}">
                        <a16:creationId xmlns:a16="http://schemas.microsoft.com/office/drawing/2014/main" id="{57778227-E433-4F1A-839F-38968EA303F0}"/>
                      </a:ext>
                    </a:extLst>
                  </p:cNvPr>
                  <p:cNvPicPr/>
                  <p:nvPr/>
                </p:nvPicPr>
                <p:blipFill>
                  <a:blip r:embed="rId499"/>
                  <a:stretch>
                    <a:fillRect/>
                  </a:stretch>
                </p:blipFill>
                <p:spPr>
                  <a:xfrm>
                    <a:off x="3721428" y="2034592"/>
                    <a:ext cx="14040" cy="48600"/>
                  </a:xfrm>
                  <a:prstGeom prst="rect">
                    <a:avLst/>
                  </a:prstGeom>
                </p:spPr>
              </p:pic>
            </mc:Fallback>
          </mc:AlternateContent>
          <mc:AlternateContent xmlns:mc="http://schemas.openxmlformats.org/markup-compatibility/2006" xmlns:p14="http://schemas.microsoft.com/office/powerpoint/2010/main">
            <mc:Choice Requires="p14">
              <p:contentPart p14:bwMode="auto" r:id="rId599">
                <p14:nvContentPartPr>
                  <p14:cNvPr id="310" name="Ink 388">
                    <a:extLst>
                      <a:ext uri="{FF2B5EF4-FFF2-40B4-BE49-F238E27FC236}">
                        <a16:creationId xmlns:a16="http://schemas.microsoft.com/office/drawing/2014/main" id="{31944AC6-F43B-AA3E-CE32-B4CFC7B19567}"/>
                      </a:ext>
                    </a:extLst>
                  </p14:cNvPr>
                  <p14:cNvContentPartPr/>
                  <p14:nvPr/>
                </p14:nvContentPartPr>
                <p14:xfrm>
                  <a:off x="3726828" y="2015512"/>
                  <a:ext cx="6840" cy="60840"/>
                </p14:xfrm>
              </p:contentPart>
            </mc:Choice>
            <mc:Fallback xmlns="">
              <p:pic>
                <p:nvPicPr>
                  <p:cNvPr id="1305" name="Ink 1304">
                    <a:extLst>
                      <a:ext uri="{FF2B5EF4-FFF2-40B4-BE49-F238E27FC236}">
                        <a16:creationId xmlns:a16="http://schemas.microsoft.com/office/drawing/2014/main" id="{2950FDCE-9B9C-4A5C-A584-5AAE4A4B2805}"/>
                      </a:ext>
                    </a:extLst>
                  </p:cNvPr>
                  <p:cNvPicPr/>
                  <p:nvPr/>
                </p:nvPicPr>
                <p:blipFill>
                  <a:blip r:embed="rId501"/>
                  <a:stretch>
                    <a:fillRect/>
                  </a:stretch>
                </p:blipFill>
                <p:spPr>
                  <a:xfrm>
                    <a:off x="3722508" y="2011192"/>
                    <a:ext cx="15480" cy="69480"/>
                  </a:xfrm>
                  <a:prstGeom prst="rect">
                    <a:avLst/>
                  </a:prstGeom>
                </p:spPr>
              </p:pic>
            </mc:Fallback>
          </mc:AlternateContent>
          <mc:AlternateContent xmlns:mc="http://schemas.openxmlformats.org/markup-compatibility/2006" xmlns:p14="http://schemas.microsoft.com/office/powerpoint/2010/main">
            <mc:Choice Requires="p14">
              <p:contentPart p14:bwMode="auto" r:id="rId600">
                <p14:nvContentPartPr>
                  <p14:cNvPr id="311" name="Ink 389">
                    <a:extLst>
                      <a:ext uri="{FF2B5EF4-FFF2-40B4-BE49-F238E27FC236}">
                        <a16:creationId xmlns:a16="http://schemas.microsoft.com/office/drawing/2014/main" id="{74EE7044-58D9-C028-5CE4-E2A31B7A9231}"/>
                      </a:ext>
                    </a:extLst>
                  </p14:cNvPr>
                  <p14:cNvContentPartPr/>
                  <p14:nvPr/>
                </p14:nvContentPartPr>
                <p14:xfrm>
                  <a:off x="3557988" y="1939192"/>
                  <a:ext cx="63360" cy="114480"/>
                </p14:xfrm>
              </p:contentPart>
            </mc:Choice>
            <mc:Fallback xmlns="">
              <p:pic>
                <p:nvPicPr>
                  <p:cNvPr id="1370" name="Ink 1369">
                    <a:extLst>
                      <a:ext uri="{FF2B5EF4-FFF2-40B4-BE49-F238E27FC236}">
                        <a16:creationId xmlns:a16="http://schemas.microsoft.com/office/drawing/2014/main" id="{18251AAA-7D0D-4F7E-9AAB-54D6103F37B1}"/>
                      </a:ext>
                    </a:extLst>
                  </p:cNvPr>
                  <p:cNvPicPr/>
                  <p:nvPr/>
                </p:nvPicPr>
                <p:blipFill>
                  <a:blip r:embed="rId503"/>
                  <a:stretch>
                    <a:fillRect/>
                  </a:stretch>
                </p:blipFill>
                <p:spPr>
                  <a:xfrm>
                    <a:off x="3553668" y="1934872"/>
                    <a:ext cx="72000" cy="123120"/>
                  </a:xfrm>
                  <a:prstGeom prst="rect">
                    <a:avLst/>
                  </a:prstGeom>
                </p:spPr>
              </p:pic>
            </mc:Fallback>
          </mc:AlternateContent>
          <mc:AlternateContent xmlns:mc="http://schemas.openxmlformats.org/markup-compatibility/2006" xmlns:p14="http://schemas.microsoft.com/office/powerpoint/2010/main">
            <mc:Choice Requires="p14">
              <p:contentPart p14:bwMode="auto" r:id="rId601">
                <p14:nvContentPartPr>
                  <p14:cNvPr id="312" name="Ink 390">
                    <a:extLst>
                      <a:ext uri="{FF2B5EF4-FFF2-40B4-BE49-F238E27FC236}">
                        <a16:creationId xmlns:a16="http://schemas.microsoft.com/office/drawing/2014/main" id="{CDE812D3-F941-5516-3C1C-9778CC214A14}"/>
                      </a:ext>
                    </a:extLst>
                  </p14:cNvPr>
                  <p14:cNvContentPartPr/>
                  <p14:nvPr/>
                </p14:nvContentPartPr>
                <p14:xfrm>
                  <a:off x="3801708" y="1867192"/>
                  <a:ext cx="23760" cy="45360"/>
                </p14:xfrm>
              </p:contentPart>
            </mc:Choice>
            <mc:Fallback xmlns="">
              <p:pic>
                <p:nvPicPr>
                  <p:cNvPr id="1384" name="Ink 1383">
                    <a:extLst>
                      <a:ext uri="{FF2B5EF4-FFF2-40B4-BE49-F238E27FC236}">
                        <a16:creationId xmlns:a16="http://schemas.microsoft.com/office/drawing/2014/main" id="{3CBE62B1-234C-40F7-B41F-DA8B7FCB0E56}"/>
                      </a:ext>
                    </a:extLst>
                  </p:cNvPr>
                  <p:cNvPicPr/>
                  <p:nvPr/>
                </p:nvPicPr>
                <p:blipFill>
                  <a:blip r:embed="rId505"/>
                  <a:stretch>
                    <a:fillRect/>
                  </a:stretch>
                </p:blipFill>
                <p:spPr>
                  <a:xfrm>
                    <a:off x="3797388" y="1862872"/>
                    <a:ext cx="32400" cy="54000"/>
                  </a:xfrm>
                  <a:prstGeom prst="rect">
                    <a:avLst/>
                  </a:prstGeom>
                </p:spPr>
              </p:pic>
            </mc:Fallback>
          </mc:AlternateContent>
        </p:grpSp>
      </p:grpSp>
      <p:grpSp>
        <p:nvGrpSpPr>
          <p:cNvPr id="2" name="Group 1">
            <a:extLst>
              <a:ext uri="{FF2B5EF4-FFF2-40B4-BE49-F238E27FC236}">
                <a16:creationId xmlns:a16="http://schemas.microsoft.com/office/drawing/2014/main" id="{5CD70200-6548-1867-1A14-FD6F3229BF7D}"/>
              </a:ext>
            </a:extLst>
          </p:cNvPr>
          <p:cNvGrpSpPr/>
          <p:nvPr/>
        </p:nvGrpSpPr>
        <p:grpSpPr>
          <a:xfrm>
            <a:off x="2086925" y="0"/>
            <a:ext cx="3464491" cy="2972297"/>
            <a:chOff x="2086925" y="0"/>
            <a:chExt cx="3464491" cy="2972297"/>
          </a:xfrm>
        </p:grpSpPr>
        <p:sp>
          <p:nvSpPr>
            <p:cNvPr id="3" name="Rectangle 436">
              <a:extLst>
                <a:ext uri="{FF2B5EF4-FFF2-40B4-BE49-F238E27FC236}">
                  <a16:creationId xmlns:a16="http://schemas.microsoft.com/office/drawing/2014/main" id="{1079057E-F525-9D94-CB3E-DBD67AA664AB}"/>
                </a:ext>
              </a:extLst>
            </p:cNvPr>
            <p:cNvSpPr/>
            <p:nvPr/>
          </p:nvSpPr>
          <p:spPr>
            <a:xfrm rot="5400000">
              <a:off x="2044338" y="2702938"/>
              <a:ext cx="311947" cy="226772"/>
            </a:xfrm>
            <a:prstGeom prst="rect">
              <a:avLst/>
            </a:prstGeom>
            <a:solidFill>
              <a:srgbClr val="D6A300">
                <a:alpha val="60000"/>
              </a:srgbClr>
            </a:solidFill>
            <a:ln w="19050">
              <a:solidFill>
                <a:srgbClr val="D6A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46" noProof="0" dirty="0"/>
            </a:p>
          </p:txBody>
        </p:sp>
        <p:cxnSp>
          <p:nvCxnSpPr>
            <p:cNvPr id="356" name="Straight Connector 437">
              <a:extLst>
                <a:ext uri="{FF2B5EF4-FFF2-40B4-BE49-F238E27FC236}">
                  <a16:creationId xmlns:a16="http://schemas.microsoft.com/office/drawing/2014/main" id="{D5DEA4F5-6129-E31A-58B7-C7E92CF1AC4A}"/>
                </a:ext>
              </a:extLst>
            </p:cNvPr>
            <p:cNvCxnSpPr>
              <a:cxnSpLocks/>
            </p:cNvCxnSpPr>
            <p:nvPr/>
          </p:nvCxnSpPr>
          <p:spPr>
            <a:xfrm flipV="1">
              <a:off x="2086925" y="917575"/>
              <a:ext cx="827725" cy="1744614"/>
            </a:xfrm>
            <a:prstGeom prst="line">
              <a:avLst/>
            </a:prstGeom>
            <a:ln w="19050">
              <a:solidFill>
                <a:srgbClr val="D6A300"/>
              </a:solidFill>
            </a:ln>
          </p:spPr>
          <p:style>
            <a:lnRef idx="1">
              <a:schemeClr val="accent1"/>
            </a:lnRef>
            <a:fillRef idx="0">
              <a:schemeClr val="accent1"/>
            </a:fillRef>
            <a:effectRef idx="0">
              <a:schemeClr val="accent1"/>
            </a:effectRef>
            <a:fontRef idx="minor">
              <a:schemeClr val="tx1"/>
            </a:fontRef>
          </p:style>
        </p:cxnSp>
        <p:cxnSp>
          <p:nvCxnSpPr>
            <p:cNvPr id="357" name="Straight Connector 438">
              <a:extLst>
                <a:ext uri="{FF2B5EF4-FFF2-40B4-BE49-F238E27FC236}">
                  <a16:creationId xmlns:a16="http://schemas.microsoft.com/office/drawing/2014/main" id="{8FED1D36-64C7-99E5-127C-E05D29606808}"/>
                </a:ext>
              </a:extLst>
            </p:cNvPr>
            <p:cNvCxnSpPr>
              <a:cxnSpLocks/>
              <a:endCxn id="379" idx="4"/>
            </p:cNvCxnSpPr>
            <p:nvPr/>
          </p:nvCxnSpPr>
          <p:spPr>
            <a:xfrm flipV="1">
              <a:off x="2320180" y="2582983"/>
              <a:ext cx="1888302" cy="385614"/>
            </a:xfrm>
            <a:prstGeom prst="line">
              <a:avLst/>
            </a:prstGeom>
            <a:ln w="19050">
              <a:solidFill>
                <a:srgbClr val="D6A300"/>
              </a:solidFill>
            </a:ln>
          </p:spPr>
          <p:style>
            <a:lnRef idx="1">
              <a:schemeClr val="accent1"/>
            </a:lnRef>
            <a:fillRef idx="0">
              <a:schemeClr val="accent1"/>
            </a:fillRef>
            <a:effectRef idx="0">
              <a:schemeClr val="accent1"/>
            </a:effectRef>
            <a:fontRef idx="minor">
              <a:schemeClr val="tx1"/>
            </a:fontRef>
          </p:style>
        </p:cxnSp>
        <p:grpSp>
          <p:nvGrpSpPr>
            <p:cNvPr id="358" name="Group 357">
              <a:extLst>
                <a:ext uri="{FF2B5EF4-FFF2-40B4-BE49-F238E27FC236}">
                  <a16:creationId xmlns:a16="http://schemas.microsoft.com/office/drawing/2014/main" id="{5E3AECA6-4285-B996-E0C7-69BBC077921D}"/>
                </a:ext>
              </a:extLst>
            </p:cNvPr>
            <p:cNvGrpSpPr/>
            <p:nvPr/>
          </p:nvGrpSpPr>
          <p:grpSpPr>
            <a:xfrm>
              <a:off x="2865547" y="0"/>
              <a:ext cx="2685869" cy="2582983"/>
              <a:chOff x="2865547" y="0"/>
              <a:chExt cx="2685869" cy="2582983"/>
            </a:xfrm>
          </p:grpSpPr>
          <p:sp>
            <p:nvSpPr>
              <p:cNvPr id="359" name="Prostokąt 14">
                <a:extLst>
                  <a:ext uri="{FF2B5EF4-FFF2-40B4-BE49-F238E27FC236}">
                    <a16:creationId xmlns:a16="http://schemas.microsoft.com/office/drawing/2014/main" id="{FBA0505D-40A4-B9CC-EE7D-4BA382DA55E4}"/>
                  </a:ext>
                </a:extLst>
              </p:cNvPr>
              <p:cNvSpPr/>
              <p:nvPr/>
            </p:nvSpPr>
            <p:spPr>
              <a:xfrm>
                <a:off x="3960797" y="441699"/>
                <a:ext cx="1134686" cy="1102733"/>
              </a:xfrm>
              <a:prstGeom prst="rect">
                <a:avLst/>
              </a:prstGeom>
              <a:solidFill>
                <a:srgbClr val="E8BD33"/>
              </a:solidFill>
              <a:ln>
                <a:solidFill>
                  <a:schemeClr val="tx1"/>
                </a:solidFill>
              </a:ln>
            </p:spPr>
            <p:style>
              <a:lnRef idx="2">
                <a:schemeClr val="dk1"/>
              </a:lnRef>
              <a:fillRef idx="1">
                <a:schemeClr val="lt1"/>
              </a:fillRef>
              <a:effectRef idx="0">
                <a:schemeClr val="dk1"/>
              </a:effectRef>
              <a:fontRef idx="minor">
                <a:schemeClr val="dk1"/>
              </a:fontRef>
            </p:style>
            <p:txBody>
              <a:bodyPr rtlCol="0" anchor="t"/>
              <a:lstStyle/>
              <a:p>
                <a:pPr algn="ctr"/>
                <a:endParaRPr lang="pl-PL" sz="1400" dirty="0"/>
              </a:p>
            </p:txBody>
          </p:sp>
          <p:sp>
            <p:nvSpPr>
              <p:cNvPr id="360" name="Oval 359">
                <a:extLst>
                  <a:ext uri="{FF2B5EF4-FFF2-40B4-BE49-F238E27FC236}">
                    <a16:creationId xmlns:a16="http://schemas.microsoft.com/office/drawing/2014/main" id="{FE7450E4-5CFB-9939-0764-A4A032FD12D7}"/>
                  </a:ext>
                </a:extLst>
              </p:cNvPr>
              <p:cNvSpPr/>
              <p:nvPr/>
            </p:nvSpPr>
            <p:spPr>
              <a:xfrm>
                <a:off x="4796824" y="236783"/>
                <a:ext cx="102233" cy="103149"/>
              </a:xfrm>
              <a:prstGeom prst="ellipse">
                <a:avLst/>
              </a:prstGeom>
              <a:solidFill>
                <a:srgbClr val="E6C86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361" name="Oval 360">
                <a:extLst>
                  <a:ext uri="{FF2B5EF4-FFF2-40B4-BE49-F238E27FC236}">
                    <a16:creationId xmlns:a16="http://schemas.microsoft.com/office/drawing/2014/main" id="{5E6CCB9F-0AB0-C527-AFC9-CDD4D905E618}"/>
                  </a:ext>
                </a:extLst>
              </p:cNvPr>
              <p:cNvSpPr/>
              <p:nvPr/>
            </p:nvSpPr>
            <p:spPr>
              <a:xfrm>
                <a:off x="4477934" y="218958"/>
                <a:ext cx="102233" cy="103149"/>
              </a:xfrm>
              <a:prstGeom prst="ellipse">
                <a:avLst/>
              </a:prstGeom>
              <a:solidFill>
                <a:srgbClr val="E6C86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362" name="Oval 361">
                <a:extLst>
                  <a:ext uri="{FF2B5EF4-FFF2-40B4-BE49-F238E27FC236}">
                    <a16:creationId xmlns:a16="http://schemas.microsoft.com/office/drawing/2014/main" id="{0927D8BA-22F8-9BB3-95E1-09D9301C93B9}"/>
                  </a:ext>
                </a:extLst>
              </p:cNvPr>
              <p:cNvSpPr/>
              <p:nvPr/>
            </p:nvSpPr>
            <p:spPr>
              <a:xfrm>
                <a:off x="4243605" y="236783"/>
                <a:ext cx="102233" cy="103149"/>
              </a:xfrm>
              <a:prstGeom prst="ellipse">
                <a:avLst/>
              </a:prstGeom>
              <a:solidFill>
                <a:srgbClr val="E6C86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cxnSp>
            <p:nvCxnSpPr>
              <p:cNvPr id="363" name="Connector: Elbow 362">
                <a:extLst>
                  <a:ext uri="{FF2B5EF4-FFF2-40B4-BE49-F238E27FC236}">
                    <a16:creationId xmlns:a16="http://schemas.microsoft.com/office/drawing/2014/main" id="{1803A688-E313-01BE-C623-B27290DF2BF7}"/>
                  </a:ext>
                </a:extLst>
              </p:cNvPr>
              <p:cNvCxnSpPr>
                <a:endCxn id="360" idx="4"/>
              </p:cNvCxnSpPr>
              <p:nvPr/>
            </p:nvCxnSpPr>
            <p:spPr>
              <a:xfrm rot="5400000" flipH="1" flipV="1">
                <a:off x="4772945" y="363808"/>
                <a:ext cx="98868" cy="51117"/>
              </a:xfrm>
              <a:prstGeom prst="bentConnector3">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4" name="Connector: Elbow 363">
                <a:extLst>
                  <a:ext uri="{FF2B5EF4-FFF2-40B4-BE49-F238E27FC236}">
                    <a16:creationId xmlns:a16="http://schemas.microsoft.com/office/drawing/2014/main" id="{BE4E5B53-20FF-D9E8-083F-31C05A311006}"/>
                  </a:ext>
                </a:extLst>
              </p:cNvPr>
              <p:cNvCxnSpPr>
                <a:cxnSpLocks/>
              </p:cNvCxnSpPr>
              <p:nvPr/>
            </p:nvCxnSpPr>
            <p:spPr>
              <a:xfrm rot="16200000" flipV="1">
                <a:off x="4270842" y="364599"/>
                <a:ext cx="98868" cy="51117"/>
              </a:xfrm>
              <a:prstGeom prst="bentConnector3">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7" name="Straight Connector 366">
                <a:extLst>
                  <a:ext uri="{FF2B5EF4-FFF2-40B4-BE49-F238E27FC236}">
                    <a16:creationId xmlns:a16="http://schemas.microsoft.com/office/drawing/2014/main" id="{60E8B58B-86AC-6804-0B30-A91D91A6F60F}"/>
                  </a:ext>
                </a:extLst>
              </p:cNvPr>
              <p:cNvCxnSpPr>
                <a:cxnSpLocks/>
                <a:stCxn id="361" idx="4"/>
                <a:endCxn id="359" idx="0"/>
              </p:cNvCxnSpPr>
              <p:nvPr/>
            </p:nvCxnSpPr>
            <p:spPr>
              <a:xfrm flipH="1">
                <a:off x="4528140" y="322107"/>
                <a:ext cx="911" cy="119592"/>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368" name="Oval 367">
                <a:extLst>
                  <a:ext uri="{FF2B5EF4-FFF2-40B4-BE49-F238E27FC236}">
                    <a16:creationId xmlns:a16="http://schemas.microsoft.com/office/drawing/2014/main" id="{49AEBFFF-1FC2-EB7B-8B00-6B7325491912}"/>
                  </a:ext>
                </a:extLst>
              </p:cNvPr>
              <p:cNvSpPr/>
              <p:nvPr/>
            </p:nvSpPr>
            <p:spPr>
              <a:xfrm>
                <a:off x="4712560" y="1641171"/>
                <a:ext cx="102233" cy="103149"/>
              </a:xfrm>
              <a:prstGeom prst="ellipse">
                <a:avLst/>
              </a:prstGeom>
              <a:solidFill>
                <a:srgbClr val="E6C86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373" name="Oval 372">
                <a:extLst>
                  <a:ext uri="{FF2B5EF4-FFF2-40B4-BE49-F238E27FC236}">
                    <a16:creationId xmlns:a16="http://schemas.microsoft.com/office/drawing/2014/main" id="{F3856565-BC9C-5CDB-9A26-464BAAFB6750}"/>
                  </a:ext>
                </a:extLst>
              </p:cNvPr>
              <p:cNvSpPr/>
              <p:nvPr/>
            </p:nvSpPr>
            <p:spPr>
              <a:xfrm>
                <a:off x="4469867" y="1641170"/>
                <a:ext cx="102233" cy="103149"/>
              </a:xfrm>
              <a:prstGeom prst="ellipse">
                <a:avLst/>
              </a:prstGeom>
              <a:solidFill>
                <a:srgbClr val="E6C86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374" name="Oval 373">
                <a:extLst>
                  <a:ext uri="{FF2B5EF4-FFF2-40B4-BE49-F238E27FC236}">
                    <a16:creationId xmlns:a16="http://schemas.microsoft.com/office/drawing/2014/main" id="{267C4DBE-A4D7-EE73-4ECD-9B5668C8F3E0}"/>
                  </a:ext>
                </a:extLst>
              </p:cNvPr>
              <p:cNvSpPr/>
              <p:nvPr/>
            </p:nvSpPr>
            <p:spPr>
              <a:xfrm>
                <a:off x="4242063" y="1641170"/>
                <a:ext cx="102233" cy="103149"/>
              </a:xfrm>
              <a:prstGeom prst="ellipse">
                <a:avLst/>
              </a:prstGeom>
              <a:solidFill>
                <a:srgbClr val="E6C86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cxnSp>
            <p:nvCxnSpPr>
              <p:cNvPr id="375" name="Connector: Elbow 374">
                <a:extLst>
                  <a:ext uri="{FF2B5EF4-FFF2-40B4-BE49-F238E27FC236}">
                    <a16:creationId xmlns:a16="http://schemas.microsoft.com/office/drawing/2014/main" id="{26E10630-5C18-702D-4025-6425941FB2FA}"/>
                  </a:ext>
                </a:extLst>
              </p:cNvPr>
              <p:cNvCxnSpPr>
                <a:cxnSpLocks/>
                <a:endCxn id="368" idx="0"/>
              </p:cNvCxnSpPr>
              <p:nvPr/>
            </p:nvCxnSpPr>
            <p:spPr>
              <a:xfrm rot="16200000" flipH="1">
                <a:off x="4687010" y="1564498"/>
                <a:ext cx="95925" cy="57410"/>
              </a:xfrm>
              <a:prstGeom prst="bentConnector3">
                <a:avLst>
                  <a:gd name="adj1" fmla="val 50000"/>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6" name="Connector: Elbow 375">
                <a:extLst>
                  <a:ext uri="{FF2B5EF4-FFF2-40B4-BE49-F238E27FC236}">
                    <a16:creationId xmlns:a16="http://schemas.microsoft.com/office/drawing/2014/main" id="{E6001CE1-3F76-CC94-C6DE-F76DD797C7F9}"/>
                  </a:ext>
                </a:extLst>
              </p:cNvPr>
              <p:cNvCxnSpPr>
                <a:cxnSpLocks/>
                <a:endCxn id="374" idx="0"/>
              </p:cNvCxnSpPr>
              <p:nvPr/>
            </p:nvCxnSpPr>
            <p:spPr>
              <a:xfrm rot="5400000">
                <a:off x="4270777" y="1567645"/>
                <a:ext cx="95923" cy="51116"/>
              </a:xfrm>
              <a:prstGeom prst="bentConnector3">
                <a:avLst>
                  <a:gd name="adj1" fmla="val 50000"/>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7" name="Straight Connector 376">
                <a:extLst>
                  <a:ext uri="{FF2B5EF4-FFF2-40B4-BE49-F238E27FC236}">
                    <a16:creationId xmlns:a16="http://schemas.microsoft.com/office/drawing/2014/main" id="{32DFB805-4D57-76F2-FB90-14508CEC0BD7}"/>
                  </a:ext>
                </a:extLst>
              </p:cNvPr>
              <p:cNvCxnSpPr>
                <a:cxnSpLocks/>
                <a:stCxn id="373" idx="0"/>
                <a:endCxn id="384" idx="2"/>
              </p:cNvCxnSpPr>
              <p:nvPr/>
            </p:nvCxnSpPr>
            <p:spPr>
              <a:xfrm flipV="1">
                <a:off x="4520984" y="1442010"/>
                <a:ext cx="717" cy="19916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78" name="Group 377">
                <a:extLst>
                  <a:ext uri="{FF2B5EF4-FFF2-40B4-BE49-F238E27FC236}">
                    <a16:creationId xmlns:a16="http://schemas.microsoft.com/office/drawing/2014/main" id="{AACB108F-C59F-5B2B-4245-ADAC6852AF97}"/>
                  </a:ext>
                </a:extLst>
              </p:cNvPr>
              <p:cNvGrpSpPr/>
              <p:nvPr/>
            </p:nvGrpSpPr>
            <p:grpSpPr>
              <a:xfrm rot="7671557">
                <a:off x="3373367" y="1955986"/>
                <a:ext cx="349450" cy="484303"/>
                <a:chOff x="3476018" y="1655769"/>
                <a:chExt cx="349450" cy="484303"/>
              </a:xfrm>
            </p:grpSpPr>
            <p:sp>
              <p:nvSpPr>
                <p:cNvPr id="386" name="Flowchart: Delay 385">
                  <a:extLst>
                    <a:ext uri="{FF2B5EF4-FFF2-40B4-BE49-F238E27FC236}">
                      <a16:creationId xmlns:a16="http://schemas.microsoft.com/office/drawing/2014/main" id="{A6A62432-8EEB-8D3E-846D-D86100855CF5}"/>
                    </a:ext>
                  </a:extLst>
                </p:cNvPr>
                <p:cNvSpPr/>
                <p:nvPr/>
              </p:nvSpPr>
              <p:spPr>
                <a:xfrm rot="16200000">
                  <a:off x="3518739" y="1694930"/>
                  <a:ext cx="273165" cy="194844"/>
                </a:xfrm>
                <a:prstGeom prst="flowChartDelay">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mc:AlternateContent xmlns:mc="http://schemas.openxmlformats.org/markup-compatibility/2006" xmlns:p14="http://schemas.microsoft.com/office/powerpoint/2010/main">
              <mc:Choice Requires="p14">
                <p:contentPart p14:bwMode="auto" r:id="rId602">
                  <p14:nvContentPartPr>
                    <p14:cNvPr id="387" name="Ink 386">
                      <a:extLst>
                        <a:ext uri="{FF2B5EF4-FFF2-40B4-BE49-F238E27FC236}">
                          <a16:creationId xmlns:a16="http://schemas.microsoft.com/office/drawing/2014/main" id="{83464CA1-9DFF-53F4-FE00-F55BAD6726E9}"/>
                        </a:ext>
                      </a:extLst>
                    </p14:cNvPr>
                    <p14:cNvContentPartPr/>
                    <p14:nvPr/>
                  </p14:nvContentPartPr>
                  <p14:xfrm>
                    <a:off x="3563025" y="1801595"/>
                    <a:ext cx="177480" cy="94680"/>
                  </p14:xfrm>
                </p:contentPart>
              </mc:Choice>
              <mc:Fallback xmlns="">
                <p:pic>
                  <p:nvPicPr>
                    <p:cNvPr id="1264" name="Ink 1263">
                      <a:extLst>
                        <a:ext uri="{FF2B5EF4-FFF2-40B4-BE49-F238E27FC236}">
                          <a16:creationId xmlns:a16="http://schemas.microsoft.com/office/drawing/2014/main" id="{60297DF2-3A12-43CF-9DFE-4BF44F9F9C46}"/>
                        </a:ext>
                      </a:extLst>
                    </p:cNvPr>
                    <p:cNvPicPr/>
                    <p:nvPr/>
                  </p:nvPicPr>
                  <p:blipFill>
                    <a:blip r:embed="rId6"/>
                    <a:stretch>
                      <a:fillRect/>
                    </a:stretch>
                  </p:blipFill>
                  <p:spPr>
                    <a:xfrm>
                      <a:off x="3558705" y="1797275"/>
                      <a:ext cx="186120" cy="103320"/>
                    </a:xfrm>
                    <a:prstGeom prst="rect">
                      <a:avLst/>
                    </a:prstGeom>
                  </p:spPr>
                </p:pic>
              </mc:Fallback>
            </mc:AlternateContent>
            <mc:AlternateContent xmlns:mc="http://schemas.openxmlformats.org/markup-compatibility/2006" xmlns:p14="http://schemas.microsoft.com/office/powerpoint/2010/main">
              <mc:Choice Requires="p14">
                <p:contentPart p14:bwMode="auto" r:id="rId603">
                  <p14:nvContentPartPr>
                    <p14:cNvPr id="388" name="Ink 387">
                      <a:extLst>
                        <a:ext uri="{FF2B5EF4-FFF2-40B4-BE49-F238E27FC236}">
                          <a16:creationId xmlns:a16="http://schemas.microsoft.com/office/drawing/2014/main" id="{417D8CCC-4B7B-1ADD-30F4-236BAC9B52A6}"/>
                        </a:ext>
                      </a:extLst>
                    </p14:cNvPr>
                    <p14:cNvContentPartPr/>
                    <p14:nvPr/>
                  </p14:nvContentPartPr>
                  <p14:xfrm>
                    <a:off x="3703200" y="1798268"/>
                    <a:ext cx="52920" cy="8280"/>
                  </p14:xfrm>
                </p:contentPart>
              </mc:Choice>
              <mc:Fallback xmlns="">
                <p:pic>
                  <p:nvPicPr>
                    <p:cNvPr id="1275" name="Ink 1274">
                      <a:extLst>
                        <a:ext uri="{FF2B5EF4-FFF2-40B4-BE49-F238E27FC236}">
                          <a16:creationId xmlns:a16="http://schemas.microsoft.com/office/drawing/2014/main" id="{7A7E6207-5D59-4BFC-A67C-DAF5BD9EBD00}"/>
                        </a:ext>
                      </a:extLst>
                    </p:cNvPr>
                    <p:cNvPicPr/>
                    <p:nvPr/>
                  </p:nvPicPr>
                  <p:blipFill>
                    <a:blip r:embed="rId8"/>
                    <a:stretch>
                      <a:fillRect/>
                    </a:stretch>
                  </p:blipFill>
                  <p:spPr>
                    <a:xfrm>
                      <a:off x="3698880" y="1793948"/>
                      <a:ext cx="61560" cy="16920"/>
                    </a:xfrm>
                    <a:prstGeom prst="rect">
                      <a:avLst/>
                    </a:prstGeom>
                  </p:spPr>
                </p:pic>
              </mc:Fallback>
            </mc:AlternateContent>
            <p:sp>
              <p:nvSpPr>
                <p:cNvPr id="389" name="Oval 388">
                  <a:extLst>
                    <a:ext uri="{FF2B5EF4-FFF2-40B4-BE49-F238E27FC236}">
                      <a16:creationId xmlns:a16="http://schemas.microsoft.com/office/drawing/2014/main" id="{B02052A4-F7EF-BCC9-74F9-8A9819CF90FD}"/>
                    </a:ext>
                  </a:extLst>
                </p:cNvPr>
                <p:cNvSpPr/>
                <p:nvPr/>
              </p:nvSpPr>
              <p:spPr>
                <a:xfrm>
                  <a:off x="3614458" y="1703767"/>
                  <a:ext cx="74613" cy="74234"/>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390" name="Oval 389">
                  <a:extLst>
                    <a:ext uri="{FF2B5EF4-FFF2-40B4-BE49-F238E27FC236}">
                      <a16:creationId xmlns:a16="http://schemas.microsoft.com/office/drawing/2014/main" id="{EF856C78-9D37-296B-AFC2-9741CDD505EB}"/>
                    </a:ext>
                  </a:extLst>
                </p:cNvPr>
                <p:cNvSpPr/>
                <p:nvPr/>
              </p:nvSpPr>
              <p:spPr>
                <a:xfrm>
                  <a:off x="3629614" y="1718024"/>
                  <a:ext cx="45719" cy="45719"/>
                </a:xfrm>
                <a:prstGeom prst="ellipse">
                  <a:avLst/>
                </a:prstGeom>
                <a:no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grpSp>
              <p:nvGrpSpPr>
                <p:cNvPr id="391" name="Group 390">
                  <a:extLst>
                    <a:ext uri="{FF2B5EF4-FFF2-40B4-BE49-F238E27FC236}">
                      <a16:creationId xmlns:a16="http://schemas.microsoft.com/office/drawing/2014/main" id="{CA2CF26E-F9BB-A149-3439-2B88EEC0E066}"/>
                    </a:ext>
                  </a:extLst>
                </p:cNvPr>
                <p:cNvGrpSpPr/>
                <p:nvPr/>
              </p:nvGrpSpPr>
              <p:grpSpPr>
                <a:xfrm>
                  <a:off x="3476018" y="1823415"/>
                  <a:ext cx="349450" cy="316657"/>
                  <a:chOff x="3476018" y="1823415"/>
                  <a:chExt cx="349450" cy="316657"/>
                </a:xfrm>
              </p:grpSpPr>
              <mc:AlternateContent xmlns:mc="http://schemas.openxmlformats.org/markup-compatibility/2006" xmlns:p14="http://schemas.microsoft.com/office/powerpoint/2010/main">
                <mc:Choice Requires="p14">
                  <p:contentPart p14:bwMode="auto" r:id="rId604">
                    <p14:nvContentPartPr>
                      <p14:cNvPr id="392" name="Ink 391">
                        <a:extLst>
                          <a:ext uri="{FF2B5EF4-FFF2-40B4-BE49-F238E27FC236}">
                            <a16:creationId xmlns:a16="http://schemas.microsoft.com/office/drawing/2014/main" id="{F5DF8BFB-8F71-9824-3724-98353BB2EC6D}"/>
                          </a:ext>
                        </a:extLst>
                      </p14:cNvPr>
                      <p14:cNvContentPartPr/>
                      <p14:nvPr/>
                    </p14:nvContentPartPr>
                    <p14:xfrm>
                      <a:off x="3476018" y="1873095"/>
                      <a:ext cx="45720" cy="30600"/>
                    </p14:xfrm>
                  </p:contentPart>
                </mc:Choice>
                <mc:Fallback xmlns="">
                  <p:pic>
                    <p:nvPicPr>
                      <p:cNvPr id="1265" name="Ink 1264">
                        <a:extLst>
                          <a:ext uri="{FF2B5EF4-FFF2-40B4-BE49-F238E27FC236}">
                            <a16:creationId xmlns:a16="http://schemas.microsoft.com/office/drawing/2014/main" id="{F66C41A6-1647-45D6-BC1A-FBEA1F5A5C76}"/>
                          </a:ext>
                        </a:extLst>
                      </p:cNvPr>
                      <p:cNvPicPr/>
                      <p:nvPr/>
                    </p:nvPicPr>
                    <p:blipFill>
                      <a:blip r:embed="rId605"/>
                      <a:stretch>
                        <a:fillRect/>
                      </a:stretch>
                    </p:blipFill>
                    <p:spPr>
                      <a:xfrm>
                        <a:off x="3471698" y="1868775"/>
                        <a:ext cx="54360" cy="39240"/>
                      </a:xfrm>
                      <a:prstGeom prst="rect">
                        <a:avLst/>
                      </a:prstGeom>
                    </p:spPr>
                  </p:pic>
                </mc:Fallback>
              </mc:AlternateContent>
              <mc:AlternateContent xmlns:mc="http://schemas.openxmlformats.org/markup-compatibility/2006" xmlns:p14="http://schemas.microsoft.com/office/powerpoint/2010/main">
                <mc:Choice Requires="p14">
                  <p:contentPart p14:bwMode="auto" r:id="rId606">
                    <p14:nvContentPartPr>
                      <p14:cNvPr id="393" name="Ink 392">
                        <a:extLst>
                          <a:ext uri="{FF2B5EF4-FFF2-40B4-BE49-F238E27FC236}">
                            <a16:creationId xmlns:a16="http://schemas.microsoft.com/office/drawing/2014/main" id="{845AA3D2-AF58-D8E0-56F7-E2BF72F77CAC}"/>
                          </a:ext>
                        </a:extLst>
                      </p14:cNvPr>
                      <p14:cNvContentPartPr/>
                      <p14:nvPr/>
                    </p14:nvContentPartPr>
                    <p14:xfrm>
                      <a:off x="3494738" y="1823415"/>
                      <a:ext cx="54720" cy="43200"/>
                    </p14:xfrm>
                  </p:contentPart>
                </mc:Choice>
                <mc:Fallback xmlns="">
                  <p:pic>
                    <p:nvPicPr>
                      <p:cNvPr id="1266" name="Ink 1265">
                        <a:extLst>
                          <a:ext uri="{FF2B5EF4-FFF2-40B4-BE49-F238E27FC236}">
                            <a16:creationId xmlns:a16="http://schemas.microsoft.com/office/drawing/2014/main" id="{A00FEEE7-3705-450B-AE50-BBDD90B461D3}"/>
                          </a:ext>
                        </a:extLst>
                      </p:cNvPr>
                      <p:cNvPicPr/>
                      <p:nvPr/>
                    </p:nvPicPr>
                    <p:blipFill>
                      <a:blip r:embed="rId607"/>
                      <a:stretch>
                        <a:fillRect/>
                      </a:stretch>
                    </p:blipFill>
                    <p:spPr>
                      <a:xfrm>
                        <a:off x="3490418" y="1819095"/>
                        <a:ext cx="63360" cy="51840"/>
                      </a:xfrm>
                      <a:prstGeom prst="rect">
                        <a:avLst/>
                      </a:prstGeom>
                    </p:spPr>
                  </p:pic>
                </mc:Fallback>
              </mc:AlternateContent>
              <mc:AlternateContent xmlns:mc="http://schemas.openxmlformats.org/markup-compatibility/2006" xmlns:p14="http://schemas.microsoft.com/office/powerpoint/2010/main">
                <mc:Choice Requires="p14">
                  <p:contentPart p14:bwMode="auto" r:id="rId608">
                    <p14:nvContentPartPr>
                      <p14:cNvPr id="394" name="Ink 393">
                        <a:extLst>
                          <a:ext uri="{FF2B5EF4-FFF2-40B4-BE49-F238E27FC236}">
                            <a16:creationId xmlns:a16="http://schemas.microsoft.com/office/drawing/2014/main" id="{0451CF71-AE0D-34AC-4226-C8FA5428BD6E}"/>
                          </a:ext>
                        </a:extLst>
                      </p14:cNvPr>
                      <p14:cNvContentPartPr/>
                      <p14:nvPr/>
                    </p14:nvContentPartPr>
                    <p14:xfrm>
                      <a:off x="3777338" y="1870215"/>
                      <a:ext cx="44640" cy="36000"/>
                    </p14:xfrm>
                  </p:contentPart>
                </mc:Choice>
                <mc:Fallback xmlns="">
                  <p:pic>
                    <p:nvPicPr>
                      <p:cNvPr id="1271" name="Ink 1270">
                        <a:extLst>
                          <a:ext uri="{FF2B5EF4-FFF2-40B4-BE49-F238E27FC236}">
                            <a16:creationId xmlns:a16="http://schemas.microsoft.com/office/drawing/2014/main" id="{192BE73F-CB31-44D8-B4CF-4BC64BF4B794}"/>
                          </a:ext>
                        </a:extLst>
                      </p:cNvPr>
                      <p:cNvPicPr/>
                      <p:nvPr/>
                    </p:nvPicPr>
                    <p:blipFill>
                      <a:blip r:embed="rId14"/>
                      <a:stretch>
                        <a:fillRect/>
                      </a:stretch>
                    </p:blipFill>
                    <p:spPr>
                      <a:xfrm>
                        <a:off x="3773018" y="1865895"/>
                        <a:ext cx="53280" cy="44640"/>
                      </a:xfrm>
                      <a:prstGeom prst="rect">
                        <a:avLst/>
                      </a:prstGeom>
                    </p:spPr>
                  </p:pic>
                </mc:Fallback>
              </mc:AlternateContent>
              <mc:AlternateContent xmlns:mc="http://schemas.openxmlformats.org/markup-compatibility/2006" xmlns:p14="http://schemas.microsoft.com/office/powerpoint/2010/main">
                <mc:Choice Requires="p14">
                  <p:contentPart p14:bwMode="auto" r:id="rId609">
                    <p14:nvContentPartPr>
                      <p14:cNvPr id="395" name="Ink 394">
                        <a:extLst>
                          <a:ext uri="{FF2B5EF4-FFF2-40B4-BE49-F238E27FC236}">
                            <a16:creationId xmlns:a16="http://schemas.microsoft.com/office/drawing/2014/main" id="{7A0487D4-D1E4-83E8-8A87-D5AAF03E3356}"/>
                          </a:ext>
                        </a:extLst>
                      </p14:cNvPr>
                      <p14:cNvContentPartPr/>
                      <p14:nvPr/>
                    </p14:nvContentPartPr>
                    <p14:xfrm>
                      <a:off x="3757178" y="1831335"/>
                      <a:ext cx="46440" cy="36360"/>
                    </p14:xfrm>
                  </p:contentPart>
                </mc:Choice>
                <mc:Fallback xmlns="">
                  <p:pic>
                    <p:nvPicPr>
                      <p:cNvPr id="1272" name="Ink 1271">
                        <a:extLst>
                          <a:ext uri="{FF2B5EF4-FFF2-40B4-BE49-F238E27FC236}">
                            <a16:creationId xmlns:a16="http://schemas.microsoft.com/office/drawing/2014/main" id="{AAD683A3-AE78-4472-9605-449D945E16DD}"/>
                          </a:ext>
                        </a:extLst>
                      </p:cNvPr>
                      <p:cNvPicPr/>
                      <p:nvPr/>
                    </p:nvPicPr>
                    <p:blipFill>
                      <a:blip r:embed="rId16"/>
                      <a:stretch>
                        <a:fillRect/>
                      </a:stretch>
                    </p:blipFill>
                    <p:spPr>
                      <a:xfrm>
                        <a:off x="3752858" y="1827015"/>
                        <a:ext cx="55080" cy="45000"/>
                      </a:xfrm>
                      <a:prstGeom prst="rect">
                        <a:avLst/>
                      </a:prstGeom>
                    </p:spPr>
                  </p:pic>
                </mc:Fallback>
              </mc:AlternateContent>
              <mc:AlternateContent xmlns:mc="http://schemas.openxmlformats.org/markup-compatibility/2006" xmlns:p14="http://schemas.microsoft.com/office/powerpoint/2010/main">
                <mc:Choice Requires="p14">
                  <p:contentPart p14:bwMode="auto" r:id="rId610">
                    <p14:nvContentPartPr>
                      <p14:cNvPr id="396" name="Ink 395">
                        <a:extLst>
                          <a:ext uri="{FF2B5EF4-FFF2-40B4-BE49-F238E27FC236}">
                            <a16:creationId xmlns:a16="http://schemas.microsoft.com/office/drawing/2014/main" id="{F6F446DB-66A0-AA0F-FB98-8533989656B9}"/>
                          </a:ext>
                        </a:extLst>
                      </p14:cNvPr>
                      <p14:cNvContentPartPr/>
                      <p14:nvPr/>
                    </p14:nvContentPartPr>
                    <p14:xfrm>
                      <a:off x="3662748" y="1940992"/>
                      <a:ext cx="62640" cy="195120"/>
                    </p14:xfrm>
                  </p:contentPart>
                </mc:Choice>
                <mc:Fallback xmlns="">
                  <p:pic>
                    <p:nvPicPr>
                      <p:cNvPr id="1278" name="Ink 1277">
                        <a:extLst>
                          <a:ext uri="{FF2B5EF4-FFF2-40B4-BE49-F238E27FC236}">
                            <a16:creationId xmlns:a16="http://schemas.microsoft.com/office/drawing/2014/main" id="{359A9EEC-B1B4-4203-9F30-C325D9461056}"/>
                          </a:ext>
                        </a:extLst>
                      </p:cNvPr>
                      <p:cNvPicPr/>
                      <p:nvPr/>
                    </p:nvPicPr>
                    <p:blipFill>
                      <a:blip r:embed="rId18"/>
                      <a:stretch>
                        <a:fillRect/>
                      </a:stretch>
                    </p:blipFill>
                    <p:spPr>
                      <a:xfrm>
                        <a:off x="3658428" y="1936672"/>
                        <a:ext cx="71280" cy="203760"/>
                      </a:xfrm>
                      <a:prstGeom prst="rect">
                        <a:avLst/>
                      </a:prstGeom>
                    </p:spPr>
                  </p:pic>
                </mc:Fallback>
              </mc:AlternateContent>
              <mc:AlternateContent xmlns:mc="http://schemas.openxmlformats.org/markup-compatibility/2006" xmlns:p14="http://schemas.microsoft.com/office/powerpoint/2010/main">
                <mc:Choice Requires="p14">
                  <p:contentPart p14:bwMode="auto" r:id="rId611">
                    <p14:nvContentPartPr>
                      <p14:cNvPr id="397" name="Ink 396">
                        <a:extLst>
                          <a:ext uri="{FF2B5EF4-FFF2-40B4-BE49-F238E27FC236}">
                            <a16:creationId xmlns:a16="http://schemas.microsoft.com/office/drawing/2014/main" id="{B6539808-30F5-5BF4-3EF6-1490FD40D443}"/>
                          </a:ext>
                        </a:extLst>
                      </p14:cNvPr>
                      <p14:cNvContentPartPr/>
                      <p14:nvPr/>
                    </p14:nvContentPartPr>
                    <p14:xfrm>
                      <a:off x="3672468" y="1931992"/>
                      <a:ext cx="59400" cy="124200"/>
                    </p14:xfrm>
                  </p:contentPart>
                </mc:Choice>
                <mc:Fallback xmlns="">
                  <p:pic>
                    <p:nvPicPr>
                      <p:cNvPr id="1279" name="Ink 1278">
                        <a:extLst>
                          <a:ext uri="{FF2B5EF4-FFF2-40B4-BE49-F238E27FC236}">
                            <a16:creationId xmlns:a16="http://schemas.microsoft.com/office/drawing/2014/main" id="{F2A52ED4-452C-465C-9C5D-D340B6C8917D}"/>
                          </a:ext>
                        </a:extLst>
                      </p:cNvPr>
                      <p:cNvPicPr/>
                      <p:nvPr/>
                    </p:nvPicPr>
                    <p:blipFill>
                      <a:blip r:embed="rId20"/>
                      <a:stretch>
                        <a:fillRect/>
                      </a:stretch>
                    </p:blipFill>
                    <p:spPr>
                      <a:xfrm>
                        <a:off x="3668148" y="1927672"/>
                        <a:ext cx="68040" cy="132840"/>
                      </a:xfrm>
                      <a:prstGeom prst="rect">
                        <a:avLst/>
                      </a:prstGeom>
                    </p:spPr>
                  </p:pic>
                </mc:Fallback>
              </mc:AlternateContent>
              <mc:AlternateContent xmlns:mc="http://schemas.openxmlformats.org/markup-compatibility/2006" xmlns:p14="http://schemas.microsoft.com/office/powerpoint/2010/main">
                <mc:Choice Requires="p14">
                  <p:contentPart p14:bwMode="auto" r:id="rId612">
                    <p14:nvContentPartPr>
                      <p14:cNvPr id="398" name="Ink 397">
                        <a:extLst>
                          <a:ext uri="{FF2B5EF4-FFF2-40B4-BE49-F238E27FC236}">
                            <a16:creationId xmlns:a16="http://schemas.microsoft.com/office/drawing/2014/main" id="{6D4198BB-E20F-9C97-13E1-3FAC4B69556A}"/>
                          </a:ext>
                        </a:extLst>
                      </p14:cNvPr>
                      <p14:cNvContentPartPr/>
                      <p14:nvPr/>
                    </p14:nvContentPartPr>
                    <p14:xfrm>
                      <a:off x="3577068" y="1930912"/>
                      <a:ext cx="63720" cy="209160"/>
                    </p14:xfrm>
                  </p:contentPart>
                </mc:Choice>
                <mc:Fallback xmlns="">
                  <p:pic>
                    <p:nvPicPr>
                      <p:cNvPr id="1281" name="Ink 1280">
                        <a:extLst>
                          <a:ext uri="{FF2B5EF4-FFF2-40B4-BE49-F238E27FC236}">
                            <a16:creationId xmlns:a16="http://schemas.microsoft.com/office/drawing/2014/main" id="{7A75B9B2-65C2-4888-9F0D-8AFD0C44724B}"/>
                          </a:ext>
                        </a:extLst>
                      </p:cNvPr>
                      <p:cNvPicPr/>
                      <p:nvPr/>
                    </p:nvPicPr>
                    <p:blipFill>
                      <a:blip r:embed="rId22"/>
                      <a:stretch>
                        <a:fillRect/>
                      </a:stretch>
                    </p:blipFill>
                    <p:spPr>
                      <a:xfrm>
                        <a:off x="3572748" y="1926592"/>
                        <a:ext cx="72360" cy="217800"/>
                      </a:xfrm>
                      <a:prstGeom prst="rect">
                        <a:avLst/>
                      </a:prstGeom>
                    </p:spPr>
                  </p:pic>
                </mc:Fallback>
              </mc:AlternateContent>
              <mc:AlternateContent xmlns:mc="http://schemas.openxmlformats.org/markup-compatibility/2006" xmlns:p14="http://schemas.microsoft.com/office/powerpoint/2010/main">
                <mc:Choice Requires="p14">
                  <p:contentPart p14:bwMode="auto" r:id="rId613">
                    <p14:nvContentPartPr>
                      <p14:cNvPr id="399" name="Ink 398">
                        <a:extLst>
                          <a:ext uri="{FF2B5EF4-FFF2-40B4-BE49-F238E27FC236}">
                            <a16:creationId xmlns:a16="http://schemas.microsoft.com/office/drawing/2014/main" id="{C6D87731-5293-AE39-4D8A-1ACBCD2B111D}"/>
                          </a:ext>
                        </a:extLst>
                      </p14:cNvPr>
                      <p14:cNvContentPartPr/>
                      <p14:nvPr/>
                    </p14:nvContentPartPr>
                    <p14:xfrm>
                      <a:off x="3561228" y="1928752"/>
                      <a:ext cx="60120" cy="129960"/>
                    </p14:xfrm>
                  </p:contentPart>
                </mc:Choice>
                <mc:Fallback xmlns="">
                  <p:pic>
                    <p:nvPicPr>
                      <p:cNvPr id="1282" name="Ink 1281">
                        <a:extLst>
                          <a:ext uri="{FF2B5EF4-FFF2-40B4-BE49-F238E27FC236}">
                            <a16:creationId xmlns:a16="http://schemas.microsoft.com/office/drawing/2014/main" id="{A226A604-F8FE-4AEB-BF79-F148DF9286F1}"/>
                          </a:ext>
                        </a:extLst>
                      </p:cNvPr>
                      <p:cNvPicPr/>
                      <p:nvPr/>
                    </p:nvPicPr>
                    <p:blipFill>
                      <a:blip r:embed="rId24"/>
                      <a:stretch>
                        <a:fillRect/>
                      </a:stretch>
                    </p:blipFill>
                    <p:spPr>
                      <a:xfrm>
                        <a:off x="3556908" y="1924432"/>
                        <a:ext cx="68760" cy="138600"/>
                      </a:xfrm>
                      <a:prstGeom prst="rect">
                        <a:avLst/>
                      </a:prstGeom>
                    </p:spPr>
                  </p:pic>
                </mc:Fallback>
              </mc:AlternateContent>
              <mc:AlternateContent xmlns:mc="http://schemas.openxmlformats.org/markup-compatibility/2006" xmlns:p14="http://schemas.microsoft.com/office/powerpoint/2010/main">
                <mc:Choice Requires="p14">
                  <p:contentPart p14:bwMode="auto" r:id="rId614">
                    <p14:nvContentPartPr>
                      <p14:cNvPr id="400" name="Ink 399">
                        <a:extLst>
                          <a:ext uri="{FF2B5EF4-FFF2-40B4-BE49-F238E27FC236}">
                            <a16:creationId xmlns:a16="http://schemas.microsoft.com/office/drawing/2014/main" id="{8B05022B-E42E-C39E-C94E-7621A06C48F0}"/>
                          </a:ext>
                        </a:extLst>
                      </p14:cNvPr>
                      <p14:cNvContentPartPr/>
                      <p14:nvPr/>
                    </p14:nvContentPartPr>
                    <p14:xfrm>
                      <a:off x="3673188" y="2036032"/>
                      <a:ext cx="44280" cy="95040"/>
                    </p14:xfrm>
                  </p:contentPart>
                </mc:Choice>
                <mc:Fallback xmlns="">
                  <p:pic>
                    <p:nvPicPr>
                      <p:cNvPr id="1287" name="Ink 1286">
                        <a:extLst>
                          <a:ext uri="{FF2B5EF4-FFF2-40B4-BE49-F238E27FC236}">
                            <a16:creationId xmlns:a16="http://schemas.microsoft.com/office/drawing/2014/main" id="{1B417559-3307-47FB-811C-2A5F7DD68DE3}"/>
                          </a:ext>
                        </a:extLst>
                      </p:cNvPr>
                      <p:cNvPicPr/>
                      <p:nvPr/>
                    </p:nvPicPr>
                    <p:blipFill>
                      <a:blip r:embed="rId26"/>
                      <a:stretch>
                        <a:fillRect/>
                      </a:stretch>
                    </p:blipFill>
                    <p:spPr>
                      <a:xfrm>
                        <a:off x="3668868" y="2031712"/>
                        <a:ext cx="52920" cy="103680"/>
                      </a:xfrm>
                      <a:prstGeom prst="rect">
                        <a:avLst/>
                      </a:prstGeom>
                    </p:spPr>
                  </p:pic>
                </mc:Fallback>
              </mc:AlternateContent>
              <mc:AlternateContent xmlns:mc="http://schemas.openxmlformats.org/markup-compatibility/2006" xmlns:p14="http://schemas.microsoft.com/office/powerpoint/2010/main">
                <mc:Choice Requires="p14">
                  <p:contentPart p14:bwMode="auto" r:id="rId615">
                    <p14:nvContentPartPr>
                      <p14:cNvPr id="401" name="Ink 400">
                        <a:extLst>
                          <a:ext uri="{FF2B5EF4-FFF2-40B4-BE49-F238E27FC236}">
                            <a16:creationId xmlns:a16="http://schemas.microsoft.com/office/drawing/2014/main" id="{6EFD53FB-479F-4CA3-0533-C33AB2F593DF}"/>
                          </a:ext>
                        </a:extLst>
                      </p14:cNvPr>
                      <p14:cNvContentPartPr/>
                      <p14:nvPr/>
                    </p14:nvContentPartPr>
                    <p14:xfrm>
                      <a:off x="3572028" y="1936312"/>
                      <a:ext cx="67320" cy="200520"/>
                    </p14:xfrm>
                  </p:contentPart>
                </mc:Choice>
                <mc:Fallback xmlns="">
                  <p:pic>
                    <p:nvPicPr>
                      <p:cNvPr id="1294" name="Ink 1293">
                        <a:extLst>
                          <a:ext uri="{FF2B5EF4-FFF2-40B4-BE49-F238E27FC236}">
                            <a16:creationId xmlns:a16="http://schemas.microsoft.com/office/drawing/2014/main" id="{C447843E-3350-4309-8303-7118A011FD54}"/>
                          </a:ext>
                        </a:extLst>
                      </p:cNvPr>
                      <p:cNvPicPr/>
                      <p:nvPr/>
                    </p:nvPicPr>
                    <p:blipFill>
                      <a:blip r:embed="rId28"/>
                      <a:stretch>
                        <a:fillRect/>
                      </a:stretch>
                    </p:blipFill>
                    <p:spPr>
                      <a:xfrm>
                        <a:off x="3567708" y="1931992"/>
                        <a:ext cx="75960" cy="209160"/>
                      </a:xfrm>
                      <a:prstGeom prst="rect">
                        <a:avLst/>
                      </a:prstGeom>
                    </p:spPr>
                  </p:pic>
                </mc:Fallback>
              </mc:AlternateContent>
              <mc:AlternateContent xmlns:mc="http://schemas.openxmlformats.org/markup-compatibility/2006" xmlns:p14="http://schemas.microsoft.com/office/powerpoint/2010/main">
                <mc:Choice Requires="p14">
                  <p:contentPart p14:bwMode="auto" r:id="rId616">
                    <p14:nvContentPartPr>
                      <p14:cNvPr id="402" name="Ink 401">
                        <a:extLst>
                          <a:ext uri="{FF2B5EF4-FFF2-40B4-BE49-F238E27FC236}">
                            <a16:creationId xmlns:a16="http://schemas.microsoft.com/office/drawing/2014/main" id="{0266DC95-77CE-4AB8-4754-3EC382F843DD}"/>
                          </a:ext>
                        </a:extLst>
                      </p14:cNvPr>
                      <p14:cNvContentPartPr/>
                      <p14:nvPr/>
                    </p14:nvContentPartPr>
                    <p14:xfrm>
                      <a:off x="3725748" y="2038912"/>
                      <a:ext cx="5400" cy="39960"/>
                    </p14:xfrm>
                  </p:contentPart>
                </mc:Choice>
                <mc:Fallback xmlns="">
                  <p:pic>
                    <p:nvPicPr>
                      <p:cNvPr id="1301" name="Ink 1300">
                        <a:extLst>
                          <a:ext uri="{FF2B5EF4-FFF2-40B4-BE49-F238E27FC236}">
                            <a16:creationId xmlns:a16="http://schemas.microsoft.com/office/drawing/2014/main" id="{57778227-E433-4F1A-839F-38968EA303F0}"/>
                          </a:ext>
                        </a:extLst>
                      </p:cNvPr>
                      <p:cNvPicPr/>
                      <p:nvPr/>
                    </p:nvPicPr>
                    <p:blipFill>
                      <a:blip r:embed="rId30"/>
                      <a:stretch>
                        <a:fillRect/>
                      </a:stretch>
                    </p:blipFill>
                    <p:spPr>
                      <a:xfrm>
                        <a:off x="3721428" y="2034592"/>
                        <a:ext cx="14040" cy="48600"/>
                      </a:xfrm>
                      <a:prstGeom prst="rect">
                        <a:avLst/>
                      </a:prstGeom>
                    </p:spPr>
                  </p:pic>
                </mc:Fallback>
              </mc:AlternateContent>
              <mc:AlternateContent xmlns:mc="http://schemas.openxmlformats.org/markup-compatibility/2006" xmlns:p14="http://schemas.microsoft.com/office/powerpoint/2010/main">
                <mc:Choice Requires="p14">
                  <p:contentPart p14:bwMode="auto" r:id="rId617">
                    <p14:nvContentPartPr>
                      <p14:cNvPr id="403" name="Ink 402">
                        <a:extLst>
                          <a:ext uri="{FF2B5EF4-FFF2-40B4-BE49-F238E27FC236}">
                            <a16:creationId xmlns:a16="http://schemas.microsoft.com/office/drawing/2014/main" id="{816DB1D6-D7FF-DE3D-EDA4-6C3804696C3C}"/>
                          </a:ext>
                        </a:extLst>
                      </p14:cNvPr>
                      <p14:cNvContentPartPr/>
                      <p14:nvPr/>
                    </p14:nvContentPartPr>
                    <p14:xfrm>
                      <a:off x="3726828" y="2015512"/>
                      <a:ext cx="6840" cy="60840"/>
                    </p14:xfrm>
                  </p:contentPart>
                </mc:Choice>
                <mc:Fallback xmlns="">
                  <p:pic>
                    <p:nvPicPr>
                      <p:cNvPr id="1305" name="Ink 1304">
                        <a:extLst>
                          <a:ext uri="{FF2B5EF4-FFF2-40B4-BE49-F238E27FC236}">
                            <a16:creationId xmlns:a16="http://schemas.microsoft.com/office/drawing/2014/main" id="{2950FDCE-9B9C-4A5C-A584-5AAE4A4B2805}"/>
                          </a:ext>
                        </a:extLst>
                      </p:cNvPr>
                      <p:cNvPicPr/>
                      <p:nvPr/>
                    </p:nvPicPr>
                    <p:blipFill>
                      <a:blip r:embed="rId32"/>
                      <a:stretch>
                        <a:fillRect/>
                      </a:stretch>
                    </p:blipFill>
                    <p:spPr>
                      <a:xfrm>
                        <a:off x="3722508" y="2011192"/>
                        <a:ext cx="15480" cy="69480"/>
                      </a:xfrm>
                      <a:prstGeom prst="rect">
                        <a:avLst/>
                      </a:prstGeom>
                    </p:spPr>
                  </p:pic>
                </mc:Fallback>
              </mc:AlternateContent>
              <mc:AlternateContent xmlns:mc="http://schemas.openxmlformats.org/markup-compatibility/2006" xmlns:p14="http://schemas.microsoft.com/office/powerpoint/2010/main">
                <mc:Choice Requires="p14">
                  <p:contentPart p14:bwMode="auto" r:id="rId618">
                    <p14:nvContentPartPr>
                      <p14:cNvPr id="404" name="Ink 403">
                        <a:extLst>
                          <a:ext uri="{FF2B5EF4-FFF2-40B4-BE49-F238E27FC236}">
                            <a16:creationId xmlns:a16="http://schemas.microsoft.com/office/drawing/2014/main" id="{2E42275D-D97B-FAF0-FFA7-CD3797832927}"/>
                          </a:ext>
                        </a:extLst>
                      </p14:cNvPr>
                      <p14:cNvContentPartPr/>
                      <p14:nvPr/>
                    </p14:nvContentPartPr>
                    <p14:xfrm>
                      <a:off x="3557988" y="1939192"/>
                      <a:ext cx="63360" cy="114480"/>
                    </p14:xfrm>
                  </p:contentPart>
                </mc:Choice>
                <mc:Fallback xmlns="">
                  <p:pic>
                    <p:nvPicPr>
                      <p:cNvPr id="1370" name="Ink 1369">
                        <a:extLst>
                          <a:ext uri="{FF2B5EF4-FFF2-40B4-BE49-F238E27FC236}">
                            <a16:creationId xmlns:a16="http://schemas.microsoft.com/office/drawing/2014/main" id="{18251AAA-7D0D-4F7E-9AAB-54D6103F37B1}"/>
                          </a:ext>
                        </a:extLst>
                      </p:cNvPr>
                      <p:cNvPicPr/>
                      <p:nvPr/>
                    </p:nvPicPr>
                    <p:blipFill>
                      <a:blip r:embed="rId34"/>
                      <a:stretch>
                        <a:fillRect/>
                      </a:stretch>
                    </p:blipFill>
                    <p:spPr>
                      <a:xfrm>
                        <a:off x="3553668" y="1934872"/>
                        <a:ext cx="72000" cy="123120"/>
                      </a:xfrm>
                      <a:prstGeom prst="rect">
                        <a:avLst/>
                      </a:prstGeom>
                    </p:spPr>
                  </p:pic>
                </mc:Fallback>
              </mc:AlternateContent>
              <mc:AlternateContent xmlns:mc="http://schemas.openxmlformats.org/markup-compatibility/2006" xmlns:p14="http://schemas.microsoft.com/office/powerpoint/2010/main">
                <mc:Choice Requires="p14">
                  <p:contentPart p14:bwMode="auto" r:id="rId619">
                    <p14:nvContentPartPr>
                      <p14:cNvPr id="405" name="Ink 404">
                        <a:extLst>
                          <a:ext uri="{FF2B5EF4-FFF2-40B4-BE49-F238E27FC236}">
                            <a16:creationId xmlns:a16="http://schemas.microsoft.com/office/drawing/2014/main" id="{18297C6F-A228-BC92-08E2-F89551341250}"/>
                          </a:ext>
                        </a:extLst>
                      </p14:cNvPr>
                      <p14:cNvContentPartPr/>
                      <p14:nvPr/>
                    </p14:nvContentPartPr>
                    <p14:xfrm>
                      <a:off x="3801708" y="1867192"/>
                      <a:ext cx="23760" cy="45360"/>
                    </p14:xfrm>
                  </p:contentPart>
                </mc:Choice>
                <mc:Fallback xmlns="">
                  <p:pic>
                    <p:nvPicPr>
                      <p:cNvPr id="1384" name="Ink 1383">
                        <a:extLst>
                          <a:ext uri="{FF2B5EF4-FFF2-40B4-BE49-F238E27FC236}">
                            <a16:creationId xmlns:a16="http://schemas.microsoft.com/office/drawing/2014/main" id="{3CBE62B1-234C-40F7-B41F-DA8B7FCB0E56}"/>
                          </a:ext>
                        </a:extLst>
                      </p:cNvPr>
                      <p:cNvPicPr/>
                      <p:nvPr/>
                    </p:nvPicPr>
                    <p:blipFill>
                      <a:blip r:embed="rId36"/>
                      <a:stretch>
                        <a:fillRect/>
                      </a:stretch>
                    </p:blipFill>
                    <p:spPr>
                      <a:xfrm>
                        <a:off x="3797388" y="1862872"/>
                        <a:ext cx="32400" cy="54000"/>
                      </a:xfrm>
                      <a:prstGeom prst="rect">
                        <a:avLst/>
                      </a:prstGeom>
                    </p:spPr>
                  </p:pic>
                </mc:Fallback>
              </mc:AlternateContent>
            </p:grpSp>
          </p:grpSp>
          <p:sp>
            <p:nvSpPr>
              <p:cNvPr id="379" name="Oval 378">
                <a:extLst>
                  <a:ext uri="{FF2B5EF4-FFF2-40B4-BE49-F238E27FC236}">
                    <a16:creationId xmlns:a16="http://schemas.microsoft.com/office/drawing/2014/main" id="{B76227EF-8830-E81B-BE28-AC952E86DF15}"/>
                  </a:ext>
                </a:extLst>
              </p:cNvPr>
              <p:cNvSpPr/>
              <p:nvPr/>
            </p:nvSpPr>
            <p:spPr>
              <a:xfrm>
                <a:off x="2865547" y="0"/>
                <a:ext cx="2685869" cy="2582983"/>
              </a:xfrm>
              <a:prstGeom prst="ellipse">
                <a:avLst/>
              </a:prstGeom>
              <a:noFill/>
              <a:ln>
                <a:solidFill>
                  <a:srgbClr val="D6A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cxnSp>
            <p:nvCxnSpPr>
              <p:cNvPr id="380" name="Connector: Curved 379">
                <a:extLst>
                  <a:ext uri="{FF2B5EF4-FFF2-40B4-BE49-F238E27FC236}">
                    <a16:creationId xmlns:a16="http://schemas.microsoft.com/office/drawing/2014/main" id="{E648CD94-D843-C2AD-A687-BEC5FFF823F3}"/>
                  </a:ext>
                </a:extLst>
              </p:cNvPr>
              <p:cNvCxnSpPr/>
              <p:nvPr/>
            </p:nvCxnSpPr>
            <p:spPr>
              <a:xfrm rot="5400000" flipH="1" flipV="1">
                <a:off x="3658665" y="1622172"/>
                <a:ext cx="289734" cy="251108"/>
              </a:xfrm>
              <a:prstGeom prst="curvedConnector3">
                <a:avLst/>
              </a:prstGeom>
              <a:ln w="19050">
                <a:tailEnd type="triangle" w="lg" len="lg"/>
              </a:ln>
            </p:spPr>
            <p:style>
              <a:lnRef idx="1">
                <a:schemeClr val="accent1"/>
              </a:lnRef>
              <a:fillRef idx="0">
                <a:schemeClr val="accent1"/>
              </a:fillRef>
              <a:effectRef idx="0">
                <a:schemeClr val="accent1"/>
              </a:effectRef>
              <a:fontRef idx="minor">
                <a:schemeClr val="tx1"/>
              </a:fontRef>
            </p:style>
          </p:cxnSp>
          <p:cxnSp>
            <p:nvCxnSpPr>
              <p:cNvPr id="381" name="Connector: Curved 380">
                <a:extLst>
                  <a:ext uri="{FF2B5EF4-FFF2-40B4-BE49-F238E27FC236}">
                    <a16:creationId xmlns:a16="http://schemas.microsoft.com/office/drawing/2014/main" id="{154D827F-21CE-B839-5FE8-CDB7593C7936}"/>
                  </a:ext>
                </a:extLst>
              </p:cNvPr>
              <p:cNvCxnSpPr/>
              <p:nvPr/>
            </p:nvCxnSpPr>
            <p:spPr>
              <a:xfrm rot="5400000" flipH="1" flipV="1">
                <a:off x="3715032" y="1789976"/>
                <a:ext cx="289734" cy="251108"/>
              </a:xfrm>
              <a:prstGeom prst="curvedConnector3">
                <a:avLst/>
              </a:prstGeom>
              <a:ln w="19050">
                <a:tailEnd type="triangle" w="lg" len="lg"/>
              </a:ln>
            </p:spPr>
            <p:style>
              <a:lnRef idx="1">
                <a:schemeClr val="accent1"/>
              </a:lnRef>
              <a:fillRef idx="0">
                <a:schemeClr val="accent1"/>
              </a:fillRef>
              <a:effectRef idx="0">
                <a:schemeClr val="accent1"/>
              </a:effectRef>
              <a:fontRef idx="minor">
                <a:schemeClr val="tx1"/>
              </a:fontRef>
            </p:style>
          </p:cxnSp>
          <p:cxnSp>
            <p:nvCxnSpPr>
              <p:cNvPr id="382" name="Connector: Curved 381">
                <a:extLst>
                  <a:ext uri="{FF2B5EF4-FFF2-40B4-BE49-F238E27FC236}">
                    <a16:creationId xmlns:a16="http://schemas.microsoft.com/office/drawing/2014/main" id="{CBD7422F-7FB1-6DAB-B11B-F72A0163851D}"/>
                  </a:ext>
                </a:extLst>
              </p:cNvPr>
              <p:cNvCxnSpPr/>
              <p:nvPr/>
            </p:nvCxnSpPr>
            <p:spPr>
              <a:xfrm rot="5400000" flipH="1" flipV="1">
                <a:off x="3830443" y="1911906"/>
                <a:ext cx="289734" cy="251108"/>
              </a:xfrm>
              <a:prstGeom prst="curvedConnector3">
                <a:avLst/>
              </a:prstGeom>
              <a:ln w="19050">
                <a:tailEnd type="triangle" w="lg" len="lg"/>
              </a:ln>
            </p:spPr>
            <p:style>
              <a:lnRef idx="1">
                <a:schemeClr val="accent1"/>
              </a:lnRef>
              <a:fillRef idx="0">
                <a:schemeClr val="accent1"/>
              </a:fillRef>
              <a:effectRef idx="0">
                <a:schemeClr val="accent1"/>
              </a:effectRef>
              <a:fontRef idx="minor">
                <a:schemeClr val="tx1"/>
              </a:fontRef>
            </p:style>
          </p:cxnSp>
          <p:sp>
            <p:nvSpPr>
              <p:cNvPr id="383" name="TextBox 382">
                <a:extLst>
                  <a:ext uri="{FF2B5EF4-FFF2-40B4-BE49-F238E27FC236}">
                    <a16:creationId xmlns:a16="http://schemas.microsoft.com/office/drawing/2014/main" id="{4776A52D-8A36-5C5A-FC96-2D19E694E78E}"/>
                  </a:ext>
                </a:extLst>
              </p:cNvPr>
              <p:cNvSpPr txBox="1"/>
              <p:nvPr/>
            </p:nvSpPr>
            <p:spPr>
              <a:xfrm rot="16200000">
                <a:off x="3095518" y="807109"/>
                <a:ext cx="1151149" cy="400110"/>
              </a:xfrm>
              <a:prstGeom prst="rect">
                <a:avLst/>
              </a:prstGeom>
              <a:noFill/>
            </p:spPr>
            <p:txBody>
              <a:bodyPr wrap="none" rtlCol="0">
                <a:spAutoFit/>
              </a:bodyPr>
              <a:lstStyle/>
              <a:p>
                <a:r>
                  <a:rPr lang="en-US" sz="2000" dirty="0"/>
                  <a:t>Gateway</a:t>
                </a:r>
                <a:endParaRPr lang="en-DE" sz="2000" dirty="0"/>
              </a:p>
            </p:txBody>
          </p:sp>
          <p:pic>
            <p:nvPicPr>
              <p:cNvPr id="384" name="Graphic 383" descr="Monitor outline">
                <a:extLst>
                  <a:ext uri="{FF2B5EF4-FFF2-40B4-BE49-F238E27FC236}">
                    <a16:creationId xmlns:a16="http://schemas.microsoft.com/office/drawing/2014/main" id="{A052798D-82D7-81B9-1305-B3E56AC5DAE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20"/>
                  </a:ext>
                </a:extLst>
              </a:blip>
              <a:stretch>
                <a:fillRect/>
              </a:stretch>
            </p:blipFill>
            <p:spPr>
              <a:xfrm>
                <a:off x="4064501" y="527610"/>
                <a:ext cx="914400" cy="914400"/>
              </a:xfrm>
              <a:prstGeom prst="rect">
                <a:avLst/>
              </a:prstGeom>
            </p:spPr>
          </p:pic>
          <p:pic>
            <p:nvPicPr>
              <p:cNvPr id="385" name="Graphic 384" descr="Heartbeat with solid fill">
                <a:extLst>
                  <a:ext uri="{FF2B5EF4-FFF2-40B4-BE49-F238E27FC236}">
                    <a16:creationId xmlns:a16="http://schemas.microsoft.com/office/drawing/2014/main" id="{828E477F-4130-C842-497A-105408918B3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21"/>
                  </a:ext>
                </a:extLst>
              </a:blip>
              <a:stretch>
                <a:fillRect/>
              </a:stretch>
            </p:blipFill>
            <p:spPr>
              <a:xfrm>
                <a:off x="4262507" y="663295"/>
                <a:ext cx="531086" cy="531086"/>
              </a:xfrm>
              <a:prstGeom prst="rect">
                <a:avLst/>
              </a:prstGeom>
            </p:spPr>
          </p:pic>
        </p:grpSp>
      </p:grpSp>
      <p:sp>
        <p:nvSpPr>
          <p:cNvPr id="315" name="Title 1">
            <a:extLst>
              <a:ext uri="{FF2B5EF4-FFF2-40B4-BE49-F238E27FC236}">
                <a16:creationId xmlns:a16="http://schemas.microsoft.com/office/drawing/2014/main" id="{58952897-8398-C3D6-43D0-8696D420BF57}"/>
              </a:ext>
            </a:extLst>
          </p:cNvPr>
          <p:cNvSpPr>
            <a:spLocks noGrp="1"/>
          </p:cNvSpPr>
          <p:nvPr>
            <p:ph type="title"/>
          </p:nvPr>
        </p:nvSpPr>
        <p:spPr>
          <a:xfrm>
            <a:off x="6126492" y="1881969"/>
            <a:ext cx="5791199" cy="747305"/>
          </a:xfrm>
        </p:spPr>
        <p:txBody>
          <a:bodyPr vert="horz" lIns="91440" tIns="45720" rIns="91440" bIns="45720" rtlCol="0" anchor="t">
            <a:normAutofit/>
          </a:bodyPr>
          <a:lstStyle/>
          <a:p>
            <a:r>
              <a:rPr lang="en-GB" sz="3200" kern="1200" noProof="0" dirty="0">
                <a:solidFill>
                  <a:schemeClr val="tx1"/>
                </a:solidFill>
                <a:latin typeface="+mj-lt"/>
                <a:ea typeface="+mj-ea"/>
                <a:cs typeface="+mj-cs"/>
              </a:rPr>
              <a:t>Internet of Bio-Nano-Things</a:t>
            </a:r>
          </a:p>
        </p:txBody>
      </p:sp>
    </p:spTree>
    <p:extLst>
      <p:ext uri="{BB962C8B-B14F-4D97-AF65-F5344CB8AC3E}">
        <p14:creationId xmlns:p14="http://schemas.microsoft.com/office/powerpoint/2010/main" val="19471851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9" presetClass="entr" presetSubtype="0" decel="100000" fill="hold" grpId="0" nodeType="clickEffect">
                                  <p:stCondLst>
                                    <p:cond delay="0"/>
                                  </p:stCondLst>
                                  <p:childTnLst>
                                    <p:set>
                                      <p:cBhvr>
                                        <p:cTn id="6" dur="1" fill="hold">
                                          <p:stCondLst>
                                            <p:cond delay="0"/>
                                          </p:stCondLst>
                                        </p:cTn>
                                        <p:tgtEl>
                                          <p:spTgt spid="224"/>
                                        </p:tgtEl>
                                        <p:attrNameLst>
                                          <p:attrName>style.visibility</p:attrName>
                                        </p:attrNameLst>
                                      </p:cBhvr>
                                      <p:to>
                                        <p:strVal val="visible"/>
                                      </p:to>
                                    </p:set>
                                    <p:anim calcmode="lin" valueType="num">
                                      <p:cBhvr>
                                        <p:cTn id="7" dur="5000" fill="hold"/>
                                        <p:tgtEl>
                                          <p:spTgt spid="224"/>
                                        </p:tgtEl>
                                        <p:attrNameLst>
                                          <p:attrName>ppt_w</p:attrName>
                                        </p:attrNameLst>
                                      </p:cBhvr>
                                      <p:tavLst>
                                        <p:tav tm="0">
                                          <p:val>
                                            <p:fltVal val="0"/>
                                          </p:val>
                                        </p:tav>
                                        <p:tav tm="100000">
                                          <p:val>
                                            <p:strVal val="#ppt_w"/>
                                          </p:val>
                                        </p:tav>
                                      </p:tavLst>
                                    </p:anim>
                                    <p:anim calcmode="lin" valueType="num">
                                      <p:cBhvr>
                                        <p:cTn id="8" dur="5000" fill="hold"/>
                                        <p:tgtEl>
                                          <p:spTgt spid="224"/>
                                        </p:tgtEl>
                                        <p:attrNameLst>
                                          <p:attrName>ppt_h</p:attrName>
                                        </p:attrNameLst>
                                      </p:cBhvr>
                                      <p:tavLst>
                                        <p:tav tm="0">
                                          <p:val>
                                            <p:fltVal val="0"/>
                                          </p:val>
                                        </p:tav>
                                        <p:tav tm="100000">
                                          <p:val>
                                            <p:strVal val="#ppt_h"/>
                                          </p:val>
                                        </p:tav>
                                      </p:tavLst>
                                    </p:anim>
                                    <p:anim calcmode="lin" valueType="num">
                                      <p:cBhvr>
                                        <p:cTn id="9" dur="5000" fill="hold"/>
                                        <p:tgtEl>
                                          <p:spTgt spid="224"/>
                                        </p:tgtEl>
                                        <p:attrNameLst>
                                          <p:attrName>style.rotation</p:attrName>
                                        </p:attrNameLst>
                                      </p:cBhvr>
                                      <p:tavLst>
                                        <p:tav tm="0">
                                          <p:val>
                                            <p:fltVal val="360"/>
                                          </p:val>
                                        </p:tav>
                                        <p:tav tm="100000">
                                          <p:val>
                                            <p:fltVal val="0"/>
                                          </p:val>
                                        </p:tav>
                                      </p:tavLst>
                                    </p:anim>
                                    <p:animEffect transition="in" filter="fade">
                                      <p:cBhvr>
                                        <p:cTn id="10" dur="5000"/>
                                        <p:tgtEl>
                                          <p:spTgt spid="224"/>
                                        </p:tgtEl>
                                      </p:cBhvr>
                                    </p:animEffect>
                                  </p:childTnLst>
                                </p:cTn>
                              </p:par>
                              <p:par>
                                <p:cTn id="11" presetID="49" presetClass="entr" presetSubtype="0" decel="100000" fill="hold" grpId="0" nodeType="withEffect">
                                  <p:stCondLst>
                                    <p:cond delay="0"/>
                                  </p:stCondLst>
                                  <p:childTnLst>
                                    <p:set>
                                      <p:cBhvr>
                                        <p:cTn id="12" dur="1" fill="hold">
                                          <p:stCondLst>
                                            <p:cond delay="0"/>
                                          </p:stCondLst>
                                        </p:cTn>
                                        <p:tgtEl>
                                          <p:spTgt spid="226"/>
                                        </p:tgtEl>
                                        <p:attrNameLst>
                                          <p:attrName>style.visibility</p:attrName>
                                        </p:attrNameLst>
                                      </p:cBhvr>
                                      <p:to>
                                        <p:strVal val="visible"/>
                                      </p:to>
                                    </p:set>
                                    <p:anim calcmode="lin" valueType="num">
                                      <p:cBhvr>
                                        <p:cTn id="13" dur="5000" fill="hold"/>
                                        <p:tgtEl>
                                          <p:spTgt spid="226"/>
                                        </p:tgtEl>
                                        <p:attrNameLst>
                                          <p:attrName>ppt_w</p:attrName>
                                        </p:attrNameLst>
                                      </p:cBhvr>
                                      <p:tavLst>
                                        <p:tav tm="0">
                                          <p:val>
                                            <p:fltVal val="0"/>
                                          </p:val>
                                        </p:tav>
                                        <p:tav tm="100000">
                                          <p:val>
                                            <p:strVal val="#ppt_w"/>
                                          </p:val>
                                        </p:tav>
                                      </p:tavLst>
                                    </p:anim>
                                    <p:anim calcmode="lin" valueType="num">
                                      <p:cBhvr>
                                        <p:cTn id="14" dur="5000" fill="hold"/>
                                        <p:tgtEl>
                                          <p:spTgt spid="226"/>
                                        </p:tgtEl>
                                        <p:attrNameLst>
                                          <p:attrName>ppt_h</p:attrName>
                                        </p:attrNameLst>
                                      </p:cBhvr>
                                      <p:tavLst>
                                        <p:tav tm="0">
                                          <p:val>
                                            <p:fltVal val="0"/>
                                          </p:val>
                                        </p:tav>
                                        <p:tav tm="100000">
                                          <p:val>
                                            <p:strVal val="#ppt_h"/>
                                          </p:val>
                                        </p:tav>
                                      </p:tavLst>
                                    </p:anim>
                                    <p:anim calcmode="lin" valueType="num">
                                      <p:cBhvr>
                                        <p:cTn id="15" dur="5000" fill="hold"/>
                                        <p:tgtEl>
                                          <p:spTgt spid="226"/>
                                        </p:tgtEl>
                                        <p:attrNameLst>
                                          <p:attrName>style.rotation</p:attrName>
                                        </p:attrNameLst>
                                      </p:cBhvr>
                                      <p:tavLst>
                                        <p:tav tm="0">
                                          <p:val>
                                            <p:fltVal val="360"/>
                                          </p:val>
                                        </p:tav>
                                        <p:tav tm="100000">
                                          <p:val>
                                            <p:fltVal val="0"/>
                                          </p:val>
                                        </p:tav>
                                      </p:tavLst>
                                    </p:anim>
                                    <p:animEffect transition="in" filter="fade">
                                      <p:cBhvr>
                                        <p:cTn id="16" dur="5000"/>
                                        <p:tgtEl>
                                          <p:spTgt spid="226"/>
                                        </p:tgtEl>
                                      </p:cBhvr>
                                    </p:animEffect>
                                  </p:childTnLst>
                                </p:cTn>
                              </p:par>
                              <p:par>
                                <p:cTn id="17" presetID="49" presetClass="entr" presetSubtype="0" decel="100000" fill="hold" grpId="0" nodeType="withEffect">
                                  <p:stCondLst>
                                    <p:cond delay="0"/>
                                  </p:stCondLst>
                                  <p:childTnLst>
                                    <p:set>
                                      <p:cBhvr>
                                        <p:cTn id="18" dur="1" fill="hold">
                                          <p:stCondLst>
                                            <p:cond delay="0"/>
                                          </p:stCondLst>
                                        </p:cTn>
                                        <p:tgtEl>
                                          <p:spTgt spid="225"/>
                                        </p:tgtEl>
                                        <p:attrNameLst>
                                          <p:attrName>style.visibility</p:attrName>
                                        </p:attrNameLst>
                                      </p:cBhvr>
                                      <p:to>
                                        <p:strVal val="visible"/>
                                      </p:to>
                                    </p:set>
                                    <p:anim calcmode="lin" valueType="num">
                                      <p:cBhvr>
                                        <p:cTn id="19" dur="5000" fill="hold"/>
                                        <p:tgtEl>
                                          <p:spTgt spid="225"/>
                                        </p:tgtEl>
                                        <p:attrNameLst>
                                          <p:attrName>ppt_w</p:attrName>
                                        </p:attrNameLst>
                                      </p:cBhvr>
                                      <p:tavLst>
                                        <p:tav tm="0">
                                          <p:val>
                                            <p:fltVal val="0"/>
                                          </p:val>
                                        </p:tav>
                                        <p:tav tm="100000">
                                          <p:val>
                                            <p:strVal val="#ppt_w"/>
                                          </p:val>
                                        </p:tav>
                                      </p:tavLst>
                                    </p:anim>
                                    <p:anim calcmode="lin" valueType="num">
                                      <p:cBhvr>
                                        <p:cTn id="20" dur="5000" fill="hold"/>
                                        <p:tgtEl>
                                          <p:spTgt spid="225"/>
                                        </p:tgtEl>
                                        <p:attrNameLst>
                                          <p:attrName>ppt_h</p:attrName>
                                        </p:attrNameLst>
                                      </p:cBhvr>
                                      <p:tavLst>
                                        <p:tav tm="0">
                                          <p:val>
                                            <p:fltVal val="0"/>
                                          </p:val>
                                        </p:tav>
                                        <p:tav tm="100000">
                                          <p:val>
                                            <p:strVal val="#ppt_h"/>
                                          </p:val>
                                        </p:tav>
                                      </p:tavLst>
                                    </p:anim>
                                    <p:anim calcmode="lin" valueType="num">
                                      <p:cBhvr>
                                        <p:cTn id="21" dur="5000" fill="hold"/>
                                        <p:tgtEl>
                                          <p:spTgt spid="225"/>
                                        </p:tgtEl>
                                        <p:attrNameLst>
                                          <p:attrName>style.rotation</p:attrName>
                                        </p:attrNameLst>
                                      </p:cBhvr>
                                      <p:tavLst>
                                        <p:tav tm="0">
                                          <p:val>
                                            <p:fltVal val="360"/>
                                          </p:val>
                                        </p:tav>
                                        <p:tav tm="100000">
                                          <p:val>
                                            <p:fltVal val="0"/>
                                          </p:val>
                                        </p:tav>
                                      </p:tavLst>
                                    </p:anim>
                                    <p:animEffect transition="in" filter="fade">
                                      <p:cBhvr>
                                        <p:cTn id="22" dur="5000"/>
                                        <p:tgtEl>
                                          <p:spTgt spid="225"/>
                                        </p:tgtEl>
                                      </p:cBhvr>
                                    </p:animEffect>
                                  </p:childTnLst>
                                </p:cTn>
                              </p:par>
                              <p:par>
                                <p:cTn id="23" presetID="49" presetClass="entr" presetSubtype="0" decel="100000" fill="hold" grpId="0" nodeType="withEffect">
                                  <p:stCondLst>
                                    <p:cond delay="0"/>
                                  </p:stCondLst>
                                  <p:childTnLst>
                                    <p:set>
                                      <p:cBhvr>
                                        <p:cTn id="24" dur="1" fill="hold">
                                          <p:stCondLst>
                                            <p:cond delay="0"/>
                                          </p:stCondLst>
                                        </p:cTn>
                                        <p:tgtEl>
                                          <p:spTgt spid="228"/>
                                        </p:tgtEl>
                                        <p:attrNameLst>
                                          <p:attrName>style.visibility</p:attrName>
                                        </p:attrNameLst>
                                      </p:cBhvr>
                                      <p:to>
                                        <p:strVal val="visible"/>
                                      </p:to>
                                    </p:set>
                                    <p:anim calcmode="lin" valueType="num">
                                      <p:cBhvr>
                                        <p:cTn id="25" dur="5000" fill="hold"/>
                                        <p:tgtEl>
                                          <p:spTgt spid="228"/>
                                        </p:tgtEl>
                                        <p:attrNameLst>
                                          <p:attrName>ppt_w</p:attrName>
                                        </p:attrNameLst>
                                      </p:cBhvr>
                                      <p:tavLst>
                                        <p:tav tm="0">
                                          <p:val>
                                            <p:fltVal val="0"/>
                                          </p:val>
                                        </p:tav>
                                        <p:tav tm="100000">
                                          <p:val>
                                            <p:strVal val="#ppt_w"/>
                                          </p:val>
                                        </p:tav>
                                      </p:tavLst>
                                    </p:anim>
                                    <p:anim calcmode="lin" valueType="num">
                                      <p:cBhvr>
                                        <p:cTn id="26" dur="5000" fill="hold"/>
                                        <p:tgtEl>
                                          <p:spTgt spid="228"/>
                                        </p:tgtEl>
                                        <p:attrNameLst>
                                          <p:attrName>ppt_h</p:attrName>
                                        </p:attrNameLst>
                                      </p:cBhvr>
                                      <p:tavLst>
                                        <p:tav tm="0">
                                          <p:val>
                                            <p:fltVal val="0"/>
                                          </p:val>
                                        </p:tav>
                                        <p:tav tm="100000">
                                          <p:val>
                                            <p:strVal val="#ppt_h"/>
                                          </p:val>
                                        </p:tav>
                                      </p:tavLst>
                                    </p:anim>
                                    <p:anim calcmode="lin" valueType="num">
                                      <p:cBhvr>
                                        <p:cTn id="27" dur="5000" fill="hold"/>
                                        <p:tgtEl>
                                          <p:spTgt spid="228"/>
                                        </p:tgtEl>
                                        <p:attrNameLst>
                                          <p:attrName>style.rotation</p:attrName>
                                        </p:attrNameLst>
                                      </p:cBhvr>
                                      <p:tavLst>
                                        <p:tav tm="0">
                                          <p:val>
                                            <p:fltVal val="360"/>
                                          </p:val>
                                        </p:tav>
                                        <p:tav tm="100000">
                                          <p:val>
                                            <p:fltVal val="0"/>
                                          </p:val>
                                        </p:tav>
                                      </p:tavLst>
                                    </p:anim>
                                    <p:animEffect transition="in" filter="fade">
                                      <p:cBhvr>
                                        <p:cTn id="28" dur="5000"/>
                                        <p:tgtEl>
                                          <p:spTgt spid="228"/>
                                        </p:tgtEl>
                                      </p:cBhvr>
                                    </p:animEffect>
                                  </p:childTnLst>
                                </p:cTn>
                              </p:par>
                              <p:par>
                                <p:cTn id="29" presetID="49" presetClass="entr" presetSubtype="0" decel="100000" fill="hold" grpId="0" nodeType="withEffect">
                                  <p:stCondLst>
                                    <p:cond delay="0"/>
                                  </p:stCondLst>
                                  <p:childTnLst>
                                    <p:set>
                                      <p:cBhvr>
                                        <p:cTn id="30" dur="1" fill="hold">
                                          <p:stCondLst>
                                            <p:cond delay="0"/>
                                          </p:stCondLst>
                                        </p:cTn>
                                        <p:tgtEl>
                                          <p:spTgt spid="227"/>
                                        </p:tgtEl>
                                        <p:attrNameLst>
                                          <p:attrName>style.visibility</p:attrName>
                                        </p:attrNameLst>
                                      </p:cBhvr>
                                      <p:to>
                                        <p:strVal val="visible"/>
                                      </p:to>
                                    </p:set>
                                    <p:anim calcmode="lin" valueType="num">
                                      <p:cBhvr>
                                        <p:cTn id="31" dur="5000" fill="hold"/>
                                        <p:tgtEl>
                                          <p:spTgt spid="227"/>
                                        </p:tgtEl>
                                        <p:attrNameLst>
                                          <p:attrName>ppt_w</p:attrName>
                                        </p:attrNameLst>
                                      </p:cBhvr>
                                      <p:tavLst>
                                        <p:tav tm="0">
                                          <p:val>
                                            <p:fltVal val="0"/>
                                          </p:val>
                                        </p:tav>
                                        <p:tav tm="100000">
                                          <p:val>
                                            <p:strVal val="#ppt_w"/>
                                          </p:val>
                                        </p:tav>
                                      </p:tavLst>
                                    </p:anim>
                                    <p:anim calcmode="lin" valueType="num">
                                      <p:cBhvr>
                                        <p:cTn id="32" dur="5000" fill="hold"/>
                                        <p:tgtEl>
                                          <p:spTgt spid="227"/>
                                        </p:tgtEl>
                                        <p:attrNameLst>
                                          <p:attrName>ppt_h</p:attrName>
                                        </p:attrNameLst>
                                      </p:cBhvr>
                                      <p:tavLst>
                                        <p:tav tm="0">
                                          <p:val>
                                            <p:fltVal val="0"/>
                                          </p:val>
                                        </p:tav>
                                        <p:tav tm="100000">
                                          <p:val>
                                            <p:strVal val="#ppt_h"/>
                                          </p:val>
                                        </p:tav>
                                      </p:tavLst>
                                    </p:anim>
                                    <p:anim calcmode="lin" valueType="num">
                                      <p:cBhvr>
                                        <p:cTn id="33" dur="5000" fill="hold"/>
                                        <p:tgtEl>
                                          <p:spTgt spid="227"/>
                                        </p:tgtEl>
                                        <p:attrNameLst>
                                          <p:attrName>style.rotation</p:attrName>
                                        </p:attrNameLst>
                                      </p:cBhvr>
                                      <p:tavLst>
                                        <p:tav tm="0">
                                          <p:val>
                                            <p:fltVal val="360"/>
                                          </p:val>
                                        </p:tav>
                                        <p:tav tm="100000">
                                          <p:val>
                                            <p:fltVal val="0"/>
                                          </p:val>
                                        </p:tav>
                                      </p:tavLst>
                                    </p:anim>
                                    <p:animEffect transition="in" filter="fade">
                                      <p:cBhvr>
                                        <p:cTn id="34" dur="5000"/>
                                        <p:tgtEl>
                                          <p:spTgt spid="227"/>
                                        </p:tgtEl>
                                      </p:cBhvr>
                                    </p:animEffect>
                                  </p:childTnLst>
                                </p:cTn>
                              </p:par>
                              <p:par>
                                <p:cTn id="35" presetID="10" presetClass="entr" presetSubtype="0" fill="hold" nodeType="withEffect">
                                  <p:stCondLst>
                                    <p:cond delay="0"/>
                                  </p:stCondLst>
                                  <p:childTnLst>
                                    <p:set>
                                      <p:cBhvr>
                                        <p:cTn id="36" dur="1" fill="hold">
                                          <p:stCondLst>
                                            <p:cond delay="0"/>
                                          </p:stCondLst>
                                        </p:cTn>
                                        <p:tgtEl>
                                          <p:spTgt spid="229"/>
                                        </p:tgtEl>
                                        <p:attrNameLst>
                                          <p:attrName>style.visibility</p:attrName>
                                        </p:attrNameLst>
                                      </p:cBhvr>
                                      <p:to>
                                        <p:strVal val="visible"/>
                                      </p:to>
                                    </p:set>
                                    <p:animEffect transition="in" filter="fade">
                                      <p:cBhvr>
                                        <p:cTn id="37" dur="500"/>
                                        <p:tgtEl>
                                          <p:spTgt spid="229"/>
                                        </p:tgtEl>
                                      </p:cBhvr>
                                    </p:animEffect>
                                  </p:childTnLst>
                                </p:cTn>
                              </p:par>
                              <p:par>
                                <p:cTn id="38" presetID="1" presetClass="path" presetSubtype="0" accel="50000" decel="50000" fill="hold" nodeType="withEffect">
                                  <p:stCondLst>
                                    <p:cond delay="0"/>
                                  </p:stCondLst>
                                  <p:childTnLst>
                                    <p:animMotion origin="layout" path="M -2.5E-6 0.00023 C 0.03112 -0.05093 0.08347 -0.06389 0.11706 -0.02778 C 0.15065 0.00856 0.15222 0.07986 0.12136 0.13101 C 0.09011 0.1824 0.0375 0.19467 0.00404 0.15833 C -0.02955 0.12222 -0.03125 0.05162 -2.5E-6 0.00023 Z " pathEditMode="relative" rAng="18540000" ptsTypes="AAAAA">
                                      <p:cBhvr>
                                        <p:cTn id="39" dur="5000" spd="-100000" fill="hold"/>
                                        <p:tgtEl>
                                          <p:spTgt spid="229"/>
                                        </p:tgtEl>
                                        <p:attrNameLst>
                                          <p:attrName>ppt_x</p:attrName>
                                          <p:attrName>ppt_y</p:attrName>
                                        </p:attrNameLst>
                                      </p:cBhvr>
                                      <p:rCtr x="6055" y="6528"/>
                                    </p:animMotion>
                                  </p:childTnLst>
                                </p:cTn>
                              </p:par>
                              <p:par>
                                <p:cTn id="40" presetID="10" presetClass="entr" presetSubtype="0" fill="hold" nodeType="withEffect">
                                  <p:stCondLst>
                                    <p:cond delay="0"/>
                                  </p:stCondLst>
                                  <p:childTnLst>
                                    <p:set>
                                      <p:cBhvr>
                                        <p:cTn id="41" dur="1" fill="hold">
                                          <p:stCondLst>
                                            <p:cond delay="0"/>
                                          </p:stCondLst>
                                        </p:cTn>
                                        <p:tgtEl>
                                          <p:spTgt spid="250"/>
                                        </p:tgtEl>
                                        <p:attrNameLst>
                                          <p:attrName>style.visibility</p:attrName>
                                        </p:attrNameLst>
                                      </p:cBhvr>
                                      <p:to>
                                        <p:strVal val="visible"/>
                                      </p:to>
                                    </p:set>
                                    <p:animEffect transition="in" filter="fade">
                                      <p:cBhvr>
                                        <p:cTn id="42" dur="500"/>
                                        <p:tgtEl>
                                          <p:spTgt spid="250"/>
                                        </p:tgtEl>
                                      </p:cBhvr>
                                    </p:animEffect>
                                  </p:childTnLst>
                                </p:cTn>
                              </p:par>
                              <p:par>
                                <p:cTn id="43" presetID="1" presetClass="path" presetSubtype="0" accel="50000" decel="50000" fill="hold" nodeType="withEffect">
                                  <p:stCondLst>
                                    <p:cond delay="0"/>
                                  </p:stCondLst>
                                  <p:childTnLst>
                                    <p:animMotion origin="layout" path="M -2.5E-6 -0.00023 C 0.01797 -0.05995 0.06797 -0.09051 0.11133 -0.06713 C 0.15508 -0.04352 0.17578 0.025 0.15768 0.08472 C 0.13959 0.14491 0.08907 0.17408 0.04532 0.15047 C 0.00209 0.12709 -0.01823 0.05996 -2.5E-6 -0.00023 Z " pathEditMode="relative" rAng="17520000" ptsTypes="AAAAA">
                                      <p:cBhvr>
                                        <p:cTn id="44" dur="5000" spd="-100000" fill="hold"/>
                                        <p:tgtEl>
                                          <p:spTgt spid="250"/>
                                        </p:tgtEl>
                                        <p:attrNameLst>
                                          <p:attrName>ppt_x</p:attrName>
                                          <p:attrName>ppt_y</p:attrName>
                                        </p:attrNameLst>
                                      </p:cBhvr>
                                      <p:rCtr x="7878" y="4236"/>
                                    </p:animMotion>
                                  </p:childTnLst>
                                </p:cTn>
                              </p:par>
                              <p:par>
                                <p:cTn id="45" presetID="10" presetClass="entr" presetSubtype="0" fill="hold" nodeType="withEffect">
                                  <p:stCondLst>
                                    <p:cond delay="0"/>
                                  </p:stCondLst>
                                  <p:childTnLst>
                                    <p:set>
                                      <p:cBhvr>
                                        <p:cTn id="46" dur="1" fill="hold">
                                          <p:stCondLst>
                                            <p:cond delay="0"/>
                                          </p:stCondLst>
                                        </p:cTn>
                                        <p:tgtEl>
                                          <p:spTgt spid="271"/>
                                        </p:tgtEl>
                                        <p:attrNameLst>
                                          <p:attrName>style.visibility</p:attrName>
                                        </p:attrNameLst>
                                      </p:cBhvr>
                                      <p:to>
                                        <p:strVal val="visible"/>
                                      </p:to>
                                    </p:set>
                                    <p:animEffect transition="in" filter="fade">
                                      <p:cBhvr>
                                        <p:cTn id="47" dur="500"/>
                                        <p:tgtEl>
                                          <p:spTgt spid="271"/>
                                        </p:tgtEl>
                                      </p:cBhvr>
                                    </p:animEffect>
                                  </p:childTnLst>
                                </p:cTn>
                              </p:par>
                              <p:par>
                                <p:cTn id="48" presetID="1" presetClass="path" presetSubtype="0" accel="50000" decel="50000" fill="hold" nodeType="withEffect">
                                  <p:stCondLst>
                                    <p:cond delay="0"/>
                                  </p:stCondLst>
                                  <p:childTnLst>
                                    <p:animMotion origin="layout" path="M -0.00234 -0.00139 C 0.0155 -0.06065 0.06576 -0.09143 0.10873 -0.06782 C 0.15248 -0.04398 0.17318 0.02454 0.15534 0.08403 C 0.13711 0.14422 0.08659 0.17361 0.04284 0.14977 C -0.00065 0.12662 -0.02096 0.05926 -0.00234 -0.00139 Z " pathEditMode="relative" rAng="17520000" ptsTypes="AAAAA">
                                      <p:cBhvr>
                                        <p:cTn id="49" dur="5000" spd="-100000" fill="hold"/>
                                        <p:tgtEl>
                                          <p:spTgt spid="271"/>
                                        </p:tgtEl>
                                        <p:attrNameLst>
                                          <p:attrName>ppt_x</p:attrName>
                                          <p:attrName>ppt_y</p:attrName>
                                        </p:attrNameLst>
                                      </p:cBhvr>
                                      <p:rCtr x="7852" y="4306"/>
                                    </p:animMotion>
                                  </p:childTnLst>
                                </p:cTn>
                              </p:par>
                              <p:par>
                                <p:cTn id="50" presetID="10" presetClass="entr" presetSubtype="0" fill="hold" nodeType="withEffect">
                                  <p:stCondLst>
                                    <p:cond delay="0"/>
                                  </p:stCondLst>
                                  <p:childTnLst>
                                    <p:set>
                                      <p:cBhvr>
                                        <p:cTn id="51" dur="1" fill="hold">
                                          <p:stCondLst>
                                            <p:cond delay="0"/>
                                          </p:stCondLst>
                                        </p:cTn>
                                        <p:tgtEl>
                                          <p:spTgt spid="292"/>
                                        </p:tgtEl>
                                        <p:attrNameLst>
                                          <p:attrName>style.visibility</p:attrName>
                                        </p:attrNameLst>
                                      </p:cBhvr>
                                      <p:to>
                                        <p:strVal val="visible"/>
                                      </p:to>
                                    </p:set>
                                    <p:animEffect transition="in" filter="fade">
                                      <p:cBhvr>
                                        <p:cTn id="52" dur="500"/>
                                        <p:tgtEl>
                                          <p:spTgt spid="292"/>
                                        </p:tgtEl>
                                      </p:cBhvr>
                                    </p:animEffect>
                                  </p:childTnLst>
                                </p:cTn>
                              </p:par>
                              <p:par>
                                <p:cTn id="53" presetID="1" presetClass="path" presetSubtype="0" accel="50000" decel="50000" fill="hold" nodeType="withEffect">
                                  <p:stCondLst>
                                    <p:cond delay="0"/>
                                  </p:stCondLst>
                                  <p:childTnLst>
                                    <p:animMotion origin="layout" path="M -2.5E-6 0.00024 C 0.03112 -0.05092 0.08347 -0.06342 0.11706 -0.02777 C 0.15065 0.00857 0.15222 0.07987 0.12136 0.13102 C 0.09011 0.18241 0.0375 0.19468 0.00404 0.15834 C -0.02955 0.12223 -0.03125 0.05163 -2.5E-6 0.00024 Z " pathEditMode="relative" rAng="18540000" ptsTypes="AAAAA">
                                      <p:cBhvr>
                                        <p:cTn id="54" dur="5000" spd="-100000" fill="hold"/>
                                        <p:tgtEl>
                                          <p:spTgt spid="292"/>
                                        </p:tgtEl>
                                        <p:attrNameLst>
                                          <p:attrName>ppt_x</p:attrName>
                                          <p:attrName>ppt_y</p:attrName>
                                        </p:attrNameLst>
                                      </p:cBhvr>
                                      <p:rCtr x="6055" y="6528"/>
                                    </p:animMotion>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nodeType="clickEffect">
                                  <p:stCondLst>
                                    <p:cond delay="0"/>
                                  </p:stCondLst>
                                  <p:childTnLst>
                                    <p:set>
                                      <p:cBhvr>
                                        <p:cTn id="58" dur="1" fill="hold">
                                          <p:stCondLst>
                                            <p:cond delay="0"/>
                                          </p:stCondLst>
                                        </p:cTn>
                                        <p:tgtEl>
                                          <p:spTgt spid="2"/>
                                        </p:tgtEl>
                                        <p:attrNameLst>
                                          <p:attrName>style.visibility</p:attrName>
                                        </p:attrNameLst>
                                      </p:cBhvr>
                                      <p:to>
                                        <p:strVal val="visible"/>
                                      </p:to>
                                    </p:set>
                                    <p:animEffect transition="in" filter="fade">
                                      <p:cBhvr>
                                        <p:cTn id="5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4" grpId="0" animBg="1"/>
      <p:bldP spid="225" grpId="0" animBg="1"/>
      <p:bldP spid="226" grpId="0" animBg="1"/>
      <p:bldP spid="227" grpId="0" animBg="1"/>
      <p:bldP spid="228" grpId="0" animBg="1"/>
    </p:bldLst>
  </p:timing>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FC0A452-B71A-95FC-9C65-5B50872C7E6E}"/>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CE69568-D9E1-D317-F85C-95D8B5D86654}"/>
              </a:ext>
            </a:extLst>
          </p:cNvPr>
          <p:cNvSpPr>
            <a:spLocks noGrp="1"/>
          </p:cNvSpPr>
          <p:nvPr>
            <p:ph type="sldNum" sz="quarter" idx="12"/>
          </p:nvPr>
        </p:nvSpPr>
        <p:spPr/>
        <p:txBody>
          <a:bodyPr/>
          <a:lstStyle/>
          <a:p>
            <a:fld id="{5A51F297-1191-4DB8-B109-50EF96A3851C}" type="slidenum">
              <a:rPr lang="en-GB" noProof="0" smtClean="0"/>
              <a:t>6</a:t>
            </a:fld>
            <a:endParaRPr lang="en-GB" noProof="0" dirty="0"/>
          </a:p>
        </p:txBody>
      </p:sp>
      <p:pic>
        <p:nvPicPr>
          <p:cNvPr id="5" name="Picture 7">
            <a:extLst>
              <a:ext uri="{FF2B5EF4-FFF2-40B4-BE49-F238E27FC236}">
                <a16:creationId xmlns:a16="http://schemas.microsoft.com/office/drawing/2014/main" id="{0FE25001-D71E-9F8B-63C6-6AB449279166}"/>
              </a:ext>
            </a:extLst>
          </p:cNvPr>
          <p:cNvPicPr>
            <a:picLocks noChangeAspect="1"/>
          </p:cNvPicPr>
          <p:nvPr/>
        </p:nvPicPr>
        <p:blipFill>
          <a:blip r:embed="rId2"/>
          <a:stretch>
            <a:fillRect/>
          </a:stretch>
        </p:blipFill>
        <p:spPr>
          <a:xfrm>
            <a:off x="119528" y="60449"/>
            <a:ext cx="2690741" cy="6648082"/>
          </a:xfrm>
          <a:prstGeom prst="rect">
            <a:avLst/>
          </a:prstGeom>
        </p:spPr>
      </p:pic>
      <p:grpSp>
        <p:nvGrpSpPr>
          <p:cNvPr id="6" name="Group 11">
            <a:extLst>
              <a:ext uri="{FF2B5EF4-FFF2-40B4-BE49-F238E27FC236}">
                <a16:creationId xmlns:a16="http://schemas.microsoft.com/office/drawing/2014/main" id="{3D5C265F-0CDA-3CEA-EBE7-5FF9408EFC32}"/>
              </a:ext>
            </a:extLst>
          </p:cNvPr>
          <p:cNvGrpSpPr/>
          <p:nvPr/>
        </p:nvGrpSpPr>
        <p:grpSpPr>
          <a:xfrm>
            <a:off x="1951689" y="4340182"/>
            <a:ext cx="3784052" cy="2283952"/>
            <a:chOff x="2743406" y="5114957"/>
            <a:chExt cx="5465853" cy="3299042"/>
          </a:xfrm>
        </p:grpSpPr>
        <p:grpSp>
          <p:nvGrpSpPr>
            <p:cNvPr id="7" name="Group 306">
              <a:extLst>
                <a:ext uri="{FF2B5EF4-FFF2-40B4-BE49-F238E27FC236}">
                  <a16:creationId xmlns:a16="http://schemas.microsoft.com/office/drawing/2014/main" id="{41486EDE-6B7C-5800-6CC2-C2B4EE970352}"/>
                </a:ext>
              </a:extLst>
            </p:cNvPr>
            <p:cNvGrpSpPr/>
            <p:nvPr/>
          </p:nvGrpSpPr>
          <p:grpSpPr>
            <a:xfrm>
              <a:off x="2743406" y="5114957"/>
              <a:ext cx="5465853" cy="3299042"/>
              <a:chOff x="1899281" y="3541124"/>
              <a:chExt cx="3784052" cy="2283952"/>
            </a:xfrm>
          </p:grpSpPr>
          <p:cxnSp>
            <p:nvCxnSpPr>
              <p:cNvPr id="71" name="Straight Connector 270">
                <a:extLst>
                  <a:ext uri="{FF2B5EF4-FFF2-40B4-BE49-F238E27FC236}">
                    <a16:creationId xmlns:a16="http://schemas.microsoft.com/office/drawing/2014/main" id="{3988595F-0D7A-3749-14C2-A6C1C6DBBD4D}"/>
                  </a:ext>
                </a:extLst>
              </p:cNvPr>
              <p:cNvCxnSpPr>
                <a:cxnSpLocks/>
              </p:cNvCxnSpPr>
              <p:nvPr/>
            </p:nvCxnSpPr>
            <p:spPr>
              <a:xfrm flipH="1">
                <a:off x="1899281" y="4149386"/>
                <a:ext cx="1329687" cy="639305"/>
              </a:xfrm>
              <a:prstGeom prst="line">
                <a:avLst/>
              </a:prstGeom>
              <a:ln w="31750">
                <a:solidFill>
                  <a:srgbClr val="F2D9D4"/>
                </a:solidFill>
              </a:ln>
            </p:spPr>
            <p:style>
              <a:lnRef idx="1">
                <a:schemeClr val="accent1"/>
              </a:lnRef>
              <a:fillRef idx="0">
                <a:schemeClr val="accent1"/>
              </a:fillRef>
              <a:effectRef idx="0">
                <a:schemeClr val="accent1"/>
              </a:effectRef>
              <a:fontRef idx="minor">
                <a:schemeClr val="tx1"/>
              </a:fontRef>
            </p:style>
          </p:cxnSp>
          <p:cxnSp>
            <p:nvCxnSpPr>
              <p:cNvPr id="72" name="Straight Connector 271">
                <a:extLst>
                  <a:ext uri="{FF2B5EF4-FFF2-40B4-BE49-F238E27FC236}">
                    <a16:creationId xmlns:a16="http://schemas.microsoft.com/office/drawing/2014/main" id="{CDA1B2DA-4A41-7812-702B-5A4E8D5138A0}"/>
                  </a:ext>
                </a:extLst>
              </p:cNvPr>
              <p:cNvCxnSpPr>
                <a:cxnSpLocks/>
              </p:cNvCxnSpPr>
              <p:nvPr/>
            </p:nvCxnSpPr>
            <p:spPr>
              <a:xfrm flipH="1" flipV="1">
                <a:off x="1899281" y="4978625"/>
                <a:ext cx="1378411" cy="846451"/>
              </a:xfrm>
              <a:prstGeom prst="line">
                <a:avLst/>
              </a:prstGeom>
              <a:ln w="31750">
                <a:solidFill>
                  <a:srgbClr val="F2D9D4"/>
                </a:solidFill>
              </a:ln>
            </p:spPr>
            <p:style>
              <a:lnRef idx="1">
                <a:schemeClr val="accent1"/>
              </a:lnRef>
              <a:fillRef idx="0">
                <a:schemeClr val="accent1"/>
              </a:fillRef>
              <a:effectRef idx="0">
                <a:schemeClr val="accent1"/>
              </a:effectRef>
              <a:fontRef idx="minor">
                <a:schemeClr val="tx1"/>
              </a:fontRef>
            </p:style>
          </p:cxnSp>
          <p:grpSp>
            <p:nvGrpSpPr>
              <p:cNvPr id="73" name="Group 300">
                <a:extLst>
                  <a:ext uri="{FF2B5EF4-FFF2-40B4-BE49-F238E27FC236}">
                    <a16:creationId xmlns:a16="http://schemas.microsoft.com/office/drawing/2014/main" id="{2247F865-32BB-C318-A4AC-61B1F3B858A8}"/>
                  </a:ext>
                </a:extLst>
              </p:cNvPr>
              <p:cNvGrpSpPr/>
              <p:nvPr/>
            </p:nvGrpSpPr>
            <p:grpSpPr>
              <a:xfrm>
                <a:off x="3222254" y="3541124"/>
                <a:ext cx="2461079" cy="2267004"/>
                <a:chOff x="3222254" y="3541124"/>
                <a:chExt cx="2461079" cy="2267004"/>
              </a:xfrm>
            </p:grpSpPr>
            <p:sp>
              <p:nvSpPr>
                <p:cNvPr id="74" name="Cube 5">
                  <a:extLst>
                    <a:ext uri="{FF2B5EF4-FFF2-40B4-BE49-F238E27FC236}">
                      <a16:creationId xmlns:a16="http://schemas.microsoft.com/office/drawing/2014/main" id="{D9F4CF8B-A042-49D0-D7D4-350D7B608FFD}"/>
                    </a:ext>
                  </a:extLst>
                </p:cNvPr>
                <p:cNvSpPr/>
                <p:nvPr/>
              </p:nvSpPr>
              <p:spPr>
                <a:xfrm>
                  <a:off x="3222254" y="4800600"/>
                  <a:ext cx="2454920" cy="1007528"/>
                </a:xfrm>
                <a:prstGeom prst="cube">
                  <a:avLst>
                    <a:gd name="adj" fmla="val 41079"/>
                  </a:avLst>
                </a:prstGeom>
                <a:solidFill>
                  <a:srgbClr val="C00000">
                    <a:alpha val="27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75" name="Cube 6">
                  <a:extLst>
                    <a:ext uri="{FF2B5EF4-FFF2-40B4-BE49-F238E27FC236}">
                      <a16:creationId xmlns:a16="http://schemas.microsoft.com/office/drawing/2014/main" id="{EF709692-E1D0-4C34-1E8C-4E66D13685CF}"/>
                    </a:ext>
                  </a:extLst>
                </p:cNvPr>
                <p:cNvSpPr/>
                <p:nvPr/>
              </p:nvSpPr>
              <p:spPr>
                <a:xfrm>
                  <a:off x="3229391" y="3666811"/>
                  <a:ext cx="2446404" cy="1565714"/>
                </a:xfrm>
                <a:prstGeom prst="cube">
                  <a:avLst>
                    <a:gd name="adj" fmla="val 25719"/>
                  </a:avLst>
                </a:prstGeom>
                <a:solidFill>
                  <a:schemeClr val="accent2">
                    <a:lumMod val="20000"/>
                    <a:lumOff val="80000"/>
                    <a:alpha val="84000"/>
                  </a:scheme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76" name="Cube 51">
                  <a:extLst>
                    <a:ext uri="{FF2B5EF4-FFF2-40B4-BE49-F238E27FC236}">
                      <a16:creationId xmlns:a16="http://schemas.microsoft.com/office/drawing/2014/main" id="{CD9F05D5-FDFC-B975-5B8C-694A079AE605}"/>
                    </a:ext>
                  </a:extLst>
                </p:cNvPr>
                <p:cNvSpPr/>
                <p:nvPr/>
              </p:nvSpPr>
              <p:spPr>
                <a:xfrm>
                  <a:off x="3225867" y="3670391"/>
                  <a:ext cx="2454920" cy="525748"/>
                </a:xfrm>
                <a:prstGeom prst="cube">
                  <a:avLst>
                    <a:gd name="adj" fmla="val 77415"/>
                  </a:avLst>
                </a:prstGeom>
                <a:blipFill dpi="0" rotWithShape="1">
                  <a:blip r:embed="rId3">
                    <a:alphaModFix amt="55000"/>
                  </a:blip>
                  <a:srcRect/>
                  <a:tile tx="0" ty="0" sx="100000" sy="100000" flip="none" algn="tl"/>
                </a:blip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mc:AlternateContent xmlns:mc="http://schemas.openxmlformats.org/markup-compatibility/2006" xmlns:p14="http://schemas.microsoft.com/office/powerpoint/2010/main">
              <mc:Choice Requires="p14">
                <p:contentPart p14:bwMode="auto" r:id="rId4">
                  <p14:nvContentPartPr>
                    <p14:cNvPr id="77" name="Ink 52">
                      <a:extLst>
                        <a:ext uri="{FF2B5EF4-FFF2-40B4-BE49-F238E27FC236}">
                          <a16:creationId xmlns:a16="http://schemas.microsoft.com/office/drawing/2014/main" id="{B2E4D26E-7693-8FEA-D8D2-44A1962D0103}"/>
                        </a:ext>
                      </a:extLst>
                    </p14:cNvPr>
                    <p14:cNvContentPartPr/>
                    <p14:nvPr/>
                  </p14:nvContentPartPr>
                  <p14:xfrm>
                    <a:off x="3242138" y="4566885"/>
                    <a:ext cx="492480" cy="197280"/>
                  </p14:xfrm>
                </p:contentPart>
              </mc:Choice>
              <mc:Fallback xmlns="">
                <p:pic>
                  <p:nvPicPr>
                    <p:cNvPr id="77" name="Ink 52">
                      <a:extLst>
                        <a:ext uri="{FF2B5EF4-FFF2-40B4-BE49-F238E27FC236}">
                          <a16:creationId xmlns:a16="http://schemas.microsoft.com/office/drawing/2014/main" id="{B2E4D26E-7693-8FEA-D8D2-44A1962D0103}"/>
                        </a:ext>
                      </a:extLst>
                    </p:cNvPr>
                    <p:cNvPicPr/>
                    <p:nvPr/>
                  </p:nvPicPr>
                  <p:blipFill>
                    <a:blip r:embed="rId5"/>
                    <a:stretch>
                      <a:fillRect/>
                    </a:stretch>
                  </p:blipFill>
                  <p:spPr>
                    <a:xfrm>
                      <a:off x="3237818" y="4562557"/>
                      <a:ext cx="501120" cy="205936"/>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78" name="Ink 53">
                      <a:extLst>
                        <a:ext uri="{FF2B5EF4-FFF2-40B4-BE49-F238E27FC236}">
                          <a16:creationId xmlns:a16="http://schemas.microsoft.com/office/drawing/2014/main" id="{05C44550-6ECA-B521-1AA7-F4AD5D052798}"/>
                        </a:ext>
                      </a:extLst>
                    </p14:cNvPr>
                    <p14:cNvContentPartPr/>
                    <p14:nvPr/>
                  </p14:nvContentPartPr>
                  <p14:xfrm>
                    <a:off x="3245018" y="4768485"/>
                    <a:ext cx="429840" cy="236160"/>
                  </p14:xfrm>
                </p:contentPart>
              </mc:Choice>
              <mc:Fallback xmlns="">
                <p:pic>
                  <p:nvPicPr>
                    <p:cNvPr id="78" name="Ink 53">
                      <a:extLst>
                        <a:ext uri="{FF2B5EF4-FFF2-40B4-BE49-F238E27FC236}">
                          <a16:creationId xmlns:a16="http://schemas.microsoft.com/office/drawing/2014/main" id="{05C44550-6ECA-B521-1AA7-F4AD5D052798}"/>
                        </a:ext>
                      </a:extLst>
                    </p:cNvPr>
                    <p:cNvPicPr/>
                    <p:nvPr/>
                  </p:nvPicPr>
                  <p:blipFill>
                    <a:blip r:embed="rId7"/>
                    <a:stretch>
                      <a:fillRect/>
                    </a:stretch>
                  </p:blipFill>
                  <p:spPr>
                    <a:xfrm>
                      <a:off x="3240698" y="4764165"/>
                      <a:ext cx="438480" cy="2448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79" name="Ink 54">
                      <a:extLst>
                        <a:ext uri="{FF2B5EF4-FFF2-40B4-BE49-F238E27FC236}">
                          <a16:creationId xmlns:a16="http://schemas.microsoft.com/office/drawing/2014/main" id="{E4523880-8A33-2090-5046-E999DE3DB167}"/>
                        </a:ext>
                      </a:extLst>
                    </p14:cNvPr>
                    <p14:cNvContentPartPr/>
                    <p14:nvPr/>
                  </p14:nvContentPartPr>
                  <p14:xfrm>
                    <a:off x="3248618" y="5033445"/>
                    <a:ext cx="303480" cy="181080"/>
                  </p14:xfrm>
                </p:contentPart>
              </mc:Choice>
              <mc:Fallback xmlns="">
                <p:pic>
                  <p:nvPicPr>
                    <p:cNvPr id="79" name="Ink 54">
                      <a:extLst>
                        <a:ext uri="{FF2B5EF4-FFF2-40B4-BE49-F238E27FC236}">
                          <a16:creationId xmlns:a16="http://schemas.microsoft.com/office/drawing/2014/main" id="{E4523880-8A33-2090-5046-E999DE3DB167}"/>
                        </a:ext>
                      </a:extLst>
                    </p:cNvPr>
                    <p:cNvPicPr/>
                    <p:nvPr/>
                  </p:nvPicPr>
                  <p:blipFill>
                    <a:blip r:embed="rId9"/>
                    <a:stretch>
                      <a:fillRect/>
                    </a:stretch>
                  </p:blipFill>
                  <p:spPr>
                    <a:xfrm>
                      <a:off x="3244303" y="5029125"/>
                      <a:ext cx="312110" cy="18972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80" name="Ink 55">
                      <a:extLst>
                        <a:ext uri="{FF2B5EF4-FFF2-40B4-BE49-F238E27FC236}">
                          <a16:creationId xmlns:a16="http://schemas.microsoft.com/office/drawing/2014/main" id="{92B769EC-61F7-C165-84EF-61DD046FC8A0}"/>
                        </a:ext>
                      </a:extLst>
                    </p14:cNvPr>
                    <p14:cNvContentPartPr/>
                    <p14:nvPr/>
                  </p14:nvContentPartPr>
                  <p14:xfrm>
                    <a:off x="3493778" y="4905645"/>
                    <a:ext cx="774360" cy="244800"/>
                  </p14:xfrm>
                </p:contentPart>
              </mc:Choice>
              <mc:Fallback xmlns="">
                <p:pic>
                  <p:nvPicPr>
                    <p:cNvPr id="80" name="Ink 55">
                      <a:extLst>
                        <a:ext uri="{FF2B5EF4-FFF2-40B4-BE49-F238E27FC236}">
                          <a16:creationId xmlns:a16="http://schemas.microsoft.com/office/drawing/2014/main" id="{92B769EC-61F7-C165-84EF-61DD046FC8A0}"/>
                        </a:ext>
                      </a:extLst>
                    </p:cNvPr>
                    <p:cNvPicPr/>
                    <p:nvPr/>
                  </p:nvPicPr>
                  <p:blipFill>
                    <a:blip r:embed="rId11"/>
                    <a:stretch>
                      <a:fillRect/>
                    </a:stretch>
                  </p:blipFill>
                  <p:spPr>
                    <a:xfrm>
                      <a:off x="3489458" y="4901325"/>
                      <a:ext cx="783000" cy="25344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81" name="Ink 56">
                      <a:extLst>
                        <a:ext uri="{FF2B5EF4-FFF2-40B4-BE49-F238E27FC236}">
                          <a16:creationId xmlns:a16="http://schemas.microsoft.com/office/drawing/2014/main" id="{755943EB-36C9-0A70-9B94-9CD228E129C2}"/>
                        </a:ext>
                      </a:extLst>
                    </p14:cNvPr>
                    <p14:cNvContentPartPr/>
                    <p14:nvPr/>
                  </p14:nvContentPartPr>
                  <p14:xfrm>
                    <a:off x="3497738" y="4355565"/>
                    <a:ext cx="911160" cy="196200"/>
                  </p14:xfrm>
                </p:contentPart>
              </mc:Choice>
              <mc:Fallback xmlns="">
                <p:pic>
                  <p:nvPicPr>
                    <p:cNvPr id="81" name="Ink 56">
                      <a:extLst>
                        <a:ext uri="{FF2B5EF4-FFF2-40B4-BE49-F238E27FC236}">
                          <a16:creationId xmlns:a16="http://schemas.microsoft.com/office/drawing/2014/main" id="{755943EB-36C9-0A70-9B94-9CD228E129C2}"/>
                        </a:ext>
                      </a:extLst>
                    </p:cNvPr>
                    <p:cNvPicPr/>
                    <p:nvPr/>
                  </p:nvPicPr>
                  <p:blipFill>
                    <a:blip r:embed="rId13"/>
                    <a:stretch>
                      <a:fillRect/>
                    </a:stretch>
                  </p:blipFill>
                  <p:spPr>
                    <a:xfrm>
                      <a:off x="3493418" y="4351245"/>
                      <a:ext cx="919800" cy="20484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82" name="Ink 57">
                      <a:extLst>
                        <a:ext uri="{FF2B5EF4-FFF2-40B4-BE49-F238E27FC236}">
                          <a16:creationId xmlns:a16="http://schemas.microsoft.com/office/drawing/2014/main" id="{60C5FD31-8B26-8C67-EC7C-83195A0C32AD}"/>
                        </a:ext>
                      </a:extLst>
                    </p14:cNvPr>
                    <p14:cNvContentPartPr/>
                    <p14:nvPr/>
                  </p14:nvContentPartPr>
                  <p14:xfrm>
                    <a:off x="3580898" y="4638165"/>
                    <a:ext cx="753480" cy="234720"/>
                  </p14:xfrm>
                </p:contentPart>
              </mc:Choice>
              <mc:Fallback xmlns="">
                <p:pic>
                  <p:nvPicPr>
                    <p:cNvPr id="82" name="Ink 57">
                      <a:extLst>
                        <a:ext uri="{FF2B5EF4-FFF2-40B4-BE49-F238E27FC236}">
                          <a16:creationId xmlns:a16="http://schemas.microsoft.com/office/drawing/2014/main" id="{60C5FD31-8B26-8C67-EC7C-83195A0C32AD}"/>
                        </a:ext>
                      </a:extLst>
                    </p:cNvPr>
                    <p:cNvPicPr/>
                    <p:nvPr/>
                  </p:nvPicPr>
                  <p:blipFill>
                    <a:blip r:embed="rId15"/>
                    <a:stretch>
                      <a:fillRect/>
                    </a:stretch>
                  </p:blipFill>
                  <p:spPr>
                    <a:xfrm>
                      <a:off x="3576576" y="4633838"/>
                      <a:ext cx="762124" cy="243373"/>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83" name="Ink 58">
                      <a:extLst>
                        <a:ext uri="{FF2B5EF4-FFF2-40B4-BE49-F238E27FC236}">
                          <a16:creationId xmlns:a16="http://schemas.microsoft.com/office/drawing/2014/main" id="{517C8B59-24F5-9D38-1531-B764BD795483}"/>
                        </a:ext>
                      </a:extLst>
                    </p14:cNvPr>
                    <p14:cNvContentPartPr/>
                    <p14:nvPr/>
                  </p14:nvContentPartPr>
                  <p14:xfrm>
                    <a:off x="4016498" y="4534485"/>
                    <a:ext cx="687960" cy="219960"/>
                  </p14:xfrm>
                </p:contentPart>
              </mc:Choice>
              <mc:Fallback xmlns="">
                <p:pic>
                  <p:nvPicPr>
                    <p:cNvPr id="83" name="Ink 58">
                      <a:extLst>
                        <a:ext uri="{FF2B5EF4-FFF2-40B4-BE49-F238E27FC236}">
                          <a16:creationId xmlns:a16="http://schemas.microsoft.com/office/drawing/2014/main" id="{517C8B59-24F5-9D38-1531-B764BD795483}"/>
                        </a:ext>
                      </a:extLst>
                    </p:cNvPr>
                    <p:cNvPicPr/>
                    <p:nvPr/>
                  </p:nvPicPr>
                  <p:blipFill>
                    <a:blip r:embed="rId17"/>
                    <a:stretch>
                      <a:fillRect/>
                    </a:stretch>
                  </p:blipFill>
                  <p:spPr>
                    <a:xfrm>
                      <a:off x="4012178" y="4530165"/>
                      <a:ext cx="696600" cy="22860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84" name="Ink 59">
                      <a:extLst>
                        <a:ext uri="{FF2B5EF4-FFF2-40B4-BE49-F238E27FC236}">
                          <a16:creationId xmlns:a16="http://schemas.microsoft.com/office/drawing/2014/main" id="{E67BE536-FC9B-4EE3-7762-7899DA1C69C6}"/>
                        </a:ext>
                      </a:extLst>
                    </p14:cNvPr>
                    <p14:cNvContentPartPr/>
                    <p14:nvPr/>
                  </p14:nvContentPartPr>
                  <p14:xfrm>
                    <a:off x="4288658" y="4824285"/>
                    <a:ext cx="240840" cy="111960"/>
                  </p14:xfrm>
                </p:contentPart>
              </mc:Choice>
              <mc:Fallback xmlns="">
                <p:pic>
                  <p:nvPicPr>
                    <p:cNvPr id="84" name="Ink 59">
                      <a:extLst>
                        <a:ext uri="{FF2B5EF4-FFF2-40B4-BE49-F238E27FC236}">
                          <a16:creationId xmlns:a16="http://schemas.microsoft.com/office/drawing/2014/main" id="{E67BE536-FC9B-4EE3-7762-7899DA1C69C6}"/>
                        </a:ext>
                      </a:extLst>
                    </p:cNvPr>
                    <p:cNvPicPr/>
                    <p:nvPr/>
                  </p:nvPicPr>
                  <p:blipFill>
                    <a:blip r:embed="rId19"/>
                    <a:stretch>
                      <a:fillRect/>
                    </a:stretch>
                  </p:blipFill>
                  <p:spPr>
                    <a:xfrm>
                      <a:off x="4284338" y="4819979"/>
                      <a:ext cx="249480" cy="120572"/>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85" name="Ink 60">
                      <a:extLst>
                        <a:ext uri="{FF2B5EF4-FFF2-40B4-BE49-F238E27FC236}">
                          <a16:creationId xmlns:a16="http://schemas.microsoft.com/office/drawing/2014/main" id="{F158F23B-9DF1-0C00-DC3E-F63F1AE3D507}"/>
                        </a:ext>
                      </a:extLst>
                    </p14:cNvPr>
                    <p14:cNvContentPartPr/>
                    <p14:nvPr/>
                  </p14:nvContentPartPr>
                  <p14:xfrm>
                    <a:off x="4643258" y="4544205"/>
                    <a:ext cx="597240" cy="174600"/>
                  </p14:xfrm>
                </p:contentPart>
              </mc:Choice>
              <mc:Fallback xmlns="">
                <p:pic>
                  <p:nvPicPr>
                    <p:cNvPr id="85" name="Ink 60">
                      <a:extLst>
                        <a:ext uri="{FF2B5EF4-FFF2-40B4-BE49-F238E27FC236}">
                          <a16:creationId xmlns:a16="http://schemas.microsoft.com/office/drawing/2014/main" id="{F158F23B-9DF1-0C00-DC3E-F63F1AE3D507}"/>
                        </a:ext>
                      </a:extLst>
                    </p:cNvPr>
                    <p:cNvPicPr/>
                    <p:nvPr/>
                  </p:nvPicPr>
                  <p:blipFill>
                    <a:blip r:embed="rId21"/>
                    <a:stretch>
                      <a:fillRect/>
                    </a:stretch>
                  </p:blipFill>
                  <p:spPr>
                    <a:xfrm>
                      <a:off x="4638935" y="4539885"/>
                      <a:ext cx="605885" cy="18324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86" name="Ink 61">
                      <a:extLst>
                        <a:ext uri="{FF2B5EF4-FFF2-40B4-BE49-F238E27FC236}">
                          <a16:creationId xmlns:a16="http://schemas.microsoft.com/office/drawing/2014/main" id="{136B803D-D134-68B0-F503-D597B49C22D6}"/>
                        </a:ext>
                      </a:extLst>
                    </p14:cNvPr>
                    <p14:cNvContentPartPr/>
                    <p14:nvPr/>
                  </p14:nvContentPartPr>
                  <p14:xfrm>
                    <a:off x="4119098" y="4214445"/>
                    <a:ext cx="704160" cy="300960"/>
                  </p14:xfrm>
                </p:contentPart>
              </mc:Choice>
              <mc:Fallback xmlns="">
                <p:pic>
                  <p:nvPicPr>
                    <p:cNvPr id="86" name="Ink 61">
                      <a:extLst>
                        <a:ext uri="{FF2B5EF4-FFF2-40B4-BE49-F238E27FC236}">
                          <a16:creationId xmlns:a16="http://schemas.microsoft.com/office/drawing/2014/main" id="{136B803D-D134-68B0-F503-D597B49C22D6}"/>
                        </a:ext>
                      </a:extLst>
                    </p:cNvPr>
                    <p:cNvPicPr/>
                    <p:nvPr/>
                  </p:nvPicPr>
                  <p:blipFill>
                    <a:blip r:embed="rId23"/>
                    <a:stretch>
                      <a:fillRect/>
                    </a:stretch>
                  </p:blipFill>
                  <p:spPr>
                    <a:xfrm>
                      <a:off x="4114778" y="4210125"/>
                      <a:ext cx="712800" cy="30960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87" name="Ink 62">
                      <a:extLst>
                        <a:ext uri="{FF2B5EF4-FFF2-40B4-BE49-F238E27FC236}">
                          <a16:creationId xmlns:a16="http://schemas.microsoft.com/office/drawing/2014/main" id="{C4493AA1-4CF4-CB6A-9AAA-F303D8816D9A}"/>
                        </a:ext>
                      </a:extLst>
                    </p14:cNvPr>
                    <p14:cNvContentPartPr/>
                    <p14:nvPr/>
                  </p14:nvContentPartPr>
                  <p14:xfrm>
                    <a:off x="4659897" y="4247250"/>
                    <a:ext cx="572760" cy="169920"/>
                  </p14:xfrm>
                </p:contentPart>
              </mc:Choice>
              <mc:Fallback xmlns="">
                <p:pic>
                  <p:nvPicPr>
                    <p:cNvPr id="87" name="Ink 62">
                      <a:extLst>
                        <a:ext uri="{FF2B5EF4-FFF2-40B4-BE49-F238E27FC236}">
                          <a16:creationId xmlns:a16="http://schemas.microsoft.com/office/drawing/2014/main" id="{C4493AA1-4CF4-CB6A-9AAA-F303D8816D9A}"/>
                        </a:ext>
                      </a:extLst>
                    </p:cNvPr>
                    <p:cNvPicPr/>
                    <p:nvPr/>
                  </p:nvPicPr>
                  <p:blipFill>
                    <a:blip r:embed="rId25"/>
                    <a:stretch>
                      <a:fillRect/>
                    </a:stretch>
                  </p:blipFill>
                  <p:spPr>
                    <a:xfrm>
                      <a:off x="4655580" y="4242930"/>
                      <a:ext cx="581395" cy="17856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88" name="Ink 63">
                      <a:extLst>
                        <a:ext uri="{FF2B5EF4-FFF2-40B4-BE49-F238E27FC236}">
                          <a16:creationId xmlns:a16="http://schemas.microsoft.com/office/drawing/2014/main" id="{69F59523-1D4A-2D44-17CF-9FB997D2BAB0}"/>
                        </a:ext>
                      </a:extLst>
                    </p14:cNvPr>
                    <p14:cNvContentPartPr/>
                    <p14:nvPr/>
                  </p14:nvContentPartPr>
                  <p14:xfrm>
                    <a:off x="4692711" y="4800282"/>
                    <a:ext cx="253800" cy="72720"/>
                  </p14:xfrm>
                </p:contentPart>
              </mc:Choice>
              <mc:Fallback xmlns="">
                <p:pic>
                  <p:nvPicPr>
                    <p:cNvPr id="88" name="Ink 63">
                      <a:extLst>
                        <a:ext uri="{FF2B5EF4-FFF2-40B4-BE49-F238E27FC236}">
                          <a16:creationId xmlns:a16="http://schemas.microsoft.com/office/drawing/2014/main" id="{69F59523-1D4A-2D44-17CF-9FB997D2BAB0}"/>
                        </a:ext>
                      </a:extLst>
                    </p:cNvPr>
                    <p:cNvPicPr/>
                    <p:nvPr/>
                  </p:nvPicPr>
                  <p:blipFill>
                    <a:blip r:embed="rId27"/>
                    <a:stretch>
                      <a:fillRect/>
                    </a:stretch>
                  </p:blipFill>
                  <p:spPr>
                    <a:xfrm>
                      <a:off x="4688391" y="4795962"/>
                      <a:ext cx="262440" cy="8136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89" name="Ink 64">
                      <a:extLst>
                        <a:ext uri="{FF2B5EF4-FFF2-40B4-BE49-F238E27FC236}">
                          <a16:creationId xmlns:a16="http://schemas.microsoft.com/office/drawing/2014/main" id="{C2200078-E896-FDCC-61D7-C7C17838B804}"/>
                        </a:ext>
                      </a:extLst>
                    </p14:cNvPr>
                    <p14:cNvContentPartPr/>
                    <p14:nvPr/>
                  </p14:nvContentPartPr>
                  <p14:xfrm>
                    <a:off x="4736703" y="4198290"/>
                    <a:ext cx="525600" cy="193320"/>
                  </p14:xfrm>
                </p:contentPart>
              </mc:Choice>
              <mc:Fallback xmlns="">
                <p:pic>
                  <p:nvPicPr>
                    <p:cNvPr id="89" name="Ink 64">
                      <a:extLst>
                        <a:ext uri="{FF2B5EF4-FFF2-40B4-BE49-F238E27FC236}">
                          <a16:creationId xmlns:a16="http://schemas.microsoft.com/office/drawing/2014/main" id="{C2200078-E896-FDCC-61D7-C7C17838B804}"/>
                        </a:ext>
                      </a:extLst>
                    </p:cNvPr>
                    <p:cNvPicPr/>
                    <p:nvPr/>
                  </p:nvPicPr>
                  <p:blipFill>
                    <a:blip r:embed="rId29"/>
                    <a:stretch>
                      <a:fillRect/>
                    </a:stretch>
                  </p:blipFill>
                  <p:spPr>
                    <a:xfrm>
                      <a:off x="4732383" y="4193962"/>
                      <a:ext cx="534240" cy="201976"/>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90" name="Ink 65">
                      <a:extLst>
                        <a:ext uri="{FF2B5EF4-FFF2-40B4-BE49-F238E27FC236}">
                          <a16:creationId xmlns:a16="http://schemas.microsoft.com/office/drawing/2014/main" id="{A6C0F0B2-E098-BDAF-0AB8-D1D56371CA21}"/>
                        </a:ext>
                      </a:extLst>
                    </p14:cNvPr>
                    <p14:cNvContentPartPr/>
                    <p14:nvPr/>
                  </p14:nvContentPartPr>
                  <p14:xfrm>
                    <a:off x="3255058" y="4211666"/>
                    <a:ext cx="278640" cy="15480"/>
                  </p14:xfrm>
                </p:contentPart>
              </mc:Choice>
              <mc:Fallback xmlns="">
                <p:pic>
                  <p:nvPicPr>
                    <p:cNvPr id="90" name="Ink 65">
                      <a:extLst>
                        <a:ext uri="{FF2B5EF4-FFF2-40B4-BE49-F238E27FC236}">
                          <a16:creationId xmlns:a16="http://schemas.microsoft.com/office/drawing/2014/main" id="{A6C0F0B2-E098-BDAF-0AB8-D1D56371CA21}"/>
                        </a:ext>
                      </a:extLst>
                    </p:cNvPr>
                    <p:cNvPicPr/>
                    <p:nvPr/>
                  </p:nvPicPr>
                  <p:blipFill>
                    <a:blip r:embed="rId31"/>
                    <a:stretch>
                      <a:fillRect/>
                    </a:stretch>
                  </p:blipFill>
                  <p:spPr>
                    <a:xfrm>
                      <a:off x="3250738" y="4207243"/>
                      <a:ext cx="287280" cy="24326"/>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91" name="Ink 66">
                      <a:extLst>
                        <a:ext uri="{FF2B5EF4-FFF2-40B4-BE49-F238E27FC236}">
                          <a16:creationId xmlns:a16="http://schemas.microsoft.com/office/drawing/2014/main" id="{752C791C-845E-FD3A-37F0-3565AEFC993D}"/>
                        </a:ext>
                      </a:extLst>
                    </p14:cNvPr>
                    <p14:cNvContentPartPr/>
                    <p14:nvPr/>
                  </p14:nvContentPartPr>
                  <p14:xfrm>
                    <a:off x="3255418" y="4233266"/>
                    <a:ext cx="447120" cy="42120"/>
                  </p14:xfrm>
                </p:contentPart>
              </mc:Choice>
              <mc:Fallback xmlns="">
                <p:pic>
                  <p:nvPicPr>
                    <p:cNvPr id="91" name="Ink 66">
                      <a:extLst>
                        <a:ext uri="{FF2B5EF4-FFF2-40B4-BE49-F238E27FC236}">
                          <a16:creationId xmlns:a16="http://schemas.microsoft.com/office/drawing/2014/main" id="{752C791C-845E-FD3A-37F0-3565AEFC993D}"/>
                        </a:ext>
                      </a:extLst>
                    </p:cNvPr>
                    <p:cNvPicPr/>
                    <p:nvPr/>
                  </p:nvPicPr>
                  <p:blipFill>
                    <a:blip r:embed="rId33"/>
                    <a:stretch>
                      <a:fillRect/>
                    </a:stretch>
                  </p:blipFill>
                  <p:spPr>
                    <a:xfrm>
                      <a:off x="3251101" y="4228946"/>
                      <a:ext cx="455753" cy="50760"/>
                    </a:xfrm>
                    <a:prstGeom prst="rect">
                      <a:avLst/>
                    </a:prstGeom>
                  </p:spPr>
                </p:pic>
              </mc:Fallback>
            </mc:AlternateContent>
            <p:grpSp>
              <p:nvGrpSpPr>
                <p:cNvPr id="92" name="Group 67">
                  <a:extLst>
                    <a:ext uri="{FF2B5EF4-FFF2-40B4-BE49-F238E27FC236}">
                      <a16:creationId xmlns:a16="http://schemas.microsoft.com/office/drawing/2014/main" id="{26F3E7D8-F8EA-6FE6-7C2B-4CAB929374A5}"/>
                    </a:ext>
                  </a:extLst>
                </p:cNvPr>
                <p:cNvGrpSpPr/>
                <p:nvPr/>
              </p:nvGrpSpPr>
              <p:grpSpPr>
                <a:xfrm>
                  <a:off x="3233818" y="3711986"/>
                  <a:ext cx="2449515" cy="1521979"/>
                  <a:chOff x="2855923" y="3504458"/>
                  <a:chExt cx="2449515" cy="1521979"/>
                </a:xfrm>
              </p:grpSpPr>
              <mc:AlternateContent xmlns:mc="http://schemas.openxmlformats.org/markup-compatibility/2006" xmlns:p14="http://schemas.microsoft.com/office/powerpoint/2010/main">
                <mc:Choice Requires="p14">
                  <p:contentPart p14:bwMode="auto" r:id="rId34">
                    <p14:nvContentPartPr>
                      <p14:cNvPr id="130" name="Ink 68">
                        <a:extLst>
                          <a:ext uri="{FF2B5EF4-FFF2-40B4-BE49-F238E27FC236}">
                            <a16:creationId xmlns:a16="http://schemas.microsoft.com/office/drawing/2014/main" id="{79C004C8-1DD5-A650-E65A-56A72BF5CAE4}"/>
                          </a:ext>
                        </a:extLst>
                      </p14:cNvPr>
                      <p14:cNvContentPartPr/>
                      <p14:nvPr/>
                    </p14:nvContentPartPr>
                    <p14:xfrm>
                      <a:off x="3073763" y="4928157"/>
                      <a:ext cx="513720" cy="89640"/>
                    </p14:xfrm>
                  </p:contentPart>
                </mc:Choice>
                <mc:Fallback xmlns="">
                  <p:pic>
                    <p:nvPicPr>
                      <p:cNvPr id="130" name="Ink 68">
                        <a:extLst>
                          <a:ext uri="{FF2B5EF4-FFF2-40B4-BE49-F238E27FC236}">
                            <a16:creationId xmlns:a16="http://schemas.microsoft.com/office/drawing/2014/main" id="{79C004C8-1DD5-A650-E65A-56A72BF5CAE4}"/>
                          </a:ext>
                        </a:extLst>
                      </p:cNvPr>
                      <p:cNvPicPr/>
                      <p:nvPr/>
                    </p:nvPicPr>
                    <p:blipFill>
                      <a:blip r:embed="rId35"/>
                      <a:stretch>
                        <a:fillRect/>
                      </a:stretch>
                    </p:blipFill>
                    <p:spPr>
                      <a:xfrm>
                        <a:off x="3069443" y="4923837"/>
                        <a:ext cx="522360" cy="9828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131" name="Ink 69">
                        <a:extLst>
                          <a:ext uri="{FF2B5EF4-FFF2-40B4-BE49-F238E27FC236}">
                            <a16:creationId xmlns:a16="http://schemas.microsoft.com/office/drawing/2014/main" id="{42679531-CB7B-5A40-E23E-FB2952FEFBED}"/>
                          </a:ext>
                        </a:extLst>
                      </p14:cNvPr>
                      <p14:cNvContentPartPr/>
                      <p14:nvPr/>
                    </p14:nvContentPartPr>
                    <p14:xfrm>
                      <a:off x="3120923" y="4808997"/>
                      <a:ext cx="360" cy="360"/>
                    </p14:xfrm>
                  </p:contentPart>
                </mc:Choice>
                <mc:Fallback xmlns="">
                  <p:pic>
                    <p:nvPicPr>
                      <p:cNvPr id="131" name="Ink 69">
                        <a:extLst>
                          <a:ext uri="{FF2B5EF4-FFF2-40B4-BE49-F238E27FC236}">
                            <a16:creationId xmlns:a16="http://schemas.microsoft.com/office/drawing/2014/main" id="{42679531-CB7B-5A40-E23E-FB2952FEFBED}"/>
                          </a:ext>
                        </a:extLst>
                      </p:cNvPr>
                      <p:cNvPicPr/>
                      <p:nvPr/>
                    </p:nvPicPr>
                    <p:blipFill>
                      <a:blip r:embed="rId37"/>
                      <a:stretch>
                        <a:fillRect/>
                      </a:stretch>
                    </p:blipFill>
                    <p:spPr>
                      <a:xfrm>
                        <a:off x="3116603" y="4804677"/>
                        <a:ext cx="900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132" name="Ink 70">
                        <a:extLst>
                          <a:ext uri="{FF2B5EF4-FFF2-40B4-BE49-F238E27FC236}">
                            <a16:creationId xmlns:a16="http://schemas.microsoft.com/office/drawing/2014/main" id="{1E581834-F45F-68B4-6689-B57EF3068048}"/>
                          </a:ext>
                        </a:extLst>
                      </p14:cNvPr>
                      <p14:cNvContentPartPr/>
                      <p14:nvPr/>
                    </p14:nvContentPartPr>
                    <p14:xfrm>
                      <a:off x="3701243" y="4796037"/>
                      <a:ext cx="432720" cy="230400"/>
                    </p14:xfrm>
                  </p:contentPart>
                </mc:Choice>
                <mc:Fallback xmlns="">
                  <p:pic>
                    <p:nvPicPr>
                      <p:cNvPr id="132" name="Ink 70">
                        <a:extLst>
                          <a:ext uri="{FF2B5EF4-FFF2-40B4-BE49-F238E27FC236}">
                            <a16:creationId xmlns:a16="http://schemas.microsoft.com/office/drawing/2014/main" id="{1E581834-F45F-68B4-6689-B57EF3068048}"/>
                          </a:ext>
                        </a:extLst>
                      </p:cNvPr>
                      <p:cNvPicPr/>
                      <p:nvPr/>
                    </p:nvPicPr>
                    <p:blipFill>
                      <a:blip r:embed="rId39"/>
                      <a:stretch>
                        <a:fillRect/>
                      </a:stretch>
                    </p:blipFill>
                    <p:spPr>
                      <a:xfrm>
                        <a:off x="3696923" y="4791710"/>
                        <a:ext cx="441360" cy="239054"/>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133" name="Ink 71">
                        <a:extLst>
                          <a:ext uri="{FF2B5EF4-FFF2-40B4-BE49-F238E27FC236}">
                            <a16:creationId xmlns:a16="http://schemas.microsoft.com/office/drawing/2014/main" id="{E132842C-8C45-F8F3-1314-9642C8D7C440}"/>
                          </a:ext>
                        </a:extLst>
                      </p14:cNvPr>
                      <p14:cNvContentPartPr/>
                      <p14:nvPr/>
                    </p14:nvContentPartPr>
                    <p14:xfrm>
                      <a:off x="3810323" y="4861557"/>
                      <a:ext cx="114120" cy="96120"/>
                    </p14:xfrm>
                  </p:contentPart>
                </mc:Choice>
                <mc:Fallback xmlns="">
                  <p:pic>
                    <p:nvPicPr>
                      <p:cNvPr id="133" name="Ink 71">
                        <a:extLst>
                          <a:ext uri="{FF2B5EF4-FFF2-40B4-BE49-F238E27FC236}">
                            <a16:creationId xmlns:a16="http://schemas.microsoft.com/office/drawing/2014/main" id="{E132842C-8C45-F8F3-1314-9642C8D7C440}"/>
                          </a:ext>
                        </a:extLst>
                      </p:cNvPr>
                      <p:cNvPicPr/>
                      <p:nvPr/>
                    </p:nvPicPr>
                    <p:blipFill>
                      <a:blip r:embed="rId41"/>
                      <a:stretch>
                        <a:fillRect/>
                      </a:stretch>
                    </p:blipFill>
                    <p:spPr>
                      <a:xfrm>
                        <a:off x="3806003" y="4857237"/>
                        <a:ext cx="122760" cy="10476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134" name="Ink 72">
                        <a:extLst>
                          <a:ext uri="{FF2B5EF4-FFF2-40B4-BE49-F238E27FC236}">
                            <a16:creationId xmlns:a16="http://schemas.microsoft.com/office/drawing/2014/main" id="{7EFC7B28-FEB1-8ABE-C92A-38AB013E6EBA}"/>
                          </a:ext>
                        </a:extLst>
                      </p14:cNvPr>
                      <p14:cNvContentPartPr/>
                      <p14:nvPr/>
                    </p14:nvContentPartPr>
                    <p14:xfrm>
                      <a:off x="3768563" y="4810797"/>
                      <a:ext cx="108000" cy="87840"/>
                    </p14:xfrm>
                  </p:contentPart>
                </mc:Choice>
                <mc:Fallback xmlns="">
                  <p:pic>
                    <p:nvPicPr>
                      <p:cNvPr id="134" name="Ink 72">
                        <a:extLst>
                          <a:ext uri="{FF2B5EF4-FFF2-40B4-BE49-F238E27FC236}">
                            <a16:creationId xmlns:a16="http://schemas.microsoft.com/office/drawing/2014/main" id="{7EFC7B28-FEB1-8ABE-C92A-38AB013E6EBA}"/>
                          </a:ext>
                        </a:extLst>
                      </p:cNvPr>
                      <p:cNvPicPr/>
                      <p:nvPr/>
                    </p:nvPicPr>
                    <p:blipFill>
                      <a:blip r:embed="rId43"/>
                      <a:stretch>
                        <a:fillRect/>
                      </a:stretch>
                    </p:blipFill>
                    <p:spPr>
                      <a:xfrm>
                        <a:off x="3764243" y="4806477"/>
                        <a:ext cx="116640" cy="9648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135" name="Ink 73">
                        <a:extLst>
                          <a:ext uri="{FF2B5EF4-FFF2-40B4-BE49-F238E27FC236}">
                            <a16:creationId xmlns:a16="http://schemas.microsoft.com/office/drawing/2014/main" id="{756594F3-151B-9D58-46E5-1BD7D6DB0AC3}"/>
                          </a:ext>
                        </a:extLst>
                      </p14:cNvPr>
                      <p14:cNvContentPartPr/>
                      <p14:nvPr/>
                    </p14:nvContentPartPr>
                    <p14:xfrm>
                      <a:off x="4198043" y="4394277"/>
                      <a:ext cx="671760" cy="279360"/>
                    </p14:xfrm>
                  </p:contentPart>
                </mc:Choice>
                <mc:Fallback xmlns="">
                  <p:pic>
                    <p:nvPicPr>
                      <p:cNvPr id="135" name="Ink 73">
                        <a:extLst>
                          <a:ext uri="{FF2B5EF4-FFF2-40B4-BE49-F238E27FC236}">
                            <a16:creationId xmlns:a16="http://schemas.microsoft.com/office/drawing/2014/main" id="{756594F3-151B-9D58-46E5-1BD7D6DB0AC3}"/>
                          </a:ext>
                        </a:extLst>
                      </p:cNvPr>
                      <p:cNvPicPr/>
                      <p:nvPr/>
                    </p:nvPicPr>
                    <p:blipFill>
                      <a:blip r:embed="rId45"/>
                      <a:stretch>
                        <a:fillRect/>
                      </a:stretch>
                    </p:blipFill>
                    <p:spPr>
                      <a:xfrm>
                        <a:off x="4193723" y="4389963"/>
                        <a:ext cx="680400" cy="287989"/>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136" name="Ink 74">
                        <a:extLst>
                          <a:ext uri="{FF2B5EF4-FFF2-40B4-BE49-F238E27FC236}">
                            <a16:creationId xmlns:a16="http://schemas.microsoft.com/office/drawing/2014/main" id="{2A9B06E2-229A-2EC4-4347-3984BC3C8550}"/>
                          </a:ext>
                        </a:extLst>
                      </p14:cNvPr>
                      <p14:cNvContentPartPr/>
                      <p14:nvPr/>
                    </p14:nvContentPartPr>
                    <p14:xfrm>
                      <a:off x="4580003" y="4511997"/>
                      <a:ext cx="306360" cy="180000"/>
                    </p14:xfrm>
                  </p:contentPart>
                </mc:Choice>
                <mc:Fallback xmlns="">
                  <p:pic>
                    <p:nvPicPr>
                      <p:cNvPr id="136" name="Ink 74">
                        <a:extLst>
                          <a:ext uri="{FF2B5EF4-FFF2-40B4-BE49-F238E27FC236}">
                            <a16:creationId xmlns:a16="http://schemas.microsoft.com/office/drawing/2014/main" id="{2A9B06E2-229A-2EC4-4347-3984BC3C8550}"/>
                          </a:ext>
                        </a:extLst>
                      </p:cNvPr>
                      <p:cNvPicPr/>
                      <p:nvPr/>
                    </p:nvPicPr>
                    <p:blipFill>
                      <a:blip r:embed="rId47"/>
                      <a:stretch>
                        <a:fillRect/>
                      </a:stretch>
                    </p:blipFill>
                    <p:spPr>
                      <a:xfrm>
                        <a:off x="4575688" y="4507677"/>
                        <a:ext cx="314990" cy="18864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137" name="Ink 75">
                        <a:extLst>
                          <a:ext uri="{FF2B5EF4-FFF2-40B4-BE49-F238E27FC236}">
                            <a16:creationId xmlns:a16="http://schemas.microsoft.com/office/drawing/2014/main" id="{F3D45AE9-BB8C-2221-4763-3F67FB273B58}"/>
                          </a:ext>
                        </a:extLst>
                      </p14:cNvPr>
                      <p14:cNvContentPartPr/>
                      <p14:nvPr/>
                    </p14:nvContentPartPr>
                    <p14:xfrm>
                      <a:off x="4210643" y="4676877"/>
                      <a:ext cx="667800" cy="50040"/>
                    </p14:xfrm>
                  </p:contentPart>
                </mc:Choice>
                <mc:Fallback xmlns="">
                  <p:pic>
                    <p:nvPicPr>
                      <p:cNvPr id="137" name="Ink 75">
                        <a:extLst>
                          <a:ext uri="{FF2B5EF4-FFF2-40B4-BE49-F238E27FC236}">
                            <a16:creationId xmlns:a16="http://schemas.microsoft.com/office/drawing/2014/main" id="{F3D45AE9-BB8C-2221-4763-3F67FB273B58}"/>
                          </a:ext>
                        </a:extLst>
                      </p:cNvPr>
                      <p:cNvPicPr/>
                      <p:nvPr/>
                    </p:nvPicPr>
                    <p:blipFill>
                      <a:blip r:embed="rId49"/>
                      <a:stretch>
                        <a:fillRect/>
                      </a:stretch>
                    </p:blipFill>
                    <p:spPr>
                      <a:xfrm>
                        <a:off x="4206323" y="4672557"/>
                        <a:ext cx="676440" cy="5868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138" name="Ink 76">
                        <a:extLst>
                          <a:ext uri="{FF2B5EF4-FFF2-40B4-BE49-F238E27FC236}">
                            <a16:creationId xmlns:a16="http://schemas.microsoft.com/office/drawing/2014/main" id="{CF1BB97A-D992-B073-EC70-5258A07B436A}"/>
                          </a:ext>
                        </a:extLst>
                      </p14:cNvPr>
                      <p14:cNvContentPartPr/>
                      <p14:nvPr/>
                    </p14:nvContentPartPr>
                    <p14:xfrm>
                      <a:off x="4134096" y="4712994"/>
                      <a:ext cx="740160" cy="150840"/>
                    </p14:xfrm>
                  </p:contentPart>
                </mc:Choice>
                <mc:Fallback xmlns="">
                  <p:pic>
                    <p:nvPicPr>
                      <p:cNvPr id="138" name="Ink 76">
                        <a:extLst>
                          <a:ext uri="{FF2B5EF4-FFF2-40B4-BE49-F238E27FC236}">
                            <a16:creationId xmlns:a16="http://schemas.microsoft.com/office/drawing/2014/main" id="{CF1BB97A-D992-B073-EC70-5258A07B436A}"/>
                          </a:ext>
                        </a:extLst>
                      </p:cNvPr>
                      <p:cNvPicPr/>
                      <p:nvPr/>
                    </p:nvPicPr>
                    <p:blipFill>
                      <a:blip r:embed="rId51"/>
                      <a:stretch>
                        <a:fillRect/>
                      </a:stretch>
                    </p:blipFill>
                    <p:spPr>
                      <a:xfrm>
                        <a:off x="4129778" y="4708674"/>
                        <a:ext cx="748796" cy="15948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139" name="Ink 77">
                        <a:extLst>
                          <a:ext uri="{FF2B5EF4-FFF2-40B4-BE49-F238E27FC236}">
                            <a16:creationId xmlns:a16="http://schemas.microsoft.com/office/drawing/2014/main" id="{530F6AD1-1B04-124E-EE48-8D646461C28E}"/>
                          </a:ext>
                        </a:extLst>
                      </p14:cNvPr>
                      <p14:cNvContentPartPr/>
                      <p14:nvPr/>
                    </p14:nvContentPartPr>
                    <p14:xfrm>
                      <a:off x="4408416" y="4885434"/>
                      <a:ext cx="468000" cy="137880"/>
                    </p14:xfrm>
                  </p:contentPart>
                </mc:Choice>
                <mc:Fallback xmlns="">
                  <p:pic>
                    <p:nvPicPr>
                      <p:cNvPr id="139" name="Ink 77">
                        <a:extLst>
                          <a:ext uri="{FF2B5EF4-FFF2-40B4-BE49-F238E27FC236}">
                            <a16:creationId xmlns:a16="http://schemas.microsoft.com/office/drawing/2014/main" id="{530F6AD1-1B04-124E-EE48-8D646461C28E}"/>
                          </a:ext>
                        </a:extLst>
                      </p:cNvPr>
                      <p:cNvPicPr/>
                      <p:nvPr/>
                    </p:nvPicPr>
                    <p:blipFill>
                      <a:blip r:embed="rId53"/>
                      <a:stretch>
                        <a:fillRect/>
                      </a:stretch>
                    </p:blipFill>
                    <p:spPr>
                      <a:xfrm>
                        <a:off x="4404096" y="4881114"/>
                        <a:ext cx="476640" cy="14652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140" name="Ink 78">
                        <a:extLst>
                          <a:ext uri="{FF2B5EF4-FFF2-40B4-BE49-F238E27FC236}">
                            <a16:creationId xmlns:a16="http://schemas.microsoft.com/office/drawing/2014/main" id="{B00A92E1-9E1A-3C8D-5B19-67EB673CCBB2}"/>
                          </a:ext>
                        </a:extLst>
                      </p14:cNvPr>
                      <p14:cNvContentPartPr/>
                      <p14:nvPr/>
                    </p14:nvContentPartPr>
                    <p14:xfrm>
                      <a:off x="4048416" y="4866714"/>
                      <a:ext cx="472680" cy="151920"/>
                    </p14:xfrm>
                  </p:contentPart>
                </mc:Choice>
                <mc:Fallback xmlns="">
                  <p:pic>
                    <p:nvPicPr>
                      <p:cNvPr id="140" name="Ink 78">
                        <a:extLst>
                          <a:ext uri="{FF2B5EF4-FFF2-40B4-BE49-F238E27FC236}">
                            <a16:creationId xmlns:a16="http://schemas.microsoft.com/office/drawing/2014/main" id="{B00A92E1-9E1A-3C8D-5B19-67EB673CCBB2}"/>
                          </a:ext>
                        </a:extLst>
                      </p:cNvPr>
                      <p:cNvPicPr/>
                      <p:nvPr/>
                    </p:nvPicPr>
                    <p:blipFill>
                      <a:blip r:embed="rId55"/>
                      <a:stretch>
                        <a:fillRect/>
                      </a:stretch>
                    </p:blipFill>
                    <p:spPr>
                      <a:xfrm>
                        <a:off x="4044096" y="4862394"/>
                        <a:ext cx="481320" cy="16056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141" name="Ink 79">
                        <a:extLst>
                          <a:ext uri="{FF2B5EF4-FFF2-40B4-BE49-F238E27FC236}">
                            <a16:creationId xmlns:a16="http://schemas.microsoft.com/office/drawing/2014/main" id="{E1A84AE3-09D0-E92D-5D7B-87D004491411}"/>
                          </a:ext>
                        </a:extLst>
                      </p14:cNvPr>
                      <p14:cNvContentPartPr/>
                      <p14:nvPr/>
                    </p14:nvContentPartPr>
                    <p14:xfrm>
                      <a:off x="3986136" y="4989834"/>
                      <a:ext cx="1800" cy="35640"/>
                    </p14:xfrm>
                  </p:contentPart>
                </mc:Choice>
                <mc:Fallback xmlns="">
                  <p:pic>
                    <p:nvPicPr>
                      <p:cNvPr id="141" name="Ink 79">
                        <a:extLst>
                          <a:ext uri="{FF2B5EF4-FFF2-40B4-BE49-F238E27FC236}">
                            <a16:creationId xmlns:a16="http://schemas.microsoft.com/office/drawing/2014/main" id="{E1A84AE3-09D0-E92D-5D7B-87D004491411}"/>
                          </a:ext>
                        </a:extLst>
                      </p:cNvPr>
                      <p:cNvPicPr/>
                      <p:nvPr/>
                    </p:nvPicPr>
                    <p:blipFill>
                      <a:blip r:embed="rId57"/>
                      <a:stretch>
                        <a:fillRect/>
                      </a:stretch>
                    </p:blipFill>
                    <p:spPr>
                      <a:xfrm>
                        <a:off x="3981816" y="4985514"/>
                        <a:ext cx="10440" cy="4428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142" name="Ink 80">
                        <a:extLst>
                          <a:ext uri="{FF2B5EF4-FFF2-40B4-BE49-F238E27FC236}">
                            <a16:creationId xmlns:a16="http://schemas.microsoft.com/office/drawing/2014/main" id="{0D86F4D4-D50B-34DA-A1C2-FB64AB33D811}"/>
                          </a:ext>
                        </a:extLst>
                      </p14:cNvPr>
                      <p14:cNvContentPartPr/>
                      <p14:nvPr/>
                    </p14:nvContentPartPr>
                    <p14:xfrm>
                      <a:off x="4450176" y="4837554"/>
                      <a:ext cx="171000" cy="22320"/>
                    </p14:xfrm>
                  </p:contentPart>
                </mc:Choice>
                <mc:Fallback xmlns="">
                  <p:pic>
                    <p:nvPicPr>
                      <p:cNvPr id="142" name="Ink 80">
                        <a:extLst>
                          <a:ext uri="{FF2B5EF4-FFF2-40B4-BE49-F238E27FC236}">
                            <a16:creationId xmlns:a16="http://schemas.microsoft.com/office/drawing/2014/main" id="{0D86F4D4-D50B-34DA-A1C2-FB64AB33D811}"/>
                          </a:ext>
                        </a:extLst>
                      </p:cNvPr>
                      <p:cNvPicPr/>
                      <p:nvPr/>
                    </p:nvPicPr>
                    <p:blipFill>
                      <a:blip r:embed="rId59"/>
                      <a:stretch>
                        <a:fillRect/>
                      </a:stretch>
                    </p:blipFill>
                    <p:spPr>
                      <a:xfrm>
                        <a:off x="4445847" y="4833234"/>
                        <a:ext cx="179658" cy="3096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143" name="Ink 81">
                        <a:extLst>
                          <a:ext uri="{FF2B5EF4-FFF2-40B4-BE49-F238E27FC236}">
                            <a16:creationId xmlns:a16="http://schemas.microsoft.com/office/drawing/2014/main" id="{53FC4C51-93C0-E340-5B13-EF440D121709}"/>
                          </a:ext>
                        </a:extLst>
                      </p14:cNvPr>
                      <p14:cNvContentPartPr/>
                      <p14:nvPr/>
                    </p14:nvContentPartPr>
                    <p14:xfrm>
                      <a:off x="4444056" y="4832514"/>
                      <a:ext cx="154440" cy="23400"/>
                    </p14:xfrm>
                  </p:contentPart>
                </mc:Choice>
                <mc:Fallback xmlns="">
                  <p:pic>
                    <p:nvPicPr>
                      <p:cNvPr id="143" name="Ink 81">
                        <a:extLst>
                          <a:ext uri="{FF2B5EF4-FFF2-40B4-BE49-F238E27FC236}">
                            <a16:creationId xmlns:a16="http://schemas.microsoft.com/office/drawing/2014/main" id="{53FC4C51-93C0-E340-5B13-EF440D121709}"/>
                          </a:ext>
                        </a:extLst>
                      </p:cNvPr>
                      <p:cNvPicPr/>
                      <p:nvPr/>
                    </p:nvPicPr>
                    <p:blipFill>
                      <a:blip r:embed="rId61"/>
                      <a:stretch>
                        <a:fillRect/>
                      </a:stretch>
                    </p:blipFill>
                    <p:spPr>
                      <a:xfrm>
                        <a:off x="4439746" y="4828126"/>
                        <a:ext cx="163060" cy="32175"/>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144" name="Ink 82">
                        <a:extLst>
                          <a:ext uri="{FF2B5EF4-FFF2-40B4-BE49-F238E27FC236}">
                            <a16:creationId xmlns:a16="http://schemas.microsoft.com/office/drawing/2014/main" id="{A630ADF9-66B5-EA9E-D024-629BA7097D32}"/>
                          </a:ext>
                        </a:extLst>
                      </p14:cNvPr>
                      <p14:cNvContentPartPr/>
                      <p14:nvPr/>
                    </p14:nvContentPartPr>
                    <p14:xfrm>
                      <a:off x="3343896" y="4694274"/>
                      <a:ext cx="230040" cy="23760"/>
                    </p14:xfrm>
                  </p:contentPart>
                </mc:Choice>
                <mc:Fallback xmlns="">
                  <p:pic>
                    <p:nvPicPr>
                      <p:cNvPr id="144" name="Ink 82">
                        <a:extLst>
                          <a:ext uri="{FF2B5EF4-FFF2-40B4-BE49-F238E27FC236}">
                            <a16:creationId xmlns:a16="http://schemas.microsoft.com/office/drawing/2014/main" id="{A630ADF9-66B5-EA9E-D024-629BA7097D32}"/>
                          </a:ext>
                        </a:extLst>
                      </p:cNvPr>
                      <p:cNvPicPr/>
                      <p:nvPr/>
                    </p:nvPicPr>
                    <p:blipFill>
                      <a:blip r:embed="rId63"/>
                      <a:stretch>
                        <a:fillRect/>
                      </a:stretch>
                    </p:blipFill>
                    <p:spPr>
                      <a:xfrm>
                        <a:off x="3339583" y="4690018"/>
                        <a:ext cx="238667" cy="32271"/>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145" name="Ink 83">
                        <a:extLst>
                          <a:ext uri="{FF2B5EF4-FFF2-40B4-BE49-F238E27FC236}">
                            <a16:creationId xmlns:a16="http://schemas.microsoft.com/office/drawing/2014/main" id="{BA8F38B3-4938-F6A6-792B-19C77F92DDE4}"/>
                          </a:ext>
                        </a:extLst>
                      </p14:cNvPr>
                      <p14:cNvContentPartPr/>
                      <p14:nvPr/>
                    </p14:nvContentPartPr>
                    <p14:xfrm>
                      <a:off x="3032496" y="4432914"/>
                      <a:ext cx="199080" cy="74880"/>
                    </p14:xfrm>
                  </p:contentPart>
                </mc:Choice>
                <mc:Fallback xmlns="">
                  <p:pic>
                    <p:nvPicPr>
                      <p:cNvPr id="145" name="Ink 83">
                        <a:extLst>
                          <a:ext uri="{FF2B5EF4-FFF2-40B4-BE49-F238E27FC236}">
                            <a16:creationId xmlns:a16="http://schemas.microsoft.com/office/drawing/2014/main" id="{BA8F38B3-4938-F6A6-792B-19C77F92DDE4}"/>
                          </a:ext>
                        </a:extLst>
                      </p:cNvPr>
                      <p:cNvPicPr/>
                      <p:nvPr/>
                    </p:nvPicPr>
                    <p:blipFill>
                      <a:blip r:embed="rId65"/>
                      <a:stretch>
                        <a:fillRect/>
                      </a:stretch>
                    </p:blipFill>
                    <p:spPr>
                      <a:xfrm>
                        <a:off x="3028176" y="4428594"/>
                        <a:ext cx="207720" cy="8352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146" name="Ink 84">
                        <a:extLst>
                          <a:ext uri="{FF2B5EF4-FFF2-40B4-BE49-F238E27FC236}">
                            <a16:creationId xmlns:a16="http://schemas.microsoft.com/office/drawing/2014/main" id="{9AB4F146-B61F-574B-F735-2D1C573719CA}"/>
                          </a:ext>
                        </a:extLst>
                      </p14:cNvPr>
                      <p14:cNvContentPartPr/>
                      <p14:nvPr/>
                    </p14:nvContentPartPr>
                    <p14:xfrm>
                      <a:off x="4270608" y="4040802"/>
                      <a:ext cx="610200" cy="282240"/>
                    </p14:xfrm>
                  </p:contentPart>
                </mc:Choice>
                <mc:Fallback xmlns="">
                  <p:pic>
                    <p:nvPicPr>
                      <p:cNvPr id="146" name="Ink 84">
                        <a:extLst>
                          <a:ext uri="{FF2B5EF4-FFF2-40B4-BE49-F238E27FC236}">
                            <a16:creationId xmlns:a16="http://schemas.microsoft.com/office/drawing/2014/main" id="{9AB4F146-B61F-574B-F735-2D1C573719CA}"/>
                          </a:ext>
                        </a:extLst>
                      </p:cNvPr>
                      <p:cNvPicPr/>
                      <p:nvPr/>
                    </p:nvPicPr>
                    <p:blipFill>
                      <a:blip r:embed="rId67"/>
                      <a:stretch>
                        <a:fillRect/>
                      </a:stretch>
                    </p:blipFill>
                    <p:spPr>
                      <a:xfrm>
                        <a:off x="4266288" y="4036482"/>
                        <a:ext cx="618840" cy="29088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147" name="Ink 85">
                        <a:extLst>
                          <a:ext uri="{FF2B5EF4-FFF2-40B4-BE49-F238E27FC236}">
                            <a16:creationId xmlns:a16="http://schemas.microsoft.com/office/drawing/2014/main" id="{DFEF1AFF-86BE-C814-45F0-1B7B17FE5243}"/>
                          </a:ext>
                        </a:extLst>
                      </p14:cNvPr>
                      <p14:cNvContentPartPr/>
                      <p14:nvPr/>
                    </p14:nvContentPartPr>
                    <p14:xfrm>
                      <a:off x="4443408" y="4247802"/>
                      <a:ext cx="189720" cy="61200"/>
                    </p14:xfrm>
                  </p:contentPart>
                </mc:Choice>
                <mc:Fallback xmlns="">
                  <p:pic>
                    <p:nvPicPr>
                      <p:cNvPr id="147" name="Ink 85">
                        <a:extLst>
                          <a:ext uri="{FF2B5EF4-FFF2-40B4-BE49-F238E27FC236}">
                            <a16:creationId xmlns:a16="http://schemas.microsoft.com/office/drawing/2014/main" id="{DFEF1AFF-86BE-C814-45F0-1B7B17FE5243}"/>
                          </a:ext>
                        </a:extLst>
                      </p:cNvPr>
                      <p:cNvPicPr/>
                      <p:nvPr/>
                    </p:nvPicPr>
                    <p:blipFill>
                      <a:blip r:embed="rId69"/>
                      <a:stretch>
                        <a:fillRect/>
                      </a:stretch>
                    </p:blipFill>
                    <p:spPr>
                      <a:xfrm>
                        <a:off x="4439088" y="4243482"/>
                        <a:ext cx="198360" cy="6984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148" name="Ink 86">
                        <a:extLst>
                          <a:ext uri="{FF2B5EF4-FFF2-40B4-BE49-F238E27FC236}">
                            <a16:creationId xmlns:a16="http://schemas.microsoft.com/office/drawing/2014/main" id="{58D8E812-1494-BABD-D33E-AAC1D8661AE8}"/>
                          </a:ext>
                        </a:extLst>
                      </p14:cNvPr>
                      <p14:cNvContentPartPr/>
                      <p14:nvPr/>
                    </p14:nvContentPartPr>
                    <p14:xfrm>
                      <a:off x="4908168" y="3906882"/>
                      <a:ext cx="115920" cy="371520"/>
                    </p14:xfrm>
                  </p:contentPart>
                </mc:Choice>
                <mc:Fallback xmlns="">
                  <p:pic>
                    <p:nvPicPr>
                      <p:cNvPr id="148" name="Ink 86">
                        <a:extLst>
                          <a:ext uri="{FF2B5EF4-FFF2-40B4-BE49-F238E27FC236}">
                            <a16:creationId xmlns:a16="http://schemas.microsoft.com/office/drawing/2014/main" id="{58D8E812-1494-BABD-D33E-AAC1D8661AE8}"/>
                          </a:ext>
                        </a:extLst>
                      </p:cNvPr>
                      <p:cNvPicPr/>
                      <p:nvPr/>
                    </p:nvPicPr>
                    <p:blipFill>
                      <a:blip r:embed="rId71"/>
                      <a:stretch>
                        <a:fillRect/>
                      </a:stretch>
                    </p:blipFill>
                    <p:spPr>
                      <a:xfrm>
                        <a:off x="4903848" y="3902562"/>
                        <a:ext cx="124560" cy="38016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149" name="Ink 87">
                        <a:extLst>
                          <a:ext uri="{FF2B5EF4-FFF2-40B4-BE49-F238E27FC236}">
                            <a16:creationId xmlns:a16="http://schemas.microsoft.com/office/drawing/2014/main" id="{B4DEE555-2AB9-991E-C29C-248553B9180B}"/>
                          </a:ext>
                        </a:extLst>
                      </p14:cNvPr>
                      <p14:cNvContentPartPr/>
                      <p14:nvPr/>
                    </p14:nvContentPartPr>
                    <p14:xfrm>
                      <a:off x="4974768" y="3835602"/>
                      <a:ext cx="158400" cy="379080"/>
                    </p14:xfrm>
                  </p:contentPart>
                </mc:Choice>
                <mc:Fallback xmlns="">
                  <p:pic>
                    <p:nvPicPr>
                      <p:cNvPr id="149" name="Ink 87">
                        <a:extLst>
                          <a:ext uri="{FF2B5EF4-FFF2-40B4-BE49-F238E27FC236}">
                            <a16:creationId xmlns:a16="http://schemas.microsoft.com/office/drawing/2014/main" id="{B4DEE555-2AB9-991E-C29C-248553B9180B}"/>
                          </a:ext>
                        </a:extLst>
                      </p:cNvPr>
                      <p:cNvPicPr/>
                      <p:nvPr/>
                    </p:nvPicPr>
                    <p:blipFill>
                      <a:blip r:embed="rId73"/>
                      <a:stretch>
                        <a:fillRect/>
                      </a:stretch>
                    </p:blipFill>
                    <p:spPr>
                      <a:xfrm>
                        <a:off x="4970458" y="3831282"/>
                        <a:ext cx="167020" cy="38772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150" name="Ink 88">
                        <a:extLst>
                          <a:ext uri="{FF2B5EF4-FFF2-40B4-BE49-F238E27FC236}">
                            <a16:creationId xmlns:a16="http://schemas.microsoft.com/office/drawing/2014/main" id="{68A64C4C-93E4-FA26-4FFB-C34849996535}"/>
                          </a:ext>
                        </a:extLst>
                      </p14:cNvPr>
                      <p14:cNvContentPartPr/>
                      <p14:nvPr/>
                    </p14:nvContentPartPr>
                    <p14:xfrm>
                      <a:off x="5062248" y="3880962"/>
                      <a:ext cx="205560" cy="239760"/>
                    </p14:xfrm>
                  </p:contentPart>
                </mc:Choice>
                <mc:Fallback xmlns="">
                  <p:pic>
                    <p:nvPicPr>
                      <p:cNvPr id="150" name="Ink 88">
                        <a:extLst>
                          <a:ext uri="{FF2B5EF4-FFF2-40B4-BE49-F238E27FC236}">
                            <a16:creationId xmlns:a16="http://schemas.microsoft.com/office/drawing/2014/main" id="{68A64C4C-93E4-FA26-4FFB-C34849996535}"/>
                          </a:ext>
                        </a:extLst>
                      </p:cNvPr>
                      <p:cNvPicPr/>
                      <p:nvPr/>
                    </p:nvPicPr>
                    <p:blipFill>
                      <a:blip r:embed="rId75"/>
                      <a:stretch>
                        <a:fillRect/>
                      </a:stretch>
                    </p:blipFill>
                    <p:spPr>
                      <a:xfrm>
                        <a:off x="5057928" y="3876642"/>
                        <a:ext cx="214200" cy="24840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151" name="Ink 89">
                        <a:extLst>
                          <a:ext uri="{FF2B5EF4-FFF2-40B4-BE49-F238E27FC236}">
                            <a16:creationId xmlns:a16="http://schemas.microsoft.com/office/drawing/2014/main" id="{0F9A49A3-57D7-AF6C-2BAF-5682F541580E}"/>
                          </a:ext>
                        </a:extLst>
                      </p14:cNvPr>
                      <p14:cNvContentPartPr/>
                      <p14:nvPr/>
                    </p14:nvContentPartPr>
                    <p14:xfrm>
                      <a:off x="5239728" y="3715722"/>
                      <a:ext cx="45000" cy="162360"/>
                    </p14:xfrm>
                  </p:contentPart>
                </mc:Choice>
                <mc:Fallback xmlns="">
                  <p:pic>
                    <p:nvPicPr>
                      <p:cNvPr id="151" name="Ink 89">
                        <a:extLst>
                          <a:ext uri="{FF2B5EF4-FFF2-40B4-BE49-F238E27FC236}">
                            <a16:creationId xmlns:a16="http://schemas.microsoft.com/office/drawing/2014/main" id="{0F9A49A3-57D7-AF6C-2BAF-5682F541580E}"/>
                          </a:ext>
                        </a:extLst>
                      </p:cNvPr>
                      <p:cNvPicPr/>
                      <p:nvPr/>
                    </p:nvPicPr>
                    <p:blipFill>
                      <a:blip r:embed="rId77"/>
                      <a:stretch>
                        <a:fillRect/>
                      </a:stretch>
                    </p:blipFill>
                    <p:spPr>
                      <a:xfrm>
                        <a:off x="5235408" y="3711402"/>
                        <a:ext cx="53640" cy="17100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152" name="Ink 90">
                        <a:extLst>
                          <a:ext uri="{FF2B5EF4-FFF2-40B4-BE49-F238E27FC236}">
                            <a16:creationId xmlns:a16="http://schemas.microsoft.com/office/drawing/2014/main" id="{DF73158E-490A-FBFF-4FE3-CA89818078FC}"/>
                          </a:ext>
                        </a:extLst>
                      </p14:cNvPr>
                      <p14:cNvContentPartPr/>
                      <p14:nvPr/>
                    </p14:nvContentPartPr>
                    <p14:xfrm>
                      <a:off x="5118768" y="3729042"/>
                      <a:ext cx="138960" cy="130320"/>
                    </p14:xfrm>
                  </p:contentPart>
                </mc:Choice>
                <mc:Fallback xmlns="">
                  <p:pic>
                    <p:nvPicPr>
                      <p:cNvPr id="152" name="Ink 90">
                        <a:extLst>
                          <a:ext uri="{FF2B5EF4-FFF2-40B4-BE49-F238E27FC236}">
                            <a16:creationId xmlns:a16="http://schemas.microsoft.com/office/drawing/2014/main" id="{DF73158E-490A-FBFF-4FE3-CA89818078FC}"/>
                          </a:ext>
                        </a:extLst>
                      </p:cNvPr>
                      <p:cNvPicPr/>
                      <p:nvPr/>
                    </p:nvPicPr>
                    <p:blipFill>
                      <a:blip r:embed="rId79"/>
                      <a:stretch>
                        <a:fillRect/>
                      </a:stretch>
                    </p:blipFill>
                    <p:spPr>
                      <a:xfrm>
                        <a:off x="5114437" y="3724722"/>
                        <a:ext cx="147622" cy="13896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153" name="Ink 91">
                        <a:extLst>
                          <a:ext uri="{FF2B5EF4-FFF2-40B4-BE49-F238E27FC236}">
                            <a16:creationId xmlns:a16="http://schemas.microsoft.com/office/drawing/2014/main" id="{A97DE5D1-E960-7726-8C06-EDEB22C6F4C7}"/>
                          </a:ext>
                        </a:extLst>
                      </p14:cNvPr>
                      <p14:cNvContentPartPr/>
                      <p14:nvPr/>
                    </p14:nvContentPartPr>
                    <p14:xfrm>
                      <a:off x="5004648" y="4157082"/>
                      <a:ext cx="164880" cy="226080"/>
                    </p14:xfrm>
                  </p:contentPart>
                </mc:Choice>
                <mc:Fallback xmlns="">
                  <p:pic>
                    <p:nvPicPr>
                      <p:cNvPr id="153" name="Ink 91">
                        <a:extLst>
                          <a:ext uri="{FF2B5EF4-FFF2-40B4-BE49-F238E27FC236}">
                            <a16:creationId xmlns:a16="http://schemas.microsoft.com/office/drawing/2014/main" id="{A97DE5D1-E960-7726-8C06-EDEB22C6F4C7}"/>
                          </a:ext>
                        </a:extLst>
                      </p:cNvPr>
                      <p:cNvPicPr/>
                      <p:nvPr/>
                    </p:nvPicPr>
                    <p:blipFill>
                      <a:blip r:embed="rId81"/>
                      <a:stretch>
                        <a:fillRect/>
                      </a:stretch>
                    </p:blipFill>
                    <p:spPr>
                      <a:xfrm>
                        <a:off x="5000328" y="4152762"/>
                        <a:ext cx="173520" cy="23472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154" name="Ink 92">
                        <a:extLst>
                          <a:ext uri="{FF2B5EF4-FFF2-40B4-BE49-F238E27FC236}">
                            <a16:creationId xmlns:a16="http://schemas.microsoft.com/office/drawing/2014/main" id="{56917720-30F5-17DB-686E-65B3001BF03D}"/>
                          </a:ext>
                        </a:extLst>
                      </p14:cNvPr>
                      <p14:cNvContentPartPr/>
                      <p14:nvPr/>
                    </p14:nvContentPartPr>
                    <p14:xfrm>
                      <a:off x="5101128" y="4153842"/>
                      <a:ext cx="162000" cy="257040"/>
                    </p14:xfrm>
                  </p:contentPart>
                </mc:Choice>
                <mc:Fallback xmlns="">
                  <p:pic>
                    <p:nvPicPr>
                      <p:cNvPr id="154" name="Ink 92">
                        <a:extLst>
                          <a:ext uri="{FF2B5EF4-FFF2-40B4-BE49-F238E27FC236}">
                            <a16:creationId xmlns:a16="http://schemas.microsoft.com/office/drawing/2014/main" id="{56917720-30F5-17DB-686E-65B3001BF03D}"/>
                          </a:ext>
                        </a:extLst>
                      </p:cNvPr>
                      <p:cNvPicPr/>
                      <p:nvPr/>
                    </p:nvPicPr>
                    <p:blipFill>
                      <a:blip r:embed="rId83"/>
                      <a:stretch>
                        <a:fillRect/>
                      </a:stretch>
                    </p:blipFill>
                    <p:spPr>
                      <a:xfrm>
                        <a:off x="5096808" y="4149522"/>
                        <a:ext cx="170640" cy="26568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155" name="Ink 93">
                        <a:extLst>
                          <a:ext uri="{FF2B5EF4-FFF2-40B4-BE49-F238E27FC236}">
                            <a16:creationId xmlns:a16="http://schemas.microsoft.com/office/drawing/2014/main" id="{7FCA1D0D-389C-2945-FF07-D17DC493F795}"/>
                          </a:ext>
                        </a:extLst>
                      </p14:cNvPr>
                      <p14:cNvContentPartPr/>
                      <p14:nvPr/>
                    </p14:nvContentPartPr>
                    <p14:xfrm>
                      <a:off x="5253768" y="4041522"/>
                      <a:ext cx="29160" cy="88200"/>
                    </p14:xfrm>
                  </p:contentPart>
                </mc:Choice>
                <mc:Fallback xmlns="">
                  <p:pic>
                    <p:nvPicPr>
                      <p:cNvPr id="155" name="Ink 93">
                        <a:extLst>
                          <a:ext uri="{FF2B5EF4-FFF2-40B4-BE49-F238E27FC236}">
                            <a16:creationId xmlns:a16="http://schemas.microsoft.com/office/drawing/2014/main" id="{7FCA1D0D-389C-2945-FF07-D17DC493F795}"/>
                          </a:ext>
                        </a:extLst>
                      </p:cNvPr>
                      <p:cNvPicPr/>
                      <p:nvPr/>
                    </p:nvPicPr>
                    <p:blipFill>
                      <a:blip r:embed="rId85"/>
                      <a:stretch>
                        <a:fillRect/>
                      </a:stretch>
                    </p:blipFill>
                    <p:spPr>
                      <a:xfrm>
                        <a:off x="5249448" y="4037184"/>
                        <a:ext cx="37800" cy="96875"/>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156" name="Ink 94">
                        <a:extLst>
                          <a:ext uri="{FF2B5EF4-FFF2-40B4-BE49-F238E27FC236}">
                            <a16:creationId xmlns:a16="http://schemas.microsoft.com/office/drawing/2014/main" id="{DCD6C08E-AFBB-DD52-1CCE-A88F6572F66C}"/>
                          </a:ext>
                        </a:extLst>
                      </p14:cNvPr>
                      <p14:cNvContentPartPr/>
                      <p14:nvPr/>
                    </p14:nvContentPartPr>
                    <p14:xfrm>
                      <a:off x="5054328" y="4001562"/>
                      <a:ext cx="231840" cy="134640"/>
                    </p14:xfrm>
                  </p:contentPart>
                </mc:Choice>
                <mc:Fallback xmlns="">
                  <p:pic>
                    <p:nvPicPr>
                      <p:cNvPr id="156" name="Ink 94">
                        <a:extLst>
                          <a:ext uri="{FF2B5EF4-FFF2-40B4-BE49-F238E27FC236}">
                            <a16:creationId xmlns:a16="http://schemas.microsoft.com/office/drawing/2014/main" id="{DCD6C08E-AFBB-DD52-1CCE-A88F6572F66C}"/>
                          </a:ext>
                        </a:extLst>
                      </p:cNvPr>
                      <p:cNvPicPr/>
                      <p:nvPr/>
                    </p:nvPicPr>
                    <p:blipFill>
                      <a:blip r:embed="rId87"/>
                      <a:stretch>
                        <a:fillRect/>
                      </a:stretch>
                    </p:blipFill>
                    <p:spPr>
                      <a:xfrm>
                        <a:off x="5050001" y="3997242"/>
                        <a:ext cx="240493" cy="14328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157" name="Ink 95">
                        <a:extLst>
                          <a:ext uri="{FF2B5EF4-FFF2-40B4-BE49-F238E27FC236}">
                            <a16:creationId xmlns:a16="http://schemas.microsoft.com/office/drawing/2014/main" id="{AC2D7E53-4D97-E95A-936F-E208FF7CAA11}"/>
                          </a:ext>
                        </a:extLst>
                      </p14:cNvPr>
                      <p14:cNvContentPartPr/>
                      <p14:nvPr/>
                    </p14:nvContentPartPr>
                    <p14:xfrm>
                      <a:off x="4895568" y="4295682"/>
                      <a:ext cx="144000" cy="271440"/>
                    </p14:xfrm>
                  </p:contentPart>
                </mc:Choice>
                <mc:Fallback xmlns="">
                  <p:pic>
                    <p:nvPicPr>
                      <p:cNvPr id="157" name="Ink 95">
                        <a:extLst>
                          <a:ext uri="{FF2B5EF4-FFF2-40B4-BE49-F238E27FC236}">
                            <a16:creationId xmlns:a16="http://schemas.microsoft.com/office/drawing/2014/main" id="{AC2D7E53-4D97-E95A-936F-E208FF7CAA11}"/>
                          </a:ext>
                        </a:extLst>
                      </p:cNvPr>
                      <p:cNvPicPr/>
                      <p:nvPr/>
                    </p:nvPicPr>
                    <p:blipFill>
                      <a:blip r:embed="rId89"/>
                      <a:stretch>
                        <a:fillRect/>
                      </a:stretch>
                    </p:blipFill>
                    <p:spPr>
                      <a:xfrm>
                        <a:off x="4891259" y="4291362"/>
                        <a:ext cx="152618" cy="28008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158" name="Ink 96">
                        <a:extLst>
                          <a:ext uri="{FF2B5EF4-FFF2-40B4-BE49-F238E27FC236}">
                            <a16:creationId xmlns:a16="http://schemas.microsoft.com/office/drawing/2014/main" id="{8806D29F-7182-BE7A-2FC8-B485304803EA}"/>
                          </a:ext>
                        </a:extLst>
                      </p14:cNvPr>
                      <p14:cNvContentPartPr/>
                      <p14:nvPr/>
                    </p14:nvContentPartPr>
                    <p14:xfrm>
                      <a:off x="4894128" y="4531842"/>
                      <a:ext cx="54360" cy="132480"/>
                    </p14:xfrm>
                  </p:contentPart>
                </mc:Choice>
                <mc:Fallback xmlns="">
                  <p:pic>
                    <p:nvPicPr>
                      <p:cNvPr id="158" name="Ink 96">
                        <a:extLst>
                          <a:ext uri="{FF2B5EF4-FFF2-40B4-BE49-F238E27FC236}">
                            <a16:creationId xmlns:a16="http://schemas.microsoft.com/office/drawing/2014/main" id="{8806D29F-7182-BE7A-2FC8-B485304803EA}"/>
                          </a:ext>
                        </a:extLst>
                      </p:cNvPr>
                      <p:cNvPicPr/>
                      <p:nvPr/>
                    </p:nvPicPr>
                    <p:blipFill>
                      <a:blip r:embed="rId91"/>
                      <a:stretch>
                        <a:fillRect/>
                      </a:stretch>
                    </p:blipFill>
                    <p:spPr>
                      <a:xfrm>
                        <a:off x="4889808" y="4527534"/>
                        <a:ext cx="63000" cy="141097"/>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159" name="Ink 97">
                        <a:extLst>
                          <a:ext uri="{FF2B5EF4-FFF2-40B4-BE49-F238E27FC236}">
                            <a16:creationId xmlns:a16="http://schemas.microsoft.com/office/drawing/2014/main" id="{C7F402C6-973E-97CF-6EFB-6F4D2F20F0EF}"/>
                          </a:ext>
                        </a:extLst>
                      </p14:cNvPr>
                      <p14:cNvContentPartPr/>
                      <p14:nvPr/>
                    </p14:nvContentPartPr>
                    <p14:xfrm>
                      <a:off x="4890528" y="4581162"/>
                      <a:ext cx="173520" cy="258840"/>
                    </p14:xfrm>
                  </p:contentPart>
                </mc:Choice>
                <mc:Fallback xmlns="">
                  <p:pic>
                    <p:nvPicPr>
                      <p:cNvPr id="159" name="Ink 97">
                        <a:extLst>
                          <a:ext uri="{FF2B5EF4-FFF2-40B4-BE49-F238E27FC236}">
                            <a16:creationId xmlns:a16="http://schemas.microsoft.com/office/drawing/2014/main" id="{C7F402C6-973E-97CF-6EFB-6F4D2F20F0EF}"/>
                          </a:ext>
                        </a:extLst>
                      </p:cNvPr>
                      <p:cNvPicPr/>
                      <p:nvPr/>
                    </p:nvPicPr>
                    <p:blipFill>
                      <a:blip r:embed="rId93"/>
                      <a:stretch>
                        <a:fillRect/>
                      </a:stretch>
                    </p:blipFill>
                    <p:spPr>
                      <a:xfrm>
                        <a:off x="4886208" y="4576842"/>
                        <a:ext cx="182160" cy="26748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160" name="Ink 98">
                        <a:extLst>
                          <a:ext uri="{FF2B5EF4-FFF2-40B4-BE49-F238E27FC236}">
                            <a16:creationId xmlns:a16="http://schemas.microsoft.com/office/drawing/2014/main" id="{FEACE55D-5BFE-4C44-7997-E8602683817C}"/>
                          </a:ext>
                        </a:extLst>
                      </p14:cNvPr>
                      <p14:cNvContentPartPr/>
                      <p14:nvPr/>
                    </p14:nvContentPartPr>
                    <p14:xfrm>
                      <a:off x="4904208" y="4873482"/>
                      <a:ext cx="75240" cy="48600"/>
                    </p14:xfrm>
                  </p:contentPart>
                </mc:Choice>
                <mc:Fallback xmlns="">
                  <p:pic>
                    <p:nvPicPr>
                      <p:cNvPr id="160" name="Ink 98">
                        <a:extLst>
                          <a:ext uri="{FF2B5EF4-FFF2-40B4-BE49-F238E27FC236}">
                            <a16:creationId xmlns:a16="http://schemas.microsoft.com/office/drawing/2014/main" id="{FEACE55D-5BFE-4C44-7997-E8602683817C}"/>
                          </a:ext>
                        </a:extLst>
                      </p:cNvPr>
                      <p:cNvPicPr/>
                      <p:nvPr/>
                    </p:nvPicPr>
                    <p:blipFill>
                      <a:blip r:embed="rId95"/>
                      <a:stretch>
                        <a:fillRect/>
                      </a:stretch>
                    </p:blipFill>
                    <p:spPr>
                      <a:xfrm>
                        <a:off x="4899888" y="4869162"/>
                        <a:ext cx="83880" cy="5724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161" name="Ink 99">
                        <a:extLst>
                          <a:ext uri="{FF2B5EF4-FFF2-40B4-BE49-F238E27FC236}">
                            <a16:creationId xmlns:a16="http://schemas.microsoft.com/office/drawing/2014/main" id="{7C0FE006-3EDB-0139-CD59-67ED432E73AD}"/>
                          </a:ext>
                        </a:extLst>
                      </p14:cNvPr>
                      <p14:cNvContentPartPr/>
                      <p14:nvPr/>
                    </p14:nvContentPartPr>
                    <p14:xfrm>
                      <a:off x="4974048" y="4760802"/>
                      <a:ext cx="93240" cy="136440"/>
                    </p14:xfrm>
                  </p:contentPart>
                </mc:Choice>
                <mc:Fallback xmlns="">
                  <p:pic>
                    <p:nvPicPr>
                      <p:cNvPr id="161" name="Ink 99">
                        <a:extLst>
                          <a:ext uri="{FF2B5EF4-FFF2-40B4-BE49-F238E27FC236}">
                            <a16:creationId xmlns:a16="http://schemas.microsoft.com/office/drawing/2014/main" id="{7C0FE006-3EDB-0139-CD59-67ED432E73AD}"/>
                          </a:ext>
                        </a:extLst>
                      </p:cNvPr>
                      <p:cNvPicPr/>
                      <p:nvPr/>
                    </p:nvPicPr>
                    <p:blipFill>
                      <a:blip r:embed="rId97"/>
                      <a:stretch>
                        <a:fillRect/>
                      </a:stretch>
                    </p:blipFill>
                    <p:spPr>
                      <a:xfrm>
                        <a:off x="4969711" y="4756482"/>
                        <a:ext cx="101913" cy="14508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162" name="Ink 100">
                        <a:extLst>
                          <a:ext uri="{FF2B5EF4-FFF2-40B4-BE49-F238E27FC236}">
                            <a16:creationId xmlns:a16="http://schemas.microsoft.com/office/drawing/2014/main" id="{2810BDB1-2C0F-9D05-807A-20230EA6DAA4}"/>
                          </a:ext>
                        </a:extLst>
                      </p14:cNvPr>
                      <p14:cNvContentPartPr/>
                      <p14:nvPr/>
                    </p14:nvContentPartPr>
                    <p14:xfrm>
                      <a:off x="5056488" y="4647042"/>
                      <a:ext cx="81000" cy="163080"/>
                    </p14:xfrm>
                  </p:contentPart>
                </mc:Choice>
                <mc:Fallback xmlns="">
                  <p:pic>
                    <p:nvPicPr>
                      <p:cNvPr id="162" name="Ink 100">
                        <a:extLst>
                          <a:ext uri="{FF2B5EF4-FFF2-40B4-BE49-F238E27FC236}">
                            <a16:creationId xmlns:a16="http://schemas.microsoft.com/office/drawing/2014/main" id="{2810BDB1-2C0F-9D05-807A-20230EA6DAA4}"/>
                          </a:ext>
                        </a:extLst>
                      </p:cNvPr>
                      <p:cNvPicPr/>
                      <p:nvPr/>
                    </p:nvPicPr>
                    <p:blipFill>
                      <a:blip r:embed="rId99"/>
                      <a:stretch>
                        <a:fillRect/>
                      </a:stretch>
                    </p:blipFill>
                    <p:spPr>
                      <a:xfrm>
                        <a:off x="5052149" y="4642722"/>
                        <a:ext cx="89679" cy="17172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163" name="Ink 101">
                        <a:extLst>
                          <a:ext uri="{FF2B5EF4-FFF2-40B4-BE49-F238E27FC236}">
                            <a16:creationId xmlns:a16="http://schemas.microsoft.com/office/drawing/2014/main" id="{175CDB84-AFAA-B2A4-5F70-1EAD3C5D550F}"/>
                          </a:ext>
                        </a:extLst>
                      </p14:cNvPr>
                      <p14:cNvContentPartPr/>
                      <p14:nvPr/>
                    </p14:nvContentPartPr>
                    <p14:xfrm>
                      <a:off x="5109768" y="4431042"/>
                      <a:ext cx="164520" cy="283320"/>
                    </p14:xfrm>
                  </p:contentPart>
                </mc:Choice>
                <mc:Fallback xmlns="">
                  <p:pic>
                    <p:nvPicPr>
                      <p:cNvPr id="163" name="Ink 101">
                        <a:extLst>
                          <a:ext uri="{FF2B5EF4-FFF2-40B4-BE49-F238E27FC236}">
                            <a16:creationId xmlns:a16="http://schemas.microsoft.com/office/drawing/2014/main" id="{175CDB84-AFAA-B2A4-5F70-1EAD3C5D550F}"/>
                          </a:ext>
                        </a:extLst>
                      </p:cNvPr>
                      <p:cNvPicPr/>
                      <p:nvPr/>
                    </p:nvPicPr>
                    <p:blipFill>
                      <a:blip r:embed="rId101"/>
                      <a:stretch>
                        <a:fillRect/>
                      </a:stretch>
                    </p:blipFill>
                    <p:spPr>
                      <a:xfrm>
                        <a:off x="5105448" y="4426727"/>
                        <a:ext cx="173160" cy="291949"/>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164" name="Ink 102">
                        <a:extLst>
                          <a:ext uri="{FF2B5EF4-FFF2-40B4-BE49-F238E27FC236}">
                            <a16:creationId xmlns:a16="http://schemas.microsoft.com/office/drawing/2014/main" id="{49E47C71-1988-16DC-F8BE-18DD1D873E2A}"/>
                          </a:ext>
                        </a:extLst>
                      </p14:cNvPr>
                      <p14:cNvContentPartPr/>
                      <p14:nvPr/>
                    </p14:nvContentPartPr>
                    <p14:xfrm>
                      <a:off x="5129208" y="4225122"/>
                      <a:ext cx="158040" cy="226080"/>
                    </p14:xfrm>
                  </p:contentPart>
                </mc:Choice>
                <mc:Fallback xmlns="">
                  <p:pic>
                    <p:nvPicPr>
                      <p:cNvPr id="164" name="Ink 102">
                        <a:extLst>
                          <a:ext uri="{FF2B5EF4-FFF2-40B4-BE49-F238E27FC236}">
                            <a16:creationId xmlns:a16="http://schemas.microsoft.com/office/drawing/2014/main" id="{49E47C71-1988-16DC-F8BE-18DD1D873E2A}"/>
                          </a:ext>
                        </a:extLst>
                      </p:cNvPr>
                      <p:cNvPicPr/>
                      <p:nvPr/>
                    </p:nvPicPr>
                    <p:blipFill>
                      <a:blip r:embed="rId103"/>
                      <a:stretch>
                        <a:fillRect/>
                      </a:stretch>
                    </p:blipFill>
                    <p:spPr>
                      <a:xfrm>
                        <a:off x="5124888" y="4220802"/>
                        <a:ext cx="166680" cy="23472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165" name="Ink 103">
                        <a:extLst>
                          <a:ext uri="{FF2B5EF4-FFF2-40B4-BE49-F238E27FC236}">
                            <a16:creationId xmlns:a16="http://schemas.microsoft.com/office/drawing/2014/main" id="{732E48ED-90AB-9E71-4E82-71A21557ADCA}"/>
                          </a:ext>
                        </a:extLst>
                      </p14:cNvPr>
                      <p14:cNvContentPartPr/>
                      <p14:nvPr/>
                    </p14:nvContentPartPr>
                    <p14:xfrm>
                      <a:off x="5267448" y="4237722"/>
                      <a:ext cx="22680" cy="145800"/>
                    </p14:xfrm>
                  </p:contentPart>
                </mc:Choice>
                <mc:Fallback xmlns="">
                  <p:pic>
                    <p:nvPicPr>
                      <p:cNvPr id="165" name="Ink 103">
                        <a:extLst>
                          <a:ext uri="{FF2B5EF4-FFF2-40B4-BE49-F238E27FC236}">
                            <a16:creationId xmlns:a16="http://schemas.microsoft.com/office/drawing/2014/main" id="{732E48ED-90AB-9E71-4E82-71A21557ADCA}"/>
                          </a:ext>
                        </a:extLst>
                      </p:cNvPr>
                      <p:cNvPicPr/>
                      <p:nvPr/>
                    </p:nvPicPr>
                    <p:blipFill>
                      <a:blip r:embed="rId105"/>
                      <a:stretch>
                        <a:fillRect/>
                      </a:stretch>
                    </p:blipFill>
                    <p:spPr>
                      <a:xfrm>
                        <a:off x="5263128" y="4233402"/>
                        <a:ext cx="31320" cy="15444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166" name="Ink 104">
                        <a:extLst>
                          <a:ext uri="{FF2B5EF4-FFF2-40B4-BE49-F238E27FC236}">
                            <a16:creationId xmlns:a16="http://schemas.microsoft.com/office/drawing/2014/main" id="{E507B35F-FFF8-68E4-E09B-D6AB06A6B34B}"/>
                          </a:ext>
                        </a:extLst>
                      </p14:cNvPr>
                      <p14:cNvContentPartPr/>
                      <p14:nvPr/>
                    </p14:nvContentPartPr>
                    <p14:xfrm>
                      <a:off x="5094288" y="4363002"/>
                      <a:ext cx="57960" cy="85320"/>
                    </p14:xfrm>
                  </p:contentPart>
                </mc:Choice>
                <mc:Fallback xmlns="">
                  <p:pic>
                    <p:nvPicPr>
                      <p:cNvPr id="166" name="Ink 104">
                        <a:extLst>
                          <a:ext uri="{FF2B5EF4-FFF2-40B4-BE49-F238E27FC236}">
                            <a16:creationId xmlns:a16="http://schemas.microsoft.com/office/drawing/2014/main" id="{E507B35F-FFF8-68E4-E09B-D6AB06A6B34B}"/>
                          </a:ext>
                        </a:extLst>
                      </p:cNvPr>
                      <p:cNvPicPr/>
                      <p:nvPr/>
                    </p:nvPicPr>
                    <p:blipFill>
                      <a:blip r:embed="rId107"/>
                      <a:stretch>
                        <a:fillRect/>
                      </a:stretch>
                    </p:blipFill>
                    <p:spPr>
                      <a:xfrm>
                        <a:off x="5089968" y="4358682"/>
                        <a:ext cx="66600" cy="9396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167" name="Ink 105">
                        <a:extLst>
                          <a:ext uri="{FF2B5EF4-FFF2-40B4-BE49-F238E27FC236}">
                            <a16:creationId xmlns:a16="http://schemas.microsoft.com/office/drawing/2014/main" id="{9D9011A0-9984-48A9-A8A5-A44EE4E9685A}"/>
                          </a:ext>
                        </a:extLst>
                      </p14:cNvPr>
                      <p14:cNvContentPartPr/>
                      <p14:nvPr/>
                    </p14:nvContentPartPr>
                    <p14:xfrm>
                      <a:off x="4199083" y="3852938"/>
                      <a:ext cx="221400" cy="130680"/>
                    </p14:xfrm>
                  </p:contentPart>
                </mc:Choice>
                <mc:Fallback xmlns="">
                  <p:pic>
                    <p:nvPicPr>
                      <p:cNvPr id="167" name="Ink 105">
                        <a:extLst>
                          <a:ext uri="{FF2B5EF4-FFF2-40B4-BE49-F238E27FC236}">
                            <a16:creationId xmlns:a16="http://schemas.microsoft.com/office/drawing/2014/main" id="{9D9011A0-9984-48A9-A8A5-A44EE4E9685A}"/>
                          </a:ext>
                        </a:extLst>
                      </p:cNvPr>
                      <p:cNvPicPr/>
                      <p:nvPr/>
                    </p:nvPicPr>
                    <p:blipFill>
                      <a:blip r:embed="rId109"/>
                      <a:stretch>
                        <a:fillRect/>
                      </a:stretch>
                    </p:blipFill>
                    <p:spPr>
                      <a:xfrm>
                        <a:off x="4194763" y="3848630"/>
                        <a:ext cx="230040" cy="139296"/>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168" name="Ink 106">
                        <a:extLst>
                          <a:ext uri="{FF2B5EF4-FFF2-40B4-BE49-F238E27FC236}">
                            <a16:creationId xmlns:a16="http://schemas.microsoft.com/office/drawing/2014/main" id="{3E884CFE-F0C7-89E5-CD80-BE5B54F3177B}"/>
                          </a:ext>
                        </a:extLst>
                      </p14:cNvPr>
                      <p14:cNvContentPartPr/>
                      <p14:nvPr/>
                    </p14:nvContentPartPr>
                    <p14:xfrm>
                      <a:off x="4228963" y="3909458"/>
                      <a:ext cx="65520" cy="48240"/>
                    </p14:xfrm>
                  </p:contentPart>
                </mc:Choice>
                <mc:Fallback xmlns="">
                  <p:pic>
                    <p:nvPicPr>
                      <p:cNvPr id="168" name="Ink 106">
                        <a:extLst>
                          <a:ext uri="{FF2B5EF4-FFF2-40B4-BE49-F238E27FC236}">
                            <a16:creationId xmlns:a16="http://schemas.microsoft.com/office/drawing/2014/main" id="{3E884CFE-F0C7-89E5-CD80-BE5B54F3177B}"/>
                          </a:ext>
                        </a:extLst>
                      </p:cNvPr>
                      <p:cNvPicPr/>
                      <p:nvPr/>
                    </p:nvPicPr>
                    <p:blipFill>
                      <a:blip r:embed="rId111"/>
                      <a:stretch>
                        <a:fillRect/>
                      </a:stretch>
                    </p:blipFill>
                    <p:spPr>
                      <a:xfrm>
                        <a:off x="4224667" y="3905138"/>
                        <a:ext cx="74113" cy="5688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169" name="Ink 107">
                        <a:extLst>
                          <a:ext uri="{FF2B5EF4-FFF2-40B4-BE49-F238E27FC236}">
                            <a16:creationId xmlns:a16="http://schemas.microsoft.com/office/drawing/2014/main" id="{17DFDEC4-35E0-17BF-4D3A-A3D8BC4EE925}"/>
                          </a:ext>
                        </a:extLst>
                      </p14:cNvPr>
                      <p14:cNvContentPartPr/>
                      <p14:nvPr/>
                    </p14:nvContentPartPr>
                    <p14:xfrm>
                      <a:off x="4333003" y="3912698"/>
                      <a:ext cx="57600" cy="41760"/>
                    </p14:xfrm>
                  </p:contentPart>
                </mc:Choice>
                <mc:Fallback xmlns="">
                  <p:pic>
                    <p:nvPicPr>
                      <p:cNvPr id="169" name="Ink 107">
                        <a:extLst>
                          <a:ext uri="{FF2B5EF4-FFF2-40B4-BE49-F238E27FC236}">
                            <a16:creationId xmlns:a16="http://schemas.microsoft.com/office/drawing/2014/main" id="{17DFDEC4-35E0-17BF-4D3A-A3D8BC4EE925}"/>
                          </a:ext>
                        </a:extLst>
                      </p:cNvPr>
                      <p:cNvPicPr/>
                      <p:nvPr/>
                    </p:nvPicPr>
                    <p:blipFill>
                      <a:blip r:embed="rId113"/>
                      <a:stretch>
                        <a:fillRect/>
                      </a:stretch>
                    </p:blipFill>
                    <p:spPr>
                      <a:xfrm>
                        <a:off x="4328683" y="3908340"/>
                        <a:ext cx="66240" cy="50475"/>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170" name="Ink 108">
                        <a:extLst>
                          <a:ext uri="{FF2B5EF4-FFF2-40B4-BE49-F238E27FC236}">
                            <a16:creationId xmlns:a16="http://schemas.microsoft.com/office/drawing/2014/main" id="{B167B95E-4C46-437A-61F2-4B13B27BA696}"/>
                          </a:ext>
                        </a:extLst>
                      </p14:cNvPr>
                      <p14:cNvContentPartPr/>
                      <p14:nvPr/>
                    </p14:nvContentPartPr>
                    <p14:xfrm>
                      <a:off x="4407883" y="3853298"/>
                      <a:ext cx="114480" cy="117720"/>
                    </p14:xfrm>
                  </p:contentPart>
                </mc:Choice>
                <mc:Fallback xmlns="">
                  <p:pic>
                    <p:nvPicPr>
                      <p:cNvPr id="170" name="Ink 108">
                        <a:extLst>
                          <a:ext uri="{FF2B5EF4-FFF2-40B4-BE49-F238E27FC236}">
                            <a16:creationId xmlns:a16="http://schemas.microsoft.com/office/drawing/2014/main" id="{B167B95E-4C46-437A-61F2-4B13B27BA696}"/>
                          </a:ext>
                        </a:extLst>
                      </p:cNvPr>
                      <p:cNvPicPr/>
                      <p:nvPr/>
                    </p:nvPicPr>
                    <p:blipFill>
                      <a:blip r:embed="rId115"/>
                      <a:stretch>
                        <a:fillRect/>
                      </a:stretch>
                    </p:blipFill>
                    <p:spPr>
                      <a:xfrm>
                        <a:off x="4403563" y="3848978"/>
                        <a:ext cx="123120" cy="12636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171" name="Ink 109">
                        <a:extLst>
                          <a:ext uri="{FF2B5EF4-FFF2-40B4-BE49-F238E27FC236}">
                            <a16:creationId xmlns:a16="http://schemas.microsoft.com/office/drawing/2014/main" id="{97A6F224-173C-2A20-B8BC-7B8F7950A42B}"/>
                          </a:ext>
                        </a:extLst>
                      </p14:cNvPr>
                      <p14:cNvContentPartPr/>
                      <p14:nvPr/>
                    </p14:nvContentPartPr>
                    <p14:xfrm>
                      <a:off x="4451443" y="3906578"/>
                      <a:ext cx="44640" cy="39240"/>
                    </p14:xfrm>
                  </p:contentPart>
                </mc:Choice>
                <mc:Fallback xmlns="">
                  <p:pic>
                    <p:nvPicPr>
                      <p:cNvPr id="171" name="Ink 109">
                        <a:extLst>
                          <a:ext uri="{FF2B5EF4-FFF2-40B4-BE49-F238E27FC236}">
                            <a16:creationId xmlns:a16="http://schemas.microsoft.com/office/drawing/2014/main" id="{97A6F224-173C-2A20-B8BC-7B8F7950A42B}"/>
                          </a:ext>
                        </a:extLst>
                      </p:cNvPr>
                      <p:cNvPicPr/>
                      <p:nvPr/>
                    </p:nvPicPr>
                    <p:blipFill>
                      <a:blip r:embed="rId117"/>
                      <a:stretch>
                        <a:fillRect/>
                      </a:stretch>
                    </p:blipFill>
                    <p:spPr>
                      <a:xfrm>
                        <a:off x="4447158" y="3902258"/>
                        <a:ext cx="53211" cy="4788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172" name="Ink 110">
                        <a:extLst>
                          <a:ext uri="{FF2B5EF4-FFF2-40B4-BE49-F238E27FC236}">
                            <a16:creationId xmlns:a16="http://schemas.microsoft.com/office/drawing/2014/main" id="{EF957B49-7D27-DCA9-CBC6-2C3901F51476}"/>
                          </a:ext>
                        </a:extLst>
                      </p14:cNvPr>
                      <p14:cNvContentPartPr/>
                      <p14:nvPr/>
                    </p14:nvContentPartPr>
                    <p14:xfrm>
                      <a:off x="4515883" y="3856538"/>
                      <a:ext cx="121320" cy="111960"/>
                    </p14:xfrm>
                  </p:contentPart>
                </mc:Choice>
                <mc:Fallback xmlns="">
                  <p:pic>
                    <p:nvPicPr>
                      <p:cNvPr id="172" name="Ink 110">
                        <a:extLst>
                          <a:ext uri="{FF2B5EF4-FFF2-40B4-BE49-F238E27FC236}">
                            <a16:creationId xmlns:a16="http://schemas.microsoft.com/office/drawing/2014/main" id="{EF957B49-7D27-DCA9-CBC6-2C3901F51476}"/>
                          </a:ext>
                        </a:extLst>
                      </p:cNvPr>
                      <p:cNvPicPr/>
                      <p:nvPr/>
                    </p:nvPicPr>
                    <p:blipFill>
                      <a:blip r:embed="rId119"/>
                      <a:stretch>
                        <a:fillRect/>
                      </a:stretch>
                    </p:blipFill>
                    <p:spPr>
                      <a:xfrm>
                        <a:off x="4511563" y="3852218"/>
                        <a:ext cx="129960" cy="12060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173" name="Ink 111">
                        <a:extLst>
                          <a:ext uri="{FF2B5EF4-FFF2-40B4-BE49-F238E27FC236}">
                            <a16:creationId xmlns:a16="http://schemas.microsoft.com/office/drawing/2014/main" id="{864196D0-188B-F2E5-6EEC-3413A7B5B52D}"/>
                          </a:ext>
                        </a:extLst>
                      </p14:cNvPr>
                      <p14:cNvContentPartPr/>
                      <p14:nvPr/>
                    </p14:nvContentPartPr>
                    <p14:xfrm>
                      <a:off x="4545403" y="3912338"/>
                      <a:ext cx="48960" cy="39960"/>
                    </p14:xfrm>
                  </p:contentPart>
                </mc:Choice>
                <mc:Fallback xmlns="">
                  <p:pic>
                    <p:nvPicPr>
                      <p:cNvPr id="173" name="Ink 111">
                        <a:extLst>
                          <a:ext uri="{FF2B5EF4-FFF2-40B4-BE49-F238E27FC236}">
                            <a16:creationId xmlns:a16="http://schemas.microsoft.com/office/drawing/2014/main" id="{864196D0-188B-F2E5-6EEC-3413A7B5B52D}"/>
                          </a:ext>
                        </a:extLst>
                      </p:cNvPr>
                      <p:cNvPicPr/>
                      <p:nvPr/>
                    </p:nvPicPr>
                    <p:blipFill>
                      <a:blip r:embed="rId121"/>
                      <a:stretch>
                        <a:fillRect/>
                      </a:stretch>
                    </p:blipFill>
                    <p:spPr>
                      <a:xfrm>
                        <a:off x="4541115" y="3908018"/>
                        <a:ext cx="57537" cy="4860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174" name="Ink 112">
                        <a:extLst>
                          <a:ext uri="{FF2B5EF4-FFF2-40B4-BE49-F238E27FC236}">
                            <a16:creationId xmlns:a16="http://schemas.microsoft.com/office/drawing/2014/main" id="{AA32AC90-5C8A-EB0E-51CA-7F4389DCB076}"/>
                          </a:ext>
                        </a:extLst>
                      </p14:cNvPr>
                      <p14:cNvContentPartPr/>
                      <p14:nvPr/>
                    </p14:nvContentPartPr>
                    <p14:xfrm>
                      <a:off x="4620643" y="3842498"/>
                      <a:ext cx="105480" cy="127800"/>
                    </p14:xfrm>
                  </p:contentPart>
                </mc:Choice>
                <mc:Fallback xmlns="">
                  <p:pic>
                    <p:nvPicPr>
                      <p:cNvPr id="174" name="Ink 112">
                        <a:extLst>
                          <a:ext uri="{FF2B5EF4-FFF2-40B4-BE49-F238E27FC236}">
                            <a16:creationId xmlns:a16="http://schemas.microsoft.com/office/drawing/2014/main" id="{AA32AC90-5C8A-EB0E-51CA-7F4389DCB076}"/>
                          </a:ext>
                        </a:extLst>
                      </p:cNvPr>
                      <p:cNvPicPr/>
                      <p:nvPr/>
                    </p:nvPicPr>
                    <p:blipFill>
                      <a:blip r:embed="rId123"/>
                      <a:stretch>
                        <a:fillRect/>
                      </a:stretch>
                    </p:blipFill>
                    <p:spPr>
                      <a:xfrm>
                        <a:off x="4616323" y="3838178"/>
                        <a:ext cx="114120" cy="13644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175" name="Ink 113">
                        <a:extLst>
                          <a:ext uri="{FF2B5EF4-FFF2-40B4-BE49-F238E27FC236}">
                            <a16:creationId xmlns:a16="http://schemas.microsoft.com/office/drawing/2014/main" id="{D2DEEAC5-38E2-CA49-EE33-9BA6CF31E449}"/>
                          </a:ext>
                        </a:extLst>
                      </p14:cNvPr>
                      <p14:cNvContentPartPr/>
                      <p14:nvPr/>
                    </p14:nvContentPartPr>
                    <p14:xfrm>
                      <a:off x="4653043" y="3906218"/>
                      <a:ext cx="51120" cy="39600"/>
                    </p14:xfrm>
                  </p:contentPart>
                </mc:Choice>
                <mc:Fallback xmlns="">
                  <p:pic>
                    <p:nvPicPr>
                      <p:cNvPr id="175" name="Ink 113">
                        <a:extLst>
                          <a:ext uri="{FF2B5EF4-FFF2-40B4-BE49-F238E27FC236}">
                            <a16:creationId xmlns:a16="http://schemas.microsoft.com/office/drawing/2014/main" id="{D2DEEAC5-38E2-CA49-EE33-9BA6CF31E449}"/>
                          </a:ext>
                        </a:extLst>
                      </p:cNvPr>
                      <p:cNvPicPr/>
                      <p:nvPr/>
                    </p:nvPicPr>
                    <p:blipFill>
                      <a:blip r:embed="rId125"/>
                      <a:stretch>
                        <a:fillRect/>
                      </a:stretch>
                    </p:blipFill>
                    <p:spPr>
                      <a:xfrm>
                        <a:off x="4648723" y="3901898"/>
                        <a:ext cx="59760" cy="4824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176" name="Ink 114">
                        <a:extLst>
                          <a:ext uri="{FF2B5EF4-FFF2-40B4-BE49-F238E27FC236}">
                            <a16:creationId xmlns:a16="http://schemas.microsoft.com/office/drawing/2014/main" id="{D5BD0440-192F-C796-BBB3-3D9B57CB62C5}"/>
                          </a:ext>
                        </a:extLst>
                      </p14:cNvPr>
                      <p14:cNvContentPartPr/>
                      <p14:nvPr/>
                    </p14:nvContentPartPr>
                    <p14:xfrm>
                      <a:off x="4711363" y="3852218"/>
                      <a:ext cx="123480" cy="114480"/>
                    </p14:xfrm>
                  </p:contentPart>
                </mc:Choice>
                <mc:Fallback xmlns="">
                  <p:pic>
                    <p:nvPicPr>
                      <p:cNvPr id="176" name="Ink 114">
                        <a:extLst>
                          <a:ext uri="{FF2B5EF4-FFF2-40B4-BE49-F238E27FC236}">
                            <a16:creationId xmlns:a16="http://schemas.microsoft.com/office/drawing/2014/main" id="{D5BD0440-192F-C796-BBB3-3D9B57CB62C5}"/>
                          </a:ext>
                        </a:extLst>
                      </p:cNvPr>
                      <p:cNvPicPr/>
                      <p:nvPr/>
                    </p:nvPicPr>
                    <p:blipFill>
                      <a:blip r:embed="rId127"/>
                      <a:stretch>
                        <a:fillRect/>
                      </a:stretch>
                    </p:blipFill>
                    <p:spPr>
                      <a:xfrm>
                        <a:off x="4707043" y="3847912"/>
                        <a:ext cx="132120" cy="123093"/>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177" name="Ink 115">
                        <a:extLst>
                          <a:ext uri="{FF2B5EF4-FFF2-40B4-BE49-F238E27FC236}">
                            <a16:creationId xmlns:a16="http://schemas.microsoft.com/office/drawing/2014/main" id="{D14A9B73-F665-E050-C834-6CAF6F7C0BA8}"/>
                          </a:ext>
                        </a:extLst>
                      </p14:cNvPr>
                      <p14:cNvContentPartPr/>
                      <p14:nvPr/>
                    </p14:nvContentPartPr>
                    <p14:xfrm>
                      <a:off x="4758163" y="3903338"/>
                      <a:ext cx="56160" cy="43560"/>
                    </p14:xfrm>
                  </p:contentPart>
                </mc:Choice>
                <mc:Fallback xmlns="">
                  <p:pic>
                    <p:nvPicPr>
                      <p:cNvPr id="177" name="Ink 115">
                        <a:extLst>
                          <a:ext uri="{FF2B5EF4-FFF2-40B4-BE49-F238E27FC236}">
                            <a16:creationId xmlns:a16="http://schemas.microsoft.com/office/drawing/2014/main" id="{D14A9B73-F665-E050-C834-6CAF6F7C0BA8}"/>
                          </a:ext>
                        </a:extLst>
                      </p:cNvPr>
                      <p:cNvPicPr/>
                      <p:nvPr/>
                    </p:nvPicPr>
                    <p:blipFill>
                      <a:blip r:embed="rId129"/>
                      <a:stretch>
                        <a:fillRect/>
                      </a:stretch>
                    </p:blipFill>
                    <p:spPr>
                      <a:xfrm>
                        <a:off x="4753843" y="3899018"/>
                        <a:ext cx="64800" cy="5220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178" name="Ink 116">
                        <a:extLst>
                          <a:ext uri="{FF2B5EF4-FFF2-40B4-BE49-F238E27FC236}">
                            <a16:creationId xmlns:a16="http://schemas.microsoft.com/office/drawing/2014/main" id="{901A7E81-303D-32BB-485B-4647B7AA959A}"/>
                          </a:ext>
                        </a:extLst>
                      </p14:cNvPr>
                      <p14:cNvContentPartPr/>
                      <p14:nvPr/>
                    </p14:nvContentPartPr>
                    <p14:xfrm>
                      <a:off x="4825918" y="3863738"/>
                      <a:ext cx="69120" cy="114480"/>
                    </p14:xfrm>
                  </p:contentPart>
                </mc:Choice>
                <mc:Fallback xmlns="">
                  <p:pic>
                    <p:nvPicPr>
                      <p:cNvPr id="178" name="Ink 116">
                        <a:extLst>
                          <a:ext uri="{FF2B5EF4-FFF2-40B4-BE49-F238E27FC236}">
                            <a16:creationId xmlns:a16="http://schemas.microsoft.com/office/drawing/2014/main" id="{901A7E81-303D-32BB-485B-4647B7AA959A}"/>
                          </a:ext>
                        </a:extLst>
                      </p:cNvPr>
                      <p:cNvPicPr/>
                      <p:nvPr/>
                    </p:nvPicPr>
                    <p:blipFill>
                      <a:blip r:embed="rId131"/>
                      <a:stretch>
                        <a:fillRect/>
                      </a:stretch>
                    </p:blipFill>
                    <p:spPr>
                      <a:xfrm>
                        <a:off x="4821620" y="3859418"/>
                        <a:ext cx="77715" cy="12312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179" name="Ink 117">
                        <a:extLst>
                          <a:ext uri="{FF2B5EF4-FFF2-40B4-BE49-F238E27FC236}">
                            <a16:creationId xmlns:a16="http://schemas.microsoft.com/office/drawing/2014/main" id="{EA14FD89-938C-D078-3BA9-0FC775BAA29F}"/>
                          </a:ext>
                        </a:extLst>
                      </p14:cNvPr>
                      <p14:cNvContentPartPr/>
                      <p14:nvPr/>
                    </p14:nvContentPartPr>
                    <p14:xfrm>
                      <a:off x="4845718" y="3924218"/>
                      <a:ext cx="26640" cy="34560"/>
                    </p14:xfrm>
                  </p:contentPart>
                </mc:Choice>
                <mc:Fallback xmlns="">
                  <p:pic>
                    <p:nvPicPr>
                      <p:cNvPr id="179" name="Ink 117">
                        <a:extLst>
                          <a:ext uri="{FF2B5EF4-FFF2-40B4-BE49-F238E27FC236}">
                            <a16:creationId xmlns:a16="http://schemas.microsoft.com/office/drawing/2014/main" id="{EA14FD89-938C-D078-3BA9-0FC775BAA29F}"/>
                          </a:ext>
                        </a:extLst>
                      </p:cNvPr>
                      <p:cNvPicPr/>
                      <p:nvPr/>
                    </p:nvPicPr>
                    <p:blipFill>
                      <a:blip r:embed="rId133"/>
                      <a:stretch>
                        <a:fillRect/>
                      </a:stretch>
                    </p:blipFill>
                    <p:spPr>
                      <a:xfrm>
                        <a:off x="4841456" y="3919898"/>
                        <a:ext cx="35165" cy="4320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180" name="Ink 118">
                        <a:extLst>
                          <a:ext uri="{FF2B5EF4-FFF2-40B4-BE49-F238E27FC236}">
                            <a16:creationId xmlns:a16="http://schemas.microsoft.com/office/drawing/2014/main" id="{2A79B350-11A1-EAA4-77E7-09D2465358E6}"/>
                          </a:ext>
                        </a:extLst>
                      </p14:cNvPr>
                      <p14:cNvContentPartPr/>
                      <p14:nvPr/>
                    </p14:nvContentPartPr>
                    <p14:xfrm>
                      <a:off x="4892878" y="3845018"/>
                      <a:ext cx="38880" cy="111240"/>
                    </p14:xfrm>
                  </p:contentPart>
                </mc:Choice>
                <mc:Fallback xmlns="">
                  <p:pic>
                    <p:nvPicPr>
                      <p:cNvPr id="180" name="Ink 118">
                        <a:extLst>
                          <a:ext uri="{FF2B5EF4-FFF2-40B4-BE49-F238E27FC236}">
                            <a16:creationId xmlns:a16="http://schemas.microsoft.com/office/drawing/2014/main" id="{2A79B350-11A1-EAA4-77E7-09D2465358E6}"/>
                          </a:ext>
                        </a:extLst>
                      </p:cNvPr>
                      <p:cNvPicPr/>
                      <p:nvPr/>
                    </p:nvPicPr>
                    <p:blipFill>
                      <a:blip r:embed="rId135"/>
                      <a:stretch>
                        <a:fillRect/>
                      </a:stretch>
                    </p:blipFill>
                    <p:spPr>
                      <a:xfrm>
                        <a:off x="4888558" y="3840698"/>
                        <a:ext cx="47520" cy="11988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181" name="Ink 119">
                        <a:extLst>
                          <a:ext uri="{FF2B5EF4-FFF2-40B4-BE49-F238E27FC236}">
                            <a16:creationId xmlns:a16="http://schemas.microsoft.com/office/drawing/2014/main" id="{AE910C07-81F4-772B-C661-330A2723C1F1}"/>
                          </a:ext>
                        </a:extLst>
                      </p14:cNvPr>
                      <p14:cNvContentPartPr/>
                      <p14:nvPr/>
                    </p14:nvContentPartPr>
                    <p14:xfrm>
                      <a:off x="4931038" y="3811178"/>
                      <a:ext cx="41040" cy="105120"/>
                    </p14:xfrm>
                  </p:contentPart>
                </mc:Choice>
                <mc:Fallback xmlns="">
                  <p:pic>
                    <p:nvPicPr>
                      <p:cNvPr id="181" name="Ink 119">
                        <a:extLst>
                          <a:ext uri="{FF2B5EF4-FFF2-40B4-BE49-F238E27FC236}">
                            <a16:creationId xmlns:a16="http://schemas.microsoft.com/office/drawing/2014/main" id="{AE910C07-81F4-772B-C661-330A2723C1F1}"/>
                          </a:ext>
                        </a:extLst>
                      </p:cNvPr>
                      <p:cNvPicPr/>
                      <p:nvPr/>
                    </p:nvPicPr>
                    <p:blipFill>
                      <a:blip r:embed="rId137"/>
                      <a:stretch>
                        <a:fillRect/>
                      </a:stretch>
                    </p:blipFill>
                    <p:spPr>
                      <a:xfrm>
                        <a:off x="4926680" y="3806858"/>
                        <a:ext cx="49756" cy="11376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182" name="Ink 120">
                        <a:extLst>
                          <a:ext uri="{FF2B5EF4-FFF2-40B4-BE49-F238E27FC236}">
                            <a16:creationId xmlns:a16="http://schemas.microsoft.com/office/drawing/2014/main" id="{BC26ADCF-70F8-E70B-719B-07066577E685}"/>
                          </a:ext>
                        </a:extLst>
                      </p14:cNvPr>
                      <p14:cNvContentPartPr/>
                      <p14:nvPr/>
                    </p14:nvContentPartPr>
                    <p14:xfrm>
                      <a:off x="4964518" y="3774458"/>
                      <a:ext cx="57960" cy="111960"/>
                    </p14:xfrm>
                  </p:contentPart>
                </mc:Choice>
                <mc:Fallback xmlns="">
                  <p:pic>
                    <p:nvPicPr>
                      <p:cNvPr id="182" name="Ink 120">
                        <a:extLst>
                          <a:ext uri="{FF2B5EF4-FFF2-40B4-BE49-F238E27FC236}">
                            <a16:creationId xmlns:a16="http://schemas.microsoft.com/office/drawing/2014/main" id="{BC26ADCF-70F8-E70B-719B-07066577E685}"/>
                          </a:ext>
                        </a:extLst>
                      </p:cNvPr>
                      <p:cNvPicPr/>
                      <p:nvPr/>
                    </p:nvPicPr>
                    <p:blipFill>
                      <a:blip r:embed="rId139"/>
                      <a:stretch>
                        <a:fillRect/>
                      </a:stretch>
                    </p:blipFill>
                    <p:spPr>
                      <a:xfrm>
                        <a:off x="4960198" y="3770138"/>
                        <a:ext cx="66600" cy="12060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183" name="Ink 121">
                        <a:extLst>
                          <a:ext uri="{FF2B5EF4-FFF2-40B4-BE49-F238E27FC236}">
                            <a16:creationId xmlns:a16="http://schemas.microsoft.com/office/drawing/2014/main" id="{8F888186-3E7A-3629-BE9F-04F63240D8C9}"/>
                          </a:ext>
                        </a:extLst>
                      </p14:cNvPr>
                      <p14:cNvContentPartPr/>
                      <p14:nvPr/>
                    </p14:nvContentPartPr>
                    <p14:xfrm>
                      <a:off x="5007718" y="3737738"/>
                      <a:ext cx="65520" cy="97200"/>
                    </p14:xfrm>
                  </p:contentPart>
                </mc:Choice>
                <mc:Fallback xmlns="">
                  <p:pic>
                    <p:nvPicPr>
                      <p:cNvPr id="183" name="Ink 121">
                        <a:extLst>
                          <a:ext uri="{FF2B5EF4-FFF2-40B4-BE49-F238E27FC236}">
                            <a16:creationId xmlns:a16="http://schemas.microsoft.com/office/drawing/2014/main" id="{8F888186-3E7A-3629-BE9F-04F63240D8C9}"/>
                          </a:ext>
                        </a:extLst>
                      </p:cNvPr>
                      <p:cNvPicPr/>
                      <p:nvPr/>
                    </p:nvPicPr>
                    <p:blipFill>
                      <a:blip r:embed="rId141"/>
                      <a:stretch>
                        <a:fillRect/>
                      </a:stretch>
                    </p:blipFill>
                    <p:spPr>
                      <a:xfrm>
                        <a:off x="5003422" y="3733434"/>
                        <a:ext cx="74113" cy="105808"/>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184" name="Ink 122">
                        <a:extLst>
                          <a:ext uri="{FF2B5EF4-FFF2-40B4-BE49-F238E27FC236}">
                            <a16:creationId xmlns:a16="http://schemas.microsoft.com/office/drawing/2014/main" id="{D881D679-C3C4-184B-44FD-18A4A336CC21}"/>
                          </a:ext>
                        </a:extLst>
                      </p14:cNvPr>
                      <p14:cNvContentPartPr/>
                      <p14:nvPr/>
                    </p14:nvContentPartPr>
                    <p14:xfrm>
                      <a:off x="5049478" y="3685538"/>
                      <a:ext cx="75960" cy="94680"/>
                    </p14:xfrm>
                  </p:contentPart>
                </mc:Choice>
                <mc:Fallback xmlns="">
                  <p:pic>
                    <p:nvPicPr>
                      <p:cNvPr id="184" name="Ink 122">
                        <a:extLst>
                          <a:ext uri="{FF2B5EF4-FFF2-40B4-BE49-F238E27FC236}">
                            <a16:creationId xmlns:a16="http://schemas.microsoft.com/office/drawing/2014/main" id="{D881D679-C3C4-184B-44FD-18A4A336CC21}"/>
                          </a:ext>
                        </a:extLst>
                      </p:cNvPr>
                      <p:cNvPicPr/>
                      <p:nvPr/>
                    </p:nvPicPr>
                    <p:blipFill>
                      <a:blip r:embed="rId143"/>
                      <a:stretch>
                        <a:fillRect/>
                      </a:stretch>
                    </p:blipFill>
                    <p:spPr>
                      <a:xfrm>
                        <a:off x="5045158" y="3681234"/>
                        <a:ext cx="84600" cy="103287"/>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185" name="Ink 123">
                        <a:extLst>
                          <a:ext uri="{FF2B5EF4-FFF2-40B4-BE49-F238E27FC236}">
                            <a16:creationId xmlns:a16="http://schemas.microsoft.com/office/drawing/2014/main" id="{0BED57B7-07EB-301D-17B5-DC705E55D860}"/>
                          </a:ext>
                        </a:extLst>
                      </p14:cNvPr>
                      <p14:cNvContentPartPr/>
                      <p14:nvPr/>
                    </p14:nvContentPartPr>
                    <p14:xfrm>
                      <a:off x="5110678" y="3650978"/>
                      <a:ext cx="55800" cy="82080"/>
                    </p14:xfrm>
                  </p:contentPart>
                </mc:Choice>
                <mc:Fallback xmlns="">
                  <p:pic>
                    <p:nvPicPr>
                      <p:cNvPr id="185" name="Ink 123">
                        <a:extLst>
                          <a:ext uri="{FF2B5EF4-FFF2-40B4-BE49-F238E27FC236}">
                            <a16:creationId xmlns:a16="http://schemas.microsoft.com/office/drawing/2014/main" id="{0BED57B7-07EB-301D-17B5-DC705E55D860}"/>
                          </a:ext>
                        </a:extLst>
                      </p:cNvPr>
                      <p:cNvPicPr/>
                      <p:nvPr/>
                    </p:nvPicPr>
                    <p:blipFill>
                      <a:blip r:embed="rId145"/>
                      <a:stretch>
                        <a:fillRect/>
                      </a:stretch>
                    </p:blipFill>
                    <p:spPr>
                      <a:xfrm>
                        <a:off x="5106358" y="3646658"/>
                        <a:ext cx="64440" cy="9072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186" name="Ink 124">
                        <a:extLst>
                          <a:ext uri="{FF2B5EF4-FFF2-40B4-BE49-F238E27FC236}">
                            <a16:creationId xmlns:a16="http://schemas.microsoft.com/office/drawing/2014/main" id="{30D102EC-72C6-99DF-0822-3398C096EEBF}"/>
                          </a:ext>
                        </a:extLst>
                      </p14:cNvPr>
                      <p14:cNvContentPartPr/>
                      <p14:nvPr/>
                    </p14:nvContentPartPr>
                    <p14:xfrm>
                      <a:off x="5133718" y="3606698"/>
                      <a:ext cx="72360" cy="90000"/>
                    </p14:xfrm>
                  </p:contentPart>
                </mc:Choice>
                <mc:Fallback xmlns="">
                  <p:pic>
                    <p:nvPicPr>
                      <p:cNvPr id="186" name="Ink 124">
                        <a:extLst>
                          <a:ext uri="{FF2B5EF4-FFF2-40B4-BE49-F238E27FC236}">
                            <a16:creationId xmlns:a16="http://schemas.microsoft.com/office/drawing/2014/main" id="{30D102EC-72C6-99DF-0822-3398C096EEBF}"/>
                          </a:ext>
                        </a:extLst>
                      </p:cNvPr>
                      <p:cNvPicPr/>
                      <p:nvPr/>
                    </p:nvPicPr>
                    <p:blipFill>
                      <a:blip r:embed="rId147"/>
                      <a:stretch>
                        <a:fillRect/>
                      </a:stretch>
                    </p:blipFill>
                    <p:spPr>
                      <a:xfrm>
                        <a:off x="5129398" y="3602361"/>
                        <a:ext cx="81000" cy="98675"/>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187" name="Ink 125">
                        <a:extLst>
                          <a:ext uri="{FF2B5EF4-FFF2-40B4-BE49-F238E27FC236}">
                            <a16:creationId xmlns:a16="http://schemas.microsoft.com/office/drawing/2014/main" id="{2559E5B6-2D90-9A54-E835-92C396E40063}"/>
                          </a:ext>
                        </a:extLst>
                      </p14:cNvPr>
                      <p14:cNvContentPartPr/>
                      <p14:nvPr/>
                    </p14:nvContentPartPr>
                    <p14:xfrm>
                      <a:off x="5185918" y="3553778"/>
                      <a:ext cx="57960" cy="110160"/>
                    </p14:xfrm>
                  </p:contentPart>
                </mc:Choice>
                <mc:Fallback xmlns="">
                  <p:pic>
                    <p:nvPicPr>
                      <p:cNvPr id="187" name="Ink 125">
                        <a:extLst>
                          <a:ext uri="{FF2B5EF4-FFF2-40B4-BE49-F238E27FC236}">
                            <a16:creationId xmlns:a16="http://schemas.microsoft.com/office/drawing/2014/main" id="{2559E5B6-2D90-9A54-E835-92C396E40063}"/>
                          </a:ext>
                        </a:extLst>
                      </p:cNvPr>
                      <p:cNvPicPr/>
                      <p:nvPr/>
                    </p:nvPicPr>
                    <p:blipFill>
                      <a:blip r:embed="rId149"/>
                      <a:stretch>
                        <a:fillRect/>
                      </a:stretch>
                    </p:blipFill>
                    <p:spPr>
                      <a:xfrm>
                        <a:off x="5181598" y="3549458"/>
                        <a:ext cx="66600" cy="118800"/>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188" name="Ink 126">
                        <a:extLst>
                          <a:ext uri="{FF2B5EF4-FFF2-40B4-BE49-F238E27FC236}">
                            <a16:creationId xmlns:a16="http://schemas.microsoft.com/office/drawing/2014/main" id="{9CE62203-47DC-6852-0A7F-0D19B75CB446}"/>
                          </a:ext>
                        </a:extLst>
                      </p14:cNvPr>
                      <p14:cNvContentPartPr/>
                      <p14:nvPr/>
                    </p14:nvContentPartPr>
                    <p14:xfrm>
                      <a:off x="5226238" y="3504458"/>
                      <a:ext cx="79200" cy="127080"/>
                    </p14:xfrm>
                  </p:contentPart>
                </mc:Choice>
                <mc:Fallback xmlns="">
                  <p:pic>
                    <p:nvPicPr>
                      <p:cNvPr id="188" name="Ink 126">
                        <a:extLst>
                          <a:ext uri="{FF2B5EF4-FFF2-40B4-BE49-F238E27FC236}">
                            <a16:creationId xmlns:a16="http://schemas.microsoft.com/office/drawing/2014/main" id="{9CE62203-47DC-6852-0A7F-0D19B75CB446}"/>
                          </a:ext>
                        </a:extLst>
                      </p:cNvPr>
                      <p:cNvPicPr/>
                      <p:nvPr/>
                    </p:nvPicPr>
                    <p:blipFill>
                      <a:blip r:embed="rId151"/>
                      <a:stretch>
                        <a:fillRect/>
                      </a:stretch>
                    </p:blipFill>
                    <p:spPr>
                      <a:xfrm>
                        <a:off x="5221898" y="3500150"/>
                        <a:ext cx="87879" cy="135696"/>
                      </a:xfrm>
                      <a:prstGeom prst="rect">
                        <a:avLst/>
                      </a:prstGeom>
                    </p:spPr>
                  </p:pic>
                </mc:Fallback>
              </mc:AlternateContent>
              <mc:AlternateContent xmlns:mc="http://schemas.openxmlformats.org/markup-compatibility/2006" xmlns:p14="http://schemas.microsoft.com/office/powerpoint/2010/main">
                <mc:Choice Requires="p14">
                  <p:contentPart p14:bwMode="auto" r:id="rId152">
                    <p14:nvContentPartPr>
                      <p14:cNvPr id="189" name="Ink 127">
                        <a:extLst>
                          <a:ext uri="{FF2B5EF4-FFF2-40B4-BE49-F238E27FC236}">
                            <a16:creationId xmlns:a16="http://schemas.microsoft.com/office/drawing/2014/main" id="{952577DD-6FD7-FF98-5200-424A0AD5B1FE}"/>
                          </a:ext>
                        </a:extLst>
                      </p14:cNvPr>
                      <p14:cNvContentPartPr/>
                      <p14:nvPr/>
                    </p14:nvContentPartPr>
                    <p14:xfrm>
                      <a:off x="5253598" y="3565658"/>
                      <a:ext cx="28800" cy="31320"/>
                    </p14:xfrm>
                  </p:contentPart>
                </mc:Choice>
                <mc:Fallback xmlns="">
                  <p:pic>
                    <p:nvPicPr>
                      <p:cNvPr id="189" name="Ink 127">
                        <a:extLst>
                          <a:ext uri="{FF2B5EF4-FFF2-40B4-BE49-F238E27FC236}">
                            <a16:creationId xmlns:a16="http://schemas.microsoft.com/office/drawing/2014/main" id="{952577DD-6FD7-FF98-5200-424A0AD5B1FE}"/>
                          </a:ext>
                        </a:extLst>
                      </p:cNvPr>
                      <p:cNvPicPr/>
                      <p:nvPr/>
                    </p:nvPicPr>
                    <p:blipFill>
                      <a:blip r:embed="rId153"/>
                      <a:stretch>
                        <a:fillRect/>
                      </a:stretch>
                    </p:blipFill>
                    <p:spPr>
                      <a:xfrm>
                        <a:off x="5249278" y="3561338"/>
                        <a:ext cx="37440" cy="39960"/>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190" name="Ink 128">
                        <a:extLst>
                          <a:ext uri="{FF2B5EF4-FFF2-40B4-BE49-F238E27FC236}">
                            <a16:creationId xmlns:a16="http://schemas.microsoft.com/office/drawing/2014/main" id="{ADD0A779-6BA6-47FD-F818-A84C77EE2132}"/>
                          </a:ext>
                        </a:extLst>
                      </p14:cNvPr>
                      <p14:cNvContentPartPr/>
                      <p14:nvPr/>
                    </p14:nvContentPartPr>
                    <p14:xfrm>
                      <a:off x="5205718" y="3628658"/>
                      <a:ext cx="19080" cy="22320"/>
                    </p14:xfrm>
                  </p:contentPart>
                </mc:Choice>
                <mc:Fallback xmlns="">
                  <p:pic>
                    <p:nvPicPr>
                      <p:cNvPr id="190" name="Ink 128">
                        <a:extLst>
                          <a:ext uri="{FF2B5EF4-FFF2-40B4-BE49-F238E27FC236}">
                            <a16:creationId xmlns:a16="http://schemas.microsoft.com/office/drawing/2014/main" id="{ADD0A779-6BA6-47FD-F818-A84C77EE2132}"/>
                          </a:ext>
                        </a:extLst>
                      </p:cNvPr>
                      <p:cNvPicPr/>
                      <p:nvPr/>
                    </p:nvPicPr>
                    <p:blipFill>
                      <a:blip r:embed="rId155"/>
                      <a:stretch>
                        <a:fillRect/>
                      </a:stretch>
                    </p:blipFill>
                    <p:spPr>
                      <a:xfrm>
                        <a:off x="5201398" y="3624338"/>
                        <a:ext cx="27720" cy="30960"/>
                      </a:xfrm>
                      <a:prstGeom prst="rect">
                        <a:avLst/>
                      </a:prstGeom>
                    </p:spPr>
                  </p:pic>
                </mc:Fallback>
              </mc:AlternateContent>
              <mc:AlternateContent xmlns:mc="http://schemas.openxmlformats.org/markup-compatibility/2006" xmlns:p14="http://schemas.microsoft.com/office/powerpoint/2010/main">
                <mc:Choice Requires="p14">
                  <p:contentPart p14:bwMode="auto" r:id="rId156">
                    <p14:nvContentPartPr>
                      <p14:cNvPr id="191" name="Ink 129">
                        <a:extLst>
                          <a:ext uri="{FF2B5EF4-FFF2-40B4-BE49-F238E27FC236}">
                            <a16:creationId xmlns:a16="http://schemas.microsoft.com/office/drawing/2014/main" id="{AB8522C1-DC3A-B4E8-CAC4-028250DE8B94}"/>
                          </a:ext>
                        </a:extLst>
                      </p14:cNvPr>
                      <p14:cNvContentPartPr/>
                      <p14:nvPr/>
                    </p14:nvContentPartPr>
                    <p14:xfrm>
                      <a:off x="5162878" y="3664658"/>
                      <a:ext cx="19080" cy="20880"/>
                    </p14:xfrm>
                  </p:contentPart>
                </mc:Choice>
                <mc:Fallback xmlns="">
                  <p:pic>
                    <p:nvPicPr>
                      <p:cNvPr id="191" name="Ink 129">
                        <a:extLst>
                          <a:ext uri="{FF2B5EF4-FFF2-40B4-BE49-F238E27FC236}">
                            <a16:creationId xmlns:a16="http://schemas.microsoft.com/office/drawing/2014/main" id="{AB8522C1-DC3A-B4E8-CAC4-028250DE8B94}"/>
                          </a:ext>
                        </a:extLst>
                      </p:cNvPr>
                      <p:cNvPicPr/>
                      <p:nvPr/>
                    </p:nvPicPr>
                    <p:blipFill>
                      <a:blip r:embed="rId157"/>
                      <a:stretch>
                        <a:fillRect/>
                      </a:stretch>
                    </p:blipFill>
                    <p:spPr>
                      <a:xfrm>
                        <a:off x="5158558" y="3660411"/>
                        <a:ext cx="27720" cy="29374"/>
                      </a:xfrm>
                      <a:prstGeom prst="rect">
                        <a:avLst/>
                      </a:prstGeom>
                    </p:spPr>
                  </p:pic>
                </mc:Fallback>
              </mc:AlternateContent>
              <mc:AlternateContent xmlns:mc="http://schemas.openxmlformats.org/markup-compatibility/2006" xmlns:p14="http://schemas.microsoft.com/office/powerpoint/2010/main">
                <mc:Choice Requires="p14">
                  <p:contentPart p14:bwMode="auto" r:id="rId158">
                    <p14:nvContentPartPr>
                      <p14:cNvPr id="192" name="Ink 130">
                        <a:extLst>
                          <a:ext uri="{FF2B5EF4-FFF2-40B4-BE49-F238E27FC236}">
                            <a16:creationId xmlns:a16="http://schemas.microsoft.com/office/drawing/2014/main" id="{406D40A8-2252-237A-5F86-49D45E43B00F}"/>
                          </a:ext>
                        </a:extLst>
                      </p14:cNvPr>
                      <p14:cNvContentPartPr/>
                      <p14:nvPr/>
                    </p14:nvContentPartPr>
                    <p14:xfrm>
                      <a:off x="5128318" y="3701018"/>
                      <a:ext cx="14760" cy="15480"/>
                    </p14:xfrm>
                  </p:contentPart>
                </mc:Choice>
                <mc:Fallback xmlns="">
                  <p:pic>
                    <p:nvPicPr>
                      <p:cNvPr id="192" name="Ink 130">
                        <a:extLst>
                          <a:ext uri="{FF2B5EF4-FFF2-40B4-BE49-F238E27FC236}">
                            <a16:creationId xmlns:a16="http://schemas.microsoft.com/office/drawing/2014/main" id="{406D40A8-2252-237A-5F86-49D45E43B00F}"/>
                          </a:ext>
                        </a:extLst>
                      </p:cNvPr>
                      <p:cNvPicPr/>
                      <p:nvPr/>
                    </p:nvPicPr>
                    <p:blipFill>
                      <a:blip r:embed="rId159"/>
                      <a:stretch>
                        <a:fillRect/>
                      </a:stretch>
                    </p:blipFill>
                    <p:spPr>
                      <a:xfrm>
                        <a:off x="5123998" y="3696698"/>
                        <a:ext cx="23400" cy="24120"/>
                      </a:xfrm>
                      <a:prstGeom prst="rect">
                        <a:avLst/>
                      </a:prstGeom>
                    </p:spPr>
                  </p:pic>
                </mc:Fallback>
              </mc:AlternateContent>
              <mc:AlternateContent xmlns:mc="http://schemas.openxmlformats.org/markup-compatibility/2006" xmlns:p14="http://schemas.microsoft.com/office/powerpoint/2010/main">
                <mc:Choice Requires="p14">
                  <p:contentPart p14:bwMode="auto" r:id="rId160">
                    <p14:nvContentPartPr>
                      <p14:cNvPr id="193" name="Ink 131">
                        <a:extLst>
                          <a:ext uri="{FF2B5EF4-FFF2-40B4-BE49-F238E27FC236}">
                            <a16:creationId xmlns:a16="http://schemas.microsoft.com/office/drawing/2014/main" id="{A9B2B320-81BE-CD72-20D7-E2B26F17A7C1}"/>
                          </a:ext>
                        </a:extLst>
                      </p14:cNvPr>
                      <p14:cNvContentPartPr/>
                      <p14:nvPr/>
                    </p14:nvContentPartPr>
                    <p14:xfrm>
                      <a:off x="5080078" y="3733778"/>
                      <a:ext cx="28080" cy="30960"/>
                    </p14:xfrm>
                  </p:contentPart>
                </mc:Choice>
                <mc:Fallback xmlns="">
                  <p:pic>
                    <p:nvPicPr>
                      <p:cNvPr id="193" name="Ink 131">
                        <a:extLst>
                          <a:ext uri="{FF2B5EF4-FFF2-40B4-BE49-F238E27FC236}">
                            <a16:creationId xmlns:a16="http://schemas.microsoft.com/office/drawing/2014/main" id="{A9B2B320-81BE-CD72-20D7-E2B26F17A7C1}"/>
                          </a:ext>
                        </a:extLst>
                      </p:cNvPr>
                      <p:cNvPicPr/>
                      <p:nvPr/>
                    </p:nvPicPr>
                    <p:blipFill>
                      <a:blip r:embed="rId161"/>
                      <a:stretch>
                        <a:fillRect/>
                      </a:stretch>
                    </p:blipFill>
                    <p:spPr>
                      <a:xfrm>
                        <a:off x="5075758" y="3729458"/>
                        <a:ext cx="36720" cy="39600"/>
                      </a:xfrm>
                      <a:prstGeom prst="rect">
                        <a:avLst/>
                      </a:prstGeom>
                    </p:spPr>
                  </p:pic>
                </mc:Fallback>
              </mc:AlternateContent>
              <mc:AlternateContent xmlns:mc="http://schemas.openxmlformats.org/markup-compatibility/2006" xmlns:p14="http://schemas.microsoft.com/office/powerpoint/2010/main">
                <mc:Choice Requires="p14">
                  <p:contentPart p14:bwMode="auto" r:id="rId162">
                    <p14:nvContentPartPr>
                      <p14:cNvPr id="194" name="Ink 132">
                        <a:extLst>
                          <a:ext uri="{FF2B5EF4-FFF2-40B4-BE49-F238E27FC236}">
                            <a16:creationId xmlns:a16="http://schemas.microsoft.com/office/drawing/2014/main" id="{66F4B618-E586-9FC1-5371-DD21C40DC5F5}"/>
                          </a:ext>
                        </a:extLst>
                      </p14:cNvPr>
                      <p14:cNvContentPartPr/>
                      <p14:nvPr/>
                    </p14:nvContentPartPr>
                    <p14:xfrm>
                      <a:off x="5034358" y="3782738"/>
                      <a:ext cx="27000" cy="29880"/>
                    </p14:xfrm>
                  </p:contentPart>
                </mc:Choice>
                <mc:Fallback xmlns="">
                  <p:pic>
                    <p:nvPicPr>
                      <p:cNvPr id="194" name="Ink 132">
                        <a:extLst>
                          <a:ext uri="{FF2B5EF4-FFF2-40B4-BE49-F238E27FC236}">
                            <a16:creationId xmlns:a16="http://schemas.microsoft.com/office/drawing/2014/main" id="{66F4B618-E586-9FC1-5371-DD21C40DC5F5}"/>
                          </a:ext>
                        </a:extLst>
                      </p:cNvPr>
                      <p:cNvPicPr/>
                      <p:nvPr/>
                    </p:nvPicPr>
                    <p:blipFill>
                      <a:blip r:embed="rId163"/>
                      <a:stretch>
                        <a:fillRect/>
                      </a:stretch>
                    </p:blipFill>
                    <p:spPr>
                      <a:xfrm>
                        <a:off x="5030038" y="3778469"/>
                        <a:ext cx="35640" cy="38417"/>
                      </a:xfrm>
                      <a:prstGeom prst="rect">
                        <a:avLst/>
                      </a:prstGeom>
                    </p:spPr>
                  </p:pic>
                </mc:Fallback>
              </mc:AlternateContent>
              <mc:AlternateContent xmlns:mc="http://schemas.openxmlformats.org/markup-compatibility/2006" xmlns:p14="http://schemas.microsoft.com/office/powerpoint/2010/main">
                <mc:Choice Requires="p14">
                  <p:contentPart p14:bwMode="auto" r:id="rId164">
                    <p14:nvContentPartPr>
                      <p14:cNvPr id="195" name="Ink 133">
                        <a:extLst>
                          <a:ext uri="{FF2B5EF4-FFF2-40B4-BE49-F238E27FC236}">
                            <a16:creationId xmlns:a16="http://schemas.microsoft.com/office/drawing/2014/main" id="{09723A96-F813-CE13-1570-0306230815CA}"/>
                          </a:ext>
                        </a:extLst>
                      </p14:cNvPr>
                      <p14:cNvContentPartPr/>
                      <p14:nvPr/>
                    </p14:nvContentPartPr>
                    <p14:xfrm>
                      <a:off x="4983238" y="3839618"/>
                      <a:ext cx="20520" cy="24480"/>
                    </p14:xfrm>
                  </p:contentPart>
                </mc:Choice>
                <mc:Fallback xmlns="">
                  <p:pic>
                    <p:nvPicPr>
                      <p:cNvPr id="195" name="Ink 133">
                        <a:extLst>
                          <a:ext uri="{FF2B5EF4-FFF2-40B4-BE49-F238E27FC236}">
                            <a16:creationId xmlns:a16="http://schemas.microsoft.com/office/drawing/2014/main" id="{09723A96-F813-CE13-1570-0306230815CA}"/>
                          </a:ext>
                        </a:extLst>
                      </p:cNvPr>
                      <p:cNvPicPr/>
                      <p:nvPr/>
                    </p:nvPicPr>
                    <p:blipFill>
                      <a:blip r:embed="rId165"/>
                      <a:stretch>
                        <a:fillRect/>
                      </a:stretch>
                    </p:blipFill>
                    <p:spPr>
                      <a:xfrm>
                        <a:off x="4978918" y="3835298"/>
                        <a:ext cx="29160" cy="33120"/>
                      </a:xfrm>
                      <a:prstGeom prst="rect">
                        <a:avLst/>
                      </a:prstGeom>
                    </p:spPr>
                  </p:pic>
                </mc:Fallback>
              </mc:AlternateContent>
              <mc:AlternateContent xmlns:mc="http://schemas.openxmlformats.org/markup-compatibility/2006" xmlns:p14="http://schemas.microsoft.com/office/powerpoint/2010/main">
                <mc:Choice Requires="p14">
                  <p:contentPart p14:bwMode="auto" r:id="rId166">
                    <p14:nvContentPartPr>
                      <p14:cNvPr id="196" name="Ink 134">
                        <a:extLst>
                          <a:ext uri="{FF2B5EF4-FFF2-40B4-BE49-F238E27FC236}">
                            <a16:creationId xmlns:a16="http://schemas.microsoft.com/office/drawing/2014/main" id="{95798551-C9F5-5A81-36D9-2A66072E6279}"/>
                          </a:ext>
                        </a:extLst>
                      </p14:cNvPr>
                      <p14:cNvContentPartPr/>
                      <p14:nvPr/>
                    </p14:nvContentPartPr>
                    <p14:xfrm>
                      <a:off x="4934998" y="3880658"/>
                      <a:ext cx="18360" cy="22320"/>
                    </p14:xfrm>
                  </p:contentPart>
                </mc:Choice>
                <mc:Fallback xmlns="">
                  <p:pic>
                    <p:nvPicPr>
                      <p:cNvPr id="196" name="Ink 134">
                        <a:extLst>
                          <a:ext uri="{FF2B5EF4-FFF2-40B4-BE49-F238E27FC236}">
                            <a16:creationId xmlns:a16="http://schemas.microsoft.com/office/drawing/2014/main" id="{95798551-C9F5-5A81-36D9-2A66072E6279}"/>
                          </a:ext>
                        </a:extLst>
                      </p:cNvPr>
                      <p:cNvPicPr/>
                      <p:nvPr/>
                    </p:nvPicPr>
                    <p:blipFill>
                      <a:blip r:embed="rId167"/>
                      <a:stretch>
                        <a:fillRect/>
                      </a:stretch>
                    </p:blipFill>
                    <p:spPr>
                      <a:xfrm>
                        <a:off x="4930678" y="3876338"/>
                        <a:ext cx="27000" cy="30960"/>
                      </a:xfrm>
                      <a:prstGeom prst="rect">
                        <a:avLst/>
                      </a:prstGeom>
                    </p:spPr>
                  </p:pic>
                </mc:Fallback>
              </mc:AlternateContent>
              <mc:AlternateContent xmlns:mc="http://schemas.openxmlformats.org/markup-compatibility/2006" xmlns:p14="http://schemas.microsoft.com/office/powerpoint/2010/main">
                <mc:Choice Requires="p14">
                  <p:contentPart p14:bwMode="auto" r:id="rId168">
                    <p14:nvContentPartPr>
                      <p14:cNvPr id="197" name="Ink 135">
                        <a:extLst>
                          <a:ext uri="{FF2B5EF4-FFF2-40B4-BE49-F238E27FC236}">
                            <a16:creationId xmlns:a16="http://schemas.microsoft.com/office/drawing/2014/main" id="{AD43218D-AB39-DEF3-3B3C-00FE2FF2F6BE}"/>
                          </a:ext>
                        </a:extLst>
                      </p14:cNvPr>
                      <p14:cNvContentPartPr/>
                      <p14:nvPr/>
                    </p14:nvContentPartPr>
                    <p14:xfrm>
                      <a:off x="4895758" y="3921338"/>
                      <a:ext cx="19440" cy="20520"/>
                    </p14:xfrm>
                  </p:contentPart>
                </mc:Choice>
                <mc:Fallback xmlns="">
                  <p:pic>
                    <p:nvPicPr>
                      <p:cNvPr id="197" name="Ink 135">
                        <a:extLst>
                          <a:ext uri="{FF2B5EF4-FFF2-40B4-BE49-F238E27FC236}">
                            <a16:creationId xmlns:a16="http://schemas.microsoft.com/office/drawing/2014/main" id="{AD43218D-AB39-DEF3-3B3C-00FE2FF2F6BE}"/>
                          </a:ext>
                        </a:extLst>
                      </p:cNvPr>
                      <p:cNvPicPr/>
                      <p:nvPr/>
                    </p:nvPicPr>
                    <p:blipFill>
                      <a:blip r:embed="rId169"/>
                      <a:stretch>
                        <a:fillRect/>
                      </a:stretch>
                    </p:blipFill>
                    <p:spPr>
                      <a:xfrm>
                        <a:off x="4891438" y="3917018"/>
                        <a:ext cx="28080" cy="29160"/>
                      </a:xfrm>
                      <a:prstGeom prst="rect">
                        <a:avLst/>
                      </a:prstGeom>
                    </p:spPr>
                  </p:pic>
                </mc:Fallback>
              </mc:AlternateContent>
              <mc:AlternateContent xmlns:mc="http://schemas.openxmlformats.org/markup-compatibility/2006" xmlns:p14="http://schemas.microsoft.com/office/powerpoint/2010/main">
                <mc:Choice Requires="p14">
                  <p:contentPart p14:bwMode="auto" r:id="rId170">
                    <p14:nvContentPartPr>
                      <p14:cNvPr id="198" name="Ink 136">
                        <a:extLst>
                          <a:ext uri="{FF2B5EF4-FFF2-40B4-BE49-F238E27FC236}">
                            <a16:creationId xmlns:a16="http://schemas.microsoft.com/office/drawing/2014/main" id="{7B569584-5E80-E073-0080-2E5F7560E8E1}"/>
                          </a:ext>
                        </a:extLst>
                      </p14:cNvPr>
                      <p14:cNvContentPartPr/>
                      <p14:nvPr/>
                    </p14:nvContentPartPr>
                    <p14:xfrm>
                      <a:off x="3094283" y="4162437"/>
                      <a:ext cx="215640" cy="65160"/>
                    </p14:xfrm>
                  </p:contentPart>
                </mc:Choice>
                <mc:Fallback xmlns="">
                  <p:pic>
                    <p:nvPicPr>
                      <p:cNvPr id="198" name="Ink 136">
                        <a:extLst>
                          <a:ext uri="{FF2B5EF4-FFF2-40B4-BE49-F238E27FC236}">
                            <a16:creationId xmlns:a16="http://schemas.microsoft.com/office/drawing/2014/main" id="{7B569584-5E80-E073-0080-2E5F7560E8E1}"/>
                          </a:ext>
                        </a:extLst>
                      </p:cNvPr>
                      <p:cNvPicPr/>
                      <p:nvPr/>
                    </p:nvPicPr>
                    <p:blipFill>
                      <a:blip r:embed="rId171"/>
                      <a:stretch>
                        <a:fillRect/>
                      </a:stretch>
                    </p:blipFill>
                    <p:spPr>
                      <a:xfrm>
                        <a:off x="3089956" y="4158117"/>
                        <a:ext cx="224294" cy="73800"/>
                      </a:xfrm>
                      <a:prstGeom prst="rect">
                        <a:avLst/>
                      </a:prstGeom>
                    </p:spPr>
                  </p:pic>
                </mc:Fallback>
              </mc:AlternateContent>
              <mc:AlternateContent xmlns:mc="http://schemas.openxmlformats.org/markup-compatibility/2006" xmlns:p14="http://schemas.microsoft.com/office/powerpoint/2010/main">
                <mc:Choice Requires="p14">
                  <p:contentPart p14:bwMode="auto" r:id="rId172">
                    <p14:nvContentPartPr>
                      <p14:cNvPr id="199" name="Ink 137">
                        <a:extLst>
                          <a:ext uri="{FF2B5EF4-FFF2-40B4-BE49-F238E27FC236}">
                            <a16:creationId xmlns:a16="http://schemas.microsoft.com/office/drawing/2014/main" id="{FEC5F7DA-E4E0-63CA-E19C-44816FDF3B65}"/>
                          </a:ext>
                        </a:extLst>
                      </p14:cNvPr>
                      <p14:cNvContentPartPr/>
                      <p14:nvPr/>
                    </p14:nvContentPartPr>
                    <p14:xfrm>
                      <a:off x="3145403" y="4016277"/>
                      <a:ext cx="248040" cy="139680"/>
                    </p14:xfrm>
                  </p:contentPart>
                </mc:Choice>
                <mc:Fallback xmlns="">
                  <p:pic>
                    <p:nvPicPr>
                      <p:cNvPr id="199" name="Ink 137">
                        <a:extLst>
                          <a:ext uri="{FF2B5EF4-FFF2-40B4-BE49-F238E27FC236}">
                            <a16:creationId xmlns:a16="http://schemas.microsoft.com/office/drawing/2014/main" id="{FEC5F7DA-E4E0-63CA-E19C-44816FDF3B65}"/>
                          </a:ext>
                        </a:extLst>
                      </p:cNvPr>
                      <p:cNvPicPr/>
                      <p:nvPr/>
                    </p:nvPicPr>
                    <p:blipFill>
                      <a:blip r:embed="rId173"/>
                      <a:stretch>
                        <a:fillRect/>
                      </a:stretch>
                    </p:blipFill>
                    <p:spPr>
                      <a:xfrm>
                        <a:off x="3141083" y="4011946"/>
                        <a:ext cx="256680" cy="148342"/>
                      </a:xfrm>
                      <a:prstGeom prst="rect">
                        <a:avLst/>
                      </a:prstGeom>
                    </p:spPr>
                  </p:pic>
                </mc:Fallback>
              </mc:AlternateContent>
              <mc:AlternateContent xmlns:mc="http://schemas.openxmlformats.org/markup-compatibility/2006" xmlns:p14="http://schemas.microsoft.com/office/powerpoint/2010/main">
                <mc:Choice Requires="p14">
                  <p:contentPart p14:bwMode="auto" r:id="rId174">
                    <p14:nvContentPartPr>
                      <p14:cNvPr id="200" name="Ink 138">
                        <a:extLst>
                          <a:ext uri="{FF2B5EF4-FFF2-40B4-BE49-F238E27FC236}">
                            <a16:creationId xmlns:a16="http://schemas.microsoft.com/office/drawing/2014/main" id="{AE2D9C40-B2FD-CCE3-77A0-F720AADE863A}"/>
                          </a:ext>
                        </a:extLst>
                      </p14:cNvPr>
                      <p14:cNvContentPartPr/>
                      <p14:nvPr/>
                    </p14:nvContentPartPr>
                    <p14:xfrm>
                      <a:off x="2864963" y="4176477"/>
                      <a:ext cx="259200" cy="52920"/>
                    </p14:xfrm>
                  </p:contentPart>
                </mc:Choice>
                <mc:Fallback xmlns="">
                  <p:pic>
                    <p:nvPicPr>
                      <p:cNvPr id="200" name="Ink 138">
                        <a:extLst>
                          <a:ext uri="{FF2B5EF4-FFF2-40B4-BE49-F238E27FC236}">
                            <a16:creationId xmlns:a16="http://schemas.microsoft.com/office/drawing/2014/main" id="{AE2D9C40-B2FD-CCE3-77A0-F720AADE863A}"/>
                          </a:ext>
                        </a:extLst>
                      </p:cNvPr>
                      <p:cNvPicPr/>
                      <p:nvPr/>
                    </p:nvPicPr>
                    <p:blipFill>
                      <a:blip r:embed="rId175"/>
                      <a:stretch>
                        <a:fillRect/>
                      </a:stretch>
                    </p:blipFill>
                    <p:spPr>
                      <a:xfrm>
                        <a:off x="2860643" y="4172157"/>
                        <a:ext cx="267840" cy="61560"/>
                      </a:xfrm>
                      <a:prstGeom prst="rect">
                        <a:avLst/>
                      </a:prstGeom>
                    </p:spPr>
                  </p:pic>
                </mc:Fallback>
              </mc:AlternateContent>
              <mc:AlternateContent xmlns:mc="http://schemas.openxmlformats.org/markup-compatibility/2006" xmlns:p14="http://schemas.microsoft.com/office/powerpoint/2010/main">
                <mc:Choice Requires="p14">
                  <p:contentPart p14:bwMode="auto" r:id="rId176">
                    <p14:nvContentPartPr>
                      <p14:cNvPr id="201" name="Ink 139">
                        <a:extLst>
                          <a:ext uri="{FF2B5EF4-FFF2-40B4-BE49-F238E27FC236}">
                            <a16:creationId xmlns:a16="http://schemas.microsoft.com/office/drawing/2014/main" id="{D1D5B039-B6FE-F4A8-5446-6B4E84C34710}"/>
                          </a:ext>
                        </a:extLst>
                      </p14:cNvPr>
                      <p14:cNvContentPartPr/>
                      <p14:nvPr/>
                    </p14:nvContentPartPr>
                    <p14:xfrm>
                      <a:off x="2863163" y="4235877"/>
                      <a:ext cx="216360" cy="141840"/>
                    </p14:xfrm>
                  </p:contentPart>
                </mc:Choice>
                <mc:Fallback xmlns="">
                  <p:pic>
                    <p:nvPicPr>
                      <p:cNvPr id="201" name="Ink 139">
                        <a:extLst>
                          <a:ext uri="{FF2B5EF4-FFF2-40B4-BE49-F238E27FC236}">
                            <a16:creationId xmlns:a16="http://schemas.microsoft.com/office/drawing/2014/main" id="{D1D5B039-B6FE-F4A8-5446-6B4E84C34710}"/>
                          </a:ext>
                        </a:extLst>
                      </p:cNvPr>
                      <p:cNvPicPr/>
                      <p:nvPr/>
                    </p:nvPicPr>
                    <p:blipFill>
                      <a:blip r:embed="rId177"/>
                      <a:stretch>
                        <a:fillRect/>
                      </a:stretch>
                    </p:blipFill>
                    <p:spPr>
                      <a:xfrm>
                        <a:off x="2858843" y="4231557"/>
                        <a:ext cx="225000" cy="150480"/>
                      </a:xfrm>
                      <a:prstGeom prst="rect">
                        <a:avLst/>
                      </a:prstGeom>
                    </p:spPr>
                  </p:pic>
                </mc:Fallback>
              </mc:AlternateContent>
              <mc:AlternateContent xmlns:mc="http://schemas.openxmlformats.org/markup-compatibility/2006" xmlns:p14="http://schemas.microsoft.com/office/powerpoint/2010/main">
                <mc:Choice Requires="p14">
                  <p:contentPart p14:bwMode="auto" r:id="rId178">
                    <p14:nvContentPartPr>
                      <p14:cNvPr id="202" name="Ink 140">
                        <a:extLst>
                          <a:ext uri="{FF2B5EF4-FFF2-40B4-BE49-F238E27FC236}">
                            <a16:creationId xmlns:a16="http://schemas.microsoft.com/office/drawing/2014/main" id="{9709758F-185E-815C-7807-2C39B371888E}"/>
                          </a:ext>
                        </a:extLst>
                      </p14:cNvPr>
                      <p14:cNvContentPartPr/>
                      <p14:nvPr/>
                    </p14:nvContentPartPr>
                    <p14:xfrm>
                      <a:off x="3497483" y="4438197"/>
                      <a:ext cx="120600" cy="26640"/>
                    </p14:xfrm>
                  </p:contentPart>
                </mc:Choice>
                <mc:Fallback xmlns="">
                  <p:pic>
                    <p:nvPicPr>
                      <p:cNvPr id="202" name="Ink 140">
                        <a:extLst>
                          <a:ext uri="{FF2B5EF4-FFF2-40B4-BE49-F238E27FC236}">
                            <a16:creationId xmlns:a16="http://schemas.microsoft.com/office/drawing/2014/main" id="{9709758F-185E-815C-7807-2C39B371888E}"/>
                          </a:ext>
                        </a:extLst>
                      </p:cNvPr>
                      <p:cNvPicPr/>
                      <p:nvPr/>
                    </p:nvPicPr>
                    <p:blipFill>
                      <a:blip r:embed="rId179"/>
                      <a:stretch>
                        <a:fillRect/>
                      </a:stretch>
                    </p:blipFill>
                    <p:spPr>
                      <a:xfrm>
                        <a:off x="3493163" y="4433877"/>
                        <a:ext cx="129240" cy="35280"/>
                      </a:xfrm>
                      <a:prstGeom prst="rect">
                        <a:avLst/>
                      </a:prstGeom>
                    </p:spPr>
                  </p:pic>
                </mc:Fallback>
              </mc:AlternateContent>
              <mc:AlternateContent xmlns:mc="http://schemas.openxmlformats.org/markup-compatibility/2006" xmlns:p14="http://schemas.microsoft.com/office/powerpoint/2010/main">
                <mc:Choice Requires="p14">
                  <p:contentPart p14:bwMode="auto" r:id="rId180">
                    <p14:nvContentPartPr>
                      <p14:cNvPr id="203" name="Ink 141">
                        <a:extLst>
                          <a:ext uri="{FF2B5EF4-FFF2-40B4-BE49-F238E27FC236}">
                            <a16:creationId xmlns:a16="http://schemas.microsoft.com/office/drawing/2014/main" id="{E85E12E2-7A61-E8E9-9976-BC0B95FD1337}"/>
                          </a:ext>
                        </a:extLst>
                      </p14:cNvPr>
                      <p14:cNvContentPartPr/>
                      <p14:nvPr/>
                    </p14:nvContentPartPr>
                    <p14:xfrm>
                      <a:off x="3277163" y="4328757"/>
                      <a:ext cx="230040" cy="18000"/>
                    </p14:xfrm>
                  </p:contentPart>
                </mc:Choice>
                <mc:Fallback xmlns="">
                  <p:pic>
                    <p:nvPicPr>
                      <p:cNvPr id="203" name="Ink 141">
                        <a:extLst>
                          <a:ext uri="{FF2B5EF4-FFF2-40B4-BE49-F238E27FC236}">
                            <a16:creationId xmlns:a16="http://schemas.microsoft.com/office/drawing/2014/main" id="{E85E12E2-7A61-E8E9-9976-BC0B95FD1337}"/>
                          </a:ext>
                        </a:extLst>
                      </p:cNvPr>
                      <p:cNvPicPr/>
                      <p:nvPr/>
                    </p:nvPicPr>
                    <p:blipFill>
                      <a:blip r:embed="rId181"/>
                      <a:stretch>
                        <a:fillRect/>
                      </a:stretch>
                    </p:blipFill>
                    <p:spPr>
                      <a:xfrm>
                        <a:off x="3272843" y="4324349"/>
                        <a:ext cx="238680" cy="26816"/>
                      </a:xfrm>
                      <a:prstGeom prst="rect">
                        <a:avLst/>
                      </a:prstGeom>
                    </p:spPr>
                  </p:pic>
                </mc:Fallback>
              </mc:AlternateContent>
              <mc:AlternateContent xmlns:mc="http://schemas.openxmlformats.org/markup-compatibility/2006" xmlns:p14="http://schemas.microsoft.com/office/powerpoint/2010/main">
                <mc:Choice Requires="p14">
                  <p:contentPart p14:bwMode="auto" r:id="rId182">
                    <p14:nvContentPartPr>
                      <p14:cNvPr id="204" name="Ink 142">
                        <a:extLst>
                          <a:ext uri="{FF2B5EF4-FFF2-40B4-BE49-F238E27FC236}">
                            <a16:creationId xmlns:a16="http://schemas.microsoft.com/office/drawing/2014/main" id="{701C37D3-AD03-FAC4-A05D-3031C3F8BDCC}"/>
                          </a:ext>
                        </a:extLst>
                      </p14:cNvPr>
                      <p14:cNvContentPartPr/>
                      <p14:nvPr/>
                    </p14:nvContentPartPr>
                    <p14:xfrm>
                      <a:off x="3557808" y="3997530"/>
                      <a:ext cx="200520" cy="138240"/>
                    </p14:xfrm>
                  </p:contentPart>
                </mc:Choice>
                <mc:Fallback xmlns="">
                  <p:pic>
                    <p:nvPicPr>
                      <p:cNvPr id="204" name="Ink 142">
                        <a:extLst>
                          <a:ext uri="{FF2B5EF4-FFF2-40B4-BE49-F238E27FC236}">
                            <a16:creationId xmlns:a16="http://schemas.microsoft.com/office/drawing/2014/main" id="{701C37D3-AD03-FAC4-A05D-3031C3F8BDCC}"/>
                          </a:ext>
                        </a:extLst>
                      </p:cNvPr>
                      <p:cNvPicPr/>
                      <p:nvPr/>
                    </p:nvPicPr>
                    <p:blipFill>
                      <a:blip r:embed="rId183"/>
                      <a:stretch>
                        <a:fillRect/>
                      </a:stretch>
                    </p:blipFill>
                    <p:spPr>
                      <a:xfrm>
                        <a:off x="3553488" y="3993210"/>
                        <a:ext cx="209160" cy="146880"/>
                      </a:xfrm>
                      <a:prstGeom prst="rect">
                        <a:avLst/>
                      </a:prstGeom>
                    </p:spPr>
                  </p:pic>
                </mc:Fallback>
              </mc:AlternateContent>
              <mc:AlternateContent xmlns:mc="http://schemas.openxmlformats.org/markup-compatibility/2006" xmlns:p14="http://schemas.microsoft.com/office/powerpoint/2010/main">
                <mc:Choice Requires="p14">
                  <p:contentPart p14:bwMode="auto" r:id="rId184">
                    <p14:nvContentPartPr>
                      <p14:cNvPr id="205" name="Ink 143">
                        <a:extLst>
                          <a:ext uri="{FF2B5EF4-FFF2-40B4-BE49-F238E27FC236}">
                            <a16:creationId xmlns:a16="http://schemas.microsoft.com/office/drawing/2014/main" id="{863CE8CE-5530-8E42-BEDA-833C2D3D6A7D}"/>
                          </a:ext>
                        </a:extLst>
                      </p14:cNvPr>
                      <p14:cNvContentPartPr/>
                      <p14:nvPr/>
                    </p14:nvContentPartPr>
                    <p14:xfrm>
                      <a:off x="3508848" y="4007250"/>
                      <a:ext cx="163080" cy="111960"/>
                    </p14:xfrm>
                  </p:contentPart>
                </mc:Choice>
                <mc:Fallback xmlns="">
                  <p:pic>
                    <p:nvPicPr>
                      <p:cNvPr id="205" name="Ink 143">
                        <a:extLst>
                          <a:ext uri="{FF2B5EF4-FFF2-40B4-BE49-F238E27FC236}">
                            <a16:creationId xmlns:a16="http://schemas.microsoft.com/office/drawing/2014/main" id="{863CE8CE-5530-8E42-BEDA-833C2D3D6A7D}"/>
                          </a:ext>
                        </a:extLst>
                      </p:cNvPr>
                      <p:cNvPicPr/>
                      <p:nvPr/>
                    </p:nvPicPr>
                    <p:blipFill>
                      <a:blip r:embed="rId185"/>
                      <a:stretch>
                        <a:fillRect/>
                      </a:stretch>
                    </p:blipFill>
                    <p:spPr>
                      <a:xfrm>
                        <a:off x="3504528" y="4002930"/>
                        <a:ext cx="171720" cy="120600"/>
                      </a:xfrm>
                      <a:prstGeom prst="rect">
                        <a:avLst/>
                      </a:prstGeom>
                    </p:spPr>
                  </p:pic>
                </mc:Fallback>
              </mc:AlternateContent>
              <mc:AlternateContent xmlns:mc="http://schemas.openxmlformats.org/markup-compatibility/2006" xmlns:p14="http://schemas.microsoft.com/office/powerpoint/2010/main">
                <mc:Choice Requires="p14">
                  <p:contentPart p14:bwMode="auto" r:id="rId186">
                    <p14:nvContentPartPr>
                      <p14:cNvPr id="206" name="Ink 144">
                        <a:extLst>
                          <a:ext uri="{FF2B5EF4-FFF2-40B4-BE49-F238E27FC236}">
                            <a16:creationId xmlns:a16="http://schemas.microsoft.com/office/drawing/2014/main" id="{BE4CEE31-8937-558C-F865-B031CE45436E}"/>
                          </a:ext>
                        </a:extLst>
                      </p14:cNvPr>
                      <p14:cNvContentPartPr/>
                      <p14:nvPr/>
                    </p14:nvContentPartPr>
                    <p14:xfrm>
                      <a:off x="3292488" y="3993930"/>
                      <a:ext cx="120960" cy="82800"/>
                    </p14:xfrm>
                  </p:contentPart>
                </mc:Choice>
                <mc:Fallback xmlns="">
                  <p:pic>
                    <p:nvPicPr>
                      <p:cNvPr id="206" name="Ink 144">
                        <a:extLst>
                          <a:ext uri="{FF2B5EF4-FFF2-40B4-BE49-F238E27FC236}">
                            <a16:creationId xmlns:a16="http://schemas.microsoft.com/office/drawing/2014/main" id="{BE4CEE31-8937-558C-F865-B031CE45436E}"/>
                          </a:ext>
                        </a:extLst>
                      </p:cNvPr>
                      <p:cNvPicPr/>
                      <p:nvPr/>
                    </p:nvPicPr>
                    <p:blipFill>
                      <a:blip r:embed="rId187"/>
                      <a:stretch>
                        <a:fillRect/>
                      </a:stretch>
                    </p:blipFill>
                    <p:spPr>
                      <a:xfrm>
                        <a:off x="3288168" y="3989610"/>
                        <a:ext cx="129600" cy="91440"/>
                      </a:xfrm>
                      <a:prstGeom prst="rect">
                        <a:avLst/>
                      </a:prstGeom>
                    </p:spPr>
                  </p:pic>
                </mc:Fallback>
              </mc:AlternateContent>
              <mc:AlternateContent xmlns:mc="http://schemas.openxmlformats.org/markup-compatibility/2006" xmlns:p14="http://schemas.microsoft.com/office/powerpoint/2010/main">
                <mc:Choice Requires="p14">
                  <p:contentPart p14:bwMode="auto" r:id="rId188">
                    <p14:nvContentPartPr>
                      <p14:cNvPr id="207" name="Ink 145">
                        <a:extLst>
                          <a:ext uri="{FF2B5EF4-FFF2-40B4-BE49-F238E27FC236}">
                            <a16:creationId xmlns:a16="http://schemas.microsoft.com/office/drawing/2014/main" id="{7ACEA566-C072-BEA4-4D49-A4DDAF556262}"/>
                          </a:ext>
                        </a:extLst>
                      </p14:cNvPr>
                      <p14:cNvContentPartPr/>
                      <p14:nvPr/>
                    </p14:nvContentPartPr>
                    <p14:xfrm>
                      <a:off x="3397608" y="4063050"/>
                      <a:ext cx="273960" cy="55440"/>
                    </p14:xfrm>
                  </p:contentPart>
                </mc:Choice>
                <mc:Fallback xmlns="">
                  <p:pic>
                    <p:nvPicPr>
                      <p:cNvPr id="207" name="Ink 145">
                        <a:extLst>
                          <a:ext uri="{FF2B5EF4-FFF2-40B4-BE49-F238E27FC236}">
                            <a16:creationId xmlns:a16="http://schemas.microsoft.com/office/drawing/2014/main" id="{7ACEA566-C072-BEA4-4D49-A4DDAF556262}"/>
                          </a:ext>
                        </a:extLst>
                      </p:cNvPr>
                      <p:cNvPicPr/>
                      <p:nvPr/>
                    </p:nvPicPr>
                    <p:blipFill>
                      <a:blip r:embed="rId189"/>
                      <a:stretch>
                        <a:fillRect/>
                      </a:stretch>
                    </p:blipFill>
                    <p:spPr>
                      <a:xfrm>
                        <a:off x="3393288" y="4058702"/>
                        <a:ext cx="282600" cy="64136"/>
                      </a:xfrm>
                      <a:prstGeom prst="rect">
                        <a:avLst/>
                      </a:prstGeom>
                    </p:spPr>
                  </p:pic>
                </mc:Fallback>
              </mc:AlternateContent>
              <mc:AlternateContent xmlns:mc="http://schemas.openxmlformats.org/markup-compatibility/2006" xmlns:p14="http://schemas.microsoft.com/office/powerpoint/2010/main">
                <mc:Choice Requires="p14">
                  <p:contentPart p14:bwMode="auto" r:id="rId190">
                    <p14:nvContentPartPr>
                      <p14:cNvPr id="208" name="Ink 146">
                        <a:extLst>
                          <a:ext uri="{FF2B5EF4-FFF2-40B4-BE49-F238E27FC236}">
                            <a16:creationId xmlns:a16="http://schemas.microsoft.com/office/drawing/2014/main" id="{C19EB13A-2510-548B-0DA4-AA5AB55EE19A}"/>
                          </a:ext>
                        </a:extLst>
                      </p14:cNvPr>
                      <p14:cNvContentPartPr/>
                      <p14:nvPr/>
                    </p14:nvContentPartPr>
                    <p14:xfrm>
                      <a:off x="2855923" y="3863738"/>
                      <a:ext cx="123840" cy="137520"/>
                    </p14:xfrm>
                  </p:contentPart>
                </mc:Choice>
                <mc:Fallback xmlns="">
                  <p:pic>
                    <p:nvPicPr>
                      <p:cNvPr id="208" name="Ink 146">
                        <a:extLst>
                          <a:ext uri="{FF2B5EF4-FFF2-40B4-BE49-F238E27FC236}">
                            <a16:creationId xmlns:a16="http://schemas.microsoft.com/office/drawing/2014/main" id="{C19EB13A-2510-548B-0DA4-AA5AB55EE19A}"/>
                          </a:ext>
                        </a:extLst>
                      </p:cNvPr>
                      <p:cNvPicPr/>
                      <p:nvPr/>
                    </p:nvPicPr>
                    <p:blipFill>
                      <a:blip r:embed="rId191"/>
                      <a:stretch>
                        <a:fillRect/>
                      </a:stretch>
                    </p:blipFill>
                    <p:spPr>
                      <a:xfrm>
                        <a:off x="2851603" y="3859418"/>
                        <a:ext cx="132480" cy="146160"/>
                      </a:xfrm>
                      <a:prstGeom prst="rect">
                        <a:avLst/>
                      </a:prstGeom>
                    </p:spPr>
                  </p:pic>
                </mc:Fallback>
              </mc:AlternateContent>
              <mc:AlternateContent xmlns:mc="http://schemas.openxmlformats.org/markup-compatibility/2006" xmlns:p14="http://schemas.microsoft.com/office/powerpoint/2010/main">
                <mc:Choice Requires="p14">
                  <p:contentPart p14:bwMode="auto" r:id="rId192">
                    <p14:nvContentPartPr>
                      <p14:cNvPr id="209" name="Ink 147">
                        <a:extLst>
                          <a:ext uri="{FF2B5EF4-FFF2-40B4-BE49-F238E27FC236}">
                            <a16:creationId xmlns:a16="http://schemas.microsoft.com/office/drawing/2014/main" id="{38804C85-0CC3-1DF4-AB23-5A40ABE9EF95}"/>
                          </a:ext>
                        </a:extLst>
                      </p14:cNvPr>
                      <p14:cNvContentPartPr/>
                      <p14:nvPr/>
                    </p14:nvContentPartPr>
                    <p14:xfrm>
                      <a:off x="2889043" y="3929618"/>
                      <a:ext cx="57960" cy="44280"/>
                    </p14:xfrm>
                  </p:contentPart>
                </mc:Choice>
                <mc:Fallback xmlns="">
                  <p:pic>
                    <p:nvPicPr>
                      <p:cNvPr id="209" name="Ink 147">
                        <a:extLst>
                          <a:ext uri="{FF2B5EF4-FFF2-40B4-BE49-F238E27FC236}">
                            <a16:creationId xmlns:a16="http://schemas.microsoft.com/office/drawing/2014/main" id="{38804C85-0CC3-1DF4-AB23-5A40ABE9EF95}"/>
                          </a:ext>
                        </a:extLst>
                      </p:cNvPr>
                      <p:cNvPicPr/>
                      <p:nvPr/>
                    </p:nvPicPr>
                    <p:blipFill>
                      <a:blip r:embed="rId193"/>
                      <a:stretch>
                        <a:fillRect/>
                      </a:stretch>
                    </p:blipFill>
                    <p:spPr>
                      <a:xfrm>
                        <a:off x="2884723" y="3925298"/>
                        <a:ext cx="66600" cy="52920"/>
                      </a:xfrm>
                      <a:prstGeom prst="rect">
                        <a:avLst/>
                      </a:prstGeom>
                    </p:spPr>
                  </p:pic>
                </mc:Fallback>
              </mc:AlternateContent>
              <mc:AlternateContent xmlns:mc="http://schemas.openxmlformats.org/markup-compatibility/2006" xmlns:p14="http://schemas.microsoft.com/office/powerpoint/2010/main">
                <mc:Choice Requires="p14">
                  <p:contentPart p14:bwMode="auto" r:id="rId194">
                    <p14:nvContentPartPr>
                      <p14:cNvPr id="210" name="Ink 148">
                        <a:extLst>
                          <a:ext uri="{FF2B5EF4-FFF2-40B4-BE49-F238E27FC236}">
                            <a16:creationId xmlns:a16="http://schemas.microsoft.com/office/drawing/2014/main" id="{50266A69-9D78-3FE7-471F-8608D33D0D92}"/>
                          </a:ext>
                        </a:extLst>
                      </p14:cNvPr>
                      <p14:cNvContentPartPr/>
                      <p14:nvPr/>
                    </p14:nvContentPartPr>
                    <p14:xfrm>
                      <a:off x="2979763" y="3861578"/>
                      <a:ext cx="115560" cy="125280"/>
                    </p14:xfrm>
                  </p:contentPart>
                </mc:Choice>
                <mc:Fallback xmlns="">
                  <p:pic>
                    <p:nvPicPr>
                      <p:cNvPr id="210" name="Ink 148">
                        <a:extLst>
                          <a:ext uri="{FF2B5EF4-FFF2-40B4-BE49-F238E27FC236}">
                            <a16:creationId xmlns:a16="http://schemas.microsoft.com/office/drawing/2014/main" id="{50266A69-9D78-3FE7-471F-8608D33D0D92}"/>
                          </a:ext>
                        </a:extLst>
                      </p:cNvPr>
                      <p:cNvPicPr/>
                      <p:nvPr/>
                    </p:nvPicPr>
                    <p:blipFill>
                      <a:blip r:embed="rId195"/>
                      <a:stretch>
                        <a:fillRect/>
                      </a:stretch>
                    </p:blipFill>
                    <p:spPr>
                      <a:xfrm>
                        <a:off x="2975456" y="3857258"/>
                        <a:ext cx="124173" cy="133920"/>
                      </a:xfrm>
                      <a:prstGeom prst="rect">
                        <a:avLst/>
                      </a:prstGeom>
                    </p:spPr>
                  </p:pic>
                </mc:Fallback>
              </mc:AlternateContent>
              <mc:AlternateContent xmlns:mc="http://schemas.openxmlformats.org/markup-compatibility/2006" xmlns:p14="http://schemas.microsoft.com/office/powerpoint/2010/main">
                <mc:Choice Requires="p14">
                  <p:contentPart p14:bwMode="auto" r:id="rId196">
                    <p14:nvContentPartPr>
                      <p14:cNvPr id="211" name="Ink 149">
                        <a:extLst>
                          <a:ext uri="{FF2B5EF4-FFF2-40B4-BE49-F238E27FC236}">
                            <a16:creationId xmlns:a16="http://schemas.microsoft.com/office/drawing/2014/main" id="{EBCC9448-0695-D444-958A-B033F2692256}"/>
                          </a:ext>
                        </a:extLst>
                      </p14:cNvPr>
                      <p14:cNvContentPartPr/>
                      <p14:nvPr/>
                    </p14:nvContentPartPr>
                    <p14:xfrm>
                      <a:off x="2998843" y="3927098"/>
                      <a:ext cx="50760" cy="44280"/>
                    </p14:xfrm>
                  </p:contentPart>
                </mc:Choice>
                <mc:Fallback xmlns="">
                  <p:pic>
                    <p:nvPicPr>
                      <p:cNvPr id="211" name="Ink 149">
                        <a:extLst>
                          <a:ext uri="{FF2B5EF4-FFF2-40B4-BE49-F238E27FC236}">
                            <a16:creationId xmlns:a16="http://schemas.microsoft.com/office/drawing/2014/main" id="{EBCC9448-0695-D444-958A-B033F2692256}"/>
                          </a:ext>
                        </a:extLst>
                      </p:cNvPr>
                      <p:cNvPicPr/>
                      <p:nvPr/>
                    </p:nvPicPr>
                    <p:blipFill>
                      <a:blip r:embed="rId197"/>
                      <a:stretch>
                        <a:fillRect/>
                      </a:stretch>
                    </p:blipFill>
                    <p:spPr>
                      <a:xfrm>
                        <a:off x="2994523" y="3922778"/>
                        <a:ext cx="59400" cy="52920"/>
                      </a:xfrm>
                      <a:prstGeom prst="rect">
                        <a:avLst/>
                      </a:prstGeom>
                    </p:spPr>
                  </p:pic>
                </mc:Fallback>
              </mc:AlternateContent>
              <mc:AlternateContent xmlns:mc="http://schemas.openxmlformats.org/markup-compatibility/2006" xmlns:p14="http://schemas.microsoft.com/office/powerpoint/2010/main">
                <mc:Choice Requires="p14">
                  <p:contentPart p14:bwMode="auto" r:id="rId198">
                    <p14:nvContentPartPr>
                      <p14:cNvPr id="212" name="Ink 150">
                        <a:extLst>
                          <a:ext uri="{FF2B5EF4-FFF2-40B4-BE49-F238E27FC236}">
                            <a16:creationId xmlns:a16="http://schemas.microsoft.com/office/drawing/2014/main" id="{714EC55D-9D3A-687E-2210-412B11B2E468}"/>
                          </a:ext>
                        </a:extLst>
                      </p14:cNvPr>
                      <p14:cNvContentPartPr/>
                      <p14:nvPr/>
                    </p14:nvContentPartPr>
                    <p14:xfrm>
                      <a:off x="3094243" y="3857618"/>
                      <a:ext cx="113760" cy="135000"/>
                    </p14:xfrm>
                  </p:contentPart>
                </mc:Choice>
                <mc:Fallback xmlns="">
                  <p:pic>
                    <p:nvPicPr>
                      <p:cNvPr id="212" name="Ink 150">
                        <a:extLst>
                          <a:ext uri="{FF2B5EF4-FFF2-40B4-BE49-F238E27FC236}">
                            <a16:creationId xmlns:a16="http://schemas.microsoft.com/office/drawing/2014/main" id="{714EC55D-9D3A-687E-2210-412B11B2E468}"/>
                          </a:ext>
                        </a:extLst>
                      </p:cNvPr>
                      <p:cNvPicPr/>
                      <p:nvPr/>
                    </p:nvPicPr>
                    <p:blipFill>
                      <a:blip r:embed="rId199"/>
                      <a:stretch>
                        <a:fillRect/>
                      </a:stretch>
                    </p:blipFill>
                    <p:spPr>
                      <a:xfrm>
                        <a:off x="3089923" y="3853286"/>
                        <a:ext cx="122400" cy="143663"/>
                      </a:xfrm>
                      <a:prstGeom prst="rect">
                        <a:avLst/>
                      </a:prstGeom>
                    </p:spPr>
                  </p:pic>
                </mc:Fallback>
              </mc:AlternateContent>
              <mc:AlternateContent xmlns:mc="http://schemas.openxmlformats.org/markup-compatibility/2006" xmlns:p14="http://schemas.microsoft.com/office/powerpoint/2010/main">
                <mc:Choice Requires="p14">
                  <p:contentPart p14:bwMode="auto" r:id="rId200">
                    <p14:nvContentPartPr>
                      <p14:cNvPr id="213" name="Ink 151">
                        <a:extLst>
                          <a:ext uri="{FF2B5EF4-FFF2-40B4-BE49-F238E27FC236}">
                            <a16:creationId xmlns:a16="http://schemas.microsoft.com/office/drawing/2014/main" id="{DCB1D97A-7DA8-110D-F14F-86C28A3A2D31}"/>
                          </a:ext>
                        </a:extLst>
                      </p14:cNvPr>
                      <p14:cNvContentPartPr/>
                      <p14:nvPr/>
                    </p14:nvContentPartPr>
                    <p14:xfrm>
                      <a:off x="3114403" y="3923858"/>
                      <a:ext cx="66240" cy="55800"/>
                    </p14:xfrm>
                  </p:contentPart>
                </mc:Choice>
                <mc:Fallback xmlns="">
                  <p:pic>
                    <p:nvPicPr>
                      <p:cNvPr id="213" name="Ink 151">
                        <a:extLst>
                          <a:ext uri="{FF2B5EF4-FFF2-40B4-BE49-F238E27FC236}">
                            <a16:creationId xmlns:a16="http://schemas.microsoft.com/office/drawing/2014/main" id="{DCB1D97A-7DA8-110D-F14F-86C28A3A2D31}"/>
                          </a:ext>
                        </a:extLst>
                      </p:cNvPr>
                      <p:cNvPicPr/>
                      <p:nvPr/>
                    </p:nvPicPr>
                    <p:blipFill>
                      <a:blip r:embed="rId201"/>
                      <a:stretch>
                        <a:fillRect/>
                      </a:stretch>
                    </p:blipFill>
                    <p:spPr>
                      <a:xfrm>
                        <a:off x="3110083" y="3919538"/>
                        <a:ext cx="74880" cy="64440"/>
                      </a:xfrm>
                      <a:prstGeom prst="rect">
                        <a:avLst/>
                      </a:prstGeom>
                    </p:spPr>
                  </p:pic>
                </mc:Fallback>
              </mc:AlternateContent>
              <mc:AlternateContent xmlns:mc="http://schemas.openxmlformats.org/markup-compatibility/2006" xmlns:p14="http://schemas.microsoft.com/office/powerpoint/2010/main">
                <mc:Choice Requires="p14">
                  <p:contentPart p14:bwMode="auto" r:id="rId202">
                    <p14:nvContentPartPr>
                      <p14:cNvPr id="214" name="Ink 152">
                        <a:extLst>
                          <a:ext uri="{FF2B5EF4-FFF2-40B4-BE49-F238E27FC236}">
                            <a16:creationId xmlns:a16="http://schemas.microsoft.com/office/drawing/2014/main" id="{45AFFD3F-F8C5-D8A1-D4A1-4D52043DEFE6}"/>
                          </a:ext>
                        </a:extLst>
                      </p14:cNvPr>
                      <p14:cNvContentPartPr/>
                      <p14:nvPr/>
                    </p14:nvContentPartPr>
                    <p14:xfrm>
                      <a:off x="3211243" y="3855098"/>
                      <a:ext cx="106200" cy="134280"/>
                    </p14:xfrm>
                  </p:contentPart>
                </mc:Choice>
                <mc:Fallback xmlns="">
                  <p:pic>
                    <p:nvPicPr>
                      <p:cNvPr id="214" name="Ink 152">
                        <a:extLst>
                          <a:ext uri="{FF2B5EF4-FFF2-40B4-BE49-F238E27FC236}">
                            <a16:creationId xmlns:a16="http://schemas.microsoft.com/office/drawing/2014/main" id="{45AFFD3F-F8C5-D8A1-D4A1-4D52043DEFE6}"/>
                          </a:ext>
                        </a:extLst>
                      </p:cNvPr>
                      <p:cNvPicPr/>
                      <p:nvPr/>
                    </p:nvPicPr>
                    <p:blipFill>
                      <a:blip r:embed="rId203"/>
                      <a:stretch>
                        <a:fillRect/>
                      </a:stretch>
                    </p:blipFill>
                    <p:spPr>
                      <a:xfrm>
                        <a:off x="3206938" y="3850766"/>
                        <a:ext cx="114811" cy="142943"/>
                      </a:xfrm>
                      <a:prstGeom prst="rect">
                        <a:avLst/>
                      </a:prstGeom>
                    </p:spPr>
                  </p:pic>
                </mc:Fallback>
              </mc:AlternateContent>
              <mc:AlternateContent xmlns:mc="http://schemas.openxmlformats.org/markup-compatibility/2006" xmlns:p14="http://schemas.microsoft.com/office/powerpoint/2010/main">
                <mc:Choice Requires="p14">
                  <p:contentPart p14:bwMode="auto" r:id="rId204">
                    <p14:nvContentPartPr>
                      <p14:cNvPr id="215" name="Ink 153">
                        <a:extLst>
                          <a:ext uri="{FF2B5EF4-FFF2-40B4-BE49-F238E27FC236}">
                            <a16:creationId xmlns:a16="http://schemas.microsoft.com/office/drawing/2014/main" id="{137E1D87-88AB-D31F-CCDA-FE1E536C2AF2}"/>
                          </a:ext>
                        </a:extLst>
                      </p14:cNvPr>
                      <p14:cNvContentPartPr/>
                      <p14:nvPr/>
                    </p14:nvContentPartPr>
                    <p14:xfrm>
                      <a:off x="3234643" y="3923498"/>
                      <a:ext cx="60840" cy="36000"/>
                    </p14:xfrm>
                  </p:contentPart>
                </mc:Choice>
                <mc:Fallback xmlns="">
                  <p:pic>
                    <p:nvPicPr>
                      <p:cNvPr id="215" name="Ink 153">
                        <a:extLst>
                          <a:ext uri="{FF2B5EF4-FFF2-40B4-BE49-F238E27FC236}">
                            <a16:creationId xmlns:a16="http://schemas.microsoft.com/office/drawing/2014/main" id="{137E1D87-88AB-D31F-CCDA-FE1E536C2AF2}"/>
                          </a:ext>
                        </a:extLst>
                      </p:cNvPr>
                      <p:cNvPicPr/>
                      <p:nvPr/>
                    </p:nvPicPr>
                    <p:blipFill>
                      <a:blip r:embed="rId205"/>
                      <a:stretch>
                        <a:fillRect/>
                      </a:stretch>
                    </p:blipFill>
                    <p:spPr>
                      <a:xfrm>
                        <a:off x="3230323" y="3919134"/>
                        <a:ext cx="69480" cy="44727"/>
                      </a:xfrm>
                      <a:prstGeom prst="rect">
                        <a:avLst/>
                      </a:prstGeom>
                    </p:spPr>
                  </p:pic>
                </mc:Fallback>
              </mc:AlternateContent>
              <mc:AlternateContent xmlns:mc="http://schemas.openxmlformats.org/markup-compatibility/2006" xmlns:p14="http://schemas.microsoft.com/office/powerpoint/2010/main">
                <mc:Choice Requires="p14">
                  <p:contentPart p14:bwMode="auto" r:id="rId206">
                    <p14:nvContentPartPr>
                      <p14:cNvPr id="216" name="Ink 154">
                        <a:extLst>
                          <a:ext uri="{FF2B5EF4-FFF2-40B4-BE49-F238E27FC236}">
                            <a16:creationId xmlns:a16="http://schemas.microsoft.com/office/drawing/2014/main" id="{D7936D3E-47E2-5F6D-B48A-B0044E1F7F9D}"/>
                          </a:ext>
                        </a:extLst>
                      </p14:cNvPr>
                      <p14:cNvContentPartPr/>
                      <p14:nvPr/>
                    </p14:nvContentPartPr>
                    <p14:xfrm>
                      <a:off x="3321403" y="3852578"/>
                      <a:ext cx="121320" cy="137160"/>
                    </p14:xfrm>
                  </p:contentPart>
                </mc:Choice>
                <mc:Fallback xmlns="">
                  <p:pic>
                    <p:nvPicPr>
                      <p:cNvPr id="216" name="Ink 154">
                        <a:extLst>
                          <a:ext uri="{FF2B5EF4-FFF2-40B4-BE49-F238E27FC236}">
                            <a16:creationId xmlns:a16="http://schemas.microsoft.com/office/drawing/2014/main" id="{D7936D3E-47E2-5F6D-B48A-B0044E1F7F9D}"/>
                          </a:ext>
                        </a:extLst>
                      </p:cNvPr>
                      <p:cNvPicPr/>
                      <p:nvPr/>
                    </p:nvPicPr>
                    <p:blipFill>
                      <a:blip r:embed="rId207"/>
                      <a:stretch>
                        <a:fillRect/>
                      </a:stretch>
                    </p:blipFill>
                    <p:spPr>
                      <a:xfrm>
                        <a:off x="3317083" y="3848258"/>
                        <a:ext cx="129960" cy="145800"/>
                      </a:xfrm>
                      <a:prstGeom prst="rect">
                        <a:avLst/>
                      </a:prstGeom>
                    </p:spPr>
                  </p:pic>
                </mc:Fallback>
              </mc:AlternateContent>
              <mc:AlternateContent xmlns:mc="http://schemas.openxmlformats.org/markup-compatibility/2006" xmlns:p14="http://schemas.microsoft.com/office/powerpoint/2010/main">
                <mc:Choice Requires="p14">
                  <p:contentPart p14:bwMode="auto" r:id="rId208">
                    <p14:nvContentPartPr>
                      <p14:cNvPr id="217" name="Ink 155">
                        <a:extLst>
                          <a:ext uri="{FF2B5EF4-FFF2-40B4-BE49-F238E27FC236}">
                            <a16:creationId xmlns:a16="http://schemas.microsoft.com/office/drawing/2014/main" id="{E82245B3-12AF-BDB6-83A7-2910DD787466}"/>
                          </a:ext>
                        </a:extLst>
                      </p14:cNvPr>
                      <p14:cNvContentPartPr/>
                      <p14:nvPr/>
                    </p14:nvContentPartPr>
                    <p14:xfrm>
                      <a:off x="3346603" y="3920618"/>
                      <a:ext cx="64080" cy="42120"/>
                    </p14:xfrm>
                  </p:contentPart>
                </mc:Choice>
                <mc:Fallback xmlns="">
                  <p:pic>
                    <p:nvPicPr>
                      <p:cNvPr id="217" name="Ink 155">
                        <a:extLst>
                          <a:ext uri="{FF2B5EF4-FFF2-40B4-BE49-F238E27FC236}">
                            <a16:creationId xmlns:a16="http://schemas.microsoft.com/office/drawing/2014/main" id="{E82245B3-12AF-BDB6-83A7-2910DD787466}"/>
                          </a:ext>
                        </a:extLst>
                      </p:cNvPr>
                      <p:cNvPicPr/>
                      <p:nvPr/>
                    </p:nvPicPr>
                    <p:blipFill>
                      <a:blip r:embed="rId209"/>
                      <a:stretch>
                        <a:fillRect/>
                      </a:stretch>
                    </p:blipFill>
                    <p:spPr>
                      <a:xfrm>
                        <a:off x="3342283" y="3916298"/>
                        <a:ext cx="72720" cy="50760"/>
                      </a:xfrm>
                      <a:prstGeom prst="rect">
                        <a:avLst/>
                      </a:prstGeom>
                    </p:spPr>
                  </p:pic>
                </mc:Fallback>
              </mc:AlternateContent>
              <mc:AlternateContent xmlns:mc="http://schemas.openxmlformats.org/markup-compatibility/2006" xmlns:p14="http://schemas.microsoft.com/office/powerpoint/2010/main">
                <mc:Choice Requires="p14">
                  <p:contentPart p14:bwMode="auto" r:id="rId210">
                    <p14:nvContentPartPr>
                      <p14:cNvPr id="218" name="Ink 156">
                        <a:extLst>
                          <a:ext uri="{FF2B5EF4-FFF2-40B4-BE49-F238E27FC236}">
                            <a16:creationId xmlns:a16="http://schemas.microsoft.com/office/drawing/2014/main" id="{9094CD51-C2D3-0D0F-AABC-A370253B6F0F}"/>
                          </a:ext>
                        </a:extLst>
                      </p14:cNvPr>
                      <p14:cNvContentPartPr/>
                      <p14:nvPr/>
                    </p14:nvContentPartPr>
                    <p14:xfrm>
                      <a:off x="3436963" y="3862658"/>
                      <a:ext cx="97560" cy="127440"/>
                    </p14:xfrm>
                  </p:contentPart>
                </mc:Choice>
                <mc:Fallback xmlns="">
                  <p:pic>
                    <p:nvPicPr>
                      <p:cNvPr id="218" name="Ink 156">
                        <a:extLst>
                          <a:ext uri="{FF2B5EF4-FFF2-40B4-BE49-F238E27FC236}">
                            <a16:creationId xmlns:a16="http://schemas.microsoft.com/office/drawing/2014/main" id="{9094CD51-C2D3-0D0F-AABC-A370253B6F0F}"/>
                          </a:ext>
                        </a:extLst>
                      </p:cNvPr>
                      <p:cNvPicPr/>
                      <p:nvPr/>
                    </p:nvPicPr>
                    <p:blipFill>
                      <a:blip r:embed="rId211"/>
                      <a:stretch>
                        <a:fillRect/>
                      </a:stretch>
                    </p:blipFill>
                    <p:spPr>
                      <a:xfrm>
                        <a:off x="3432643" y="3858338"/>
                        <a:ext cx="106200" cy="136080"/>
                      </a:xfrm>
                      <a:prstGeom prst="rect">
                        <a:avLst/>
                      </a:prstGeom>
                    </p:spPr>
                  </p:pic>
                </mc:Fallback>
              </mc:AlternateContent>
              <mc:AlternateContent xmlns:mc="http://schemas.openxmlformats.org/markup-compatibility/2006" xmlns:p14="http://schemas.microsoft.com/office/powerpoint/2010/main">
                <mc:Choice Requires="p14">
                  <p:contentPart p14:bwMode="auto" r:id="rId212">
                    <p14:nvContentPartPr>
                      <p14:cNvPr id="219" name="Ink 157">
                        <a:extLst>
                          <a:ext uri="{FF2B5EF4-FFF2-40B4-BE49-F238E27FC236}">
                            <a16:creationId xmlns:a16="http://schemas.microsoft.com/office/drawing/2014/main" id="{CCC06DF8-C3E9-DF21-56ED-27E59EA60BC7}"/>
                          </a:ext>
                        </a:extLst>
                      </p14:cNvPr>
                      <p14:cNvContentPartPr/>
                      <p14:nvPr/>
                    </p14:nvContentPartPr>
                    <p14:xfrm>
                      <a:off x="3462523" y="3929258"/>
                      <a:ext cx="54720" cy="40320"/>
                    </p14:xfrm>
                  </p:contentPart>
                </mc:Choice>
                <mc:Fallback xmlns="">
                  <p:pic>
                    <p:nvPicPr>
                      <p:cNvPr id="219" name="Ink 157">
                        <a:extLst>
                          <a:ext uri="{FF2B5EF4-FFF2-40B4-BE49-F238E27FC236}">
                            <a16:creationId xmlns:a16="http://schemas.microsoft.com/office/drawing/2014/main" id="{CCC06DF8-C3E9-DF21-56ED-27E59EA60BC7}"/>
                          </a:ext>
                        </a:extLst>
                      </p:cNvPr>
                      <p:cNvPicPr/>
                      <p:nvPr/>
                    </p:nvPicPr>
                    <p:blipFill>
                      <a:blip r:embed="rId213"/>
                      <a:stretch>
                        <a:fillRect/>
                      </a:stretch>
                    </p:blipFill>
                    <p:spPr>
                      <a:xfrm>
                        <a:off x="3458174" y="3924938"/>
                        <a:ext cx="63417" cy="48960"/>
                      </a:xfrm>
                      <a:prstGeom prst="rect">
                        <a:avLst/>
                      </a:prstGeom>
                    </p:spPr>
                  </p:pic>
                </mc:Fallback>
              </mc:AlternateContent>
              <mc:AlternateContent xmlns:mc="http://schemas.openxmlformats.org/markup-compatibility/2006" xmlns:p14="http://schemas.microsoft.com/office/powerpoint/2010/main">
                <mc:Choice Requires="p14">
                  <p:contentPart p14:bwMode="auto" r:id="rId214">
                    <p14:nvContentPartPr>
                      <p14:cNvPr id="220" name="Ink 158">
                        <a:extLst>
                          <a:ext uri="{FF2B5EF4-FFF2-40B4-BE49-F238E27FC236}">
                            <a16:creationId xmlns:a16="http://schemas.microsoft.com/office/drawing/2014/main" id="{7D0A268F-FF8A-81A5-9BDB-8028D1D81DAD}"/>
                          </a:ext>
                        </a:extLst>
                      </p14:cNvPr>
                      <p14:cNvContentPartPr/>
                      <p14:nvPr/>
                    </p14:nvContentPartPr>
                    <p14:xfrm>
                      <a:off x="3529123" y="3865178"/>
                      <a:ext cx="125280" cy="121320"/>
                    </p14:xfrm>
                  </p:contentPart>
                </mc:Choice>
                <mc:Fallback xmlns="">
                  <p:pic>
                    <p:nvPicPr>
                      <p:cNvPr id="220" name="Ink 158">
                        <a:extLst>
                          <a:ext uri="{FF2B5EF4-FFF2-40B4-BE49-F238E27FC236}">
                            <a16:creationId xmlns:a16="http://schemas.microsoft.com/office/drawing/2014/main" id="{7D0A268F-FF8A-81A5-9BDB-8028D1D81DAD}"/>
                          </a:ext>
                        </a:extLst>
                      </p:cNvPr>
                      <p:cNvPicPr/>
                      <p:nvPr/>
                    </p:nvPicPr>
                    <p:blipFill>
                      <a:blip r:embed="rId215"/>
                      <a:stretch>
                        <a:fillRect/>
                      </a:stretch>
                    </p:blipFill>
                    <p:spPr>
                      <a:xfrm>
                        <a:off x="3524791" y="3860858"/>
                        <a:ext cx="133945" cy="129960"/>
                      </a:xfrm>
                      <a:prstGeom prst="rect">
                        <a:avLst/>
                      </a:prstGeom>
                    </p:spPr>
                  </p:pic>
                </mc:Fallback>
              </mc:AlternateContent>
              <mc:AlternateContent xmlns:mc="http://schemas.openxmlformats.org/markup-compatibility/2006" xmlns:p14="http://schemas.microsoft.com/office/powerpoint/2010/main">
                <mc:Choice Requires="p14">
                  <p:contentPart p14:bwMode="auto" r:id="rId216">
                    <p14:nvContentPartPr>
                      <p14:cNvPr id="221" name="Ink 159">
                        <a:extLst>
                          <a:ext uri="{FF2B5EF4-FFF2-40B4-BE49-F238E27FC236}">
                            <a16:creationId xmlns:a16="http://schemas.microsoft.com/office/drawing/2014/main" id="{F599B931-B1C8-5626-1811-4D1B74EBA933}"/>
                          </a:ext>
                        </a:extLst>
                      </p14:cNvPr>
                      <p14:cNvContentPartPr/>
                      <p14:nvPr/>
                    </p14:nvContentPartPr>
                    <p14:xfrm>
                      <a:off x="3556843" y="3926378"/>
                      <a:ext cx="64080" cy="48600"/>
                    </p14:xfrm>
                  </p:contentPart>
                </mc:Choice>
                <mc:Fallback xmlns="">
                  <p:pic>
                    <p:nvPicPr>
                      <p:cNvPr id="221" name="Ink 159">
                        <a:extLst>
                          <a:ext uri="{FF2B5EF4-FFF2-40B4-BE49-F238E27FC236}">
                            <a16:creationId xmlns:a16="http://schemas.microsoft.com/office/drawing/2014/main" id="{F599B931-B1C8-5626-1811-4D1B74EBA933}"/>
                          </a:ext>
                        </a:extLst>
                      </p:cNvPr>
                      <p:cNvPicPr/>
                      <p:nvPr/>
                    </p:nvPicPr>
                    <p:blipFill>
                      <a:blip r:embed="rId217"/>
                      <a:stretch>
                        <a:fillRect/>
                      </a:stretch>
                    </p:blipFill>
                    <p:spPr>
                      <a:xfrm>
                        <a:off x="3552523" y="3922058"/>
                        <a:ext cx="72720" cy="57240"/>
                      </a:xfrm>
                      <a:prstGeom prst="rect">
                        <a:avLst/>
                      </a:prstGeom>
                    </p:spPr>
                  </p:pic>
                </mc:Fallback>
              </mc:AlternateContent>
              <mc:AlternateContent xmlns:mc="http://schemas.openxmlformats.org/markup-compatibility/2006" xmlns:p14="http://schemas.microsoft.com/office/powerpoint/2010/main">
                <mc:Choice Requires="p14">
                  <p:contentPart p14:bwMode="auto" r:id="rId218">
                    <p14:nvContentPartPr>
                      <p14:cNvPr id="222" name="Ink 160">
                        <a:extLst>
                          <a:ext uri="{FF2B5EF4-FFF2-40B4-BE49-F238E27FC236}">
                            <a16:creationId xmlns:a16="http://schemas.microsoft.com/office/drawing/2014/main" id="{E999A8CF-B2BB-6383-89AC-5F30F5945FD1}"/>
                          </a:ext>
                        </a:extLst>
                      </p14:cNvPr>
                      <p14:cNvContentPartPr/>
                      <p14:nvPr/>
                    </p14:nvContentPartPr>
                    <p14:xfrm>
                      <a:off x="3565873" y="4010128"/>
                      <a:ext cx="220320" cy="70560"/>
                    </p14:xfrm>
                  </p:contentPart>
                </mc:Choice>
                <mc:Fallback xmlns="">
                  <p:pic>
                    <p:nvPicPr>
                      <p:cNvPr id="222" name="Ink 160">
                        <a:extLst>
                          <a:ext uri="{FF2B5EF4-FFF2-40B4-BE49-F238E27FC236}">
                            <a16:creationId xmlns:a16="http://schemas.microsoft.com/office/drawing/2014/main" id="{E999A8CF-B2BB-6383-89AC-5F30F5945FD1}"/>
                          </a:ext>
                        </a:extLst>
                      </p:cNvPr>
                      <p:cNvPicPr/>
                      <p:nvPr/>
                    </p:nvPicPr>
                    <p:blipFill>
                      <a:blip r:embed="rId219"/>
                      <a:stretch>
                        <a:fillRect/>
                      </a:stretch>
                    </p:blipFill>
                    <p:spPr>
                      <a:xfrm>
                        <a:off x="3561553" y="4005830"/>
                        <a:ext cx="228960" cy="79156"/>
                      </a:xfrm>
                      <a:prstGeom prst="rect">
                        <a:avLst/>
                      </a:prstGeom>
                    </p:spPr>
                  </p:pic>
                </mc:Fallback>
              </mc:AlternateContent>
              <mc:AlternateContent xmlns:mc="http://schemas.openxmlformats.org/markup-compatibility/2006" xmlns:p14="http://schemas.microsoft.com/office/powerpoint/2010/main">
                <mc:Choice Requires="p14">
                  <p:contentPart p14:bwMode="auto" r:id="rId220">
                    <p14:nvContentPartPr>
                      <p14:cNvPr id="223" name="Ink 161">
                        <a:extLst>
                          <a:ext uri="{FF2B5EF4-FFF2-40B4-BE49-F238E27FC236}">
                            <a16:creationId xmlns:a16="http://schemas.microsoft.com/office/drawing/2014/main" id="{F805CB6B-118D-0841-2A67-56BF075DF40F}"/>
                          </a:ext>
                        </a:extLst>
                      </p14:cNvPr>
                      <p14:cNvContentPartPr/>
                      <p14:nvPr/>
                    </p14:nvContentPartPr>
                    <p14:xfrm>
                      <a:off x="3814273" y="4009408"/>
                      <a:ext cx="270720" cy="68760"/>
                    </p14:xfrm>
                  </p:contentPart>
                </mc:Choice>
                <mc:Fallback xmlns="">
                  <p:pic>
                    <p:nvPicPr>
                      <p:cNvPr id="223" name="Ink 161">
                        <a:extLst>
                          <a:ext uri="{FF2B5EF4-FFF2-40B4-BE49-F238E27FC236}">
                            <a16:creationId xmlns:a16="http://schemas.microsoft.com/office/drawing/2014/main" id="{F805CB6B-118D-0841-2A67-56BF075DF40F}"/>
                          </a:ext>
                        </a:extLst>
                      </p:cNvPr>
                      <p:cNvPicPr/>
                      <p:nvPr/>
                    </p:nvPicPr>
                    <p:blipFill>
                      <a:blip r:embed="rId221"/>
                      <a:stretch>
                        <a:fillRect/>
                      </a:stretch>
                    </p:blipFill>
                    <p:spPr>
                      <a:xfrm>
                        <a:off x="3809953" y="4005065"/>
                        <a:ext cx="279360" cy="77445"/>
                      </a:xfrm>
                      <a:prstGeom prst="rect">
                        <a:avLst/>
                      </a:prstGeom>
                    </p:spPr>
                  </p:pic>
                </mc:Fallback>
              </mc:AlternateContent>
            </p:grpSp>
            <p:grpSp>
              <p:nvGrpSpPr>
                <p:cNvPr id="93" name="Group 225">
                  <a:extLst>
                    <a:ext uri="{FF2B5EF4-FFF2-40B4-BE49-F238E27FC236}">
                      <a16:creationId xmlns:a16="http://schemas.microsoft.com/office/drawing/2014/main" id="{B13DC405-FF1F-EA69-230D-41710C0D2814}"/>
                    </a:ext>
                  </a:extLst>
                </p:cNvPr>
                <p:cNvGrpSpPr/>
                <p:nvPr/>
              </p:nvGrpSpPr>
              <p:grpSpPr>
                <a:xfrm rot="11503229">
                  <a:off x="4074876" y="4034656"/>
                  <a:ext cx="197323" cy="165831"/>
                  <a:chOff x="4582987" y="3144644"/>
                  <a:chExt cx="271774" cy="230177"/>
                </a:xfrm>
              </p:grpSpPr>
              <p:sp>
                <p:nvSpPr>
                  <p:cNvPr id="125" name="Rectangle: Rounded Corners 226">
                    <a:extLst>
                      <a:ext uri="{FF2B5EF4-FFF2-40B4-BE49-F238E27FC236}">
                        <a16:creationId xmlns:a16="http://schemas.microsoft.com/office/drawing/2014/main" id="{119C7CE3-1C34-D79C-1520-6F11937BE2B3}"/>
                      </a:ext>
                    </a:extLst>
                  </p:cNvPr>
                  <p:cNvSpPr/>
                  <p:nvPr/>
                </p:nvSpPr>
                <p:spPr bwMode="auto">
                  <a:xfrm rot="3223940">
                    <a:off x="4762894" y="3128518"/>
                    <a:ext cx="60694" cy="123041"/>
                  </a:xfrm>
                  <a:prstGeom prst="roundRect">
                    <a:avLst>
                      <a:gd name="adj" fmla="val 48774"/>
                    </a:avLst>
                  </a:prstGeom>
                  <a:solidFill>
                    <a:srgbClr val="06B154"/>
                  </a:solidFill>
                  <a:ln w="22225">
                    <a:solidFill>
                      <a:srgbClr val="06B154"/>
                    </a:solidFill>
                    <a:miter lim="800000"/>
                    <a:headEnd/>
                    <a:tailEnd/>
                  </a:ln>
                  <a:effectLst/>
                </p:spPr>
                <p:txBody>
                  <a:bodyPr wrap="none" rtlCol="0" anchor="ctr"/>
                  <a:lstStyle/>
                  <a:p>
                    <a:pPr algn="ctr"/>
                    <a:endParaRPr lang="en-GB" sz="1600" b="1" noProof="0" dirty="0">
                      <a:solidFill>
                        <a:schemeClr val="bg1"/>
                      </a:solidFill>
                    </a:endParaRPr>
                  </a:p>
                </p:txBody>
              </p:sp>
              <p:cxnSp>
                <p:nvCxnSpPr>
                  <p:cNvPr id="126" name="Connector: Curved 227">
                    <a:extLst>
                      <a:ext uri="{FF2B5EF4-FFF2-40B4-BE49-F238E27FC236}">
                        <a16:creationId xmlns:a16="http://schemas.microsoft.com/office/drawing/2014/main" id="{5D1B6336-1340-7F8C-FBB3-22CF496B4389}"/>
                      </a:ext>
                    </a:extLst>
                  </p:cNvPr>
                  <p:cNvCxnSpPr>
                    <a:cxnSpLocks/>
                  </p:cNvCxnSpPr>
                  <p:nvPr/>
                </p:nvCxnSpPr>
                <p:spPr>
                  <a:xfrm rot="5722819">
                    <a:off x="4670213" y="3223150"/>
                    <a:ext cx="125667" cy="94013"/>
                  </a:xfrm>
                  <a:prstGeom prst="curvedConnector3">
                    <a:avLst>
                      <a:gd name="adj1" fmla="val 50000"/>
                    </a:avLst>
                  </a:prstGeom>
                  <a:ln w="6350"/>
                </p:spPr>
                <p:style>
                  <a:lnRef idx="1">
                    <a:schemeClr val="accent1"/>
                  </a:lnRef>
                  <a:fillRef idx="0">
                    <a:schemeClr val="accent1"/>
                  </a:fillRef>
                  <a:effectRef idx="0">
                    <a:schemeClr val="accent1"/>
                  </a:effectRef>
                  <a:fontRef idx="minor">
                    <a:schemeClr val="tx1"/>
                  </a:fontRef>
                </p:style>
              </p:cxnSp>
              <p:cxnSp>
                <p:nvCxnSpPr>
                  <p:cNvPr id="127" name="Connector: Curved 228">
                    <a:extLst>
                      <a:ext uri="{FF2B5EF4-FFF2-40B4-BE49-F238E27FC236}">
                        <a16:creationId xmlns:a16="http://schemas.microsoft.com/office/drawing/2014/main" id="{3124413C-C120-C06D-B31A-5AEC5BAFC636}"/>
                      </a:ext>
                    </a:extLst>
                  </p:cNvPr>
                  <p:cNvCxnSpPr>
                    <a:cxnSpLocks/>
                  </p:cNvCxnSpPr>
                  <p:nvPr/>
                </p:nvCxnSpPr>
                <p:spPr>
                  <a:xfrm rot="5722819">
                    <a:off x="4651109" y="3231717"/>
                    <a:ext cx="179092" cy="107116"/>
                  </a:xfrm>
                  <a:prstGeom prst="curvedConnector3">
                    <a:avLst>
                      <a:gd name="adj1" fmla="val 50000"/>
                    </a:avLst>
                  </a:prstGeom>
                  <a:ln w="6350"/>
                </p:spPr>
                <p:style>
                  <a:lnRef idx="1">
                    <a:schemeClr val="accent1"/>
                  </a:lnRef>
                  <a:fillRef idx="0">
                    <a:schemeClr val="accent1"/>
                  </a:fillRef>
                  <a:effectRef idx="0">
                    <a:schemeClr val="accent1"/>
                  </a:effectRef>
                  <a:fontRef idx="minor">
                    <a:schemeClr val="tx1"/>
                  </a:fontRef>
                </p:style>
              </p:cxnSp>
              <p:cxnSp>
                <p:nvCxnSpPr>
                  <p:cNvPr id="128" name="Connector: Curved 229">
                    <a:extLst>
                      <a:ext uri="{FF2B5EF4-FFF2-40B4-BE49-F238E27FC236}">
                        <a16:creationId xmlns:a16="http://schemas.microsoft.com/office/drawing/2014/main" id="{8D00F00B-85B2-2502-ADB1-64B6C66F8ECA}"/>
                      </a:ext>
                    </a:extLst>
                  </p:cNvPr>
                  <p:cNvCxnSpPr>
                    <a:cxnSpLocks/>
                  </p:cNvCxnSpPr>
                  <p:nvPr/>
                </p:nvCxnSpPr>
                <p:spPr>
                  <a:xfrm rot="13074294" flipV="1">
                    <a:off x="4643590" y="3144644"/>
                    <a:ext cx="95155" cy="122455"/>
                  </a:xfrm>
                  <a:prstGeom prst="curvedConnector3">
                    <a:avLst>
                      <a:gd name="adj1" fmla="val 50000"/>
                    </a:avLst>
                  </a:prstGeom>
                  <a:ln w="6350"/>
                </p:spPr>
                <p:style>
                  <a:lnRef idx="1">
                    <a:schemeClr val="accent1"/>
                  </a:lnRef>
                  <a:fillRef idx="0">
                    <a:schemeClr val="accent1"/>
                  </a:fillRef>
                  <a:effectRef idx="0">
                    <a:schemeClr val="accent1"/>
                  </a:effectRef>
                  <a:fontRef idx="minor">
                    <a:schemeClr val="tx1"/>
                  </a:fontRef>
                </p:style>
              </p:cxnSp>
              <p:cxnSp>
                <p:nvCxnSpPr>
                  <p:cNvPr id="129" name="Connector: Curved 230">
                    <a:extLst>
                      <a:ext uri="{FF2B5EF4-FFF2-40B4-BE49-F238E27FC236}">
                        <a16:creationId xmlns:a16="http://schemas.microsoft.com/office/drawing/2014/main" id="{3F868B21-1434-D1B8-6CA4-445ACEA6A05C}"/>
                      </a:ext>
                    </a:extLst>
                  </p:cNvPr>
                  <p:cNvCxnSpPr>
                    <a:cxnSpLocks/>
                  </p:cNvCxnSpPr>
                  <p:nvPr/>
                </p:nvCxnSpPr>
                <p:spPr>
                  <a:xfrm rot="11122819" flipV="1">
                    <a:off x="4582987" y="3158988"/>
                    <a:ext cx="201019" cy="60981"/>
                  </a:xfrm>
                  <a:prstGeom prst="curvedConnector3">
                    <a:avLst>
                      <a:gd name="adj1" fmla="val 50000"/>
                    </a:avLst>
                  </a:prstGeom>
                  <a:ln w="6350"/>
                </p:spPr>
                <p:style>
                  <a:lnRef idx="1">
                    <a:schemeClr val="accent1"/>
                  </a:lnRef>
                  <a:fillRef idx="0">
                    <a:schemeClr val="accent1"/>
                  </a:fillRef>
                  <a:effectRef idx="0">
                    <a:schemeClr val="accent1"/>
                  </a:effectRef>
                  <a:fontRef idx="minor">
                    <a:schemeClr val="tx1"/>
                  </a:fontRef>
                </p:style>
              </p:cxnSp>
            </p:grpSp>
            <p:grpSp>
              <p:nvGrpSpPr>
                <p:cNvPr id="94" name="Group 231">
                  <a:extLst>
                    <a:ext uri="{FF2B5EF4-FFF2-40B4-BE49-F238E27FC236}">
                      <a16:creationId xmlns:a16="http://schemas.microsoft.com/office/drawing/2014/main" id="{DF9E723A-7C67-653B-D20B-8EE11E28D404}"/>
                    </a:ext>
                  </a:extLst>
                </p:cNvPr>
                <p:cNvGrpSpPr/>
                <p:nvPr/>
              </p:nvGrpSpPr>
              <p:grpSpPr>
                <a:xfrm rot="3151135">
                  <a:off x="4253873" y="4006616"/>
                  <a:ext cx="197323" cy="165831"/>
                  <a:chOff x="4582987" y="3144644"/>
                  <a:chExt cx="271774" cy="230177"/>
                </a:xfrm>
              </p:grpSpPr>
              <p:sp>
                <p:nvSpPr>
                  <p:cNvPr id="120" name="Rectangle: Rounded Corners 232">
                    <a:extLst>
                      <a:ext uri="{FF2B5EF4-FFF2-40B4-BE49-F238E27FC236}">
                        <a16:creationId xmlns:a16="http://schemas.microsoft.com/office/drawing/2014/main" id="{C7CF7AE5-CD41-0E4A-D5EB-3630A19E51A7}"/>
                      </a:ext>
                    </a:extLst>
                  </p:cNvPr>
                  <p:cNvSpPr/>
                  <p:nvPr/>
                </p:nvSpPr>
                <p:spPr bwMode="auto">
                  <a:xfrm rot="3223940">
                    <a:off x="4762894" y="3128518"/>
                    <a:ext cx="60694" cy="123041"/>
                  </a:xfrm>
                  <a:prstGeom prst="roundRect">
                    <a:avLst>
                      <a:gd name="adj" fmla="val 48774"/>
                    </a:avLst>
                  </a:prstGeom>
                  <a:solidFill>
                    <a:srgbClr val="06B154"/>
                  </a:solidFill>
                  <a:ln w="22225">
                    <a:solidFill>
                      <a:srgbClr val="06B154"/>
                    </a:solidFill>
                    <a:miter lim="800000"/>
                    <a:headEnd/>
                    <a:tailEnd/>
                  </a:ln>
                  <a:effectLst/>
                </p:spPr>
                <p:txBody>
                  <a:bodyPr wrap="none" rtlCol="0" anchor="ctr"/>
                  <a:lstStyle/>
                  <a:p>
                    <a:pPr algn="ctr"/>
                    <a:endParaRPr lang="en-GB" sz="1600" b="1" noProof="0" dirty="0">
                      <a:solidFill>
                        <a:schemeClr val="bg1"/>
                      </a:solidFill>
                    </a:endParaRPr>
                  </a:p>
                </p:txBody>
              </p:sp>
              <p:cxnSp>
                <p:nvCxnSpPr>
                  <p:cNvPr id="121" name="Connector: Curved 233">
                    <a:extLst>
                      <a:ext uri="{FF2B5EF4-FFF2-40B4-BE49-F238E27FC236}">
                        <a16:creationId xmlns:a16="http://schemas.microsoft.com/office/drawing/2014/main" id="{CB5368F4-A4A8-E075-FD74-8D92D53B3A77}"/>
                      </a:ext>
                    </a:extLst>
                  </p:cNvPr>
                  <p:cNvCxnSpPr>
                    <a:cxnSpLocks/>
                  </p:cNvCxnSpPr>
                  <p:nvPr/>
                </p:nvCxnSpPr>
                <p:spPr>
                  <a:xfrm rot="5722819">
                    <a:off x="4670213" y="3223150"/>
                    <a:ext cx="125667" cy="94013"/>
                  </a:xfrm>
                  <a:prstGeom prst="curvedConnector3">
                    <a:avLst>
                      <a:gd name="adj1" fmla="val 50000"/>
                    </a:avLst>
                  </a:prstGeom>
                  <a:ln w="6350"/>
                </p:spPr>
                <p:style>
                  <a:lnRef idx="1">
                    <a:schemeClr val="accent1"/>
                  </a:lnRef>
                  <a:fillRef idx="0">
                    <a:schemeClr val="accent1"/>
                  </a:fillRef>
                  <a:effectRef idx="0">
                    <a:schemeClr val="accent1"/>
                  </a:effectRef>
                  <a:fontRef idx="minor">
                    <a:schemeClr val="tx1"/>
                  </a:fontRef>
                </p:style>
              </p:cxnSp>
              <p:cxnSp>
                <p:nvCxnSpPr>
                  <p:cNvPr id="122" name="Connector: Curved 234">
                    <a:extLst>
                      <a:ext uri="{FF2B5EF4-FFF2-40B4-BE49-F238E27FC236}">
                        <a16:creationId xmlns:a16="http://schemas.microsoft.com/office/drawing/2014/main" id="{591E2A13-ABE5-60CB-AA87-BC679AF1DC77}"/>
                      </a:ext>
                    </a:extLst>
                  </p:cNvPr>
                  <p:cNvCxnSpPr>
                    <a:cxnSpLocks/>
                  </p:cNvCxnSpPr>
                  <p:nvPr/>
                </p:nvCxnSpPr>
                <p:spPr>
                  <a:xfrm rot="5722819">
                    <a:off x="4651109" y="3231717"/>
                    <a:ext cx="179092" cy="107116"/>
                  </a:xfrm>
                  <a:prstGeom prst="curvedConnector3">
                    <a:avLst>
                      <a:gd name="adj1" fmla="val 50000"/>
                    </a:avLst>
                  </a:prstGeom>
                  <a:ln w="6350"/>
                </p:spPr>
                <p:style>
                  <a:lnRef idx="1">
                    <a:schemeClr val="accent1"/>
                  </a:lnRef>
                  <a:fillRef idx="0">
                    <a:schemeClr val="accent1"/>
                  </a:fillRef>
                  <a:effectRef idx="0">
                    <a:schemeClr val="accent1"/>
                  </a:effectRef>
                  <a:fontRef idx="minor">
                    <a:schemeClr val="tx1"/>
                  </a:fontRef>
                </p:style>
              </p:cxnSp>
              <p:cxnSp>
                <p:nvCxnSpPr>
                  <p:cNvPr id="123" name="Connector: Curved 235">
                    <a:extLst>
                      <a:ext uri="{FF2B5EF4-FFF2-40B4-BE49-F238E27FC236}">
                        <a16:creationId xmlns:a16="http://schemas.microsoft.com/office/drawing/2014/main" id="{AC514F66-44E1-AB09-50FE-AA36F309A090}"/>
                      </a:ext>
                    </a:extLst>
                  </p:cNvPr>
                  <p:cNvCxnSpPr>
                    <a:cxnSpLocks/>
                  </p:cNvCxnSpPr>
                  <p:nvPr/>
                </p:nvCxnSpPr>
                <p:spPr>
                  <a:xfrm rot="13074294" flipV="1">
                    <a:off x="4643590" y="3144644"/>
                    <a:ext cx="95155" cy="122455"/>
                  </a:xfrm>
                  <a:prstGeom prst="curvedConnector3">
                    <a:avLst>
                      <a:gd name="adj1" fmla="val 50000"/>
                    </a:avLst>
                  </a:prstGeom>
                  <a:ln w="6350"/>
                </p:spPr>
                <p:style>
                  <a:lnRef idx="1">
                    <a:schemeClr val="accent1"/>
                  </a:lnRef>
                  <a:fillRef idx="0">
                    <a:schemeClr val="accent1"/>
                  </a:fillRef>
                  <a:effectRef idx="0">
                    <a:schemeClr val="accent1"/>
                  </a:effectRef>
                  <a:fontRef idx="minor">
                    <a:schemeClr val="tx1"/>
                  </a:fontRef>
                </p:style>
              </p:cxnSp>
              <p:cxnSp>
                <p:nvCxnSpPr>
                  <p:cNvPr id="124" name="Connector: Curved 236">
                    <a:extLst>
                      <a:ext uri="{FF2B5EF4-FFF2-40B4-BE49-F238E27FC236}">
                        <a16:creationId xmlns:a16="http://schemas.microsoft.com/office/drawing/2014/main" id="{00DA0AFB-1762-0E67-CA54-B5E6711EB285}"/>
                      </a:ext>
                    </a:extLst>
                  </p:cNvPr>
                  <p:cNvCxnSpPr>
                    <a:cxnSpLocks/>
                  </p:cNvCxnSpPr>
                  <p:nvPr/>
                </p:nvCxnSpPr>
                <p:spPr>
                  <a:xfrm rot="11122819" flipV="1">
                    <a:off x="4582987" y="3158988"/>
                    <a:ext cx="201019" cy="60981"/>
                  </a:xfrm>
                  <a:prstGeom prst="curvedConnector3">
                    <a:avLst>
                      <a:gd name="adj1" fmla="val 50000"/>
                    </a:avLst>
                  </a:prstGeom>
                  <a:ln w="6350"/>
                </p:spPr>
                <p:style>
                  <a:lnRef idx="1">
                    <a:schemeClr val="accent1"/>
                  </a:lnRef>
                  <a:fillRef idx="0">
                    <a:schemeClr val="accent1"/>
                  </a:fillRef>
                  <a:effectRef idx="0">
                    <a:schemeClr val="accent1"/>
                  </a:effectRef>
                  <a:fontRef idx="minor">
                    <a:schemeClr val="tx1"/>
                  </a:fontRef>
                </p:style>
              </p:cxnSp>
            </p:grpSp>
            <p:grpSp>
              <p:nvGrpSpPr>
                <p:cNvPr id="95" name="Group 237">
                  <a:extLst>
                    <a:ext uri="{FF2B5EF4-FFF2-40B4-BE49-F238E27FC236}">
                      <a16:creationId xmlns:a16="http://schemas.microsoft.com/office/drawing/2014/main" id="{8042FC95-ABC4-3BB7-4C76-9126C9E61322}"/>
                    </a:ext>
                  </a:extLst>
                </p:cNvPr>
                <p:cNvGrpSpPr/>
                <p:nvPr/>
              </p:nvGrpSpPr>
              <p:grpSpPr>
                <a:xfrm rot="11503229">
                  <a:off x="4421273" y="4092174"/>
                  <a:ext cx="197323" cy="165831"/>
                  <a:chOff x="4582987" y="3144644"/>
                  <a:chExt cx="271774" cy="230177"/>
                </a:xfrm>
              </p:grpSpPr>
              <p:sp>
                <p:nvSpPr>
                  <p:cNvPr id="115" name="Rectangle: Rounded Corners 238">
                    <a:extLst>
                      <a:ext uri="{FF2B5EF4-FFF2-40B4-BE49-F238E27FC236}">
                        <a16:creationId xmlns:a16="http://schemas.microsoft.com/office/drawing/2014/main" id="{52A5FD73-D388-2DC5-953C-31A47183AC10}"/>
                      </a:ext>
                    </a:extLst>
                  </p:cNvPr>
                  <p:cNvSpPr/>
                  <p:nvPr/>
                </p:nvSpPr>
                <p:spPr bwMode="auto">
                  <a:xfrm rot="3223940">
                    <a:off x="4762894" y="3128518"/>
                    <a:ext cx="60694" cy="123041"/>
                  </a:xfrm>
                  <a:prstGeom prst="roundRect">
                    <a:avLst>
                      <a:gd name="adj" fmla="val 48774"/>
                    </a:avLst>
                  </a:prstGeom>
                  <a:solidFill>
                    <a:srgbClr val="06B154"/>
                  </a:solidFill>
                  <a:ln w="22225">
                    <a:solidFill>
                      <a:srgbClr val="06B154"/>
                    </a:solidFill>
                    <a:miter lim="800000"/>
                    <a:headEnd/>
                    <a:tailEnd/>
                  </a:ln>
                  <a:effectLst/>
                </p:spPr>
                <p:txBody>
                  <a:bodyPr wrap="none" rtlCol="0" anchor="ctr"/>
                  <a:lstStyle/>
                  <a:p>
                    <a:pPr algn="ctr"/>
                    <a:endParaRPr lang="en-GB" sz="1600" b="1" noProof="0" dirty="0">
                      <a:solidFill>
                        <a:schemeClr val="bg1"/>
                      </a:solidFill>
                    </a:endParaRPr>
                  </a:p>
                </p:txBody>
              </p:sp>
              <p:cxnSp>
                <p:nvCxnSpPr>
                  <p:cNvPr id="116" name="Connector: Curved 239">
                    <a:extLst>
                      <a:ext uri="{FF2B5EF4-FFF2-40B4-BE49-F238E27FC236}">
                        <a16:creationId xmlns:a16="http://schemas.microsoft.com/office/drawing/2014/main" id="{4D4B2EEB-7293-A78B-9ECF-2A3452113EF4}"/>
                      </a:ext>
                    </a:extLst>
                  </p:cNvPr>
                  <p:cNvCxnSpPr>
                    <a:cxnSpLocks/>
                  </p:cNvCxnSpPr>
                  <p:nvPr/>
                </p:nvCxnSpPr>
                <p:spPr>
                  <a:xfrm rot="5722819">
                    <a:off x="4670213" y="3223150"/>
                    <a:ext cx="125667" cy="94013"/>
                  </a:xfrm>
                  <a:prstGeom prst="curvedConnector3">
                    <a:avLst>
                      <a:gd name="adj1" fmla="val 50000"/>
                    </a:avLst>
                  </a:prstGeom>
                  <a:ln w="6350"/>
                </p:spPr>
                <p:style>
                  <a:lnRef idx="1">
                    <a:schemeClr val="accent1"/>
                  </a:lnRef>
                  <a:fillRef idx="0">
                    <a:schemeClr val="accent1"/>
                  </a:fillRef>
                  <a:effectRef idx="0">
                    <a:schemeClr val="accent1"/>
                  </a:effectRef>
                  <a:fontRef idx="minor">
                    <a:schemeClr val="tx1"/>
                  </a:fontRef>
                </p:style>
              </p:cxnSp>
              <p:cxnSp>
                <p:nvCxnSpPr>
                  <p:cNvPr id="117" name="Connector: Curved 240">
                    <a:extLst>
                      <a:ext uri="{FF2B5EF4-FFF2-40B4-BE49-F238E27FC236}">
                        <a16:creationId xmlns:a16="http://schemas.microsoft.com/office/drawing/2014/main" id="{62B0B34C-7A58-1B45-1672-43632C25CDA5}"/>
                      </a:ext>
                    </a:extLst>
                  </p:cNvPr>
                  <p:cNvCxnSpPr>
                    <a:cxnSpLocks/>
                  </p:cNvCxnSpPr>
                  <p:nvPr/>
                </p:nvCxnSpPr>
                <p:spPr>
                  <a:xfrm rot="5722819">
                    <a:off x="4651109" y="3231717"/>
                    <a:ext cx="179092" cy="107116"/>
                  </a:xfrm>
                  <a:prstGeom prst="curvedConnector3">
                    <a:avLst>
                      <a:gd name="adj1" fmla="val 50000"/>
                    </a:avLst>
                  </a:prstGeom>
                  <a:ln w="6350"/>
                </p:spPr>
                <p:style>
                  <a:lnRef idx="1">
                    <a:schemeClr val="accent1"/>
                  </a:lnRef>
                  <a:fillRef idx="0">
                    <a:schemeClr val="accent1"/>
                  </a:fillRef>
                  <a:effectRef idx="0">
                    <a:schemeClr val="accent1"/>
                  </a:effectRef>
                  <a:fontRef idx="minor">
                    <a:schemeClr val="tx1"/>
                  </a:fontRef>
                </p:style>
              </p:cxnSp>
              <p:cxnSp>
                <p:nvCxnSpPr>
                  <p:cNvPr id="118" name="Connector: Curved 241">
                    <a:extLst>
                      <a:ext uri="{FF2B5EF4-FFF2-40B4-BE49-F238E27FC236}">
                        <a16:creationId xmlns:a16="http://schemas.microsoft.com/office/drawing/2014/main" id="{59218114-6131-9310-CAC2-2088BE56CBA1}"/>
                      </a:ext>
                    </a:extLst>
                  </p:cNvPr>
                  <p:cNvCxnSpPr>
                    <a:cxnSpLocks/>
                  </p:cNvCxnSpPr>
                  <p:nvPr/>
                </p:nvCxnSpPr>
                <p:spPr>
                  <a:xfrm rot="13074294" flipV="1">
                    <a:off x="4643590" y="3144644"/>
                    <a:ext cx="95155" cy="122455"/>
                  </a:xfrm>
                  <a:prstGeom prst="curvedConnector3">
                    <a:avLst>
                      <a:gd name="adj1" fmla="val 50000"/>
                    </a:avLst>
                  </a:prstGeom>
                  <a:ln w="6350"/>
                </p:spPr>
                <p:style>
                  <a:lnRef idx="1">
                    <a:schemeClr val="accent1"/>
                  </a:lnRef>
                  <a:fillRef idx="0">
                    <a:schemeClr val="accent1"/>
                  </a:fillRef>
                  <a:effectRef idx="0">
                    <a:schemeClr val="accent1"/>
                  </a:effectRef>
                  <a:fontRef idx="minor">
                    <a:schemeClr val="tx1"/>
                  </a:fontRef>
                </p:style>
              </p:cxnSp>
              <p:cxnSp>
                <p:nvCxnSpPr>
                  <p:cNvPr id="119" name="Connector: Curved 242">
                    <a:extLst>
                      <a:ext uri="{FF2B5EF4-FFF2-40B4-BE49-F238E27FC236}">
                        <a16:creationId xmlns:a16="http://schemas.microsoft.com/office/drawing/2014/main" id="{31ED1EFD-241F-8C13-4EFB-EA9468FB3A31}"/>
                      </a:ext>
                    </a:extLst>
                  </p:cNvPr>
                  <p:cNvCxnSpPr>
                    <a:cxnSpLocks/>
                  </p:cNvCxnSpPr>
                  <p:nvPr/>
                </p:nvCxnSpPr>
                <p:spPr>
                  <a:xfrm rot="11122819" flipV="1">
                    <a:off x="4582987" y="3158988"/>
                    <a:ext cx="201019" cy="60981"/>
                  </a:xfrm>
                  <a:prstGeom prst="curvedConnector3">
                    <a:avLst>
                      <a:gd name="adj1" fmla="val 50000"/>
                    </a:avLst>
                  </a:prstGeom>
                  <a:ln w="6350"/>
                </p:spPr>
                <p:style>
                  <a:lnRef idx="1">
                    <a:schemeClr val="accent1"/>
                  </a:lnRef>
                  <a:fillRef idx="0">
                    <a:schemeClr val="accent1"/>
                  </a:fillRef>
                  <a:effectRef idx="0">
                    <a:schemeClr val="accent1"/>
                  </a:effectRef>
                  <a:fontRef idx="minor">
                    <a:schemeClr val="tx1"/>
                  </a:fontRef>
                </p:style>
              </p:cxnSp>
            </p:grpSp>
            <p:sp>
              <p:nvSpPr>
                <p:cNvPr id="96" name="Oval 243">
                  <a:extLst>
                    <a:ext uri="{FF2B5EF4-FFF2-40B4-BE49-F238E27FC236}">
                      <a16:creationId xmlns:a16="http://schemas.microsoft.com/office/drawing/2014/main" id="{8E2AF39D-C3B5-A5DC-5244-DBEA5EBE0D02}"/>
                    </a:ext>
                  </a:extLst>
                </p:cNvPr>
                <p:cNvSpPr/>
                <p:nvPr/>
              </p:nvSpPr>
              <p:spPr>
                <a:xfrm>
                  <a:off x="4441057" y="4336618"/>
                  <a:ext cx="48790" cy="45719"/>
                </a:xfrm>
                <a:prstGeom prst="ellipse">
                  <a:avLst/>
                </a:prstGeom>
                <a:solidFill>
                  <a:srgbClr val="06B154"/>
                </a:solidFill>
                <a:ln>
                  <a:solidFill>
                    <a:srgbClr val="06B15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97" name="Oval 244">
                  <a:extLst>
                    <a:ext uri="{FF2B5EF4-FFF2-40B4-BE49-F238E27FC236}">
                      <a16:creationId xmlns:a16="http://schemas.microsoft.com/office/drawing/2014/main" id="{D662FDD2-0545-D1FE-AD6B-9D1EB949FAA4}"/>
                    </a:ext>
                  </a:extLst>
                </p:cNvPr>
                <p:cNvSpPr/>
                <p:nvPr/>
              </p:nvSpPr>
              <p:spPr>
                <a:xfrm>
                  <a:off x="4080579" y="4441218"/>
                  <a:ext cx="48790" cy="45719"/>
                </a:xfrm>
                <a:prstGeom prst="ellipse">
                  <a:avLst/>
                </a:prstGeom>
                <a:solidFill>
                  <a:srgbClr val="06B154"/>
                </a:solidFill>
                <a:ln>
                  <a:solidFill>
                    <a:srgbClr val="06B15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98" name="Oval 245">
                  <a:extLst>
                    <a:ext uri="{FF2B5EF4-FFF2-40B4-BE49-F238E27FC236}">
                      <a16:creationId xmlns:a16="http://schemas.microsoft.com/office/drawing/2014/main" id="{9645986E-B455-3140-69FD-A0E07BF1F987}"/>
                    </a:ext>
                  </a:extLst>
                </p:cNvPr>
                <p:cNvSpPr/>
                <p:nvPr/>
              </p:nvSpPr>
              <p:spPr>
                <a:xfrm>
                  <a:off x="4473542" y="4649069"/>
                  <a:ext cx="48790" cy="45719"/>
                </a:xfrm>
                <a:prstGeom prst="ellipse">
                  <a:avLst/>
                </a:prstGeom>
                <a:solidFill>
                  <a:srgbClr val="06B154"/>
                </a:solidFill>
                <a:ln>
                  <a:solidFill>
                    <a:srgbClr val="06B15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99" name="Oval 246">
                  <a:extLst>
                    <a:ext uri="{FF2B5EF4-FFF2-40B4-BE49-F238E27FC236}">
                      <a16:creationId xmlns:a16="http://schemas.microsoft.com/office/drawing/2014/main" id="{8793ECCD-AAC8-63DF-7EE8-3B933F21D149}"/>
                    </a:ext>
                  </a:extLst>
                </p:cNvPr>
                <p:cNvSpPr/>
                <p:nvPr/>
              </p:nvSpPr>
              <p:spPr>
                <a:xfrm>
                  <a:off x="3991729" y="4777846"/>
                  <a:ext cx="48790" cy="45719"/>
                </a:xfrm>
                <a:prstGeom prst="ellipse">
                  <a:avLst/>
                </a:prstGeom>
                <a:solidFill>
                  <a:srgbClr val="06B154"/>
                </a:solidFill>
                <a:ln>
                  <a:solidFill>
                    <a:srgbClr val="06B15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00" name="Oval 247">
                  <a:extLst>
                    <a:ext uri="{FF2B5EF4-FFF2-40B4-BE49-F238E27FC236}">
                      <a16:creationId xmlns:a16="http://schemas.microsoft.com/office/drawing/2014/main" id="{01AEB8BB-0126-AD52-B84A-DD0314E74B36}"/>
                    </a:ext>
                  </a:extLst>
                </p:cNvPr>
                <p:cNvSpPr/>
                <p:nvPr/>
              </p:nvSpPr>
              <p:spPr>
                <a:xfrm>
                  <a:off x="4672869" y="4937743"/>
                  <a:ext cx="48790" cy="45719"/>
                </a:xfrm>
                <a:prstGeom prst="ellipse">
                  <a:avLst/>
                </a:prstGeom>
                <a:solidFill>
                  <a:srgbClr val="06B154"/>
                </a:solidFill>
                <a:ln>
                  <a:solidFill>
                    <a:srgbClr val="06B15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01" name="Oval 248">
                  <a:extLst>
                    <a:ext uri="{FF2B5EF4-FFF2-40B4-BE49-F238E27FC236}">
                      <a16:creationId xmlns:a16="http://schemas.microsoft.com/office/drawing/2014/main" id="{F749E1DC-4284-3DBA-331F-776C207F614C}"/>
                    </a:ext>
                  </a:extLst>
                </p:cNvPr>
                <p:cNvSpPr/>
                <p:nvPr/>
              </p:nvSpPr>
              <p:spPr>
                <a:xfrm>
                  <a:off x="4045028" y="5020537"/>
                  <a:ext cx="48790" cy="45719"/>
                </a:xfrm>
                <a:prstGeom prst="ellipse">
                  <a:avLst/>
                </a:prstGeom>
                <a:solidFill>
                  <a:srgbClr val="06B154"/>
                </a:solidFill>
                <a:ln>
                  <a:solidFill>
                    <a:srgbClr val="06B15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02" name="Oval 249">
                  <a:extLst>
                    <a:ext uri="{FF2B5EF4-FFF2-40B4-BE49-F238E27FC236}">
                      <a16:creationId xmlns:a16="http://schemas.microsoft.com/office/drawing/2014/main" id="{66FD7A67-1303-6D6E-E23C-DAAD35D913EF}"/>
                    </a:ext>
                  </a:extLst>
                </p:cNvPr>
                <p:cNvSpPr/>
                <p:nvPr/>
              </p:nvSpPr>
              <p:spPr>
                <a:xfrm>
                  <a:off x="4704040" y="5302415"/>
                  <a:ext cx="48790" cy="45719"/>
                </a:xfrm>
                <a:prstGeom prst="ellipse">
                  <a:avLst/>
                </a:prstGeom>
                <a:solidFill>
                  <a:srgbClr val="06B154"/>
                </a:solidFill>
                <a:ln>
                  <a:solidFill>
                    <a:srgbClr val="06B15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03" name="Oval 250">
                  <a:extLst>
                    <a:ext uri="{FF2B5EF4-FFF2-40B4-BE49-F238E27FC236}">
                      <a16:creationId xmlns:a16="http://schemas.microsoft.com/office/drawing/2014/main" id="{F889BE43-E83A-91F1-36B6-85C6D9E11BF8}"/>
                    </a:ext>
                  </a:extLst>
                </p:cNvPr>
                <p:cNvSpPr/>
                <p:nvPr/>
              </p:nvSpPr>
              <p:spPr>
                <a:xfrm>
                  <a:off x="3937162" y="5288289"/>
                  <a:ext cx="48790" cy="45719"/>
                </a:xfrm>
                <a:prstGeom prst="ellipse">
                  <a:avLst/>
                </a:prstGeom>
                <a:solidFill>
                  <a:srgbClr val="06B154"/>
                </a:solidFill>
                <a:ln>
                  <a:solidFill>
                    <a:srgbClr val="06B15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04" name="Oval 251">
                  <a:extLst>
                    <a:ext uri="{FF2B5EF4-FFF2-40B4-BE49-F238E27FC236}">
                      <a16:creationId xmlns:a16="http://schemas.microsoft.com/office/drawing/2014/main" id="{095A63CA-307F-CD14-F8FC-75A6F6738DFA}"/>
                    </a:ext>
                  </a:extLst>
                </p:cNvPr>
                <p:cNvSpPr/>
                <p:nvPr/>
              </p:nvSpPr>
              <p:spPr>
                <a:xfrm>
                  <a:off x="4473542" y="5623488"/>
                  <a:ext cx="48790" cy="45719"/>
                </a:xfrm>
                <a:prstGeom prst="ellipse">
                  <a:avLst/>
                </a:prstGeom>
                <a:solidFill>
                  <a:srgbClr val="06B154"/>
                </a:solidFill>
                <a:ln>
                  <a:solidFill>
                    <a:srgbClr val="06B15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05" name="Oval 252">
                  <a:extLst>
                    <a:ext uri="{FF2B5EF4-FFF2-40B4-BE49-F238E27FC236}">
                      <a16:creationId xmlns:a16="http://schemas.microsoft.com/office/drawing/2014/main" id="{08D014EE-409A-A44E-F4AF-27DE757895FB}"/>
                    </a:ext>
                  </a:extLst>
                </p:cNvPr>
                <p:cNvSpPr/>
                <p:nvPr/>
              </p:nvSpPr>
              <p:spPr>
                <a:xfrm>
                  <a:off x="4289850" y="4335766"/>
                  <a:ext cx="48790" cy="45719"/>
                </a:xfrm>
                <a:prstGeom prst="ellipse">
                  <a:avLst/>
                </a:prstGeom>
                <a:solidFill>
                  <a:srgbClr val="06B154"/>
                </a:solidFill>
                <a:ln>
                  <a:solidFill>
                    <a:srgbClr val="06B15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06" name="Oval 253">
                  <a:extLst>
                    <a:ext uri="{FF2B5EF4-FFF2-40B4-BE49-F238E27FC236}">
                      <a16:creationId xmlns:a16="http://schemas.microsoft.com/office/drawing/2014/main" id="{3629ACA1-F7F3-75BE-6709-D7B8205801C1}"/>
                    </a:ext>
                  </a:extLst>
                </p:cNvPr>
                <p:cNvSpPr/>
                <p:nvPr/>
              </p:nvSpPr>
              <p:spPr>
                <a:xfrm>
                  <a:off x="4363497" y="4607746"/>
                  <a:ext cx="48790" cy="45719"/>
                </a:xfrm>
                <a:prstGeom prst="ellipse">
                  <a:avLst/>
                </a:prstGeom>
                <a:solidFill>
                  <a:srgbClr val="06B154"/>
                </a:solidFill>
                <a:ln>
                  <a:solidFill>
                    <a:srgbClr val="06B15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07" name="Oval 254">
                  <a:extLst>
                    <a:ext uri="{FF2B5EF4-FFF2-40B4-BE49-F238E27FC236}">
                      <a16:creationId xmlns:a16="http://schemas.microsoft.com/office/drawing/2014/main" id="{F842AD6E-127C-6169-35C3-CD9B61ED4D31}"/>
                    </a:ext>
                  </a:extLst>
                </p:cNvPr>
                <p:cNvSpPr/>
                <p:nvPr/>
              </p:nvSpPr>
              <p:spPr>
                <a:xfrm>
                  <a:off x="4592659" y="4422166"/>
                  <a:ext cx="48790" cy="45719"/>
                </a:xfrm>
                <a:prstGeom prst="ellipse">
                  <a:avLst/>
                </a:prstGeom>
                <a:solidFill>
                  <a:srgbClr val="06B154"/>
                </a:solidFill>
                <a:ln>
                  <a:solidFill>
                    <a:srgbClr val="06B15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08" name="Oval 255">
                  <a:extLst>
                    <a:ext uri="{FF2B5EF4-FFF2-40B4-BE49-F238E27FC236}">
                      <a16:creationId xmlns:a16="http://schemas.microsoft.com/office/drawing/2014/main" id="{7E373F0B-9C48-F222-A909-5E1A97D66BCD}"/>
                    </a:ext>
                  </a:extLst>
                </p:cNvPr>
                <p:cNvSpPr/>
                <p:nvPr/>
              </p:nvSpPr>
              <p:spPr>
                <a:xfrm>
                  <a:off x="4158047" y="4293257"/>
                  <a:ext cx="48790" cy="45719"/>
                </a:xfrm>
                <a:prstGeom prst="ellipse">
                  <a:avLst/>
                </a:prstGeom>
                <a:solidFill>
                  <a:srgbClr val="06B154"/>
                </a:solidFill>
                <a:ln>
                  <a:solidFill>
                    <a:srgbClr val="06B15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09" name="Oval 266">
                  <a:extLst>
                    <a:ext uri="{FF2B5EF4-FFF2-40B4-BE49-F238E27FC236}">
                      <a16:creationId xmlns:a16="http://schemas.microsoft.com/office/drawing/2014/main" id="{174ABF7F-A924-F36F-8D12-75834FED60EF}"/>
                    </a:ext>
                  </a:extLst>
                </p:cNvPr>
                <p:cNvSpPr/>
                <p:nvPr/>
              </p:nvSpPr>
              <p:spPr>
                <a:xfrm>
                  <a:off x="3836669" y="4268555"/>
                  <a:ext cx="48790" cy="45719"/>
                </a:xfrm>
                <a:prstGeom prst="ellipse">
                  <a:avLst/>
                </a:prstGeom>
                <a:solidFill>
                  <a:srgbClr val="06B154"/>
                </a:solidFill>
                <a:ln>
                  <a:solidFill>
                    <a:srgbClr val="06B15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10" name="Oval 267">
                  <a:extLst>
                    <a:ext uri="{FF2B5EF4-FFF2-40B4-BE49-F238E27FC236}">
                      <a16:creationId xmlns:a16="http://schemas.microsoft.com/office/drawing/2014/main" id="{0A442940-A514-1997-788A-80D76D23095B}"/>
                    </a:ext>
                  </a:extLst>
                </p:cNvPr>
                <p:cNvSpPr/>
                <p:nvPr/>
              </p:nvSpPr>
              <p:spPr>
                <a:xfrm>
                  <a:off x="3832899" y="4442614"/>
                  <a:ext cx="48790" cy="45719"/>
                </a:xfrm>
                <a:prstGeom prst="ellipse">
                  <a:avLst/>
                </a:prstGeom>
                <a:solidFill>
                  <a:srgbClr val="06B154"/>
                </a:solidFill>
                <a:ln>
                  <a:solidFill>
                    <a:srgbClr val="06B15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11" name="Oval 268">
                  <a:extLst>
                    <a:ext uri="{FF2B5EF4-FFF2-40B4-BE49-F238E27FC236}">
                      <a16:creationId xmlns:a16="http://schemas.microsoft.com/office/drawing/2014/main" id="{BB52B7F8-323C-0051-659B-FED1DE677CBF}"/>
                    </a:ext>
                  </a:extLst>
                </p:cNvPr>
                <p:cNvSpPr/>
                <p:nvPr/>
              </p:nvSpPr>
              <p:spPr>
                <a:xfrm>
                  <a:off x="3957785" y="4402092"/>
                  <a:ext cx="48790" cy="45719"/>
                </a:xfrm>
                <a:prstGeom prst="ellipse">
                  <a:avLst/>
                </a:prstGeom>
                <a:solidFill>
                  <a:srgbClr val="06B154"/>
                </a:solidFill>
                <a:ln>
                  <a:solidFill>
                    <a:srgbClr val="06B15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12" name="Oval 269">
                  <a:extLst>
                    <a:ext uri="{FF2B5EF4-FFF2-40B4-BE49-F238E27FC236}">
                      <a16:creationId xmlns:a16="http://schemas.microsoft.com/office/drawing/2014/main" id="{200C0B70-13FC-1E2F-18BD-E9C251EE3B5D}"/>
                    </a:ext>
                  </a:extLst>
                </p:cNvPr>
                <p:cNvSpPr/>
                <p:nvPr/>
              </p:nvSpPr>
              <p:spPr>
                <a:xfrm>
                  <a:off x="4788267" y="4379551"/>
                  <a:ext cx="48790" cy="45719"/>
                </a:xfrm>
                <a:prstGeom prst="ellipse">
                  <a:avLst/>
                </a:prstGeom>
                <a:solidFill>
                  <a:srgbClr val="06B154"/>
                </a:solidFill>
                <a:ln>
                  <a:solidFill>
                    <a:srgbClr val="06B15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13" name="Right Brace 280">
                  <a:extLst>
                    <a:ext uri="{FF2B5EF4-FFF2-40B4-BE49-F238E27FC236}">
                      <a16:creationId xmlns:a16="http://schemas.microsoft.com/office/drawing/2014/main" id="{D1731583-5DA3-09F6-DE71-FF7C6C1BE0F4}"/>
                    </a:ext>
                  </a:extLst>
                </p:cNvPr>
                <p:cNvSpPr/>
                <p:nvPr/>
              </p:nvSpPr>
              <p:spPr>
                <a:xfrm rot="16200000">
                  <a:off x="4284000" y="3653702"/>
                  <a:ext cx="94678" cy="541167"/>
                </a:xfrm>
                <a:prstGeom prst="rightBrace">
                  <a:avLst>
                    <a:gd name="adj1" fmla="val 277206"/>
                    <a:gd name="adj2" fmla="val 48050"/>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noProof="0" dirty="0"/>
                </a:p>
              </p:txBody>
            </p:sp>
            <p:sp>
              <p:nvSpPr>
                <p:cNvPr id="114" name="TextBox 281">
                  <a:extLst>
                    <a:ext uri="{FF2B5EF4-FFF2-40B4-BE49-F238E27FC236}">
                      <a16:creationId xmlns:a16="http://schemas.microsoft.com/office/drawing/2014/main" id="{66A3FB4A-73CD-E6F7-7EAC-4719693AF1EA}"/>
                    </a:ext>
                  </a:extLst>
                </p:cNvPr>
                <p:cNvSpPr txBox="1"/>
                <p:nvPr/>
              </p:nvSpPr>
              <p:spPr>
                <a:xfrm>
                  <a:off x="4054110" y="3541124"/>
                  <a:ext cx="715709" cy="307777"/>
                </a:xfrm>
                <a:prstGeom prst="rect">
                  <a:avLst/>
                </a:prstGeom>
                <a:noFill/>
              </p:spPr>
              <p:txBody>
                <a:bodyPr wrap="none" rtlCol="0">
                  <a:spAutoFit/>
                </a:bodyPr>
                <a:lstStyle/>
                <a:p>
                  <a:r>
                    <a:rPr lang="en-GB" sz="1400" noProof="0" dirty="0"/>
                    <a:t>Wound</a:t>
                  </a:r>
                </a:p>
              </p:txBody>
            </p:sp>
          </p:grpSp>
        </p:grpSp>
        <p:grpSp>
          <p:nvGrpSpPr>
            <p:cNvPr id="8" name="Group 162">
              <a:extLst>
                <a:ext uri="{FF2B5EF4-FFF2-40B4-BE49-F238E27FC236}">
                  <a16:creationId xmlns:a16="http://schemas.microsoft.com/office/drawing/2014/main" id="{8FBFCFEE-8F47-444B-DF45-F9DDE470611C}"/>
                </a:ext>
              </a:extLst>
            </p:cNvPr>
            <p:cNvGrpSpPr/>
            <p:nvPr/>
          </p:nvGrpSpPr>
          <p:grpSpPr>
            <a:xfrm rot="16200000">
              <a:off x="4994574" y="7588026"/>
              <a:ext cx="504761" cy="699549"/>
              <a:chOff x="3476018" y="1655769"/>
              <a:chExt cx="349450" cy="484303"/>
            </a:xfrm>
          </p:grpSpPr>
          <p:sp>
            <p:nvSpPr>
              <p:cNvPr id="51" name="Flowchart: Delay 163">
                <a:extLst>
                  <a:ext uri="{FF2B5EF4-FFF2-40B4-BE49-F238E27FC236}">
                    <a16:creationId xmlns:a16="http://schemas.microsoft.com/office/drawing/2014/main" id="{66E2712E-7005-3A24-6A50-6D53B61644EB}"/>
                  </a:ext>
                </a:extLst>
              </p:cNvPr>
              <p:cNvSpPr/>
              <p:nvPr/>
            </p:nvSpPr>
            <p:spPr>
              <a:xfrm rot="16200000">
                <a:off x="3518739" y="1694930"/>
                <a:ext cx="273165" cy="194844"/>
              </a:xfrm>
              <a:prstGeom prst="flowChartDelay">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mc:AlternateContent xmlns:mc="http://schemas.openxmlformats.org/markup-compatibility/2006" xmlns:p14="http://schemas.microsoft.com/office/powerpoint/2010/main">
            <mc:Choice Requires="p14">
              <p:contentPart p14:bwMode="auto" r:id="rId222">
                <p14:nvContentPartPr>
                  <p14:cNvPr id="52" name="Ink 164">
                    <a:extLst>
                      <a:ext uri="{FF2B5EF4-FFF2-40B4-BE49-F238E27FC236}">
                        <a16:creationId xmlns:a16="http://schemas.microsoft.com/office/drawing/2014/main" id="{BBD1E9E8-B4E6-555C-BBEF-1DEF4654E280}"/>
                      </a:ext>
                    </a:extLst>
                  </p14:cNvPr>
                  <p14:cNvContentPartPr/>
                  <p14:nvPr/>
                </p14:nvContentPartPr>
                <p14:xfrm>
                  <a:off x="3563025" y="1801595"/>
                  <a:ext cx="177480" cy="94680"/>
                </p14:xfrm>
              </p:contentPart>
            </mc:Choice>
            <mc:Fallback xmlns="">
              <p:pic>
                <p:nvPicPr>
                  <p:cNvPr id="52" name="Ink 164">
                    <a:extLst>
                      <a:ext uri="{FF2B5EF4-FFF2-40B4-BE49-F238E27FC236}">
                        <a16:creationId xmlns:a16="http://schemas.microsoft.com/office/drawing/2014/main" id="{BBD1E9E8-B4E6-555C-BBEF-1DEF4654E280}"/>
                      </a:ext>
                    </a:extLst>
                  </p:cNvPr>
                  <p:cNvPicPr/>
                  <p:nvPr/>
                </p:nvPicPr>
                <p:blipFill>
                  <a:blip r:embed="rId223"/>
                  <a:stretch>
                    <a:fillRect/>
                  </a:stretch>
                </p:blipFill>
                <p:spPr>
                  <a:xfrm>
                    <a:off x="3558705" y="1797275"/>
                    <a:ext cx="186120" cy="103320"/>
                  </a:xfrm>
                  <a:prstGeom prst="rect">
                    <a:avLst/>
                  </a:prstGeom>
                </p:spPr>
              </p:pic>
            </mc:Fallback>
          </mc:AlternateContent>
          <mc:AlternateContent xmlns:mc="http://schemas.openxmlformats.org/markup-compatibility/2006" xmlns:p14="http://schemas.microsoft.com/office/powerpoint/2010/main">
            <mc:Choice Requires="p14">
              <p:contentPart p14:bwMode="auto" r:id="rId224">
                <p14:nvContentPartPr>
                  <p14:cNvPr id="53" name="Ink 165">
                    <a:extLst>
                      <a:ext uri="{FF2B5EF4-FFF2-40B4-BE49-F238E27FC236}">
                        <a16:creationId xmlns:a16="http://schemas.microsoft.com/office/drawing/2014/main" id="{512610F9-9317-F1AF-964A-DCEDE71EC80F}"/>
                      </a:ext>
                    </a:extLst>
                  </p14:cNvPr>
                  <p14:cNvContentPartPr/>
                  <p14:nvPr/>
                </p14:nvContentPartPr>
                <p14:xfrm>
                  <a:off x="3703200" y="1798268"/>
                  <a:ext cx="52920" cy="8280"/>
                </p14:xfrm>
              </p:contentPart>
            </mc:Choice>
            <mc:Fallback xmlns="">
              <p:pic>
                <p:nvPicPr>
                  <p:cNvPr id="53" name="Ink 165">
                    <a:extLst>
                      <a:ext uri="{FF2B5EF4-FFF2-40B4-BE49-F238E27FC236}">
                        <a16:creationId xmlns:a16="http://schemas.microsoft.com/office/drawing/2014/main" id="{512610F9-9317-F1AF-964A-DCEDE71EC80F}"/>
                      </a:ext>
                    </a:extLst>
                  </p:cNvPr>
                  <p:cNvPicPr/>
                  <p:nvPr/>
                </p:nvPicPr>
                <p:blipFill>
                  <a:blip r:embed="rId225"/>
                  <a:stretch>
                    <a:fillRect/>
                  </a:stretch>
                </p:blipFill>
                <p:spPr>
                  <a:xfrm>
                    <a:off x="3698850" y="1793948"/>
                    <a:ext cx="61619" cy="16920"/>
                  </a:xfrm>
                  <a:prstGeom prst="rect">
                    <a:avLst/>
                  </a:prstGeom>
                </p:spPr>
              </p:pic>
            </mc:Fallback>
          </mc:AlternateContent>
          <p:sp>
            <p:nvSpPr>
              <p:cNvPr id="54" name="Oval 166">
                <a:extLst>
                  <a:ext uri="{FF2B5EF4-FFF2-40B4-BE49-F238E27FC236}">
                    <a16:creationId xmlns:a16="http://schemas.microsoft.com/office/drawing/2014/main" id="{1C2F135A-3592-8B46-1680-E4E16F483F02}"/>
                  </a:ext>
                </a:extLst>
              </p:cNvPr>
              <p:cNvSpPr/>
              <p:nvPr/>
            </p:nvSpPr>
            <p:spPr>
              <a:xfrm>
                <a:off x="3614458" y="1703767"/>
                <a:ext cx="74613" cy="74234"/>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55" name="Oval 167">
                <a:extLst>
                  <a:ext uri="{FF2B5EF4-FFF2-40B4-BE49-F238E27FC236}">
                    <a16:creationId xmlns:a16="http://schemas.microsoft.com/office/drawing/2014/main" id="{BE37999D-65F6-C3CB-3805-6E4AC3206822}"/>
                  </a:ext>
                </a:extLst>
              </p:cNvPr>
              <p:cNvSpPr/>
              <p:nvPr/>
            </p:nvSpPr>
            <p:spPr>
              <a:xfrm>
                <a:off x="3629614" y="1718024"/>
                <a:ext cx="45719" cy="45719"/>
              </a:xfrm>
              <a:prstGeom prst="ellipse">
                <a:avLst/>
              </a:prstGeom>
              <a:no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grpSp>
            <p:nvGrpSpPr>
              <p:cNvPr id="56" name="Group 168">
                <a:extLst>
                  <a:ext uri="{FF2B5EF4-FFF2-40B4-BE49-F238E27FC236}">
                    <a16:creationId xmlns:a16="http://schemas.microsoft.com/office/drawing/2014/main" id="{DD857B2F-5A6C-C2DB-6335-9A2A85CE71A7}"/>
                  </a:ext>
                </a:extLst>
              </p:cNvPr>
              <p:cNvGrpSpPr/>
              <p:nvPr/>
            </p:nvGrpSpPr>
            <p:grpSpPr>
              <a:xfrm>
                <a:off x="3476018" y="1823415"/>
                <a:ext cx="349450" cy="316657"/>
                <a:chOff x="3476018" y="1823415"/>
                <a:chExt cx="349450" cy="316657"/>
              </a:xfrm>
            </p:grpSpPr>
            <mc:AlternateContent xmlns:mc="http://schemas.openxmlformats.org/markup-compatibility/2006" xmlns:p14="http://schemas.microsoft.com/office/powerpoint/2010/main">
              <mc:Choice Requires="p14">
                <p:contentPart p14:bwMode="auto" r:id="rId226">
                  <p14:nvContentPartPr>
                    <p14:cNvPr id="57" name="Ink 169">
                      <a:extLst>
                        <a:ext uri="{FF2B5EF4-FFF2-40B4-BE49-F238E27FC236}">
                          <a16:creationId xmlns:a16="http://schemas.microsoft.com/office/drawing/2014/main" id="{A140AB60-D668-A3D5-8A0D-D56E95486322}"/>
                        </a:ext>
                      </a:extLst>
                    </p14:cNvPr>
                    <p14:cNvContentPartPr/>
                    <p14:nvPr/>
                  </p14:nvContentPartPr>
                  <p14:xfrm>
                    <a:off x="3476018" y="1873095"/>
                    <a:ext cx="45720" cy="30600"/>
                  </p14:xfrm>
                </p:contentPart>
              </mc:Choice>
              <mc:Fallback xmlns="">
                <p:pic>
                  <p:nvPicPr>
                    <p:cNvPr id="57" name="Ink 169">
                      <a:extLst>
                        <a:ext uri="{FF2B5EF4-FFF2-40B4-BE49-F238E27FC236}">
                          <a16:creationId xmlns:a16="http://schemas.microsoft.com/office/drawing/2014/main" id="{A140AB60-D668-A3D5-8A0D-D56E95486322}"/>
                        </a:ext>
                      </a:extLst>
                    </p:cNvPr>
                    <p:cNvPicPr/>
                    <p:nvPr/>
                  </p:nvPicPr>
                  <p:blipFill>
                    <a:blip r:embed="rId227"/>
                    <a:stretch>
                      <a:fillRect/>
                    </a:stretch>
                  </p:blipFill>
                  <p:spPr>
                    <a:xfrm>
                      <a:off x="3471698" y="1868775"/>
                      <a:ext cx="54360" cy="39240"/>
                    </a:xfrm>
                    <a:prstGeom prst="rect">
                      <a:avLst/>
                    </a:prstGeom>
                  </p:spPr>
                </p:pic>
              </mc:Fallback>
            </mc:AlternateContent>
            <mc:AlternateContent xmlns:mc="http://schemas.openxmlformats.org/markup-compatibility/2006" xmlns:p14="http://schemas.microsoft.com/office/powerpoint/2010/main">
              <mc:Choice Requires="p14">
                <p:contentPart p14:bwMode="auto" r:id="rId228">
                  <p14:nvContentPartPr>
                    <p14:cNvPr id="58" name="Ink 170">
                      <a:extLst>
                        <a:ext uri="{FF2B5EF4-FFF2-40B4-BE49-F238E27FC236}">
                          <a16:creationId xmlns:a16="http://schemas.microsoft.com/office/drawing/2014/main" id="{23F62DB0-325C-3CFE-A011-EF68983AA17F}"/>
                        </a:ext>
                      </a:extLst>
                    </p14:cNvPr>
                    <p14:cNvContentPartPr/>
                    <p14:nvPr/>
                  </p14:nvContentPartPr>
                  <p14:xfrm>
                    <a:off x="3494738" y="1823415"/>
                    <a:ext cx="54720" cy="43200"/>
                  </p14:xfrm>
                </p:contentPart>
              </mc:Choice>
              <mc:Fallback xmlns="">
                <p:pic>
                  <p:nvPicPr>
                    <p:cNvPr id="58" name="Ink 170">
                      <a:extLst>
                        <a:ext uri="{FF2B5EF4-FFF2-40B4-BE49-F238E27FC236}">
                          <a16:creationId xmlns:a16="http://schemas.microsoft.com/office/drawing/2014/main" id="{23F62DB0-325C-3CFE-A011-EF68983AA17F}"/>
                        </a:ext>
                      </a:extLst>
                    </p:cNvPr>
                    <p:cNvPicPr/>
                    <p:nvPr/>
                  </p:nvPicPr>
                  <p:blipFill>
                    <a:blip r:embed="rId229"/>
                    <a:stretch>
                      <a:fillRect/>
                    </a:stretch>
                  </p:blipFill>
                  <p:spPr>
                    <a:xfrm>
                      <a:off x="3490389" y="1819131"/>
                      <a:ext cx="63417" cy="51769"/>
                    </a:xfrm>
                    <a:prstGeom prst="rect">
                      <a:avLst/>
                    </a:prstGeom>
                  </p:spPr>
                </p:pic>
              </mc:Fallback>
            </mc:AlternateContent>
            <mc:AlternateContent xmlns:mc="http://schemas.openxmlformats.org/markup-compatibility/2006" xmlns:p14="http://schemas.microsoft.com/office/powerpoint/2010/main">
              <mc:Choice Requires="p14">
                <p:contentPart p14:bwMode="auto" r:id="rId230">
                  <p14:nvContentPartPr>
                    <p14:cNvPr id="59" name="Ink 171">
                      <a:extLst>
                        <a:ext uri="{FF2B5EF4-FFF2-40B4-BE49-F238E27FC236}">
                          <a16:creationId xmlns:a16="http://schemas.microsoft.com/office/drawing/2014/main" id="{693F9C13-1B67-E1E3-A100-B08831F5ACC1}"/>
                        </a:ext>
                      </a:extLst>
                    </p14:cNvPr>
                    <p14:cNvContentPartPr/>
                    <p14:nvPr/>
                  </p14:nvContentPartPr>
                  <p14:xfrm>
                    <a:off x="3777338" y="1870215"/>
                    <a:ext cx="44640" cy="36000"/>
                  </p14:xfrm>
                </p:contentPart>
              </mc:Choice>
              <mc:Fallback xmlns="">
                <p:pic>
                  <p:nvPicPr>
                    <p:cNvPr id="59" name="Ink 171">
                      <a:extLst>
                        <a:ext uri="{FF2B5EF4-FFF2-40B4-BE49-F238E27FC236}">
                          <a16:creationId xmlns:a16="http://schemas.microsoft.com/office/drawing/2014/main" id="{693F9C13-1B67-E1E3-A100-B08831F5ACC1}"/>
                        </a:ext>
                      </a:extLst>
                    </p:cNvPr>
                    <p:cNvPicPr/>
                    <p:nvPr/>
                  </p:nvPicPr>
                  <p:blipFill>
                    <a:blip r:embed="rId231"/>
                    <a:stretch>
                      <a:fillRect/>
                    </a:stretch>
                  </p:blipFill>
                  <p:spPr>
                    <a:xfrm>
                      <a:off x="3773018" y="1865895"/>
                      <a:ext cx="53280" cy="44640"/>
                    </a:xfrm>
                    <a:prstGeom prst="rect">
                      <a:avLst/>
                    </a:prstGeom>
                  </p:spPr>
                </p:pic>
              </mc:Fallback>
            </mc:AlternateContent>
            <mc:AlternateContent xmlns:mc="http://schemas.openxmlformats.org/markup-compatibility/2006" xmlns:p14="http://schemas.microsoft.com/office/powerpoint/2010/main">
              <mc:Choice Requires="p14">
                <p:contentPart p14:bwMode="auto" r:id="rId232">
                  <p14:nvContentPartPr>
                    <p14:cNvPr id="60" name="Ink 172">
                      <a:extLst>
                        <a:ext uri="{FF2B5EF4-FFF2-40B4-BE49-F238E27FC236}">
                          <a16:creationId xmlns:a16="http://schemas.microsoft.com/office/drawing/2014/main" id="{79892220-B991-1DB9-2BA8-4CA9613CAEEA}"/>
                        </a:ext>
                      </a:extLst>
                    </p14:cNvPr>
                    <p14:cNvContentPartPr/>
                    <p14:nvPr/>
                  </p14:nvContentPartPr>
                  <p14:xfrm>
                    <a:off x="3757178" y="1831335"/>
                    <a:ext cx="46440" cy="36360"/>
                  </p14:xfrm>
                </p:contentPart>
              </mc:Choice>
              <mc:Fallback xmlns="">
                <p:pic>
                  <p:nvPicPr>
                    <p:cNvPr id="60" name="Ink 172">
                      <a:extLst>
                        <a:ext uri="{FF2B5EF4-FFF2-40B4-BE49-F238E27FC236}">
                          <a16:creationId xmlns:a16="http://schemas.microsoft.com/office/drawing/2014/main" id="{79892220-B991-1DB9-2BA8-4CA9613CAEEA}"/>
                        </a:ext>
                      </a:extLst>
                    </p:cNvPr>
                    <p:cNvPicPr/>
                    <p:nvPr/>
                  </p:nvPicPr>
                  <p:blipFill>
                    <a:blip r:embed="rId233"/>
                    <a:stretch>
                      <a:fillRect/>
                    </a:stretch>
                  </p:blipFill>
                  <p:spPr>
                    <a:xfrm>
                      <a:off x="3752858" y="1826972"/>
                      <a:ext cx="55080" cy="45086"/>
                    </a:xfrm>
                    <a:prstGeom prst="rect">
                      <a:avLst/>
                    </a:prstGeom>
                  </p:spPr>
                </p:pic>
              </mc:Fallback>
            </mc:AlternateContent>
            <mc:AlternateContent xmlns:mc="http://schemas.openxmlformats.org/markup-compatibility/2006" xmlns:p14="http://schemas.microsoft.com/office/powerpoint/2010/main">
              <mc:Choice Requires="p14">
                <p:contentPart p14:bwMode="auto" r:id="rId234">
                  <p14:nvContentPartPr>
                    <p14:cNvPr id="61" name="Ink 173">
                      <a:extLst>
                        <a:ext uri="{FF2B5EF4-FFF2-40B4-BE49-F238E27FC236}">
                          <a16:creationId xmlns:a16="http://schemas.microsoft.com/office/drawing/2014/main" id="{EC6B7466-FE5A-BF89-83B9-76E09BF25C64}"/>
                        </a:ext>
                      </a:extLst>
                    </p14:cNvPr>
                    <p14:cNvContentPartPr/>
                    <p14:nvPr/>
                  </p14:nvContentPartPr>
                  <p14:xfrm>
                    <a:off x="3662748" y="1940992"/>
                    <a:ext cx="62640" cy="195120"/>
                  </p14:xfrm>
                </p:contentPart>
              </mc:Choice>
              <mc:Fallback xmlns="">
                <p:pic>
                  <p:nvPicPr>
                    <p:cNvPr id="61" name="Ink 173">
                      <a:extLst>
                        <a:ext uri="{FF2B5EF4-FFF2-40B4-BE49-F238E27FC236}">
                          <a16:creationId xmlns:a16="http://schemas.microsoft.com/office/drawing/2014/main" id="{EC6B7466-FE5A-BF89-83B9-76E09BF25C64}"/>
                        </a:ext>
                      </a:extLst>
                    </p:cNvPr>
                    <p:cNvPicPr/>
                    <p:nvPr/>
                  </p:nvPicPr>
                  <p:blipFill>
                    <a:blip r:embed="rId235"/>
                    <a:stretch>
                      <a:fillRect/>
                    </a:stretch>
                  </p:blipFill>
                  <p:spPr>
                    <a:xfrm>
                      <a:off x="3658428" y="1936672"/>
                      <a:ext cx="71280" cy="203760"/>
                    </a:xfrm>
                    <a:prstGeom prst="rect">
                      <a:avLst/>
                    </a:prstGeom>
                  </p:spPr>
                </p:pic>
              </mc:Fallback>
            </mc:AlternateContent>
            <mc:AlternateContent xmlns:mc="http://schemas.openxmlformats.org/markup-compatibility/2006" xmlns:p14="http://schemas.microsoft.com/office/powerpoint/2010/main">
              <mc:Choice Requires="p14">
                <p:contentPart p14:bwMode="auto" r:id="rId236">
                  <p14:nvContentPartPr>
                    <p14:cNvPr id="62" name="Ink 174">
                      <a:extLst>
                        <a:ext uri="{FF2B5EF4-FFF2-40B4-BE49-F238E27FC236}">
                          <a16:creationId xmlns:a16="http://schemas.microsoft.com/office/drawing/2014/main" id="{3618C7A6-8DFB-0762-4C15-B465ED4EA341}"/>
                        </a:ext>
                      </a:extLst>
                    </p14:cNvPr>
                    <p14:cNvContentPartPr/>
                    <p14:nvPr/>
                  </p14:nvContentPartPr>
                  <p14:xfrm>
                    <a:off x="3672468" y="1931992"/>
                    <a:ext cx="59400" cy="124200"/>
                  </p14:xfrm>
                </p:contentPart>
              </mc:Choice>
              <mc:Fallback xmlns="">
                <p:pic>
                  <p:nvPicPr>
                    <p:cNvPr id="62" name="Ink 174">
                      <a:extLst>
                        <a:ext uri="{FF2B5EF4-FFF2-40B4-BE49-F238E27FC236}">
                          <a16:creationId xmlns:a16="http://schemas.microsoft.com/office/drawing/2014/main" id="{3618C7A6-8DFB-0762-4C15-B465ED4EA341}"/>
                        </a:ext>
                      </a:extLst>
                    </p:cNvPr>
                    <p:cNvPicPr/>
                    <p:nvPr/>
                  </p:nvPicPr>
                  <p:blipFill>
                    <a:blip r:embed="rId237"/>
                    <a:stretch>
                      <a:fillRect/>
                    </a:stretch>
                  </p:blipFill>
                  <p:spPr>
                    <a:xfrm>
                      <a:off x="3668148" y="1927659"/>
                      <a:ext cx="68040" cy="132865"/>
                    </a:xfrm>
                    <a:prstGeom prst="rect">
                      <a:avLst/>
                    </a:prstGeom>
                  </p:spPr>
                </p:pic>
              </mc:Fallback>
            </mc:AlternateContent>
            <mc:AlternateContent xmlns:mc="http://schemas.openxmlformats.org/markup-compatibility/2006" xmlns:p14="http://schemas.microsoft.com/office/powerpoint/2010/main">
              <mc:Choice Requires="p14">
                <p:contentPart p14:bwMode="auto" r:id="rId238">
                  <p14:nvContentPartPr>
                    <p14:cNvPr id="63" name="Ink 175">
                      <a:extLst>
                        <a:ext uri="{FF2B5EF4-FFF2-40B4-BE49-F238E27FC236}">
                          <a16:creationId xmlns:a16="http://schemas.microsoft.com/office/drawing/2014/main" id="{A3929052-F3CB-7371-B1EC-3523F5420159}"/>
                        </a:ext>
                      </a:extLst>
                    </p14:cNvPr>
                    <p14:cNvContentPartPr/>
                    <p14:nvPr/>
                  </p14:nvContentPartPr>
                  <p14:xfrm>
                    <a:off x="3577068" y="1930912"/>
                    <a:ext cx="63720" cy="209160"/>
                  </p14:xfrm>
                </p:contentPart>
              </mc:Choice>
              <mc:Fallback xmlns="">
                <p:pic>
                  <p:nvPicPr>
                    <p:cNvPr id="63" name="Ink 175">
                      <a:extLst>
                        <a:ext uri="{FF2B5EF4-FFF2-40B4-BE49-F238E27FC236}">
                          <a16:creationId xmlns:a16="http://schemas.microsoft.com/office/drawing/2014/main" id="{A3929052-F3CB-7371-B1EC-3523F5420159}"/>
                        </a:ext>
                      </a:extLst>
                    </p:cNvPr>
                    <p:cNvPicPr/>
                    <p:nvPr/>
                  </p:nvPicPr>
                  <p:blipFill>
                    <a:blip r:embed="rId239"/>
                    <a:stretch>
                      <a:fillRect/>
                    </a:stretch>
                  </p:blipFill>
                  <p:spPr>
                    <a:xfrm>
                      <a:off x="3572772" y="1926592"/>
                      <a:ext cx="72311" cy="217800"/>
                    </a:xfrm>
                    <a:prstGeom prst="rect">
                      <a:avLst/>
                    </a:prstGeom>
                  </p:spPr>
                </p:pic>
              </mc:Fallback>
            </mc:AlternateContent>
            <mc:AlternateContent xmlns:mc="http://schemas.openxmlformats.org/markup-compatibility/2006" xmlns:p14="http://schemas.microsoft.com/office/powerpoint/2010/main">
              <mc:Choice Requires="p14">
                <p:contentPart p14:bwMode="auto" r:id="rId240">
                  <p14:nvContentPartPr>
                    <p14:cNvPr id="64" name="Ink 176">
                      <a:extLst>
                        <a:ext uri="{FF2B5EF4-FFF2-40B4-BE49-F238E27FC236}">
                          <a16:creationId xmlns:a16="http://schemas.microsoft.com/office/drawing/2014/main" id="{0927F230-71FD-FC04-BA73-59246A36A016}"/>
                        </a:ext>
                      </a:extLst>
                    </p14:cNvPr>
                    <p14:cNvContentPartPr/>
                    <p14:nvPr/>
                  </p14:nvContentPartPr>
                  <p14:xfrm>
                    <a:off x="3561228" y="1928752"/>
                    <a:ext cx="60120" cy="129960"/>
                  </p14:xfrm>
                </p:contentPart>
              </mc:Choice>
              <mc:Fallback xmlns="">
                <p:pic>
                  <p:nvPicPr>
                    <p:cNvPr id="64" name="Ink 176">
                      <a:extLst>
                        <a:ext uri="{FF2B5EF4-FFF2-40B4-BE49-F238E27FC236}">
                          <a16:creationId xmlns:a16="http://schemas.microsoft.com/office/drawing/2014/main" id="{0927F230-71FD-FC04-BA73-59246A36A016}"/>
                        </a:ext>
                      </a:extLst>
                    </p:cNvPr>
                    <p:cNvPicPr/>
                    <p:nvPr/>
                  </p:nvPicPr>
                  <p:blipFill>
                    <a:blip r:embed="rId241"/>
                    <a:stretch>
                      <a:fillRect/>
                    </a:stretch>
                  </p:blipFill>
                  <p:spPr>
                    <a:xfrm>
                      <a:off x="3556908" y="1924444"/>
                      <a:ext cx="68760" cy="138576"/>
                    </a:xfrm>
                    <a:prstGeom prst="rect">
                      <a:avLst/>
                    </a:prstGeom>
                  </p:spPr>
                </p:pic>
              </mc:Fallback>
            </mc:AlternateContent>
            <mc:AlternateContent xmlns:mc="http://schemas.openxmlformats.org/markup-compatibility/2006" xmlns:p14="http://schemas.microsoft.com/office/powerpoint/2010/main">
              <mc:Choice Requires="p14">
                <p:contentPart p14:bwMode="auto" r:id="rId242">
                  <p14:nvContentPartPr>
                    <p14:cNvPr id="65" name="Ink 177">
                      <a:extLst>
                        <a:ext uri="{FF2B5EF4-FFF2-40B4-BE49-F238E27FC236}">
                          <a16:creationId xmlns:a16="http://schemas.microsoft.com/office/drawing/2014/main" id="{E381FBE1-EB0B-FFB8-2486-0E17C0E9BB33}"/>
                        </a:ext>
                      </a:extLst>
                    </p14:cNvPr>
                    <p14:cNvContentPartPr/>
                    <p14:nvPr/>
                  </p14:nvContentPartPr>
                  <p14:xfrm>
                    <a:off x="3673188" y="2036032"/>
                    <a:ext cx="44280" cy="95040"/>
                  </p14:xfrm>
                </p:contentPart>
              </mc:Choice>
              <mc:Fallback xmlns="">
                <p:pic>
                  <p:nvPicPr>
                    <p:cNvPr id="65" name="Ink 177">
                      <a:extLst>
                        <a:ext uri="{FF2B5EF4-FFF2-40B4-BE49-F238E27FC236}">
                          <a16:creationId xmlns:a16="http://schemas.microsoft.com/office/drawing/2014/main" id="{E381FBE1-EB0B-FFB8-2486-0E17C0E9BB33}"/>
                        </a:ext>
                      </a:extLst>
                    </p:cNvPr>
                    <p:cNvPicPr/>
                    <p:nvPr/>
                  </p:nvPicPr>
                  <p:blipFill>
                    <a:blip r:embed="rId243"/>
                    <a:stretch>
                      <a:fillRect/>
                    </a:stretch>
                  </p:blipFill>
                  <p:spPr>
                    <a:xfrm>
                      <a:off x="3668868" y="2031696"/>
                      <a:ext cx="52920" cy="103713"/>
                    </a:xfrm>
                    <a:prstGeom prst="rect">
                      <a:avLst/>
                    </a:prstGeom>
                  </p:spPr>
                </p:pic>
              </mc:Fallback>
            </mc:AlternateContent>
            <mc:AlternateContent xmlns:mc="http://schemas.openxmlformats.org/markup-compatibility/2006" xmlns:p14="http://schemas.microsoft.com/office/powerpoint/2010/main">
              <mc:Choice Requires="p14">
                <p:contentPart p14:bwMode="auto" r:id="rId244">
                  <p14:nvContentPartPr>
                    <p14:cNvPr id="66" name="Ink 178">
                      <a:extLst>
                        <a:ext uri="{FF2B5EF4-FFF2-40B4-BE49-F238E27FC236}">
                          <a16:creationId xmlns:a16="http://schemas.microsoft.com/office/drawing/2014/main" id="{BB9833DF-F854-C41B-ED1F-D39F9437B2EA}"/>
                        </a:ext>
                      </a:extLst>
                    </p14:cNvPr>
                    <p14:cNvContentPartPr/>
                    <p14:nvPr/>
                  </p14:nvContentPartPr>
                  <p14:xfrm>
                    <a:off x="3572028" y="1936312"/>
                    <a:ext cx="67320" cy="200520"/>
                  </p14:xfrm>
                </p:contentPart>
              </mc:Choice>
              <mc:Fallback xmlns="">
                <p:pic>
                  <p:nvPicPr>
                    <p:cNvPr id="66" name="Ink 178">
                      <a:extLst>
                        <a:ext uri="{FF2B5EF4-FFF2-40B4-BE49-F238E27FC236}">
                          <a16:creationId xmlns:a16="http://schemas.microsoft.com/office/drawing/2014/main" id="{BB9833DF-F854-C41B-ED1F-D39F9437B2EA}"/>
                        </a:ext>
                      </a:extLst>
                    </p:cNvPr>
                    <p:cNvPicPr/>
                    <p:nvPr/>
                  </p:nvPicPr>
                  <p:blipFill>
                    <a:blip r:embed="rId245"/>
                    <a:stretch>
                      <a:fillRect/>
                    </a:stretch>
                  </p:blipFill>
                  <p:spPr>
                    <a:xfrm>
                      <a:off x="3567708" y="1931992"/>
                      <a:ext cx="75960" cy="209160"/>
                    </a:xfrm>
                    <a:prstGeom prst="rect">
                      <a:avLst/>
                    </a:prstGeom>
                  </p:spPr>
                </p:pic>
              </mc:Fallback>
            </mc:AlternateContent>
            <mc:AlternateContent xmlns:mc="http://schemas.openxmlformats.org/markup-compatibility/2006" xmlns:p14="http://schemas.microsoft.com/office/powerpoint/2010/main">
              <mc:Choice Requires="p14">
                <p:contentPart p14:bwMode="auto" r:id="rId246">
                  <p14:nvContentPartPr>
                    <p14:cNvPr id="67" name="Ink 179">
                      <a:extLst>
                        <a:ext uri="{FF2B5EF4-FFF2-40B4-BE49-F238E27FC236}">
                          <a16:creationId xmlns:a16="http://schemas.microsoft.com/office/drawing/2014/main" id="{8D5E1B14-BC6F-2BBF-EA3C-79AE306FBF8A}"/>
                        </a:ext>
                      </a:extLst>
                    </p14:cNvPr>
                    <p14:cNvContentPartPr/>
                    <p14:nvPr/>
                  </p14:nvContentPartPr>
                  <p14:xfrm>
                    <a:off x="3725748" y="2038912"/>
                    <a:ext cx="5400" cy="39960"/>
                  </p14:xfrm>
                </p:contentPart>
              </mc:Choice>
              <mc:Fallback xmlns="">
                <p:pic>
                  <p:nvPicPr>
                    <p:cNvPr id="67" name="Ink 179">
                      <a:extLst>
                        <a:ext uri="{FF2B5EF4-FFF2-40B4-BE49-F238E27FC236}">
                          <a16:creationId xmlns:a16="http://schemas.microsoft.com/office/drawing/2014/main" id="{8D5E1B14-BC6F-2BBF-EA3C-79AE306FBF8A}"/>
                        </a:ext>
                      </a:extLst>
                    </p:cNvPr>
                    <p:cNvPicPr/>
                    <p:nvPr/>
                  </p:nvPicPr>
                  <p:blipFill>
                    <a:blip r:embed="rId247"/>
                    <a:stretch>
                      <a:fillRect/>
                    </a:stretch>
                  </p:blipFill>
                  <p:spPr>
                    <a:xfrm>
                      <a:off x="3721428" y="2034631"/>
                      <a:ext cx="14040" cy="48523"/>
                    </a:xfrm>
                    <a:prstGeom prst="rect">
                      <a:avLst/>
                    </a:prstGeom>
                  </p:spPr>
                </p:pic>
              </mc:Fallback>
            </mc:AlternateContent>
            <mc:AlternateContent xmlns:mc="http://schemas.openxmlformats.org/markup-compatibility/2006" xmlns:p14="http://schemas.microsoft.com/office/powerpoint/2010/main">
              <mc:Choice Requires="p14">
                <p:contentPart p14:bwMode="auto" r:id="rId248">
                  <p14:nvContentPartPr>
                    <p14:cNvPr id="68" name="Ink 180">
                      <a:extLst>
                        <a:ext uri="{FF2B5EF4-FFF2-40B4-BE49-F238E27FC236}">
                          <a16:creationId xmlns:a16="http://schemas.microsoft.com/office/drawing/2014/main" id="{4E1E4F61-FC36-B37E-0E48-94CADA085A74}"/>
                        </a:ext>
                      </a:extLst>
                    </p14:cNvPr>
                    <p14:cNvContentPartPr/>
                    <p14:nvPr/>
                  </p14:nvContentPartPr>
                  <p14:xfrm>
                    <a:off x="3726828" y="2015512"/>
                    <a:ext cx="6840" cy="60840"/>
                  </p14:xfrm>
                </p:contentPart>
              </mc:Choice>
              <mc:Fallback xmlns="">
                <p:pic>
                  <p:nvPicPr>
                    <p:cNvPr id="68" name="Ink 180">
                      <a:extLst>
                        <a:ext uri="{FF2B5EF4-FFF2-40B4-BE49-F238E27FC236}">
                          <a16:creationId xmlns:a16="http://schemas.microsoft.com/office/drawing/2014/main" id="{4E1E4F61-FC36-B37E-0E48-94CADA085A74}"/>
                        </a:ext>
                      </a:extLst>
                    </p:cNvPr>
                    <p:cNvPicPr/>
                    <p:nvPr/>
                  </p:nvPicPr>
                  <p:blipFill>
                    <a:blip r:embed="rId249"/>
                    <a:stretch>
                      <a:fillRect/>
                    </a:stretch>
                  </p:blipFill>
                  <p:spPr>
                    <a:xfrm>
                      <a:off x="3722508" y="2011166"/>
                      <a:ext cx="15480" cy="69531"/>
                    </a:xfrm>
                    <a:prstGeom prst="rect">
                      <a:avLst/>
                    </a:prstGeom>
                  </p:spPr>
                </p:pic>
              </mc:Fallback>
            </mc:AlternateContent>
            <mc:AlternateContent xmlns:mc="http://schemas.openxmlformats.org/markup-compatibility/2006" xmlns:p14="http://schemas.microsoft.com/office/powerpoint/2010/main">
              <mc:Choice Requires="p14">
                <p:contentPart p14:bwMode="auto" r:id="rId250">
                  <p14:nvContentPartPr>
                    <p14:cNvPr id="69" name="Ink 181">
                      <a:extLst>
                        <a:ext uri="{FF2B5EF4-FFF2-40B4-BE49-F238E27FC236}">
                          <a16:creationId xmlns:a16="http://schemas.microsoft.com/office/drawing/2014/main" id="{BFBFA596-48E4-1738-9A57-766B618EC598}"/>
                        </a:ext>
                      </a:extLst>
                    </p14:cNvPr>
                    <p14:cNvContentPartPr/>
                    <p14:nvPr/>
                  </p14:nvContentPartPr>
                  <p14:xfrm>
                    <a:off x="3557988" y="1939192"/>
                    <a:ext cx="63360" cy="114480"/>
                  </p14:xfrm>
                </p:contentPart>
              </mc:Choice>
              <mc:Fallback xmlns="">
                <p:pic>
                  <p:nvPicPr>
                    <p:cNvPr id="69" name="Ink 181">
                      <a:extLst>
                        <a:ext uri="{FF2B5EF4-FFF2-40B4-BE49-F238E27FC236}">
                          <a16:creationId xmlns:a16="http://schemas.microsoft.com/office/drawing/2014/main" id="{BFBFA596-48E4-1738-9A57-766B618EC598}"/>
                        </a:ext>
                      </a:extLst>
                    </p:cNvPr>
                    <p:cNvPicPr/>
                    <p:nvPr/>
                  </p:nvPicPr>
                  <p:blipFill>
                    <a:blip r:embed="rId251"/>
                    <a:stretch>
                      <a:fillRect/>
                    </a:stretch>
                  </p:blipFill>
                  <p:spPr>
                    <a:xfrm>
                      <a:off x="3553668" y="1934858"/>
                      <a:ext cx="72000" cy="123147"/>
                    </a:xfrm>
                    <a:prstGeom prst="rect">
                      <a:avLst/>
                    </a:prstGeom>
                  </p:spPr>
                </p:pic>
              </mc:Fallback>
            </mc:AlternateContent>
            <mc:AlternateContent xmlns:mc="http://schemas.openxmlformats.org/markup-compatibility/2006" xmlns:p14="http://schemas.microsoft.com/office/powerpoint/2010/main">
              <mc:Choice Requires="p14">
                <p:contentPart p14:bwMode="auto" r:id="rId252">
                  <p14:nvContentPartPr>
                    <p14:cNvPr id="70" name="Ink 182">
                      <a:extLst>
                        <a:ext uri="{FF2B5EF4-FFF2-40B4-BE49-F238E27FC236}">
                          <a16:creationId xmlns:a16="http://schemas.microsoft.com/office/drawing/2014/main" id="{2C63538F-BABF-BD2C-AAFC-C375F68E404F}"/>
                        </a:ext>
                      </a:extLst>
                    </p14:cNvPr>
                    <p14:cNvContentPartPr/>
                    <p14:nvPr/>
                  </p14:nvContentPartPr>
                  <p14:xfrm>
                    <a:off x="3801708" y="1867192"/>
                    <a:ext cx="23760" cy="45360"/>
                  </p14:xfrm>
                </p:contentPart>
              </mc:Choice>
              <mc:Fallback xmlns="">
                <p:pic>
                  <p:nvPicPr>
                    <p:cNvPr id="70" name="Ink 182">
                      <a:extLst>
                        <a:ext uri="{FF2B5EF4-FFF2-40B4-BE49-F238E27FC236}">
                          <a16:creationId xmlns:a16="http://schemas.microsoft.com/office/drawing/2014/main" id="{2C63538F-BABF-BD2C-AAFC-C375F68E404F}"/>
                        </a:ext>
                      </a:extLst>
                    </p:cNvPr>
                    <p:cNvPicPr/>
                    <p:nvPr/>
                  </p:nvPicPr>
                  <p:blipFill>
                    <a:blip r:embed="rId253"/>
                    <a:stretch>
                      <a:fillRect/>
                    </a:stretch>
                  </p:blipFill>
                  <p:spPr>
                    <a:xfrm>
                      <a:off x="3797388" y="1862872"/>
                      <a:ext cx="32400" cy="54000"/>
                    </a:xfrm>
                    <a:prstGeom prst="rect">
                      <a:avLst/>
                    </a:prstGeom>
                  </p:spPr>
                </p:pic>
              </mc:Fallback>
            </mc:AlternateContent>
          </p:grpSp>
        </p:grpSp>
        <p:grpSp>
          <p:nvGrpSpPr>
            <p:cNvPr id="9" name="Group 183">
              <a:extLst>
                <a:ext uri="{FF2B5EF4-FFF2-40B4-BE49-F238E27FC236}">
                  <a16:creationId xmlns:a16="http://schemas.microsoft.com/office/drawing/2014/main" id="{A244FFB7-9F9B-0509-DDF1-5FBCB107A994}"/>
                </a:ext>
              </a:extLst>
            </p:cNvPr>
            <p:cNvGrpSpPr/>
            <p:nvPr/>
          </p:nvGrpSpPr>
          <p:grpSpPr>
            <a:xfrm rot="16200000">
              <a:off x="6927356" y="7630738"/>
              <a:ext cx="504761" cy="699549"/>
              <a:chOff x="3476018" y="1655769"/>
              <a:chExt cx="349450" cy="484303"/>
            </a:xfrm>
          </p:grpSpPr>
          <p:sp>
            <p:nvSpPr>
              <p:cNvPr id="31" name="Flowchart: Delay 184">
                <a:extLst>
                  <a:ext uri="{FF2B5EF4-FFF2-40B4-BE49-F238E27FC236}">
                    <a16:creationId xmlns:a16="http://schemas.microsoft.com/office/drawing/2014/main" id="{8A8ACE18-515B-4378-CC4F-2A2334C0EA00}"/>
                  </a:ext>
                </a:extLst>
              </p:cNvPr>
              <p:cNvSpPr/>
              <p:nvPr/>
            </p:nvSpPr>
            <p:spPr>
              <a:xfrm rot="16200000">
                <a:off x="3518739" y="1694930"/>
                <a:ext cx="273165" cy="194844"/>
              </a:xfrm>
              <a:prstGeom prst="flowChartDelay">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mc:AlternateContent xmlns:mc="http://schemas.openxmlformats.org/markup-compatibility/2006" xmlns:p14="http://schemas.microsoft.com/office/powerpoint/2010/main">
            <mc:Choice Requires="p14">
              <p:contentPart p14:bwMode="auto" r:id="rId254">
                <p14:nvContentPartPr>
                  <p14:cNvPr id="32" name="Ink 185">
                    <a:extLst>
                      <a:ext uri="{FF2B5EF4-FFF2-40B4-BE49-F238E27FC236}">
                        <a16:creationId xmlns:a16="http://schemas.microsoft.com/office/drawing/2014/main" id="{636B11DB-872B-2F2D-FAE0-04C490BBB32D}"/>
                      </a:ext>
                    </a:extLst>
                  </p14:cNvPr>
                  <p14:cNvContentPartPr/>
                  <p14:nvPr/>
                </p14:nvContentPartPr>
                <p14:xfrm>
                  <a:off x="3563025" y="1801595"/>
                  <a:ext cx="177480" cy="94680"/>
                </p14:xfrm>
              </p:contentPart>
            </mc:Choice>
            <mc:Fallback xmlns="">
              <p:pic>
                <p:nvPicPr>
                  <p:cNvPr id="32" name="Ink 185">
                    <a:extLst>
                      <a:ext uri="{FF2B5EF4-FFF2-40B4-BE49-F238E27FC236}">
                        <a16:creationId xmlns:a16="http://schemas.microsoft.com/office/drawing/2014/main" id="{636B11DB-872B-2F2D-FAE0-04C490BBB32D}"/>
                      </a:ext>
                    </a:extLst>
                  </p:cNvPr>
                  <p:cNvPicPr/>
                  <p:nvPr/>
                </p:nvPicPr>
                <p:blipFill>
                  <a:blip r:embed="rId223"/>
                  <a:stretch>
                    <a:fillRect/>
                  </a:stretch>
                </p:blipFill>
                <p:spPr>
                  <a:xfrm>
                    <a:off x="3558705" y="1797275"/>
                    <a:ext cx="186120" cy="103320"/>
                  </a:xfrm>
                  <a:prstGeom prst="rect">
                    <a:avLst/>
                  </a:prstGeom>
                </p:spPr>
              </p:pic>
            </mc:Fallback>
          </mc:AlternateContent>
          <mc:AlternateContent xmlns:mc="http://schemas.openxmlformats.org/markup-compatibility/2006" xmlns:p14="http://schemas.microsoft.com/office/powerpoint/2010/main">
            <mc:Choice Requires="p14">
              <p:contentPart p14:bwMode="auto" r:id="rId255">
                <p14:nvContentPartPr>
                  <p14:cNvPr id="33" name="Ink 186">
                    <a:extLst>
                      <a:ext uri="{FF2B5EF4-FFF2-40B4-BE49-F238E27FC236}">
                        <a16:creationId xmlns:a16="http://schemas.microsoft.com/office/drawing/2014/main" id="{759EB8FE-5B92-3A16-DAF8-BEF56AF89B97}"/>
                      </a:ext>
                    </a:extLst>
                  </p14:cNvPr>
                  <p14:cNvContentPartPr/>
                  <p14:nvPr/>
                </p14:nvContentPartPr>
                <p14:xfrm>
                  <a:off x="3703200" y="1798268"/>
                  <a:ext cx="52920" cy="8280"/>
                </p14:xfrm>
              </p:contentPart>
            </mc:Choice>
            <mc:Fallback xmlns="">
              <p:pic>
                <p:nvPicPr>
                  <p:cNvPr id="33" name="Ink 186">
                    <a:extLst>
                      <a:ext uri="{FF2B5EF4-FFF2-40B4-BE49-F238E27FC236}">
                        <a16:creationId xmlns:a16="http://schemas.microsoft.com/office/drawing/2014/main" id="{759EB8FE-5B92-3A16-DAF8-BEF56AF89B97}"/>
                      </a:ext>
                    </a:extLst>
                  </p:cNvPr>
                  <p:cNvPicPr/>
                  <p:nvPr/>
                </p:nvPicPr>
                <p:blipFill>
                  <a:blip r:embed="rId225"/>
                  <a:stretch>
                    <a:fillRect/>
                  </a:stretch>
                </p:blipFill>
                <p:spPr>
                  <a:xfrm>
                    <a:off x="3698850" y="1793948"/>
                    <a:ext cx="61619" cy="16920"/>
                  </a:xfrm>
                  <a:prstGeom prst="rect">
                    <a:avLst/>
                  </a:prstGeom>
                </p:spPr>
              </p:pic>
            </mc:Fallback>
          </mc:AlternateContent>
          <p:sp>
            <p:nvSpPr>
              <p:cNvPr id="34" name="Oval 187">
                <a:extLst>
                  <a:ext uri="{FF2B5EF4-FFF2-40B4-BE49-F238E27FC236}">
                    <a16:creationId xmlns:a16="http://schemas.microsoft.com/office/drawing/2014/main" id="{29D09CF2-F925-4258-7CB2-BFBAC805642C}"/>
                  </a:ext>
                </a:extLst>
              </p:cNvPr>
              <p:cNvSpPr/>
              <p:nvPr/>
            </p:nvSpPr>
            <p:spPr>
              <a:xfrm>
                <a:off x="3614458" y="1703767"/>
                <a:ext cx="74613" cy="74234"/>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35" name="Oval 188">
                <a:extLst>
                  <a:ext uri="{FF2B5EF4-FFF2-40B4-BE49-F238E27FC236}">
                    <a16:creationId xmlns:a16="http://schemas.microsoft.com/office/drawing/2014/main" id="{0D043CE0-6651-574B-0259-EB2A1EC27206}"/>
                  </a:ext>
                </a:extLst>
              </p:cNvPr>
              <p:cNvSpPr/>
              <p:nvPr/>
            </p:nvSpPr>
            <p:spPr>
              <a:xfrm>
                <a:off x="3629614" y="1718024"/>
                <a:ext cx="45719" cy="45719"/>
              </a:xfrm>
              <a:prstGeom prst="ellipse">
                <a:avLst/>
              </a:prstGeom>
              <a:no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grpSp>
            <p:nvGrpSpPr>
              <p:cNvPr id="36" name="Group 189">
                <a:extLst>
                  <a:ext uri="{FF2B5EF4-FFF2-40B4-BE49-F238E27FC236}">
                    <a16:creationId xmlns:a16="http://schemas.microsoft.com/office/drawing/2014/main" id="{AD5C7104-2975-7DE7-FCC3-969DF2F2F0A1}"/>
                  </a:ext>
                </a:extLst>
              </p:cNvPr>
              <p:cNvGrpSpPr/>
              <p:nvPr/>
            </p:nvGrpSpPr>
            <p:grpSpPr>
              <a:xfrm>
                <a:off x="3476018" y="1823415"/>
                <a:ext cx="349450" cy="316657"/>
                <a:chOff x="3476018" y="1823415"/>
                <a:chExt cx="349450" cy="316657"/>
              </a:xfrm>
            </p:grpSpPr>
            <mc:AlternateContent xmlns:mc="http://schemas.openxmlformats.org/markup-compatibility/2006" xmlns:p14="http://schemas.microsoft.com/office/powerpoint/2010/main">
              <mc:Choice Requires="p14">
                <p:contentPart p14:bwMode="auto" r:id="rId256">
                  <p14:nvContentPartPr>
                    <p14:cNvPr id="37" name="Ink 190">
                      <a:extLst>
                        <a:ext uri="{FF2B5EF4-FFF2-40B4-BE49-F238E27FC236}">
                          <a16:creationId xmlns:a16="http://schemas.microsoft.com/office/drawing/2014/main" id="{750F821C-2811-B56A-DA5E-731D3E143623}"/>
                        </a:ext>
                      </a:extLst>
                    </p14:cNvPr>
                    <p14:cNvContentPartPr/>
                    <p14:nvPr/>
                  </p14:nvContentPartPr>
                  <p14:xfrm>
                    <a:off x="3476018" y="1873095"/>
                    <a:ext cx="45720" cy="30600"/>
                  </p14:xfrm>
                </p:contentPart>
              </mc:Choice>
              <mc:Fallback xmlns="">
                <p:pic>
                  <p:nvPicPr>
                    <p:cNvPr id="37" name="Ink 190">
                      <a:extLst>
                        <a:ext uri="{FF2B5EF4-FFF2-40B4-BE49-F238E27FC236}">
                          <a16:creationId xmlns:a16="http://schemas.microsoft.com/office/drawing/2014/main" id="{750F821C-2811-B56A-DA5E-731D3E143623}"/>
                        </a:ext>
                      </a:extLst>
                    </p:cNvPr>
                    <p:cNvPicPr/>
                    <p:nvPr/>
                  </p:nvPicPr>
                  <p:blipFill>
                    <a:blip r:embed="rId227"/>
                    <a:stretch>
                      <a:fillRect/>
                    </a:stretch>
                  </p:blipFill>
                  <p:spPr>
                    <a:xfrm>
                      <a:off x="3471698" y="1868775"/>
                      <a:ext cx="54360" cy="39240"/>
                    </a:xfrm>
                    <a:prstGeom prst="rect">
                      <a:avLst/>
                    </a:prstGeom>
                  </p:spPr>
                </p:pic>
              </mc:Fallback>
            </mc:AlternateContent>
            <mc:AlternateContent xmlns:mc="http://schemas.openxmlformats.org/markup-compatibility/2006" xmlns:p14="http://schemas.microsoft.com/office/powerpoint/2010/main">
              <mc:Choice Requires="p14">
                <p:contentPart p14:bwMode="auto" r:id="rId257">
                  <p14:nvContentPartPr>
                    <p14:cNvPr id="38" name="Ink 191">
                      <a:extLst>
                        <a:ext uri="{FF2B5EF4-FFF2-40B4-BE49-F238E27FC236}">
                          <a16:creationId xmlns:a16="http://schemas.microsoft.com/office/drawing/2014/main" id="{5B432833-3463-61EC-9F83-07D2AA5F4CDA}"/>
                        </a:ext>
                      </a:extLst>
                    </p14:cNvPr>
                    <p14:cNvContentPartPr/>
                    <p14:nvPr/>
                  </p14:nvContentPartPr>
                  <p14:xfrm>
                    <a:off x="3494738" y="1823415"/>
                    <a:ext cx="54720" cy="43200"/>
                  </p14:xfrm>
                </p:contentPart>
              </mc:Choice>
              <mc:Fallback xmlns="">
                <p:pic>
                  <p:nvPicPr>
                    <p:cNvPr id="38" name="Ink 191">
                      <a:extLst>
                        <a:ext uri="{FF2B5EF4-FFF2-40B4-BE49-F238E27FC236}">
                          <a16:creationId xmlns:a16="http://schemas.microsoft.com/office/drawing/2014/main" id="{5B432833-3463-61EC-9F83-07D2AA5F4CDA}"/>
                        </a:ext>
                      </a:extLst>
                    </p:cNvPr>
                    <p:cNvPicPr/>
                    <p:nvPr/>
                  </p:nvPicPr>
                  <p:blipFill>
                    <a:blip r:embed="rId229"/>
                    <a:stretch>
                      <a:fillRect/>
                    </a:stretch>
                  </p:blipFill>
                  <p:spPr>
                    <a:xfrm>
                      <a:off x="3490389" y="1819131"/>
                      <a:ext cx="63417" cy="51769"/>
                    </a:xfrm>
                    <a:prstGeom prst="rect">
                      <a:avLst/>
                    </a:prstGeom>
                  </p:spPr>
                </p:pic>
              </mc:Fallback>
            </mc:AlternateContent>
            <mc:AlternateContent xmlns:mc="http://schemas.openxmlformats.org/markup-compatibility/2006" xmlns:p14="http://schemas.microsoft.com/office/powerpoint/2010/main">
              <mc:Choice Requires="p14">
                <p:contentPart p14:bwMode="auto" r:id="rId258">
                  <p14:nvContentPartPr>
                    <p14:cNvPr id="39" name="Ink 192">
                      <a:extLst>
                        <a:ext uri="{FF2B5EF4-FFF2-40B4-BE49-F238E27FC236}">
                          <a16:creationId xmlns:a16="http://schemas.microsoft.com/office/drawing/2014/main" id="{39FA505B-F295-6928-AC20-306A212E594D}"/>
                        </a:ext>
                      </a:extLst>
                    </p14:cNvPr>
                    <p14:cNvContentPartPr/>
                    <p14:nvPr/>
                  </p14:nvContentPartPr>
                  <p14:xfrm>
                    <a:off x="3777338" y="1870215"/>
                    <a:ext cx="44640" cy="36000"/>
                  </p14:xfrm>
                </p:contentPart>
              </mc:Choice>
              <mc:Fallback xmlns="">
                <p:pic>
                  <p:nvPicPr>
                    <p:cNvPr id="39" name="Ink 192">
                      <a:extLst>
                        <a:ext uri="{FF2B5EF4-FFF2-40B4-BE49-F238E27FC236}">
                          <a16:creationId xmlns:a16="http://schemas.microsoft.com/office/drawing/2014/main" id="{39FA505B-F295-6928-AC20-306A212E594D}"/>
                        </a:ext>
                      </a:extLst>
                    </p:cNvPr>
                    <p:cNvPicPr/>
                    <p:nvPr/>
                  </p:nvPicPr>
                  <p:blipFill>
                    <a:blip r:embed="rId231"/>
                    <a:stretch>
                      <a:fillRect/>
                    </a:stretch>
                  </p:blipFill>
                  <p:spPr>
                    <a:xfrm>
                      <a:off x="3773018" y="1865895"/>
                      <a:ext cx="53280" cy="44640"/>
                    </a:xfrm>
                    <a:prstGeom prst="rect">
                      <a:avLst/>
                    </a:prstGeom>
                  </p:spPr>
                </p:pic>
              </mc:Fallback>
            </mc:AlternateContent>
            <mc:AlternateContent xmlns:mc="http://schemas.openxmlformats.org/markup-compatibility/2006" xmlns:p14="http://schemas.microsoft.com/office/powerpoint/2010/main">
              <mc:Choice Requires="p14">
                <p:contentPart p14:bwMode="auto" r:id="rId259">
                  <p14:nvContentPartPr>
                    <p14:cNvPr id="40" name="Ink 193">
                      <a:extLst>
                        <a:ext uri="{FF2B5EF4-FFF2-40B4-BE49-F238E27FC236}">
                          <a16:creationId xmlns:a16="http://schemas.microsoft.com/office/drawing/2014/main" id="{024CBBD3-BB41-44B1-A717-CE0C783FCBD1}"/>
                        </a:ext>
                      </a:extLst>
                    </p14:cNvPr>
                    <p14:cNvContentPartPr/>
                    <p14:nvPr/>
                  </p14:nvContentPartPr>
                  <p14:xfrm>
                    <a:off x="3757178" y="1831335"/>
                    <a:ext cx="46440" cy="36360"/>
                  </p14:xfrm>
                </p:contentPart>
              </mc:Choice>
              <mc:Fallback xmlns="">
                <p:pic>
                  <p:nvPicPr>
                    <p:cNvPr id="40" name="Ink 193">
                      <a:extLst>
                        <a:ext uri="{FF2B5EF4-FFF2-40B4-BE49-F238E27FC236}">
                          <a16:creationId xmlns:a16="http://schemas.microsoft.com/office/drawing/2014/main" id="{024CBBD3-BB41-44B1-A717-CE0C783FCBD1}"/>
                        </a:ext>
                      </a:extLst>
                    </p:cNvPr>
                    <p:cNvPicPr/>
                    <p:nvPr/>
                  </p:nvPicPr>
                  <p:blipFill>
                    <a:blip r:embed="rId233"/>
                    <a:stretch>
                      <a:fillRect/>
                    </a:stretch>
                  </p:blipFill>
                  <p:spPr>
                    <a:xfrm>
                      <a:off x="3752858" y="1826972"/>
                      <a:ext cx="55080" cy="45086"/>
                    </a:xfrm>
                    <a:prstGeom prst="rect">
                      <a:avLst/>
                    </a:prstGeom>
                  </p:spPr>
                </p:pic>
              </mc:Fallback>
            </mc:AlternateContent>
            <mc:AlternateContent xmlns:mc="http://schemas.openxmlformats.org/markup-compatibility/2006" xmlns:p14="http://schemas.microsoft.com/office/powerpoint/2010/main">
              <mc:Choice Requires="p14">
                <p:contentPart p14:bwMode="auto" r:id="rId260">
                  <p14:nvContentPartPr>
                    <p14:cNvPr id="41" name="Ink 194">
                      <a:extLst>
                        <a:ext uri="{FF2B5EF4-FFF2-40B4-BE49-F238E27FC236}">
                          <a16:creationId xmlns:a16="http://schemas.microsoft.com/office/drawing/2014/main" id="{A97C3796-4CBD-0C5C-6977-9F24E0271885}"/>
                        </a:ext>
                      </a:extLst>
                    </p14:cNvPr>
                    <p14:cNvContentPartPr/>
                    <p14:nvPr/>
                  </p14:nvContentPartPr>
                  <p14:xfrm>
                    <a:off x="3662748" y="1940992"/>
                    <a:ext cx="62640" cy="195120"/>
                  </p14:xfrm>
                </p:contentPart>
              </mc:Choice>
              <mc:Fallback xmlns="">
                <p:pic>
                  <p:nvPicPr>
                    <p:cNvPr id="41" name="Ink 194">
                      <a:extLst>
                        <a:ext uri="{FF2B5EF4-FFF2-40B4-BE49-F238E27FC236}">
                          <a16:creationId xmlns:a16="http://schemas.microsoft.com/office/drawing/2014/main" id="{A97C3796-4CBD-0C5C-6977-9F24E0271885}"/>
                        </a:ext>
                      </a:extLst>
                    </p:cNvPr>
                    <p:cNvPicPr/>
                    <p:nvPr/>
                  </p:nvPicPr>
                  <p:blipFill>
                    <a:blip r:embed="rId235"/>
                    <a:stretch>
                      <a:fillRect/>
                    </a:stretch>
                  </p:blipFill>
                  <p:spPr>
                    <a:xfrm>
                      <a:off x="3658428" y="1936672"/>
                      <a:ext cx="71280" cy="203760"/>
                    </a:xfrm>
                    <a:prstGeom prst="rect">
                      <a:avLst/>
                    </a:prstGeom>
                  </p:spPr>
                </p:pic>
              </mc:Fallback>
            </mc:AlternateContent>
            <mc:AlternateContent xmlns:mc="http://schemas.openxmlformats.org/markup-compatibility/2006" xmlns:p14="http://schemas.microsoft.com/office/powerpoint/2010/main">
              <mc:Choice Requires="p14">
                <p:contentPart p14:bwMode="auto" r:id="rId261">
                  <p14:nvContentPartPr>
                    <p14:cNvPr id="42" name="Ink 195">
                      <a:extLst>
                        <a:ext uri="{FF2B5EF4-FFF2-40B4-BE49-F238E27FC236}">
                          <a16:creationId xmlns:a16="http://schemas.microsoft.com/office/drawing/2014/main" id="{B6A5E832-F834-E5A0-4325-127748235F1C}"/>
                        </a:ext>
                      </a:extLst>
                    </p14:cNvPr>
                    <p14:cNvContentPartPr/>
                    <p14:nvPr/>
                  </p14:nvContentPartPr>
                  <p14:xfrm>
                    <a:off x="3672468" y="1931992"/>
                    <a:ext cx="59400" cy="124200"/>
                  </p14:xfrm>
                </p:contentPart>
              </mc:Choice>
              <mc:Fallback xmlns="">
                <p:pic>
                  <p:nvPicPr>
                    <p:cNvPr id="42" name="Ink 195">
                      <a:extLst>
                        <a:ext uri="{FF2B5EF4-FFF2-40B4-BE49-F238E27FC236}">
                          <a16:creationId xmlns:a16="http://schemas.microsoft.com/office/drawing/2014/main" id="{B6A5E832-F834-E5A0-4325-127748235F1C}"/>
                        </a:ext>
                      </a:extLst>
                    </p:cNvPr>
                    <p:cNvPicPr/>
                    <p:nvPr/>
                  </p:nvPicPr>
                  <p:blipFill>
                    <a:blip r:embed="rId237"/>
                    <a:stretch>
                      <a:fillRect/>
                    </a:stretch>
                  </p:blipFill>
                  <p:spPr>
                    <a:xfrm>
                      <a:off x="3668148" y="1927659"/>
                      <a:ext cx="68040" cy="132865"/>
                    </a:xfrm>
                    <a:prstGeom prst="rect">
                      <a:avLst/>
                    </a:prstGeom>
                  </p:spPr>
                </p:pic>
              </mc:Fallback>
            </mc:AlternateContent>
            <mc:AlternateContent xmlns:mc="http://schemas.openxmlformats.org/markup-compatibility/2006" xmlns:p14="http://schemas.microsoft.com/office/powerpoint/2010/main">
              <mc:Choice Requires="p14">
                <p:contentPart p14:bwMode="auto" r:id="rId262">
                  <p14:nvContentPartPr>
                    <p14:cNvPr id="43" name="Ink 196">
                      <a:extLst>
                        <a:ext uri="{FF2B5EF4-FFF2-40B4-BE49-F238E27FC236}">
                          <a16:creationId xmlns:a16="http://schemas.microsoft.com/office/drawing/2014/main" id="{8A4EBEE4-F5CE-E29D-CA23-2E62B447206D}"/>
                        </a:ext>
                      </a:extLst>
                    </p14:cNvPr>
                    <p14:cNvContentPartPr/>
                    <p14:nvPr/>
                  </p14:nvContentPartPr>
                  <p14:xfrm>
                    <a:off x="3577068" y="1930912"/>
                    <a:ext cx="63720" cy="209160"/>
                  </p14:xfrm>
                </p:contentPart>
              </mc:Choice>
              <mc:Fallback xmlns="">
                <p:pic>
                  <p:nvPicPr>
                    <p:cNvPr id="43" name="Ink 196">
                      <a:extLst>
                        <a:ext uri="{FF2B5EF4-FFF2-40B4-BE49-F238E27FC236}">
                          <a16:creationId xmlns:a16="http://schemas.microsoft.com/office/drawing/2014/main" id="{8A4EBEE4-F5CE-E29D-CA23-2E62B447206D}"/>
                        </a:ext>
                      </a:extLst>
                    </p:cNvPr>
                    <p:cNvPicPr/>
                    <p:nvPr/>
                  </p:nvPicPr>
                  <p:blipFill>
                    <a:blip r:embed="rId239"/>
                    <a:stretch>
                      <a:fillRect/>
                    </a:stretch>
                  </p:blipFill>
                  <p:spPr>
                    <a:xfrm>
                      <a:off x="3572772" y="1926592"/>
                      <a:ext cx="72311" cy="217800"/>
                    </a:xfrm>
                    <a:prstGeom prst="rect">
                      <a:avLst/>
                    </a:prstGeom>
                  </p:spPr>
                </p:pic>
              </mc:Fallback>
            </mc:AlternateContent>
            <mc:AlternateContent xmlns:mc="http://schemas.openxmlformats.org/markup-compatibility/2006" xmlns:p14="http://schemas.microsoft.com/office/powerpoint/2010/main">
              <mc:Choice Requires="p14">
                <p:contentPart p14:bwMode="auto" r:id="rId263">
                  <p14:nvContentPartPr>
                    <p14:cNvPr id="44" name="Ink 197">
                      <a:extLst>
                        <a:ext uri="{FF2B5EF4-FFF2-40B4-BE49-F238E27FC236}">
                          <a16:creationId xmlns:a16="http://schemas.microsoft.com/office/drawing/2014/main" id="{F506270F-5A16-B902-06B9-143C0228611D}"/>
                        </a:ext>
                      </a:extLst>
                    </p14:cNvPr>
                    <p14:cNvContentPartPr/>
                    <p14:nvPr/>
                  </p14:nvContentPartPr>
                  <p14:xfrm>
                    <a:off x="3561228" y="1928752"/>
                    <a:ext cx="60120" cy="129960"/>
                  </p14:xfrm>
                </p:contentPart>
              </mc:Choice>
              <mc:Fallback xmlns="">
                <p:pic>
                  <p:nvPicPr>
                    <p:cNvPr id="44" name="Ink 197">
                      <a:extLst>
                        <a:ext uri="{FF2B5EF4-FFF2-40B4-BE49-F238E27FC236}">
                          <a16:creationId xmlns:a16="http://schemas.microsoft.com/office/drawing/2014/main" id="{F506270F-5A16-B902-06B9-143C0228611D}"/>
                        </a:ext>
                      </a:extLst>
                    </p:cNvPr>
                    <p:cNvPicPr/>
                    <p:nvPr/>
                  </p:nvPicPr>
                  <p:blipFill>
                    <a:blip r:embed="rId241"/>
                    <a:stretch>
                      <a:fillRect/>
                    </a:stretch>
                  </p:blipFill>
                  <p:spPr>
                    <a:xfrm>
                      <a:off x="3556908" y="1924444"/>
                      <a:ext cx="68760" cy="138576"/>
                    </a:xfrm>
                    <a:prstGeom prst="rect">
                      <a:avLst/>
                    </a:prstGeom>
                  </p:spPr>
                </p:pic>
              </mc:Fallback>
            </mc:AlternateContent>
            <mc:AlternateContent xmlns:mc="http://schemas.openxmlformats.org/markup-compatibility/2006" xmlns:p14="http://schemas.microsoft.com/office/powerpoint/2010/main">
              <mc:Choice Requires="p14">
                <p:contentPart p14:bwMode="auto" r:id="rId264">
                  <p14:nvContentPartPr>
                    <p14:cNvPr id="45" name="Ink 198">
                      <a:extLst>
                        <a:ext uri="{FF2B5EF4-FFF2-40B4-BE49-F238E27FC236}">
                          <a16:creationId xmlns:a16="http://schemas.microsoft.com/office/drawing/2014/main" id="{2912BC37-2AE0-0343-0AA2-99DA9C3FC959}"/>
                        </a:ext>
                      </a:extLst>
                    </p14:cNvPr>
                    <p14:cNvContentPartPr/>
                    <p14:nvPr/>
                  </p14:nvContentPartPr>
                  <p14:xfrm>
                    <a:off x="3673188" y="2036032"/>
                    <a:ext cx="44280" cy="95040"/>
                  </p14:xfrm>
                </p:contentPart>
              </mc:Choice>
              <mc:Fallback xmlns="">
                <p:pic>
                  <p:nvPicPr>
                    <p:cNvPr id="45" name="Ink 198">
                      <a:extLst>
                        <a:ext uri="{FF2B5EF4-FFF2-40B4-BE49-F238E27FC236}">
                          <a16:creationId xmlns:a16="http://schemas.microsoft.com/office/drawing/2014/main" id="{2912BC37-2AE0-0343-0AA2-99DA9C3FC959}"/>
                        </a:ext>
                      </a:extLst>
                    </p:cNvPr>
                    <p:cNvPicPr/>
                    <p:nvPr/>
                  </p:nvPicPr>
                  <p:blipFill>
                    <a:blip r:embed="rId243"/>
                    <a:stretch>
                      <a:fillRect/>
                    </a:stretch>
                  </p:blipFill>
                  <p:spPr>
                    <a:xfrm>
                      <a:off x="3668868" y="2031696"/>
                      <a:ext cx="52920" cy="103713"/>
                    </a:xfrm>
                    <a:prstGeom prst="rect">
                      <a:avLst/>
                    </a:prstGeom>
                  </p:spPr>
                </p:pic>
              </mc:Fallback>
            </mc:AlternateContent>
            <mc:AlternateContent xmlns:mc="http://schemas.openxmlformats.org/markup-compatibility/2006" xmlns:p14="http://schemas.microsoft.com/office/powerpoint/2010/main">
              <mc:Choice Requires="p14">
                <p:contentPart p14:bwMode="auto" r:id="rId265">
                  <p14:nvContentPartPr>
                    <p14:cNvPr id="46" name="Ink 199">
                      <a:extLst>
                        <a:ext uri="{FF2B5EF4-FFF2-40B4-BE49-F238E27FC236}">
                          <a16:creationId xmlns:a16="http://schemas.microsoft.com/office/drawing/2014/main" id="{2D35A574-9063-3FB4-5C67-BD4AA4912420}"/>
                        </a:ext>
                      </a:extLst>
                    </p14:cNvPr>
                    <p14:cNvContentPartPr/>
                    <p14:nvPr/>
                  </p14:nvContentPartPr>
                  <p14:xfrm>
                    <a:off x="3572028" y="1936312"/>
                    <a:ext cx="67320" cy="200520"/>
                  </p14:xfrm>
                </p:contentPart>
              </mc:Choice>
              <mc:Fallback xmlns="">
                <p:pic>
                  <p:nvPicPr>
                    <p:cNvPr id="46" name="Ink 199">
                      <a:extLst>
                        <a:ext uri="{FF2B5EF4-FFF2-40B4-BE49-F238E27FC236}">
                          <a16:creationId xmlns:a16="http://schemas.microsoft.com/office/drawing/2014/main" id="{2D35A574-9063-3FB4-5C67-BD4AA4912420}"/>
                        </a:ext>
                      </a:extLst>
                    </p:cNvPr>
                    <p:cNvPicPr/>
                    <p:nvPr/>
                  </p:nvPicPr>
                  <p:blipFill>
                    <a:blip r:embed="rId245"/>
                    <a:stretch>
                      <a:fillRect/>
                    </a:stretch>
                  </p:blipFill>
                  <p:spPr>
                    <a:xfrm>
                      <a:off x="3567708" y="1931992"/>
                      <a:ext cx="75960" cy="209160"/>
                    </a:xfrm>
                    <a:prstGeom prst="rect">
                      <a:avLst/>
                    </a:prstGeom>
                  </p:spPr>
                </p:pic>
              </mc:Fallback>
            </mc:AlternateContent>
            <mc:AlternateContent xmlns:mc="http://schemas.openxmlformats.org/markup-compatibility/2006" xmlns:p14="http://schemas.microsoft.com/office/powerpoint/2010/main">
              <mc:Choice Requires="p14">
                <p:contentPart p14:bwMode="auto" r:id="rId266">
                  <p14:nvContentPartPr>
                    <p14:cNvPr id="47" name="Ink 200">
                      <a:extLst>
                        <a:ext uri="{FF2B5EF4-FFF2-40B4-BE49-F238E27FC236}">
                          <a16:creationId xmlns:a16="http://schemas.microsoft.com/office/drawing/2014/main" id="{4AFCF117-8195-E2D9-1077-2E1E00436E6C}"/>
                        </a:ext>
                      </a:extLst>
                    </p14:cNvPr>
                    <p14:cNvContentPartPr/>
                    <p14:nvPr/>
                  </p14:nvContentPartPr>
                  <p14:xfrm>
                    <a:off x="3725748" y="2038912"/>
                    <a:ext cx="5400" cy="39960"/>
                  </p14:xfrm>
                </p:contentPart>
              </mc:Choice>
              <mc:Fallback xmlns="">
                <p:pic>
                  <p:nvPicPr>
                    <p:cNvPr id="47" name="Ink 200">
                      <a:extLst>
                        <a:ext uri="{FF2B5EF4-FFF2-40B4-BE49-F238E27FC236}">
                          <a16:creationId xmlns:a16="http://schemas.microsoft.com/office/drawing/2014/main" id="{4AFCF117-8195-E2D9-1077-2E1E00436E6C}"/>
                        </a:ext>
                      </a:extLst>
                    </p:cNvPr>
                    <p:cNvPicPr/>
                    <p:nvPr/>
                  </p:nvPicPr>
                  <p:blipFill>
                    <a:blip r:embed="rId247"/>
                    <a:stretch>
                      <a:fillRect/>
                    </a:stretch>
                  </p:blipFill>
                  <p:spPr>
                    <a:xfrm>
                      <a:off x="3721428" y="2034631"/>
                      <a:ext cx="14040" cy="48523"/>
                    </a:xfrm>
                    <a:prstGeom prst="rect">
                      <a:avLst/>
                    </a:prstGeom>
                  </p:spPr>
                </p:pic>
              </mc:Fallback>
            </mc:AlternateContent>
            <mc:AlternateContent xmlns:mc="http://schemas.openxmlformats.org/markup-compatibility/2006" xmlns:p14="http://schemas.microsoft.com/office/powerpoint/2010/main">
              <mc:Choice Requires="p14">
                <p:contentPart p14:bwMode="auto" r:id="rId267">
                  <p14:nvContentPartPr>
                    <p14:cNvPr id="48" name="Ink 201">
                      <a:extLst>
                        <a:ext uri="{FF2B5EF4-FFF2-40B4-BE49-F238E27FC236}">
                          <a16:creationId xmlns:a16="http://schemas.microsoft.com/office/drawing/2014/main" id="{6B9847C0-7814-8E57-8970-834D27D5D3D1}"/>
                        </a:ext>
                      </a:extLst>
                    </p14:cNvPr>
                    <p14:cNvContentPartPr/>
                    <p14:nvPr/>
                  </p14:nvContentPartPr>
                  <p14:xfrm>
                    <a:off x="3726828" y="2015512"/>
                    <a:ext cx="6840" cy="60840"/>
                  </p14:xfrm>
                </p:contentPart>
              </mc:Choice>
              <mc:Fallback xmlns="">
                <p:pic>
                  <p:nvPicPr>
                    <p:cNvPr id="48" name="Ink 201">
                      <a:extLst>
                        <a:ext uri="{FF2B5EF4-FFF2-40B4-BE49-F238E27FC236}">
                          <a16:creationId xmlns:a16="http://schemas.microsoft.com/office/drawing/2014/main" id="{6B9847C0-7814-8E57-8970-834D27D5D3D1}"/>
                        </a:ext>
                      </a:extLst>
                    </p:cNvPr>
                    <p:cNvPicPr/>
                    <p:nvPr/>
                  </p:nvPicPr>
                  <p:blipFill>
                    <a:blip r:embed="rId249"/>
                    <a:stretch>
                      <a:fillRect/>
                    </a:stretch>
                  </p:blipFill>
                  <p:spPr>
                    <a:xfrm>
                      <a:off x="3722508" y="2011166"/>
                      <a:ext cx="15480" cy="69531"/>
                    </a:xfrm>
                    <a:prstGeom prst="rect">
                      <a:avLst/>
                    </a:prstGeom>
                  </p:spPr>
                </p:pic>
              </mc:Fallback>
            </mc:AlternateContent>
            <mc:AlternateContent xmlns:mc="http://schemas.openxmlformats.org/markup-compatibility/2006" xmlns:p14="http://schemas.microsoft.com/office/powerpoint/2010/main">
              <mc:Choice Requires="p14">
                <p:contentPart p14:bwMode="auto" r:id="rId268">
                  <p14:nvContentPartPr>
                    <p14:cNvPr id="49" name="Ink 202">
                      <a:extLst>
                        <a:ext uri="{FF2B5EF4-FFF2-40B4-BE49-F238E27FC236}">
                          <a16:creationId xmlns:a16="http://schemas.microsoft.com/office/drawing/2014/main" id="{DACB4FC6-2051-EA28-8E3A-3E54BCF806D5}"/>
                        </a:ext>
                      </a:extLst>
                    </p14:cNvPr>
                    <p14:cNvContentPartPr/>
                    <p14:nvPr/>
                  </p14:nvContentPartPr>
                  <p14:xfrm>
                    <a:off x="3557988" y="1939192"/>
                    <a:ext cx="63360" cy="114480"/>
                  </p14:xfrm>
                </p:contentPart>
              </mc:Choice>
              <mc:Fallback xmlns="">
                <p:pic>
                  <p:nvPicPr>
                    <p:cNvPr id="49" name="Ink 202">
                      <a:extLst>
                        <a:ext uri="{FF2B5EF4-FFF2-40B4-BE49-F238E27FC236}">
                          <a16:creationId xmlns:a16="http://schemas.microsoft.com/office/drawing/2014/main" id="{DACB4FC6-2051-EA28-8E3A-3E54BCF806D5}"/>
                        </a:ext>
                      </a:extLst>
                    </p:cNvPr>
                    <p:cNvPicPr/>
                    <p:nvPr/>
                  </p:nvPicPr>
                  <p:blipFill>
                    <a:blip r:embed="rId251"/>
                    <a:stretch>
                      <a:fillRect/>
                    </a:stretch>
                  </p:blipFill>
                  <p:spPr>
                    <a:xfrm>
                      <a:off x="3553668" y="1934858"/>
                      <a:ext cx="72000" cy="123147"/>
                    </a:xfrm>
                    <a:prstGeom prst="rect">
                      <a:avLst/>
                    </a:prstGeom>
                  </p:spPr>
                </p:pic>
              </mc:Fallback>
            </mc:AlternateContent>
            <mc:AlternateContent xmlns:mc="http://schemas.openxmlformats.org/markup-compatibility/2006" xmlns:p14="http://schemas.microsoft.com/office/powerpoint/2010/main">
              <mc:Choice Requires="p14">
                <p:contentPart p14:bwMode="auto" r:id="rId269">
                  <p14:nvContentPartPr>
                    <p14:cNvPr id="50" name="Ink 203">
                      <a:extLst>
                        <a:ext uri="{FF2B5EF4-FFF2-40B4-BE49-F238E27FC236}">
                          <a16:creationId xmlns:a16="http://schemas.microsoft.com/office/drawing/2014/main" id="{EF6EE2A6-7E13-6915-BABA-3DB88E446D4F}"/>
                        </a:ext>
                      </a:extLst>
                    </p14:cNvPr>
                    <p14:cNvContentPartPr/>
                    <p14:nvPr/>
                  </p14:nvContentPartPr>
                  <p14:xfrm>
                    <a:off x="3801708" y="1867192"/>
                    <a:ext cx="23760" cy="45360"/>
                  </p14:xfrm>
                </p:contentPart>
              </mc:Choice>
              <mc:Fallback xmlns="">
                <p:pic>
                  <p:nvPicPr>
                    <p:cNvPr id="50" name="Ink 203">
                      <a:extLst>
                        <a:ext uri="{FF2B5EF4-FFF2-40B4-BE49-F238E27FC236}">
                          <a16:creationId xmlns:a16="http://schemas.microsoft.com/office/drawing/2014/main" id="{EF6EE2A6-7E13-6915-BABA-3DB88E446D4F}"/>
                        </a:ext>
                      </a:extLst>
                    </p:cNvPr>
                    <p:cNvPicPr/>
                    <p:nvPr/>
                  </p:nvPicPr>
                  <p:blipFill>
                    <a:blip r:embed="rId253"/>
                    <a:stretch>
                      <a:fillRect/>
                    </a:stretch>
                  </p:blipFill>
                  <p:spPr>
                    <a:xfrm>
                      <a:off x="3797388" y="1862872"/>
                      <a:ext cx="32400" cy="54000"/>
                    </a:xfrm>
                    <a:prstGeom prst="rect">
                      <a:avLst/>
                    </a:prstGeom>
                  </p:spPr>
                </p:pic>
              </mc:Fallback>
            </mc:AlternateContent>
          </p:grpSp>
        </p:grpSp>
        <p:grpSp>
          <p:nvGrpSpPr>
            <p:cNvPr id="10" name="Group 204">
              <a:extLst>
                <a:ext uri="{FF2B5EF4-FFF2-40B4-BE49-F238E27FC236}">
                  <a16:creationId xmlns:a16="http://schemas.microsoft.com/office/drawing/2014/main" id="{8CDE2DEA-6916-659A-805C-28B710CE1EC7}"/>
                </a:ext>
              </a:extLst>
            </p:cNvPr>
            <p:cNvGrpSpPr/>
            <p:nvPr/>
          </p:nvGrpSpPr>
          <p:grpSpPr>
            <a:xfrm rot="16200000">
              <a:off x="6010687" y="7509686"/>
              <a:ext cx="504761" cy="699549"/>
              <a:chOff x="3476018" y="1655769"/>
              <a:chExt cx="349450" cy="484303"/>
            </a:xfrm>
          </p:grpSpPr>
          <p:sp>
            <p:nvSpPr>
              <p:cNvPr id="11" name="Flowchart: Delay 205">
                <a:extLst>
                  <a:ext uri="{FF2B5EF4-FFF2-40B4-BE49-F238E27FC236}">
                    <a16:creationId xmlns:a16="http://schemas.microsoft.com/office/drawing/2014/main" id="{04EF601C-91E2-8C04-EDC5-6677B496761E}"/>
                  </a:ext>
                </a:extLst>
              </p:cNvPr>
              <p:cNvSpPr/>
              <p:nvPr/>
            </p:nvSpPr>
            <p:spPr>
              <a:xfrm rot="16200000">
                <a:off x="3518739" y="1694930"/>
                <a:ext cx="273165" cy="194844"/>
              </a:xfrm>
              <a:prstGeom prst="flowChartDelay">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mc:AlternateContent xmlns:mc="http://schemas.openxmlformats.org/markup-compatibility/2006" xmlns:p14="http://schemas.microsoft.com/office/powerpoint/2010/main">
            <mc:Choice Requires="p14">
              <p:contentPart p14:bwMode="auto" r:id="rId270">
                <p14:nvContentPartPr>
                  <p14:cNvPr id="12" name="Ink 206">
                    <a:extLst>
                      <a:ext uri="{FF2B5EF4-FFF2-40B4-BE49-F238E27FC236}">
                        <a16:creationId xmlns:a16="http://schemas.microsoft.com/office/drawing/2014/main" id="{80FE7901-3D49-CA49-35F8-507B1A89FF5B}"/>
                      </a:ext>
                    </a:extLst>
                  </p14:cNvPr>
                  <p14:cNvContentPartPr/>
                  <p14:nvPr/>
                </p14:nvContentPartPr>
                <p14:xfrm>
                  <a:off x="3563025" y="1801595"/>
                  <a:ext cx="177480" cy="94680"/>
                </p14:xfrm>
              </p:contentPart>
            </mc:Choice>
            <mc:Fallback xmlns="">
              <p:pic>
                <p:nvPicPr>
                  <p:cNvPr id="12" name="Ink 206">
                    <a:extLst>
                      <a:ext uri="{FF2B5EF4-FFF2-40B4-BE49-F238E27FC236}">
                        <a16:creationId xmlns:a16="http://schemas.microsoft.com/office/drawing/2014/main" id="{80FE7901-3D49-CA49-35F8-507B1A89FF5B}"/>
                      </a:ext>
                    </a:extLst>
                  </p:cNvPr>
                  <p:cNvPicPr/>
                  <p:nvPr/>
                </p:nvPicPr>
                <p:blipFill>
                  <a:blip r:embed="rId223"/>
                  <a:stretch>
                    <a:fillRect/>
                  </a:stretch>
                </p:blipFill>
                <p:spPr>
                  <a:xfrm>
                    <a:off x="3558705" y="1797275"/>
                    <a:ext cx="186120" cy="103320"/>
                  </a:xfrm>
                  <a:prstGeom prst="rect">
                    <a:avLst/>
                  </a:prstGeom>
                </p:spPr>
              </p:pic>
            </mc:Fallback>
          </mc:AlternateContent>
          <mc:AlternateContent xmlns:mc="http://schemas.openxmlformats.org/markup-compatibility/2006" xmlns:p14="http://schemas.microsoft.com/office/powerpoint/2010/main">
            <mc:Choice Requires="p14">
              <p:contentPart p14:bwMode="auto" r:id="rId271">
                <p14:nvContentPartPr>
                  <p14:cNvPr id="13" name="Ink 207">
                    <a:extLst>
                      <a:ext uri="{FF2B5EF4-FFF2-40B4-BE49-F238E27FC236}">
                        <a16:creationId xmlns:a16="http://schemas.microsoft.com/office/drawing/2014/main" id="{7341E895-57C9-71C9-A7D2-009658C8A013}"/>
                      </a:ext>
                    </a:extLst>
                  </p14:cNvPr>
                  <p14:cNvContentPartPr/>
                  <p14:nvPr/>
                </p14:nvContentPartPr>
                <p14:xfrm>
                  <a:off x="3703200" y="1798268"/>
                  <a:ext cx="52920" cy="8280"/>
                </p14:xfrm>
              </p:contentPart>
            </mc:Choice>
            <mc:Fallback xmlns="">
              <p:pic>
                <p:nvPicPr>
                  <p:cNvPr id="13" name="Ink 207">
                    <a:extLst>
                      <a:ext uri="{FF2B5EF4-FFF2-40B4-BE49-F238E27FC236}">
                        <a16:creationId xmlns:a16="http://schemas.microsoft.com/office/drawing/2014/main" id="{7341E895-57C9-71C9-A7D2-009658C8A013}"/>
                      </a:ext>
                    </a:extLst>
                  </p:cNvPr>
                  <p:cNvPicPr/>
                  <p:nvPr/>
                </p:nvPicPr>
                <p:blipFill>
                  <a:blip r:embed="rId225"/>
                  <a:stretch>
                    <a:fillRect/>
                  </a:stretch>
                </p:blipFill>
                <p:spPr>
                  <a:xfrm>
                    <a:off x="3698850" y="1793948"/>
                    <a:ext cx="61619" cy="16920"/>
                  </a:xfrm>
                  <a:prstGeom prst="rect">
                    <a:avLst/>
                  </a:prstGeom>
                </p:spPr>
              </p:pic>
            </mc:Fallback>
          </mc:AlternateContent>
          <p:sp>
            <p:nvSpPr>
              <p:cNvPr id="14" name="Oval 208">
                <a:extLst>
                  <a:ext uri="{FF2B5EF4-FFF2-40B4-BE49-F238E27FC236}">
                    <a16:creationId xmlns:a16="http://schemas.microsoft.com/office/drawing/2014/main" id="{9B124E58-B419-DD81-3F79-577159CDAF08}"/>
                  </a:ext>
                </a:extLst>
              </p:cNvPr>
              <p:cNvSpPr/>
              <p:nvPr/>
            </p:nvSpPr>
            <p:spPr>
              <a:xfrm>
                <a:off x="3614458" y="1703767"/>
                <a:ext cx="74613" cy="74234"/>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5" name="Oval 209">
                <a:extLst>
                  <a:ext uri="{FF2B5EF4-FFF2-40B4-BE49-F238E27FC236}">
                    <a16:creationId xmlns:a16="http://schemas.microsoft.com/office/drawing/2014/main" id="{91C7C300-DDC1-F653-6830-21AFE02066FC}"/>
                  </a:ext>
                </a:extLst>
              </p:cNvPr>
              <p:cNvSpPr/>
              <p:nvPr/>
            </p:nvSpPr>
            <p:spPr>
              <a:xfrm>
                <a:off x="3629614" y="1718024"/>
                <a:ext cx="45719" cy="45719"/>
              </a:xfrm>
              <a:prstGeom prst="ellipse">
                <a:avLst/>
              </a:prstGeom>
              <a:no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grpSp>
            <p:nvGrpSpPr>
              <p:cNvPr id="16" name="Group 210">
                <a:extLst>
                  <a:ext uri="{FF2B5EF4-FFF2-40B4-BE49-F238E27FC236}">
                    <a16:creationId xmlns:a16="http://schemas.microsoft.com/office/drawing/2014/main" id="{89A742F1-CD08-0DFE-F03E-791C22ED4781}"/>
                  </a:ext>
                </a:extLst>
              </p:cNvPr>
              <p:cNvGrpSpPr/>
              <p:nvPr/>
            </p:nvGrpSpPr>
            <p:grpSpPr>
              <a:xfrm>
                <a:off x="3476018" y="1823415"/>
                <a:ext cx="349450" cy="316657"/>
                <a:chOff x="3476018" y="1823415"/>
                <a:chExt cx="349450" cy="316657"/>
              </a:xfrm>
            </p:grpSpPr>
            <mc:AlternateContent xmlns:mc="http://schemas.openxmlformats.org/markup-compatibility/2006" xmlns:p14="http://schemas.microsoft.com/office/powerpoint/2010/main">
              <mc:Choice Requires="p14">
                <p:contentPart p14:bwMode="auto" r:id="rId272">
                  <p14:nvContentPartPr>
                    <p14:cNvPr id="17" name="Ink 211">
                      <a:extLst>
                        <a:ext uri="{FF2B5EF4-FFF2-40B4-BE49-F238E27FC236}">
                          <a16:creationId xmlns:a16="http://schemas.microsoft.com/office/drawing/2014/main" id="{A096D1CF-02B6-F83A-3891-F74AD7F77D6C}"/>
                        </a:ext>
                      </a:extLst>
                    </p14:cNvPr>
                    <p14:cNvContentPartPr/>
                    <p14:nvPr/>
                  </p14:nvContentPartPr>
                  <p14:xfrm>
                    <a:off x="3476018" y="1873095"/>
                    <a:ext cx="45720" cy="30600"/>
                  </p14:xfrm>
                </p:contentPart>
              </mc:Choice>
              <mc:Fallback xmlns="">
                <p:pic>
                  <p:nvPicPr>
                    <p:cNvPr id="17" name="Ink 211">
                      <a:extLst>
                        <a:ext uri="{FF2B5EF4-FFF2-40B4-BE49-F238E27FC236}">
                          <a16:creationId xmlns:a16="http://schemas.microsoft.com/office/drawing/2014/main" id="{A096D1CF-02B6-F83A-3891-F74AD7F77D6C}"/>
                        </a:ext>
                      </a:extLst>
                    </p:cNvPr>
                    <p:cNvPicPr/>
                    <p:nvPr/>
                  </p:nvPicPr>
                  <p:blipFill>
                    <a:blip r:embed="rId227"/>
                    <a:stretch>
                      <a:fillRect/>
                    </a:stretch>
                  </p:blipFill>
                  <p:spPr>
                    <a:xfrm>
                      <a:off x="3471698" y="1868775"/>
                      <a:ext cx="54360" cy="39240"/>
                    </a:xfrm>
                    <a:prstGeom prst="rect">
                      <a:avLst/>
                    </a:prstGeom>
                  </p:spPr>
                </p:pic>
              </mc:Fallback>
            </mc:AlternateContent>
            <mc:AlternateContent xmlns:mc="http://schemas.openxmlformats.org/markup-compatibility/2006" xmlns:p14="http://schemas.microsoft.com/office/powerpoint/2010/main">
              <mc:Choice Requires="p14">
                <p:contentPart p14:bwMode="auto" r:id="rId273">
                  <p14:nvContentPartPr>
                    <p14:cNvPr id="18" name="Ink 212">
                      <a:extLst>
                        <a:ext uri="{FF2B5EF4-FFF2-40B4-BE49-F238E27FC236}">
                          <a16:creationId xmlns:a16="http://schemas.microsoft.com/office/drawing/2014/main" id="{929DB7FC-F9BC-9E0D-08E0-886FE20CA9C2}"/>
                        </a:ext>
                      </a:extLst>
                    </p14:cNvPr>
                    <p14:cNvContentPartPr/>
                    <p14:nvPr/>
                  </p14:nvContentPartPr>
                  <p14:xfrm>
                    <a:off x="3494738" y="1823415"/>
                    <a:ext cx="54720" cy="43200"/>
                  </p14:xfrm>
                </p:contentPart>
              </mc:Choice>
              <mc:Fallback xmlns="">
                <p:pic>
                  <p:nvPicPr>
                    <p:cNvPr id="18" name="Ink 212">
                      <a:extLst>
                        <a:ext uri="{FF2B5EF4-FFF2-40B4-BE49-F238E27FC236}">
                          <a16:creationId xmlns:a16="http://schemas.microsoft.com/office/drawing/2014/main" id="{929DB7FC-F9BC-9E0D-08E0-886FE20CA9C2}"/>
                        </a:ext>
                      </a:extLst>
                    </p:cNvPr>
                    <p:cNvPicPr/>
                    <p:nvPr/>
                  </p:nvPicPr>
                  <p:blipFill>
                    <a:blip r:embed="rId229"/>
                    <a:stretch>
                      <a:fillRect/>
                    </a:stretch>
                  </p:blipFill>
                  <p:spPr>
                    <a:xfrm>
                      <a:off x="3490389" y="1819131"/>
                      <a:ext cx="63417" cy="51769"/>
                    </a:xfrm>
                    <a:prstGeom prst="rect">
                      <a:avLst/>
                    </a:prstGeom>
                  </p:spPr>
                </p:pic>
              </mc:Fallback>
            </mc:AlternateContent>
            <mc:AlternateContent xmlns:mc="http://schemas.openxmlformats.org/markup-compatibility/2006" xmlns:p14="http://schemas.microsoft.com/office/powerpoint/2010/main">
              <mc:Choice Requires="p14">
                <p:contentPart p14:bwMode="auto" r:id="rId274">
                  <p14:nvContentPartPr>
                    <p14:cNvPr id="19" name="Ink 213">
                      <a:extLst>
                        <a:ext uri="{FF2B5EF4-FFF2-40B4-BE49-F238E27FC236}">
                          <a16:creationId xmlns:a16="http://schemas.microsoft.com/office/drawing/2014/main" id="{C999F6D5-4914-FB91-7860-E14DE4C6C25F}"/>
                        </a:ext>
                      </a:extLst>
                    </p14:cNvPr>
                    <p14:cNvContentPartPr/>
                    <p14:nvPr/>
                  </p14:nvContentPartPr>
                  <p14:xfrm>
                    <a:off x="3777338" y="1870215"/>
                    <a:ext cx="44640" cy="36000"/>
                  </p14:xfrm>
                </p:contentPart>
              </mc:Choice>
              <mc:Fallback xmlns="">
                <p:pic>
                  <p:nvPicPr>
                    <p:cNvPr id="19" name="Ink 213">
                      <a:extLst>
                        <a:ext uri="{FF2B5EF4-FFF2-40B4-BE49-F238E27FC236}">
                          <a16:creationId xmlns:a16="http://schemas.microsoft.com/office/drawing/2014/main" id="{C999F6D5-4914-FB91-7860-E14DE4C6C25F}"/>
                        </a:ext>
                      </a:extLst>
                    </p:cNvPr>
                    <p:cNvPicPr/>
                    <p:nvPr/>
                  </p:nvPicPr>
                  <p:blipFill>
                    <a:blip r:embed="rId231"/>
                    <a:stretch>
                      <a:fillRect/>
                    </a:stretch>
                  </p:blipFill>
                  <p:spPr>
                    <a:xfrm>
                      <a:off x="3773018" y="1865895"/>
                      <a:ext cx="53280" cy="44640"/>
                    </a:xfrm>
                    <a:prstGeom prst="rect">
                      <a:avLst/>
                    </a:prstGeom>
                  </p:spPr>
                </p:pic>
              </mc:Fallback>
            </mc:AlternateContent>
            <mc:AlternateContent xmlns:mc="http://schemas.openxmlformats.org/markup-compatibility/2006" xmlns:p14="http://schemas.microsoft.com/office/powerpoint/2010/main">
              <mc:Choice Requires="p14">
                <p:contentPart p14:bwMode="auto" r:id="rId275">
                  <p14:nvContentPartPr>
                    <p14:cNvPr id="20" name="Ink 214">
                      <a:extLst>
                        <a:ext uri="{FF2B5EF4-FFF2-40B4-BE49-F238E27FC236}">
                          <a16:creationId xmlns:a16="http://schemas.microsoft.com/office/drawing/2014/main" id="{F5AEC21F-D8F4-A7FD-67B7-84CCF46F974D}"/>
                        </a:ext>
                      </a:extLst>
                    </p14:cNvPr>
                    <p14:cNvContentPartPr/>
                    <p14:nvPr/>
                  </p14:nvContentPartPr>
                  <p14:xfrm>
                    <a:off x="3757178" y="1831335"/>
                    <a:ext cx="46440" cy="36360"/>
                  </p14:xfrm>
                </p:contentPart>
              </mc:Choice>
              <mc:Fallback xmlns="">
                <p:pic>
                  <p:nvPicPr>
                    <p:cNvPr id="20" name="Ink 214">
                      <a:extLst>
                        <a:ext uri="{FF2B5EF4-FFF2-40B4-BE49-F238E27FC236}">
                          <a16:creationId xmlns:a16="http://schemas.microsoft.com/office/drawing/2014/main" id="{F5AEC21F-D8F4-A7FD-67B7-84CCF46F974D}"/>
                        </a:ext>
                      </a:extLst>
                    </p:cNvPr>
                    <p:cNvPicPr/>
                    <p:nvPr/>
                  </p:nvPicPr>
                  <p:blipFill>
                    <a:blip r:embed="rId233"/>
                    <a:stretch>
                      <a:fillRect/>
                    </a:stretch>
                  </p:blipFill>
                  <p:spPr>
                    <a:xfrm>
                      <a:off x="3752858" y="1826972"/>
                      <a:ext cx="55080" cy="45086"/>
                    </a:xfrm>
                    <a:prstGeom prst="rect">
                      <a:avLst/>
                    </a:prstGeom>
                  </p:spPr>
                </p:pic>
              </mc:Fallback>
            </mc:AlternateContent>
            <mc:AlternateContent xmlns:mc="http://schemas.openxmlformats.org/markup-compatibility/2006" xmlns:p14="http://schemas.microsoft.com/office/powerpoint/2010/main">
              <mc:Choice Requires="p14">
                <p:contentPart p14:bwMode="auto" r:id="rId276">
                  <p14:nvContentPartPr>
                    <p14:cNvPr id="21" name="Ink 215">
                      <a:extLst>
                        <a:ext uri="{FF2B5EF4-FFF2-40B4-BE49-F238E27FC236}">
                          <a16:creationId xmlns:a16="http://schemas.microsoft.com/office/drawing/2014/main" id="{369C3929-D67D-4934-08A7-50A2C58D1618}"/>
                        </a:ext>
                      </a:extLst>
                    </p14:cNvPr>
                    <p14:cNvContentPartPr/>
                    <p14:nvPr/>
                  </p14:nvContentPartPr>
                  <p14:xfrm>
                    <a:off x="3662748" y="1940992"/>
                    <a:ext cx="62640" cy="195120"/>
                  </p14:xfrm>
                </p:contentPart>
              </mc:Choice>
              <mc:Fallback xmlns="">
                <p:pic>
                  <p:nvPicPr>
                    <p:cNvPr id="21" name="Ink 215">
                      <a:extLst>
                        <a:ext uri="{FF2B5EF4-FFF2-40B4-BE49-F238E27FC236}">
                          <a16:creationId xmlns:a16="http://schemas.microsoft.com/office/drawing/2014/main" id="{369C3929-D67D-4934-08A7-50A2C58D1618}"/>
                        </a:ext>
                      </a:extLst>
                    </p:cNvPr>
                    <p:cNvPicPr/>
                    <p:nvPr/>
                  </p:nvPicPr>
                  <p:blipFill>
                    <a:blip r:embed="rId235"/>
                    <a:stretch>
                      <a:fillRect/>
                    </a:stretch>
                  </p:blipFill>
                  <p:spPr>
                    <a:xfrm>
                      <a:off x="3658428" y="1936672"/>
                      <a:ext cx="71280" cy="203760"/>
                    </a:xfrm>
                    <a:prstGeom prst="rect">
                      <a:avLst/>
                    </a:prstGeom>
                  </p:spPr>
                </p:pic>
              </mc:Fallback>
            </mc:AlternateContent>
            <mc:AlternateContent xmlns:mc="http://schemas.openxmlformats.org/markup-compatibility/2006" xmlns:p14="http://schemas.microsoft.com/office/powerpoint/2010/main">
              <mc:Choice Requires="p14">
                <p:contentPart p14:bwMode="auto" r:id="rId277">
                  <p14:nvContentPartPr>
                    <p14:cNvPr id="22" name="Ink 216">
                      <a:extLst>
                        <a:ext uri="{FF2B5EF4-FFF2-40B4-BE49-F238E27FC236}">
                          <a16:creationId xmlns:a16="http://schemas.microsoft.com/office/drawing/2014/main" id="{E773304C-86DA-4065-8405-66CE4FA0C2A6}"/>
                        </a:ext>
                      </a:extLst>
                    </p14:cNvPr>
                    <p14:cNvContentPartPr/>
                    <p14:nvPr/>
                  </p14:nvContentPartPr>
                  <p14:xfrm>
                    <a:off x="3672468" y="1931992"/>
                    <a:ext cx="59400" cy="124200"/>
                  </p14:xfrm>
                </p:contentPart>
              </mc:Choice>
              <mc:Fallback xmlns="">
                <p:pic>
                  <p:nvPicPr>
                    <p:cNvPr id="22" name="Ink 216">
                      <a:extLst>
                        <a:ext uri="{FF2B5EF4-FFF2-40B4-BE49-F238E27FC236}">
                          <a16:creationId xmlns:a16="http://schemas.microsoft.com/office/drawing/2014/main" id="{E773304C-86DA-4065-8405-66CE4FA0C2A6}"/>
                        </a:ext>
                      </a:extLst>
                    </p:cNvPr>
                    <p:cNvPicPr/>
                    <p:nvPr/>
                  </p:nvPicPr>
                  <p:blipFill>
                    <a:blip r:embed="rId237"/>
                    <a:stretch>
                      <a:fillRect/>
                    </a:stretch>
                  </p:blipFill>
                  <p:spPr>
                    <a:xfrm>
                      <a:off x="3668148" y="1927659"/>
                      <a:ext cx="68040" cy="132865"/>
                    </a:xfrm>
                    <a:prstGeom prst="rect">
                      <a:avLst/>
                    </a:prstGeom>
                  </p:spPr>
                </p:pic>
              </mc:Fallback>
            </mc:AlternateContent>
            <mc:AlternateContent xmlns:mc="http://schemas.openxmlformats.org/markup-compatibility/2006" xmlns:p14="http://schemas.microsoft.com/office/powerpoint/2010/main">
              <mc:Choice Requires="p14">
                <p:contentPart p14:bwMode="auto" r:id="rId278">
                  <p14:nvContentPartPr>
                    <p14:cNvPr id="23" name="Ink 217">
                      <a:extLst>
                        <a:ext uri="{FF2B5EF4-FFF2-40B4-BE49-F238E27FC236}">
                          <a16:creationId xmlns:a16="http://schemas.microsoft.com/office/drawing/2014/main" id="{50E35838-1990-0014-7B7B-49140BA31A85}"/>
                        </a:ext>
                      </a:extLst>
                    </p14:cNvPr>
                    <p14:cNvContentPartPr/>
                    <p14:nvPr/>
                  </p14:nvContentPartPr>
                  <p14:xfrm>
                    <a:off x="3577068" y="1930912"/>
                    <a:ext cx="63720" cy="209160"/>
                  </p14:xfrm>
                </p:contentPart>
              </mc:Choice>
              <mc:Fallback xmlns="">
                <p:pic>
                  <p:nvPicPr>
                    <p:cNvPr id="23" name="Ink 217">
                      <a:extLst>
                        <a:ext uri="{FF2B5EF4-FFF2-40B4-BE49-F238E27FC236}">
                          <a16:creationId xmlns:a16="http://schemas.microsoft.com/office/drawing/2014/main" id="{50E35838-1990-0014-7B7B-49140BA31A85}"/>
                        </a:ext>
                      </a:extLst>
                    </p:cNvPr>
                    <p:cNvPicPr/>
                    <p:nvPr/>
                  </p:nvPicPr>
                  <p:blipFill>
                    <a:blip r:embed="rId239"/>
                    <a:stretch>
                      <a:fillRect/>
                    </a:stretch>
                  </p:blipFill>
                  <p:spPr>
                    <a:xfrm>
                      <a:off x="3572772" y="1926592"/>
                      <a:ext cx="72311" cy="217800"/>
                    </a:xfrm>
                    <a:prstGeom prst="rect">
                      <a:avLst/>
                    </a:prstGeom>
                  </p:spPr>
                </p:pic>
              </mc:Fallback>
            </mc:AlternateContent>
            <mc:AlternateContent xmlns:mc="http://schemas.openxmlformats.org/markup-compatibility/2006" xmlns:p14="http://schemas.microsoft.com/office/powerpoint/2010/main">
              <mc:Choice Requires="p14">
                <p:contentPart p14:bwMode="auto" r:id="rId279">
                  <p14:nvContentPartPr>
                    <p14:cNvPr id="24" name="Ink 218">
                      <a:extLst>
                        <a:ext uri="{FF2B5EF4-FFF2-40B4-BE49-F238E27FC236}">
                          <a16:creationId xmlns:a16="http://schemas.microsoft.com/office/drawing/2014/main" id="{11D91674-A3AD-E2D3-B47D-FEA0AE3C0A2D}"/>
                        </a:ext>
                      </a:extLst>
                    </p14:cNvPr>
                    <p14:cNvContentPartPr/>
                    <p14:nvPr/>
                  </p14:nvContentPartPr>
                  <p14:xfrm>
                    <a:off x="3561228" y="1928752"/>
                    <a:ext cx="60120" cy="129960"/>
                  </p14:xfrm>
                </p:contentPart>
              </mc:Choice>
              <mc:Fallback xmlns="">
                <p:pic>
                  <p:nvPicPr>
                    <p:cNvPr id="24" name="Ink 218">
                      <a:extLst>
                        <a:ext uri="{FF2B5EF4-FFF2-40B4-BE49-F238E27FC236}">
                          <a16:creationId xmlns:a16="http://schemas.microsoft.com/office/drawing/2014/main" id="{11D91674-A3AD-E2D3-B47D-FEA0AE3C0A2D}"/>
                        </a:ext>
                      </a:extLst>
                    </p:cNvPr>
                    <p:cNvPicPr/>
                    <p:nvPr/>
                  </p:nvPicPr>
                  <p:blipFill>
                    <a:blip r:embed="rId241"/>
                    <a:stretch>
                      <a:fillRect/>
                    </a:stretch>
                  </p:blipFill>
                  <p:spPr>
                    <a:xfrm>
                      <a:off x="3556908" y="1924444"/>
                      <a:ext cx="68760" cy="138576"/>
                    </a:xfrm>
                    <a:prstGeom prst="rect">
                      <a:avLst/>
                    </a:prstGeom>
                  </p:spPr>
                </p:pic>
              </mc:Fallback>
            </mc:AlternateContent>
            <mc:AlternateContent xmlns:mc="http://schemas.openxmlformats.org/markup-compatibility/2006" xmlns:p14="http://schemas.microsoft.com/office/powerpoint/2010/main">
              <mc:Choice Requires="p14">
                <p:contentPart p14:bwMode="auto" r:id="rId280">
                  <p14:nvContentPartPr>
                    <p14:cNvPr id="25" name="Ink 219">
                      <a:extLst>
                        <a:ext uri="{FF2B5EF4-FFF2-40B4-BE49-F238E27FC236}">
                          <a16:creationId xmlns:a16="http://schemas.microsoft.com/office/drawing/2014/main" id="{3D099083-48C3-7189-EDEC-F9E26E25F520}"/>
                        </a:ext>
                      </a:extLst>
                    </p14:cNvPr>
                    <p14:cNvContentPartPr/>
                    <p14:nvPr/>
                  </p14:nvContentPartPr>
                  <p14:xfrm>
                    <a:off x="3673188" y="2036032"/>
                    <a:ext cx="44280" cy="95040"/>
                  </p14:xfrm>
                </p:contentPart>
              </mc:Choice>
              <mc:Fallback xmlns="">
                <p:pic>
                  <p:nvPicPr>
                    <p:cNvPr id="25" name="Ink 219">
                      <a:extLst>
                        <a:ext uri="{FF2B5EF4-FFF2-40B4-BE49-F238E27FC236}">
                          <a16:creationId xmlns:a16="http://schemas.microsoft.com/office/drawing/2014/main" id="{3D099083-48C3-7189-EDEC-F9E26E25F520}"/>
                        </a:ext>
                      </a:extLst>
                    </p:cNvPr>
                    <p:cNvPicPr/>
                    <p:nvPr/>
                  </p:nvPicPr>
                  <p:blipFill>
                    <a:blip r:embed="rId243"/>
                    <a:stretch>
                      <a:fillRect/>
                    </a:stretch>
                  </p:blipFill>
                  <p:spPr>
                    <a:xfrm>
                      <a:off x="3668868" y="2031696"/>
                      <a:ext cx="52920" cy="103713"/>
                    </a:xfrm>
                    <a:prstGeom prst="rect">
                      <a:avLst/>
                    </a:prstGeom>
                  </p:spPr>
                </p:pic>
              </mc:Fallback>
            </mc:AlternateContent>
            <mc:AlternateContent xmlns:mc="http://schemas.openxmlformats.org/markup-compatibility/2006" xmlns:p14="http://schemas.microsoft.com/office/powerpoint/2010/main">
              <mc:Choice Requires="p14">
                <p:contentPart p14:bwMode="auto" r:id="rId281">
                  <p14:nvContentPartPr>
                    <p14:cNvPr id="26" name="Ink 220">
                      <a:extLst>
                        <a:ext uri="{FF2B5EF4-FFF2-40B4-BE49-F238E27FC236}">
                          <a16:creationId xmlns:a16="http://schemas.microsoft.com/office/drawing/2014/main" id="{9E7413E8-4F1D-EDDA-02CF-73CF9EAB7348}"/>
                        </a:ext>
                      </a:extLst>
                    </p14:cNvPr>
                    <p14:cNvContentPartPr/>
                    <p14:nvPr/>
                  </p14:nvContentPartPr>
                  <p14:xfrm>
                    <a:off x="3572028" y="1936312"/>
                    <a:ext cx="67320" cy="200520"/>
                  </p14:xfrm>
                </p:contentPart>
              </mc:Choice>
              <mc:Fallback xmlns="">
                <p:pic>
                  <p:nvPicPr>
                    <p:cNvPr id="26" name="Ink 220">
                      <a:extLst>
                        <a:ext uri="{FF2B5EF4-FFF2-40B4-BE49-F238E27FC236}">
                          <a16:creationId xmlns:a16="http://schemas.microsoft.com/office/drawing/2014/main" id="{9E7413E8-4F1D-EDDA-02CF-73CF9EAB7348}"/>
                        </a:ext>
                      </a:extLst>
                    </p:cNvPr>
                    <p:cNvPicPr/>
                    <p:nvPr/>
                  </p:nvPicPr>
                  <p:blipFill>
                    <a:blip r:embed="rId245"/>
                    <a:stretch>
                      <a:fillRect/>
                    </a:stretch>
                  </p:blipFill>
                  <p:spPr>
                    <a:xfrm>
                      <a:off x="3567708" y="1931992"/>
                      <a:ext cx="75960" cy="209160"/>
                    </a:xfrm>
                    <a:prstGeom prst="rect">
                      <a:avLst/>
                    </a:prstGeom>
                  </p:spPr>
                </p:pic>
              </mc:Fallback>
            </mc:AlternateContent>
            <mc:AlternateContent xmlns:mc="http://schemas.openxmlformats.org/markup-compatibility/2006" xmlns:p14="http://schemas.microsoft.com/office/powerpoint/2010/main">
              <mc:Choice Requires="p14">
                <p:contentPart p14:bwMode="auto" r:id="rId282">
                  <p14:nvContentPartPr>
                    <p14:cNvPr id="27" name="Ink 221">
                      <a:extLst>
                        <a:ext uri="{FF2B5EF4-FFF2-40B4-BE49-F238E27FC236}">
                          <a16:creationId xmlns:a16="http://schemas.microsoft.com/office/drawing/2014/main" id="{0FD754AE-A766-BE4D-C531-CA68FDA85D62}"/>
                        </a:ext>
                      </a:extLst>
                    </p14:cNvPr>
                    <p14:cNvContentPartPr/>
                    <p14:nvPr/>
                  </p14:nvContentPartPr>
                  <p14:xfrm>
                    <a:off x="3725748" y="2038912"/>
                    <a:ext cx="5400" cy="39960"/>
                  </p14:xfrm>
                </p:contentPart>
              </mc:Choice>
              <mc:Fallback xmlns="">
                <p:pic>
                  <p:nvPicPr>
                    <p:cNvPr id="27" name="Ink 221">
                      <a:extLst>
                        <a:ext uri="{FF2B5EF4-FFF2-40B4-BE49-F238E27FC236}">
                          <a16:creationId xmlns:a16="http://schemas.microsoft.com/office/drawing/2014/main" id="{0FD754AE-A766-BE4D-C531-CA68FDA85D62}"/>
                        </a:ext>
                      </a:extLst>
                    </p:cNvPr>
                    <p:cNvPicPr/>
                    <p:nvPr/>
                  </p:nvPicPr>
                  <p:blipFill>
                    <a:blip r:embed="rId247"/>
                    <a:stretch>
                      <a:fillRect/>
                    </a:stretch>
                  </p:blipFill>
                  <p:spPr>
                    <a:xfrm>
                      <a:off x="3721428" y="2034631"/>
                      <a:ext cx="14040" cy="48523"/>
                    </a:xfrm>
                    <a:prstGeom prst="rect">
                      <a:avLst/>
                    </a:prstGeom>
                  </p:spPr>
                </p:pic>
              </mc:Fallback>
            </mc:AlternateContent>
            <mc:AlternateContent xmlns:mc="http://schemas.openxmlformats.org/markup-compatibility/2006" xmlns:p14="http://schemas.microsoft.com/office/powerpoint/2010/main">
              <mc:Choice Requires="p14">
                <p:contentPart p14:bwMode="auto" r:id="rId283">
                  <p14:nvContentPartPr>
                    <p14:cNvPr id="28" name="Ink 222">
                      <a:extLst>
                        <a:ext uri="{FF2B5EF4-FFF2-40B4-BE49-F238E27FC236}">
                          <a16:creationId xmlns:a16="http://schemas.microsoft.com/office/drawing/2014/main" id="{EDBB10AC-8F6E-E7B3-9BD7-497ADADFA4E6}"/>
                        </a:ext>
                      </a:extLst>
                    </p14:cNvPr>
                    <p14:cNvContentPartPr/>
                    <p14:nvPr/>
                  </p14:nvContentPartPr>
                  <p14:xfrm>
                    <a:off x="3726828" y="2015512"/>
                    <a:ext cx="6840" cy="60840"/>
                  </p14:xfrm>
                </p:contentPart>
              </mc:Choice>
              <mc:Fallback xmlns="">
                <p:pic>
                  <p:nvPicPr>
                    <p:cNvPr id="28" name="Ink 222">
                      <a:extLst>
                        <a:ext uri="{FF2B5EF4-FFF2-40B4-BE49-F238E27FC236}">
                          <a16:creationId xmlns:a16="http://schemas.microsoft.com/office/drawing/2014/main" id="{EDBB10AC-8F6E-E7B3-9BD7-497ADADFA4E6}"/>
                        </a:ext>
                      </a:extLst>
                    </p:cNvPr>
                    <p:cNvPicPr/>
                    <p:nvPr/>
                  </p:nvPicPr>
                  <p:blipFill>
                    <a:blip r:embed="rId249"/>
                    <a:stretch>
                      <a:fillRect/>
                    </a:stretch>
                  </p:blipFill>
                  <p:spPr>
                    <a:xfrm>
                      <a:off x="3722508" y="2011166"/>
                      <a:ext cx="15480" cy="69531"/>
                    </a:xfrm>
                    <a:prstGeom prst="rect">
                      <a:avLst/>
                    </a:prstGeom>
                  </p:spPr>
                </p:pic>
              </mc:Fallback>
            </mc:AlternateContent>
            <mc:AlternateContent xmlns:mc="http://schemas.openxmlformats.org/markup-compatibility/2006" xmlns:p14="http://schemas.microsoft.com/office/powerpoint/2010/main">
              <mc:Choice Requires="p14">
                <p:contentPart p14:bwMode="auto" r:id="rId284">
                  <p14:nvContentPartPr>
                    <p14:cNvPr id="29" name="Ink 223">
                      <a:extLst>
                        <a:ext uri="{FF2B5EF4-FFF2-40B4-BE49-F238E27FC236}">
                          <a16:creationId xmlns:a16="http://schemas.microsoft.com/office/drawing/2014/main" id="{578D2A8C-9511-D98B-D52E-229CF63855F0}"/>
                        </a:ext>
                      </a:extLst>
                    </p14:cNvPr>
                    <p14:cNvContentPartPr/>
                    <p14:nvPr/>
                  </p14:nvContentPartPr>
                  <p14:xfrm>
                    <a:off x="3557988" y="1939192"/>
                    <a:ext cx="63360" cy="114480"/>
                  </p14:xfrm>
                </p:contentPart>
              </mc:Choice>
              <mc:Fallback xmlns="">
                <p:pic>
                  <p:nvPicPr>
                    <p:cNvPr id="29" name="Ink 223">
                      <a:extLst>
                        <a:ext uri="{FF2B5EF4-FFF2-40B4-BE49-F238E27FC236}">
                          <a16:creationId xmlns:a16="http://schemas.microsoft.com/office/drawing/2014/main" id="{578D2A8C-9511-D98B-D52E-229CF63855F0}"/>
                        </a:ext>
                      </a:extLst>
                    </p:cNvPr>
                    <p:cNvPicPr/>
                    <p:nvPr/>
                  </p:nvPicPr>
                  <p:blipFill>
                    <a:blip r:embed="rId251"/>
                    <a:stretch>
                      <a:fillRect/>
                    </a:stretch>
                  </p:blipFill>
                  <p:spPr>
                    <a:xfrm>
                      <a:off x="3553668" y="1934858"/>
                      <a:ext cx="72000" cy="123147"/>
                    </a:xfrm>
                    <a:prstGeom prst="rect">
                      <a:avLst/>
                    </a:prstGeom>
                  </p:spPr>
                </p:pic>
              </mc:Fallback>
            </mc:AlternateContent>
            <mc:AlternateContent xmlns:mc="http://schemas.openxmlformats.org/markup-compatibility/2006" xmlns:p14="http://schemas.microsoft.com/office/powerpoint/2010/main">
              <mc:Choice Requires="p14">
                <p:contentPart p14:bwMode="auto" r:id="rId285">
                  <p14:nvContentPartPr>
                    <p14:cNvPr id="30" name="Ink 224">
                      <a:extLst>
                        <a:ext uri="{FF2B5EF4-FFF2-40B4-BE49-F238E27FC236}">
                          <a16:creationId xmlns:a16="http://schemas.microsoft.com/office/drawing/2014/main" id="{FDB7D25E-E5A8-C932-D1AB-6418E7BEF56C}"/>
                        </a:ext>
                      </a:extLst>
                    </p14:cNvPr>
                    <p14:cNvContentPartPr/>
                    <p14:nvPr/>
                  </p14:nvContentPartPr>
                  <p14:xfrm>
                    <a:off x="3801708" y="1867192"/>
                    <a:ext cx="23760" cy="45360"/>
                  </p14:xfrm>
                </p:contentPart>
              </mc:Choice>
              <mc:Fallback xmlns="">
                <p:pic>
                  <p:nvPicPr>
                    <p:cNvPr id="30" name="Ink 224">
                      <a:extLst>
                        <a:ext uri="{FF2B5EF4-FFF2-40B4-BE49-F238E27FC236}">
                          <a16:creationId xmlns:a16="http://schemas.microsoft.com/office/drawing/2014/main" id="{FDB7D25E-E5A8-C932-D1AB-6418E7BEF56C}"/>
                        </a:ext>
                      </a:extLst>
                    </p:cNvPr>
                    <p:cNvPicPr/>
                    <p:nvPr/>
                  </p:nvPicPr>
                  <p:blipFill>
                    <a:blip r:embed="rId253"/>
                    <a:stretch>
                      <a:fillRect/>
                    </a:stretch>
                  </p:blipFill>
                  <p:spPr>
                    <a:xfrm>
                      <a:off x="3797388" y="1862872"/>
                      <a:ext cx="32400" cy="54000"/>
                    </a:xfrm>
                    <a:prstGeom prst="rect">
                      <a:avLst/>
                    </a:prstGeom>
                  </p:spPr>
                </p:pic>
              </mc:Fallback>
            </mc:AlternateContent>
          </p:grpSp>
        </p:grpSp>
      </p:grpSp>
      <p:sp>
        <p:nvSpPr>
          <p:cNvPr id="224" name="Oval 289">
            <a:extLst>
              <a:ext uri="{FF2B5EF4-FFF2-40B4-BE49-F238E27FC236}">
                <a16:creationId xmlns:a16="http://schemas.microsoft.com/office/drawing/2014/main" id="{9F2F7569-3D88-ABE8-4564-0678E63A2DD1}"/>
              </a:ext>
            </a:extLst>
          </p:cNvPr>
          <p:cNvSpPr/>
          <p:nvPr/>
        </p:nvSpPr>
        <p:spPr bwMode="auto">
          <a:xfrm>
            <a:off x="741818" y="529465"/>
            <a:ext cx="1582969" cy="1443586"/>
          </a:xfrm>
          <a:prstGeom prst="ellipse">
            <a:avLst/>
          </a:prstGeom>
          <a:noFill/>
          <a:ln w="25400">
            <a:solidFill>
              <a:schemeClr val="tx2">
                <a:lumMod val="60000"/>
                <a:lumOff val="40000"/>
              </a:schemeClr>
            </a:solidFill>
            <a:prstDash val="dash"/>
            <a:miter lim="800000"/>
            <a:headEnd/>
            <a:tailEnd/>
          </a:ln>
          <a:effectLst/>
        </p:spPr>
        <p:txBody>
          <a:bodyPr wrap="none" rtlCol="0" anchor="ctr"/>
          <a:lstStyle/>
          <a:p>
            <a:pPr algn="ctr"/>
            <a:endParaRPr lang="en-GB" sz="1600" b="1" noProof="0" dirty="0">
              <a:solidFill>
                <a:schemeClr val="bg1"/>
              </a:solidFill>
            </a:endParaRPr>
          </a:p>
        </p:txBody>
      </p:sp>
      <p:sp>
        <p:nvSpPr>
          <p:cNvPr id="225" name="Oval 290">
            <a:extLst>
              <a:ext uri="{FF2B5EF4-FFF2-40B4-BE49-F238E27FC236}">
                <a16:creationId xmlns:a16="http://schemas.microsoft.com/office/drawing/2014/main" id="{BBEFF664-7B38-9E36-93AC-6ED85B82303C}"/>
              </a:ext>
            </a:extLst>
          </p:cNvPr>
          <p:cNvSpPr/>
          <p:nvPr/>
        </p:nvSpPr>
        <p:spPr bwMode="auto">
          <a:xfrm>
            <a:off x="570435" y="1720274"/>
            <a:ext cx="1582969" cy="1443586"/>
          </a:xfrm>
          <a:prstGeom prst="ellipse">
            <a:avLst/>
          </a:prstGeom>
          <a:noFill/>
          <a:ln w="25400">
            <a:solidFill>
              <a:schemeClr val="tx2">
                <a:lumMod val="60000"/>
                <a:lumOff val="40000"/>
              </a:schemeClr>
            </a:solidFill>
            <a:prstDash val="dash"/>
            <a:miter lim="800000"/>
            <a:headEnd/>
            <a:tailEnd/>
          </a:ln>
          <a:effectLst/>
        </p:spPr>
        <p:txBody>
          <a:bodyPr wrap="none" rtlCol="0" anchor="ctr"/>
          <a:lstStyle/>
          <a:p>
            <a:pPr algn="ctr"/>
            <a:endParaRPr lang="en-GB" sz="1600" b="1" noProof="0" dirty="0">
              <a:solidFill>
                <a:schemeClr val="bg1"/>
              </a:solidFill>
            </a:endParaRPr>
          </a:p>
        </p:txBody>
      </p:sp>
      <p:sp>
        <p:nvSpPr>
          <p:cNvPr id="226" name="Oval 291">
            <a:extLst>
              <a:ext uri="{FF2B5EF4-FFF2-40B4-BE49-F238E27FC236}">
                <a16:creationId xmlns:a16="http://schemas.microsoft.com/office/drawing/2014/main" id="{DF8373E7-D1DB-8D3E-BB1A-C4AE060E53CC}"/>
              </a:ext>
            </a:extLst>
          </p:cNvPr>
          <p:cNvSpPr/>
          <p:nvPr/>
        </p:nvSpPr>
        <p:spPr bwMode="auto">
          <a:xfrm>
            <a:off x="679940" y="2170187"/>
            <a:ext cx="1582969" cy="1522864"/>
          </a:xfrm>
          <a:prstGeom prst="ellipse">
            <a:avLst/>
          </a:prstGeom>
          <a:noFill/>
          <a:ln w="25400">
            <a:solidFill>
              <a:schemeClr val="tx2">
                <a:lumMod val="60000"/>
                <a:lumOff val="40000"/>
              </a:schemeClr>
            </a:solidFill>
            <a:prstDash val="dash"/>
            <a:miter lim="800000"/>
            <a:headEnd/>
            <a:tailEnd/>
          </a:ln>
          <a:effectLst/>
        </p:spPr>
        <p:txBody>
          <a:bodyPr wrap="none" rtlCol="0" anchor="ctr"/>
          <a:lstStyle/>
          <a:p>
            <a:pPr algn="ctr"/>
            <a:endParaRPr lang="en-GB" sz="1600" b="1" noProof="0" dirty="0">
              <a:solidFill>
                <a:schemeClr val="bg1"/>
              </a:solidFill>
            </a:endParaRPr>
          </a:p>
        </p:txBody>
      </p:sp>
      <p:sp>
        <p:nvSpPr>
          <p:cNvPr id="227" name="Oval 293">
            <a:extLst>
              <a:ext uri="{FF2B5EF4-FFF2-40B4-BE49-F238E27FC236}">
                <a16:creationId xmlns:a16="http://schemas.microsoft.com/office/drawing/2014/main" id="{7E214F1C-74F3-304A-8048-BE2A18EE214F}"/>
              </a:ext>
            </a:extLst>
          </p:cNvPr>
          <p:cNvSpPr/>
          <p:nvPr/>
        </p:nvSpPr>
        <p:spPr bwMode="auto">
          <a:xfrm>
            <a:off x="705792" y="3478278"/>
            <a:ext cx="1582969" cy="1522864"/>
          </a:xfrm>
          <a:prstGeom prst="ellipse">
            <a:avLst/>
          </a:prstGeom>
          <a:noFill/>
          <a:ln w="25400">
            <a:solidFill>
              <a:schemeClr val="tx2">
                <a:lumMod val="60000"/>
                <a:lumOff val="40000"/>
              </a:schemeClr>
            </a:solidFill>
            <a:prstDash val="dash"/>
            <a:miter lim="800000"/>
            <a:headEnd/>
            <a:tailEnd/>
          </a:ln>
          <a:effectLst/>
        </p:spPr>
        <p:txBody>
          <a:bodyPr wrap="none" rtlCol="0" anchor="ctr"/>
          <a:lstStyle/>
          <a:p>
            <a:pPr algn="ctr"/>
            <a:endParaRPr lang="en-GB" sz="1600" b="1" noProof="0" dirty="0">
              <a:solidFill>
                <a:schemeClr val="bg1"/>
              </a:solidFill>
            </a:endParaRPr>
          </a:p>
        </p:txBody>
      </p:sp>
      <p:sp>
        <p:nvSpPr>
          <p:cNvPr id="228" name="Oval 294">
            <a:extLst>
              <a:ext uri="{FF2B5EF4-FFF2-40B4-BE49-F238E27FC236}">
                <a16:creationId xmlns:a16="http://schemas.microsoft.com/office/drawing/2014/main" id="{BDF18CFA-E017-3E9B-C374-4918786F892C}"/>
              </a:ext>
            </a:extLst>
          </p:cNvPr>
          <p:cNvSpPr/>
          <p:nvPr/>
        </p:nvSpPr>
        <p:spPr bwMode="auto">
          <a:xfrm>
            <a:off x="767778" y="4858128"/>
            <a:ext cx="1582969" cy="1522864"/>
          </a:xfrm>
          <a:prstGeom prst="ellipse">
            <a:avLst/>
          </a:prstGeom>
          <a:noFill/>
          <a:ln w="25400">
            <a:solidFill>
              <a:schemeClr val="tx2">
                <a:lumMod val="60000"/>
                <a:lumOff val="40000"/>
              </a:schemeClr>
            </a:solidFill>
            <a:prstDash val="dash"/>
            <a:miter lim="800000"/>
            <a:headEnd/>
            <a:tailEnd/>
          </a:ln>
          <a:effectLst/>
        </p:spPr>
        <p:txBody>
          <a:bodyPr wrap="none" rtlCol="0" anchor="ctr"/>
          <a:lstStyle/>
          <a:p>
            <a:pPr algn="ctr"/>
            <a:endParaRPr lang="en-GB" sz="1600" b="1" noProof="0" dirty="0">
              <a:solidFill>
                <a:schemeClr val="bg1"/>
              </a:solidFill>
            </a:endParaRPr>
          </a:p>
        </p:txBody>
      </p:sp>
      <p:grpSp>
        <p:nvGrpSpPr>
          <p:cNvPr id="229" name="Group 263">
            <a:extLst>
              <a:ext uri="{FF2B5EF4-FFF2-40B4-BE49-F238E27FC236}">
                <a16:creationId xmlns:a16="http://schemas.microsoft.com/office/drawing/2014/main" id="{18FFEFA6-A0D2-6313-7AE2-17B4AC5BFC6E}"/>
              </a:ext>
            </a:extLst>
          </p:cNvPr>
          <p:cNvGrpSpPr/>
          <p:nvPr/>
        </p:nvGrpSpPr>
        <p:grpSpPr>
          <a:xfrm rot="16200000">
            <a:off x="835204" y="536096"/>
            <a:ext cx="349450" cy="484303"/>
            <a:chOff x="3476018" y="1655769"/>
            <a:chExt cx="349450" cy="484303"/>
          </a:xfrm>
        </p:grpSpPr>
        <p:sp>
          <p:nvSpPr>
            <p:cNvPr id="230" name="Flowchart: Delay 265">
              <a:extLst>
                <a:ext uri="{FF2B5EF4-FFF2-40B4-BE49-F238E27FC236}">
                  <a16:creationId xmlns:a16="http://schemas.microsoft.com/office/drawing/2014/main" id="{7EBB1F1B-7368-7430-5707-4C7F60F6D6A1}"/>
                </a:ext>
              </a:extLst>
            </p:cNvPr>
            <p:cNvSpPr/>
            <p:nvPr/>
          </p:nvSpPr>
          <p:spPr>
            <a:xfrm rot="16200000">
              <a:off x="3518739" y="1694930"/>
              <a:ext cx="273165" cy="194844"/>
            </a:xfrm>
            <a:prstGeom prst="flowChartDelay">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mc:AlternateContent xmlns:mc="http://schemas.openxmlformats.org/markup-compatibility/2006" xmlns:p14="http://schemas.microsoft.com/office/powerpoint/2010/main">
          <mc:Choice Requires="p14">
            <p:contentPart p14:bwMode="auto" r:id="rId286">
              <p14:nvContentPartPr>
                <p14:cNvPr id="231" name="Ink 277">
                  <a:extLst>
                    <a:ext uri="{FF2B5EF4-FFF2-40B4-BE49-F238E27FC236}">
                      <a16:creationId xmlns:a16="http://schemas.microsoft.com/office/drawing/2014/main" id="{2332EBC9-EF2C-371D-89A3-FC8029E51DD5}"/>
                    </a:ext>
                  </a:extLst>
                </p14:cNvPr>
                <p14:cNvContentPartPr/>
                <p14:nvPr/>
              </p14:nvContentPartPr>
              <p14:xfrm>
                <a:off x="3563025" y="1801595"/>
                <a:ext cx="177480" cy="94680"/>
              </p14:xfrm>
            </p:contentPart>
          </mc:Choice>
          <mc:Fallback xmlns="">
            <p:pic>
              <p:nvPicPr>
                <p:cNvPr id="231" name="Ink 277">
                  <a:extLst>
                    <a:ext uri="{FF2B5EF4-FFF2-40B4-BE49-F238E27FC236}">
                      <a16:creationId xmlns:a16="http://schemas.microsoft.com/office/drawing/2014/main" id="{2332EBC9-EF2C-371D-89A3-FC8029E51DD5}"/>
                    </a:ext>
                  </a:extLst>
                </p:cNvPr>
                <p:cNvPicPr/>
                <p:nvPr/>
              </p:nvPicPr>
              <p:blipFill>
                <a:blip r:embed="rId223"/>
                <a:stretch>
                  <a:fillRect/>
                </a:stretch>
              </p:blipFill>
              <p:spPr>
                <a:xfrm>
                  <a:off x="3558705" y="1797275"/>
                  <a:ext cx="186120" cy="103320"/>
                </a:xfrm>
                <a:prstGeom prst="rect">
                  <a:avLst/>
                </a:prstGeom>
              </p:spPr>
            </p:pic>
          </mc:Fallback>
        </mc:AlternateContent>
        <mc:AlternateContent xmlns:mc="http://schemas.openxmlformats.org/markup-compatibility/2006" xmlns:p14="http://schemas.microsoft.com/office/powerpoint/2010/main">
          <mc:Choice Requires="p14">
            <p:contentPart p14:bwMode="auto" r:id="rId287">
              <p14:nvContentPartPr>
                <p14:cNvPr id="232" name="Ink 279">
                  <a:extLst>
                    <a:ext uri="{FF2B5EF4-FFF2-40B4-BE49-F238E27FC236}">
                      <a16:creationId xmlns:a16="http://schemas.microsoft.com/office/drawing/2014/main" id="{1B1840C6-30DA-AF19-A54D-15C185625368}"/>
                    </a:ext>
                  </a:extLst>
                </p14:cNvPr>
                <p14:cNvContentPartPr/>
                <p14:nvPr/>
              </p14:nvContentPartPr>
              <p14:xfrm>
                <a:off x="3703200" y="1798268"/>
                <a:ext cx="52920" cy="8280"/>
              </p14:xfrm>
            </p:contentPart>
          </mc:Choice>
          <mc:Fallback xmlns="">
            <p:pic>
              <p:nvPicPr>
                <p:cNvPr id="232" name="Ink 279">
                  <a:extLst>
                    <a:ext uri="{FF2B5EF4-FFF2-40B4-BE49-F238E27FC236}">
                      <a16:creationId xmlns:a16="http://schemas.microsoft.com/office/drawing/2014/main" id="{1B1840C6-30DA-AF19-A54D-15C185625368}"/>
                    </a:ext>
                  </a:extLst>
                </p:cNvPr>
                <p:cNvPicPr/>
                <p:nvPr/>
              </p:nvPicPr>
              <p:blipFill>
                <a:blip r:embed="rId225"/>
                <a:stretch>
                  <a:fillRect/>
                </a:stretch>
              </p:blipFill>
              <p:spPr>
                <a:xfrm>
                  <a:off x="3698850" y="1793948"/>
                  <a:ext cx="61619" cy="16920"/>
                </a:xfrm>
                <a:prstGeom prst="rect">
                  <a:avLst/>
                </a:prstGeom>
              </p:spPr>
            </p:pic>
          </mc:Fallback>
        </mc:AlternateContent>
        <p:sp>
          <p:nvSpPr>
            <p:cNvPr id="233" name="Oval 282">
              <a:extLst>
                <a:ext uri="{FF2B5EF4-FFF2-40B4-BE49-F238E27FC236}">
                  <a16:creationId xmlns:a16="http://schemas.microsoft.com/office/drawing/2014/main" id="{AF23D588-3284-3F20-FB8A-B353917E838F}"/>
                </a:ext>
              </a:extLst>
            </p:cNvPr>
            <p:cNvSpPr/>
            <p:nvPr/>
          </p:nvSpPr>
          <p:spPr>
            <a:xfrm>
              <a:off x="3614458" y="1703767"/>
              <a:ext cx="74613" cy="74234"/>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34" name="Oval 283">
              <a:extLst>
                <a:ext uri="{FF2B5EF4-FFF2-40B4-BE49-F238E27FC236}">
                  <a16:creationId xmlns:a16="http://schemas.microsoft.com/office/drawing/2014/main" id="{3A3B5B71-DB29-6A79-E9AC-0B3A9A14A06E}"/>
                </a:ext>
              </a:extLst>
            </p:cNvPr>
            <p:cNvSpPr/>
            <p:nvPr/>
          </p:nvSpPr>
          <p:spPr>
            <a:xfrm>
              <a:off x="3629614" y="1718024"/>
              <a:ext cx="45719" cy="45719"/>
            </a:xfrm>
            <a:prstGeom prst="ellipse">
              <a:avLst/>
            </a:prstGeom>
            <a:no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grpSp>
          <p:nvGrpSpPr>
            <p:cNvPr id="235" name="Group 284">
              <a:extLst>
                <a:ext uri="{FF2B5EF4-FFF2-40B4-BE49-F238E27FC236}">
                  <a16:creationId xmlns:a16="http://schemas.microsoft.com/office/drawing/2014/main" id="{2135F663-F6EF-0A6E-2388-53404E37DA30}"/>
                </a:ext>
              </a:extLst>
            </p:cNvPr>
            <p:cNvGrpSpPr/>
            <p:nvPr/>
          </p:nvGrpSpPr>
          <p:grpSpPr>
            <a:xfrm>
              <a:off x="3476018" y="1823415"/>
              <a:ext cx="349450" cy="316657"/>
              <a:chOff x="3476018" y="1823415"/>
              <a:chExt cx="349450" cy="316657"/>
            </a:xfrm>
          </p:grpSpPr>
          <mc:AlternateContent xmlns:mc="http://schemas.openxmlformats.org/markup-compatibility/2006" xmlns:p14="http://schemas.microsoft.com/office/powerpoint/2010/main">
            <mc:Choice Requires="p14">
              <p:contentPart p14:bwMode="auto" r:id="rId288">
                <p14:nvContentPartPr>
                  <p14:cNvPr id="236" name="Ink 285">
                    <a:extLst>
                      <a:ext uri="{FF2B5EF4-FFF2-40B4-BE49-F238E27FC236}">
                        <a16:creationId xmlns:a16="http://schemas.microsoft.com/office/drawing/2014/main" id="{4B5F822B-3664-1E0D-FE4B-E4AE0C4E4B6D}"/>
                      </a:ext>
                    </a:extLst>
                  </p14:cNvPr>
                  <p14:cNvContentPartPr/>
                  <p14:nvPr/>
                </p14:nvContentPartPr>
                <p14:xfrm>
                  <a:off x="3476018" y="1873095"/>
                  <a:ext cx="45720" cy="30600"/>
                </p14:xfrm>
              </p:contentPart>
            </mc:Choice>
            <mc:Fallback xmlns="">
              <p:pic>
                <p:nvPicPr>
                  <p:cNvPr id="236" name="Ink 285">
                    <a:extLst>
                      <a:ext uri="{FF2B5EF4-FFF2-40B4-BE49-F238E27FC236}">
                        <a16:creationId xmlns:a16="http://schemas.microsoft.com/office/drawing/2014/main" id="{4B5F822B-3664-1E0D-FE4B-E4AE0C4E4B6D}"/>
                      </a:ext>
                    </a:extLst>
                  </p:cNvPr>
                  <p:cNvPicPr/>
                  <p:nvPr/>
                </p:nvPicPr>
                <p:blipFill>
                  <a:blip r:embed="rId227"/>
                  <a:stretch>
                    <a:fillRect/>
                  </a:stretch>
                </p:blipFill>
                <p:spPr>
                  <a:xfrm>
                    <a:off x="3471698" y="1868775"/>
                    <a:ext cx="54360" cy="39240"/>
                  </a:xfrm>
                  <a:prstGeom prst="rect">
                    <a:avLst/>
                  </a:prstGeom>
                </p:spPr>
              </p:pic>
            </mc:Fallback>
          </mc:AlternateContent>
          <mc:AlternateContent xmlns:mc="http://schemas.openxmlformats.org/markup-compatibility/2006" xmlns:p14="http://schemas.microsoft.com/office/powerpoint/2010/main">
            <mc:Choice Requires="p14">
              <p:contentPart p14:bwMode="auto" r:id="rId289">
                <p14:nvContentPartPr>
                  <p14:cNvPr id="237" name="Ink 286">
                    <a:extLst>
                      <a:ext uri="{FF2B5EF4-FFF2-40B4-BE49-F238E27FC236}">
                        <a16:creationId xmlns:a16="http://schemas.microsoft.com/office/drawing/2014/main" id="{C8F07D8E-D675-4069-42E8-E9B70CD486A8}"/>
                      </a:ext>
                    </a:extLst>
                  </p14:cNvPr>
                  <p14:cNvContentPartPr/>
                  <p14:nvPr/>
                </p14:nvContentPartPr>
                <p14:xfrm>
                  <a:off x="3494738" y="1823415"/>
                  <a:ext cx="54720" cy="43200"/>
                </p14:xfrm>
              </p:contentPart>
            </mc:Choice>
            <mc:Fallback xmlns="">
              <p:pic>
                <p:nvPicPr>
                  <p:cNvPr id="237" name="Ink 286">
                    <a:extLst>
                      <a:ext uri="{FF2B5EF4-FFF2-40B4-BE49-F238E27FC236}">
                        <a16:creationId xmlns:a16="http://schemas.microsoft.com/office/drawing/2014/main" id="{C8F07D8E-D675-4069-42E8-E9B70CD486A8}"/>
                      </a:ext>
                    </a:extLst>
                  </p:cNvPr>
                  <p:cNvPicPr/>
                  <p:nvPr/>
                </p:nvPicPr>
                <p:blipFill>
                  <a:blip r:embed="rId229"/>
                  <a:stretch>
                    <a:fillRect/>
                  </a:stretch>
                </p:blipFill>
                <p:spPr>
                  <a:xfrm>
                    <a:off x="3490389" y="1819131"/>
                    <a:ext cx="63417" cy="51769"/>
                  </a:xfrm>
                  <a:prstGeom prst="rect">
                    <a:avLst/>
                  </a:prstGeom>
                </p:spPr>
              </p:pic>
            </mc:Fallback>
          </mc:AlternateContent>
          <mc:AlternateContent xmlns:mc="http://schemas.openxmlformats.org/markup-compatibility/2006" xmlns:p14="http://schemas.microsoft.com/office/powerpoint/2010/main">
            <mc:Choice Requires="p14">
              <p:contentPart p14:bwMode="auto" r:id="rId290">
                <p14:nvContentPartPr>
                  <p14:cNvPr id="238" name="Ink 287">
                    <a:extLst>
                      <a:ext uri="{FF2B5EF4-FFF2-40B4-BE49-F238E27FC236}">
                        <a16:creationId xmlns:a16="http://schemas.microsoft.com/office/drawing/2014/main" id="{2849CA9B-CFC8-E67B-0659-C436774BA467}"/>
                      </a:ext>
                    </a:extLst>
                  </p14:cNvPr>
                  <p14:cNvContentPartPr/>
                  <p14:nvPr/>
                </p14:nvContentPartPr>
                <p14:xfrm>
                  <a:off x="3777338" y="1870215"/>
                  <a:ext cx="44640" cy="36000"/>
                </p14:xfrm>
              </p:contentPart>
            </mc:Choice>
            <mc:Fallback xmlns="">
              <p:pic>
                <p:nvPicPr>
                  <p:cNvPr id="238" name="Ink 287">
                    <a:extLst>
                      <a:ext uri="{FF2B5EF4-FFF2-40B4-BE49-F238E27FC236}">
                        <a16:creationId xmlns:a16="http://schemas.microsoft.com/office/drawing/2014/main" id="{2849CA9B-CFC8-E67B-0659-C436774BA467}"/>
                      </a:ext>
                    </a:extLst>
                  </p:cNvPr>
                  <p:cNvPicPr/>
                  <p:nvPr/>
                </p:nvPicPr>
                <p:blipFill>
                  <a:blip r:embed="rId231"/>
                  <a:stretch>
                    <a:fillRect/>
                  </a:stretch>
                </p:blipFill>
                <p:spPr>
                  <a:xfrm>
                    <a:off x="3773018" y="1865895"/>
                    <a:ext cx="53280" cy="44640"/>
                  </a:xfrm>
                  <a:prstGeom prst="rect">
                    <a:avLst/>
                  </a:prstGeom>
                </p:spPr>
              </p:pic>
            </mc:Fallback>
          </mc:AlternateContent>
          <mc:AlternateContent xmlns:mc="http://schemas.openxmlformats.org/markup-compatibility/2006" xmlns:p14="http://schemas.microsoft.com/office/powerpoint/2010/main">
            <mc:Choice Requires="p14">
              <p:contentPart p14:bwMode="auto" r:id="rId291">
                <p14:nvContentPartPr>
                  <p14:cNvPr id="239" name="Ink 292">
                    <a:extLst>
                      <a:ext uri="{FF2B5EF4-FFF2-40B4-BE49-F238E27FC236}">
                        <a16:creationId xmlns:a16="http://schemas.microsoft.com/office/drawing/2014/main" id="{BACAF9E4-CBF7-1F27-AA3B-60A3B0B73696}"/>
                      </a:ext>
                    </a:extLst>
                  </p14:cNvPr>
                  <p14:cNvContentPartPr/>
                  <p14:nvPr/>
                </p14:nvContentPartPr>
                <p14:xfrm>
                  <a:off x="3757178" y="1831335"/>
                  <a:ext cx="46440" cy="36360"/>
                </p14:xfrm>
              </p:contentPart>
            </mc:Choice>
            <mc:Fallback xmlns="">
              <p:pic>
                <p:nvPicPr>
                  <p:cNvPr id="239" name="Ink 292">
                    <a:extLst>
                      <a:ext uri="{FF2B5EF4-FFF2-40B4-BE49-F238E27FC236}">
                        <a16:creationId xmlns:a16="http://schemas.microsoft.com/office/drawing/2014/main" id="{BACAF9E4-CBF7-1F27-AA3B-60A3B0B73696}"/>
                      </a:ext>
                    </a:extLst>
                  </p:cNvPr>
                  <p:cNvPicPr/>
                  <p:nvPr/>
                </p:nvPicPr>
                <p:blipFill>
                  <a:blip r:embed="rId233"/>
                  <a:stretch>
                    <a:fillRect/>
                  </a:stretch>
                </p:blipFill>
                <p:spPr>
                  <a:xfrm>
                    <a:off x="3752858" y="1826972"/>
                    <a:ext cx="55080" cy="45086"/>
                  </a:xfrm>
                  <a:prstGeom prst="rect">
                    <a:avLst/>
                  </a:prstGeom>
                </p:spPr>
              </p:pic>
            </mc:Fallback>
          </mc:AlternateContent>
          <mc:AlternateContent xmlns:mc="http://schemas.openxmlformats.org/markup-compatibility/2006" xmlns:p14="http://schemas.microsoft.com/office/powerpoint/2010/main">
            <mc:Choice Requires="p14">
              <p:contentPart p14:bwMode="auto" r:id="rId292">
                <p14:nvContentPartPr>
                  <p14:cNvPr id="240" name="Ink 295">
                    <a:extLst>
                      <a:ext uri="{FF2B5EF4-FFF2-40B4-BE49-F238E27FC236}">
                        <a16:creationId xmlns:a16="http://schemas.microsoft.com/office/drawing/2014/main" id="{A8D37E26-224B-8F08-B767-3432AD5ABF8A}"/>
                      </a:ext>
                    </a:extLst>
                  </p14:cNvPr>
                  <p14:cNvContentPartPr/>
                  <p14:nvPr/>
                </p14:nvContentPartPr>
                <p14:xfrm>
                  <a:off x="3662748" y="1940992"/>
                  <a:ext cx="62640" cy="195120"/>
                </p14:xfrm>
              </p:contentPart>
            </mc:Choice>
            <mc:Fallback xmlns="">
              <p:pic>
                <p:nvPicPr>
                  <p:cNvPr id="240" name="Ink 295">
                    <a:extLst>
                      <a:ext uri="{FF2B5EF4-FFF2-40B4-BE49-F238E27FC236}">
                        <a16:creationId xmlns:a16="http://schemas.microsoft.com/office/drawing/2014/main" id="{A8D37E26-224B-8F08-B767-3432AD5ABF8A}"/>
                      </a:ext>
                    </a:extLst>
                  </p:cNvPr>
                  <p:cNvPicPr/>
                  <p:nvPr/>
                </p:nvPicPr>
                <p:blipFill>
                  <a:blip r:embed="rId235"/>
                  <a:stretch>
                    <a:fillRect/>
                  </a:stretch>
                </p:blipFill>
                <p:spPr>
                  <a:xfrm>
                    <a:off x="3658428" y="1936672"/>
                    <a:ext cx="71280" cy="203760"/>
                  </a:xfrm>
                  <a:prstGeom prst="rect">
                    <a:avLst/>
                  </a:prstGeom>
                </p:spPr>
              </p:pic>
            </mc:Fallback>
          </mc:AlternateContent>
          <mc:AlternateContent xmlns:mc="http://schemas.openxmlformats.org/markup-compatibility/2006" xmlns:p14="http://schemas.microsoft.com/office/powerpoint/2010/main">
            <mc:Choice Requires="p14">
              <p:contentPart p14:bwMode="auto" r:id="rId293">
                <p14:nvContentPartPr>
                  <p14:cNvPr id="241" name="Ink 296">
                    <a:extLst>
                      <a:ext uri="{FF2B5EF4-FFF2-40B4-BE49-F238E27FC236}">
                        <a16:creationId xmlns:a16="http://schemas.microsoft.com/office/drawing/2014/main" id="{9CB71848-9E80-6952-3768-4FD7179A24C3}"/>
                      </a:ext>
                    </a:extLst>
                  </p14:cNvPr>
                  <p14:cNvContentPartPr/>
                  <p14:nvPr/>
                </p14:nvContentPartPr>
                <p14:xfrm>
                  <a:off x="3672468" y="1931992"/>
                  <a:ext cx="59400" cy="124200"/>
                </p14:xfrm>
              </p:contentPart>
            </mc:Choice>
            <mc:Fallback xmlns="">
              <p:pic>
                <p:nvPicPr>
                  <p:cNvPr id="241" name="Ink 296">
                    <a:extLst>
                      <a:ext uri="{FF2B5EF4-FFF2-40B4-BE49-F238E27FC236}">
                        <a16:creationId xmlns:a16="http://schemas.microsoft.com/office/drawing/2014/main" id="{9CB71848-9E80-6952-3768-4FD7179A24C3}"/>
                      </a:ext>
                    </a:extLst>
                  </p:cNvPr>
                  <p:cNvPicPr/>
                  <p:nvPr/>
                </p:nvPicPr>
                <p:blipFill>
                  <a:blip r:embed="rId237"/>
                  <a:stretch>
                    <a:fillRect/>
                  </a:stretch>
                </p:blipFill>
                <p:spPr>
                  <a:xfrm>
                    <a:off x="3668148" y="1927659"/>
                    <a:ext cx="68040" cy="132865"/>
                  </a:xfrm>
                  <a:prstGeom prst="rect">
                    <a:avLst/>
                  </a:prstGeom>
                </p:spPr>
              </p:pic>
            </mc:Fallback>
          </mc:AlternateContent>
          <mc:AlternateContent xmlns:mc="http://schemas.openxmlformats.org/markup-compatibility/2006" xmlns:p14="http://schemas.microsoft.com/office/powerpoint/2010/main">
            <mc:Choice Requires="p14">
              <p:contentPart p14:bwMode="auto" r:id="rId294">
                <p14:nvContentPartPr>
                  <p14:cNvPr id="242" name="Ink 297">
                    <a:extLst>
                      <a:ext uri="{FF2B5EF4-FFF2-40B4-BE49-F238E27FC236}">
                        <a16:creationId xmlns:a16="http://schemas.microsoft.com/office/drawing/2014/main" id="{E6E82CFA-43D3-3915-1FB2-0A2CD12F4B8F}"/>
                      </a:ext>
                    </a:extLst>
                  </p14:cNvPr>
                  <p14:cNvContentPartPr/>
                  <p14:nvPr/>
                </p14:nvContentPartPr>
                <p14:xfrm>
                  <a:off x="3577068" y="1930912"/>
                  <a:ext cx="63720" cy="209160"/>
                </p14:xfrm>
              </p:contentPart>
            </mc:Choice>
            <mc:Fallback xmlns="">
              <p:pic>
                <p:nvPicPr>
                  <p:cNvPr id="242" name="Ink 297">
                    <a:extLst>
                      <a:ext uri="{FF2B5EF4-FFF2-40B4-BE49-F238E27FC236}">
                        <a16:creationId xmlns:a16="http://schemas.microsoft.com/office/drawing/2014/main" id="{E6E82CFA-43D3-3915-1FB2-0A2CD12F4B8F}"/>
                      </a:ext>
                    </a:extLst>
                  </p:cNvPr>
                  <p:cNvPicPr/>
                  <p:nvPr/>
                </p:nvPicPr>
                <p:blipFill>
                  <a:blip r:embed="rId239"/>
                  <a:stretch>
                    <a:fillRect/>
                  </a:stretch>
                </p:blipFill>
                <p:spPr>
                  <a:xfrm>
                    <a:off x="3572772" y="1926592"/>
                    <a:ext cx="72311" cy="217800"/>
                  </a:xfrm>
                  <a:prstGeom prst="rect">
                    <a:avLst/>
                  </a:prstGeom>
                </p:spPr>
              </p:pic>
            </mc:Fallback>
          </mc:AlternateContent>
          <mc:AlternateContent xmlns:mc="http://schemas.openxmlformats.org/markup-compatibility/2006" xmlns:p14="http://schemas.microsoft.com/office/powerpoint/2010/main">
            <mc:Choice Requires="p14">
              <p:contentPart p14:bwMode="auto" r:id="rId295">
                <p14:nvContentPartPr>
                  <p14:cNvPr id="243" name="Ink 298">
                    <a:extLst>
                      <a:ext uri="{FF2B5EF4-FFF2-40B4-BE49-F238E27FC236}">
                        <a16:creationId xmlns:a16="http://schemas.microsoft.com/office/drawing/2014/main" id="{2A79F606-DCB6-7A28-EDD8-D204B3CAED75}"/>
                      </a:ext>
                    </a:extLst>
                  </p14:cNvPr>
                  <p14:cNvContentPartPr/>
                  <p14:nvPr/>
                </p14:nvContentPartPr>
                <p14:xfrm>
                  <a:off x="3561228" y="1928752"/>
                  <a:ext cx="60120" cy="129960"/>
                </p14:xfrm>
              </p:contentPart>
            </mc:Choice>
            <mc:Fallback xmlns="">
              <p:pic>
                <p:nvPicPr>
                  <p:cNvPr id="243" name="Ink 298">
                    <a:extLst>
                      <a:ext uri="{FF2B5EF4-FFF2-40B4-BE49-F238E27FC236}">
                        <a16:creationId xmlns:a16="http://schemas.microsoft.com/office/drawing/2014/main" id="{2A79F606-DCB6-7A28-EDD8-D204B3CAED75}"/>
                      </a:ext>
                    </a:extLst>
                  </p:cNvPr>
                  <p:cNvPicPr/>
                  <p:nvPr/>
                </p:nvPicPr>
                <p:blipFill>
                  <a:blip r:embed="rId241"/>
                  <a:stretch>
                    <a:fillRect/>
                  </a:stretch>
                </p:blipFill>
                <p:spPr>
                  <a:xfrm>
                    <a:off x="3556908" y="1924444"/>
                    <a:ext cx="68760" cy="138576"/>
                  </a:xfrm>
                  <a:prstGeom prst="rect">
                    <a:avLst/>
                  </a:prstGeom>
                </p:spPr>
              </p:pic>
            </mc:Fallback>
          </mc:AlternateContent>
          <mc:AlternateContent xmlns:mc="http://schemas.openxmlformats.org/markup-compatibility/2006" xmlns:p14="http://schemas.microsoft.com/office/powerpoint/2010/main">
            <mc:Choice Requires="p14">
              <p:contentPart p14:bwMode="auto" r:id="rId296">
                <p14:nvContentPartPr>
                  <p14:cNvPr id="244" name="Ink 299">
                    <a:extLst>
                      <a:ext uri="{FF2B5EF4-FFF2-40B4-BE49-F238E27FC236}">
                        <a16:creationId xmlns:a16="http://schemas.microsoft.com/office/drawing/2014/main" id="{2F642980-EF33-592A-372B-EDC0294F954C}"/>
                      </a:ext>
                    </a:extLst>
                  </p14:cNvPr>
                  <p14:cNvContentPartPr/>
                  <p14:nvPr/>
                </p14:nvContentPartPr>
                <p14:xfrm>
                  <a:off x="3673188" y="2036032"/>
                  <a:ext cx="44280" cy="95040"/>
                </p14:xfrm>
              </p:contentPart>
            </mc:Choice>
            <mc:Fallback xmlns="">
              <p:pic>
                <p:nvPicPr>
                  <p:cNvPr id="244" name="Ink 299">
                    <a:extLst>
                      <a:ext uri="{FF2B5EF4-FFF2-40B4-BE49-F238E27FC236}">
                        <a16:creationId xmlns:a16="http://schemas.microsoft.com/office/drawing/2014/main" id="{2F642980-EF33-592A-372B-EDC0294F954C}"/>
                      </a:ext>
                    </a:extLst>
                  </p:cNvPr>
                  <p:cNvPicPr/>
                  <p:nvPr/>
                </p:nvPicPr>
                <p:blipFill>
                  <a:blip r:embed="rId243"/>
                  <a:stretch>
                    <a:fillRect/>
                  </a:stretch>
                </p:blipFill>
                <p:spPr>
                  <a:xfrm>
                    <a:off x="3668868" y="2031696"/>
                    <a:ext cx="52920" cy="103713"/>
                  </a:xfrm>
                  <a:prstGeom prst="rect">
                    <a:avLst/>
                  </a:prstGeom>
                </p:spPr>
              </p:pic>
            </mc:Fallback>
          </mc:AlternateContent>
          <mc:AlternateContent xmlns:mc="http://schemas.openxmlformats.org/markup-compatibility/2006" xmlns:p14="http://schemas.microsoft.com/office/powerpoint/2010/main">
            <mc:Choice Requires="p14">
              <p:contentPart p14:bwMode="auto" r:id="rId297">
                <p14:nvContentPartPr>
                  <p14:cNvPr id="245" name="Ink 301">
                    <a:extLst>
                      <a:ext uri="{FF2B5EF4-FFF2-40B4-BE49-F238E27FC236}">
                        <a16:creationId xmlns:a16="http://schemas.microsoft.com/office/drawing/2014/main" id="{22E71B2A-11E5-4409-22B5-843054420C27}"/>
                      </a:ext>
                    </a:extLst>
                  </p14:cNvPr>
                  <p14:cNvContentPartPr/>
                  <p14:nvPr/>
                </p14:nvContentPartPr>
                <p14:xfrm>
                  <a:off x="3572028" y="1936312"/>
                  <a:ext cx="67320" cy="200520"/>
                </p14:xfrm>
              </p:contentPart>
            </mc:Choice>
            <mc:Fallback xmlns="">
              <p:pic>
                <p:nvPicPr>
                  <p:cNvPr id="245" name="Ink 301">
                    <a:extLst>
                      <a:ext uri="{FF2B5EF4-FFF2-40B4-BE49-F238E27FC236}">
                        <a16:creationId xmlns:a16="http://schemas.microsoft.com/office/drawing/2014/main" id="{22E71B2A-11E5-4409-22B5-843054420C27}"/>
                      </a:ext>
                    </a:extLst>
                  </p:cNvPr>
                  <p:cNvPicPr/>
                  <p:nvPr/>
                </p:nvPicPr>
                <p:blipFill>
                  <a:blip r:embed="rId245"/>
                  <a:stretch>
                    <a:fillRect/>
                  </a:stretch>
                </p:blipFill>
                <p:spPr>
                  <a:xfrm>
                    <a:off x="3567708" y="1931992"/>
                    <a:ext cx="75960" cy="209160"/>
                  </a:xfrm>
                  <a:prstGeom prst="rect">
                    <a:avLst/>
                  </a:prstGeom>
                </p:spPr>
              </p:pic>
            </mc:Fallback>
          </mc:AlternateContent>
          <mc:AlternateContent xmlns:mc="http://schemas.openxmlformats.org/markup-compatibility/2006" xmlns:p14="http://schemas.microsoft.com/office/powerpoint/2010/main">
            <mc:Choice Requires="p14">
              <p:contentPart p14:bwMode="auto" r:id="rId298">
                <p14:nvContentPartPr>
                  <p14:cNvPr id="246" name="Ink 302">
                    <a:extLst>
                      <a:ext uri="{FF2B5EF4-FFF2-40B4-BE49-F238E27FC236}">
                        <a16:creationId xmlns:a16="http://schemas.microsoft.com/office/drawing/2014/main" id="{40A63847-032F-53E9-B539-EA7DB73381E2}"/>
                      </a:ext>
                    </a:extLst>
                  </p14:cNvPr>
                  <p14:cNvContentPartPr/>
                  <p14:nvPr/>
                </p14:nvContentPartPr>
                <p14:xfrm>
                  <a:off x="3725748" y="2038912"/>
                  <a:ext cx="5400" cy="39960"/>
                </p14:xfrm>
              </p:contentPart>
            </mc:Choice>
            <mc:Fallback xmlns="">
              <p:pic>
                <p:nvPicPr>
                  <p:cNvPr id="246" name="Ink 302">
                    <a:extLst>
                      <a:ext uri="{FF2B5EF4-FFF2-40B4-BE49-F238E27FC236}">
                        <a16:creationId xmlns:a16="http://schemas.microsoft.com/office/drawing/2014/main" id="{40A63847-032F-53E9-B539-EA7DB73381E2}"/>
                      </a:ext>
                    </a:extLst>
                  </p:cNvPr>
                  <p:cNvPicPr/>
                  <p:nvPr/>
                </p:nvPicPr>
                <p:blipFill>
                  <a:blip r:embed="rId247"/>
                  <a:stretch>
                    <a:fillRect/>
                  </a:stretch>
                </p:blipFill>
                <p:spPr>
                  <a:xfrm>
                    <a:off x="3721428" y="2034631"/>
                    <a:ext cx="14040" cy="48523"/>
                  </a:xfrm>
                  <a:prstGeom prst="rect">
                    <a:avLst/>
                  </a:prstGeom>
                </p:spPr>
              </p:pic>
            </mc:Fallback>
          </mc:AlternateContent>
          <mc:AlternateContent xmlns:mc="http://schemas.openxmlformats.org/markup-compatibility/2006" xmlns:p14="http://schemas.microsoft.com/office/powerpoint/2010/main">
            <mc:Choice Requires="p14">
              <p:contentPart p14:bwMode="auto" r:id="rId299">
                <p14:nvContentPartPr>
                  <p14:cNvPr id="247" name="Ink 303">
                    <a:extLst>
                      <a:ext uri="{FF2B5EF4-FFF2-40B4-BE49-F238E27FC236}">
                        <a16:creationId xmlns:a16="http://schemas.microsoft.com/office/drawing/2014/main" id="{AA79BF37-1C30-A193-5508-7E35C885F161}"/>
                      </a:ext>
                    </a:extLst>
                  </p14:cNvPr>
                  <p14:cNvContentPartPr/>
                  <p14:nvPr/>
                </p14:nvContentPartPr>
                <p14:xfrm>
                  <a:off x="3726828" y="2015512"/>
                  <a:ext cx="6840" cy="60840"/>
                </p14:xfrm>
              </p:contentPart>
            </mc:Choice>
            <mc:Fallback xmlns="">
              <p:pic>
                <p:nvPicPr>
                  <p:cNvPr id="247" name="Ink 303">
                    <a:extLst>
                      <a:ext uri="{FF2B5EF4-FFF2-40B4-BE49-F238E27FC236}">
                        <a16:creationId xmlns:a16="http://schemas.microsoft.com/office/drawing/2014/main" id="{AA79BF37-1C30-A193-5508-7E35C885F161}"/>
                      </a:ext>
                    </a:extLst>
                  </p:cNvPr>
                  <p:cNvPicPr/>
                  <p:nvPr/>
                </p:nvPicPr>
                <p:blipFill>
                  <a:blip r:embed="rId249"/>
                  <a:stretch>
                    <a:fillRect/>
                  </a:stretch>
                </p:blipFill>
                <p:spPr>
                  <a:xfrm>
                    <a:off x="3722508" y="2011166"/>
                    <a:ext cx="15480" cy="69531"/>
                  </a:xfrm>
                  <a:prstGeom prst="rect">
                    <a:avLst/>
                  </a:prstGeom>
                </p:spPr>
              </p:pic>
            </mc:Fallback>
          </mc:AlternateContent>
          <mc:AlternateContent xmlns:mc="http://schemas.openxmlformats.org/markup-compatibility/2006" xmlns:p14="http://schemas.microsoft.com/office/powerpoint/2010/main">
            <mc:Choice Requires="p14">
              <p:contentPart p14:bwMode="auto" r:id="rId300">
                <p14:nvContentPartPr>
                  <p14:cNvPr id="248" name="Ink 304">
                    <a:extLst>
                      <a:ext uri="{FF2B5EF4-FFF2-40B4-BE49-F238E27FC236}">
                        <a16:creationId xmlns:a16="http://schemas.microsoft.com/office/drawing/2014/main" id="{1D28762D-C513-9E15-55D9-19CDCF570CFD}"/>
                      </a:ext>
                    </a:extLst>
                  </p14:cNvPr>
                  <p14:cNvContentPartPr/>
                  <p14:nvPr/>
                </p14:nvContentPartPr>
                <p14:xfrm>
                  <a:off x="3557988" y="1939192"/>
                  <a:ext cx="63360" cy="114480"/>
                </p14:xfrm>
              </p:contentPart>
            </mc:Choice>
            <mc:Fallback xmlns="">
              <p:pic>
                <p:nvPicPr>
                  <p:cNvPr id="248" name="Ink 304">
                    <a:extLst>
                      <a:ext uri="{FF2B5EF4-FFF2-40B4-BE49-F238E27FC236}">
                        <a16:creationId xmlns:a16="http://schemas.microsoft.com/office/drawing/2014/main" id="{1D28762D-C513-9E15-55D9-19CDCF570CFD}"/>
                      </a:ext>
                    </a:extLst>
                  </p:cNvPr>
                  <p:cNvPicPr/>
                  <p:nvPr/>
                </p:nvPicPr>
                <p:blipFill>
                  <a:blip r:embed="rId251"/>
                  <a:stretch>
                    <a:fillRect/>
                  </a:stretch>
                </p:blipFill>
                <p:spPr>
                  <a:xfrm>
                    <a:off x="3553668" y="1934858"/>
                    <a:ext cx="72000" cy="123147"/>
                  </a:xfrm>
                  <a:prstGeom prst="rect">
                    <a:avLst/>
                  </a:prstGeom>
                </p:spPr>
              </p:pic>
            </mc:Fallback>
          </mc:AlternateContent>
          <mc:AlternateContent xmlns:mc="http://schemas.openxmlformats.org/markup-compatibility/2006" xmlns:p14="http://schemas.microsoft.com/office/powerpoint/2010/main">
            <mc:Choice Requires="p14">
              <p:contentPart p14:bwMode="auto" r:id="rId301">
                <p14:nvContentPartPr>
                  <p14:cNvPr id="249" name="Ink 305">
                    <a:extLst>
                      <a:ext uri="{FF2B5EF4-FFF2-40B4-BE49-F238E27FC236}">
                        <a16:creationId xmlns:a16="http://schemas.microsoft.com/office/drawing/2014/main" id="{F9D583F8-2F79-C6DE-CD92-40D8883296B9}"/>
                      </a:ext>
                    </a:extLst>
                  </p14:cNvPr>
                  <p14:cNvContentPartPr/>
                  <p14:nvPr/>
                </p14:nvContentPartPr>
                <p14:xfrm>
                  <a:off x="3801708" y="1867192"/>
                  <a:ext cx="23760" cy="45360"/>
                </p14:xfrm>
              </p:contentPart>
            </mc:Choice>
            <mc:Fallback xmlns="">
              <p:pic>
                <p:nvPicPr>
                  <p:cNvPr id="249" name="Ink 305">
                    <a:extLst>
                      <a:ext uri="{FF2B5EF4-FFF2-40B4-BE49-F238E27FC236}">
                        <a16:creationId xmlns:a16="http://schemas.microsoft.com/office/drawing/2014/main" id="{F9D583F8-2F79-C6DE-CD92-40D8883296B9}"/>
                      </a:ext>
                    </a:extLst>
                  </p:cNvPr>
                  <p:cNvPicPr/>
                  <p:nvPr/>
                </p:nvPicPr>
                <p:blipFill>
                  <a:blip r:embed="rId253"/>
                  <a:stretch>
                    <a:fillRect/>
                  </a:stretch>
                </p:blipFill>
                <p:spPr>
                  <a:xfrm>
                    <a:off x="3797388" y="1862872"/>
                    <a:ext cx="32400" cy="54000"/>
                  </a:xfrm>
                  <a:prstGeom prst="rect">
                    <a:avLst/>
                  </a:prstGeom>
                </p:spPr>
              </p:pic>
            </mc:Fallback>
          </mc:AlternateContent>
        </p:grpSp>
      </p:grpSp>
      <p:grpSp>
        <p:nvGrpSpPr>
          <p:cNvPr id="250" name="Group 328">
            <a:extLst>
              <a:ext uri="{FF2B5EF4-FFF2-40B4-BE49-F238E27FC236}">
                <a16:creationId xmlns:a16="http://schemas.microsoft.com/office/drawing/2014/main" id="{6DDDF209-6DFA-B9A7-70B1-FE9D65A983AC}"/>
              </a:ext>
            </a:extLst>
          </p:cNvPr>
          <p:cNvGrpSpPr/>
          <p:nvPr/>
        </p:nvGrpSpPr>
        <p:grpSpPr>
          <a:xfrm rot="16200000">
            <a:off x="605678" y="3693989"/>
            <a:ext cx="349450" cy="484303"/>
            <a:chOff x="3476018" y="1655769"/>
            <a:chExt cx="349450" cy="484303"/>
          </a:xfrm>
        </p:grpSpPr>
        <p:sp>
          <p:nvSpPr>
            <p:cNvPr id="251" name="Flowchart: Delay 329">
              <a:extLst>
                <a:ext uri="{FF2B5EF4-FFF2-40B4-BE49-F238E27FC236}">
                  <a16:creationId xmlns:a16="http://schemas.microsoft.com/office/drawing/2014/main" id="{FBECDE48-61A9-AE40-2286-0669F190D0B2}"/>
                </a:ext>
              </a:extLst>
            </p:cNvPr>
            <p:cNvSpPr/>
            <p:nvPr/>
          </p:nvSpPr>
          <p:spPr>
            <a:xfrm rot="16200000">
              <a:off x="3518739" y="1694930"/>
              <a:ext cx="273165" cy="194844"/>
            </a:xfrm>
            <a:prstGeom prst="flowChartDelay">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mc:AlternateContent xmlns:mc="http://schemas.openxmlformats.org/markup-compatibility/2006" xmlns:p14="http://schemas.microsoft.com/office/powerpoint/2010/main">
          <mc:Choice Requires="p14">
            <p:contentPart p14:bwMode="auto" r:id="rId302">
              <p14:nvContentPartPr>
                <p14:cNvPr id="252" name="Ink 330">
                  <a:extLst>
                    <a:ext uri="{FF2B5EF4-FFF2-40B4-BE49-F238E27FC236}">
                      <a16:creationId xmlns:a16="http://schemas.microsoft.com/office/drawing/2014/main" id="{82E0CF9F-A51C-6842-2C4E-DFA07C20A5BA}"/>
                    </a:ext>
                  </a:extLst>
                </p14:cNvPr>
                <p14:cNvContentPartPr/>
                <p14:nvPr/>
              </p14:nvContentPartPr>
              <p14:xfrm>
                <a:off x="3563025" y="1801595"/>
                <a:ext cx="177480" cy="94680"/>
              </p14:xfrm>
            </p:contentPart>
          </mc:Choice>
          <mc:Fallback xmlns="">
            <p:pic>
              <p:nvPicPr>
                <p:cNvPr id="252" name="Ink 330">
                  <a:extLst>
                    <a:ext uri="{FF2B5EF4-FFF2-40B4-BE49-F238E27FC236}">
                      <a16:creationId xmlns:a16="http://schemas.microsoft.com/office/drawing/2014/main" id="{82E0CF9F-A51C-6842-2C4E-DFA07C20A5BA}"/>
                    </a:ext>
                  </a:extLst>
                </p:cNvPr>
                <p:cNvPicPr/>
                <p:nvPr/>
              </p:nvPicPr>
              <p:blipFill>
                <a:blip r:embed="rId223"/>
                <a:stretch>
                  <a:fillRect/>
                </a:stretch>
              </p:blipFill>
              <p:spPr>
                <a:xfrm>
                  <a:off x="3558705" y="1797275"/>
                  <a:ext cx="186120" cy="103320"/>
                </a:xfrm>
                <a:prstGeom prst="rect">
                  <a:avLst/>
                </a:prstGeom>
              </p:spPr>
            </p:pic>
          </mc:Fallback>
        </mc:AlternateContent>
        <mc:AlternateContent xmlns:mc="http://schemas.openxmlformats.org/markup-compatibility/2006" xmlns:p14="http://schemas.microsoft.com/office/powerpoint/2010/main">
          <mc:Choice Requires="p14">
            <p:contentPart p14:bwMode="auto" r:id="rId303">
              <p14:nvContentPartPr>
                <p14:cNvPr id="253" name="Ink 331">
                  <a:extLst>
                    <a:ext uri="{FF2B5EF4-FFF2-40B4-BE49-F238E27FC236}">
                      <a16:creationId xmlns:a16="http://schemas.microsoft.com/office/drawing/2014/main" id="{DE6D0082-0885-EF41-1F24-1AD36C911676}"/>
                    </a:ext>
                  </a:extLst>
                </p14:cNvPr>
                <p14:cNvContentPartPr/>
                <p14:nvPr/>
              </p14:nvContentPartPr>
              <p14:xfrm>
                <a:off x="3703200" y="1798268"/>
                <a:ext cx="52920" cy="8280"/>
              </p14:xfrm>
            </p:contentPart>
          </mc:Choice>
          <mc:Fallback xmlns="">
            <p:pic>
              <p:nvPicPr>
                <p:cNvPr id="253" name="Ink 331">
                  <a:extLst>
                    <a:ext uri="{FF2B5EF4-FFF2-40B4-BE49-F238E27FC236}">
                      <a16:creationId xmlns:a16="http://schemas.microsoft.com/office/drawing/2014/main" id="{DE6D0082-0885-EF41-1F24-1AD36C911676}"/>
                    </a:ext>
                  </a:extLst>
                </p:cNvPr>
                <p:cNvPicPr/>
                <p:nvPr/>
              </p:nvPicPr>
              <p:blipFill>
                <a:blip r:embed="rId225"/>
                <a:stretch>
                  <a:fillRect/>
                </a:stretch>
              </p:blipFill>
              <p:spPr>
                <a:xfrm>
                  <a:off x="3698850" y="1793948"/>
                  <a:ext cx="61619" cy="16920"/>
                </a:xfrm>
                <a:prstGeom prst="rect">
                  <a:avLst/>
                </a:prstGeom>
              </p:spPr>
            </p:pic>
          </mc:Fallback>
        </mc:AlternateContent>
        <p:sp>
          <p:nvSpPr>
            <p:cNvPr id="254" name="Oval 332">
              <a:extLst>
                <a:ext uri="{FF2B5EF4-FFF2-40B4-BE49-F238E27FC236}">
                  <a16:creationId xmlns:a16="http://schemas.microsoft.com/office/drawing/2014/main" id="{4EA9BBA3-DA94-DEE2-C957-532A81119235}"/>
                </a:ext>
              </a:extLst>
            </p:cNvPr>
            <p:cNvSpPr/>
            <p:nvPr/>
          </p:nvSpPr>
          <p:spPr>
            <a:xfrm>
              <a:off x="3614458" y="1703767"/>
              <a:ext cx="74613" cy="74234"/>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55" name="Oval 333">
              <a:extLst>
                <a:ext uri="{FF2B5EF4-FFF2-40B4-BE49-F238E27FC236}">
                  <a16:creationId xmlns:a16="http://schemas.microsoft.com/office/drawing/2014/main" id="{23773D5B-3B39-52F5-8BC5-2B4DDDA8786D}"/>
                </a:ext>
              </a:extLst>
            </p:cNvPr>
            <p:cNvSpPr/>
            <p:nvPr/>
          </p:nvSpPr>
          <p:spPr>
            <a:xfrm>
              <a:off x="3629614" y="1718024"/>
              <a:ext cx="45719" cy="45719"/>
            </a:xfrm>
            <a:prstGeom prst="ellipse">
              <a:avLst/>
            </a:prstGeom>
            <a:no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grpSp>
          <p:nvGrpSpPr>
            <p:cNvPr id="256" name="Group 334">
              <a:extLst>
                <a:ext uri="{FF2B5EF4-FFF2-40B4-BE49-F238E27FC236}">
                  <a16:creationId xmlns:a16="http://schemas.microsoft.com/office/drawing/2014/main" id="{7C453ABF-6257-95B0-F9BD-C8825D9EAF9C}"/>
                </a:ext>
              </a:extLst>
            </p:cNvPr>
            <p:cNvGrpSpPr/>
            <p:nvPr/>
          </p:nvGrpSpPr>
          <p:grpSpPr>
            <a:xfrm>
              <a:off x="3476018" y="1823415"/>
              <a:ext cx="349450" cy="316657"/>
              <a:chOff x="3476018" y="1823415"/>
              <a:chExt cx="349450" cy="316657"/>
            </a:xfrm>
          </p:grpSpPr>
          <mc:AlternateContent xmlns:mc="http://schemas.openxmlformats.org/markup-compatibility/2006" xmlns:p14="http://schemas.microsoft.com/office/powerpoint/2010/main">
            <mc:Choice Requires="p14">
              <p:contentPart p14:bwMode="auto" r:id="rId304">
                <p14:nvContentPartPr>
                  <p14:cNvPr id="257" name="Ink 335">
                    <a:extLst>
                      <a:ext uri="{FF2B5EF4-FFF2-40B4-BE49-F238E27FC236}">
                        <a16:creationId xmlns:a16="http://schemas.microsoft.com/office/drawing/2014/main" id="{A5E956BA-97BC-7F67-2BE5-DC35C0C9C682}"/>
                      </a:ext>
                    </a:extLst>
                  </p14:cNvPr>
                  <p14:cNvContentPartPr/>
                  <p14:nvPr/>
                </p14:nvContentPartPr>
                <p14:xfrm>
                  <a:off x="3476018" y="1873095"/>
                  <a:ext cx="45720" cy="30600"/>
                </p14:xfrm>
              </p:contentPart>
            </mc:Choice>
            <mc:Fallback xmlns="">
              <p:pic>
                <p:nvPicPr>
                  <p:cNvPr id="257" name="Ink 335">
                    <a:extLst>
                      <a:ext uri="{FF2B5EF4-FFF2-40B4-BE49-F238E27FC236}">
                        <a16:creationId xmlns:a16="http://schemas.microsoft.com/office/drawing/2014/main" id="{A5E956BA-97BC-7F67-2BE5-DC35C0C9C682}"/>
                      </a:ext>
                    </a:extLst>
                  </p:cNvPr>
                  <p:cNvPicPr/>
                  <p:nvPr/>
                </p:nvPicPr>
                <p:blipFill>
                  <a:blip r:embed="rId227"/>
                  <a:stretch>
                    <a:fillRect/>
                  </a:stretch>
                </p:blipFill>
                <p:spPr>
                  <a:xfrm>
                    <a:off x="3471698" y="1868775"/>
                    <a:ext cx="54360" cy="39240"/>
                  </a:xfrm>
                  <a:prstGeom prst="rect">
                    <a:avLst/>
                  </a:prstGeom>
                </p:spPr>
              </p:pic>
            </mc:Fallback>
          </mc:AlternateContent>
          <mc:AlternateContent xmlns:mc="http://schemas.openxmlformats.org/markup-compatibility/2006" xmlns:p14="http://schemas.microsoft.com/office/powerpoint/2010/main">
            <mc:Choice Requires="p14">
              <p:contentPart p14:bwMode="auto" r:id="rId305">
                <p14:nvContentPartPr>
                  <p14:cNvPr id="258" name="Ink 336">
                    <a:extLst>
                      <a:ext uri="{FF2B5EF4-FFF2-40B4-BE49-F238E27FC236}">
                        <a16:creationId xmlns:a16="http://schemas.microsoft.com/office/drawing/2014/main" id="{D1EAF122-2F1F-01BD-DC90-5105DE610E00}"/>
                      </a:ext>
                    </a:extLst>
                  </p14:cNvPr>
                  <p14:cNvContentPartPr/>
                  <p14:nvPr/>
                </p14:nvContentPartPr>
                <p14:xfrm>
                  <a:off x="3494738" y="1823415"/>
                  <a:ext cx="54720" cy="43200"/>
                </p14:xfrm>
              </p:contentPart>
            </mc:Choice>
            <mc:Fallback xmlns="">
              <p:pic>
                <p:nvPicPr>
                  <p:cNvPr id="258" name="Ink 336">
                    <a:extLst>
                      <a:ext uri="{FF2B5EF4-FFF2-40B4-BE49-F238E27FC236}">
                        <a16:creationId xmlns:a16="http://schemas.microsoft.com/office/drawing/2014/main" id="{D1EAF122-2F1F-01BD-DC90-5105DE610E00}"/>
                      </a:ext>
                    </a:extLst>
                  </p:cNvPr>
                  <p:cNvPicPr/>
                  <p:nvPr/>
                </p:nvPicPr>
                <p:blipFill>
                  <a:blip r:embed="rId229"/>
                  <a:stretch>
                    <a:fillRect/>
                  </a:stretch>
                </p:blipFill>
                <p:spPr>
                  <a:xfrm>
                    <a:off x="3490389" y="1819131"/>
                    <a:ext cx="63417" cy="51769"/>
                  </a:xfrm>
                  <a:prstGeom prst="rect">
                    <a:avLst/>
                  </a:prstGeom>
                </p:spPr>
              </p:pic>
            </mc:Fallback>
          </mc:AlternateContent>
          <mc:AlternateContent xmlns:mc="http://schemas.openxmlformats.org/markup-compatibility/2006" xmlns:p14="http://schemas.microsoft.com/office/powerpoint/2010/main">
            <mc:Choice Requires="p14">
              <p:contentPart p14:bwMode="auto" r:id="rId306">
                <p14:nvContentPartPr>
                  <p14:cNvPr id="259" name="Ink 337">
                    <a:extLst>
                      <a:ext uri="{FF2B5EF4-FFF2-40B4-BE49-F238E27FC236}">
                        <a16:creationId xmlns:a16="http://schemas.microsoft.com/office/drawing/2014/main" id="{8CA4B6C5-D679-A29D-4FDD-F3BECF370AC6}"/>
                      </a:ext>
                    </a:extLst>
                  </p14:cNvPr>
                  <p14:cNvContentPartPr/>
                  <p14:nvPr/>
                </p14:nvContentPartPr>
                <p14:xfrm>
                  <a:off x="3777338" y="1870215"/>
                  <a:ext cx="44640" cy="36000"/>
                </p14:xfrm>
              </p:contentPart>
            </mc:Choice>
            <mc:Fallback xmlns="">
              <p:pic>
                <p:nvPicPr>
                  <p:cNvPr id="259" name="Ink 337">
                    <a:extLst>
                      <a:ext uri="{FF2B5EF4-FFF2-40B4-BE49-F238E27FC236}">
                        <a16:creationId xmlns:a16="http://schemas.microsoft.com/office/drawing/2014/main" id="{8CA4B6C5-D679-A29D-4FDD-F3BECF370AC6}"/>
                      </a:ext>
                    </a:extLst>
                  </p:cNvPr>
                  <p:cNvPicPr/>
                  <p:nvPr/>
                </p:nvPicPr>
                <p:blipFill>
                  <a:blip r:embed="rId231"/>
                  <a:stretch>
                    <a:fillRect/>
                  </a:stretch>
                </p:blipFill>
                <p:spPr>
                  <a:xfrm>
                    <a:off x="3773018" y="1865895"/>
                    <a:ext cx="53280" cy="44640"/>
                  </a:xfrm>
                  <a:prstGeom prst="rect">
                    <a:avLst/>
                  </a:prstGeom>
                </p:spPr>
              </p:pic>
            </mc:Fallback>
          </mc:AlternateContent>
          <mc:AlternateContent xmlns:mc="http://schemas.openxmlformats.org/markup-compatibility/2006" xmlns:p14="http://schemas.microsoft.com/office/powerpoint/2010/main">
            <mc:Choice Requires="p14">
              <p:contentPart p14:bwMode="auto" r:id="rId307">
                <p14:nvContentPartPr>
                  <p14:cNvPr id="260" name="Ink 338">
                    <a:extLst>
                      <a:ext uri="{FF2B5EF4-FFF2-40B4-BE49-F238E27FC236}">
                        <a16:creationId xmlns:a16="http://schemas.microsoft.com/office/drawing/2014/main" id="{A1E58170-774D-13A6-47B1-D75AF9308961}"/>
                      </a:ext>
                    </a:extLst>
                  </p14:cNvPr>
                  <p14:cNvContentPartPr/>
                  <p14:nvPr/>
                </p14:nvContentPartPr>
                <p14:xfrm>
                  <a:off x="3757178" y="1831335"/>
                  <a:ext cx="46440" cy="36360"/>
                </p14:xfrm>
              </p:contentPart>
            </mc:Choice>
            <mc:Fallback xmlns="">
              <p:pic>
                <p:nvPicPr>
                  <p:cNvPr id="260" name="Ink 338">
                    <a:extLst>
                      <a:ext uri="{FF2B5EF4-FFF2-40B4-BE49-F238E27FC236}">
                        <a16:creationId xmlns:a16="http://schemas.microsoft.com/office/drawing/2014/main" id="{A1E58170-774D-13A6-47B1-D75AF9308961}"/>
                      </a:ext>
                    </a:extLst>
                  </p:cNvPr>
                  <p:cNvPicPr/>
                  <p:nvPr/>
                </p:nvPicPr>
                <p:blipFill>
                  <a:blip r:embed="rId233"/>
                  <a:stretch>
                    <a:fillRect/>
                  </a:stretch>
                </p:blipFill>
                <p:spPr>
                  <a:xfrm>
                    <a:off x="3752858" y="1826972"/>
                    <a:ext cx="55080" cy="45086"/>
                  </a:xfrm>
                  <a:prstGeom prst="rect">
                    <a:avLst/>
                  </a:prstGeom>
                </p:spPr>
              </p:pic>
            </mc:Fallback>
          </mc:AlternateContent>
          <mc:AlternateContent xmlns:mc="http://schemas.openxmlformats.org/markup-compatibility/2006" xmlns:p14="http://schemas.microsoft.com/office/powerpoint/2010/main">
            <mc:Choice Requires="p14">
              <p:contentPart p14:bwMode="auto" r:id="rId308">
                <p14:nvContentPartPr>
                  <p14:cNvPr id="261" name="Ink 339">
                    <a:extLst>
                      <a:ext uri="{FF2B5EF4-FFF2-40B4-BE49-F238E27FC236}">
                        <a16:creationId xmlns:a16="http://schemas.microsoft.com/office/drawing/2014/main" id="{1A1E34EB-D7FC-EC08-99E3-43CF2D1621EF}"/>
                      </a:ext>
                    </a:extLst>
                  </p14:cNvPr>
                  <p14:cNvContentPartPr/>
                  <p14:nvPr/>
                </p14:nvContentPartPr>
                <p14:xfrm>
                  <a:off x="3662748" y="1940992"/>
                  <a:ext cx="62640" cy="195120"/>
                </p14:xfrm>
              </p:contentPart>
            </mc:Choice>
            <mc:Fallback xmlns="">
              <p:pic>
                <p:nvPicPr>
                  <p:cNvPr id="261" name="Ink 339">
                    <a:extLst>
                      <a:ext uri="{FF2B5EF4-FFF2-40B4-BE49-F238E27FC236}">
                        <a16:creationId xmlns:a16="http://schemas.microsoft.com/office/drawing/2014/main" id="{1A1E34EB-D7FC-EC08-99E3-43CF2D1621EF}"/>
                      </a:ext>
                    </a:extLst>
                  </p:cNvPr>
                  <p:cNvPicPr/>
                  <p:nvPr/>
                </p:nvPicPr>
                <p:blipFill>
                  <a:blip r:embed="rId235"/>
                  <a:stretch>
                    <a:fillRect/>
                  </a:stretch>
                </p:blipFill>
                <p:spPr>
                  <a:xfrm>
                    <a:off x="3658428" y="1936672"/>
                    <a:ext cx="71280" cy="203760"/>
                  </a:xfrm>
                  <a:prstGeom prst="rect">
                    <a:avLst/>
                  </a:prstGeom>
                </p:spPr>
              </p:pic>
            </mc:Fallback>
          </mc:AlternateContent>
          <mc:AlternateContent xmlns:mc="http://schemas.openxmlformats.org/markup-compatibility/2006" xmlns:p14="http://schemas.microsoft.com/office/powerpoint/2010/main">
            <mc:Choice Requires="p14">
              <p:contentPart p14:bwMode="auto" r:id="rId309">
                <p14:nvContentPartPr>
                  <p14:cNvPr id="262" name="Ink 340">
                    <a:extLst>
                      <a:ext uri="{FF2B5EF4-FFF2-40B4-BE49-F238E27FC236}">
                        <a16:creationId xmlns:a16="http://schemas.microsoft.com/office/drawing/2014/main" id="{4FE62126-9FE4-CDF6-D596-1DCED12ADBD1}"/>
                      </a:ext>
                    </a:extLst>
                  </p14:cNvPr>
                  <p14:cNvContentPartPr/>
                  <p14:nvPr/>
                </p14:nvContentPartPr>
                <p14:xfrm>
                  <a:off x="3672468" y="1931992"/>
                  <a:ext cx="59400" cy="124200"/>
                </p14:xfrm>
              </p:contentPart>
            </mc:Choice>
            <mc:Fallback xmlns="">
              <p:pic>
                <p:nvPicPr>
                  <p:cNvPr id="262" name="Ink 340">
                    <a:extLst>
                      <a:ext uri="{FF2B5EF4-FFF2-40B4-BE49-F238E27FC236}">
                        <a16:creationId xmlns:a16="http://schemas.microsoft.com/office/drawing/2014/main" id="{4FE62126-9FE4-CDF6-D596-1DCED12ADBD1}"/>
                      </a:ext>
                    </a:extLst>
                  </p:cNvPr>
                  <p:cNvPicPr/>
                  <p:nvPr/>
                </p:nvPicPr>
                <p:blipFill>
                  <a:blip r:embed="rId237"/>
                  <a:stretch>
                    <a:fillRect/>
                  </a:stretch>
                </p:blipFill>
                <p:spPr>
                  <a:xfrm>
                    <a:off x="3668148" y="1927659"/>
                    <a:ext cx="68040" cy="132865"/>
                  </a:xfrm>
                  <a:prstGeom prst="rect">
                    <a:avLst/>
                  </a:prstGeom>
                </p:spPr>
              </p:pic>
            </mc:Fallback>
          </mc:AlternateContent>
          <mc:AlternateContent xmlns:mc="http://schemas.openxmlformats.org/markup-compatibility/2006" xmlns:p14="http://schemas.microsoft.com/office/powerpoint/2010/main">
            <mc:Choice Requires="p14">
              <p:contentPart p14:bwMode="auto" r:id="rId310">
                <p14:nvContentPartPr>
                  <p14:cNvPr id="263" name="Ink 341">
                    <a:extLst>
                      <a:ext uri="{FF2B5EF4-FFF2-40B4-BE49-F238E27FC236}">
                        <a16:creationId xmlns:a16="http://schemas.microsoft.com/office/drawing/2014/main" id="{2E801626-F604-5B37-E3D1-0795A5F25192}"/>
                      </a:ext>
                    </a:extLst>
                  </p14:cNvPr>
                  <p14:cNvContentPartPr/>
                  <p14:nvPr/>
                </p14:nvContentPartPr>
                <p14:xfrm>
                  <a:off x="3577068" y="1930912"/>
                  <a:ext cx="63720" cy="209160"/>
                </p14:xfrm>
              </p:contentPart>
            </mc:Choice>
            <mc:Fallback xmlns="">
              <p:pic>
                <p:nvPicPr>
                  <p:cNvPr id="263" name="Ink 341">
                    <a:extLst>
                      <a:ext uri="{FF2B5EF4-FFF2-40B4-BE49-F238E27FC236}">
                        <a16:creationId xmlns:a16="http://schemas.microsoft.com/office/drawing/2014/main" id="{2E801626-F604-5B37-E3D1-0795A5F25192}"/>
                      </a:ext>
                    </a:extLst>
                  </p:cNvPr>
                  <p:cNvPicPr/>
                  <p:nvPr/>
                </p:nvPicPr>
                <p:blipFill>
                  <a:blip r:embed="rId239"/>
                  <a:stretch>
                    <a:fillRect/>
                  </a:stretch>
                </p:blipFill>
                <p:spPr>
                  <a:xfrm>
                    <a:off x="3572772" y="1926592"/>
                    <a:ext cx="72311" cy="217800"/>
                  </a:xfrm>
                  <a:prstGeom prst="rect">
                    <a:avLst/>
                  </a:prstGeom>
                </p:spPr>
              </p:pic>
            </mc:Fallback>
          </mc:AlternateContent>
          <mc:AlternateContent xmlns:mc="http://schemas.openxmlformats.org/markup-compatibility/2006" xmlns:p14="http://schemas.microsoft.com/office/powerpoint/2010/main">
            <mc:Choice Requires="p14">
              <p:contentPart p14:bwMode="auto" r:id="rId311">
                <p14:nvContentPartPr>
                  <p14:cNvPr id="264" name="Ink 342">
                    <a:extLst>
                      <a:ext uri="{FF2B5EF4-FFF2-40B4-BE49-F238E27FC236}">
                        <a16:creationId xmlns:a16="http://schemas.microsoft.com/office/drawing/2014/main" id="{94E6EE74-60AB-89A5-7FF7-EE27963AC2D2}"/>
                      </a:ext>
                    </a:extLst>
                  </p14:cNvPr>
                  <p14:cNvContentPartPr/>
                  <p14:nvPr/>
                </p14:nvContentPartPr>
                <p14:xfrm>
                  <a:off x="3561228" y="1928752"/>
                  <a:ext cx="60120" cy="129960"/>
                </p14:xfrm>
              </p:contentPart>
            </mc:Choice>
            <mc:Fallback xmlns="">
              <p:pic>
                <p:nvPicPr>
                  <p:cNvPr id="264" name="Ink 342">
                    <a:extLst>
                      <a:ext uri="{FF2B5EF4-FFF2-40B4-BE49-F238E27FC236}">
                        <a16:creationId xmlns:a16="http://schemas.microsoft.com/office/drawing/2014/main" id="{94E6EE74-60AB-89A5-7FF7-EE27963AC2D2}"/>
                      </a:ext>
                    </a:extLst>
                  </p:cNvPr>
                  <p:cNvPicPr/>
                  <p:nvPr/>
                </p:nvPicPr>
                <p:blipFill>
                  <a:blip r:embed="rId241"/>
                  <a:stretch>
                    <a:fillRect/>
                  </a:stretch>
                </p:blipFill>
                <p:spPr>
                  <a:xfrm>
                    <a:off x="3556908" y="1924444"/>
                    <a:ext cx="68760" cy="138576"/>
                  </a:xfrm>
                  <a:prstGeom prst="rect">
                    <a:avLst/>
                  </a:prstGeom>
                </p:spPr>
              </p:pic>
            </mc:Fallback>
          </mc:AlternateContent>
          <mc:AlternateContent xmlns:mc="http://schemas.openxmlformats.org/markup-compatibility/2006" xmlns:p14="http://schemas.microsoft.com/office/powerpoint/2010/main">
            <mc:Choice Requires="p14">
              <p:contentPart p14:bwMode="auto" r:id="rId312">
                <p14:nvContentPartPr>
                  <p14:cNvPr id="265" name="Ink 343">
                    <a:extLst>
                      <a:ext uri="{FF2B5EF4-FFF2-40B4-BE49-F238E27FC236}">
                        <a16:creationId xmlns:a16="http://schemas.microsoft.com/office/drawing/2014/main" id="{DD55382A-561F-6690-0C6D-523F7536840C}"/>
                      </a:ext>
                    </a:extLst>
                  </p14:cNvPr>
                  <p14:cNvContentPartPr/>
                  <p14:nvPr/>
                </p14:nvContentPartPr>
                <p14:xfrm>
                  <a:off x="3673188" y="2036032"/>
                  <a:ext cx="44280" cy="95040"/>
                </p14:xfrm>
              </p:contentPart>
            </mc:Choice>
            <mc:Fallback xmlns="">
              <p:pic>
                <p:nvPicPr>
                  <p:cNvPr id="265" name="Ink 343">
                    <a:extLst>
                      <a:ext uri="{FF2B5EF4-FFF2-40B4-BE49-F238E27FC236}">
                        <a16:creationId xmlns:a16="http://schemas.microsoft.com/office/drawing/2014/main" id="{DD55382A-561F-6690-0C6D-523F7536840C}"/>
                      </a:ext>
                    </a:extLst>
                  </p:cNvPr>
                  <p:cNvPicPr/>
                  <p:nvPr/>
                </p:nvPicPr>
                <p:blipFill>
                  <a:blip r:embed="rId243"/>
                  <a:stretch>
                    <a:fillRect/>
                  </a:stretch>
                </p:blipFill>
                <p:spPr>
                  <a:xfrm>
                    <a:off x="3668868" y="2031696"/>
                    <a:ext cx="52920" cy="103713"/>
                  </a:xfrm>
                  <a:prstGeom prst="rect">
                    <a:avLst/>
                  </a:prstGeom>
                </p:spPr>
              </p:pic>
            </mc:Fallback>
          </mc:AlternateContent>
          <mc:AlternateContent xmlns:mc="http://schemas.openxmlformats.org/markup-compatibility/2006" xmlns:p14="http://schemas.microsoft.com/office/powerpoint/2010/main">
            <mc:Choice Requires="p14">
              <p:contentPart p14:bwMode="auto" r:id="rId313">
                <p14:nvContentPartPr>
                  <p14:cNvPr id="266" name="Ink 344">
                    <a:extLst>
                      <a:ext uri="{FF2B5EF4-FFF2-40B4-BE49-F238E27FC236}">
                        <a16:creationId xmlns:a16="http://schemas.microsoft.com/office/drawing/2014/main" id="{CCA5F7AB-5980-A996-6D8D-0332C00309B1}"/>
                      </a:ext>
                    </a:extLst>
                  </p14:cNvPr>
                  <p14:cNvContentPartPr/>
                  <p14:nvPr/>
                </p14:nvContentPartPr>
                <p14:xfrm>
                  <a:off x="3572028" y="1936312"/>
                  <a:ext cx="67320" cy="200520"/>
                </p14:xfrm>
              </p:contentPart>
            </mc:Choice>
            <mc:Fallback xmlns="">
              <p:pic>
                <p:nvPicPr>
                  <p:cNvPr id="266" name="Ink 344">
                    <a:extLst>
                      <a:ext uri="{FF2B5EF4-FFF2-40B4-BE49-F238E27FC236}">
                        <a16:creationId xmlns:a16="http://schemas.microsoft.com/office/drawing/2014/main" id="{CCA5F7AB-5980-A996-6D8D-0332C00309B1}"/>
                      </a:ext>
                    </a:extLst>
                  </p:cNvPr>
                  <p:cNvPicPr/>
                  <p:nvPr/>
                </p:nvPicPr>
                <p:blipFill>
                  <a:blip r:embed="rId245"/>
                  <a:stretch>
                    <a:fillRect/>
                  </a:stretch>
                </p:blipFill>
                <p:spPr>
                  <a:xfrm>
                    <a:off x="3567708" y="1931992"/>
                    <a:ext cx="75960" cy="209160"/>
                  </a:xfrm>
                  <a:prstGeom prst="rect">
                    <a:avLst/>
                  </a:prstGeom>
                </p:spPr>
              </p:pic>
            </mc:Fallback>
          </mc:AlternateContent>
          <mc:AlternateContent xmlns:mc="http://schemas.openxmlformats.org/markup-compatibility/2006" xmlns:p14="http://schemas.microsoft.com/office/powerpoint/2010/main">
            <mc:Choice Requires="p14">
              <p:contentPart p14:bwMode="auto" r:id="rId314">
                <p14:nvContentPartPr>
                  <p14:cNvPr id="267" name="Ink 345">
                    <a:extLst>
                      <a:ext uri="{FF2B5EF4-FFF2-40B4-BE49-F238E27FC236}">
                        <a16:creationId xmlns:a16="http://schemas.microsoft.com/office/drawing/2014/main" id="{51D1784A-22BD-8717-0B19-9BEE03504ADD}"/>
                      </a:ext>
                    </a:extLst>
                  </p14:cNvPr>
                  <p14:cNvContentPartPr/>
                  <p14:nvPr/>
                </p14:nvContentPartPr>
                <p14:xfrm>
                  <a:off x="3725748" y="2038912"/>
                  <a:ext cx="5400" cy="39960"/>
                </p14:xfrm>
              </p:contentPart>
            </mc:Choice>
            <mc:Fallback xmlns="">
              <p:pic>
                <p:nvPicPr>
                  <p:cNvPr id="267" name="Ink 345">
                    <a:extLst>
                      <a:ext uri="{FF2B5EF4-FFF2-40B4-BE49-F238E27FC236}">
                        <a16:creationId xmlns:a16="http://schemas.microsoft.com/office/drawing/2014/main" id="{51D1784A-22BD-8717-0B19-9BEE03504ADD}"/>
                      </a:ext>
                    </a:extLst>
                  </p:cNvPr>
                  <p:cNvPicPr/>
                  <p:nvPr/>
                </p:nvPicPr>
                <p:blipFill>
                  <a:blip r:embed="rId247"/>
                  <a:stretch>
                    <a:fillRect/>
                  </a:stretch>
                </p:blipFill>
                <p:spPr>
                  <a:xfrm>
                    <a:off x="3721428" y="2034631"/>
                    <a:ext cx="14040" cy="48523"/>
                  </a:xfrm>
                  <a:prstGeom prst="rect">
                    <a:avLst/>
                  </a:prstGeom>
                </p:spPr>
              </p:pic>
            </mc:Fallback>
          </mc:AlternateContent>
          <mc:AlternateContent xmlns:mc="http://schemas.openxmlformats.org/markup-compatibility/2006" xmlns:p14="http://schemas.microsoft.com/office/powerpoint/2010/main">
            <mc:Choice Requires="p14">
              <p:contentPart p14:bwMode="auto" r:id="rId315">
                <p14:nvContentPartPr>
                  <p14:cNvPr id="268" name="Ink 346">
                    <a:extLst>
                      <a:ext uri="{FF2B5EF4-FFF2-40B4-BE49-F238E27FC236}">
                        <a16:creationId xmlns:a16="http://schemas.microsoft.com/office/drawing/2014/main" id="{B1A750E4-2D53-7472-102F-BEED94A9F6DF}"/>
                      </a:ext>
                    </a:extLst>
                  </p14:cNvPr>
                  <p14:cNvContentPartPr/>
                  <p14:nvPr/>
                </p14:nvContentPartPr>
                <p14:xfrm>
                  <a:off x="3726828" y="2015512"/>
                  <a:ext cx="6840" cy="60840"/>
                </p14:xfrm>
              </p:contentPart>
            </mc:Choice>
            <mc:Fallback xmlns="">
              <p:pic>
                <p:nvPicPr>
                  <p:cNvPr id="268" name="Ink 346">
                    <a:extLst>
                      <a:ext uri="{FF2B5EF4-FFF2-40B4-BE49-F238E27FC236}">
                        <a16:creationId xmlns:a16="http://schemas.microsoft.com/office/drawing/2014/main" id="{B1A750E4-2D53-7472-102F-BEED94A9F6DF}"/>
                      </a:ext>
                    </a:extLst>
                  </p:cNvPr>
                  <p:cNvPicPr/>
                  <p:nvPr/>
                </p:nvPicPr>
                <p:blipFill>
                  <a:blip r:embed="rId249"/>
                  <a:stretch>
                    <a:fillRect/>
                  </a:stretch>
                </p:blipFill>
                <p:spPr>
                  <a:xfrm>
                    <a:off x="3722508" y="2011166"/>
                    <a:ext cx="15480" cy="69531"/>
                  </a:xfrm>
                  <a:prstGeom prst="rect">
                    <a:avLst/>
                  </a:prstGeom>
                </p:spPr>
              </p:pic>
            </mc:Fallback>
          </mc:AlternateContent>
          <mc:AlternateContent xmlns:mc="http://schemas.openxmlformats.org/markup-compatibility/2006" xmlns:p14="http://schemas.microsoft.com/office/powerpoint/2010/main">
            <mc:Choice Requires="p14">
              <p:contentPart p14:bwMode="auto" r:id="rId316">
                <p14:nvContentPartPr>
                  <p14:cNvPr id="269" name="Ink 347">
                    <a:extLst>
                      <a:ext uri="{FF2B5EF4-FFF2-40B4-BE49-F238E27FC236}">
                        <a16:creationId xmlns:a16="http://schemas.microsoft.com/office/drawing/2014/main" id="{FA651224-00C3-0FD9-5526-D5367C097DB2}"/>
                      </a:ext>
                    </a:extLst>
                  </p14:cNvPr>
                  <p14:cNvContentPartPr/>
                  <p14:nvPr/>
                </p14:nvContentPartPr>
                <p14:xfrm>
                  <a:off x="3557988" y="1939192"/>
                  <a:ext cx="63360" cy="114480"/>
                </p14:xfrm>
              </p:contentPart>
            </mc:Choice>
            <mc:Fallback xmlns="">
              <p:pic>
                <p:nvPicPr>
                  <p:cNvPr id="269" name="Ink 347">
                    <a:extLst>
                      <a:ext uri="{FF2B5EF4-FFF2-40B4-BE49-F238E27FC236}">
                        <a16:creationId xmlns:a16="http://schemas.microsoft.com/office/drawing/2014/main" id="{FA651224-00C3-0FD9-5526-D5367C097DB2}"/>
                      </a:ext>
                    </a:extLst>
                  </p:cNvPr>
                  <p:cNvPicPr/>
                  <p:nvPr/>
                </p:nvPicPr>
                <p:blipFill>
                  <a:blip r:embed="rId251"/>
                  <a:stretch>
                    <a:fillRect/>
                  </a:stretch>
                </p:blipFill>
                <p:spPr>
                  <a:xfrm>
                    <a:off x="3553668" y="1934858"/>
                    <a:ext cx="72000" cy="123147"/>
                  </a:xfrm>
                  <a:prstGeom prst="rect">
                    <a:avLst/>
                  </a:prstGeom>
                </p:spPr>
              </p:pic>
            </mc:Fallback>
          </mc:AlternateContent>
          <mc:AlternateContent xmlns:mc="http://schemas.openxmlformats.org/markup-compatibility/2006" xmlns:p14="http://schemas.microsoft.com/office/powerpoint/2010/main">
            <mc:Choice Requires="p14">
              <p:contentPart p14:bwMode="auto" r:id="rId317">
                <p14:nvContentPartPr>
                  <p14:cNvPr id="270" name="Ink 348">
                    <a:extLst>
                      <a:ext uri="{FF2B5EF4-FFF2-40B4-BE49-F238E27FC236}">
                        <a16:creationId xmlns:a16="http://schemas.microsoft.com/office/drawing/2014/main" id="{85E62A99-3F2B-45DF-AD38-D4CD550AC1CA}"/>
                      </a:ext>
                    </a:extLst>
                  </p14:cNvPr>
                  <p14:cNvContentPartPr/>
                  <p14:nvPr/>
                </p14:nvContentPartPr>
                <p14:xfrm>
                  <a:off x="3801708" y="1867192"/>
                  <a:ext cx="23760" cy="45360"/>
                </p14:xfrm>
              </p:contentPart>
            </mc:Choice>
            <mc:Fallback xmlns="">
              <p:pic>
                <p:nvPicPr>
                  <p:cNvPr id="270" name="Ink 348">
                    <a:extLst>
                      <a:ext uri="{FF2B5EF4-FFF2-40B4-BE49-F238E27FC236}">
                        <a16:creationId xmlns:a16="http://schemas.microsoft.com/office/drawing/2014/main" id="{85E62A99-3F2B-45DF-AD38-D4CD550AC1CA}"/>
                      </a:ext>
                    </a:extLst>
                  </p:cNvPr>
                  <p:cNvPicPr/>
                  <p:nvPr/>
                </p:nvPicPr>
                <p:blipFill>
                  <a:blip r:embed="rId253"/>
                  <a:stretch>
                    <a:fillRect/>
                  </a:stretch>
                </p:blipFill>
                <p:spPr>
                  <a:xfrm>
                    <a:off x="3797388" y="1862872"/>
                    <a:ext cx="32400" cy="54000"/>
                  </a:xfrm>
                  <a:prstGeom prst="rect">
                    <a:avLst/>
                  </a:prstGeom>
                </p:spPr>
              </p:pic>
            </mc:Fallback>
          </mc:AlternateContent>
        </p:grpSp>
      </p:grpSp>
      <p:grpSp>
        <p:nvGrpSpPr>
          <p:cNvPr id="271" name="Group 349">
            <a:extLst>
              <a:ext uri="{FF2B5EF4-FFF2-40B4-BE49-F238E27FC236}">
                <a16:creationId xmlns:a16="http://schemas.microsoft.com/office/drawing/2014/main" id="{564846A0-54E6-023A-D3BB-D7A6626F5695}"/>
              </a:ext>
            </a:extLst>
          </p:cNvPr>
          <p:cNvGrpSpPr/>
          <p:nvPr/>
        </p:nvGrpSpPr>
        <p:grpSpPr>
          <a:xfrm rot="16200000">
            <a:off x="695648" y="5097030"/>
            <a:ext cx="349450" cy="484303"/>
            <a:chOff x="3476018" y="1655769"/>
            <a:chExt cx="349450" cy="484303"/>
          </a:xfrm>
        </p:grpSpPr>
        <p:sp>
          <p:nvSpPr>
            <p:cNvPr id="272" name="Flowchart: Delay 350">
              <a:extLst>
                <a:ext uri="{FF2B5EF4-FFF2-40B4-BE49-F238E27FC236}">
                  <a16:creationId xmlns:a16="http://schemas.microsoft.com/office/drawing/2014/main" id="{D80A5B9F-08CC-DE58-3DC7-8DC5E1F79EA7}"/>
                </a:ext>
              </a:extLst>
            </p:cNvPr>
            <p:cNvSpPr/>
            <p:nvPr/>
          </p:nvSpPr>
          <p:spPr>
            <a:xfrm rot="16200000">
              <a:off x="3518739" y="1694930"/>
              <a:ext cx="273165" cy="194844"/>
            </a:xfrm>
            <a:prstGeom prst="flowChartDelay">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mc:AlternateContent xmlns:mc="http://schemas.openxmlformats.org/markup-compatibility/2006" xmlns:p14="http://schemas.microsoft.com/office/powerpoint/2010/main">
          <mc:Choice Requires="p14">
            <p:contentPart p14:bwMode="auto" r:id="rId318">
              <p14:nvContentPartPr>
                <p14:cNvPr id="273" name="Ink 351">
                  <a:extLst>
                    <a:ext uri="{FF2B5EF4-FFF2-40B4-BE49-F238E27FC236}">
                      <a16:creationId xmlns:a16="http://schemas.microsoft.com/office/drawing/2014/main" id="{4D9A42C9-A320-51DA-11CF-2BC4BFC1BA76}"/>
                    </a:ext>
                  </a:extLst>
                </p14:cNvPr>
                <p14:cNvContentPartPr/>
                <p14:nvPr/>
              </p14:nvContentPartPr>
              <p14:xfrm>
                <a:off x="3563025" y="1801595"/>
                <a:ext cx="177480" cy="94680"/>
              </p14:xfrm>
            </p:contentPart>
          </mc:Choice>
          <mc:Fallback xmlns="">
            <p:pic>
              <p:nvPicPr>
                <p:cNvPr id="273" name="Ink 351">
                  <a:extLst>
                    <a:ext uri="{FF2B5EF4-FFF2-40B4-BE49-F238E27FC236}">
                      <a16:creationId xmlns:a16="http://schemas.microsoft.com/office/drawing/2014/main" id="{4D9A42C9-A320-51DA-11CF-2BC4BFC1BA76}"/>
                    </a:ext>
                  </a:extLst>
                </p:cNvPr>
                <p:cNvPicPr/>
                <p:nvPr/>
              </p:nvPicPr>
              <p:blipFill>
                <a:blip r:embed="rId223"/>
                <a:stretch>
                  <a:fillRect/>
                </a:stretch>
              </p:blipFill>
              <p:spPr>
                <a:xfrm>
                  <a:off x="3558705" y="1797275"/>
                  <a:ext cx="186120" cy="103320"/>
                </a:xfrm>
                <a:prstGeom prst="rect">
                  <a:avLst/>
                </a:prstGeom>
              </p:spPr>
            </p:pic>
          </mc:Fallback>
        </mc:AlternateContent>
        <mc:AlternateContent xmlns:mc="http://schemas.openxmlformats.org/markup-compatibility/2006" xmlns:p14="http://schemas.microsoft.com/office/powerpoint/2010/main">
          <mc:Choice Requires="p14">
            <p:contentPart p14:bwMode="auto" r:id="rId319">
              <p14:nvContentPartPr>
                <p14:cNvPr id="274" name="Ink 352">
                  <a:extLst>
                    <a:ext uri="{FF2B5EF4-FFF2-40B4-BE49-F238E27FC236}">
                      <a16:creationId xmlns:a16="http://schemas.microsoft.com/office/drawing/2014/main" id="{BDFB1B59-E07E-1C65-C0FD-1DEC829C69BB}"/>
                    </a:ext>
                  </a:extLst>
                </p14:cNvPr>
                <p14:cNvContentPartPr/>
                <p14:nvPr/>
              </p14:nvContentPartPr>
              <p14:xfrm>
                <a:off x="3703200" y="1798268"/>
                <a:ext cx="52920" cy="8280"/>
              </p14:xfrm>
            </p:contentPart>
          </mc:Choice>
          <mc:Fallback xmlns="">
            <p:pic>
              <p:nvPicPr>
                <p:cNvPr id="274" name="Ink 352">
                  <a:extLst>
                    <a:ext uri="{FF2B5EF4-FFF2-40B4-BE49-F238E27FC236}">
                      <a16:creationId xmlns:a16="http://schemas.microsoft.com/office/drawing/2014/main" id="{BDFB1B59-E07E-1C65-C0FD-1DEC829C69BB}"/>
                    </a:ext>
                  </a:extLst>
                </p:cNvPr>
                <p:cNvPicPr/>
                <p:nvPr/>
              </p:nvPicPr>
              <p:blipFill>
                <a:blip r:embed="rId225"/>
                <a:stretch>
                  <a:fillRect/>
                </a:stretch>
              </p:blipFill>
              <p:spPr>
                <a:xfrm>
                  <a:off x="3698850" y="1793948"/>
                  <a:ext cx="61619" cy="16920"/>
                </a:xfrm>
                <a:prstGeom prst="rect">
                  <a:avLst/>
                </a:prstGeom>
              </p:spPr>
            </p:pic>
          </mc:Fallback>
        </mc:AlternateContent>
        <p:sp>
          <p:nvSpPr>
            <p:cNvPr id="275" name="Oval 353">
              <a:extLst>
                <a:ext uri="{FF2B5EF4-FFF2-40B4-BE49-F238E27FC236}">
                  <a16:creationId xmlns:a16="http://schemas.microsoft.com/office/drawing/2014/main" id="{3F59171D-F7DD-B5F4-DFE9-E9C31A28498E}"/>
                </a:ext>
              </a:extLst>
            </p:cNvPr>
            <p:cNvSpPr/>
            <p:nvPr/>
          </p:nvSpPr>
          <p:spPr>
            <a:xfrm>
              <a:off x="3614458" y="1703767"/>
              <a:ext cx="74613" cy="74234"/>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76" name="Oval 354">
              <a:extLst>
                <a:ext uri="{FF2B5EF4-FFF2-40B4-BE49-F238E27FC236}">
                  <a16:creationId xmlns:a16="http://schemas.microsoft.com/office/drawing/2014/main" id="{7DC4322F-55FB-6AEF-C175-A9214982E99D}"/>
                </a:ext>
              </a:extLst>
            </p:cNvPr>
            <p:cNvSpPr/>
            <p:nvPr/>
          </p:nvSpPr>
          <p:spPr>
            <a:xfrm>
              <a:off x="3629614" y="1718024"/>
              <a:ext cx="45719" cy="45719"/>
            </a:xfrm>
            <a:prstGeom prst="ellipse">
              <a:avLst/>
            </a:prstGeom>
            <a:no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grpSp>
          <p:nvGrpSpPr>
            <p:cNvPr id="277" name="Group 355">
              <a:extLst>
                <a:ext uri="{FF2B5EF4-FFF2-40B4-BE49-F238E27FC236}">
                  <a16:creationId xmlns:a16="http://schemas.microsoft.com/office/drawing/2014/main" id="{62384A9C-D526-CDEE-6DE3-2B44436DDA18}"/>
                </a:ext>
              </a:extLst>
            </p:cNvPr>
            <p:cNvGrpSpPr/>
            <p:nvPr/>
          </p:nvGrpSpPr>
          <p:grpSpPr>
            <a:xfrm>
              <a:off x="3476018" y="1823415"/>
              <a:ext cx="349450" cy="316657"/>
              <a:chOff x="3476018" y="1823415"/>
              <a:chExt cx="349450" cy="316657"/>
            </a:xfrm>
          </p:grpSpPr>
          <mc:AlternateContent xmlns:mc="http://schemas.openxmlformats.org/markup-compatibility/2006" xmlns:p14="http://schemas.microsoft.com/office/powerpoint/2010/main">
            <mc:Choice Requires="p14">
              <p:contentPart p14:bwMode="auto" r:id="rId320">
                <p14:nvContentPartPr>
                  <p14:cNvPr id="278" name="Ink 356">
                    <a:extLst>
                      <a:ext uri="{FF2B5EF4-FFF2-40B4-BE49-F238E27FC236}">
                        <a16:creationId xmlns:a16="http://schemas.microsoft.com/office/drawing/2014/main" id="{9F4550AB-D93A-99D6-FCD7-A6DD36E306AE}"/>
                      </a:ext>
                    </a:extLst>
                  </p14:cNvPr>
                  <p14:cNvContentPartPr/>
                  <p14:nvPr/>
                </p14:nvContentPartPr>
                <p14:xfrm>
                  <a:off x="3476018" y="1873095"/>
                  <a:ext cx="45720" cy="30600"/>
                </p14:xfrm>
              </p:contentPart>
            </mc:Choice>
            <mc:Fallback xmlns="">
              <p:pic>
                <p:nvPicPr>
                  <p:cNvPr id="278" name="Ink 356">
                    <a:extLst>
                      <a:ext uri="{FF2B5EF4-FFF2-40B4-BE49-F238E27FC236}">
                        <a16:creationId xmlns:a16="http://schemas.microsoft.com/office/drawing/2014/main" id="{9F4550AB-D93A-99D6-FCD7-A6DD36E306AE}"/>
                      </a:ext>
                    </a:extLst>
                  </p:cNvPr>
                  <p:cNvPicPr/>
                  <p:nvPr/>
                </p:nvPicPr>
                <p:blipFill>
                  <a:blip r:embed="rId227"/>
                  <a:stretch>
                    <a:fillRect/>
                  </a:stretch>
                </p:blipFill>
                <p:spPr>
                  <a:xfrm>
                    <a:off x="3471698" y="1868775"/>
                    <a:ext cx="54360" cy="39240"/>
                  </a:xfrm>
                  <a:prstGeom prst="rect">
                    <a:avLst/>
                  </a:prstGeom>
                </p:spPr>
              </p:pic>
            </mc:Fallback>
          </mc:AlternateContent>
          <mc:AlternateContent xmlns:mc="http://schemas.openxmlformats.org/markup-compatibility/2006" xmlns:p14="http://schemas.microsoft.com/office/powerpoint/2010/main">
            <mc:Choice Requires="p14">
              <p:contentPart p14:bwMode="auto" r:id="rId321">
                <p14:nvContentPartPr>
                  <p14:cNvPr id="279" name="Ink 357">
                    <a:extLst>
                      <a:ext uri="{FF2B5EF4-FFF2-40B4-BE49-F238E27FC236}">
                        <a16:creationId xmlns:a16="http://schemas.microsoft.com/office/drawing/2014/main" id="{61EB7D0E-3FBA-D8BC-5893-9A6F19E6343B}"/>
                      </a:ext>
                    </a:extLst>
                  </p14:cNvPr>
                  <p14:cNvContentPartPr/>
                  <p14:nvPr/>
                </p14:nvContentPartPr>
                <p14:xfrm>
                  <a:off x="3494738" y="1823415"/>
                  <a:ext cx="54720" cy="43200"/>
                </p14:xfrm>
              </p:contentPart>
            </mc:Choice>
            <mc:Fallback xmlns="">
              <p:pic>
                <p:nvPicPr>
                  <p:cNvPr id="279" name="Ink 357">
                    <a:extLst>
                      <a:ext uri="{FF2B5EF4-FFF2-40B4-BE49-F238E27FC236}">
                        <a16:creationId xmlns:a16="http://schemas.microsoft.com/office/drawing/2014/main" id="{61EB7D0E-3FBA-D8BC-5893-9A6F19E6343B}"/>
                      </a:ext>
                    </a:extLst>
                  </p:cNvPr>
                  <p:cNvPicPr/>
                  <p:nvPr/>
                </p:nvPicPr>
                <p:blipFill>
                  <a:blip r:embed="rId229"/>
                  <a:stretch>
                    <a:fillRect/>
                  </a:stretch>
                </p:blipFill>
                <p:spPr>
                  <a:xfrm>
                    <a:off x="3490389" y="1819131"/>
                    <a:ext cx="63417" cy="51769"/>
                  </a:xfrm>
                  <a:prstGeom prst="rect">
                    <a:avLst/>
                  </a:prstGeom>
                </p:spPr>
              </p:pic>
            </mc:Fallback>
          </mc:AlternateContent>
          <mc:AlternateContent xmlns:mc="http://schemas.openxmlformats.org/markup-compatibility/2006" xmlns:p14="http://schemas.microsoft.com/office/powerpoint/2010/main">
            <mc:Choice Requires="p14">
              <p:contentPart p14:bwMode="auto" r:id="rId322">
                <p14:nvContentPartPr>
                  <p14:cNvPr id="280" name="Ink 358">
                    <a:extLst>
                      <a:ext uri="{FF2B5EF4-FFF2-40B4-BE49-F238E27FC236}">
                        <a16:creationId xmlns:a16="http://schemas.microsoft.com/office/drawing/2014/main" id="{D1D159C5-5172-9F71-AE98-08A673FA9F66}"/>
                      </a:ext>
                    </a:extLst>
                  </p14:cNvPr>
                  <p14:cNvContentPartPr/>
                  <p14:nvPr/>
                </p14:nvContentPartPr>
                <p14:xfrm>
                  <a:off x="3777338" y="1870215"/>
                  <a:ext cx="44640" cy="36000"/>
                </p14:xfrm>
              </p:contentPart>
            </mc:Choice>
            <mc:Fallback xmlns="">
              <p:pic>
                <p:nvPicPr>
                  <p:cNvPr id="280" name="Ink 358">
                    <a:extLst>
                      <a:ext uri="{FF2B5EF4-FFF2-40B4-BE49-F238E27FC236}">
                        <a16:creationId xmlns:a16="http://schemas.microsoft.com/office/drawing/2014/main" id="{D1D159C5-5172-9F71-AE98-08A673FA9F66}"/>
                      </a:ext>
                    </a:extLst>
                  </p:cNvPr>
                  <p:cNvPicPr/>
                  <p:nvPr/>
                </p:nvPicPr>
                <p:blipFill>
                  <a:blip r:embed="rId231"/>
                  <a:stretch>
                    <a:fillRect/>
                  </a:stretch>
                </p:blipFill>
                <p:spPr>
                  <a:xfrm>
                    <a:off x="3773018" y="1865895"/>
                    <a:ext cx="53280" cy="44640"/>
                  </a:xfrm>
                  <a:prstGeom prst="rect">
                    <a:avLst/>
                  </a:prstGeom>
                </p:spPr>
              </p:pic>
            </mc:Fallback>
          </mc:AlternateContent>
          <mc:AlternateContent xmlns:mc="http://schemas.openxmlformats.org/markup-compatibility/2006" xmlns:p14="http://schemas.microsoft.com/office/powerpoint/2010/main">
            <mc:Choice Requires="p14">
              <p:contentPart p14:bwMode="auto" r:id="rId323">
                <p14:nvContentPartPr>
                  <p14:cNvPr id="281" name="Ink 359">
                    <a:extLst>
                      <a:ext uri="{FF2B5EF4-FFF2-40B4-BE49-F238E27FC236}">
                        <a16:creationId xmlns:a16="http://schemas.microsoft.com/office/drawing/2014/main" id="{BEFB0456-7E23-B53B-0739-7C87927C3861}"/>
                      </a:ext>
                    </a:extLst>
                  </p14:cNvPr>
                  <p14:cNvContentPartPr/>
                  <p14:nvPr/>
                </p14:nvContentPartPr>
                <p14:xfrm>
                  <a:off x="3757178" y="1831335"/>
                  <a:ext cx="46440" cy="36360"/>
                </p14:xfrm>
              </p:contentPart>
            </mc:Choice>
            <mc:Fallback xmlns="">
              <p:pic>
                <p:nvPicPr>
                  <p:cNvPr id="281" name="Ink 359">
                    <a:extLst>
                      <a:ext uri="{FF2B5EF4-FFF2-40B4-BE49-F238E27FC236}">
                        <a16:creationId xmlns:a16="http://schemas.microsoft.com/office/drawing/2014/main" id="{BEFB0456-7E23-B53B-0739-7C87927C3861}"/>
                      </a:ext>
                    </a:extLst>
                  </p:cNvPr>
                  <p:cNvPicPr/>
                  <p:nvPr/>
                </p:nvPicPr>
                <p:blipFill>
                  <a:blip r:embed="rId233"/>
                  <a:stretch>
                    <a:fillRect/>
                  </a:stretch>
                </p:blipFill>
                <p:spPr>
                  <a:xfrm>
                    <a:off x="3752858" y="1826972"/>
                    <a:ext cx="55080" cy="45086"/>
                  </a:xfrm>
                  <a:prstGeom prst="rect">
                    <a:avLst/>
                  </a:prstGeom>
                </p:spPr>
              </p:pic>
            </mc:Fallback>
          </mc:AlternateContent>
          <mc:AlternateContent xmlns:mc="http://schemas.openxmlformats.org/markup-compatibility/2006" xmlns:p14="http://schemas.microsoft.com/office/powerpoint/2010/main">
            <mc:Choice Requires="p14">
              <p:contentPart p14:bwMode="auto" r:id="rId324">
                <p14:nvContentPartPr>
                  <p14:cNvPr id="282" name="Ink 360">
                    <a:extLst>
                      <a:ext uri="{FF2B5EF4-FFF2-40B4-BE49-F238E27FC236}">
                        <a16:creationId xmlns:a16="http://schemas.microsoft.com/office/drawing/2014/main" id="{9A9E47EE-F713-ACE8-6BAE-6E470372E52F}"/>
                      </a:ext>
                    </a:extLst>
                  </p14:cNvPr>
                  <p14:cNvContentPartPr/>
                  <p14:nvPr/>
                </p14:nvContentPartPr>
                <p14:xfrm>
                  <a:off x="3662748" y="1940992"/>
                  <a:ext cx="62640" cy="195120"/>
                </p14:xfrm>
              </p:contentPart>
            </mc:Choice>
            <mc:Fallback xmlns="">
              <p:pic>
                <p:nvPicPr>
                  <p:cNvPr id="282" name="Ink 360">
                    <a:extLst>
                      <a:ext uri="{FF2B5EF4-FFF2-40B4-BE49-F238E27FC236}">
                        <a16:creationId xmlns:a16="http://schemas.microsoft.com/office/drawing/2014/main" id="{9A9E47EE-F713-ACE8-6BAE-6E470372E52F}"/>
                      </a:ext>
                    </a:extLst>
                  </p:cNvPr>
                  <p:cNvPicPr/>
                  <p:nvPr/>
                </p:nvPicPr>
                <p:blipFill>
                  <a:blip r:embed="rId235"/>
                  <a:stretch>
                    <a:fillRect/>
                  </a:stretch>
                </p:blipFill>
                <p:spPr>
                  <a:xfrm>
                    <a:off x="3658428" y="1936672"/>
                    <a:ext cx="71280" cy="203760"/>
                  </a:xfrm>
                  <a:prstGeom prst="rect">
                    <a:avLst/>
                  </a:prstGeom>
                </p:spPr>
              </p:pic>
            </mc:Fallback>
          </mc:AlternateContent>
          <mc:AlternateContent xmlns:mc="http://schemas.openxmlformats.org/markup-compatibility/2006" xmlns:p14="http://schemas.microsoft.com/office/powerpoint/2010/main">
            <mc:Choice Requires="p14">
              <p:contentPart p14:bwMode="auto" r:id="rId325">
                <p14:nvContentPartPr>
                  <p14:cNvPr id="283" name="Ink 361">
                    <a:extLst>
                      <a:ext uri="{FF2B5EF4-FFF2-40B4-BE49-F238E27FC236}">
                        <a16:creationId xmlns:a16="http://schemas.microsoft.com/office/drawing/2014/main" id="{D9CF9483-1B8E-1A08-D624-B152696D4541}"/>
                      </a:ext>
                    </a:extLst>
                  </p14:cNvPr>
                  <p14:cNvContentPartPr/>
                  <p14:nvPr/>
                </p14:nvContentPartPr>
                <p14:xfrm>
                  <a:off x="3672468" y="1931992"/>
                  <a:ext cx="59400" cy="124200"/>
                </p14:xfrm>
              </p:contentPart>
            </mc:Choice>
            <mc:Fallback xmlns="">
              <p:pic>
                <p:nvPicPr>
                  <p:cNvPr id="283" name="Ink 361">
                    <a:extLst>
                      <a:ext uri="{FF2B5EF4-FFF2-40B4-BE49-F238E27FC236}">
                        <a16:creationId xmlns:a16="http://schemas.microsoft.com/office/drawing/2014/main" id="{D9CF9483-1B8E-1A08-D624-B152696D4541}"/>
                      </a:ext>
                    </a:extLst>
                  </p:cNvPr>
                  <p:cNvPicPr/>
                  <p:nvPr/>
                </p:nvPicPr>
                <p:blipFill>
                  <a:blip r:embed="rId237"/>
                  <a:stretch>
                    <a:fillRect/>
                  </a:stretch>
                </p:blipFill>
                <p:spPr>
                  <a:xfrm>
                    <a:off x="3668148" y="1927659"/>
                    <a:ext cx="68040" cy="132865"/>
                  </a:xfrm>
                  <a:prstGeom prst="rect">
                    <a:avLst/>
                  </a:prstGeom>
                </p:spPr>
              </p:pic>
            </mc:Fallback>
          </mc:AlternateContent>
          <mc:AlternateContent xmlns:mc="http://schemas.openxmlformats.org/markup-compatibility/2006" xmlns:p14="http://schemas.microsoft.com/office/powerpoint/2010/main">
            <mc:Choice Requires="p14">
              <p:contentPart p14:bwMode="auto" r:id="rId326">
                <p14:nvContentPartPr>
                  <p14:cNvPr id="284" name="Ink 362">
                    <a:extLst>
                      <a:ext uri="{FF2B5EF4-FFF2-40B4-BE49-F238E27FC236}">
                        <a16:creationId xmlns:a16="http://schemas.microsoft.com/office/drawing/2014/main" id="{AB8EE282-C0B3-A518-6622-926AE23A3009}"/>
                      </a:ext>
                    </a:extLst>
                  </p14:cNvPr>
                  <p14:cNvContentPartPr/>
                  <p14:nvPr/>
                </p14:nvContentPartPr>
                <p14:xfrm>
                  <a:off x="3577068" y="1930912"/>
                  <a:ext cx="63720" cy="209160"/>
                </p14:xfrm>
              </p:contentPart>
            </mc:Choice>
            <mc:Fallback xmlns="">
              <p:pic>
                <p:nvPicPr>
                  <p:cNvPr id="284" name="Ink 362">
                    <a:extLst>
                      <a:ext uri="{FF2B5EF4-FFF2-40B4-BE49-F238E27FC236}">
                        <a16:creationId xmlns:a16="http://schemas.microsoft.com/office/drawing/2014/main" id="{AB8EE282-C0B3-A518-6622-926AE23A3009}"/>
                      </a:ext>
                    </a:extLst>
                  </p:cNvPr>
                  <p:cNvPicPr/>
                  <p:nvPr/>
                </p:nvPicPr>
                <p:blipFill>
                  <a:blip r:embed="rId239"/>
                  <a:stretch>
                    <a:fillRect/>
                  </a:stretch>
                </p:blipFill>
                <p:spPr>
                  <a:xfrm>
                    <a:off x="3572772" y="1926592"/>
                    <a:ext cx="72311" cy="217800"/>
                  </a:xfrm>
                  <a:prstGeom prst="rect">
                    <a:avLst/>
                  </a:prstGeom>
                </p:spPr>
              </p:pic>
            </mc:Fallback>
          </mc:AlternateContent>
          <mc:AlternateContent xmlns:mc="http://schemas.openxmlformats.org/markup-compatibility/2006" xmlns:p14="http://schemas.microsoft.com/office/powerpoint/2010/main">
            <mc:Choice Requires="p14">
              <p:contentPart p14:bwMode="auto" r:id="rId327">
                <p14:nvContentPartPr>
                  <p14:cNvPr id="285" name="Ink 363">
                    <a:extLst>
                      <a:ext uri="{FF2B5EF4-FFF2-40B4-BE49-F238E27FC236}">
                        <a16:creationId xmlns:a16="http://schemas.microsoft.com/office/drawing/2014/main" id="{DA78BDA5-B9D2-1420-6657-7ECE709B2911}"/>
                      </a:ext>
                    </a:extLst>
                  </p14:cNvPr>
                  <p14:cNvContentPartPr/>
                  <p14:nvPr/>
                </p14:nvContentPartPr>
                <p14:xfrm>
                  <a:off x="3561228" y="1928752"/>
                  <a:ext cx="60120" cy="129960"/>
                </p14:xfrm>
              </p:contentPart>
            </mc:Choice>
            <mc:Fallback xmlns="">
              <p:pic>
                <p:nvPicPr>
                  <p:cNvPr id="285" name="Ink 363">
                    <a:extLst>
                      <a:ext uri="{FF2B5EF4-FFF2-40B4-BE49-F238E27FC236}">
                        <a16:creationId xmlns:a16="http://schemas.microsoft.com/office/drawing/2014/main" id="{DA78BDA5-B9D2-1420-6657-7ECE709B2911}"/>
                      </a:ext>
                    </a:extLst>
                  </p:cNvPr>
                  <p:cNvPicPr/>
                  <p:nvPr/>
                </p:nvPicPr>
                <p:blipFill>
                  <a:blip r:embed="rId241"/>
                  <a:stretch>
                    <a:fillRect/>
                  </a:stretch>
                </p:blipFill>
                <p:spPr>
                  <a:xfrm>
                    <a:off x="3556908" y="1924444"/>
                    <a:ext cx="68760" cy="138576"/>
                  </a:xfrm>
                  <a:prstGeom prst="rect">
                    <a:avLst/>
                  </a:prstGeom>
                </p:spPr>
              </p:pic>
            </mc:Fallback>
          </mc:AlternateContent>
          <mc:AlternateContent xmlns:mc="http://schemas.openxmlformats.org/markup-compatibility/2006" xmlns:p14="http://schemas.microsoft.com/office/powerpoint/2010/main">
            <mc:Choice Requires="p14">
              <p:contentPart p14:bwMode="auto" r:id="rId328">
                <p14:nvContentPartPr>
                  <p14:cNvPr id="286" name="Ink 364">
                    <a:extLst>
                      <a:ext uri="{FF2B5EF4-FFF2-40B4-BE49-F238E27FC236}">
                        <a16:creationId xmlns:a16="http://schemas.microsoft.com/office/drawing/2014/main" id="{4AD70DD5-C544-BE1D-8600-5A2810D07E93}"/>
                      </a:ext>
                    </a:extLst>
                  </p14:cNvPr>
                  <p14:cNvContentPartPr/>
                  <p14:nvPr/>
                </p14:nvContentPartPr>
                <p14:xfrm>
                  <a:off x="3673188" y="2036032"/>
                  <a:ext cx="44280" cy="95040"/>
                </p14:xfrm>
              </p:contentPart>
            </mc:Choice>
            <mc:Fallback xmlns="">
              <p:pic>
                <p:nvPicPr>
                  <p:cNvPr id="286" name="Ink 364">
                    <a:extLst>
                      <a:ext uri="{FF2B5EF4-FFF2-40B4-BE49-F238E27FC236}">
                        <a16:creationId xmlns:a16="http://schemas.microsoft.com/office/drawing/2014/main" id="{4AD70DD5-C544-BE1D-8600-5A2810D07E93}"/>
                      </a:ext>
                    </a:extLst>
                  </p:cNvPr>
                  <p:cNvPicPr/>
                  <p:nvPr/>
                </p:nvPicPr>
                <p:blipFill>
                  <a:blip r:embed="rId243"/>
                  <a:stretch>
                    <a:fillRect/>
                  </a:stretch>
                </p:blipFill>
                <p:spPr>
                  <a:xfrm>
                    <a:off x="3668868" y="2031696"/>
                    <a:ext cx="52920" cy="103713"/>
                  </a:xfrm>
                  <a:prstGeom prst="rect">
                    <a:avLst/>
                  </a:prstGeom>
                </p:spPr>
              </p:pic>
            </mc:Fallback>
          </mc:AlternateContent>
          <mc:AlternateContent xmlns:mc="http://schemas.openxmlformats.org/markup-compatibility/2006" xmlns:p14="http://schemas.microsoft.com/office/powerpoint/2010/main">
            <mc:Choice Requires="p14">
              <p:contentPart p14:bwMode="auto" r:id="rId329">
                <p14:nvContentPartPr>
                  <p14:cNvPr id="287" name="Ink 365">
                    <a:extLst>
                      <a:ext uri="{FF2B5EF4-FFF2-40B4-BE49-F238E27FC236}">
                        <a16:creationId xmlns:a16="http://schemas.microsoft.com/office/drawing/2014/main" id="{52727071-8A9F-6B8B-70EE-DAC710871074}"/>
                      </a:ext>
                    </a:extLst>
                  </p14:cNvPr>
                  <p14:cNvContentPartPr/>
                  <p14:nvPr/>
                </p14:nvContentPartPr>
                <p14:xfrm>
                  <a:off x="3572028" y="1936312"/>
                  <a:ext cx="67320" cy="200520"/>
                </p14:xfrm>
              </p:contentPart>
            </mc:Choice>
            <mc:Fallback xmlns="">
              <p:pic>
                <p:nvPicPr>
                  <p:cNvPr id="287" name="Ink 365">
                    <a:extLst>
                      <a:ext uri="{FF2B5EF4-FFF2-40B4-BE49-F238E27FC236}">
                        <a16:creationId xmlns:a16="http://schemas.microsoft.com/office/drawing/2014/main" id="{52727071-8A9F-6B8B-70EE-DAC710871074}"/>
                      </a:ext>
                    </a:extLst>
                  </p:cNvPr>
                  <p:cNvPicPr/>
                  <p:nvPr/>
                </p:nvPicPr>
                <p:blipFill>
                  <a:blip r:embed="rId245"/>
                  <a:stretch>
                    <a:fillRect/>
                  </a:stretch>
                </p:blipFill>
                <p:spPr>
                  <a:xfrm>
                    <a:off x="3567708" y="1931992"/>
                    <a:ext cx="75960" cy="209160"/>
                  </a:xfrm>
                  <a:prstGeom prst="rect">
                    <a:avLst/>
                  </a:prstGeom>
                </p:spPr>
              </p:pic>
            </mc:Fallback>
          </mc:AlternateContent>
          <mc:AlternateContent xmlns:mc="http://schemas.openxmlformats.org/markup-compatibility/2006" xmlns:p14="http://schemas.microsoft.com/office/powerpoint/2010/main">
            <mc:Choice Requires="p14">
              <p:contentPart p14:bwMode="auto" r:id="rId330">
                <p14:nvContentPartPr>
                  <p14:cNvPr id="288" name="Ink 366">
                    <a:extLst>
                      <a:ext uri="{FF2B5EF4-FFF2-40B4-BE49-F238E27FC236}">
                        <a16:creationId xmlns:a16="http://schemas.microsoft.com/office/drawing/2014/main" id="{4880E0CC-1A28-7A7E-A640-7AA07C4895C7}"/>
                      </a:ext>
                    </a:extLst>
                  </p14:cNvPr>
                  <p14:cNvContentPartPr/>
                  <p14:nvPr/>
                </p14:nvContentPartPr>
                <p14:xfrm>
                  <a:off x="3725748" y="2038912"/>
                  <a:ext cx="5400" cy="39960"/>
                </p14:xfrm>
              </p:contentPart>
            </mc:Choice>
            <mc:Fallback xmlns="">
              <p:pic>
                <p:nvPicPr>
                  <p:cNvPr id="288" name="Ink 366">
                    <a:extLst>
                      <a:ext uri="{FF2B5EF4-FFF2-40B4-BE49-F238E27FC236}">
                        <a16:creationId xmlns:a16="http://schemas.microsoft.com/office/drawing/2014/main" id="{4880E0CC-1A28-7A7E-A640-7AA07C4895C7}"/>
                      </a:ext>
                    </a:extLst>
                  </p:cNvPr>
                  <p:cNvPicPr/>
                  <p:nvPr/>
                </p:nvPicPr>
                <p:blipFill>
                  <a:blip r:embed="rId247"/>
                  <a:stretch>
                    <a:fillRect/>
                  </a:stretch>
                </p:blipFill>
                <p:spPr>
                  <a:xfrm>
                    <a:off x="3721428" y="2034631"/>
                    <a:ext cx="14040" cy="48523"/>
                  </a:xfrm>
                  <a:prstGeom prst="rect">
                    <a:avLst/>
                  </a:prstGeom>
                </p:spPr>
              </p:pic>
            </mc:Fallback>
          </mc:AlternateContent>
          <mc:AlternateContent xmlns:mc="http://schemas.openxmlformats.org/markup-compatibility/2006" xmlns:p14="http://schemas.microsoft.com/office/powerpoint/2010/main">
            <mc:Choice Requires="p14">
              <p:contentPart p14:bwMode="auto" r:id="rId331">
                <p14:nvContentPartPr>
                  <p14:cNvPr id="289" name="Ink 367">
                    <a:extLst>
                      <a:ext uri="{FF2B5EF4-FFF2-40B4-BE49-F238E27FC236}">
                        <a16:creationId xmlns:a16="http://schemas.microsoft.com/office/drawing/2014/main" id="{C8EE9B7B-6BEA-8B02-238D-65FB5B17A997}"/>
                      </a:ext>
                    </a:extLst>
                  </p14:cNvPr>
                  <p14:cNvContentPartPr/>
                  <p14:nvPr/>
                </p14:nvContentPartPr>
                <p14:xfrm>
                  <a:off x="3726828" y="2015512"/>
                  <a:ext cx="6840" cy="60840"/>
                </p14:xfrm>
              </p:contentPart>
            </mc:Choice>
            <mc:Fallback xmlns="">
              <p:pic>
                <p:nvPicPr>
                  <p:cNvPr id="289" name="Ink 367">
                    <a:extLst>
                      <a:ext uri="{FF2B5EF4-FFF2-40B4-BE49-F238E27FC236}">
                        <a16:creationId xmlns:a16="http://schemas.microsoft.com/office/drawing/2014/main" id="{C8EE9B7B-6BEA-8B02-238D-65FB5B17A997}"/>
                      </a:ext>
                    </a:extLst>
                  </p:cNvPr>
                  <p:cNvPicPr/>
                  <p:nvPr/>
                </p:nvPicPr>
                <p:blipFill>
                  <a:blip r:embed="rId249"/>
                  <a:stretch>
                    <a:fillRect/>
                  </a:stretch>
                </p:blipFill>
                <p:spPr>
                  <a:xfrm>
                    <a:off x="3722508" y="2011166"/>
                    <a:ext cx="15480" cy="69531"/>
                  </a:xfrm>
                  <a:prstGeom prst="rect">
                    <a:avLst/>
                  </a:prstGeom>
                </p:spPr>
              </p:pic>
            </mc:Fallback>
          </mc:AlternateContent>
          <mc:AlternateContent xmlns:mc="http://schemas.openxmlformats.org/markup-compatibility/2006" xmlns:p14="http://schemas.microsoft.com/office/powerpoint/2010/main">
            <mc:Choice Requires="p14">
              <p:contentPart p14:bwMode="auto" r:id="rId332">
                <p14:nvContentPartPr>
                  <p14:cNvPr id="290" name="Ink 368">
                    <a:extLst>
                      <a:ext uri="{FF2B5EF4-FFF2-40B4-BE49-F238E27FC236}">
                        <a16:creationId xmlns:a16="http://schemas.microsoft.com/office/drawing/2014/main" id="{1B288258-9E78-16EE-FD6F-77D9958B55D6}"/>
                      </a:ext>
                    </a:extLst>
                  </p14:cNvPr>
                  <p14:cNvContentPartPr/>
                  <p14:nvPr/>
                </p14:nvContentPartPr>
                <p14:xfrm>
                  <a:off x="3557988" y="1939192"/>
                  <a:ext cx="63360" cy="114480"/>
                </p14:xfrm>
              </p:contentPart>
            </mc:Choice>
            <mc:Fallback xmlns="">
              <p:pic>
                <p:nvPicPr>
                  <p:cNvPr id="290" name="Ink 368">
                    <a:extLst>
                      <a:ext uri="{FF2B5EF4-FFF2-40B4-BE49-F238E27FC236}">
                        <a16:creationId xmlns:a16="http://schemas.microsoft.com/office/drawing/2014/main" id="{1B288258-9E78-16EE-FD6F-77D9958B55D6}"/>
                      </a:ext>
                    </a:extLst>
                  </p:cNvPr>
                  <p:cNvPicPr/>
                  <p:nvPr/>
                </p:nvPicPr>
                <p:blipFill>
                  <a:blip r:embed="rId251"/>
                  <a:stretch>
                    <a:fillRect/>
                  </a:stretch>
                </p:blipFill>
                <p:spPr>
                  <a:xfrm>
                    <a:off x="3553668" y="1934858"/>
                    <a:ext cx="72000" cy="123147"/>
                  </a:xfrm>
                  <a:prstGeom prst="rect">
                    <a:avLst/>
                  </a:prstGeom>
                </p:spPr>
              </p:pic>
            </mc:Fallback>
          </mc:AlternateContent>
          <mc:AlternateContent xmlns:mc="http://schemas.openxmlformats.org/markup-compatibility/2006" xmlns:p14="http://schemas.microsoft.com/office/powerpoint/2010/main">
            <mc:Choice Requires="p14">
              <p:contentPart p14:bwMode="auto" r:id="rId333">
                <p14:nvContentPartPr>
                  <p14:cNvPr id="291" name="Ink 369">
                    <a:extLst>
                      <a:ext uri="{FF2B5EF4-FFF2-40B4-BE49-F238E27FC236}">
                        <a16:creationId xmlns:a16="http://schemas.microsoft.com/office/drawing/2014/main" id="{2EA771B2-F1C2-EF4E-9379-9E2026448C22}"/>
                      </a:ext>
                    </a:extLst>
                  </p14:cNvPr>
                  <p14:cNvContentPartPr/>
                  <p14:nvPr/>
                </p14:nvContentPartPr>
                <p14:xfrm>
                  <a:off x="3801708" y="1867192"/>
                  <a:ext cx="23760" cy="45360"/>
                </p14:xfrm>
              </p:contentPart>
            </mc:Choice>
            <mc:Fallback xmlns="">
              <p:pic>
                <p:nvPicPr>
                  <p:cNvPr id="291" name="Ink 369">
                    <a:extLst>
                      <a:ext uri="{FF2B5EF4-FFF2-40B4-BE49-F238E27FC236}">
                        <a16:creationId xmlns:a16="http://schemas.microsoft.com/office/drawing/2014/main" id="{2EA771B2-F1C2-EF4E-9379-9E2026448C22}"/>
                      </a:ext>
                    </a:extLst>
                  </p:cNvPr>
                  <p:cNvPicPr/>
                  <p:nvPr/>
                </p:nvPicPr>
                <p:blipFill>
                  <a:blip r:embed="rId253"/>
                  <a:stretch>
                    <a:fillRect/>
                  </a:stretch>
                </p:blipFill>
                <p:spPr>
                  <a:xfrm>
                    <a:off x="3797388" y="1862872"/>
                    <a:ext cx="32400" cy="54000"/>
                  </a:xfrm>
                  <a:prstGeom prst="rect">
                    <a:avLst/>
                  </a:prstGeom>
                </p:spPr>
              </p:pic>
            </mc:Fallback>
          </mc:AlternateContent>
        </p:grpSp>
      </p:grpSp>
      <p:grpSp>
        <p:nvGrpSpPr>
          <p:cNvPr id="292" name="Group 370">
            <a:extLst>
              <a:ext uri="{FF2B5EF4-FFF2-40B4-BE49-F238E27FC236}">
                <a16:creationId xmlns:a16="http://schemas.microsoft.com/office/drawing/2014/main" id="{E63F6E0F-97DD-7565-2997-F4DF25A604D7}"/>
              </a:ext>
            </a:extLst>
          </p:cNvPr>
          <p:cNvGrpSpPr/>
          <p:nvPr/>
        </p:nvGrpSpPr>
        <p:grpSpPr>
          <a:xfrm rot="16200000">
            <a:off x="605678" y="1788989"/>
            <a:ext cx="349450" cy="484303"/>
            <a:chOff x="3476018" y="1655769"/>
            <a:chExt cx="349450" cy="484303"/>
          </a:xfrm>
        </p:grpSpPr>
        <p:sp>
          <p:nvSpPr>
            <p:cNvPr id="293" name="Flowchart: Delay 371">
              <a:extLst>
                <a:ext uri="{FF2B5EF4-FFF2-40B4-BE49-F238E27FC236}">
                  <a16:creationId xmlns:a16="http://schemas.microsoft.com/office/drawing/2014/main" id="{3025BF46-D5E2-378E-74AF-5BF13E6BD0CF}"/>
                </a:ext>
              </a:extLst>
            </p:cNvPr>
            <p:cNvSpPr/>
            <p:nvPr/>
          </p:nvSpPr>
          <p:spPr>
            <a:xfrm rot="16200000">
              <a:off x="3518739" y="1694930"/>
              <a:ext cx="273165" cy="194844"/>
            </a:xfrm>
            <a:prstGeom prst="flowChartDelay">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mc:AlternateContent xmlns:mc="http://schemas.openxmlformats.org/markup-compatibility/2006" xmlns:p14="http://schemas.microsoft.com/office/powerpoint/2010/main">
          <mc:Choice Requires="p14">
            <p:contentPart p14:bwMode="auto" r:id="rId334">
              <p14:nvContentPartPr>
                <p14:cNvPr id="294" name="Ink 372">
                  <a:extLst>
                    <a:ext uri="{FF2B5EF4-FFF2-40B4-BE49-F238E27FC236}">
                      <a16:creationId xmlns:a16="http://schemas.microsoft.com/office/drawing/2014/main" id="{6131639D-8D7D-65DB-840C-3641D97735DE}"/>
                    </a:ext>
                  </a:extLst>
                </p14:cNvPr>
                <p14:cNvContentPartPr/>
                <p14:nvPr/>
              </p14:nvContentPartPr>
              <p14:xfrm>
                <a:off x="3563025" y="1801595"/>
                <a:ext cx="177480" cy="94680"/>
              </p14:xfrm>
            </p:contentPart>
          </mc:Choice>
          <mc:Fallback xmlns="">
            <p:pic>
              <p:nvPicPr>
                <p:cNvPr id="294" name="Ink 372">
                  <a:extLst>
                    <a:ext uri="{FF2B5EF4-FFF2-40B4-BE49-F238E27FC236}">
                      <a16:creationId xmlns:a16="http://schemas.microsoft.com/office/drawing/2014/main" id="{6131639D-8D7D-65DB-840C-3641D97735DE}"/>
                    </a:ext>
                  </a:extLst>
                </p:cNvPr>
                <p:cNvPicPr/>
                <p:nvPr/>
              </p:nvPicPr>
              <p:blipFill>
                <a:blip r:embed="rId223"/>
                <a:stretch>
                  <a:fillRect/>
                </a:stretch>
              </p:blipFill>
              <p:spPr>
                <a:xfrm>
                  <a:off x="3558705" y="1797275"/>
                  <a:ext cx="186120" cy="103320"/>
                </a:xfrm>
                <a:prstGeom prst="rect">
                  <a:avLst/>
                </a:prstGeom>
              </p:spPr>
            </p:pic>
          </mc:Fallback>
        </mc:AlternateContent>
        <mc:AlternateContent xmlns:mc="http://schemas.openxmlformats.org/markup-compatibility/2006" xmlns:p14="http://schemas.microsoft.com/office/powerpoint/2010/main">
          <mc:Choice Requires="p14">
            <p:contentPart p14:bwMode="auto" r:id="rId335">
              <p14:nvContentPartPr>
                <p14:cNvPr id="295" name="Ink 373">
                  <a:extLst>
                    <a:ext uri="{FF2B5EF4-FFF2-40B4-BE49-F238E27FC236}">
                      <a16:creationId xmlns:a16="http://schemas.microsoft.com/office/drawing/2014/main" id="{5768EF08-7016-BA9E-BA4C-44A2849B1785}"/>
                    </a:ext>
                  </a:extLst>
                </p14:cNvPr>
                <p14:cNvContentPartPr/>
                <p14:nvPr/>
              </p14:nvContentPartPr>
              <p14:xfrm>
                <a:off x="3703200" y="1798268"/>
                <a:ext cx="52920" cy="8280"/>
              </p14:xfrm>
            </p:contentPart>
          </mc:Choice>
          <mc:Fallback xmlns="">
            <p:pic>
              <p:nvPicPr>
                <p:cNvPr id="295" name="Ink 373">
                  <a:extLst>
                    <a:ext uri="{FF2B5EF4-FFF2-40B4-BE49-F238E27FC236}">
                      <a16:creationId xmlns:a16="http://schemas.microsoft.com/office/drawing/2014/main" id="{5768EF08-7016-BA9E-BA4C-44A2849B1785}"/>
                    </a:ext>
                  </a:extLst>
                </p:cNvPr>
                <p:cNvPicPr/>
                <p:nvPr/>
              </p:nvPicPr>
              <p:blipFill>
                <a:blip r:embed="rId225"/>
                <a:stretch>
                  <a:fillRect/>
                </a:stretch>
              </p:blipFill>
              <p:spPr>
                <a:xfrm>
                  <a:off x="3698850" y="1793948"/>
                  <a:ext cx="61619" cy="16920"/>
                </a:xfrm>
                <a:prstGeom prst="rect">
                  <a:avLst/>
                </a:prstGeom>
              </p:spPr>
            </p:pic>
          </mc:Fallback>
        </mc:AlternateContent>
        <p:sp>
          <p:nvSpPr>
            <p:cNvPr id="296" name="Oval 374">
              <a:extLst>
                <a:ext uri="{FF2B5EF4-FFF2-40B4-BE49-F238E27FC236}">
                  <a16:creationId xmlns:a16="http://schemas.microsoft.com/office/drawing/2014/main" id="{71CFC845-E5DC-1FEB-8943-B84CE1EC45A1}"/>
                </a:ext>
              </a:extLst>
            </p:cNvPr>
            <p:cNvSpPr/>
            <p:nvPr/>
          </p:nvSpPr>
          <p:spPr>
            <a:xfrm>
              <a:off x="3614458" y="1703767"/>
              <a:ext cx="74613" cy="74234"/>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97" name="Oval 375">
              <a:extLst>
                <a:ext uri="{FF2B5EF4-FFF2-40B4-BE49-F238E27FC236}">
                  <a16:creationId xmlns:a16="http://schemas.microsoft.com/office/drawing/2014/main" id="{6B4048DA-890B-9046-BA73-1F8121C0F0F5}"/>
                </a:ext>
              </a:extLst>
            </p:cNvPr>
            <p:cNvSpPr/>
            <p:nvPr/>
          </p:nvSpPr>
          <p:spPr>
            <a:xfrm>
              <a:off x="3629614" y="1718024"/>
              <a:ext cx="45719" cy="45719"/>
            </a:xfrm>
            <a:prstGeom prst="ellipse">
              <a:avLst/>
            </a:prstGeom>
            <a:no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grpSp>
          <p:nvGrpSpPr>
            <p:cNvPr id="298" name="Group 376">
              <a:extLst>
                <a:ext uri="{FF2B5EF4-FFF2-40B4-BE49-F238E27FC236}">
                  <a16:creationId xmlns:a16="http://schemas.microsoft.com/office/drawing/2014/main" id="{65FD3258-2DFD-7B83-617F-2B14D33CAB35}"/>
                </a:ext>
              </a:extLst>
            </p:cNvPr>
            <p:cNvGrpSpPr/>
            <p:nvPr/>
          </p:nvGrpSpPr>
          <p:grpSpPr>
            <a:xfrm>
              <a:off x="3476018" y="1823415"/>
              <a:ext cx="349450" cy="316657"/>
              <a:chOff x="3476018" y="1823415"/>
              <a:chExt cx="349450" cy="316657"/>
            </a:xfrm>
          </p:grpSpPr>
          <mc:AlternateContent xmlns:mc="http://schemas.openxmlformats.org/markup-compatibility/2006" xmlns:p14="http://schemas.microsoft.com/office/powerpoint/2010/main">
            <mc:Choice Requires="p14">
              <p:contentPart p14:bwMode="auto" r:id="rId336">
                <p14:nvContentPartPr>
                  <p14:cNvPr id="299" name="Ink 377">
                    <a:extLst>
                      <a:ext uri="{FF2B5EF4-FFF2-40B4-BE49-F238E27FC236}">
                        <a16:creationId xmlns:a16="http://schemas.microsoft.com/office/drawing/2014/main" id="{BD6531FC-CB7C-96C4-BBE1-94F2C8EA7F3E}"/>
                      </a:ext>
                    </a:extLst>
                  </p14:cNvPr>
                  <p14:cNvContentPartPr/>
                  <p14:nvPr/>
                </p14:nvContentPartPr>
                <p14:xfrm>
                  <a:off x="3476018" y="1873095"/>
                  <a:ext cx="45720" cy="30600"/>
                </p14:xfrm>
              </p:contentPart>
            </mc:Choice>
            <mc:Fallback xmlns="">
              <p:pic>
                <p:nvPicPr>
                  <p:cNvPr id="299" name="Ink 377">
                    <a:extLst>
                      <a:ext uri="{FF2B5EF4-FFF2-40B4-BE49-F238E27FC236}">
                        <a16:creationId xmlns:a16="http://schemas.microsoft.com/office/drawing/2014/main" id="{BD6531FC-CB7C-96C4-BBE1-94F2C8EA7F3E}"/>
                      </a:ext>
                    </a:extLst>
                  </p:cNvPr>
                  <p:cNvPicPr/>
                  <p:nvPr/>
                </p:nvPicPr>
                <p:blipFill>
                  <a:blip r:embed="rId227"/>
                  <a:stretch>
                    <a:fillRect/>
                  </a:stretch>
                </p:blipFill>
                <p:spPr>
                  <a:xfrm>
                    <a:off x="3471698" y="1868775"/>
                    <a:ext cx="54360" cy="39240"/>
                  </a:xfrm>
                  <a:prstGeom prst="rect">
                    <a:avLst/>
                  </a:prstGeom>
                </p:spPr>
              </p:pic>
            </mc:Fallback>
          </mc:AlternateContent>
          <mc:AlternateContent xmlns:mc="http://schemas.openxmlformats.org/markup-compatibility/2006" xmlns:p14="http://schemas.microsoft.com/office/powerpoint/2010/main">
            <mc:Choice Requires="p14">
              <p:contentPart p14:bwMode="auto" r:id="rId337">
                <p14:nvContentPartPr>
                  <p14:cNvPr id="300" name="Ink 378">
                    <a:extLst>
                      <a:ext uri="{FF2B5EF4-FFF2-40B4-BE49-F238E27FC236}">
                        <a16:creationId xmlns:a16="http://schemas.microsoft.com/office/drawing/2014/main" id="{8A035FDC-1E79-49D9-D09F-BB29FD7BFA92}"/>
                      </a:ext>
                    </a:extLst>
                  </p14:cNvPr>
                  <p14:cNvContentPartPr/>
                  <p14:nvPr/>
                </p14:nvContentPartPr>
                <p14:xfrm>
                  <a:off x="3494738" y="1823415"/>
                  <a:ext cx="54720" cy="43200"/>
                </p14:xfrm>
              </p:contentPart>
            </mc:Choice>
            <mc:Fallback xmlns="">
              <p:pic>
                <p:nvPicPr>
                  <p:cNvPr id="300" name="Ink 378">
                    <a:extLst>
                      <a:ext uri="{FF2B5EF4-FFF2-40B4-BE49-F238E27FC236}">
                        <a16:creationId xmlns:a16="http://schemas.microsoft.com/office/drawing/2014/main" id="{8A035FDC-1E79-49D9-D09F-BB29FD7BFA92}"/>
                      </a:ext>
                    </a:extLst>
                  </p:cNvPr>
                  <p:cNvPicPr/>
                  <p:nvPr/>
                </p:nvPicPr>
                <p:blipFill>
                  <a:blip r:embed="rId229"/>
                  <a:stretch>
                    <a:fillRect/>
                  </a:stretch>
                </p:blipFill>
                <p:spPr>
                  <a:xfrm>
                    <a:off x="3490389" y="1819131"/>
                    <a:ext cx="63417" cy="51769"/>
                  </a:xfrm>
                  <a:prstGeom prst="rect">
                    <a:avLst/>
                  </a:prstGeom>
                </p:spPr>
              </p:pic>
            </mc:Fallback>
          </mc:AlternateContent>
          <mc:AlternateContent xmlns:mc="http://schemas.openxmlformats.org/markup-compatibility/2006" xmlns:p14="http://schemas.microsoft.com/office/powerpoint/2010/main">
            <mc:Choice Requires="p14">
              <p:contentPart p14:bwMode="auto" r:id="rId338">
                <p14:nvContentPartPr>
                  <p14:cNvPr id="301" name="Ink 379">
                    <a:extLst>
                      <a:ext uri="{FF2B5EF4-FFF2-40B4-BE49-F238E27FC236}">
                        <a16:creationId xmlns:a16="http://schemas.microsoft.com/office/drawing/2014/main" id="{15F8A185-3DDD-4597-EC1C-402DA2EB224D}"/>
                      </a:ext>
                    </a:extLst>
                  </p14:cNvPr>
                  <p14:cNvContentPartPr/>
                  <p14:nvPr/>
                </p14:nvContentPartPr>
                <p14:xfrm>
                  <a:off x="3777338" y="1870215"/>
                  <a:ext cx="44640" cy="36000"/>
                </p14:xfrm>
              </p:contentPart>
            </mc:Choice>
            <mc:Fallback xmlns="">
              <p:pic>
                <p:nvPicPr>
                  <p:cNvPr id="301" name="Ink 379">
                    <a:extLst>
                      <a:ext uri="{FF2B5EF4-FFF2-40B4-BE49-F238E27FC236}">
                        <a16:creationId xmlns:a16="http://schemas.microsoft.com/office/drawing/2014/main" id="{15F8A185-3DDD-4597-EC1C-402DA2EB224D}"/>
                      </a:ext>
                    </a:extLst>
                  </p:cNvPr>
                  <p:cNvPicPr/>
                  <p:nvPr/>
                </p:nvPicPr>
                <p:blipFill>
                  <a:blip r:embed="rId231"/>
                  <a:stretch>
                    <a:fillRect/>
                  </a:stretch>
                </p:blipFill>
                <p:spPr>
                  <a:xfrm>
                    <a:off x="3773018" y="1865895"/>
                    <a:ext cx="53280" cy="44640"/>
                  </a:xfrm>
                  <a:prstGeom prst="rect">
                    <a:avLst/>
                  </a:prstGeom>
                </p:spPr>
              </p:pic>
            </mc:Fallback>
          </mc:AlternateContent>
          <mc:AlternateContent xmlns:mc="http://schemas.openxmlformats.org/markup-compatibility/2006" xmlns:p14="http://schemas.microsoft.com/office/powerpoint/2010/main">
            <mc:Choice Requires="p14">
              <p:contentPart p14:bwMode="auto" r:id="rId339">
                <p14:nvContentPartPr>
                  <p14:cNvPr id="302" name="Ink 380">
                    <a:extLst>
                      <a:ext uri="{FF2B5EF4-FFF2-40B4-BE49-F238E27FC236}">
                        <a16:creationId xmlns:a16="http://schemas.microsoft.com/office/drawing/2014/main" id="{49290BEF-F24E-DA34-90A2-9631AB78D371}"/>
                      </a:ext>
                    </a:extLst>
                  </p14:cNvPr>
                  <p14:cNvContentPartPr/>
                  <p14:nvPr/>
                </p14:nvContentPartPr>
                <p14:xfrm>
                  <a:off x="3757178" y="1831335"/>
                  <a:ext cx="46440" cy="36360"/>
                </p14:xfrm>
              </p:contentPart>
            </mc:Choice>
            <mc:Fallback xmlns="">
              <p:pic>
                <p:nvPicPr>
                  <p:cNvPr id="302" name="Ink 380">
                    <a:extLst>
                      <a:ext uri="{FF2B5EF4-FFF2-40B4-BE49-F238E27FC236}">
                        <a16:creationId xmlns:a16="http://schemas.microsoft.com/office/drawing/2014/main" id="{49290BEF-F24E-DA34-90A2-9631AB78D371}"/>
                      </a:ext>
                    </a:extLst>
                  </p:cNvPr>
                  <p:cNvPicPr/>
                  <p:nvPr/>
                </p:nvPicPr>
                <p:blipFill>
                  <a:blip r:embed="rId233"/>
                  <a:stretch>
                    <a:fillRect/>
                  </a:stretch>
                </p:blipFill>
                <p:spPr>
                  <a:xfrm>
                    <a:off x="3752858" y="1826972"/>
                    <a:ext cx="55080" cy="45086"/>
                  </a:xfrm>
                  <a:prstGeom prst="rect">
                    <a:avLst/>
                  </a:prstGeom>
                </p:spPr>
              </p:pic>
            </mc:Fallback>
          </mc:AlternateContent>
          <mc:AlternateContent xmlns:mc="http://schemas.openxmlformats.org/markup-compatibility/2006" xmlns:p14="http://schemas.microsoft.com/office/powerpoint/2010/main">
            <mc:Choice Requires="p14">
              <p:contentPart p14:bwMode="auto" r:id="rId340">
                <p14:nvContentPartPr>
                  <p14:cNvPr id="303" name="Ink 381">
                    <a:extLst>
                      <a:ext uri="{FF2B5EF4-FFF2-40B4-BE49-F238E27FC236}">
                        <a16:creationId xmlns:a16="http://schemas.microsoft.com/office/drawing/2014/main" id="{4BC9BD31-0976-E266-19F3-233A93C63838}"/>
                      </a:ext>
                    </a:extLst>
                  </p14:cNvPr>
                  <p14:cNvContentPartPr/>
                  <p14:nvPr/>
                </p14:nvContentPartPr>
                <p14:xfrm>
                  <a:off x="3662748" y="1940992"/>
                  <a:ext cx="62640" cy="195120"/>
                </p14:xfrm>
              </p:contentPart>
            </mc:Choice>
            <mc:Fallback xmlns="">
              <p:pic>
                <p:nvPicPr>
                  <p:cNvPr id="303" name="Ink 381">
                    <a:extLst>
                      <a:ext uri="{FF2B5EF4-FFF2-40B4-BE49-F238E27FC236}">
                        <a16:creationId xmlns:a16="http://schemas.microsoft.com/office/drawing/2014/main" id="{4BC9BD31-0976-E266-19F3-233A93C63838}"/>
                      </a:ext>
                    </a:extLst>
                  </p:cNvPr>
                  <p:cNvPicPr/>
                  <p:nvPr/>
                </p:nvPicPr>
                <p:blipFill>
                  <a:blip r:embed="rId235"/>
                  <a:stretch>
                    <a:fillRect/>
                  </a:stretch>
                </p:blipFill>
                <p:spPr>
                  <a:xfrm>
                    <a:off x="3658428" y="1936672"/>
                    <a:ext cx="71280" cy="203760"/>
                  </a:xfrm>
                  <a:prstGeom prst="rect">
                    <a:avLst/>
                  </a:prstGeom>
                </p:spPr>
              </p:pic>
            </mc:Fallback>
          </mc:AlternateContent>
          <mc:AlternateContent xmlns:mc="http://schemas.openxmlformats.org/markup-compatibility/2006" xmlns:p14="http://schemas.microsoft.com/office/powerpoint/2010/main">
            <mc:Choice Requires="p14">
              <p:contentPart p14:bwMode="auto" r:id="rId341">
                <p14:nvContentPartPr>
                  <p14:cNvPr id="304" name="Ink 382">
                    <a:extLst>
                      <a:ext uri="{FF2B5EF4-FFF2-40B4-BE49-F238E27FC236}">
                        <a16:creationId xmlns:a16="http://schemas.microsoft.com/office/drawing/2014/main" id="{76612942-15A1-5C22-55E5-41A61E6761D7}"/>
                      </a:ext>
                    </a:extLst>
                  </p14:cNvPr>
                  <p14:cNvContentPartPr/>
                  <p14:nvPr/>
                </p14:nvContentPartPr>
                <p14:xfrm>
                  <a:off x="3672468" y="1931992"/>
                  <a:ext cx="59400" cy="124200"/>
                </p14:xfrm>
              </p:contentPart>
            </mc:Choice>
            <mc:Fallback xmlns="">
              <p:pic>
                <p:nvPicPr>
                  <p:cNvPr id="304" name="Ink 382">
                    <a:extLst>
                      <a:ext uri="{FF2B5EF4-FFF2-40B4-BE49-F238E27FC236}">
                        <a16:creationId xmlns:a16="http://schemas.microsoft.com/office/drawing/2014/main" id="{76612942-15A1-5C22-55E5-41A61E6761D7}"/>
                      </a:ext>
                    </a:extLst>
                  </p:cNvPr>
                  <p:cNvPicPr/>
                  <p:nvPr/>
                </p:nvPicPr>
                <p:blipFill>
                  <a:blip r:embed="rId237"/>
                  <a:stretch>
                    <a:fillRect/>
                  </a:stretch>
                </p:blipFill>
                <p:spPr>
                  <a:xfrm>
                    <a:off x="3668148" y="1927659"/>
                    <a:ext cx="68040" cy="132865"/>
                  </a:xfrm>
                  <a:prstGeom prst="rect">
                    <a:avLst/>
                  </a:prstGeom>
                </p:spPr>
              </p:pic>
            </mc:Fallback>
          </mc:AlternateContent>
          <mc:AlternateContent xmlns:mc="http://schemas.openxmlformats.org/markup-compatibility/2006" xmlns:p14="http://schemas.microsoft.com/office/powerpoint/2010/main">
            <mc:Choice Requires="p14">
              <p:contentPart p14:bwMode="auto" r:id="rId342">
                <p14:nvContentPartPr>
                  <p14:cNvPr id="305" name="Ink 383">
                    <a:extLst>
                      <a:ext uri="{FF2B5EF4-FFF2-40B4-BE49-F238E27FC236}">
                        <a16:creationId xmlns:a16="http://schemas.microsoft.com/office/drawing/2014/main" id="{DA481BFE-0119-C84A-8006-AC573967A78F}"/>
                      </a:ext>
                    </a:extLst>
                  </p14:cNvPr>
                  <p14:cNvContentPartPr/>
                  <p14:nvPr/>
                </p14:nvContentPartPr>
                <p14:xfrm>
                  <a:off x="3577068" y="1930912"/>
                  <a:ext cx="63720" cy="209160"/>
                </p14:xfrm>
              </p:contentPart>
            </mc:Choice>
            <mc:Fallback xmlns="">
              <p:pic>
                <p:nvPicPr>
                  <p:cNvPr id="305" name="Ink 383">
                    <a:extLst>
                      <a:ext uri="{FF2B5EF4-FFF2-40B4-BE49-F238E27FC236}">
                        <a16:creationId xmlns:a16="http://schemas.microsoft.com/office/drawing/2014/main" id="{DA481BFE-0119-C84A-8006-AC573967A78F}"/>
                      </a:ext>
                    </a:extLst>
                  </p:cNvPr>
                  <p:cNvPicPr/>
                  <p:nvPr/>
                </p:nvPicPr>
                <p:blipFill>
                  <a:blip r:embed="rId239"/>
                  <a:stretch>
                    <a:fillRect/>
                  </a:stretch>
                </p:blipFill>
                <p:spPr>
                  <a:xfrm>
                    <a:off x="3572772" y="1926592"/>
                    <a:ext cx="72311" cy="217800"/>
                  </a:xfrm>
                  <a:prstGeom prst="rect">
                    <a:avLst/>
                  </a:prstGeom>
                </p:spPr>
              </p:pic>
            </mc:Fallback>
          </mc:AlternateContent>
          <mc:AlternateContent xmlns:mc="http://schemas.openxmlformats.org/markup-compatibility/2006" xmlns:p14="http://schemas.microsoft.com/office/powerpoint/2010/main">
            <mc:Choice Requires="p14">
              <p:contentPart p14:bwMode="auto" r:id="rId343">
                <p14:nvContentPartPr>
                  <p14:cNvPr id="306" name="Ink 384">
                    <a:extLst>
                      <a:ext uri="{FF2B5EF4-FFF2-40B4-BE49-F238E27FC236}">
                        <a16:creationId xmlns:a16="http://schemas.microsoft.com/office/drawing/2014/main" id="{7C8FC93F-8F12-BDD1-F5D7-F7492E97CDDC}"/>
                      </a:ext>
                    </a:extLst>
                  </p14:cNvPr>
                  <p14:cNvContentPartPr/>
                  <p14:nvPr/>
                </p14:nvContentPartPr>
                <p14:xfrm>
                  <a:off x="3561228" y="1928752"/>
                  <a:ext cx="60120" cy="129960"/>
                </p14:xfrm>
              </p:contentPart>
            </mc:Choice>
            <mc:Fallback xmlns="">
              <p:pic>
                <p:nvPicPr>
                  <p:cNvPr id="306" name="Ink 384">
                    <a:extLst>
                      <a:ext uri="{FF2B5EF4-FFF2-40B4-BE49-F238E27FC236}">
                        <a16:creationId xmlns:a16="http://schemas.microsoft.com/office/drawing/2014/main" id="{7C8FC93F-8F12-BDD1-F5D7-F7492E97CDDC}"/>
                      </a:ext>
                    </a:extLst>
                  </p:cNvPr>
                  <p:cNvPicPr/>
                  <p:nvPr/>
                </p:nvPicPr>
                <p:blipFill>
                  <a:blip r:embed="rId241"/>
                  <a:stretch>
                    <a:fillRect/>
                  </a:stretch>
                </p:blipFill>
                <p:spPr>
                  <a:xfrm>
                    <a:off x="3556908" y="1924444"/>
                    <a:ext cx="68760" cy="138576"/>
                  </a:xfrm>
                  <a:prstGeom prst="rect">
                    <a:avLst/>
                  </a:prstGeom>
                </p:spPr>
              </p:pic>
            </mc:Fallback>
          </mc:AlternateContent>
          <mc:AlternateContent xmlns:mc="http://schemas.openxmlformats.org/markup-compatibility/2006" xmlns:p14="http://schemas.microsoft.com/office/powerpoint/2010/main">
            <mc:Choice Requires="p14">
              <p:contentPart p14:bwMode="auto" r:id="rId344">
                <p14:nvContentPartPr>
                  <p14:cNvPr id="307" name="Ink 385">
                    <a:extLst>
                      <a:ext uri="{FF2B5EF4-FFF2-40B4-BE49-F238E27FC236}">
                        <a16:creationId xmlns:a16="http://schemas.microsoft.com/office/drawing/2014/main" id="{9F4EE550-5A90-7C4B-BADC-D8722D0FDF63}"/>
                      </a:ext>
                    </a:extLst>
                  </p14:cNvPr>
                  <p14:cNvContentPartPr/>
                  <p14:nvPr/>
                </p14:nvContentPartPr>
                <p14:xfrm>
                  <a:off x="3673188" y="2036032"/>
                  <a:ext cx="44280" cy="95040"/>
                </p14:xfrm>
              </p:contentPart>
            </mc:Choice>
            <mc:Fallback xmlns="">
              <p:pic>
                <p:nvPicPr>
                  <p:cNvPr id="307" name="Ink 385">
                    <a:extLst>
                      <a:ext uri="{FF2B5EF4-FFF2-40B4-BE49-F238E27FC236}">
                        <a16:creationId xmlns:a16="http://schemas.microsoft.com/office/drawing/2014/main" id="{9F4EE550-5A90-7C4B-BADC-D8722D0FDF63}"/>
                      </a:ext>
                    </a:extLst>
                  </p:cNvPr>
                  <p:cNvPicPr/>
                  <p:nvPr/>
                </p:nvPicPr>
                <p:blipFill>
                  <a:blip r:embed="rId243"/>
                  <a:stretch>
                    <a:fillRect/>
                  </a:stretch>
                </p:blipFill>
                <p:spPr>
                  <a:xfrm>
                    <a:off x="3668868" y="2031696"/>
                    <a:ext cx="52920" cy="103713"/>
                  </a:xfrm>
                  <a:prstGeom prst="rect">
                    <a:avLst/>
                  </a:prstGeom>
                </p:spPr>
              </p:pic>
            </mc:Fallback>
          </mc:AlternateContent>
          <mc:AlternateContent xmlns:mc="http://schemas.openxmlformats.org/markup-compatibility/2006" xmlns:p14="http://schemas.microsoft.com/office/powerpoint/2010/main">
            <mc:Choice Requires="p14">
              <p:contentPart p14:bwMode="auto" r:id="rId345">
                <p14:nvContentPartPr>
                  <p14:cNvPr id="308" name="Ink 386">
                    <a:extLst>
                      <a:ext uri="{FF2B5EF4-FFF2-40B4-BE49-F238E27FC236}">
                        <a16:creationId xmlns:a16="http://schemas.microsoft.com/office/drawing/2014/main" id="{197A0654-9F6E-7481-E727-3B831EADEEED}"/>
                      </a:ext>
                    </a:extLst>
                  </p14:cNvPr>
                  <p14:cNvContentPartPr/>
                  <p14:nvPr/>
                </p14:nvContentPartPr>
                <p14:xfrm>
                  <a:off x="3572028" y="1936312"/>
                  <a:ext cx="67320" cy="200520"/>
                </p14:xfrm>
              </p:contentPart>
            </mc:Choice>
            <mc:Fallback xmlns="">
              <p:pic>
                <p:nvPicPr>
                  <p:cNvPr id="308" name="Ink 386">
                    <a:extLst>
                      <a:ext uri="{FF2B5EF4-FFF2-40B4-BE49-F238E27FC236}">
                        <a16:creationId xmlns:a16="http://schemas.microsoft.com/office/drawing/2014/main" id="{197A0654-9F6E-7481-E727-3B831EADEEED}"/>
                      </a:ext>
                    </a:extLst>
                  </p:cNvPr>
                  <p:cNvPicPr/>
                  <p:nvPr/>
                </p:nvPicPr>
                <p:blipFill>
                  <a:blip r:embed="rId245"/>
                  <a:stretch>
                    <a:fillRect/>
                  </a:stretch>
                </p:blipFill>
                <p:spPr>
                  <a:xfrm>
                    <a:off x="3567708" y="1931992"/>
                    <a:ext cx="75960" cy="209160"/>
                  </a:xfrm>
                  <a:prstGeom prst="rect">
                    <a:avLst/>
                  </a:prstGeom>
                </p:spPr>
              </p:pic>
            </mc:Fallback>
          </mc:AlternateContent>
          <mc:AlternateContent xmlns:mc="http://schemas.openxmlformats.org/markup-compatibility/2006" xmlns:p14="http://schemas.microsoft.com/office/powerpoint/2010/main">
            <mc:Choice Requires="p14">
              <p:contentPart p14:bwMode="auto" r:id="rId346">
                <p14:nvContentPartPr>
                  <p14:cNvPr id="309" name="Ink 387">
                    <a:extLst>
                      <a:ext uri="{FF2B5EF4-FFF2-40B4-BE49-F238E27FC236}">
                        <a16:creationId xmlns:a16="http://schemas.microsoft.com/office/drawing/2014/main" id="{47F05EF7-B733-BDC5-0344-B6C7AD464D70}"/>
                      </a:ext>
                    </a:extLst>
                  </p14:cNvPr>
                  <p14:cNvContentPartPr/>
                  <p14:nvPr/>
                </p14:nvContentPartPr>
                <p14:xfrm>
                  <a:off x="3725748" y="2038912"/>
                  <a:ext cx="5400" cy="39960"/>
                </p14:xfrm>
              </p:contentPart>
            </mc:Choice>
            <mc:Fallback xmlns="">
              <p:pic>
                <p:nvPicPr>
                  <p:cNvPr id="309" name="Ink 387">
                    <a:extLst>
                      <a:ext uri="{FF2B5EF4-FFF2-40B4-BE49-F238E27FC236}">
                        <a16:creationId xmlns:a16="http://schemas.microsoft.com/office/drawing/2014/main" id="{47F05EF7-B733-BDC5-0344-B6C7AD464D70}"/>
                      </a:ext>
                    </a:extLst>
                  </p:cNvPr>
                  <p:cNvPicPr/>
                  <p:nvPr/>
                </p:nvPicPr>
                <p:blipFill>
                  <a:blip r:embed="rId247"/>
                  <a:stretch>
                    <a:fillRect/>
                  </a:stretch>
                </p:blipFill>
                <p:spPr>
                  <a:xfrm>
                    <a:off x="3721428" y="2034631"/>
                    <a:ext cx="14040" cy="48523"/>
                  </a:xfrm>
                  <a:prstGeom prst="rect">
                    <a:avLst/>
                  </a:prstGeom>
                </p:spPr>
              </p:pic>
            </mc:Fallback>
          </mc:AlternateContent>
          <mc:AlternateContent xmlns:mc="http://schemas.openxmlformats.org/markup-compatibility/2006" xmlns:p14="http://schemas.microsoft.com/office/powerpoint/2010/main">
            <mc:Choice Requires="p14">
              <p:contentPart p14:bwMode="auto" r:id="rId347">
                <p14:nvContentPartPr>
                  <p14:cNvPr id="310" name="Ink 388">
                    <a:extLst>
                      <a:ext uri="{FF2B5EF4-FFF2-40B4-BE49-F238E27FC236}">
                        <a16:creationId xmlns:a16="http://schemas.microsoft.com/office/drawing/2014/main" id="{234DAC89-B7FA-1B5E-6484-FF48C01AA269}"/>
                      </a:ext>
                    </a:extLst>
                  </p14:cNvPr>
                  <p14:cNvContentPartPr/>
                  <p14:nvPr/>
                </p14:nvContentPartPr>
                <p14:xfrm>
                  <a:off x="3726828" y="2015512"/>
                  <a:ext cx="6840" cy="60840"/>
                </p14:xfrm>
              </p:contentPart>
            </mc:Choice>
            <mc:Fallback xmlns="">
              <p:pic>
                <p:nvPicPr>
                  <p:cNvPr id="310" name="Ink 388">
                    <a:extLst>
                      <a:ext uri="{FF2B5EF4-FFF2-40B4-BE49-F238E27FC236}">
                        <a16:creationId xmlns:a16="http://schemas.microsoft.com/office/drawing/2014/main" id="{234DAC89-B7FA-1B5E-6484-FF48C01AA269}"/>
                      </a:ext>
                    </a:extLst>
                  </p:cNvPr>
                  <p:cNvPicPr/>
                  <p:nvPr/>
                </p:nvPicPr>
                <p:blipFill>
                  <a:blip r:embed="rId249"/>
                  <a:stretch>
                    <a:fillRect/>
                  </a:stretch>
                </p:blipFill>
                <p:spPr>
                  <a:xfrm>
                    <a:off x="3722508" y="2011166"/>
                    <a:ext cx="15480" cy="69531"/>
                  </a:xfrm>
                  <a:prstGeom prst="rect">
                    <a:avLst/>
                  </a:prstGeom>
                </p:spPr>
              </p:pic>
            </mc:Fallback>
          </mc:AlternateContent>
          <mc:AlternateContent xmlns:mc="http://schemas.openxmlformats.org/markup-compatibility/2006" xmlns:p14="http://schemas.microsoft.com/office/powerpoint/2010/main">
            <mc:Choice Requires="p14">
              <p:contentPart p14:bwMode="auto" r:id="rId348">
                <p14:nvContentPartPr>
                  <p14:cNvPr id="311" name="Ink 389">
                    <a:extLst>
                      <a:ext uri="{FF2B5EF4-FFF2-40B4-BE49-F238E27FC236}">
                        <a16:creationId xmlns:a16="http://schemas.microsoft.com/office/drawing/2014/main" id="{5DF20E2B-1214-133A-2C44-8D31F44849A3}"/>
                      </a:ext>
                    </a:extLst>
                  </p14:cNvPr>
                  <p14:cNvContentPartPr/>
                  <p14:nvPr/>
                </p14:nvContentPartPr>
                <p14:xfrm>
                  <a:off x="3557988" y="1939192"/>
                  <a:ext cx="63360" cy="114480"/>
                </p14:xfrm>
              </p:contentPart>
            </mc:Choice>
            <mc:Fallback xmlns="">
              <p:pic>
                <p:nvPicPr>
                  <p:cNvPr id="311" name="Ink 389">
                    <a:extLst>
                      <a:ext uri="{FF2B5EF4-FFF2-40B4-BE49-F238E27FC236}">
                        <a16:creationId xmlns:a16="http://schemas.microsoft.com/office/drawing/2014/main" id="{5DF20E2B-1214-133A-2C44-8D31F44849A3}"/>
                      </a:ext>
                    </a:extLst>
                  </p:cNvPr>
                  <p:cNvPicPr/>
                  <p:nvPr/>
                </p:nvPicPr>
                <p:blipFill>
                  <a:blip r:embed="rId251"/>
                  <a:stretch>
                    <a:fillRect/>
                  </a:stretch>
                </p:blipFill>
                <p:spPr>
                  <a:xfrm>
                    <a:off x="3553668" y="1934858"/>
                    <a:ext cx="72000" cy="123147"/>
                  </a:xfrm>
                  <a:prstGeom prst="rect">
                    <a:avLst/>
                  </a:prstGeom>
                </p:spPr>
              </p:pic>
            </mc:Fallback>
          </mc:AlternateContent>
          <mc:AlternateContent xmlns:mc="http://schemas.openxmlformats.org/markup-compatibility/2006" xmlns:p14="http://schemas.microsoft.com/office/powerpoint/2010/main">
            <mc:Choice Requires="p14">
              <p:contentPart p14:bwMode="auto" r:id="rId349">
                <p14:nvContentPartPr>
                  <p14:cNvPr id="312" name="Ink 390">
                    <a:extLst>
                      <a:ext uri="{FF2B5EF4-FFF2-40B4-BE49-F238E27FC236}">
                        <a16:creationId xmlns:a16="http://schemas.microsoft.com/office/drawing/2014/main" id="{113D27B3-E246-D275-7B28-D443DADE05BA}"/>
                      </a:ext>
                    </a:extLst>
                  </p14:cNvPr>
                  <p14:cNvContentPartPr/>
                  <p14:nvPr/>
                </p14:nvContentPartPr>
                <p14:xfrm>
                  <a:off x="3801708" y="1867192"/>
                  <a:ext cx="23760" cy="45360"/>
                </p14:xfrm>
              </p:contentPart>
            </mc:Choice>
            <mc:Fallback xmlns="">
              <p:pic>
                <p:nvPicPr>
                  <p:cNvPr id="312" name="Ink 390">
                    <a:extLst>
                      <a:ext uri="{FF2B5EF4-FFF2-40B4-BE49-F238E27FC236}">
                        <a16:creationId xmlns:a16="http://schemas.microsoft.com/office/drawing/2014/main" id="{113D27B3-E246-D275-7B28-D443DADE05BA}"/>
                      </a:ext>
                    </a:extLst>
                  </p:cNvPr>
                  <p:cNvPicPr/>
                  <p:nvPr/>
                </p:nvPicPr>
                <p:blipFill>
                  <a:blip r:embed="rId253"/>
                  <a:stretch>
                    <a:fillRect/>
                  </a:stretch>
                </p:blipFill>
                <p:spPr>
                  <a:xfrm>
                    <a:off x="3797388" y="1862872"/>
                    <a:ext cx="32400" cy="54000"/>
                  </a:xfrm>
                  <a:prstGeom prst="rect">
                    <a:avLst/>
                  </a:prstGeom>
                </p:spPr>
              </p:pic>
            </mc:Fallback>
          </mc:AlternateContent>
        </p:grpSp>
      </p:grpSp>
      <p:sp>
        <p:nvSpPr>
          <p:cNvPr id="372" name="Title 1">
            <a:extLst>
              <a:ext uri="{FF2B5EF4-FFF2-40B4-BE49-F238E27FC236}">
                <a16:creationId xmlns:a16="http://schemas.microsoft.com/office/drawing/2014/main" id="{1A087F5F-9757-41B9-E350-AD83FCEE3B36}"/>
              </a:ext>
            </a:extLst>
          </p:cNvPr>
          <p:cNvSpPr>
            <a:spLocks noGrp="1"/>
          </p:cNvSpPr>
          <p:nvPr>
            <p:ph type="title"/>
          </p:nvPr>
        </p:nvSpPr>
        <p:spPr>
          <a:xfrm>
            <a:off x="6126492" y="1881969"/>
            <a:ext cx="5791199" cy="747305"/>
          </a:xfrm>
        </p:spPr>
        <p:txBody>
          <a:bodyPr vert="horz" lIns="91440" tIns="45720" rIns="91440" bIns="45720" rtlCol="0" anchor="t">
            <a:normAutofit/>
          </a:bodyPr>
          <a:lstStyle/>
          <a:p>
            <a:r>
              <a:rPr lang="en-GB" sz="3200" kern="1200" noProof="0" dirty="0">
                <a:solidFill>
                  <a:schemeClr val="tx1"/>
                </a:solidFill>
                <a:latin typeface="+mj-lt"/>
                <a:ea typeface="+mj-ea"/>
                <a:cs typeface="+mj-cs"/>
              </a:rPr>
              <a:t>Internet of Bio-Nano-Things</a:t>
            </a:r>
          </a:p>
        </p:txBody>
      </p:sp>
      <p:sp>
        <p:nvSpPr>
          <p:cNvPr id="2" name="TextBox 1">
            <a:extLst>
              <a:ext uri="{FF2B5EF4-FFF2-40B4-BE49-F238E27FC236}">
                <a16:creationId xmlns:a16="http://schemas.microsoft.com/office/drawing/2014/main" id="{9AA02E47-0645-D3EC-868E-419F008FCB6E}"/>
              </a:ext>
            </a:extLst>
          </p:cNvPr>
          <p:cNvSpPr txBox="1"/>
          <p:nvPr/>
        </p:nvSpPr>
        <p:spPr>
          <a:xfrm>
            <a:off x="6096000" y="5882683"/>
            <a:ext cx="6138406" cy="577081"/>
          </a:xfrm>
          <a:prstGeom prst="rect">
            <a:avLst/>
          </a:prstGeom>
          <a:noFill/>
        </p:spPr>
        <p:txBody>
          <a:bodyPr wrap="square">
            <a:spAutoFit/>
          </a:bodyPr>
          <a:lstStyle/>
          <a:p>
            <a:pPr algn="l"/>
            <a:r>
              <a:rPr lang="en-GB" sz="1050" b="0" i="0" u="none" strike="noStrike" baseline="0" noProof="0" dirty="0">
                <a:latin typeface="NimbusRomNo9L-Regu"/>
              </a:rPr>
              <a:t>[1] A. Sangwan and J. M. Jornet, "Joint Communication and Bio-Sensing With Plasmonic Nano-Systems to Prevent the Spread of Infectious Diseases in the Internet of Nano-Bio Things," in IEEE Journal on Selected Areas in Communications, vol. 40, no. 11, pp. 3271-3284, Nov. 2022, </a:t>
            </a:r>
            <a:r>
              <a:rPr lang="en-GB" sz="1050" b="0" i="0" u="none" strike="noStrike" baseline="0" noProof="0" dirty="0" err="1">
                <a:latin typeface="NimbusRomNo9L-Regu"/>
              </a:rPr>
              <a:t>doi</a:t>
            </a:r>
            <a:r>
              <a:rPr lang="en-GB" sz="1050" b="0" i="0" u="none" strike="noStrike" baseline="0" noProof="0" dirty="0">
                <a:latin typeface="NimbusRomNo9L-Regu"/>
              </a:rPr>
              <a:t>: 10.1109/JSAC.2022.3214288.</a:t>
            </a:r>
          </a:p>
        </p:txBody>
      </p:sp>
      <p:pic>
        <p:nvPicPr>
          <p:cNvPr id="3" name="Picture 2">
            <a:extLst>
              <a:ext uri="{FF2B5EF4-FFF2-40B4-BE49-F238E27FC236}">
                <a16:creationId xmlns:a16="http://schemas.microsoft.com/office/drawing/2014/main" id="{639BCCF0-6E6D-D0F0-DD4C-5CB6E43A3D02}"/>
              </a:ext>
            </a:extLst>
          </p:cNvPr>
          <p:cNvPicPr>
            <a:picLocks noChangeAspect="1"/>
          </p:cNvPicPr>
          <p:nvPr/>
        </p:nvPicPr>
        <p:blipFill>
          <a:blip r:embed="rId350"/>
          <a:stretch>
            <a:fillRect/>
          </a:stretch>
        </p:blipFill>
        <p:spPr>
          <a:xfrm>
            <a:off x="6097537" y="2637124"/>
            <a:ext cx="6094463" cy="2906274"/>
          </a:xfrm>
          <a:prstGeom prst="rect">
            <a:avLst/>
          </a:prstGeom>
          <a:ln>
            <a:solidFill>
              <a:schemeClr val="accent1"/>
            </a:solidFill>
          </a:ln>
        </p:spPr>
      </p:pic>
      <p:cxnSp>
        <p:nvCxnSpPr>
          <p:cNvPr id="356" name="Straight Connector 355">
            <a:extLst>
              <a:ext uri="{FF2B5EF4-FFF2-40B4-BE49-F238E27FC236}">
                <a16:creationId xmlns:a16="http://schemas.microsoft.com/office/drawing/2014/main" id="{1F3AE204-AB7C-5695-878D-8588EE597227}"/>
              </a:ext>
            </a:extLst>
          </p:cNvPr>
          <p:cNvCxnSpPr>
            <a:cxnSpLocks/>
          </p:cNvCxnSpPr>
          <p:nvPr/>
        </p:nvCxnSpPr>
        <p:spPr>
          <a:xfrm flipV="1">
            <a:off x="4834890" y="2637124"/>
            <a:ext cx="1259574" cy="3483354"/>
          </a:xfrm>
          <a:prstGeom prst="line">
            <a:avLst/>
          </a:prstGeom>
        </p:spPr>
        <p:style>
          <a:lnRef idx="2">
            <a:schemeClr val="accent1"/>
          </a:lnRef>
          <a:fillRef idx="0">
            <a:schemeClr val="accent1"/>
          </a:fillRef>
          <a:effectRef idx="1">
            <a:schemeClr val="accent1"/>
          </a:effectRef>
          <a:fontRef idx="minor">
            <a:schemeClr val="tx1"/>
          </a:fontRef>
        </p:style>
      </p:cxnSp>
      <p:cxnSp>
        <p:nvCxnSpPr>
          <p:cNvPr id="357" name="Straight Connector 356">
            <a:extLst>
              <a:ext uri="{FF2B5EF4-FFF2-40B4-BE49-F238E27FC236}">
                <a16:creationId xmlns:a16="http://schemas.microsoft.com/office/drawing/2014/main" id="{13AD1B72-25EA-1BB8-02A9-23558B0C874B}"/>
              </a:ext>
            </a:extLst>
          </p:cNvPr>
          <p:cNvCxnSpPr>
            <a:cxnSpLocks/>
          </p:cNvCxnSpPr>
          <p:nvPr/>
        </p:nvCxnSpPr>
        <p:spPr>
          <a:xfrm flipV="1">
            <a:off x="5257751" y="5543398"/>
            <a:ext cx="836713" cy="997222"/>
          </a:xfrm>
          <a:prstGeom prst="line">
            <a:avLst/>
          </a:prstGeom>
        </p:spPr>
        <p:style>
          <a:lnRef idx="2">
            <a:schemeClr val="accent1"/>
          </a:lnRef>
          <a:fillRef idx="0">
            <a:schemeClr val="accent1"/>
          </a:fillRef>
          <a:effectRef idx="1">
            <a:schemeClr val="accent1"/>
          </a:effectRef>
          <a:fontRef idx="minor">
            <a:schemeClr val="tx1"/>
          </a:fontRef>
        </p:style>
      </p:cxnSp>
      <p:grpSp>
        <p:nvGrpSpPr>
          <p:cNvPr id="411" name="Group 410">
            <a:extLst>
              <a:ext uri="{FF2B5EF4-FFF2-40B4-BE49-F238E27FC236}">
                <a16:creationId xmlns:a16="http://schemas.microsoft.com/office/drawing/2014/main" id="{4BE7473E-45EF-DFF0-361B-A5F7D59F3945}"/>
              </a:ext>
            </a:extLst>
          </p:cNvPr>
          <p:cNvGrpSpPr/>
          <p:nvPr/>
        </p:nvGrpSpPr>
        <p:grpSpPr>
          <a:xfrm>
            <a:off x="2086925" y="0"/>
            <a:ext cx="3464491" cy="2972297"/>
            <a:chOff x="2086925" y="0"/>
            <a:chExt cx="3464491" cy="2972297"/>
          </a:xfrm>
        </p:grpSpPr>
        <p:sp>
          <p:nvSpPr>
            <p:cNvPr id="313" name="Rectangle 436">
              <a:extLst>
                <a:ext uri="{FF2B5EF4-FFF2-40B4-BE49-F238E27FC236}">
                  <a16:creationId xmlns:a16="http://schemas.microsoft.com/office/drawing/2014/main" id="{97F4138A-8FBA-0A49-14EC-ACC80D104961}"/>
                </a:ext>
              </a:extLst>
            </p:cNvPr>
            <p:cNvSpPr/>
            <p:nvPr/>
          </p:nvSpPr>
          <p:spPr>
            <a:xfrm rot="5400000">
              <a:off x="2044338" y="2702938"/>
              <a:ext cx="311947" cy="226772"/>
            </a:xfrm>
            <a:prstGeom prst="rect">
              <a:avLst/>
            </a:prstGeom>
            <a:solidFill>
              <a:srgbClr val="D6A300">
                <a:alpha val="60000"/>
              </a:srgbClr>
            </a:solidFill>
            <a:ln w="19050">
              <a:solidFill>
                <a:srgbClr val="D6A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46" noProof="0" dirty="0"/>
            </a:p>
          </p:txBody>
        </p:sp>
        <p:cxnSp>
          <p:nvCxnSpPr>
            <p:cNvPr id="314" name="Straight Connector 437">
              <a:extLst>
                <a:ext uri="{FF2B5EF4-FFF2-40B4-BE49-F238E27FC236}">
                  <a16:creationId xmlns:a16="http://schemas.microsoft.com/office/drawing/2014/main" id="{25A6A7FF-33C2-037C-3923-10F4599E0D9C}"/>
                </a:ext>
              </a:extLst>
            </p:cNvPr>
            <p:cNvCxnSpPr>
              <a:cxnSpLocks/>
            </p:cNvCxnSpPr>
            <p:nvPr/>
          </p:nvCxnSpPr>
          <p:spPr>
            <a:xfrm flipV="1">
              <a:off x="2086925" y="917575"/>
              <a:ext cx="827725" cy="1744614"/>
            </a:xfrm>
            <a:prstGeom prst="line">
              <a:avLst/>
            </a:prstGeom>
            <a:ln w="19050">
              <a:solidFill>
                <a:srgbClr val="D6A300"/>
              </a:solidFill>
            </a:ln>
          </p:spPr>
          <p:style>
            <a:lnRef idx="1">
              <a:schemeClr val="accent1"/>
            </a:lnRef>
            <a:fillRef idx="0">
              <a:schemeClr val="accent1"/>
            </a:fillRef>
            <a:effectRef idx="0">
              <a:schemeClr val="accent1"/>
            </a:effectRef>
            <a:fontRef idx="minor">
              <a:schemeClr val="tx1"/>
            </a:fontRef>
          </p:style>
        </p:cxnSp>
        <p:cxnSp>
          <p:nvCxnSpPr>
            <p:cNvPr id="315" name="Straight Connector 438">
              <a:extLst>
                <a:ext uri="{FF2B5EF4-FFF2-40B4-BE49-F238E27FC236}">
                  <a16:creationId xmlns:a16="http://schemas.microsoft.com/office/drawing/2014/main" id="{96716DE7-4704-2313-DF07-F56B4BBF5495}"/>
                </a:ext>
              </a:extLst>
            </p:cNvPr>
            <p:cNvCxnSpPr>
              <a:cxnSpLocks/>
              <a:endCxn id="398" idx="4"/>
            </p:cNvCxnSpPr>
            <p:nvPr/>
          </p:nvCxnSpPr>
          <p:spPr>
            <a:xfrm flipV="1">
              <a:off x="2320180" y="2582983"/>
              <a:ext cx="1888302" cy="385614"/>
            </a:xfrm>
            <a:prstGeom prst="line">
              <a:avLst/>
            </a:prstGeom>
            <a:ln w="19050">
              <a:solidFill>
                <a:srgbClr val="D6A300"/>
              </a:solidFill>
            </a:ln>
          </p:spPr>
          <p:style>
            <a:lnRef idx="1">
              <a:schemeClr val="accent1"/>
            </a:lnRef>
            <a:fillRef idx="0">
              <a:schemeClr val="accent1"/>
            </a:fillRef>
            <a:effectRef idx="0">
              <a:schemeClr val="accent1"/>
            </a:effectRef>
            <a:fontRef idx="minor">
              <a:schemeClr val="tx1"/>
            </a:fontRef>
          </p:style>
        </p:cxnSp>
        <p:grpSp>
          <p:nvGrpSpPr>
            <p:cNvPr id="405" name="Group 404">
              <a:extLst>
                <a:ext uri="{FF2B5EF4-FFF2-40B4-BE49-F238E27FC236}">
                  <a16:creationId xmlns:a16="http://schemas.microsoft.com/office/drawing/2014/main" id="{EEBFE6FD-434B-2DF2-81D3-654966BA747A}"/>
                </a:ext>
              </a:extLst>
            </p:cNvPr>
            <p:cNvGrpSpPr/>
            <p:nvPr/>
          </p:nvGrpSpPr>
          <p:grpSpPr>
            <a:xfrm>
              <a:off x="2865547" y="0"/>
              <a:ext cx="2685869" cy="2582983"/>
              <a:chOff x="2865547" y="0"/>
              <a:chExt cx="2685869" cy="2582983"/>
            </a:xfrm>
          </p:grpSpPr>
          <p:sp>
            <p:nvSpPr>
              <p:cNvPr id="358" name="Prostokąt 14">
                <a:extLst>
                  <a:ext uri="{FF2B5EF4-FFF2-40B4-BE49-F238E27FC236}">
                    <a16:creationId xmlns:a16="http://schemas.microsoft.com/office/drawing/2014/main" id="{BD34DC45-3C3D-F03F-28FA-A0B2ECF64C15}"/>
                  </a:ext>
                </a:extLst>
              </p:cNvPr>
              <p:cNvSpPr/>
              <p:nvPr/>
            </p:nvSpPr>
            <p:spPr>
              <a:xfrm>
                <a:off x="3960797" y="441699"/>
                <a:ext cx="1134686" cy="1102733"/>
              </a:xfrm>
              <a:prstGeom prst="rect">
                <a:avLst/>
              </a:prstGeom>
              <a:solidFill>
                <a:srgbClr val="E8BD33"/>
              </a:solidFill>
              <a:ln>
                <a:solidFill>
                  <a:schemeClr val="tx1"/>
                </a:solidFill>
              </a:ln>
            </p:spPr>
            <p:style>
              <a:lnRef idx="2">
                <a:schemeClr val="dk1"/>
              </a:lnRef>
              <a:fillRef idx="1">
                <a:schemeClr val="lt1"/>
              </a:fillRef>
              <a:effectRef idx="0">
                <a:schemeClr val="dk1"/>
              </a:effectRef>
              <a:fontRef idx="minor">
                <a:schemeClr val="dk1"/>
              </a:fontRef>
            </p:style>
            <p:txBody>
              <a:bodyPr rtlCol="0" anchor="t"/>
              <a:lstStyle/>
              <a:p>
                <a:pPr algn="ctr"/>
                <a:endParaRPr lang="pl-PL" sz="1400" dirty="0"/>
              </a:p>
            </p:txBody>
          </p:sp>
          <p:sp>
            <p:nvSpPr>
              <p:cNvPr id="359" name="Oval 358">
                <a:extLst>
                  <a:ext uri="{FF2B5EF4-FFF2-40B4-BE49-F238E27FC236}">
                    <a16:creationId xmlns:a16="http://schemas.microsoft.com/office/drawing/2014/main" id="{5A8FBBDE-57F1-868B-74DC-6A53965473B4}"/>
                  </a:ext>
                </a:extLst>
              </p:cNvPr>
              <p:cNvSpPr/>
              <p:nvPr/>
            </p:nvSpPr>
            <p:spPr>
              <a:xfrm>
                <a:off x="4796824" y="236783"/>
                <a:ext cx="102233" cy="103149"/>
              </a:xfrm>
              <a:prstGeom prst="ellipse">
                <a:avLst/>
              </a:prstGeom>
              <a:solidFill>
                <a:srgbClr val="E6C86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360" name="Oval 359">
                <a:extLst>
                  <a:ext uri="{FF2B5EF4-FFF2-40B4-BE49-F238E27FC236}">
                    <a16:creationId xmlns:a16="http://schemas.microsoft.com/office/drawing/2014/main" id="{77A41D64-44B9-408C-965D-2FFB6112295E}"/>
                  </a:ext>
                </a:extLst>
              </p:cNvPr>
              <p:cNvSpPr/>
              <p:nvPr/>
            </p:nvSpPr>
            <p:spPr>
              <a:xfrm>
                <a:off x="4477934" y="218958"/>
                <a:ext cx="102233" cy="103149"/>
              </a:xfrm>
              <a:prstGeom prst="ellipse">
                <a:avLst/>
              </a:prstGeom>
              <a:solidFill>
                <a:srgbClr val="E6C86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361" name="Oval 360">
                <a:extLst>
                  <a:ext uri="{FF2B5EF4-FFF2-40B4-BE49-F238E27FC236}">
                    <a16:creationId xmlns:a16="http://schemas.microsoft.com/office/drawing/2014/main" id="{9181A1BB-E2A3-AD0B-1A78-CB8D819F457F}"/>
                  </a:ext>
                </a:extLst>
              </p:cNvPr>
              <p:cNvSpPr/>
              <p:nvPr/>
            </p:nvSpPr>
            <p:spPr>
              <a:xfrm>
                <a:off x="4243605" y="236783"/>
                <a:ext cx="102233" cy="103149"/>
              </a:xfrm>
              <a:prstGeom prst="ellipse">
                <a:avLst/>
              </a:prstGeom>
              <a:solidFill>
                <a:srgbClr val="E6C86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cxnSp>
            <p:nvCxnSpPr>
              <p:cNvPr id="362" name="Connector: Elbow 361">
                <a:extLst>
                  <a:ext uri="{FF2B5EF4-FFF2-40B4-BE49-F238E27FC236}">
                    <a16:creationId xmlns:a16="http://schemas.microsoft.com/office/drawing/2014/main" id="{DF3F14C4-9845-DAE7-4379-66DE78E65B97}"/>
                  </a:ext>
                </a:extLst>
              </p:cNvPr>
              <p:cNvCxnSpPr>
                <a:endCxn id="359" idx="4"/>
              </p:cNvCxnSpPr>
              <p:nvPr/>
            </p:nvCxnSpPr>
            <p:spPr>
              <a:xfrm rot="5400000" flipH="1" flipV="1">
                <a:off x="4772945" y="363808"/>
                <a:ext cx="98868" cy="51117"/>
              </a:xfrm>
              <a:prstGeom prst="bentConnector3">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3" name="Connector: Elbow 362">
                <a:extLst>
                  <a:ext uri="{FF2B5EF4-FFF2-40B4-BE49-F238E27FC236}">
                    <a16:creationId xmlns:a16="http://schemas.microsoft.com/office/drawing/2014/main" id="{50A6E56E-D9E2-A009-1D63-06445B8D9C37}"/>
                  </a:ext>
                </a:extLst>
              </p:cNvPr>
              <p:cNvCxnSpPr>
                <a:cxnSpLocks/>
              </p:cNvCxnSpPr>
              <p:nvPr/>
            </p:nvCxnSpPr>
            <p:spPr>
              <a:xfrm rot="16200000" flipV="1">
                <a:off x="4270842" y="364599"/>
                <a:ext cx="98868" cy="51117"/>
              </a:xfrm>
              <a:prstGeom prst="bentConnector3">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4" name="Straight Connector 363">
                <a:extLst>
                  <a:ext uri="{FF2B5EF4-FFF2-40B4-BE49-F238E27FC236}">
                    <a16:creationId xmlns:a16="http://schemas.microsoft.com/office/drawing/2014/main" id="{7930FC6E-DF73-DA66-38C9-C6590E9A8EF8}"/>
                  </a:ext>
                </a:extLst>
              </p:cNvPr>
              <p:cNvCxnSpPr>
                <a:cxnSpLocks/>
                <a:stCxn id="360" idx="4"/>
                <a:endCxn id="358" idx="0"/>
              </p:cNvCxnSpPr>
              <p:nvPr/>
            </p:nvCxnSpPr>
            <p:spPr>
              <a:xfrm flipH="1">
                <a:off x="4528140" y="322107"/>
                <a:ext cx="911" cy="119592"/>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367" name="Oval 366">
                <a:extLst>
                  <a:ext uri="{FF2B5EF4-FFF2-40B4-BE49-F238E27FC236}">
                    <a16:creationId xmlns:a16="http://schemas.microsoft.com/office/drawing/2014/main" id="{39790AE7-FFFE-E07A-90E0-CD9683EEDDF4}"/>
                  </a:ext>
                </a:extLst>
              </p:cNvPr>
              <p:cNvSpPr/>
              <p:nvPr/>
            </p:nvSpPr>
            <p:spPr>
              <a:xfrm>
                <a:off x="4712560" y="1641171"/>
                <a:ext cx="102233" cy="103149"/>
              </a:xfrm>
              <a:prstGeom prst="ellipse">
                <a:avLst/>
              </a:prstGeom>
              <a:solidFill>
                <a:srgbClr val="E6C86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368" name="Oval 367">
                <a:extLst>
                  <a:ext uri="{FF2B5EF4-FFF2-40B4-BE49-F238E27FC236}">
                    <a16:creationId xmlns:a16="http://schemas.microsoft.com/office/drawing/2014/main" id="{A70325CA-F6D8-344E-9736-216352B75598}"/>
                  </a:ext>
                </a:extLst>
              </p:cNvPr>
              <p:cNvSpPr/>
              <p:nvPr/>
            </p:nvSpPr>
            <p:spPr>
              <a:xfrm>
                <a:off x="4469867" y="1641170"/>
                <a:ext cx="102233" cy="103149"/>
              </a:xfrm>
              <a:prstGeom prst="ellipse">
                <a:avLst/>
              </a:prstGeom>
              <a:solidFill>
                <a:srgbClr val="E6C86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373" name="Oval 372">
                <a:extLst>
                  <a:ext uri="{FF2B5EF4-FFF2-40B4-BE49-F238E27FC236}">
                    <a16:creationId xmlns:a16="http://schemas.microsoft.com/office/drawing/2014/main" id="{BF1CCC4A-25DE-35CF-7B6E-78376405E844}"/>
                  </a:ext>
                </a:extLst>
              </p:cNvPr>
              <p:cNvSpPr/>
              <p:nvPr/>
            </p:nvSpPr>
            <p:spPr>
              <a:xfrm>
                <a:off x="4242063" y="1641170"/>
                <a:ext cx="102233" cy="103149"/>
              </a:xfrm>
              <a:prstGeom prst="ellipse">
                <a:avLst/>
              </a:prstGeom>
              <a:solidFill>
                <a:srgbClr val="E6C86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cxnSp>
            <p:nvCxnSpPr>
              <p:cNvPr id="374" name="Connector: Elbow 373">
                <a:extLst>
                  <a:ext uri="{FF2B5EF4-FFF2-40B4-BE49-F238E27FC236}">
                    <a16:creationId xmlns:a16="http://schemas.microsoft.com/office/drawing/2014/main" id="{26CB0619-EE07-D3BC-1820-607632AACD03}"/>
                  </a:ext>
                </a:extLst>
              </p:cNvPr>
              <p:cNvCxnSpPr>
                <a:cxnSpLocks/>
                <a:endCxn id="367" idx="0"/>
              </p:cNvCxnSpPr>
              <p:nvPr/>
            </p:nvCxnSpPr>
            <p:spPr>
              <a:xfrm rot="16200000" flipH="1">
                <a:off x="4687010" y="1564498"/>
                <a:ext cx="95925" cy="57410"/>
              </a:xfrm>
              <a:prstGeom prst="bentConnector3">
                <a:avLst>
                  <a:gd name="adj1" fmla="val 50000"/>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5" name="Connector: Elbow 374">
                <a:extLst>
                  <a:ext uri="{FF2B5EF4-FFF2-40B4-BE49-F238E27FC236}">
                    <a16:creationId xmlns:a16="http://schemas.microsoft.com/office/drawing/2014/main" id="{994AFCE3-399E-6067-7C70-DD1E73E4AD94}"/>
                  </a:ext>
                </a:extLst>
              </p:cNvPr>
              <p:cNvCxnSpPr>
                <a:cxnSpLocks/>
                <a:endCxn id="373" idx="0"/>
              </p:cNvCxnSpPr>
              <p:nvPr/>
            </p:nvCxnSpPr>
            <p:spPr>
              <a:xfrm rot="5400000">
                <a:off x="4270777" y="1567645"/>
                <a:ext cx="95923" cy="51116"/>
              </a:xfrm>
              <a:prstGeom prst="bentConnector3">
                <a:avLst>
                  <a:gd name="adj1" fmla="val 50000"/>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6" name="Straight Connector 375">
                <a:extLst>
                  <a:ext uri="{FF2B5EF4-FFF2-40B4-BE49-F238E27FC236}">
                    <a16:creationId xmlns:a16="http://schemas.microsoft.com/office/drawing/2014/main" id="{4F0B33D8-2C7B-EC5A-4DD6-D81F01D7816F}"/>
                  </a:ext>
                </a:extLst>
              </p:cNvPr>
              <p:cNvCxnSpPr>
                <a:cxnSpLocks/>
                <a:stCxn id="368" idx="0"/>
                <a:endCxn id="403" idx="2"/>
              </p:cNvCxnSpPr>
              <p:nvPr/>
            </p:nvCxnSpPr>
            <p:spPr>
              <a:xfrm flipV="1">
                <a:off x="4520984" y="1442010"/>
                <a:ext cx="717" cy="19916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77" name="Group 376">
                <a:extLst>
                  <a:ext uri="{FF2B5EF4-FFF2-40B4-BE49-F238E27FC236}">
                    <a16:creationId xmlns:a16="http://schemas.microsoft.com/office/drawing/2014/main" id="{9FE110DD-A136-35E1-5BBF-A68B68800325}"/>
                  </a:ext>
                </a:extLst>
              </p:cNvPr>
              <p:cNvGrpSpPr/>
              <p:nvPr/>
            </p:nvGrpSpPr>
            <p:grpSpPr>
              <a:xfrm rot="7671557">
                <a:off x="3373367" y="1955986"/>
                <a:ext cx="349450" cy="484303"/>
                <a:chOff x="3476018" y="1655769"/>
                <a:chExt cx="349450" cy="484303"/>
              </a:xfrm>
            </p:grpSpPr>
            <p:sp>
              <p:nvSpPr>
                <p:cNvPr id="378" name="Flowchart: Delay 377">
                  <a:extLst>
                    <a:ext uri="{FF2B5EF4-FFF2-40B4-BE49-F238E27FC236}">
                      <a16:creationId xmlns:a16="http://schemas.microsoft.com/office/drawing/2014/main" id="{4432ED3E-5B58-8E27-0B25-E7454B7B1CAC}"/>
                    </a:ext>
                  </a:extLst>
                </p:cNvPr>
                <p:cNvSpPr/>
                <p:nvPr/>
              </p:nvSpPr>
              <p:spPr>
                <a:xfrm rot="16200000">
                  <a:off x="3518739" y="1694930"/>
                  <a:ext cx="273165" cy="194844"/>
                </a:xfrm>
                <a:prstGeom prst="flowChartDelay">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mc:AlternateContent xmlns:mc="http://schemas.openxmlformats.org/markup-compatibility/2006" xmlns:p14="http://schemas.microsoft.com/office/powerpoint/2010/main">
              <mc:Choice Requires="p14">
                <p:contentPart p14:bwMode="auto" r:id="rId351">
                  <p14:nvContentPartPr>
                    <p14:cNvPr id="379" name="Ink 378">
                      <a:extLst>
                        <a:ext uri="{FF2B5EF4-FFF2-40B4-BE49-F238E27FC236}">
                          <a16:creationId xmlns:a16="http://schemas.microsoft.com/office/drawing/2014/main" id="{3211B019-2212-1145-D287-D48F0BC4E7C1}"/>
                        </a:ext>
                      </a:extLst>
                    </p14:cNvPr>
                    <p14:cNvContentPartPr/>
                    <p14:nvPr/>
                  </p14:nvContentPartPr>
                  <p14:xfrm>
                    <a:off x="3563025" y="1801595"/>
                    <a:ext cx="177480" cy="94680"/>
                  </p14:xfrm>
                </p:contentPart>
              </mc:Choice>
              <mc:Fallback xmlns="">
                <p:pic>
                  <p:nvPicPr>
                    <p:cNvPr id="1264" name="Ink 1263">
                      <a:extLst>
                        <a:ext uri="{FF2B5EF4-FFF2-40B4-BE49-F238E27FC236}">
                          <a16:creationId xmlns:a16="http://schemas.microsoft.com/office/drawing/2014/main" id="{60297DF2-3A12-43CF-9DFE-4BF44F9F9C46}"/>
                        </a:ext>
                      </a:extLst>
                    </p:cNvPr>
                    <p:cNvPicPr/>
                    <p:nvPr/>
                  </p:nvPicPr>
                  <p:blipFill>
                    <a:blip r:embed="rId352"/>
                    <a:stretch>
                      <a:fillRect/>
                    </a:stretch>
                  </p:blipFill>
                  <p:spPr>
                    <a:xfrm>
                      <a:off x="3558705" y="1797275"/>
                      <a:ext cx="186120" cy="103320"/>
                    </a:xfrm>
                    <a:prstGeom prst="rect">
                      <a:avLst/>
                    </a:prstGeom>
                  </p:spPr>
                </p:pic>
              </mc:Fallback>
            </mc:AlternateContent>
            <mc:AlternateContent xmlns:mc="http://schemas.openxmlformats.org/markup-compatibility/2006" xmlns:p14="http://schemas.microsoft.com/office/powerpoint/2010/main">
              <mc:Choice Requires="p14">
                <p:contentPart p14:bwMode="auto" r:id="rId353">
                  <p14:nvContentPartPr>
                    <p14:cNvPr id="380" name="Ink 379">
                      <a:extLst>
                        <a:ext uri="{FF2B5EF4-FFF2-40B4-BE49-F238E27FC236}">
                          <a16:creationId xmlns:a16="http://schemas.microsoft.com/office/drawing/2014/main" id="{8703E3A5-B234-C419-35C3-BDF0BF9CB5C7}"/>
                        </a:ext>
                      </a:extLst>
                    </p14:cNvPr>
                    <p14:cNvContentPartPr/>
                    <p14:nvPr/>
                  </p14:nvContentPartPr>
                  <p14:xfrm>
                    <a:off x="3703200" y="1798268"/>
                    <a:ext cx="52920" cy="8280"/>
                  </p14:xfrm>
                </p:contentPart>
              </mc:Choice>
              <mc:Fallback xmlns="">
                <p:pic>
                  <p:nvPicPr>
                    <p:cNvPr id="1275" name="Ink 1274">
                      <a:extLst>
                        <a:ext uri="{FF2B5EF4-FFF2-40B4-BE49-F238E27FC236}">
                          <a16:creationId xmlns:a16="http://schemas.microsoft.com/office/drawing/2014/main" id="{7A7E6207-5D59-4BFC-A67C-DAF5BD9EBD00}"/>
                        </a:ext>
                      </a:extLst>
                    </p:cNvPr>
                    <p:cNvPicPr/>
                    <p:nvPr/>
                  </p:nvPicPr>
                  <p:blipFill>
                    <a:blip r:embed="rId354"/>
                    <a:stretch>
                      <a:fillRect/>
                    </a:stretch>
                  </p:blipFill>
                  <p:spPr>
                    <a:xfrm>
                      <a:off x="3698880" y="1793948"/>
                      <a:ext cx="61560" cy="16920"/>
                    </a:xfrm>
                    <a:prstGeom prst="rect">
                      <a:avLst/>
                    </a:prstGeom>
                  </p:spPr>
                </p:pic>
              </mc:Fallback>
            </mc:AlternateContent>
            <p:sp>
              <p:nvSpPr>
                <p:cNvPr id="381" name="Oval 380">
                  <a:extLst>
                    <a:ext uri="{FF2B5EF4-FFF2-40B4-BE49-F238E27FC236}">
                      <a16:creationId xmlns:a16="http://schemas.microsoft.com/office/drawing/2014/main" id="{90E437B9-DF8D-3175-541A-3B95F69493E2}"/>
                    </a:ext>
                  </a:extLst>
                </p:cNvPr>
                <p:cNvSpPr/>
                <p:nvPr/>
              </p:nvSpPr>
              <p:spPr>
                <a:xfrm>
                  <a:off x="3614458" y="1703767"/>
                  <a:ext cx="74613" cy="74234"/>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382" name="Oval 381">
                  <a:extLst>
                    <a:ext uri="{FF2B5EF4-FFF2-40B4-BE49-F238E27FC236}">
                      <a16:creationId xmlns:a16="http://schemas.microsoft.com/office/drawing/2014/main" id="{1E8135E8-FEA8-968F-74C2-E1B154AC5AFE}"/>
                    </a:ext>
                  </a:extLst>
                </p:cNvPr>
                <p:cNvSpPr/>
                <p:nvPr/>
              </p:nvSpPr>
              <p:spPr>
                <a:xfrm>
                  <a:off x="3629614" y="1718024"/>
                  <a:ext cx="45719" cy="45719"/>
                </a:xfrm>
                <a:prstGeom prst="ellipse">
                  <a:avLst/>
                </a:prstGeom>
                <a:no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grpSp>
              <p:nvGrpSpPr>
                <p:cNvPr id="383" name="Group 382">
                  <a:extLst>
                    <a:ext uri="{FF2B5EF4-FFF2-40B4-BE49-F238E27FC236}">
                      <a16:creationId xmlns:a16="http://schemas.microsoft.com/office/drawing/2014/main" id="{49FC7C89-66FC-9612-F3B7-9015582C6AFA}"/>
                    </a:ext>
                  </a:extLst>
                </p:cNvPr>
                <p:cNvGrpSpPr/>
                <p:nvPr/>
              </p:nvGrpSpPr>
              <p:grpSpPr>
                <a:xfrm>
                  <a:off x="3476018" y="1823415"/>
                  <a:ext cx="349450" cy="316657"/>
                  <a:chOff x="3476018" y="1823415"/>
                  <a:chExt cx="349450" cy="316657"/>
                </a:xfrm>
              </p:grpSpPr>
              <mc:AlternateContent xmlns:mc="http://schemas.openxmlformats.org/markup-compatibility/2006" xmlns:p14="http://schemas.microsoft.com/office/powerpoint/2010/main">
                <mc:Choice Requires="p14">
                  <p:contentPart p14:bwMode="auto" r:id="rId355">
                    <p14:nvContentPartPr>
                      <p14:cNvPr id="384" name="Ink 383">
                        <a:extLst>
                          <a:ext uri="{FF2B5EF4-FFF2-40B4-BE49-F238E27FC236}">
                            <a16:creationId xmlns:a16="http://schemas.microsoft.com/office/drawing/2014/main" id="{5EC87284-C305-ABA8-F3A9-A46D890F2E0B}"/>
                          </a:ext>
                        </a:extLst>
                      </p14:cNvPr>
                      <p14:cNvContentPartPr/>
                      <p14:nvPr/>
                    </p14:nvContentPartPr>
                    <p14:xfrm>
                      <a:off x="3476018" y="1873095"/>
                      <a:ext cx="45720" cy="30600"/>
                    </p14:xfrm>
                  </p:contentPart>
                </mc:Choice>
                <mc:Fallback xmlns="">
                  <p:pic>
                    <p:nvPicPr>
                      <p:cNvPr id="1265" name="Ink 1264">
                        <a:extLst>
                          <a:ext uri="{FF2B5EF4-FFF2-40B4-BE49-F238E27FC236}">
                            <a16:creationId xmlns:a16="http://schemas.microsoft.com/office/drawing/2014/main" id="{F66C41A6-1647-45D6-BC1A-FBEA1F5A5C76}"/>
                          </a:ext>
                        </a:extLst>
                      </p:cNvPr>
                      <p:cNvPicPr/>
                      <p:nvPr/>
                    </p:nvPicPr>
                    <p:blipFill>
                      <a:blip r:embed="rId356"/>
                      <a:stretch>
                        <a:fillRect/>
                      </a:stretch>
                    </p:blipFill>
                    <p:spPr>
                      <a:xfrm>
                        <a:off x="3471698" y="1868775"/>
                        <a:ext cx="54360" cy="39240"/>
                      </a:xfrm>
                      <a:prstGeom prst="rect">
                        <a:avLst/>
                      </a:prstGeom>
                    </p:spPr>
                  </p:pic>
                </mc:Fallback>
              </mc:AlternateContent>
              <mc:AlternateContent xmlns:mc="http://schemas.openxmlformats.org/markup-compatibility/2006" xmlns:p14="http://schemas.microsoft.com/office/powerpoint/2010/main">
                <mc:Choice Requires="p14">
                  <p:contentPart p14:bwMode="auto" r:id="rId357">
                    <p14:nvContentPartPr>
                      <p14:cNvPr id="385" name="Ink 384">
                        <a:extLst>
                          <a:ext uri="{FF2B5EF4-FFF2-40B4-BE49-F238E27FC236}">
                            <a16:creationId xmlns:a16="http://schemas.microsoft.com/office/drawing/2014/main" id="{27F4F680-F526-BBFF-6328-1FA1F4C6223A}"/>
                          </a:ext>
                        </a:extLst>
                      </p14:cNvPr>
                      <p14:cNvContentPartPr/>
                      <p14:nvPr/>
                    </p14:nvContentPartPr>
                    <p14:xfrm>
                      <a:off x="3494738" y="1823415"/>
                      <a:ext cx="54720" cy="43200"/>
                    </p14:xfrm>
                  </p:contentPart>
                </mc:Choice>
                <mc:Fallback xmlns="">
                  <p:pic>
                    <p:nvPicPr>
                      <p:cNvPr id="1266" name="Ink 1265">
                        <a:extLst>
                          <a:ext uri="{FF2B5EF4-FFF2-40B4-BE49-F238E27FC236}">
                            <a16:creationId xmlns:a16="http://schemas.microsoft.com/office/drawing/2014/main" id="{A00FEEE7-3705-450B-AE50-BBDD90B461D3}"/>
                          </a:ext>
                        </a:extLst>
                      </p:cNvPr>
                      <p:cNvPicPr/>
                      <p:nvPr/>
                    </p:nvPicPr>
                    <p:blipFill>
                      <a:blip r:embed="rId358"/>
                      <a:stretch>
                        <a:fillRect/>
                      </a:stretch>
                    </p:blipFill>
                    <p:spPr>
                      <a:xfrm>
                        <a:off x="3490418" y="1819095"/>
                        <a:ext cx="63360" cy="51840"/>
                      </a:xfrm>
                      <a:prstGeom prst="rect">
                        <a:avLst/>
                      </a:prstGeom>
                    </p:spPr>
                  </p:pic>
                </mc:Fallback>
              </mc:AlternateContent>
              <mc:AlternateContent xmlns:mc="http://schemas.openxmlformats.org/markup-compatibility/2006" xmlns:p14="http://schemas.microsoft.com/office/powerpoint/2010/main">
                <mc:Choice Requires="p14">
                  <p:contentPart p14:bwMode="auto" r:id="rId359">
                    <p14:nvContentPartPr>
                      <p14:cNvPr id="386" name="Ink 385">
                        <a:extLst>
                          <a:ext uri="{FF2B5EF4-FFF2-40B4-BE49-F238E27FC236}">
                            <a16:creationId xmlns:a16="http://schemas.microsoft.com/office/drawing/2014/main" id="{26FEB098-EF81-9C27-0DA1-ABA756C64566}"/>
                          </a:ext>
                        </a:extLst>
                      </p14:cNvPr>
                      <p14:cNvContentPartPr/>
                      <p14:nvPr/>
                    </p14:nvContentPartPr>
                    <p14:xfrm>
                      <a:off x="3777338" y="1870215"/>
                      <a:ext cx="44640" cy="36000"/>
                    </p14:xfrm>
                  </p:contentPart>
                </mc:Choice>
                <mc:Fallback xmlns="">
                  <p:pic>
                    <p:nvPicPr>
                      <p:cNvPr id="1271" name="Ink 1270">
                        <a:extLst>
                          <a:ext uri="{FF2B5EF4-FFF2-40B4-BE49-F238E27FC236}">
                            <a16:creationId xmlns:a16="http://schemas.microsoft.com/office/drawing/2014/main" id="{192BE73F-CB31-44D8-B4CF-4BC64BF4B794}"/>
                          </a:ext>
                        </a:extLst>
                      </p:cNvPr>
                      <p:cNvPicPr/>
                      <p:nvPr/>
                    </p:nvPicPr>
                    <p:blipFill>
                      <a:blip r:embed="rId360"/>
                      <a:stretch>
                        <a:fillRect/>
                      </a:stretch>
                    </p:blipFill>
                    <p:spPr>
                      <a:xfrm>
                        <a:off x="3773018" y="1865895"/>
                        <a:ext cx="53280" cy="44640"/>
                      </a:xfrm>
                      <a:prstGeom prst="rect">
                        <a:avLst/>
                      </a:prstGeom>
                    </p:spPr>
                  </p:pic>
                </mc:Fallback>
              </mc:AlternateContent>
              <mc:AlternateContent xmlns:mc="http://schemas.openxmlformats.org/markup-compatibility/2006" xmlns:p14="http://schemas.microsoft.com/office/powerpoint/2010/main">
                <mc:Choice Requires="p14">
                  <p:contentPart p14:bwMode="auto" r:id="rId361">
                    <p14:nvContentPartPr>
                      <p14:cNvPr id="387" name="Ink 386">
                        <a:extLst>
                          <a:ext uri="{FF2B5EF4-FFF2-40B4-BE49-F238E27FC236}">
                            <a16:creationId xmlns:a16="http://schemas.microsoft.com/office/drawing/2014/main" id="{11F680BA-037C-6101-DF04-DA7F1A8F62B9}"/>
                          </a:ext>
                        </a:extLst>
                      </p14:cNvPr>
                      <p14:cNvContentPartPr/>
                      <p14:nvPr/>
                    </p14:nvContentPartPr>
                    <p14:xfrm>
                      <a:off x="3757178" y="1831335"/>
                      <a:ext cx="46440" cy="36360"/>
                    </p14:xfrm>
                  </p:contentPart>
                </mc:Choice>
                <mc:Fallback xmlns="">
                  <p:pic>
                    <p:nvPicPr>
                      <p:cNvPr id="1272" name="Ink 1271">
                        <a:extLst>
                          <a:ext uri="{FF2B5EF4-FFF2-40B4-BE49-F238E27FC236}">
                            <a16:creationId xmlns:a16="http://schemas.microsoft.com/office/drawing/2014/main" id="{AAD683A3-AE78-4472-9605-449D945E16DD}"/>
                          </a:ext>
                        </a:extLst>
                      </p:cNvPr>
                      <p:cNvPicPr/>
                      <p:nvPr/>
                    </p:nvPicPr>
                    <p:blipFill>
                      <a:blip r:embed="rId362"/>
                      <a:stretch>
                        <a:fillRect/>
                      </a:stretch>
                    </p:blipFill>
                    <p:spPr>
                      <a:xfrm>
                        <a:off x="3752858" y="1827015"/>
                        <a:ext cx="55080" cy="45000"/>
                      </a:xfrm>
                      <a:prstGeom prst="rect">
                        <a:avLst/>
                      </a:prstGeom>
                    </p:spPr>
                  </p:pic>
                </mc:Fallback>
              </mc:AlternateContent>
              <mc:AlternateContent xmlns:mc="http://schemas.openxmlformats.org/markup-compatibility/2006" xmlns:p14="http://schemas.microsoft.com/office/powerpoint/2010/main">
                <mc:Choice Requires="p14">
                  <p:contentPart p14:bwMode="auto" r:id="rId363">
                    <p14:nvContentPartPr>
                      <p14:cNvPr id="388" name="Ink 387">
                        <a:extLst>
                          <a:ext uri="{FF2B5EF4-FFF2-40B4-BE49-F238E27FC236}">
                            <a16:creationId xmlns:a16="http://schemas.microsoft.com/office/drawing/2014/main" id="{9384E8A6-B4A5-7F41-9D0E-5ADCABB602B2}"/>
                          </a:ext>
                        </a:extLst>
                      </p14:cNvPr>
                      <p14:cNvContentPartPr/>
                      <p14:nvPr/>
                    </p14:nvContentPartPr>
                    <p14:xfrm>
                      <a:off x="3662748" y="1940992"/>
                      <a:ext cx="62640" cy="195120"/>
                    </p14:xfrm>
                  </p:contentPart>
                </mc:Choice>
                <mc:Fallback xmlns="">
                  <p:pic>
                    <p:nvPicPr>
                      <p:cNvPr id="1278" name="Ink 1277">
                        <a:extLst>
                          <a:ext uri="{FF2B5EF4-FFF2-40B4-BE49-F238E27FC236}">
                            <a16:creationId xmlns:a16="http://schemas.microsoft.com/office/drawing/2014/main" id="{359A9EEC-B1B4-4203-9F30-C325D9461056}"/>
                          </a:ext>
                        </a:extLst>
                      </p:cNvPr>
                      <p:cNvPicPr/>
                      <p:nvPr/>
                    </p:nvPicPr>
                    <p:blipFill>
                      <a:blip r:embed="rId364"/>
                      <a:stretch>
                        <a:fillRect/>
                      </a:stretch>
                    </p:blipFill>
                    <p:spPr>
                      <a:xfrm>
                        <a:off x="3658428" y="1936672"/>
                        <a:ext cx="71280" cy="203760"/>
                      </a:xfrm>
                      <a:prstGeom prst="rect">
                        <a:avLst/>
                      </a:prstGeom>
                    </p:spPr>
                  </p:pic>
                </mc:Fallback>
              </mc:AlternateContent>
              <mc:AlternateContent xmlns:mc="http://schemas.openxmlformats.org/markup-compatibility/2006" xmlns:p14="http://schemas.microsoft.com/office/powerpoint/2010/main">
                <mc:Choice Requires="p14">
                  <p:contentPart p14:bwMode="auto" r:id="rId365">
                    <p14:nvContentPartPr>
                      <p14:cNvPr id="389" name="Ink 388">
                        <a:extLst>
                          <a:ext uri="{FF2B5EF4-FFF2-40B4-BE49-F238E27FC236}">
                            <a16:creationId xmlns:a16="http://schemas.microsoft.com/office/drawing/2014/main" id="{B170EEC3-DFC7-17C2-C89E-1C3AEB799B14}"/>
                          </a:ext>
                        </a:extLst>
                      </p14:cNvPr>
                      <p14:cNvContentPartPr/>
                      <p14:nvPr/>
                    </p14:nvContentPartPr>
                    <p14:xfrm>
                      <a:off x="3672468" y="1931992"/>
                      <a:ext cx="59400" cy="124200"/>
                    </p14:xfrm>
                  </p:contentPart>
                </mc:Choice>
                <mc:Fallback xmlns="">
                  <p:pic>
                    <p:nvPicPr>
                      <p:cNvPr id="1279" name="Ink 1278">
                        <a:extLst>
                          <a:ext uri="{FF2B5EF4-FFF2-40B4-BE49-F238E27FC236}">
                            <a16:creationId xmlns:a16="http://schemas.microsoft.com/office/drawing/2014/main" id="{F2A52ED4-452C-465C-9C5D-D340B6C8917D}"/>
                          </a:ext>
                        </a:extLst>
                      </p:cNvPr>
                      <p:cNvPicPr/>
                      <p:nvPr/>
                    </p:nvPicPr>
                    <p:blipFill>
                      <a:blip r:embed="rId366"/>
                      <a:stretch>
                        <a:fillRect/>
                      </a:stretch>
                    </p:blipFill>
                    <p:spPr>
                      <a:xfrm>
                        <a:off x="3668148" y="1927672"/>
                        <a:ext cx="68040" cy="132840"/>
                      </a:xfrm>
                      <a:prstGeom prst="rect">
                        <a:avLst/>
                      </a:prstGeom>
                    </p:spPr>
                  </p:pic>
                </mc:Fallback>
              </mc:AlternateContent>
              <mc:AlternateContent xmlns:mc="http://schemas.openxmlformats.org/markup-compatibility/2006" xmlns:p14="http://schemas.microsoft.com/office/powerpoint/2010/main">
                <mc:Choice Requires="p14">
                  <p:contentPart p14:bwMode="auto" r:id="rId367">
                    <p14:nvContentPartPr>
                      <p14:cNvPr id="390" name="Ink 389">
                        <a:extLst>
                          <a:ext uri="{FF2B5EF4-FFF2-40B4-BE49-F238E27FC236}">
                            <a16:creationId xmlns:a16="http://schemas.microsoft.com/office/drawing/2014/main" id="{0C4B4E53-92E0-AE45-4A2E-F02988389A87}"/>
                          </a:ext>
                        </a:extLst>
                      </p14:cNvPr>
                      <p14:cNvContentPartPr/>
                      <p14:nvPr/>
                    </p14:nvContentPartPr>
                    <p14:xfrm>
                      <a:off x="3577068" y="1930912"/>
                      <a:ext cx="63720" cy="209160"/>
                    </p14:xfrm>
                  </p:contentPart>
                </mc:Choice>
                <mc:Fallback xmlns="">
                  <p:pic>
                    <p:nvPicPr>
                      <p:cNvPr id="1281" name="Ink 1280">
                        <a:extLst>
                          <a:ext uri="{FF2B5EF4-FFF2-40B4-BE49-F238E27FC236}">
                            <a16:creationId xmlns:a16="http://schemas.microsoft.com/office/drawing/2014/main" id="{7A75B9B2-65C2-4888-9F0D-8AFD0C44724B}"/>
                          </a:ext>
                        </a:extLst>
                      </p:cNvPr>
                      <p:cNvPicPr/>
                      <p:nvPr/>
                    </p:nvPicPr>
                    <p:blipFill>
                      <a:blip r:embed="rId368"/>
                      <a:stretch>
                        <a:fillRect/>
                      </a:stretch>
                    </p:blipFill>
                    <p:spPr>
                      <a:xfrm>
                        <a:off x="3572748" y="1926592"/>
                        <a:ext cx="72360" cy="217800"/>
                      </a:xfrm>
                      <a:prstGeom prst="rect">
                        <a:avLst/>
                      </a:prstGeom>
                    </p:spPr>
                  </p:pic>
                </mc:Fallback>
              </mc:AlternateContent>
              <mc:AlternateContent xmlns:mc="http://schemas.openxmlformats.org/markup-compatibility/2006" xmlns:p14="http://schemas.microsoft.com/office/powerpoint/2010/main">
                <mc:Choice Requires="p14">
                  <p:contentPart p14:bwMode="auto" r:id="rId369">
                    <p14:nvContentPartPr>
                      <p14:cNvPr id="391" name="Ink 390">
                        <a:extLst>
                          <a:ext uri="{FF2B5EF4-FFF2-40B4-BE49-F238E27FC236}">
                            <a16:creationId xmlns:a16="http://schemas.microsoft.com/office/drawing/2014/main" id="{E161BF1D-02DA-F059-D719-4DFD3C079D46}"/>
                          </a:ext>
                        </a:extLst>
                      </p14:cNvPr>
                      <p14:cNvContentPartPr/>
                      <p14:nvPr/>
                    </p14:nvContentPartPr>
                    <p14:xfrm>
                      <a:off x="3561228" y="1928752"/>
                      <a:ext cx="60120" cy="129960"/>
                    </p14:xfrm>
                  </p:contentPart>
                </mc:Choice>
                <mc:Fallback xmlns="">
                  <p:pic>
                    <p:nvPicPr>
                      <p:cNvPr id="1282" name="Ink 1281">
                        <a:extLst>
                          <a:ext uri="{FF2B5EF4-FFF2-40B4-BE49-F238E27FC236}">
                            <a16:creationId xmlns:a16="http://schemas.microsoft.com/office/drawing/2014/main" id="{A226A604-F8FE-4AEB-BF79-F148DF9286F1}"/>
                          </a:ext>
                        </a:extLst>
                      </p:cNvPr>
                      <p:cNvPicPr/>
                      <p:nvPr/>
                    </p:nvPicPr>
                    <p:blipFill>
                      <a:blip r:embed="rId370"/>
                      <a:stretch>
                        <a:fillRect/>
                      </a:stretch>
                    </p:blipFill>
                    <p:spPr>
                      <a:xfrm>
                        <a:off x="3556908" y="1924432"/>
                        <a:ext cx="68760" cy="138600"/>
                      </a:xfrm>
                      <a:prstGeom prst="rect">
                        <a:avLst/>
                      </a:prstGeom>
                    </p:spPr>
                  </p:pic>
                </mc:Fallback>
              </mc:AlternateContent>
              <mc:AlternateContent xmlns:mc="http://schemas.openxmlformats.org/markup-compatibility/2006" xmlns:p14="http://schemas.microsoft.com/office/powerpoint/2010/main">
                <mc:Choice Requires="p14">
                  <p:contentPart p14:bwMode="auto" r:id="rId371">
                    <p14:nvContentPartPr>
                      <p14:cNvPr id="392" name="Ink 391">
                        <a:extLst>
                          <a:ext uri="{FF2B5EF4-FFF2-40B4-BE49-F238E27FC236}">
                            <a16:creationId xmlns:a16="http://schemas.microsoft.com/office/drawing/2014/main" id="{FBB6D531-0265-8650-1B5F-BC5F565E919C}"/>
                          </a:ext>
                        </a:extLst>
                      </p14:cNvPr>
                      <p14:cNvContentPartPr/>
                      <p14:nvPr/>
                    </p14:nvContentPartPr>
                    <p14:xfrm>
                      <a:off x="3673188" y="2036032"/>
                      <a:ext cx="44280" cy="95040"/>
                    </p14:xfrm>
                  </p:contentPart>
                </mc:Choice>
                <mc:Fallback xmlns="">
                  <p:pic>
                    <p:nvPicPr>
                      <p:cNvPr id="1287" name="Ink 1286">
                        <a:extLst>
                          <a:ext uri="{FF2B5EF4-FFF2-40B4-BE49-F238E27FC236}">
                            <a16:creationId xmlns:a16="http://schemas.microsoft.com/office/drawing/2014/main" id="{1B417559-3307-47FB-811C-2A5F7DD68DE3}"/>
                          </a:ext>
                        </a:extLst>
                      </p:cNvPr>
                      <p:cNvPicPr/>
                      <p:nvPr/>
                    </p:nvPicPr>
                    <p:blipFill>
                      <a:blip r:embed="rId372"/>
                      <a:stretch>
                        <a:fillRect/>
                      </a:stretch>
                    </p:blipFill>
                    <p:spPr>
                      <a:xfrm>
                        <a:off x="3668868" y="2031712"/>
                        <a:ext cx="52920" cy="103680"/>
                      </a:xfrm>
                      <a:prstGeom prst="rect">
                        <a:avLst/>
                      </a:prstGeom>
                    </p:spPr>
                  </p:pic>
                </mc:Fallback>
              </mc:AlternateContent>
              <mc:AlternateContent xmlns:mc="http://schemas.openxmlformats.org/markup-compatibility/2006" xmlns:p14="http://schemas.microsoft.com/office/powerpoint/2010/main">
                <mc:Choice Requires="p14">
                  <p:contentPart p14:bwMode="auto" r:id="rId373">
                    <p14:nvContentPartPr>
                      <p14:cNvPr id="393" name="Ink 392">
                        <a:extLst>
                          <a:ext uri="{FF2B5EF4-FFF2-40B4-BE49-F238E27FC236}">
                            <a16:creationId xmlns:a16="http://schemas.microsoft.com/office/drawing/2014/main" id="{D5A4183C-0A42-A855-371F-0D27111B92A8}"/>
                          </a:ext>
                        </a:extLst>
                      </p14:cNvPr>
                      <p14:cNvContentPartPr/>
                      <p14:nvPr/>
                    </p14:nvContentPartPr>
                    <p14:xfrm>
                      <a:off x="3572028" y="1936312"/>
                      <a:ext cx="67320" cy="200520"/>
                    </p14:xfrm>
                  </p:contentPart>
                </mc:Choice>
                <mc:Fallback xmlns="">
                  <p:pic>
                    <p:nvPicPr>
                      <p:cNvPr id="1294" name="Ink 1293">
                        <a:extLst>
                          <a:ext uri="{FF2B5EF4-FFF2-40B4-BE49-F238E27FC236}">
                            <a16:creationId xmlns:a16="http://schemas.microsoft.com/office/drawing/2014/main" id="{C447843E-3350-4309-8303-7118A011FD54}"/>
                          </a:ext>
                        </a:extLst>
                      </p:cNvPr>
                      <p:cNvPicPr/>
                      <p:nvPr/>
                    </p:nvPicPr>
                    <p:blipFill>
                      <a:blip r:embed="rId374"/>
                      <a:stretch>
                        <a:fillRect/>
                      </a:stretch>
                    </p:blipFill>
                    <p:spPr>
                      <a:xfrm>
                        <a:off x="3567708" y="1931992"/>
                        <a:ext cx="75960" cy="209160"/>
                      </a:xfrm>
                      <a:prstGeom prst="rect">
                        <a:avLst/>
                      </a:prstGeom>
                    </p:spPr>
                  </p:pic>
                </mc:Fallback>
              </mc:AlternateContent>
              <mc:AlternateContent xmlns:mc="http://schemas.openxmlformats.org/markup-compatibility/2006" xmlns:p14="http://schemas.microsoft.com/office/powerpoint/2010/main">
                <mc:Choice Requires="p14">
                  <p:contentPart p14:bwMode="auto" r:id="rId375">
                    <p14:nvContentPartPr>
                      <p14:cNvPr id="394" name="Ink 393">
                        <a:extLst>
                          <a:ext uri="{FF2B5EF4-FFF2-40B4-BE49-F238E27FC236}">
                            <a16:creationId xmlns:a16="http://schemas.microsoft.com/office/drawing/2014/main" id="{42487B1B-0AD7-323E-EC24-33D44DBB2247}"/>
                          </a:ext>
                        </a:extLst>
                      </p14:cNvPr>
                      <p14:cNvContentPartPr/>
                      <p14:nvPr/>
                    </p14:nvContentPartPr>
                    <p14:xfrm>
                      <a:off x="3725748" y="2038912"/>
                      <a:ext cx="5400" cy="39960"/>
                    </p14:xfrm>
                  </p:contentPart>
                </mc:Choice>
                <mc:Fallback xmlns="">
                  <p:pic>
                    <p:nvPicPr>
                      <p:cNvPr id="1301" name="Ink 1300">
                        <a:extLst>
                          <a:ext uri="{FF2B5EF4-FFF2-40B4-BE49-F238E27FC236}">
                            <a16:creationId xmlns:a16="http://schemas.microsoft.com/office/drawing/2014/main" id="{57778227-E433-4F1A-839F-38968EA303F0}"/>
                          </a:ext>
                        </a:extLst>
                      </p:cNvPr>
                      <p:cNvPicPr/>
                      <p:nvPr/>
                    </p:nvPicPr>
                    <p:blipFill>
                      <a:blip r:embed="rId376"/>
                      <a:stretch>
                        <a:fillRect/>
                      </a:stretch>
                    </p:blipFill>
                    <p:spPr>
                      <a:xfrm>
                        <a:off x="3721428" y="2034592"/>
                        <a:ext cx="14040" cy="48600"/>
                      </a:xfrm>
                      <a:prstGeom prst="rect">
                        <a:avLst/>
                      </a:prstGeom>
                    </p:spPr>
                  </p:pic>
                </mc:Fallback>
              </mc:AlternateContent>
              <mc:AlternateContent xmlns:mc="http://schemas.openxmlformats.org/markup-compatibility/2006" xmlns:p14="http://schemas.microsoft.com/office/powerpoint/2010/main">
                <mc:Choice Requires="p14">
                  <p:contentPart p14:bwMode="auto" r:id="rId377">
                    <p14:nvContentPartPr>
                      <p14:cNvPr id="395" name="Ink 394">
                        <a:extLst>
                          <a:ext uri="{FF2B5EF4-FFF2-40B4-BE49-F238E27FC236}">
                            <a16:creationId xmlns:a16="http://schemas.microsoft.com/office/drawing/2014/main" id="{2C08ED8C-6958-7F33-C29C-FA74984FA9A7}"/>
                          </a:ext>
                        </a:extLst>
                      </p14:cNvPr>
                      <p14:cNvContentPartPr/>
                      <p14:nvPr/>
                    </p14:nvContentPartPr>
                    <p14:xfrm>
                      <a:off x="3726828" y="2015512"/>
                      <a:ext cx="6840" cy="60840"/>
                    </p14:xfrm>
                  </p:contentPart>
                </mc:Choice>
                <mc:Fallback xmlns="">
                  <p:pic>
                    <p:nvPicPr>
                      <p:cNvPr id="1305" name="Ink 1304">
                        <a:extLst>
                          <a:ext uri="{FF2B5EF4-FFF2-40B4-BE49-F238E27FC236}">
                            <a16:creationId xmlns:a16="http://schemas.microsoft.com/office/drawing/2014/main" id="{2950FDCE-9B9C-4A5C-A584-5AAE4A4B2805}"/>
                          </a:ext>
                        </a:extLst>
                      </p:cNvPr>
                      <p:cNvPicPr/>
                      <p:nvPr/>
                    </p:nvPicPr>
                    <p:blipFill>
                      <a:blip r:embed="rId378"/>
                      <a:stretch>
                        <a:fillRect/>
                      </a:stretch>
                    </p:blipFill>
                    <p:spPr>
                      <a:xfrm>
                        <a:off x="3722508" y="2011192"/>
                        <a:ext cx="15480" cy="69480"/>
                      </a:xfrm>
                      <a:prstGeom prst="rect">
                        <a:avLst/>
                      </a:prstGeom>
                    </p:spPr>
                  </p:pic>
                </mc:Fallback>
              </mc:AlternateContent>
              <mc:AlternateContent xmlns:mc="http://schemas.openxmlformats.org/markup-compatibility/2006" xmlns:p14="http://schemas.microsoft.com/office/powerpoint/2010/main">
                <mc:Choice Requires="p14">
                  <p:contentPart p14:bwMode="auto" r:id="rId379">
                    <p14:nvContentPartPr>
                      <p14:cNvPr id="396" name="Ink 395">
                        <a:extLst>
                          <a:ext uri="{FF2B5EF4-FFF2-40B4-BE49-F238E27FC236}">
                            <a16:creationId xmlns:a16="http://schemas.microsoft.com/office/drawing/2014/main" id="{85FB1D75-2914-16F7-63AA-004532D8A243}"/>
                          </a:ext>
                        </a:extLst>
                      </p14:cNvPr>
                      <p14:cNvContentPartPr/>
                      <p14:nvPr/>
                    </p14:nvContentPartPr>
                    <p14:xfrm>
                      <a:off x="3557988" y="1939192"/>
                      <a:ext cx="63360" cy="114480"/>
                    </p14:xfrm>
                  </p:contentPart>
                </mc:Choice>
                <mc:Fallback xmlns="">
                  <p:pic>
                    <p:nvPicPr>
                      <p:cNvPr id="1370" name="Ink 1369">
                        <a:extLst>
                          <a:ext uri="{FF2B5EF4-FFF2-40B4-BE49-F238E27FC236}">
                            <a16:creationId xmlns:a16="http://schemas.microsoft.com/office/drawing/2014/main" id="{18251AAA-7D0D-4F7E-9AAB-54D6103F37B1}"/>
                          </a:ext>
                        </a:extLst>
                      </p:cNvPr>
                      <p:cNvPicPr/>
                      <p:nvPr/>
                    </p:nvPicPr>
                    <p:blipFill>
                      <a:blip r:embed="rId380"/>
                      <a:stretch>
                        <a:fillRect/>
                      </a:stretch>
                    </p:blipFill>
                    <p:spPr>
                      <a:xfrm>
                        <a:off x="3553668" y="1934872"/>
                        <a:ext cx="72000" cy="123120"/>
                      </a:xfrm>
                      <a:prstGeom prst="rect">
                        <a:avLst/>
                      </a:prstGeom>
                    </p:spPr>
                  </p:pic>
                </mc:Fallback>
              </mc:AlternateContent>
              <mc:AlternateContent xmlns:mc="http://schemas.openxmlformats.org/markup-compatibility/2006" xmlns:p14="http://schemas.microsoft.com/office/powerpoint/2010/main">
                <mc:Choice Requires="p14">
                  <p:contentPart p14:bwMode="auto" r:id="rId381">
                    <p14:nvContentPartPr>
                      <p14:cNvPr id="397" name="Ink 396">
                        <a:extLst>
                          <a:ext uri="{FF2B5EF4-FFF2-40B4-BE49-F238E27FC236}">
                            <a16:creationId xmlns:a16="http://schemas.microsoft.com/office/drawing/2014/main" id="{5F618961-0189-4659-1012-9E2C5A684C31}"/>
                          </a:ext>
                        </a:extLst>
                      </p14:cNvPr>
                      <p14:cNvContentPartPr/>
                      <p14:nvPr/>
                    </p14:nvContentPartPr>
                    <p14:xfrm>
                      <a:off x="3801708" y="1867192"/>
                      <a:ext cx="23760" cy="45360"/>
                    </p14:xfrm>
                  </p:contentPart>
                </mc:Choice>
                <mc:Fallback xmlns="">
                  <p:pic>
                    <p:nvPicPr>
                      <p:cNvPr id="1384" name="Ink 1383">
                        <a:extLst>
                          <a:ext uri="{FF2B5EF4-FFF2-40B4-BE49-F238E27FC236}">
                            <a16:creationId xmlns:a16="http://schemas.microsoft.com/office/drawing/2014/main" id="{3CBE62B1-234C-40F7-B41F-DA8B7FCB0E56}"/>
                          </a:ext>
                        </a:extLst>
                      </p:cNvPr>
                      <p:cNvPicPr/>
                      <p:nvPr/>
                    </p:nvPicPr>
                    <p:blipFill>
                      <a:blip r:embed="rId382"/>
                      <a:stretch>
                        <a:fillRect/>
                      </a:stretch>
                    </p:blipFill>
                    <p:spPr>
                      <a:xfrm>
                        <a:off x="3797388" y="1862872"/>
                        <a:ext cx="32400" cy="54000"/>
                      </a:xfrm>
                      <a:prstGeom prst="rect">
                        <a:avLst/>
                      </a:prstGeom>
                    </p:spPr>
                  </p:pic>
                </mc:Fallback>
              </mc:AlternateContent>
            </p:grpSp>
          </p:grpSp>
          <p:sp>
            <p:nvSpPr>
              <p:cNvPr id="398" name="Oval 397">
                <a:extLst>
                  <a:ext uri="{FF2B5EF4-FFF2-40B4-BE49-F238E27FC236}">
                    <a16:creationId xmlns:a16="http://schemas.microsoft.com/office/drawing/2014/main" id="{FF5C7E55-64DA-6876-C65C-E74D11584C31}"/>
                  </a:ext>
                </a:extLst>
              </p:cNvPr>
              <p:cNvSpPr/>
              <p:nvPr/>
            </p:nvSpPr>
            <p:spPr>
              <a:xfrm>
                <a:off x="2865547" y="0"/>
                <a:ext cx="2685869" cy="2582983"/>
              </a:xfrm>
              <a:prstGeom prst="ellipse">
                <a:avLst/>
              </a:prstGeom>
              <a:noFill/>
              <a:ln>
                <a:solidFill>
                  <a:srgbClr val="D6A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cxnSp>
            <p:nvCxnSpPr>
              <p:cNvPr id="399" name="Connector: Curved 398">
                <a:extLst>
                  <a:ext uri="{FF2B5EF4-FFF2-40B4-BE49-F238E27FC236}">
                    <a16:creationId xmlns:a16="http://schemas.microsoft.com/office/drawing/2014/main" id="{2BE7D892-1AFA-19FD-F63D-5C13060655DE}"/>
                  </a:ext>
                </a:extLst>
              </p:cNvPr>
              <p:cNvCxnSpPr/>
              <p:nvPr/>
            </p:nvCxnSpPr>
            <p:spPr>
              <a:xfrm rot="5400000" flipH="1" flipV="1">
                <a:off x="3658665" y="1622172"/>
                <a:ext cx="289734" cy="251108"/>
              </a:xfrm>
              <a:prstGeom prst="curvedConnector3">
                <a:avLst/>
              </a:prstGeom>
              <a:ln w="19050">
                <a:tailEnd type="triangle" w="lg" len="lg"/>
              </a:ln>
            </p:spPr>
            <p:style>
              <a:lnRef idx="1">
                <a:schemeClr val="accent1"/>
              </a:lnRef>
              <a:fillRef idx="0">
                <a:schemeClr val="accent1"/>
              </a:fillRef>
              <a:effectRef idx="0">
                <a:schemeClr val="accent1"/>
              </a:effectRef>
              <a:fontRef idx="minor">
                <a:schemeClr val="tx1"/>
              </a:fontRef>
            </p:style>
          </p:cxnSp>
          <p:cxnSp>
            <p:nvCxnSpPr>
              <p:cNvPr id="400" name="Connector: Curved 399">
                <a:extLst>
                  <a:ext uri="{FF2B5EF4-FFF2-40B4-BE49-F238E27FC236}">
                    <a16:creationId xmlns:a16="http://schemas.microsoft.com/office/drawing/2014/main" id="{BC2E07F2-E0F0-92F8-8690-0F3BA1CA6DDE}"/>
                  </a:ext>
                </a:extLst>
              </p:cNvPr>
              <p:cNvCxnSpPr/>
              <p:nvPr/>
            </p:nvCxnSpPr>
            <p:spPr>
              <a:xfrm rot="5400000" flipH="1" flipV="1">
                <a:off x="3715032" y="1789976"/>
                <a:ext cx="289734" cy="251108"/>
              </a:xfrm>
              <a:prstGeom prst="curvedConnector3">
                <a:avLst/>
              </a:prstGeom>
              <a:ln w="19050">
                <a:tailEnd type="triangle" w="lg" len="lg"/>
              </a:ln>
            </p:spPr>
            <p:style>
              <a:lnRef idx="1">
                <a:schemeClr val="accent1"/>
              </a:lnRef>
              <a:fillRef idx="0">
                <a:schemeClr val="accent1"/>
              </a:fillRef>
              <a:effectRef idx="0">
                <a:schemeClr val="accent1"/>
              </a:effectRef>
              <a:fontRef idx="minor">
                <a:schemeClr val="tx1"/>
              </a:fontRef>
            </p:style>
          </p:cxnSp>
          <p:cxnSp>
            <p:nvCxnSpPr>
              <p:cNvPr id="401" name="Connector: Curved 400">
                <a:extLst>
                  <a:ext uri="{FF2B5EF4-FFF2-40B4-BE49-F238E27FC236}">
                    <a16:creationId xmlns:a16="http://schemas.microsoft.com/office/drawing/2014/main" id="{A53601D8-53DD-F36D-E7B2-C4769B785503}"/>
                  </a:ext>
                </a:extLst>
              </p:cNvPr>
              <p:cNvCxnSpPr/>
              <p:nvPr/>
            </p:nvCxnSpPr>
            <p:spPr>
              <a:xfrm rot="5400000" flipH="1" flipV="1">
                <a:off x="3830443" y="1911906"/>
                <a:ext cx="289734" cy="251108"/>
              </a:xfrm>
              <a:prstGeom prst="curvedConnector3">
                <a:avLst/>
              </a:prstGeom>
              <a:ln w="19050">
                <a:tailEnd type="triangle" w="lg" len="lg"/>
              </a:ln>
            </p:spPr>
            <p:style>
              <a:lnRef idx="1">
                <a:schemeClr val="accent1"/>
              </a:lnRef>
              <a:fillRef idx="0">
                <a:schemeClr val="accent1"/>
              </a:fillRef>
              <a:effectRef idx="0">
                <a:schemeClr val="accent1"/>
              </a:effectRef>
              <a:fontRef idx="minor">
                <a:schemeClr val="tx1"/>
              </a:fontRef>
            </p:style>
          </p:cxnSp>
          <p:sp>
            <p:nvSpPr>
              <p:cNvPr id="402" name="TextBox 401">
                <a:extLst>
                  <a:ext uri="{FF2B5EF4-FFF2-40B4-BE49-F238E27FC236}">
                    <a16:creationId xmlns:a16="http://schemas.microsoft.com/office/drawing/2014/main" id="{9C7799CD-0467-3C85-85EB-A2C20DC37842}"/>
                  </a:ext>
                </a:extLst>
              </p:cNvPr>
              <p:cNvSpPr txBox="1"/>
              <p:nvPr/>
            </p:nvSpPr>
            <p:spPr>
              <a:xfrm rot="16200000">
                <a:off x="3095518" y="807109"/>
                <a:ext cx="1151149" cy="400110"/>
              </a:xfrm>
              <a:prstGeom prst="rect">
                <a:avLst/>
              </a:prstGeom>
              <a:noFill/>
            </p:spPr>
            <p:txBody>
              <a:bodyPr wrap="none" rtlCol="0">
                <a:spAutoFit/>
              </a:bodyPr>
              <a:lstStyle/>
              <a:p>
                <a:r>
                  <a:rPr lang="en-US" sz="2000" dirty="0"/>
                  <a:t>Gateway</a:t>
                </a:r>
                <a:endParaRPr lang="en-DE" sz="2000" dirty="0"/>
              </a:p>
            </p:txBody>
          </p:sp>
          <p:pic>
            <p:nvPicPr>
              <p:cNvPr id="403" name="Graphic 402" descr="Monitor outline">
                <a:extLst>
                  <a:ext uri="{FF2B5EF4-FFF2-40B4-BE49-F238E27FC236}">
                    <a16:creationId xmlns:a16="http://schemas.microsoft.com/office/drawing/2014/main" id="{361B640D-1005-1AAB-2E71-1A6A4F70664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83"/>
                  </a:ext>
                </a:extLst>
              </a:blip>
              <a:stretch>
                <a:fillRect/>
              </a:stretch>
            </p:blipFill>
            <p:spPr>
              <a:xfrm>
                <a:off x="4064501" y="527610"/>
                <a:ext cx="914400" cy="914400"/>
              </a:xfrm>
              <a:prstGeom prst="rect">
                <a:avLst/>
              </a:prstGeom>
            </p:spPr>
          </p:pic>
          <p:pic>
            <p:nvPicPr>
              <p:cNvPr id="404" name="Graphic 403" descr="Heartbeat with solid fill">
                <a:extLst>
                  <a:ext uri="{FF2B5EF4-FFF2-40B4-BE49-F238E27FC236}">
                    <a16:creationId xmlns:a16="http://schemas.microsoft.com/office/drawing/2014/main" id="{ACF4B0E4-D4A1-4720-4ECB-4574B237842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84"/>
                  </a:ext>
                </a:extLst>
              </a:blip>
              <a:stretch>
                <a:fillRect/>
              </a:stretch>
            </p:blipFill>
            <p:spPr>
              <a:xfrm>
                <a:off x="4262507" y="663295"/>
                <a:ext cx="531086" cy="531086"/>
              </a:xfrm>
              <a:prstGeom prst="rect">
                <a:avLst/>
              </a:prstGeom>
            </p:spPr>
          </p:pic>
        </p:grpSp>
      </p:grpSp>
    </p:spTree>
    <p:extLst>
      <p:ext uri="{BB962C8B-B14F-4D97-AF65-F5344CB8AC3E}">
        <p14:creationId xmlns:p14="http://schemas.microsoft.com/office/powerpoint/2010/main" val="21307170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47132D-6527-A309-6E55-5DE04B3CF4B0}"/>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528BE73C-033B-C40A-BBFD-9C56C3C61697}"/>
              </a:ext>
            </a:extLst>
          </p:cNvPr>
          <p:cNvSpPr/>
          <p:nvPr/>
        </p:nvSpPr>
        <p:spPr>
          <a:xfrm>
            <a:off x="0" y="0"/>
            <a:ext cx="12192000" cy="6858000"/>
          </a:xfrm>
          <a:prstGeom prst="rect">
            <a:avLst/>
          </a:prstGeom>
          <a:solidFill>
            <a:srgbClr val="0F444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GB" dirty="0"/>
          </a:p>
        </p:txBody>
      </p:sp>
      <p:pic>
        <p:nvPicPr>
          <p:cNvPr id="6" name="Picture 5">
            <a:extLst>
              <a:ext uri="{FF2B5EF4-FFF2-40B4-BE49-F238E27FC236}">
                <a16:creationId xmlns:a16="http://schemas.microsoft.com/office/drawing/2014/main" id="{EE43F89E-318A-1269-029F-FB575B976C08}"/>
              </a:ext>
            </a:extLst>
          </p:cNvPr>
          <p:cNvPicPr>
            <a:picLocks noChangeAspect="1"/>
          </p:cNvPicPr>
          <p:nvPr/>
        </p:nvPicPr>
        <p:blipFill>
          <a:blip r:embed="rId2"/>
          <a:srcRect t="13853" b="15498"/>
          <a:stretch/>
        </p:blipFill>
        <p:spPr>
          <a:xfrm>
            <a:off x="330531" y="1530997"/>
            <a:ext cx="3470725" cy="3678067"/>
          </a:xfrm>
          <a:prstGeom prst="rect">
            <a:avLst/>
          </a:prstGeom>
        </p:spPr>
      </p:pic>
      <p:sp>
        <p:nvSpPr>
          <p:cNvPr id="2" name="Title 1">
            <a:extLst>
              <a:ext uri="{FF2B5EF4-FFF2-40B4-BE49-F238E27FC236}">
                <a16:creationId xmlns:a16="http://schemas.microsoft.com/office/drawing/2014/main" id="{9DEDB9C6-DD5B-F6DC-CCA5-C8BF7A375310}"/>
              </a:ext>
            </a:extLst>
          </p:cNvPr>
          <p:cNvSpPr>
            <a:spLocks noGrp="1"/>
          </p:cNvSpPr>
          <p:nvPr>
            <p:ph type="title"/>
          </p:nvPr>
        </p:nvSpPr>
        <p:spPr>
          <a:xfrm>
            <a:off x="160986" y="362481"/>
            <a:ext cx="4911090" cy="823913"/>
          </a:xfrm>
        </p:spPr>
        <p:txBody>
          <a:bodyPr/>
          <a:lstStyle/>
          <a:p>
            <a:r>
              <a:rPr lang="en-GB" dirty="0">
                <a:solidFill>
                  <a:schemeClr val="bg1"/>
                </a:solidFill>
              </a:rPr>
              <a:t>Bio-Building Carriers</a:t>
            </a:r>
          </a:p>
        </p:txBody>
      </p:sp>
      <p:sp>
        <p:nvSpPr>
          <p:cNvPr id="4" name="Slide Number Placeholder 3">
            <a:extLst>
              <a:ext uri="{FF2B5EF4-FFF2-40B4-BE49-F238E27FC236}">
                <a16:creationId xmlns:a16="http://schemas.microsoft.com/office/drawing/2014/main" id="{DAE0533A-C931-15FB-7670-57195FBC97F3}"/>
              </a:ext>
            </a:extLst>
          </p:cNvPr>
          <p:cNvSpPr>
            <a:spLocks noGrp="1"/>
          </p:cNvSpPr>
          <p:nvPr>
            <p:ph type="sldNum" sz="quarter" idx="12"/>
          </p:nvPr>
        </p:nvSpPr>
        <p:spPr/>
        <p:txBody>
          <a:bodyPr/>
          <a:lstStyle/>
          <a:p>
            <a:fld id="{5A51F297-1191-4DB8-B109-50EF96A3851C}" type="slidenum">
              <a:rPr lang="en-DE" smtClean="0"/>
              <a:t>7</a:t>
            </a:fld>
            <a:endParaRPr lang="en-DE"/>
          </a:p>
        </p:txBody>
      </p:sp>
      <p:sp>
        <p:nvSpPr>
          <p:cNvPr id="3" name="Trapezoid 2">
            <a:extLst>
              <a:ext uri="{FF2B5EF4-FFF2-40B4-BE49-F238E27FC236}">
                <a16:creationId xmlns:a16="http://schemas.microsoft.com/office/drawing/2014/main" id="{319E0797-8C86-232A-BBD5-5A0F394E738B}"/>
              </a:ext>
            </a:extLst>
          </p:cNvPr>
          <p:cNvSpPr/>
          <p:nvPr/>
        </p:nvSpPr>
        <p:spPr>
          <a:xfrm rot="16200000">
            <a:off x="3130402" y="3137253"/>
            <a:ext cx="661828" cy="488929"/>
          </a:xfrm>
          <a:prstGeom prst="trapezoid">
            <a:avLst>
              <a:gd name="adj" fmla="val 27054"/>
            </a:avLst>
          </a:prstGeom>
          <a:solidFill>
            <a:srgbClr val="0F444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Rounded Corners 4">
            <a:extLst>
              <a:ext uri="{FF2B5EF4-FFF2-40B4-BE49-F238E27FC236}">
                <a16:creationId xmlns:a16="http://schemas.microsoft.com/office/drawing/2014/main" id="{D9B1F904-F0E3-E248-7877-0C20826DEACD}"/>
              </a:ext>
            </a:extLst>
          </p:cNvPr>
          <p:cNvSpPr/>
          <p:nvPr/>
        </p:nvSpPr>
        <p:spPr>
          <a:xfrm rot="20900103">
            <a:off x="3224598" y="3098463"/>
            <a:ext cx="484287" cy="126098"/>
          </a:xfrm>
          <a:prstGeom prst="roundRect">
            <a:avLst>
              <a:gd name="adj" fmla="val 50000"/>
            </a:avLst>
          </a:prstGeom>
          <a:solidFill>
            <a:srgbClr val="EEAE4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Rounded Corners 7">
            <a:extLst>
              <a:ext uri="{FF2B5EF4-FFF2-40B4-BE49-F238E27FC236}">
                <a16:creationId xmlns:a16="http://schemas.microsoft.com/office/drawing/2014/main" id="{C2E61037-B6CD-73C6-3571-E70090F19665}"/>
              </a:ext>
            </a:extLst>
          </p:cNvPr>
          <p:cNvSpPr/>
          <p:nvPr/>
        </p:nvSpPr>
        <p:spPr>
          <a:xfrm rot="1044026">
            <a:off x="3213718" y="3554165"/>
            <a:ext cx="484287" cy="126098"/>
          </a:xfrm>
          <a:prstGeom prst="roundRect">
            <a:avLst>
              <a:gd name="adj" fmla="val 50000"/>
            </a:avLst>
          </a:prstGeom>
          <a:solidFill>
            <a:srgbClr val="EEAE4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9" name="Picture 8">
            <a:extLst>
              <a:ext uri="{FF2B5EF4-FFF2-40B4-BE49-F238E27FC236}">
                <a16:creationId xmlns:a16="http://schemas.microsoft.com/office/drawing/2014/main" id="{B6EC0ABA-B839-AE30-5E07-6C9C1642FAF2}"/>
              </a:ext>
            </a:extLst>
          </p:cNvPr>
          <p:cNvPicPr>
            <a:picLocks noChangeAspect="1"/>
          </p:cNvPicPr>
          <p:nvPr/>
        </p:nvPicPr>
        <p:blipFill>
          <a:blip r:embed="rId3"/>
          <a:srcRect t="15158" b="14193"/>
          <a:stretch/>
        </p:blipFill>
        <p:spPr>
          <a:xfrm>
            <a:off x="8360676" y="1742266"/>
            <a:ext cx="3176598" cy="3366369"/>
          </a:xfrm>
          <a:prstGeom prst="rect">
            <a:avLst/>
          </a:prstGeom>
        </p:spPr>
      </p:pic>
      <p:sp>
        <p:nvSpPr>
          <p:cNvPr id="10" name="Title 1">
            <a:extLst>
              <a:ext uri="{FF2B5EF4-FFF2-40B4-BE49-F238E27FC236}">
                <a16:creationId xmlns:a16="http://schemas.microsoft.com/office/drawing/2014/main" id="{2F7FE9F4-02C2-911B-381E-30C32A3D4282}"/>
              </a:ext>
            </a:extLst>
          </p:cNvPr>
          <p:cNvSpPr txBox="1">
            <a:spLocks/>
          </p:cNvSpPr>
          <p:nvPr/>
        </p:nvSpPr>
        <p:spPr>
          <a:xfrm>
            <a:off x="8393901" y="486553"/>
            <a:ext cx="3176598" cy="82391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solidFill>
                  <a:schemeClr val="bg1"/>
                </a:solidFill>
              </a:rPr>
              <a:t>Cancer Cell</a:t>
            </a:r>
          </a:p>
        </p:txBody>
      </p:sp>
      <p:grpSp>
        <p:nvGrpSpPr>
          <p:cNvPr id="22" name="Group 21">
            <a:extLst>
              <a:ext uri="{FF2B5EF4-FFF2-40B4-BE49-F238E27FC236}">
                <a16:creationId xmlns:a16="http://schemas.microsoft.com/office/drawing/2014/main" id="{C35B66FD-5195-BDF7-F0C5-9741C3D2EE3C}"/>
              </a:ext>
            </a:extLst>
          </p:cNvPr>
          <p:cNvGrpSpPr/>
          <p:nvPr/>
        </p:nvGrpSpPr>
        <p:grpSpPr>
          <a:xfrm rot="191046">
            <a:off x="1484133" y="2923579"/>
            <a:ext cx="708660" cy="329213"/>
            <a:chOff x="5445156" y="3423920"/>
            <a:chExt cx="708660" cy="329213"/>
          </a:xfrm>
        </p:grpSpPr>
        <p:sp>
          <p:nvSpPr>
            <p:cNvPr id="23" name="Rectangle: Rounded Corners 22">
              <a:extLst>
                <a:ext uri="{FF2B5EF4-FFF2-40B4-BE49-F238E27FC236}">
                  <a16:creationId xmlns:a16="http://schemas.microsoft.com/office/drawing/2014/main" id="{1298CE1F-D401-1C9B-11B5-11D8A8E95857}"/>
                </a:ext>
              </a:extLst>
            </p:cNvPr>
            <p:cNvSpPr/>
            <p:nvPr/>
          </p:nvSpPr>
          <p:spPr>
            <a:xfrm>
              <a:off x="5445156" y="3433445"/>
              <a:ext cx="708660" cy="308610"/>
            </a:xfrm>
            <a:prstGeom prst="roundRect">
              <a:avLst>
                <a:gd name="adj" fmla="val 50000"/>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4" name="Picture 23">
              <a:extLst>
                <a:ext uri="{FF2B5EF4-FFF2-40B4-BE49-F238E27FC236}">
                  <a16:creationId xmlns:a16="http://schemas.microsoft.com/office/drawing/2014/main" id="{0778D8B8-A853-19F4-9597-77EF22FDA5D8}"/>
                </a:ext>
              </a:extLst>
            </p:cNvPr>
            <p:cNvPicPr>
              <a:picLocks noChangeAspect="1"/>
            </p:cNvPicPr>
            <p:nvPr/>
          </p:nvPicPr>
          <p:blipFill>
            <a:blip r:embed="rId4"/>
            <a:srcRect l="50000"/>
            <a:stretch/>
          </p:blipFill>
          <p:spPr>
            <a:xfrm>
              <a:off x="5788025" y="3423920"/>
              <a:ext cx="365791" cy="329213"/>
            </a:xfrm>
            <a:prstGeom prst="rect">
              <a:avLst/>
            </a:prstGeom>
          </p:spPr>
        </p:pic>
      </p:grpSp>
      <p:grpSp>
        <p:nvGrpSpPr>
          <p:cNvPr id="28" name="Group 27">
            <a:extLst>
              <a:ext uri="{FF2B5EF4-FFF2-40B4-BE49-F238E27FC236}">
                <a16:creationId xmlns:a16="http://schemas.microsoft.com/office/drawing/2014/main" id="{D54F4157-E5FB-4DE5-2F2B-F7205FE6B57E}"/>
              </a:ext>
            </a:extLst>
          </p:cNvPr>
          <p:cNvGrpSpPr/>
          <p:nvPr/>
        </p:nvGrpSpPr>
        <p:grpSpPr>
          <a:xfrm rot="697545">
            <a:off x="1466298" y="3548025"/>
            <a:ext cx="708660" cy="329213"/>
            <a:chOff x="5445156" y="3423920"/>
            <a:chExt cx="708660" cy="329213"/>
          </a:xfrm>
        </p:grpSpPr>
        <p:sp>
          <p:nvSpPr>
            <p:cNvPr id="29" name="Rectangle: Rounded Corners 28">
              <a:extLst>
                <a:ext uri="{FF2B5EF4-FFF2-40B4-BE49-F238E27FC236}">
                  <a16:creationId xmlns:a16="http://schemas.microsoft.com/office/drawing/2014/main" id="{FC20F6E5-F873-1FF8-902A-30D5CA26C839}"/>
                </a:ext>
              </a:extLst>
            </p:cNvPr>
            <p:cNvSpPr/>
            <p:nvPr/>
          </p:nvSpPr>
          <p:spPr>
            <a:xfrm>
              <a:off x="5445156" y="3433445"/>
              <a:ext cx="708660" cy="308610"/>
            </a:xfrm>
            <a:prstGeom prst="roundRect">
              <a:avLst>
                <a:gd name="adj" fmla="val 50000"/>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0" name="Picture 29">
              <a:extLst>
                <a:ext uri="{FF2B5EF4-FFF2-40B4-BE49-F238E27FC236}">
                  <a16:creationId xmlns:a16="http://schemas.microsoft.com/office/drawing/2014/main" id="{34A13C65-959C-C49B-3744-1BA191A6F1AD}"/>
                </a:ext>
              </a:extLst>
            </p:cNvPr>
            <p:cNvPicPr>
              <a:picLocks noChangeAspect="1"/>
            </p:cNvPicPr>
            <p:nvPr/>
          </p:nvPicPr>
          <p:blipFill>
            <a:blip r:embed="rId4"/>
            <a:srcRect l="50000"/>
            <a:stretch/>
          </p:blipFill>
          <p:spPr>
            <a:xfrm>
              <a:off x="5788025" y="3423920"/>
              <a:ext cx="365791" cy="329213"/>
            </a:xfrm>
            <a:prstGeom prst="rect">
              <a:avLst/>
            </a:prstGeom>
          </p:spPr>
        </p:pic>
      </p:grpSp>
      <p:grpSp>
        <p:nvGrpSpPr>
          <p:cNvPr id="25" name="Group 24">
            <a:extLst>
              <a:ext uri="{FF2B5EF4-FFF2-40B4-BE49-F238E27FC236}">
                <a16:creationId xmlns:a16="http://schemas.microsoft.com/office/drawing/2014/main" id="{D35EF076-B0CC-1422-1DA7-00BC7A1F51FC}"/>
              </a:ext>
            </a:extLst>
          </p:cNvPr>
          <p:cNvGrpSpPr/>
          <p:nvPr/>
        </p:nvGrpSpPr>
        <p:grpSpPr>
          <a:xfrm rot="20651535">
            <a:off x="2300578" y="3076556"/>
            <a:ext cx="708660" cy="329213"/>
            <a:chOff x="5445156" y="3423920"/>
            <a:chExt cx="708660" cy="329213"/>
          </a:xfrm>
        </p:grpSpPr>
        <p:sp>
          <p:nvSpPr>
            <p:cNvPr id="26" name="Rectangle: Rounded Corners 25">
              <a:extLst>
                <a:ext uri="{FF2B5EF4-FFF2-40B4-BE49-F238E27FC236}">
                  <a16:creationId xmlns:a16="http://schemas.microsoft.com/office/drawing/2014/main" id="{FB176C90-16F5-D241-2148-13A5F5FDF126}"/>
                </a:ext>
              </a:extLst>
            </p:cNvPr>
            <p:cNvSpPr/>
            <p:nvPr/>
          </p:nvSpPr>
          <p:spPr>
            <a:xfrm>
              <a:off x="5445156" y="3433445"/>
              <a:ext cx="708660" cy="308610"/>
            </a:xfrm>
            <a:prstGeom prst="roundRect">
              <a:avLst>
                <a:gd name="adj" fmla="val 50000"/>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7" name="Picture 26">
              <a:extLst>
                <a:ext uri="{FF2B5EF4-FFF2-40B4-BE49-F238E27FC236}">
                  <a16:creationId xmlns:a16="http://schemas.microsoft.com/office/drawing/2014/main" id="{F4EA5AE0-286F-1FB1-69E2-0C260B8B3C72}"/>
                </a:ext>
              </a:extLst>
            </p:cNvPr>
            <p:cNvPicPr>
              <a:picLocks noChangeAspect="1"/>
            </p:cNvPicPr>
            <p:nvPr/>
          </p:nvPicPr>
          <p:blipFill>
            <a:blip r:embed="rId4"/>
            <a:srcRect l="50000"/>
            <a:stretch/>
          </p:blipFill>
          <p:spPr>
            <a:xfrm>
              <a:off x="5788025" y="3423920"/>
              <a:ext cx="365791" cy="329213"/>
            </a:xfrm>
            <a:prstGeom prst="rect">
              <a:avLst/>
            </a:prstGeom>
          </p:spPr>
        </p:pic>
      </p:grpSp>
      <p:sp>
        <p:nvSpPr>
          <p:cNvPr id="14" name="TextBox 13">
            <a:extLst>
              <a:ext uri="{FF2B5EF4-FFF2-40B4-BE49-F238E27FC236}">
                <a16:creationId xmlns:a16="http://schemas.microsoft.com/office/drawing/2014/main" id="{686A8C4B-9120-2004-56A2-AD195C8BE1BA}"/>
              </a:ext>
            </a:extLst>
          </p:cNvPr>
          <p:cNvSpPr txBox="1"/>
          <p:nvPr/>
        </p:nvSpPr>
        <p:spPr>
          <a:xfrm>
            <a:off x="0" y="6379944"/>
            <a:ext cx="10687856" cy="461665"/>
          </a:xfrm>
          <a:prstGeom prst="rect">
            <a:avLst/>
          </a:prstGeom>
          <a:noFill/>
        </p:spPr>
        <p:txBody>
          <a:bodyPr wrap="square">
            <a:spAutoFit/>
          </a:bodyPr>
          <a:lstStyle/>
          <a:p>
            <a:r>
              <a:rPr lang="en-GB" sz="1200" dirty="0">
                <a:solidFill>
                  <a:schemeClr val="bg1"/>
                </a:solidFill>
              </a:rPr>
              <a:t>[1] C. A. </a:t>
            </a:r>
            <a:r>
              <a:rPr lang="en-GB" sz="1200" dirty="0" err="1">
                <a:solidFill>
                  <a:schemeClr val="bg1"/>
                </a:solidFill>
              </a:rPr>
              <a:t>Söldner</a:t>
            </a:r>
            <a:r>
              <a:rPr lang="en-GB" sz="1200" dirty="0">
                <a:solidFill>
                  <a:schemeClr val="bg1"/>
                </a:solidFill>
              </a:rPr>
              <a:t> et al., “A Survey of Biological Building Blocks for Synthetic Molecular Communication Systems,” IEEE Communications Surveys Tutorials, vol. 22, no. 4, pp. 2765–2800, </a:t>
            </a:r>
            <a:r>
              <a:rPr lang="en-GB" sz="1200" dirty="0" err="1">
                <a:solidFill>
                  <a:schemeClr val="bg1"/>
                </a:solidFill>
              </a:rPr>
              <a:t>Fourthquarter</a:t>
            </a:r>
            <a:r>
              <a:rPr lang="en-GB" sz="1200" dirty="0">
                <a:solidFill>
                  <a:schemeClr val="bg1"/>
                </a:solidFill>
              </a:rPr>
              <a:t> 2020.</a:t>
            </a:r>
          </a:p>
        </p:txBody>
      </p:sp>
    </p:spTree>
    <p:extLst>
      <p:ext uri="{BB962C8B-B14F-4D97-AF65-F5344CB8AC3E}">
        <p14:creationId xmlns:p14="http://schemas.microsoft.com/office/powerpoint/2010/main" val="258463113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2000"/>
                                        <p:tgtEl>
                                          <p:spTgt spid="5"/>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fade">
                                      <p:cBhvr>
                                        <p:cTn id="18" dur="2000"/>
                                        <p:tgtEl>
                                          <p:spTgt spid="3"/>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2000"/>
                                        <p:tgtEl>
                                          <p:spTgt spid="8"/>
                                        </p:tgtEl>
                                      </p:cBhvr>
                                    </p:animEffect>
                                  </p:childTnLst>
                                </p:cTn>
                              </p:par>
                            </p:childTnLst>
                          </p:cTn>
                        </p:par>
                      </p:childTnLst>
                    </p:cTn>
                  </p:par>
                  <p:par>
                    <p:cTn id="22" fill="hold">
                      <p:stCondLst>
                        <p:cond delay="indefinite"/>
                      </p:stCondLst>
                      <p:childTnLst>
                        <p:par>
                          <p:cTn id="23" fill="hold">
                            <p:stCondLst>
                              <p:cond delay="0"/>
                            </p:stCondLst>
                            <p:childTnLst>
                              <p:par>
                                <p:cTn id="24" presetID="37" presetClass="path" presetSubtype="0" accel="50000" decel="50000" fill="hold" nodeType="clickEffect">
                                  <p:stCondLst>
                                    <p:cond delay="0"/>
                                  </p:stCondLst>
                                  <p:childTnLst>
                                    <p:animMotion origin="layout" path="M 1.66667E-6 -3.7037E-6 L 0.12018 0.02361 C 0.14505 0.02917 0.18281 0.03218 0.22226 0.03218 C 0.26693 0.03218 0.30299 0.02917 0.32812 0.02361 L 0.44857 -3.7037E-6 " pathEditMode="relative" rAng="0" ptsTypes="AAAAA">
                                      <p:cBhvr>
                                        <p:cTn id="25" dur="4100" fill="hold"/>
                                        <p:tgtEl>
                                          <p:spTgt spid="25"/>
                                        </p:tgtEl>
                                        <p:attrNameLst>
                                          <p:attrName>ppt_x</p:attrName>
                                          <p:attrName>ppt_y</p:attrName>
                                        </p:attrNameLst>
                                      </p:cBhvr>
                                      <p:rCtr x="22422" y="1597"/>
                                    </p:animMotion>
                                  </p:childTnLst>
                                </p:cTn>
                              </p:par>
                              <p:par>
                                <p:cTn id="26" presetID="37" presetClass="path" presetSubtype="0" accel="50000" decel="50000" fill="hold" nodeType="withEffect">
                                  <p:stCondLst>
                                    <p:cond delay="1000"/>
                                  </p:stCondLst>
                                  <p:childTnLst>
                                    <p:animMotion origin="layout" path="M -1.25E-6 -1.48148E-6 L 0.11354 0.04931 C 0.13724 0.06042 0.17279 0.06667 0.21016 0.06667 C 0.25248 0.06667 0.28659 0.06042 0.31029 0.04931 L 0.42409 -1.48148E-6 " pathEditMode="relative" rAng="0" ptsTypes="AAAAA">
                                      <p:cBhvr>
                                        <p:cTn id="27" dur="4500" fill="hold"/>
                                        <p:tgtEl>
                                          <p:spTgt spid="22"/>
                                        </p:tgtEl>
                                        <p:attrNameLst>
                                          <p:attrName>ppt_x</p:attrName>
                                          <p:attrName>ppt_y</p:attrName>
                                        </p:attrNameLst>
                                      </p:cBhvr>
                                      <p:rCtr x="21198" y="3333"/>
                                    </p:animMotion>
                                  </p:childTnLst>
                                </p:cTn>
                              </p:par>
                              <p:par>
                                <p:cTn id="28" presetID="37" presetClass="path" presetSubtype="0" accel="50000" decel="50000" fill="hold" nodeType="withEffect">
                                  <p:stCondLst>
                                    <p:cond delay="2600"/>
                                  </p:stCondLst>
                                  <p:childTnLst>
                                    <p:animMotion origin="layout" path="M 1.04167E-6 -3.7037E-6 L 0.08333 -0.02893 C 0.10065 -0.03541 0.12669 -0.03865 0.15417 -0.03865 C 0.18516 -0.03865 0.21016 -0.03541 0.22747 -0.02893 L 0.31107 -3.7037E-6 " pathEditMode="relative" rAng="0" ptsTypes="AAAAA">
                                      <p:cBhvr>
                                        <p:cTn id="29" dur="5100" fill="hold"/>
                                        <p:tgtEl>
                                          <p:spTgt spid="28"/>
                                        </p:tgtEl>
                                        <p:attrNameLst>
                                          <p:attrName>ppt_x</p:attrName>
                                          <p:attrName>ppt_y</p:attrName>
                                        </p:attrNameLst>
                                      </p:cBhvr>
                                      <p:rCtr x="15547" y="-1944"/>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8" grpId="0" animBg="1"/>
      <p:bldP spid="10"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FBDB13-48F4-BAE4-AA0C-98DC3655C475}"/>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72182D41-D759-D97F-B81A-569434AF2E5D}"/>
              </a:ext>
            </a:extLst>
          </p:cNvPr>
          <p:cNvSpPr/>
          <p:nvPr/>
        </p:nvSpPr>
        <p:spPr>
          <a:xfrm>
            <a:off x="0" y="-8170"/>
            <a:ext cx="12192000" cy="6858000"/>
          </a:xfrm>
          <a:prstGeom prst="rect">
            <a:avLst/>
          </a:prstGeom>
          <a:solidFill>
            <a:srgbClr val="0F444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a:p>
            <a:endParaRPr lang="en-GB" dirty="0"/>
          </a:p>
        </p:txBody>
      </p:sp>
      <p:pic>
        <p:nvPicPr>
          <p:cNvPr id="6" name="Picture 5">
            <a:extLst>
              <a:ext uri="{FF2B5EF4-FFF2-40B4-BE49-F238E27FC236}">
                <a16:creationId xmlns:a16="http://schemas.microsoft.com/office/drawing/2014/main" id="{9F0084CE-C2A8-3D22-C595-34A67FBDBC04}"/>
              </a:ext>
            </a:extLst>
          </p:cNvPr>
          <p:cNvPicPr>
            <a:picLocks noChangeAspect="1"/>
          </p:cNvPicPr>
          <p:nvPr/>
        </p:nvPicPr>
        <p:blipFill>
          <a:blip r:embed="rId2"/>
          <a:srcRect t="13853" b="15498"/>
          <a:stretch/>
        </p:blipFill>
        <p:spPr>
          <a:xfrm>
            <a:off x="330531" y="1480197"/>
            <a:ext cx="3470725" cy="3678067"/>
          </a:xfrm>
          <a:prstGeom prst="rect">
            <a:avLst/>
          </a:prstGeom>
        </p:spPr>
      </p:pic>
      <p:sp>
        <p:nvSpPr>
          <p:cNvPr id="2" name="Title 1">
            <a:extLst>
              <a:ext uri="{FF2B5EF4-FFF2-40B4-BE49-F238E27FC236}">
                <a16:creationId xmlns:a16="http://schemas.microsoft.com/office/drawing/2014/main" id="{1B0D377A-3944-564E-2986-D21A4C794EF2}"/>
              </a:ext>
            </a:extLst>
          </p:cNvPr>
          <p:cNvSpPr>
            <a:spLocks noGrp="1"/>
          </p:cNvSpPr>
          <p:nvPr>
            <p:ph type="title"/>
          </p:nvPr>
        </p:nvSpPr>
        <p:spPr>
          <a:xfrm>
            <a:off x="160986" y="146581"/>
            <a:ext cx="4911090" cy="823913"/>
          </a:xfrm>
        </p:spPr>
        <p:txBody>
          <a:bodyPr/>
          <a:lstStyle/>
          <a:p>
            <a:r>
              <a:rPr lang="en-GB" dirty="0">
                <a:solidFill>
                  <a:schemeClr val="bg1"/>
                </a:solidFill>
              </a:rPr>
              <a:t>Bio-Building Carriers</a:t>
            </a:r>
          </a:p>
        </p:txBody>
      </p:sp>
      <p:sp>
        <p:nvSpPr>
          <p:cNvPr id="4" name="Slide Number Placeholder 3">
            <a:extLst>
              <a:ext uri="{FF2B5EF4-FFF2-40B4-BE49-F238E27FC236}">
                <a16:creationId xmlns:a16="http://schemas.microsoft.com/office/drawing/2014/main" id="{1A896F4A-E701-0AA3-CD16-69F823BE44C7}"/>
              </a:ext>
            </a:extLst>
          </p:cNvPr>
          <p:cNvSpPr>
            <a:spLocks noGrp="1"/>
          </p:cNvSpPr>
          <p:nvPr>
            <p:ph type="sldNum" sz="quarter" idx="12"/>
          </p:nvPr>
        </p:nvSpPr>
        <p:spPr/>
        <p:txBody>
          <a:bodyPr/>
          <a:lstStyle/>
          <a:p>
            <a:fld id="{5A51F297-1191-4DB8-B109-50EF96A3851C}" type="slidenum">
              <a:rPr lang="en-DE" smtClean="0"/>
              <a:t>8</a:t>
            </a:fld>
            <a:endParaRPr lang="en-DE"/>
          </a:p>
        </p:txBody>
      </p:sp>
      <p:pic>
        <p:nvPicPr>
          <p:cNvPr id="9" name="Picture 8">
            <a:extLst>
              <a:ext uri="{FF2B5EF4-FFF2-40B4-BE49-F238E27FC236}">
                <a16:creationId xmlns:a16="http://schemas.microsoft.com/office/drawing/2014/main" id="{BCD2E1B6-5E62-5CE1-00F3-4B808B00223A}"/>
              </a:ext>
            </a:extLst>
          </p:cNvPr>
          <p:cNvPicPr>
            <a:picLocks noChangeAspect="1"/>
          </p:cNvPicPr>
          <p:nvPr/>
        </p:nvPicPr>
        <p:blipFill>
          <a:blip r:embed="rId3"/>
          <a:srcRect t="15158" b="14193"/>
          <a:stretch/>
        </p:blipFill>
        <p:spPr>
          <a:xfrm>
            <a:off x="8360676" y="1754966"/>
            <a:ext cx="3176598" cy="3366369"/>
          </a:xfrm>
          <a:prstGeom prst="rect">
            <a:avLst/>
          </a:prstGeom>
        </p:spPr>
      </p:pic>
      <p:sp>
        <p:nvSpPr>
          <p:cNvPr id="10" name="Title 1">
            <a:extLst>
              <a:ext uri="{FF2B5EF4-FFF2-40B4-BE49-F238E27FC236}">
                <a16:creationId xmlns:a16="http://schemas.microsoft.com/office/drawing/2014/main" id="{A891C9E7-56D7-99D5-01D1-5C7AB01608C4}"/>
              </a:ext>
            </a:extLst>
          </p:cNvPr>
          <p:cNvSpPr txBox="1">
            <a:spLocks/>
          </p:cNvSpPr>
          <p:nvPr/>
        </p:nvSpPr>
        <p:spPr>
          <a:xfrm>
            <a:off x="8393901" y="54753"/>
            <a:ext cx="3176598" cy="82391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solidFill>
                  <a:schemeClr val="bg1"/>
                </a:solidFill>
              </a:rPr>
              <a:t>Cancer Cell</a:t>
            </a:r>
          </a:p>
        </p:txBody>
      </p:sp>
      <p:grpSp>
        <p:nvGrpSpPr>
          <p:cNvPr id="16" name="Group 15">
            <a:extLst>
              <a:ext uri="{FF2B5EF4-FFF2-40B4-BE49-F238E27FC236}">
                <a16:creationId xmlns:a16="http://schemas.microsoft.com/office/drawing/2014/main" id="{8349C1CA-E67F-DA11-D2E6-D55C256D9A1B}"/>
              </a:ext>
            </a:extLst>
          </p:cNvPr>
          <p:cNvGrpSpPr>
            <a:grpSpLocks noChangeAspect="1"/>
          </p:cNvGrpSpPr>
          <p:nvPr/>
        </p:nvGrpSpPr>
        <p:grpSpPr>
          <a:xfrm>
            <a:off x="3709283" y="3110034"/>
            <a:ext cx="523035" cy="264616"/>
            <a:chOff x="3639754" y="2079574"/>
            <a:chExt cx="839435" cy="424691"/>
          </a:xfrm>
        </p:grpSpPr>
        <p:sp>
          <p:nvSpPr>
            <p:cNvPr id="11" name="Rectangle: Rounded Corners 10">
              <a:extLst>
                <a:ext uri="{FF2B5EF4-FFF2-40B4-BE49-F238E27FC236}">
                  <a16:creationId xmlns:a16="http://schemas.microsoft.com/office/drawing/2014/main" id="{D4282EA7-3168-DCC0-06B2-D10ACBF3FD45}"/>
                </a:ext>
              </a:extLst>
            </p:cNvPr>
            <p:cNvSpPr/>
            <p:nvPr/>
          </p:nvSpPr>
          <p:spPr>
            <a:xfrm>
              <a:off x="3639754" y="2332676"/>
              <a:ext cx="468000" cy="72000"/>
            </a:xfrm>
            <a:prstGeom prst="roundRect">
              <a:avLst>
                <a:gd name="adj" fmla="val 50000"/>
              </a:avLst>
            </a:prstGeom>
            <a:solidFill>
              <a:srgbClr val="EEAE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Rectangle: Rounded Corners 11">
              <a:extLst>
                <a:ext uri="{FF2B5EF4-FFF2-40B4-BE49-F238E27FC236}">
                  <a16:creationId xmlns:a16="http://schemas.microsoft.com/office/drawing/2014/main" id="{B09121A8-A4A3-3A09-FE14-BCEF2CBF1B4A}"/>
                </a:ext>
              </a:extLst>
            </p:cNvPr>
            <p:cNvSpPr/>
            <p:nvPr/>
          </p:nvSpPr>
          <p:spPr>
            <a:xfrm>
              <a:off x="3639754" y="2190187"/>
              <a:ext cx="468000" cy="72000"/>
            </a:xfrm>
            <a:prstGeom prst="roundRect">
              <a:avLst>
                <a:gd name="adj" fmla="val 50000"/>
              </a:avLst>
            </a:prstGeom>
            <a:solidFill>
              <a:srgbClr val="EEAE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Rectangle: Rounded Corners 12">
              <a:extLst>
                <a:ext uri="{FF2B5EF4-FFF2-40B4-BE49-F238E27FC236}">
                  <a16:creationId xmlns:a16="http://schemas.microsoft.com/office/drawing/2014/main" id="{53C87BDA-08B4-E8F4-A568-6AE09CB17321}"/>
                </a:ext>
              </a:extLst>
            </p:cNvPr>
            <p:cNvSpPr/>
            <p:nvPr/>
          </p:nvSpPr>
          <p:spPr>
            <a:xfrm rot="19706572">
              <a:off x="4011189" y="2079574"/>
              <a:ext cx="468000" cy="72000"/>
            </a:xfrm>
            <a:prstGeom prst="roundRect">
              <a:avLst>
                <a:gd name="adj" fmla="val 50000"/>
              </a:avLst>
            </a:prstGeom>
            <a:solidFill>
              <a:srgbClr val="EEAE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Rectangle: Rounded Corners 14">
              <a:extLst>
                <a:ext uri="{FF2B5EF4-FFF2-40B4-BE49-F238E27FC236}">
                  <a16:creationId xmlns:a16="http://schemas.microsoft.com/office/drawing/2014/main" id="{1643B247-28D7-4CF3-DE9D-BBF0D646B79A}"/>
                </a:ext>
              </a:extLst>
            </p:cNvPr>
            <p:cNvSpPr/>
            <p:nvPr/>
          </p:nvSpPr>
          <p:spPr>
            <a:xfrm rot="1893428" flipV="1">
              <a:off x="4003941" y="2432265"/>
              <a:ext cx="468000" cy="72000"/>
            </a:xfrm>
            <a:prstGeom prst="roundRect">
              <a:avLst>
                <a:gd name="adj" fmla="val 50000"/>
              </a:avLst>
            </a:prstGeom>
            <a:solidFill>
              <a:srgbClr val="EEAE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1" name="Group 30">
            <a:extLst>
              <a:ext uri="{FF2B5EF4-FFF2-40B4-BE49-F238E27FC236}">
                <a16:creationId xmlns:a16="http://schemas.microsoft.com/office/drawing/2014/main" id="{E1A1C79A-1175-2AF9-4184-010CA524001D}"/>
              </a:ext>
            </a:extLst>
          </p:cNvPr>
          <p:cNvGrpSpPr>
            <a:grpSpLocks noChangeAspect="1"/>
          </p:cNvGrpSpPr>
          <p:nvPr/>
        </p:nvGrpSpPr>
        <p:grpSpPr>
          <a:xfrm rot="2700000">
            <a:off x="3199291" y="4467078"/>
            <a:ext cx="523035" cy="264616"/>
            <a:chOff x="3639754" y="2079574"/>
            <a:chExt cx="839435" cy="424691"/>
          </a:xfrm>
        </p:grpSpPr>
        <p:sp>
          <p:nvSpPr>
            <p:cNvPr id="32" name="Rectangle: Rounded Corners 31">
              <a:extLst>
                <a:ext uri="{FF2B5EF4-FFF2-40B4-BE49-F238E27FC236}">
                  <a16:creationId xmlns:a16="http://schemas.microsoft.com/office/drawing/2014/main" id="{846B9184-87EA-84C8-BE32-6870452FEECB}"/>
                </a:ext>
              </a:extLst>
            </p:cNvPr>
            <p:cNvSpPr/>
            <p:nvPr/>
          </p:nvSpPr>
          <p:spPr>
            <a:xfrm>
              <a:off x="3639754" y="2332676"/>
              <a:ext cx="468000" cy="72000"/>
            </a:xfrm>
            <a:prstGeom prst="roundRect">
              <a:avLst>
                <a:gd name="adj" fmla="val 50000"/>
              </a:avLst>
            </a:prstGeom>
            <a:solidFill>
              <a:srgbClr val="EEAE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Rectangle: Rounded Corners 32">
              <a:extLst>
                <a:ext uri="{FF2B5EF4-FFF2-40B4-BE49-F238E27FC236}">
                  <a16:creationId xmlns:a16="http://schemas.microsoft.com/office/drawing/2014/main" id="{13D67D5E-906D-ECB0-2DB7-8E4B2BF935F4}"/>
                </a:ext>
              </a:extLst>
            </p:cNvPr>
            <p:cNvSpPr/>
            <p:nvPr/>
          </p:nvSpPr>
          <p:spPr>
            <a:xfrm>
              <a:off x="3639754" y="2190187"/>
              <a:ext cx="468000" cy="72000"/>
            </a:xfrm>
            <a:prstGeom prst="roundRect">
              <a:avLst>
                <a:gd name="adj" fmla="val 50000"/>
              </a:avLst>
            </a:prstGeom>
            <a:solidFill>
              <a:srgbClr val="EEAE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 name="Rectangle: Rounded Corners 33">
              <a:extLst>
                <a:ext uri="{FF2B5EF4-FFF2-40B4-BE49-F238E27FC236}">
                  <a16:creationId xmlns:a16="http://schemas.microsoft.com/office/drawing/2014/main" id="{4442D0D6-7B14-96F0-3BF0-D32C3F5AF030}"/>
                </a:ext>
              </a:extLst>
            </p:cNvPr>
            <p:cNvSpPr/>
            <p:nvPr/>
          </p:nvSpPr>
          <p:spPr>
            <a:xfrm rot="19706572">
              <a:off x="4011189" y="2079574"/>
              <a:ext cx="468000" cy="72000"/>
            </a:xfrm>
            <a:prstGeom prst="roundRect">
              <a:avLst>
                <a:gd name="adj" fmla="val 50000"/>
              </a:avLst>
            </a:prstGeom>
            <a:solidFill>
              <a:srgbClr val="EEAE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 name="Rectangle: Rounded Corners 34">
              <a:extLst>
                <a:ext uri="{FF2B5EF4-FFF2-40B4-BE49-F238E27FC236}">
                  <a16:creationId xmlns:a16="http://schemas.microsoft.com/office/drawing/2014/main" id="{0E16DECF-C58B-43E1-9962-F7D472473B49}"/>
                </a:ext>
              </a:extLst>
            </p:cNvPr>
            <p:cNvSpPr/>
            <p:nvPr/>
          </p:nvSpPr>
          <p:spPr>
            <a:xfrm rot="1893428" flipV="1">
              <a:off x="4003941" y="2432265"/>
              <a:ext cx="468000" cy="72000"/>
            </a:xfrm>
            <a:prstGeom prst="roundRect">
              <a:avLst>
                <a:gd name="adj" fmla="val 50000"/>
              </a:avLst>
            </a:prstGeom>
            <a:solidFill>
              <a:srgbClr val="EEAE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6" name="Group 35">
            <a:extLst>
              <a:ext uri="{FF2B5EF4-FFF2-40B4-BE49-F238E27FC236}">
                <a16:creationId xmlns:a16="http://schemas.microsoft.com/office/drawing/2014/main" id="{B8B24AAD-F61A-9B24-492E-119BF444AFDE}"/>
              </a:ext>
            </a:extLst>
          </p:cNvPr>
          <p:cNvGrpSpPr>
            <a:grpSpLocks noChangeAspect="1"/>
          </p:cNvGrpSpPr>
          <p:nvPr/>
        </p:nvGrpSpPr>
        <p:grpSpPr>
          <a:xfrm rot="18900000" flipV="1">
            <a:off x="3055167" y="1811297"/>
            <a:ext cx="523035" cy="264616"/>
            <a:chOff x="3639754" y="2079574"/>
            <a:chExt cx="839435" cy="424691"/>
          </a:xfrm>
        </p:grpSpPr>
        <p:sp>
          <p:nvSpPr>
            <p:cNvPr id="37" name="Rectangle: Rounded Corners 36">
              <a:extLst>
                <a:ext uri="{FF2B5EF4-FFF2-40B4-BE49-F238E27FC236}">
                  <a16:creationId xmlns:a16="http://schemas.microsoft.com/office/drawing/2014/main" id="{D52BC29A-1143-FD31-22F3-2F1631D535F3}"/>
                </a:ext>
              </a:extLst>
            </p:cNvPr>
            <p:cNvSpPr/>
            <p:nvPr/>
          </p:nvSpPr>
          <p:spPr>
            <a:xfrm>
              <a:off x="3639754" y="2332676"/>
              <a:ext cx="468000" cy="72000"/>
            </a:xfrm>
            <a:prstGeom prst="roundRect">
              <a:avLst>
                <a:gd name="adj" fmla="val 50000"/>
              </a:avLst>
            </a:prstGeom>
            <a:solidFill>
              <a:srgbClr val="EEAE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8" name="Rectangle: Rounded Corners 37">
              <a:extLst>
                <a:ext uri="{FF2B5EF4-FFF2-40B4-BE49-F238E27FC236}">
                  <a16:creationId xmlns:a16="http://schemas.microsoft.com/office/drawing/2014/main" id="{D899848D-247A-21E8-CAAB-4E388EDF3F6B}"/>
                </a:ext>
              </a:extLst>
            </p:cNvPr>
            <p:cNvSpPr/>
            <p:nvPr/>
          </p:nvSpPr>
          <p:spPr>
            <a:xfrm>
              <a:off x="3639754" y="2190187"/>
              <a:ext cx="468000" cy="72000"/>
            </a:xfrm>
            <a:prstGeom prst="roundRect">
              <a:avLst>
                <a:gd name="adj" fmla="val 50000"/>
              </a:avLst>
            </a:prstGeom>
            <a:solidFill>
              <a:srgbClr val="EEAE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9" name="Rectangle: Rounded Corners 38">
              <a:extLst>
                <a:ext uri="{FF2B5EF4-FFF2-40B4-BE49-F238E27FC236}">
                  <a16:creationId xmlns:a16="http://schemas.microsoft.com/office/drawing/2014/main" id="{49769B72-DAFC-E55A-E936-0224D1A59757}"/>
                </a:ext>
              </a:extLst>
            </p:cNvPr>
            <p:cNvSpPr/>
            <p:nvPr/>
          </p:nvSpPr>
          <p:spPr>
            <a:xfrm rot="19706572">
              <a:off x="4011189" y="2079574"/>
              <a:ext cx="468000" cy="72000"/>
            </a:xfrm>
            <a:prstGeom prst="roundRect">
              <a:avLst>
                <a:gd name="adj" fmla="val 50000"/>
              </a:avLst>
            </a:prstGeom>
            <a:solidFill>
              <a:srgbClr val="EEAE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0" name="Rectangle: Rounded Corners 39">
              <a:extLst>
                <a:ext uri="{FF2B5EF4-FFF2-40B4-BE49-F238E27FC236}">
                  <a16:creationId xmlns:a16="http://schemas.microsoft.com/office/drawing/2014/main" id="{7A65043A-E4E4-4A83-F084-F3A6AFAABBE6}"/>
                </a:ext>
              </a:extLst>
            </p:cNvPr>
            <p:cNvSpPr/>
            <p:nvPr/>
          </p:nvSpPr>
          <p:spPr>
            <a:xfrm rot="1893428" flipV="1">
              <a:off x="4003941" y="2432265"/>
              <a:ext cx="468000" cy="72000"/>
            </a:xfrm>
            <a:prstGeom prst="roundRect">
              <a:avLst>
                <a:gd name="adj" fmla="val 50000"/>
              </a:avLst>
            </a:prstGeom>
            <a:solidFill>
              <a:srgbClr val="EEAE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44" name="Graphic 43" descr="Covid-19 with solid fill">
            <a:extLst>
              <a:ext uri="{FF2B5EF4-FFF2-40B4-BE49-F238E27FC236}">
                <a16:creationId xmlns:a16="http://schemas.microsoft.com/office/drawing/2014/main" id="{A7A34D09-F2F3-F841-71AE-EBE5086ACDF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709283" y="1322956"/>
            <a:ext cx="704088" cy="704088"/>
          </a:xfrm>
          <a:prstGeom prst="rect">
            <a:avLst/>
          </a:prstGeom>
        </p:spPr>
      </p:pic>
      <p:pic>
        <p:nvPicPr>
          <p:cNvPr id="45" name="Graphic 44" descr="Covid-19 with solid fill">
            <a:extLst>
              <a:ext uri="{FF2B5EF4-FFF2-40B4-BE49-F238E27FC236}">
                <a16:creationId xmlns:a16="http://schemas.microsoft.com/office/drawing/2014/main" id="{CDF016E6-0228-5629-8242-60678664763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217981" y="3037046"/>
            <a:ext cx="704088" cy="704088"/>
          </a:xfrm>
          <a:prstGeom prst="rect">
            <a:avLst/>
          </a:prstGeom>
        </p:spPr>
      </p:pic>
      <p:pic>
        <p:nvPicPr>
          <p:cNvPr id="46" name="Graphic 45" descr="Covid-19 with solid fill">
            <a:extLst>
              <a:ext uri="{FF2B5EF4-FFF2-40B4-BE49-F238E27FC236}">
                <a16:creationId xmlns:a16="http://schemas.microsoft.com/office/drawing/2014/main" id="{96F26183-E543-218B-B14E-9BEC1AE54D1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475281" y="1675000"/>
            <a:ext cx="585216" cy="585216"/>
          </a:xfrm>
          <a:prstGeom prst="rect">
            <a:avLst/>
          </a:prstGeom>
        </p:spPr>
      </p:pic>
      <p:pic>
        <p:nvPicPr>
          <p:cNvPr id="47" name="Graphic 46" descr="Covid-19 with solid fill">
            <a:extLst>
              <a:ext uri="{FF2B5EF4-FFF2-40B4-BE49-F238E27FC236}">
                <a16:creationId xmlns:a16="http://schemas.microsoft.com/office/drawing/2014/main" id="{1BBD809D-EF86-9AC4-7CE1-FCEDB21658A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122811" y="2724912"/>
            <a:ext cx="566928" cy="566928"/>
          </a:xfrm>
          <a:prstGeom prst="rect">
            <a:avLst/>
          </a:prstGeom>
        </p:spPr>
      </p:pic>
      <p:pic>
        <p:nvPicPr>
          <p:cNvPr id="48" name="Graphic 47" descr="Covid-19 with solid fill">
            <a:extLst>
              <a:ext uri="{FF2B5EF4-FFF2-40B4-BE49-F238E27FC236}">
                <a16:creationId xmlns:a16="http://schemas.microsoft.com/office/drawing/2014/main" id="{A4023A1E-057A-973D-C957-40C4F27D5CC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705950" y="2032416"/>
            <a:ext cx="429768" cy="429768"/>
          </a:xfrm>
          <a:prstGeom prst="rect">
            <a:avLst/>
          </a:prstGeom>
        </p:spPr>
      </p:pic>
      <p:pic>
        <p:nvPicPr>
          <p:cNvPr id="49" name="Graphic 48" descr="Covid-19 with solid fill">
            <a:extLst>
              <a:ext uri="{FF2B5EF4-FFF2-40B4-BE49-F238E27FC236}">
                <a16:creationId xmlns:a16="http://schemas.microsoft.com/office/drawing/2014/main" id="{6E2DA252-1807-8186-18A3-88F500B319D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585308" y="2133840"/>
            <a:ext cx="704088" cy="704088"/>
          </a:xfrm>
          <a:prstGeom prst="rect">
            <a:avLst/>
          </a:prstGeom>
        </p:spPr>
      </p:pic>
      <p:pic>
        <p:nvPicPr>
          <p:cNvPr id="50" name="Graphic 49" descr="Covid-19 with solid fill">
            <a:extLst>
              <a:ext uri="{FF2B5EF4-FFF2-40B4-BE49-F238E27FC236}">
                <a16:creationId xmlns:a16="http://schemas.microsoft.com/office/drawing/2014/main" id="{369918AD-0DCF-AFF3-0B8B-6A69C6FB270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481625" y="3189446"/>
            <a:ext cx="429768" cy="429768"/>
          </a:xfrm>
          <a:prstGeom prst="rect">
            <a:avLst/>
          </a:prstGeom>
        </p:spPr>
      </p:pic>
      <p:pic>
        <p:nvPicPr>
          <p:cNvPr id="51" name="Graphic 50" descr="Covid-19 with solid fill">
            <a:extLst>
              <a:ext uri="{FF2B5EF4-FFF2-40B4-BE49-F238E27FC236}">
                <a16:creationId xmlns:a16="http://schemas.microsoft.com/office/drawing/2014/main" id="{FD320C5F-7402-AD38-D146-D5B182A3BB2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454059" y="2161141"/>
            <a:ext cx="429768" cy="429768"/>
          </a:xfrm>
          <a:prstGeom prst="rect">
            <a:avLst/>
          </a:prstGeom>
        </p:spPr>
      </p:pic>
      <p:pic>
        <p:nvPicPr>
          <p:cNvPr id="52" name="Graphic 51" descr="Covid-19 with solid fill">
            <a:extLst>
              <a:ext uri="{FF2B5EF4-FFF2-40B4-BE49-F238E27FC236}">
                <a16:creationId xmlns:a16="http://schemas.microsoft.com/office/drawing/2014/main" id="{D5CC6939-90EA-4993-032B-8AB135C4EA1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162787" y="2590909"/>
            <a:ext cx="429768" cy="429768"/>
          </a:xfrm>
          <a:prstGeom prst="rect">
            <a:avLst/>
          </a:prstGeom>
        </p:spPr>
      </p:pic>
      <p:cxnSp>
        <p:nvCxnSpPr>
          <p:cNvPr id="54" name="Straight Arrow Connector 53">
            <a:extLst>
              <a:ext uri="{FF2B5EF4-FFF2-40B4-BE49-F238E27FC236}">
                <a16:creationId xmlns:a16="http://schemas.microsoft.com/office/drawing/2014/main" id="{2D773D72-799F-02B7-F95A-02DE819A665E}"/>
              </a:ext>
            </a:extLst>
          </p:cNvPr>
          <p:cNvCxnSpPr/>
          <p:nvPr/>
        </p:nvCxnSpPr>
        <p:spPr>
          <a:xfrm>
            <a:off x="4911952" y="6292850"/>
            <a:ext cx="4801008" cy="0"/>
          </a:xfrm>
          <a:prstGeom prst="straightConnector1">
            <a:avLst/>
          </a:prstGeom>
          <a:ln w="31750">
            <a:solidFill>
              <a:schemeClr val="bg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55" name="Straight Arrow Connector 54">
            <a:extLst>
              <a:ext uri="{FF2B5EF4-FFF2-40B4-BE49-F238E27FC236}">
                <a16:creationId xmlns:a16="http://schemas.microsoft.com/office/drawing/2014/main" id="{C5CC444D-99BB-1D91-66A6-E1A545C01932}"/>
              </a:ext>
            </a:extLst>
          </p:cNvPr>
          <p:cNvCxnSpPr>
            <a:cxnSpLocks/>
          </p:cNvCxnSpPr>
          <p:nvPr/>
        </p:nvCxnSpPr>
        <p:spPr>
          <a:xfrm flipH="1" flipV="1">
            <a:off x="5046676" y="4306143"/>
            <a:ext cx="17676" cy="2139107"/>
          </a:xfrm>
          <a:prstGeom prst="straightConnector1">
            <a:avLst/>
          </a:prstGeom>
          <a:ln w="31750">
            <a:solidFill>
              <a:schemeClr val="bg1"/>
            </a:solidFill>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B43C4B44-CBA7-158F-DA0E-B2D589EEE416}"/>
                  </a:ext>
                </a:extLst>
              </p:cNvPr>
              <p:cNvSpPr txBox="1"/>
              <p:nvPr/>
            </p:nvSpPr>
            <p:spPr>
              <a:xfrm>
                <a:off x="4582752" y="4121477"/>
                <a:ext cx="488980" cy="523220"/>
              </a:xfrm>
              <a:prstGeom prst="rect">
                <a:avLst/>
              </a:prstGeom>
              <a:noFill/>
            </p:spPr>
            <p:txBody>
              <a:bodyPr wrap="none" rtlCol="0">
                <a:spAutoFit/>
              </a:bodyPr>
              <a:lstStyle/>
              <a:p>
                <a:pPr/>
                <a14:m>
                  <m:oMathPara xmlns:m="http://schemas.openxmlformats.org/officeDocument/2006/math">
                    <m:oMath>
                      <m:r>
                        <a:rPr lang="en-GB" sz="2800" i="1" dirty="0" smtClean="0">
                          <a:solidFill>
                            <a:schemeClr val="bg1"/>
                          </a:solidFill>
                          <a:latin typeface="Cambria Math" panose="02040503050406030204" pitchFamily="18" charset="0"/>
                        </a:rPr>
                        <m:t>𝐶</m:t>
                      </m:r>
                    </m:oMath>
                  </m:oMathPara>
                </a14:m>
                <a:endParaRPr lang="en-GB" sz="2800" dirty="0"/>
              </a:p>
            </p:txBody>
          </p:sp>
        </mc:Choice>
        <mc:Fallback xmlns="">
          <p:sp>
            <p:nvSpPr>
              <p:cNvPr id="57" name="TextBox 56">
                <a:extLst>
                  <a:ext uri="{FF2B5EF4-FFF2-40B4-BE49-F238E27FC236}">
                    <a16:creationId xmlns:a16="http://schemas.microsoft.com/office/drawing/2014/main" id="{B43C4B44-CBA7-158F-DA0E-B2D589EEE416}"/>
                  </a:ext>
                </a:extLst>
              </p:cNvPr>
              <p:cNvSpPr txBox="1">
                <a:spLocks noRot="1" noChangeAspect="1" noMove="1" noResize="1" noEditPoints="1" noAdjustHandles="1" noChangeArrowheads="1" noChangeShapeType="1" noTextEdit="1"/>
              </p:cNvSpPr>
              <p:nvPr/>
            </p:nvSpPr>
            <p:spPr>
              <a:xfrm>
                <a:off x="4582752" y="4121477"/>
                <a:ext cx="488980" cy="523220"/>
              </a:xfrm>
              <a:prstGeom prst="rect">
                <a:avLst/>
              </a:prstGeom>
              <a:blipFill>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7EA1B869-2B1E-0497-8B63-E979CD045808}"/>
                  </a:ext>
                </a:extLst>
              </p:cNvPr>
              <p:cNvSpPr txBox="1"/>
              <p:nvPr/>
            </p:nvSpPr>
            <p:spPr>
              <a:xfrm>
                <a:off x="9601728" y="6234451"/>
                <a:ext cx="478208" cy="523220"/>
              </a:xfrm>
              <a:prstGeom prst="rect">
                <a:avLst/>
              </a:prstGeom>
              <a:noFill/>
            </p:spPr>
            <p:txBody>
              <a:bodyPr wrap="none" rtlCol="0">
                <a:spAutoFit/>
              </a:bodyPr>
              <a:lstStyle/>
              <a:p>
                <a:pPr/>
                <a14:m>
                  <m:oMathPara xmlns:m="http://schemas.openxmlformats.org/officeDocument/2006/math">
                    <m:oMath>
                      <m:r>
                        <a:rPr lang="de-DE" sz="2800" b="0" i="1" dirty="0" smtClean="0">
                          <a:solidFill>
                            <a:schemeClr val="bg1"/>
                          </a:solidFill>
                          <a:latin typeface="Cambria Math" panose="02040503050406030204" pitchFamily="18" charset="0"/>
                        </a:rPr>
                        <m:t>𝑑</m:t>
                      </m:r>
                    </m:oMath>
                  </m:oMathPara>
                </a14:m>
                <a:endParaRPr lang="en-GB" sz="2800" dirty="0"/>
              </a:p>
            </p:txBody>
          </p:sp>
        </mc:Choice>
        <mc:Fallback xmlns="">
          <p:sp>
            <p:nvSpPr>
              <p:cNvPr id="58" name="TextBox 57">
                <a:extLst>
                  <a:ext uri="{FF2B5EF4-FFF2-40B4-BE49-F238E27FC236}">
                    <a16:creationId xmlns:a16="http://schemas.microsoft.com/office/drawing/2014/main" id="{7EA1B869-2B1E-0497-8B63-E979CD045808}"/>
                  </a:ext>
                </a:extLst>
              </p:cNvPr>
              <p:cNvSpPr txBox="1">
                <a:spLocks noRot="1" noChangeAspect="1" noMove="1" noResize="1" noEditPoints="1" noAdjustHandles="1" noChangeArrowheads="1" noChangeShapeType="1" noTextEdit="1"/>
              </p:cNvSpPr>
              <p:nvPr/>
            </p:nvSpPr>
            <p:spPr>
              <a:xfrm>
                <a:off x="9601728" y="6234451"/>
                <a:ext cx="478208" cy="523220"/>
              </a:xfrm>
              <a:prstGeom prst="rect">
                <a:avLst/>
              </a:prstGeom>
              <a:blipFill>
                <a:blip r:embed="rId7"/>
                <a:stretch>
                  <a:fillRect/>
                </a:stretch>
              </a:blipFill>
            </p:spPr>
            <p:txBody>
              <a:bodyPr/>
              <a:lstStyle/>
              <a:p>
                <a:r>
                  <a:rPr lang="en-GB">
                    <a:noFill/>
                  </a:rPr>
                  <a:t> </a:t>
                </a:r>
              </a:p>
            </p:txBody>
          </p:sp>
        </mc:Fallback>
      </mc:AlternateContent>
      <p:sp>
        <p:nvSpPr>
          <p:cNvPr id="59" name="Freeform: Shape 58">
            <a:extLst>
              <a:ext uri="{FF2B5EF4-FFF2-40B4-BE49-F238E27FC236}">
                <a16:creationId xmlns:a16="http://schemas.microsoft.com/office/drawing/2014/main" id="{D3EC9C19-7F75-0A4A-9CD1-F044F0435D1B}"/>
              </a:ext>
            </a:extLst>
          </p:cNvPr>
          <p:cNvSpPr/>
          <p:nvPr/>
        </p:nvSpPr>
        <p:spPr>
          <a:xfrm>
            <a:off x="5038090" y="4814139"/>
            <a:ext cx="4171950" cy="1351711"/>
          </a:xfrm>
          <a:custGeom>
            <a:avLst/>
            <a:gdLst>
              <a:gd name="connsiteX0" fmla="*/ 0 w 4171950"/>
              <a:gd name="connsiteY0" fmla="*/ 2971 h 1351711"/>
              <a:gd name="connsiteX1" fmla="*/ 1371600 w 4171950"/>
              <a:gd name="connsiteY1" fmla="*/ 117271 h 1351711"/>
              <a:gd name="connsiteX2" fmla="*/ 2263140 w 4171950"/>
              <a:gd name="connsiteY2" fmla="*/ 768781 h 1351711"/>
              <a:gd name="connsiteX3" fmla="*/ 3017520 w 4171950"/>
              <a:gd name="connsiteY3" fmla="*/ 1203121 h 1351711"/>
              <a:gd name="connsiteX4" fmla="*/ 4171950 w 4171950"/>
              <a:gd name="connsiteY4" fmla="*/ 1351711 h 13517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71950" h="1351711">
                <a:moveTo>
                  <a:pt x="0" y="2971"/>
                </a:moveTo>
                <a:cubicBezTo>
                  <a:pt x="497205" y="-3697"/>
                  <a:pt x="994410" y="-10364"/>
                  <a:pt x="1371600" y="117271"/>
                </a:cubicBezTo>
                <a:cubicBezTo>
                  <a:pt x="1748790" y="244906"/>
                  <a:pt x="1988820" y="587806"/>
                  <a:pt x="2263140" y="768781"/>
                </a:cubicBezTo>
                <a:cubicBezTo>
                  <a:pt x="2537460" y="949756"/>
                  <a:pt x="2699385" y="1105966"/>
                  <a:pt x="3017520" y="1203121"/>
                </a:cubicBezTo>
                <a:cubicBezTo>
                  <a:pt x="3335655" y="1300276"/>
                  <a:pt x="3753802" y="1325993"/>
                  <a:pt x="4171950" y="1351711"/>
                </a:cubicBezTo>
              </a:path>
            </a:pathLst>
          </a:custGeom>
          <a:noFill/>
          <a:ln w="444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60" name="Graphic 59" descr="Covid-19 with solid fill">
            <a:extLst>
              <a:ext uri="{FF2B5EF4-FFF2-40B4-BE49-F238E27FC236}">
                <a16:creationId xmlns:a16="http://schemas.microsoft.com/office/drawing/2014/main" id="{A1D0A48F-1DF0-1334-5817-4406C0C55A4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742489" y="4624349"/>
            <a:ext cx="429768" cy="429768"/>
          </a:xfrm>
          <a:prstGeom prst="rect">
            <a:avLst/>
          </a:prstGeom>
        </p:spPr>
      </p:pic>
      <mc:AlternateContent xmlns:mc="http://schemas.openxmlformats.org/markup-compatibility/2006" xmlns:a14="http://schemas.microsoft.com/office/drawing/2010/main">
        <mc:Choice Requires="a14">
          <p:sp>
            <p:nvSpPr>
              <p:cNvPr id="61" name="TextBox 60">
                <a:extLst>
                  <a:ext uri="{FF2B5EF4-FFF2-40B4-BE49-F238E27FC236}">
                    <a16:creationId xmlns:a16="http://schemas.microsoft.com/office/drawing/2014/main" id="{4C68D407-4AE0-D0A8-B685-61E8C81DBDAD}"/>
                  </a:ext>
                </a:extLst>
              </p:cNvPr>
              <p:cNvSpPr txBox="1"/>
              <p:nvPr/>
            </p:nvSpPr>
            <p:spPr>
              <a:xfrm>
                <a:off x="5637716" y="6296826"/>
                <a:ext cx="633956" cy="523220"/>
              </a:xfrm>
              <a:prstGeom prst="rect">
                <a:avLst/>
              </a:prstGeom>
              <a:noFill/>
            </p:spPr>
            <p:txBody>
              <a:bodyPr wrap="none" rtlCol="0">
                <a:spAutoFit/>
              </a:bodyPr>
              <a:lstStyle/>
              <a:p>
                <a:pPr/>
                <a14:m>
                  <m:oMathPara xmlns:m="http://schemas.openxmlformats.org/officeDocument/2006/math">
                    <m:oMath>
                      <m:sSub>
                        <m:sSubPr>
                          <m:ctrlPr>
                            <a:rPr lang="de-DE" sz="2800" b="0" i="1" dirty="0" smtClean="0">
                              <a:solidFill>
                                <a:schemeClr val="bg1"/>
                              </a:solidFill>
                              <a:latin typeface="Cambria Math" panose="02040503050406030204" pitchFamily="18" charset="0"/>
                            </a:rPr>
                          </m:ctrlPr>
                        </m:sSubPr>
                        <m:e>
                          <m:r>
                            <a:rPr lang="de-DE" sz="2800" b="0" i="1" dirty="0" smtClean="0">
                              <a:solidFill>
                                <a:schemeClr val="bg1"/>
                              </a:solidFill>
                              <a:latin typeface="Cambria Math" panose="02040503050406030204" pitchFamily="18" charset="0"/>
                            </a:rPr>
                            <m:t>𝑑</m:t>
                          </m:r>
                        </m:e>
                        <m:sub>
                          <m:r>
                            <a:rPr lang="de-DE" sz="2800" b="0" i="1" dirty="0" smtClean="0">
                              <a:solidFill>
                                <a:schemeClr val="bg1"/>
                              </a:solidFill>
                              <a:latin typeface="Cambria Math" panose="02040503050406030204" pitchFamily="18" charset="0"/>
                            </a:rPr>
                            <m:t>0</m:t>
                          </m:r>
                        </m:sub>
                      </m:sSub>
                    </m:oMath>
                  </m:oMathPara>
                </a14:m>
                <a:endParaRPr lang="en-GB" sz="2800" dirty="0"/>
              </a:p>
            </p:txBody>
          </p:sp>
        </mc:Choice>
        <mc:Fallback xmlns="">
          <p:sp>
            <p:nvSpPr>
              <p:cNvPr id="61" name="TextBox 60">
                <a:extLst>
                  <a:ext uri="{FF2B5EF4-FFF2-40B4-BE49-F238E27FC236}">
                    <a16:creationId xmlns:a16="http://schemas.microsoft.com/office/drawing/2014/main" id="{4C68D407-4AE0-D0A8-B685-61E8C81DBDAD}"/>
                  </a:ext>
                </a:extLst>
              </p:cNvPr>
              <p:cNvSpPr txBox="1">
                <a:spLocks noRot="1" noChangeAspect="1" noMove="1" noResize="1" noEditPoints="1" noAdjustHandles="1" noChangeArrowheads="1" noChangeShapeType="1" noTextEdit="1"/>
              </p:cNvSpPr>
              <p:nvPr/>
            </p:nvSpPr>
            <p:spPr>
              <a:xfrm>
                <a:off x="5637716" y="6296826"/>
                <a:ext cx="633956" cy="523220"/>
              </a:xfrm>
              <a:prstGeom prst="rect">
                <a:avLst/>
              </a:prstGeom>
              <a:blipFill>
                <a:blip r:embed="rId8"/>
                <a:stretch>
                  <a:fillRect/>
                </a:stretch>
              </a:blipFill>
            </p:spPr>
            <p:txBody>
              <a:bodyPr/>
              <a:lstStyle/>
              <a:p>
                <a:r>
                  <a:rPr lang="en-GB">
                    <a:noFill/>
                  </a:rPr>
                  <a:t> </a:t>
                </a:r>
              </a:p>
            </p:txBody>
          </p:sp>
        </mc:Fallback>
      </mc:AlternateContent>
      <p:cxnSp>
        <p:nvCxnSpPr>
          <p:cNvPr id="63" name="Straight Connector 62">
            <a:extLst>
              <a:ext uri="{FF2B5EF4-FFF2-40B4-BE49-F238E27FC236}">
                <a16:creationId xmlns:a16="http://schemas.microsoft.com/office/drawing/2014/main" id="{F5A77981-90FC-4675-04F2-82B95F8FF617}"/>
              </a:ext>
            </a:extLst>
          </p:cNvPr>
          <p:cNvCxnSpPr>
            <a:cxnSpLocks/>
            <a:stCxn id="60" idx="2"/>
            <a:endCxn id="61" idx="0"/>
          </p:cNvCxnSpPr>
          <p:nvPr/>
        </p:nvCxnSpPr>
        <p:spPr>
          <a:xfrm flipH="1">
            <a:off x="5954694" y="5054117"/>
            <a:ext cx="2679" cy="1242709"/>
          </a:xfrm>
          <a:prstGeom prst="line">
            <a:avLst/>
          </a:prstGeom>
          <a:ln w="38100">
            <a:solidFill>
              <a:schemeClr val="bg1"/>
            </a:solidFill>
            <a:prstDash val="dash"/>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205613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8"/>
                                        </p:tgtEl>
                                        <p:attrNameLst>
                                          <p:attrName>style.visibility</p:attrName>
                                        </p:attrNameLst>
                                      </p:cBhvr>
                                      <p:to>
                                        <p:strVal val="visible"/>
                                      </p:to>
                                    </p:set>
                                    <p:animEffect transition="in" filter="fade">
                                      <p:cBhvr>
                                        <p:cTn id="7" dur="1000"/>
                                        <p:tgtEl>
                                          <p:spTgt spid="48"/>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50"/>
                                        </p:tgtEl>
                                        <p:attrNameLst>
                                          <p:attrName>style.visibility</p:attrName>
                                        </p:attrNameLst>
                                      </p:cBhvr>
                                      <p:to>
                                        <p:strVal val="visible"/>
                                      </p:to>
                                    </p:set>
                                    <p:animEffect transition="in" filter="fade">
                                      <p:cBhvr>
                                        <p:cTn id="11" dur="1000"/>
                                        <p:tgtEl>
                                          <p:spTgt spid="50"/>
                                        </p:tgtEl>
                                      </p:cBhvr>
                                    </p:animEffect>
                                  </p:childTnLst>
                                </p:cTn>
                              </p:par>
                            </p:childTnLst>
                          </p:cTn>
                        </p:par>
                        <p:par>
                          <p:cTn id="12" fill="hold">
                            <p:stCondLst>
                              <p:cond delay="2000"/>
                            </p:stCondLst>
                            <p:childTnLst>
                              <p:par>
                                <p:cTn id="13" presetID="10" presetClass="entr" presetSubtype="0" fill="hold" nodeType="afterEffect">
                                  <p:stCondLst>
                                    <p:cond delay="0"/>
                                  </p:stCondLst>
                                  <p:childTnLst>
                                    <p:set>
                                      <p:cBhvr>
                                        <p:cTn id="14" dur="1" fill="hold">
                                          <p:stCondLst>
                                            <p:cond delay="0"/>
                                          </p:stCondLst>
                                        </p:cTn>
                                        <p:tgtEl>
                                          <p:spTgt spid="52"/>
                                        </p:tgtEl>
                                        <p:attrNameLst>
                                          <p:attrName>style.visibility</p:attrName>
                                        </p:attrNameLst>
                                      </p:cBhvr>
                                      <p:to>
                                        <p:strVal val="visible"/>
                                      </p:to>
                                    </p:set>
                                    <p:animEffect transition="in" filter="fade">
                                      <p:cBhvr>
                                        <p:cTn id="15" dur="1000"/>
                                        <p:tgtEl>
                                          <p:spTgt spid="52"/>
                                        </p:tgtEl>
                                      </p:cBhvr>
                                    </p:animEffect>
                                  </p:childTnLst>
                                </p:cTn>
                              </p:par>
                            </p:childTnLst>
                          </p:cTn>
                        </p:par>
                        <p:par>
                          <p:cTn id="16" fill="hold">
                            <p:stCondLst>
                              <p:cond delay="3000"/>
                            </p:stCondLst>
                            <p:childTnLst>
                              <p:par>
                                <p:cTn id="17" presetID="10" presetClass="entr" presetSubtype="0" fill="hold" nodeType="afterEffect">
                                  <p:stCondLst>
                                    <p:cond delay="0"/>
                                  </p:stCondLst>
                                  <p:childTnLst>
                                    <p:set>
                                      <p:cBhvr>
                                        <p:cTn id="18" dur="1" fill="hold">
                                          <p:stCondLst>
                                            <p:cond delay="0"/>
                                          </p:stCondLst>
                                        </p:cTn>
                                        <p:tgtEl>
                                          <p:spTgt spid="51"/>
                                        </p:tgtEl>
                                        <p:attrNameLst>
                                          <p:attrName>style.visibility</p:attrName>
                                        </p:attrNameLst>
                                      </p:cBhvr>
                                      <p:to>
                                        <p:strVal val="visible"/>
                                      </p:to>
                                    </p:set>
                                    <p:animEffect transition="in" filter="fade">
                                      <p:cBhvr>
                                        <p:cTn id="19" dur="1000"/>
                                        <p:tgtEl>
                                          <p:spTgt spid="51"/>
                                        </p:tgtEl>
                                      </p:cBhvr>
                                    </p:animEffect>
                                  </p:childTnLst>
                                </p:cTn>
                              </p:par>
                            </p:childTnLst>
                          </p:cTn>
                        </p:par>
                        <p:par>
                          <p:cTn id="20" fill="hold">
                            <p:stCondLst>
                              <p:cond delay="4000"/>
                            </p:stCondLst>
                            <p:childTnLst>
                              <p:par>
                                <p:cTn id="21" presetID="10" presetClass="entr" presetSubtype="0" fill="hold" nodeType="afterEffect">
                                  <p:stCondLst>
                                    <p:cond delay="0"/>
                                  </p:stCondLst>
                                  <p:childTnLst>
                                    <p:set>
                                      <p:cBhvr>
                                        <p:cTn id="22" dur="1" fill="hold">
                                          <p:stCondLst>
                                            <p:cond delay="0"/>
                                          </p:stCondLst>
                                        </p:cTn>
                                        <p:tgtEl>
                                          <p:spTgt spid="47"/>
                                        </p:tgtEl>
                                        <p:attrNameLst>
                                          <p:attrName>style.visibility</p:attrName>
                                        </p:attrNameLst>
                                      </p:cBhvr>
                                      <p:to>
                                        <p:strVal val="visible"/>
                                      </p:to>
                                    </p:set>
                                    <p:animEffect transition="in" filter="fade">
                                      <p:cBhvr>
                                        <p:cTn id="23" dur="1000"/>
                                        <p:tgtEl>
                                          <p:spTgt spid="47"/>
                                        </p:tgtEl>
                                      </p:cBhvr>
                                    </p:animEffect>
                                  </p:childTnLst>
                                </p:cTn>
                              </p:par>
                            </p:childTnLst>
                          </p:cTn>
                        </p:par>
                        <p:par>
                          <p:cTn id="24" fill="hold">
                            <p:stCondLst>
                              <p:cond delay="5000"/>
                            </p:stCondLst>
                            <p:childTnLst>
                              <p:par>
                                <p:cTn id="25" presetID="10" presetClass="entr" presetSubtype="0" fill="hold" nodeType="afterEffect">
                                  <p:stCondLst>
                                    <p:cond delay="0"/>
                                  </p:stCondLst>
                                  <p:childTnLst>
                                    <p:set>
                                      <p:cBhvr>
                                        <p:cTn id="26" dur="1" fill="hold">
                                          <p:stCondLst>
                                            <p:cond delay="0"/>
                                          </p:stCondLst>
                                        </p:cTn>
                                        <p:tgtEl>
                                          <p:spTgt spid="46"/>
                                        </p:tgtEl>
                                        <p:attrNameLst>
                                          <p:attrName>style.visibility</p:attrName>
                                        </p:attrNameLst>
                                      </p:cBhvr>
                                      <p:to>
                                        <p:strVal val="visible"/>
                                      </p:to>
                                    </p:set>
                                    <p:animEffect transition="in" filter="fade">
                                      <p:cBhvr>
                                        <p:cTn id="27" dur="1000"/>
                                        <p:tgtEl>
                                          <p:spTgt spid="46"/>
                                        </p:tgtEl>
                                      </p:cBhvr>
                                    </p:animEffect>
                                  </p:childTnLst>
                                </p:cTn>
                              </p:par>
                            </p:childTnLst>
                          </p:cTn>
                        </p:par>
                        <p:par>
                          <p:cTn id="28" fill="hold">
                            <p:stCondLst>
                              <p:cond delay="6000"/>
                            </p:stCondLst>
                            <p:childTnLst>
                              <p:par>
                                <p:cTn id="29" presetID="10" presetClass="entr" presetSubtype="0" fill="hold" nodeType="afterEffect">
                                  <p:stCondLst>
                                    <p:cond delay="0"/>
                                  </p:stCondLst>
                                  <p:childTnLst>
                                    <p:set>
                                      <p:cBhvr>
                                        <p:cTn id="30" dur="1" fill="hold">
                                          <p:stCondLst>
                                            <p:cond delay="0"/>
                                          </p:stCondLst>
                                        </p:cTn>
                                        <p:tgtEl>
                                          <p:spTgt spid="49"/>
                                        </p:tgtEl>
                                        <p:attrNameLst>
                                          <p:attrName>style.visibility</p:attrName>
                                        </p:attrNameLst>
                                      </p:cBhvr>
                                      <p:to>
                                        <p:strVal val="visible"/>
                                      </p:to>
                                    </p:set>
                                    <p:animEffect transition="in" filter="fade">
                                      <p:cBhvr>
                                        <p:cTn id="31" dur="1000"/>
                                        <p:tgtEl>
                                          <p:spTgt spid="49"/>
                                        </p:tgtEl>
                                      </p:cBhvr>
                                    </p:animEffect>
                                  </p:childTnLst>
                                </p:cTn>
                              </p:par>
                            </p:childTnLst>
                          </p:cTn>
                        </p:par>
                        <p:par>
                          <p:cTn id="32" fill="hold">
                            <p:stCondLst>
                              <p:cond delay="7000"/>
                            </p:stCondLst>
                            <p:childTnLst>
                              <p:par>
                                <p:cTn id="33" presetID="10" presetClass="entr" presetSubtype="0" fill="hold" nodeType="afterEffect">
                                  <p:stCondLst>
                                    <p:cond delay="0"/>
                                  </p:stCondLst>
                                  <p:childTnLst>
                                    <p:set>
                                      <p:cBhvr>
                                        <p:cTn id="34" dur="1" fill="hold">
                                          <p:stCondLst>
                                            <p:cond delay="0"/>
                                          </p:stCondLst>
                                        </p:cTn>
                                        <p:tgtEl>
                                          <p:spTgt spid="45"/>
                                        </p:tgtEl>
                                        <p:attrNameLst>
                                          <p:attrName>style.visibility</p:attrName>
                                        </p:attrNameLst>
                                      </p:cBhvr>
                                      <p:to>
                                        <p:strVal val="visible"/>
                                      </p:to>
                                    </p:set>
                                    <p:animEffect transition="in" filter="fade">
                                      <p:cBhvr>
                                        <p:cTn id="35" dur="1000"/>
                                        <p:tgtEl>
                                          <p:spTgt spid="45"/>
                                        </p:tgtEl>
                                      </p:cBhvr>
                                    </p:animEffect>
                                  </p:childTnLst>
                                </p:cTn>
                              </p:par>
                            </p:childTnLst>
                          </p:cTn>
                        </p:par>
                        <p:par>
                          <p:cTn id="36" fill="hold">
                            <p:stCondLst>
                              <p:cond delay="8000"/>
                            </p:stCondLst>
                            <p:childTnLst>
                              <p:par>
                                <p:cTn id="37" presetID="10" presetClass="entr" presetSubtype="0" fill="hold" nodeType="afterEffect">
                                  <p:stCondLst>
                                    <p:cond delay="0"/>
                                  </p:stCondLst>
                                  <p:childTnLst>
                                    <p:set>
                                      <p:cBhvr>
                                        <p:cTn id="38" dur="1" fill="hold">
                                          <p:stCondLst>
                                            <p:cond delay="0"/>
                                          </p:stCondLst>
                                        </p:cTn>
                                        <p:tgtEl>
                                          <p:spTgt spid="44"/>
                                        </p:tgtEl>
                                        <p:attrNameLst>
                                          <p:attrName>style.visibility</p:attrName>
                                        </p:attrNameLst>
                                      </p:cBhvr>
                                      <p:to>
                                        <p:strVal val="visible"/>
                                      </p:to>
                                    </p:set>
                                    <p:animEffect transition="in" filter="fade">
                                      <p:cBhvr>
                                        <p:cTn id="39" dur="1000"/>
                                        <p:tgtEl>
                                          <p:spTgt spid="44"/>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54"/>
                                        </p:tgtEl>
                                        <p:attrNameLst>
                                          <p:attrName>style.visibility</p:attrName>
                                        </p:attrNameLst>
                                      </p:cBhvr>
                                      <p:to>
                                        <p:strVal val="visible"/>
                                      </p:to>
                                    </p:set>
                                    <p:animEffect transition="in" filter="fade">
                                      <p:cBhvr>
                                        <p:cTn id="44" dur="500"/>
                                        <p:tgtEl>
                                          <p:spTgt spid="54"/>
                                        </p:tgtEl>
                                      </p:cBhvr>
                                    </p:animEffect>
                                  </p:childTnLst>
                                </p:cTn>
                              </p:par>
                              <p:par>
                                <p:cTn id="45" presetID="10" presetClass="entr" presetSubtype="0" fill="hold" nodeType="withEffect">
                                  <p:stCondLst>
                                    <p:cond delay="0"/>
                                  </p:stCondLst>
                                  <p:childTnLst>
                                    <p:set>
                                      <p:cBhvr>
                                        <p:cTn id="46" dur="1" fill="hold">
                                          <p:stCondLst>
                                            <p:cond delay="0"/>
                                          </p:stCondLst>
                                        </p:cTn>
                                        <p:tgtEl>
                                          <p:spTgt spid="55"/>
                                        </p:tgtEl>
                                        <p:attrNameLst>
                                          <p:attrName>style.visibility</p:attrName>
                                        </p:attrNameLst>
                                      </p:cBhvr>
                                      <p:to>
                                        <p:strVal val="visible"/>
                                      </p:to>
                                    </p:set>
                                    <p:animEffect transition="in" filter="fade">
                                      <p:cBhvr>
                                        <p:cTn id="47" dur="500"/>
                                        <p:tgtEl>
                                          <p:spTgt spid="55"/>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58"/>
                                        </p:tgtEl>
                                        <p:attrNameLst>
                                          <p:attrName>style.visibility</p:attrName>
                                        </p:attrNameLst>
                                      </p:cBhvr>
                                      <p:to>
                                        <p:strVal val="visible"/>
                                      </p:to>
                                    </p:set>
                                    <p:animEffect transition="in" filter="fade">
                                      <p:cBhvr>
                                        <p:cTn id="50" dur="500"/>
                                        <p:tgtEl>
                                          <p:spTgt spid="5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59"/>
                                        </p:tgtEl>
                                        <p:attrNameLst>
                                          <p:attrName>style.visibility</p:attrName>
                                        </p:attrNameLst>
                                      </p:cBhvr>
                                      <p:to>
                                        <p:strVal val="visible"/>
                                      </p:to>
                                    </p:set>
                                    <p:animEffect transition="in" filter="fade">
                                      <p:cBhvr>
                                        <p:cTn id="53" dur="500"/>
                                        <p:tgtEl>
                                          <p:spTgt spid="59"/>
                                        </p:tgtEl>
                                      </p:cBhvr>
                                    </p:animEffect>
                                  </p:childTnLst>
                                </p:cTn>
                              </p:par>
                              <p:par>
                                <p:cTn id="54" presetID="10" presetClass="entr" presetSubtype="0" fill="hold" nodeType="withEffect">
                                  <p:stCondLst>
                                    <p:cond delay="0"/>
                                  </p:stCondLst>
                                  <p:childTnLst>
                                    <p:set>
                                      <p:cBhvr>
                                        <p:cTn id="55" dur="1" fill="hold">
                                          <p:stCondLst>
                                            <p:cond delay="0"/>
                                          </p:stCondLst>
                                        </p:cTn>
                                        <p:tgtEl>
                                          <p:spTgt spid="60"/>
                                        </p:tgtEl>
                                        <p:attrNameLst>
                                          <p:attrName>style.visibility</p:attrName>
                                        </p:attrNameLst>
                                      </p:cBhvr>
                                      <p:to>
                                        <p:strVal val="visible"/>
                                      </p:to>
                                    </p:set>
                                    <p:animEffect transition="in" filter="fade">
                                      <p:cBhvr>
                                        <p:cTn id="56" dur="500"/>
                                        <p:tgtEl>
                                          <p:spTgt spid="60"/>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61"/>
                                        </p:tgtEl>
                                        <p:attrNameLst>
                                          <p:attrName>style.visibility</p:attrName>
                                        </p:attrNameLst>
                                      </p:cBhvr>
                                      <p:to>
                                        <p:strVal val="visible"/>
                                      </p:to>
                                    </p:set>
                                    <p:animEffect transition="in" filter="fade">
                                      <p:cBhvr>
                                        <p:cTn id="59" dur="500"/>
                                        <p:tgtEl>
                                          <p:spTgt spid="61"/>
                                        </p:tgtEl>
                                      </p:cBhvr>
                                    </p:animEffect>
                                  </p:childTnLst>
                                </p:cTn>
                              </p:par>
                              <p:par>
                                <p:cTn id="60" presetID="10" presetClass="entr" presetSubtype="0" fill="hold" nodeType="withEffect">
                                  <p:stCondLst>
                                    <p:cond delay="0"/>
                                  </p:stCondLst>
                                  <p:childTnLst>
                                    <p:set>
                                      <p:cBhvr>
                                        <p:cTn id="61" dur="1" fill="hold">
                                          <p:stCondLst>
                                            <p:cond delay="0"/>
                                          </p:stCondLst>
                                        </p:cTn>
                                        <p:tgtEl>
                                          <p:spTgt spid="63"/>
                                        </p:tgtEl>
                                        <p:attrNameLst>
                                          <p:attrName>style.visibility</p:attrName>
                                        </p:attrNameLst>
                                      </p:cBhvr>
                                      <p:to>
                                        <p:strVal val="visible"/>
                                      </p:to>
                                    </p:set>
                                    <p:animEffect transition="in" filter="fade">
                                      <p:cBhvr>
                                        <p:cTn id="62" dur="500"/>
                                        <p:tgtEl>
                                          <p:spTgt spid="63"/>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57"/>
                                        </p:tgtEl>
                                        <p:attrNameLst>
                                          <p:attrName>style.visibility</p:attrName>
                                        </p:attrNameLst>
                                      </p:cBhvr>
                                      <p:to>
                                        <p:strVal val="visible"/>
                                      </p:to>
                                    </p:set>
                                    <p:animEffect transition="in" filter="fade">
                                      <p:cBhvr>
                                        <p:cTn id="65" dur="5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p:bldP spid="58" grpId="0"/>
      <p:bldP spid="59" grpId="0" animBg="1"/>
      <p:bldP spid="61"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7F8DCA-39E3-6138-AEBB-0FCEBE3ACC23}"/>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AF289E4E-F195-7C58-9C42-BEF8F86B629D}"/>
              </a:ext>
            </a:extLst>
          </p:cNvPr>
          <p:cNvSpPr/>
          <p:nvPr/>
        </p:nvSpPr>
        <p:spPr>
          <a:xfrm>
            <a:off x="0" y="-8170"/>
            <a:ext cx="12192000" cy="6858000"/>
          </a:xfrm>
          <a:prstGeom prst="rect">
            <a:avLst/>
          </a:prstGeom>
          <a:solidFill>
            <a:srgbClr val="0F444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a:p>
            <a:endParaRPr lang="en-GB" dirty="0"/>
          </a:p>
        </p:txBody>
      </p:sp>
      <p:pic>
        <p:nvPicPr>
          <p:cNvPr id="6" name="Picture 5">
            <a:extLst>
              <a:ext uri="{FF2B5EF4-FFF2-40B4-BE49-F238E27FC236}">
                <a16:creationId xmlns:a16="http://schemas.microsoft.com/office/drawing/2014/main" id="{18EE7D4C-67C7-65E2-6F8F-C3D2018A17ED}"/>
              </a:ext>
            </a:extLst>
          </p:cNvPr>
          <p:cNvPicPr>
            <a:picLocks noChangeAspect="1"/>
          </p:cNvPicPr>
          <p:nvPr/>
        </p:nvPicPr>
        <p:blipFill>
          <a:blip r:embed="rId2"/>
          <a:srcRect t="13853" b="15498"/>
          <a:stretch/>
        </p:blipFill>
        <p:spPr>
          <a:xfrm>
            <a:off x="330531" y="1480197"/>
            <a:ext cx="3470725" cy="3678067"/>
          </a:xfrm>
          <a:prstGeom prst="rect">
            <a:avLst/>
          </a:prstGeom>
        </p:spPr>
      </p:pic>
      <p:sp>
        <p:nvSpPr>
          <p:cNvPr id="2" name="Title 1">
            <a:extLst>
              <a:ext uri="{FF2B5EF4-FFF2-40B4-BE49-F238E27FC236}">
                <a16:creationId xmlns:a16="http://schemas.microsoft.com/office/drawing/2014/main" id="{54523B0B-1CB2-C4A0-6CF3-6319CA698266}"/>
              </a:ext>
            </a:extLst>
          </p:cNvPr>
          <p:cNvSpPr>
            <a:spLocks noGrp="1"/>
          </p:cNvSpPr>
          <p:nvPr>
            <p:ph type="title"/>
          </p:nvPr>
        </p:nvSpPr>
        <p:spPr>
          <a:xfrm>
            <a:off x="160986" y="146581"/>
            <a:ext cx="4911090" cy="823913"/>
          </a:xfrm>
        </p:spPr>
        <p:txBody>
          <a:bodyPr/>
          <a:lstStyle/>
          <a:p>
            <a:r>
              <a:rPr lang="en-GB" dirty="0">
                <a:solidFill>
                  <a:schemeClr val="bg1"/>
                </a:solidFill>
              </a:rPr>
              <a:t>Bio-Building Carriers</a:t>
            </a:r>
          </a:p>
        </p:txBody>
      </p:sp>
      <p:sp>
        <p:nvSpPr>
          <p:cNvPr id="4" name="Slide Number Placeholder 3">
            <a:extLst>
              <a:ext uri="{FF2B5EF4-FFF2-40B4-BE49-F238E27FC236}">
                <a16:creationId xmlns:a16="http://schemas.microsoft.com/office/drawing/2014/main" id="{E77DC7F4-719B-9D8A-4F01-6864204943BF}"/>
              </a:ext>
            </a:extLst>
          </p:cNvPr>
          <p:cNvSpPr>
            <a:spLocks noGrp="1"/>
          </p:cNvSpPr>
          <p:nvPr>
            <p:ph type="sldNum" sz="quarter" idx="12"/>
          </p:nvPr>
        </p:nvSpPr>
        <p:spPr/>
        <p:txBody>
          <a:bodyPr/>
          <a:lstStyle/>
          <a:p>
            <a:fld id="{5A51F297-1191-4DB8-B109-50EF96A3851C}" type="slidenum">
              <a:rPr lang="en-DE" smtClean="0"/>
              <a:t>9</a:t>
            </a:fld>
            <a:endParaRPr lang="en-DE"/>
          </a:p>
        </p:txBody>
      </p:sp>
      <p:pic>
        <p:nvPicPr>
          <p:cNvPr id="9" name="Picture 8">
            <a:extLst>
              <a:ext uri="{FF2B5EF4-FFF2-40B4-BE49-F238E27FC236}">
                <a16:creationId xmlns:a16="http://schemas.microsoft.com/office/drawing/2014/main" id="{1AE63445-BCE7-565C-2726-04A359F64847}"/>
              </a:ext>
            </a:extLst>
          </p:cNvPr>
          <p:cNvPicPr>
            <a:picLocks noChangeAspect="1"/>
          </p:cNvPicPr>
          <p:nvPr/>
        </p:nvPicPr>
        <p:blipFill>
          <a:blip r:embed="rId3"/>
          <a:srcRect t="15158" b="14193"/>
          <a:stretch/>
        </p:blipFill>
        <p:spPr>
          <a:xfrm>
            <a:off x="8360676" y="1754966"/>
            <a:ext cx="3176598" cy="3366369"/>
          </a:xfrm>
          <a:prstGeom prst="rect">
            <a:avLst/>
          </a:prstGeom>
        </p:spPr>
      </p:pic>
      <p:sp>
        <p:nvSpPr>
          <p:cNvPr id="10" name="Title 1">
            <a:extLst>
              <a:ext uri="{FF2B5EF4-FFF2-40B4-BE49-F238E27FC236}">
                <a16:creationId xmlns:a16="http://schemas.microsoft.com/office/drawing/2014/main" id="{20D3339D-0DAC-4B6D-9B38-1FFF526843E2}"/>
              </a:ext>
            </a:extLst>
          </p:cNvPr>
          <p:cNvSpPr txBox="1">
            <a:spLocks/>
          </p:cNvSpPr>
          <p:nvPr/>
        </p:nvSpPr>
        <p:spPr>
          <a:xfrm>
            <a:off x="8393901" y="229893"/>
            <a:ext cx="3176598" cy="82391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solidFill>
                  <a:schemeClr val="bg1"/>
                </a:solidFill>
              </a:rPr>
              <a:t>Cancer Cell</a:t>
            </a:r>
          </a:p>
        </p:txBody>
      </p:sp>
      <p:grpSp>
        <p:nvGrpSpPr>
          <p:cNvPr id="16" name="Group 15">
            <a:extLst>
              <a:ext uri="{FF2B5EF4-FFF2-40B4-BE49-F238E27FC236}">
                <a16:creationId xmlns:a16="http://schemas.microsoft.com/office/drawing/2014/main" id="{20C6DFDB-D12D-2131-BF5A-7C494DA0D91A}"/>
              </a:ext>
            </a:extLst>
          </p:cNvPr>
          <p:cNvGrpSpPr>
            <a:grpSpLocks noChangeAspect="1"/>
          </p:cNvGrpSpPr>
          <p:nvPr/>
        </p:nvGrpSpPr>
        <p:grpSpPr>
          <a:xfrm>
            <a:off x="3709283" y="3110034"/>
            <a:ext cx="523035" cy="264616"/>
            <a:chOff x="3639754" y="2079574"/>
            <a:chExt cx="839435" cy="424691"/>
          </a:xfrm>
        </p:grpSpPr>
        <p:sp>
          <p:nvSpPr>
            <p:cNvPr id="11" name="Rectangle: Rounded Corners 10">
              <a:extLst>
                <a:ext uri="{FF2B5EF4-FFF2-40B4-BE49-F238E27FC236}">
                  <a16:creationId xmlns:a16="http://schemas.microsoft.com/office/drawing/2014/main" id="{BD5F5A5F-AC21-9368-9D13-34CE4AD88426}"/>
                </a:ext>
              </a:extLst>
            </p:cNvPr>
            <p:cNvSpPr/>
            <p:nvPr/>
          </p:nvSpPr>
          <p:spPr>
            <a:xfrm>
              <a:off x="3639754" y="2332676"/>
              <a:ext cx="468000" cy="72000"/>
            </a:xfrm>
            <a:prstGeom prst="roundRect">
              <a:avLst>
                <a:gd name="adj" fmla="val 50000"/>
              </a:avLst>
            </a:prstGeom>
            <a:solidFill>
              <a:srgbClr val="EEAE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Rectangle: Rounded Corners 11">
              <a:extLst>
                <a:ext uri="{FF2B5EF4-FFF2-40B4-BE49-F238E27FC236}">
                  <a16:creationId xmlns:a16="http://schemas.microsoft.com/office/drawing/2014/main" id="{FD271EF8-8C56-E068-15AC-062B8CEDB70A}"/>
                </a:ext>
              </a:extLst>
            </p:cNvPr>
            <p:cNvSpPr/>
            <p:nvPr/>
          </p:nvSpPr>
          <p:spPr>
            <a:xfrm>
              <a:off x="3639754" y="2190187"/>
              <a:ext cx="468000" cy="72000"/>
            </a:xfrm>
            <a:prstGeom prst="roundRect">
              <a:avLst>
                <a:gd name="adj" fmla="val 50000"/>
              </a:avLst>
            </a:prstGeom>
            <a:solidFill>
              <a:srgbClr val="EEAE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Rectangle: Rounded Corners 12">
              <a:extLst>
                <a:ext uri="{FF2B5EF4-FFF2-40B4-BE49-F238E27FC236}">
                  <a16:creationId xmlns:a16="http://schemas.microsoft.com/office/drawing/2014/main" id="{E3448DC7-642F-7B79-4BDE-E5165E0F8730}"/>
                </a:ext>
              </a:extLst>
            </p:cNvPr>
            <p:cNvSpPr/>
            <p:nvPr/>
          </p:nvSpPr>
          <p:spPr>
            <a:xfrm rot="19706572">
              <a:off x="4011189" y="2079574"/>
              <a:ext cx="468000" cy="72000"/>
            </a:xfrm>
            <a:prstGeom prst="roundRect">
              <a:avLst>
                <a:gd name="adj" fmla="val 50000"/>
              </a:avLst>
            </a:prstGeom>
            <a:solidFill>
              <a:srgbClr val="EEAE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Rectangle: Rounded Corners 14">
              <a:extLst>
                <a:ext uri="{FF2B5EF4-FFF2-40B4-BE49-F238E27FC236}">
                  <a16:creationId xmlns:a16="http://schemas.microsoft.com/office/drawing/2014/main" id="{89E6BA03-0031-3981-6013-337B570F1836}"/>
                </a:ext>
              </a:extLst>
            </p:cNvPr>
            <p:cNvSpPr/>
            <p:nvPr/>
          </p:nvSpPr>
          <p:spPr>
            <a:xfrm rot="1893428" flipV="1">
              <a:off x="4003941" y="2432265"/>
              <a:ext cx="468000" cy="72000"/>
            </a:xfrm>
            <a:prstGeom prst="roundRect">
              <a:avLst>
                <a:gd name="adj" fmla="val 50000"/>
              </a:avLst>
            </a:prstGeom>
            <a:solidFill>
              <a:srgbClr val="EEAE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1" name="Group 30">
            <a:extLst>
              <a:ext uri="{FF2B5EF4-FFF2-40B4-BE49-F238E27FC236}">
                <a16:creationId xmlns:a16="http://schemas.microsoft.com/office/drawing/2014/main" id="{37D2C70B-F156-F53E-5244-D93AD1315C55}"/>
              </a:ext>
            </a:extLst>
          </p:cNvPr>
          <p:cNvGrpSpPr>
            <a:grpSpLocks noChangeAspect="1"/>
          </p:cNvGrpSpPr>
          <p:nvPr/>
        </p:nvGrpSpPr>
        <p:grpSpPr>
          <a:xfrm rot="2700000">
            <a:off x="3199291" y="4467078"/>
            <a:ext cx="523035" cy="264616"/>
            <a:chOff x="3639754" y="2079574"/>
            <a:chExt cx="839435" cy="424691"/>
          </a:xfrm>
        </p:grpSpPr>
        <p:sp>
          <p:nvSpPr>
            <p:cNvPr id="32" name="Rectangle: Rounded Corners 31">
              <a:extLst>
                <a:ext uri="{FF2B5EF4-FFF2-40B4-BE49-F238E27FC236}">
                  <a16:creationId xmlns:a16="http://schemas.microsoft.com/office/drawing/2014/main" id="{198ECE37-884F-3EB6-3B5C-C0D50FA5D733}"/>
                </a:ext>
              </a:extLst>
            </p:cNvPr>
            <p:cNvSpPr/>
            <p:nvPr/>
          </p:nvSpPr>
          <p:spPr>
            <a:xfrm>
              <a:off x="3639754" y="2332676"/>
              <a:ext cx="468000" cy="72000"/>
            </a:xfrm>
            <a:prstGeom prst="roundRect">
              <a:avLst>
                <a:gd name="adj" fmla="val 50000"/>
              </a:avLst>
            </a:prstGeom>
            <a:solidFill>
              <a:srgbClr val="EEAE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Rectangle: Rounded Corners 32">
              <a:extLst>
                <a:ext uri="{FF2B5EF4-FFF2-40B4-BE49-F238E27FC236}">
                  <a16:creationId xmlns:a16="http://schemas.microsoft.com/office/drawing/2014/main" id="{6F81CD04-F55D-63B8-6669-350583237B7A}"/>
                </a:ext>
              </a:extLst>
            </p:cNvPr>
            <p:cNvSpPr/>
            <p:nvPr/>
          </p:nvSpPr>
          <p:spPr>
            <a:xfrm>
              <a:off x="3639754" y="2190187"/>
              <a:ext cx="468000" cy="72000"/>
            </a:xfrm>
            <a:prstGeom prst="roundRect">
              <a:avLst>
                <a:gd name="adj" fmla="val 50000"/>
              </a:avLst>
            </a:prstGeom>
            <a:solidFill>
              <a:srgbClr val="EEAE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 name="Rectangle: Rounded Corners 33">
              <a:extLst>
                <a:ext uri="{FF2B5EF4-FFF2-40B4-BE49-F238E27FC236}">
                  <a16:creationId xmlns:a16="http://schemas.microsoft.com/office/drawing/2014/main" id="{8E555792-DD64-AE0E-950F-B0FE2E24A4C4}"/>
                </a:ext>
              </a:extLst>
            </p:cNvPr>
            <p:cNvSpPr/>
            <p:nvPr/>
          </p:nvSpPr>
          <p:spPr>
            <a:xfrm rot="19706572">
              <a:off x="4011189" y="2079574"/>
              <a:ext cx="468000" cy="72000"/>
            </a:xfrm>
            <a:prstGeom prst="roundRect">
              <a:avLst>
                <a:gd name="adj" fmla="val 50000"/>
              </a:avLst>
            </a:prstGeom>
            <a:solidFill>
              <a:srgbClr val="EEAE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 name="Rectangle: Rounded Corners 34">
              <a:extLst>
                <a:ext uri="{FF2B5EF4-FFF2-40B4-BE49-F238E27FC236}">
                  <a16:creationId xmlns:a16="http://schemas.microsoft.com/office/drawing/2014/main" id="{F5DA1DBD-A11D-91E5-37C5-4DD899082DEB}"/>
                </a:ext>
              </a:extLst>
            </p:cNvPr>
            <p:cNvSpPr/>
            <p:nvPr/>
          </p:nvSpPr>
          <p:spPr>
            <a:xfrm rot="1893428" flipV="1">
              <a:off x="4003941" y="2432265"/>
              <a:ext cx="468000" cy="72000"/>
            </a:xfrm>
            <a:prstGeom prst="roundRect">
              <a:avLst>
                <a:gd name="adj" fmla="val 50000"/>
              </a:avLst>
            </a:prstGeom>
            <a:solidFill>
              <a:srgbClr val="EEAE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6" name="Group 35">
            <a:extLst>
              <a:ext uri="{FF2B5EF4-FFF2-40B4-BE49-F238E27FC236}">
                <a16:creationId xmlns:a16="http://schemas.microsoft.com/office/drawing/2014/main" id="{5596DCBA-5BEC-0502-E8C7-A1F7E7B51A83}"/>
              </a:ext>
            </a:extLst>
          </p:cNvPr>
          <p:cNvGrpSpPr>
            <a:grpSpLocks noChangeAspect="1"/>
          </p:cNvGrpSpPr>
          <p:nvPr/>
        </p:nvGrpSpPr>
        <p:grpSpPr>
          <a:xfrm rot="18900000" flipV="1">
            <a:off x="3055167" y="1811297"/>
            <a:ext cx="523035" cy="264616"/>
            <a:chOff x="3639754" y="2079574"/>
            <a:chExt cx="839435" cy="424691"/>
          </a:xfrm>
        </p:grpSpPr>
        <p:sp>
          <p:nvSpPr>
            <p:cNvPr id="37" name="Rectangle: Rounded Corners 36">
              <a:extLst>
                <a:ext uri="{FF2B5EF4-FFF2-40B4-BE49-F238E27FC236}">
                  <a16:creationId xmlns:a16="http://schemas.microsoft.com/office/drawing/2014/main" id="{F55702DD-A950-C4FB-43B5-80764A938DC5}"/>
                </a:ext>
              </a:extLst>
            </p:cNvPr>
            <p:cNvSpPr/>
            <p:nvPr/>
          </p:nvSpPr>
          <p:spPr>
            <a:xfrm>
              <a:off x="3639754" y="2332676"/>
              <a:ext cx="468000" cy="72000"/>
            </a:xfrm>
            <a:prstGeom prst="roundRect">
              <a:avLst>
                <a:gd name="adj" fmla="val 50000"/>
              </a:avLst>
            </a:prstGeom>
            <a:solidFill>
              <a:srgbClr val="EEAE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8" name="Rectangle: Rounded Corners 37">
              <a:extLst>
                <a:ext uri="{FF2B5EF4-FFF2-40B4-BE49-F238E27FC236}">
                  <a16:creationId xmlns:a16="http://schemas.microsoft.com/office/drawing/2014/main" id="{38D72FC5-FBF5-5C94-F11D-90A61A5DB2AA}"/>
                </a:ext>
              </a:extLst>
            </p:cNvPr>
            <p:cNvSpPr/>
            <p:nvPr/>
          </p:nvSpPr>
          <p:spPr>
            <a:xfrm>
              <a:off x="3639754" y="2190187"/>
              <a:ext cx="468000" cy="72000"/>
            </a:xfrm>
            <a:prstGeom prst="roundRect">
              <a:avLst>
                <a:gd name="adj" fmla="val 50000"/>
              </a:avLst>
            </a:prstGeom>
            <a:solidFill>
              <a:srgbClr val="EEAE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9" name="Rectangle: Rounded Corners 38">
              <a:extLst>
                <a:ext uri="{FF2B5EF4-FFF2-40B4-BE49-F238E27FC236}">
                  <a16:creationId xmlns:a16="http://schemas.microsoft.com/office/drawing/2014/main" id="{E7198714-AE92-309A-A1E8-F8044909C827}"/>
                </a:ext>
              </a:extLst>
            </p:cNvPr>
            <p:cNvSpPr/>
            <p:nvPr/>
          </p:nvSpPr>
          <p:spPr>
            <a:xfrm rot="19706572">
              <a:off x="4011189" y="2079574"/>
              <a:ext cx="468000" cy="72000"/>
            </a:xfrm>
            <a:prstGeom prst="roundRect">
              <a:avLst>
                <a:gd name="adj" fmla="val 50000"/>
              </a:avLst>
            </a:prstGeom>
            <a:solidFill>
              <a:srgbClr val="EEAE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0" name="Rectangle: Rounded Corners 39">
              <a:extLst>
                <a:ext uri="{FF2B5EF4-FFF2-40B4-BE49-F238E27FC236}">
                  <a16:creationId xmlns:a16="http://schemas.microsoft.com/office/drawing/2014/main" id="{8CF3DAB2-6885-7F12-BCA7-69AD49FF5056}"/>
                </a:ext>
              </a:extLst>
            </p:cNvPr>
            <p:cNvSpPr/>
            <p:nvPr/>
          </p:nvSpPr>
          <p:spPr>
            <a:xfrm rot="1893428" flipV="1">
              <a:off x="4003941" y="2432265"/>
              <a:ext cx="468000" cy="72000"/>
            </a:xfrm>
            <a:prstGeom prst="roundRect">
              <a:avLst>
                <a:gd name="adj" fmla="val 50000"/>
              </a:avLst>
            </a:prstGeom>
            <a:solidFill>
              <a:srgbClr val="EEAE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44" name="Graphic 43" descr="Covid-19 with solid fill">
            <a:extLst>
              <a:ext uri="{FF2B5EF4-FFF2-40B4-BE49-F238E27FC236}">
                <a16:creationId xmlns:a16="http://schemas.microsoft.com/office/drawing/2014/main" id="{A6EFAD58-9EFC-0696-8D89-9B17984A05B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709283" y="1322956"/>
            <a:ext cx="704088" cy="704088"/>
          </a:xfrm>
          <a:prstGeom prst="rect">
            <a:avLst/>
          </a:prstGeom>
        </p:spPr>
      </p:pic>
      <p:pic>
        <p:nvPicPr>
          <p:cNvPr id="45" name="Graphic 44" descr="Covid-19 with solid fill">
            <a:extLst>
              <a:ext uri="{FF2B5EF4-FFF2-40B4-BE49-F238E27FC236}">
                <a16:creationId xmlns:a16="http://schemas.microsoft.com/office/drawing/2014/main" id="{E54ADC46-0B62-40F6-D127-37578A5ECEB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217981" y="3037046"/>
            <a:ext cx="704088" cy="704088"/>
          </a:xfrm>
          <a:prstGeom prst="rect">
            <a:avLst/>
          </a:prstGeom>
        </p:spPr>
      </p:pic>
      <p:pic>
        <p:nvPicPr>
          <p:cNvPr id="46" name="Graphic 45" descr="Covid-19 with solid fill">
            <a:extLst>
              <a:ext uri="{FF2B5EF4-FFF2-40B4-BE49-F238E27FC236}">
                <a16:creationId xmlns:a16="http://schemas.microsoft.com/office/drawing/2014/main" id="{CA55A781-4142-AF05-386D-B9DECCB8008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475281" y="1675000"/>
            <a:ext cx="585216" cy="585216"/>
          </a:xfrm>
          <a:prstGeom prst="rect">
            <a:avLst/>
          </a:prstGeom>
        </p:spPr>
      </p:pic>
      <p:pic>
        <p:nvPicPr>
          <p:cNvPr id="47" name="Graphic 46" descr="Covid-19 with solid fill">
            <a:extLst>
              <a:ext uri="{FF2B5EF4-FFF2-40B4-BE49-F238E27FC236}">
                <a16:creationId xmlns:a16="http://schemas.microsoft.com/office/drawing/2014/main" id="{3D9BC2B8-07B2-0AA4-8AAE-448EC719288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122811" y="2724912"/>
            <a:ext cx="566928" cy="566928"/>
          </a:xfrm>
          <a:prstGeom prst="rect">
            <a:avLst/>
          </a:prstGeom>
        </p:spPr>
      </p:pic>
      <p:pic>
        <p:nvPicPr>
          <p:cNvPr id="48" name="Graphic 47" descr="Covid-19 with solid fill">
            <a:extLst>
              <a:ext uri="{FF2B5EF4-FFF2-40B4-BE49-F238E27FC236}">
                <a16:creationId xmlns:a16="http://schemas.microsoft.com/office/drawing/2014/main" id="{1968FD00-A6DA-5C5E-811A-DE2EABF56A9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705950" y="2032416"/>
            <a:ext cx="429768" cy="429768"/>
          </a:xfrm>
          <a:prstGeom prst="rect">
            <a:avLst/>
          </a:prstGeom>
        </p:spPr>
      </p:pic>
      <p:pic>
        <p:nvPicPr>
          <p:cNvPr id="49" name="Graphic 48" descr="Covid-19 with solid fill">
            <a:extLst>
              <a:ext uri="{FF2B5EF4-FFF2-40B4-BE49-F238E27FC236}">
                <a16:creationId xmlns:a16="http://schemas.microsoft.com/office/drawing/2014/main" id="{1141BAB9-62B2-8A49-4050-B06C863649F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585308" y="2133840"/>
            <a:ext cx="704088" cy="704088"/>
          </a:xfrm>
          <a:prstGeom prst="rect">
            <a:avLst/>
          </a:prstGeom>
        </p:spPr>
      </p:pic>
      <p:pic>
        <p:nvPicPr>
          <p:cNvPr id="50" name="Graphic 49" descr="Covid-19 with solid fill">
            <a:extLst>
              <a:ext uri="{FF2B5EF4-FFF2-40B4-BE49-F238E27FC236}">
                <a16:creationId xmlns:a16="http://schemas.microsoft.com/office/drawing/2014/main" id="{B68E5182-788E-AC6F-C5B0-156A99ED3D7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481625" y="3189446"/>
            <a:ext cx="429768" cy="429768"/>
          </a:xfrm>
          <a:prstGeom prst="rect">
            <a:avLst/>
          </a:prstGeom>
        </p:spPr>
      </p:pic>
      <p:pic>
        <p:nvPicPr>
          <p:cNvPr id="51" name="Graphic 50" descr="Covid-19 with solid fill">
            <a:extLst>
              <a:ext uri="{FF2B5EF4-FFF2-40B4-BE49-F238E27FC236}">
                <a16:creationId xmlns:a16="http://schemas.microsoft.com/office/drawing/2014/main" id="{08820D89-B9EC-001D-288F-2EDE4CC3D84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454059" y="2161141"/>
            <a:ext cx="429768" cy="429768"/>
          </a:xfrm>
          <a:prstGeom prst="rect">
            <a:avLst/>
          </a:prstGeom>
        </p:spPr>
      </p:pic>
      <p:pic>
        <p:nvPicPr>
          <p:cNvPr id="52" name="Graphic 51" descr="Covid-19 with solid fill">
            <a:extLst>
              <a:ext uri="{FF2B5EF4-FFF2-40B4-BE49-F238E27FC236}">
                <a16:creationId xmlns:a16="http://schemas.microsoft.com/office/drawing/2014/main" id="{066D3AB5-4BA7-F5A9-8649-9C5A31E6509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162787" y="2590909"/>
            <a:ext cx="429768" cy="429768"/>
          </a:xfrm>
          <a:prstGeom prst="rect">
            <a:avLst/>
          </a:prstGeom>
        </p:spPr>
      </p:pic>
      <p:cxnSp>
        <p:nvCxnSpPr>
          <p:cNvPr id="54" name="Straight Arrow Connector 53">
            <a:extLst>
              <a:ext uri="{FF2B5EF4-FFF2-40B4-BE49-F238E27FC236}">
                <a16:creationId xmlns:a16="http://schemas.microsoft.com/office/drawing/2014/main" id="{1DC90B52-D19D-2FF0-19CD-EB21843FC0EE}"/>
              </a:ext>
            </a:extLst>
          </p:cNvPr>
          <p:cNvCxnSpPr/>
          <p:nvPr/>
        </p:nvCxnSpPr>
        <p:spPr>
          <a:xfrm>
            <a:off x="4911952" y="6292850"/>
            <a:ext cx="4801008" cy="0"/>
          </a:xfrm>
          <a:prstGeom prst="straightConnector1">
            <a:avLst/>
          </a:prstGeom>
          <a:ln w="31750">
            <a:solidFill>
              <a:schemeClr val="bg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55" name="Straight Arrow Connector 54">
            <a:extLst>
              <a:ext uri="{FF2B5EF4-FFF2-40B4-BE49-F238E27FC236}">
                <a16:creationId xmlns:a16="http://schemas.microsoft.com/office/drawing/2014/main" id="{3A7C73AA-6486-DCAB-3BC2-E65BC5149D00}"/>
              </a:ext>
            </a:extLst>
          </p:cNvPr>
          <p:cNvCxnSpPr>
            <a:cxnSpLocks/>
          </p:cNvCxnSpPr>
          <p:nvPr/>
        </p:nvCxnSpPr>
        <p:spPr>
          <a:xfrm flipH="1" flipV="1">
            <a:off x="5046676" y="4306143"/>
            <a:ext cx="17676" cy="2139107"/>
          </a:xfrm>
          <a:prstGeom prst="straightConnector1">
            <a:avLst/>
          </a:prstGeom>
          <a:ln w="31750">
            <a:solidFill>
              <a:schemeClr val="bg1"/>
            </a:solidFill>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CDB1841F-FA9E-7934-3F8F-C7050A13BE5D}"/>
                  </a:ext>
                </a:extLst>
              </p:cNvPr>
              <p:cNvSpPr txBox="1"/>
              <p:nvPr/>
            </p:nvSpPr>
            <p:spPr>
              <a:xfrm>
                <a:off x="4582752" y="4121477"/>
                <a:ext cx="488980" cy="523220"/>
              </a:xfrm>
              <a:prstGeom prst="rect">
                <a:avLst/>
              </a:prstGeom>
              <a:noFill/>
            </p:spPr>
            <p:txBody>
              <a:bodyPr wrap="none" rtlCol="0">
                <a:spAutoFit/>
              </a:bodyPr>
              <a:lstStyle/>
              <a:p>
                <a:pPr/>
                <a14:m>
                  <m:oMathPara xmlns:m="http://schemas.openxmlformats.org/officeDocument/2006/math">
                    <m:oMath>
                      <m:r>
                        <a:rPr lang="en-GB" sz="2800" i="1" dirty="0" smtClean="0">
                          <a:solidFill>
                            <a:schemeClr val="bg1"/>
                          </a:solidFill>
                          <a:latin typeface="Cambria Math" panose="02040503050406030204" pitchFamily="18" charset="0"/>
                        </a:rPr>
                        <m:t>𝐶</m:t>
                      </m:r>
                    </m:oMath>
                  </m:oMathPara>
                </a14:m>
                <a:endParaRPr lang="en-GB" sz="2800" dirty="0"/>
              </a:p>
            </p:txBody>
          </p:sp>
        </mc:Choice>
        <mc:Fallback xmlns="">
          <p:sp>
            <p:nvSpPr>
              <p:cNvPr id="57" name="TextBox 56">
                <a:extLst>
                  <a:ext uri="{FF2B5EF4-FFF2-40B4-BE49-F238E27FC236}">
                    <a16:creationId xmlns:a16="http://schemas.microsoft.com/office/drawing/2014/main" id="{CDB1841F-FA9E-7934-3F8F-C7050A13BE5D}"/>
                  </a:ext>
                </a:extLst>
              </p:cNvPr>
              <p:cNvSpPr txBox="1">
                <a:spLocks noRot="1" noChangeAspect="1" noMove="1" noResize="1" noEditPoints="1" noAdjustHandles="1" noChangeArrowheads="1" noChangeShapeType="1" noTextEdit="1"/>
              </p:cNvSpPr>
              <p:nvPr/>
            </p:nvSpPr>
            <p:spPr>
              <a:xfrm>
                <a:off x="4582752" y="4121477"/>
                <a:ext cx="488980" cy="523220"/>
              </a:xfrm>
              <a:prstGeom prst="rect">
                <a:avLst/>
              </a:prstGeom>
              <a:blipFill>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C5316146-7B63-7CDC-DD83-2F6961086AA7}"/>
                  </a:ext>
                </a:extLst>
              </p:cNvPr>
              <p:cNvSpPr txBox="1"/>
              <p:nvPr/>
            </p:nvSpPr>
            <p:spPr>
              <a:xfrm>
                <a:off x="9601728" y="6234451"/>
                <a:ext cx="478208" cy="523220"/>
              </a:xfrm>
              <a:prstGeom prst="rect">
                <a:avLst/>
              </a:prstGeom>
              <a:noFill/>
            </p:spPr>
            <p:txBody>
              <a:bodyPr wrap="none" rtlCol="0">
                <a:spAutoFit/>
              </a:bodyPr>
              <a:lstStyle/>
              <a:p>
                <a:pPr/>
                <a14:m>
                  <m:oMathPara xmlns:m="http://schemas.openxmlformats.org/officeDocument/2006/math">
                    <m:oMath>
                      <m:r>
                        <a:rPr lang="de-DE" sz="2800" b="0" i="1" dirty="0" smtClean="0">
                          <a:solidFill>
                            <a:schemeClr val="bg1"/>
                          </a:solidFill>
                          <a:latin typeface="Cambria Math" panose="02040503050406030204" pitchFamily="18" charset="0"/>
                        </a:rPr>
                        <m:t>𝑑</m:t>
                      </m:r>
                    </m:oMath>
                  </m:oMathPara>
                </a14:m>
                <a:endParaRPr lang="en-GB" sz="2800" dirty="0"/>
              </a:p>
            </p:txBody>
          </p:sp>
        </mc:Choice>
        <mc:Fallback xmlns="">
          <p:sp>
            <p:nvSpPr>
              <p:cNvPr id="58" name="TextBox 57">
                <a:extLst>
                  <a:ext uri="{FF2B5EF4-FFF2-40B4-BE49-F238E27FC236}">
                    <a16:creationId xmlns:a16="http://schemas.microsoft.com/office/drawing/2014/main" id="{C5316146-7B63-7CDC-DD83-2F6961086AA7}"/>
                  </a:ext>
                </a:extLst>
              </p:cNvPr>
              <p:cNvSpPr txBox="1">
                <a:spLocks noRot="1" noChangeAspect="1" noMove="1" noResize="1" noEditPoints="1" noAdjustHandles="1" noChangeArrowheads="1" noChangeShapeType="1" noTextEdit="1"/>
              </p:cNvSpPr>
              <p:nvPr/>
            </p:nvSpPr>
            <p:spPr>
              <a:xfrm>
                <a:off x="9601728" y="6234451"/>
                <a:ext cx="478208" cy="523220"/>
              </a:xfrm>
              <a:prstGeom prst="rect">
                <a:avLst/>
              </a:prstGeom>
              <a:blipFill>
                <a:blip r:embed="rId7"/>
                <a:stretch>
                  <a:fillRect/>
                </a:stretch>
              </a:blipFill>
            </p:spPr>
            <p:txBody>
              <a:bodyPr/>
              <a:lstStyle/>
              <a:p>
                <a:r>
                  <a:rPr lang="en-GB">
                    <a:noFill/>
                  </a:rPr>
                  <a:t> </a:t>
                </a:r>
              </a:p>
            </p:txBody>
          </p:sp>
        </mc:Fallback>
      </mc:AlternateContent>
      <p:sp>
        <p:nvSpPr>
          <p:cNvPr id="59" name="Freeform: Shape 58">
            <a:extLst>
              <a:ext uri="{FF2B5EF4-FFF2-40B4-BE49-F238E27FC236}">
                <a16:creationId xmlns:a16="http://schemas.microsoft.com/office/drawing/2014/main" id="{23C7F443-93A1-EA41-2CA2-C1F41B6BE6CC}"/>
              </a:ext>
            </a:extLst>
          </p:cNvPr>
          <p:cNvSpPr/>
          <p:nvPr/>
        </p:nvSpPr>
        <p:spPr>
          <a:xfrm>
            <a:off x="5038090" y="4814139"/>
            <a:ext cx="4171950" cy="1351711"/>
          </a:xfrm>
          <a:custGeom>
            <a:avLst/>
            <a:gdLst>
              <a:gd name="connsiteX0" fmla="*/ 0 w 4171950"/>
              <a:gd name="connsiteY0" fmla="*/ 2971 h 1351711"/>
              <a:gd name="connsiteX1" fmla="*/ 1371600 w 4171950"/>
              <a:gd name="connsiteY1" fmla="*/ 117271 h 1351711"/>
              <a:gd name="connsiteX2" fmla="*/ 2263140 w 4171950"/>
              <a:gd name="connsiteY2" fmla="*/ 768781 h 1351711"/>
              <a:gd name="connsiteX3" fmla="*/ 3017520 w 4171950"/>
              <a:gd name="connsiteY3" fmla="*/ 1203121 h 1351711"/>
              <a:gd name="connsiteX4" fmla="*/ 4171950 w 4171950"/>
              <a:gd name="connsiteY4" fmla="*/ 1351711 h 13517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71950" h="1351711">
                <a:moveTo>
                  <a:pt x="0" y="2971"/>
                </a:moveTo>
                <a:cubicBezTo>
                  <a:pt x="497205" y="-3697"/>
                  <a:pt x="994410" y="-10364"/>
                  <a:pt x="1371600" y="117271"/>
                </a:cubicBezTo>
                <a:cubicBezTo>
                  <a:pt x="1748790" y="244906"/>
                  <a:pt x="1988820" y="587806"/>
                  <a:pt x="2263140" y="768781"/>
                </a:cubicBezTo>
                <a:cubicBezTo>
                  <a:pt x="2537460" y="949756"/>
                  <a:pt x="2699385" y="1105966"/>
                  <a:pt x="3017520" y="1203121"/>
                </a:cubicBezTo>
                <a:cubicBezTo>
                  <a:pt x="3335655" y="1300276"/>
                  <a:pt x="3753802" y="1325993"/>
                  <a:pt x="4171950" y="1351711"/>
                </a:cubicBezTo>
              </a:path>
            </a:pathLst>
          </a:custGeom>
          <a:noFill/>
          <a:ln w="444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60" name="Graphic 59" descr="Covid-19 with solid fill">
            <a:extLst>
              <a:ext uri="{FF2B5EF4-FFF2-40B4-BE49-F238E27FC236}">
                <a16:creationId xmlns:a16="http://schemas.microsoft.com/office/drawing/2014/main" id="{AD9FFB94-3EF6-3F2B-9267-594058AF376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742489" y="4624349"/>
            <a:ext cx="429768" cy="429768"/>
          </a:xfrm>
          <a:prstGeom prst="rect">
            <a:avLst/>
          </a:prstGeom>
        </p:spPr>
      </p:pic>
      <mc:AlternateContent xmlns:mc="http://schemas.openxmlformats.org/markup-compatibility/2006" xmlns:a14="http://schemas.microsoft.com/office/drawing/2010/main">
        <mc:Choice Requires="a14">
          <p:sp>
            <p:nvSpPr>
              <p:cNvPr id="61" name="TextBox 60">
                <a:extLst>
                  <a:ext uri="{FF2B5EF4-FFF2-40B4-BE49-F238E27FC236}">
                    <a16:creationId xmlns:a16="http://schemas.microsoft.com/office/drawing/2014/main" id="{CFDF4350-3066-1311-3526-3517CDD6340E}"/>
                  </a:ext>
                </a:extLst>
              </p:cNvPr>
              <p:cNvSpPr txBox="1"/>
              <p:nvPr/>
            </p:nvSpPr>
            <p:spPr>
              <a:xfrm>
                <a:off x="5637716" y="6296826"/>
                <a:ext cx="633956" cy="523220"/>
              </a:xfrm>
              <a:prstGeom prst="rect">
                <a:avLst/>
              </a:prstGeom>
              <a:noFill/>
            </p:spPr>
            <p:txBody>
              <a:bodyPr wrap="none" rtlCol="0">
                <a:spAutoFit/>
              </a:bodyPr>
              <a:lstStyle/>
              <a:p>
                <a:pPr/>
                <a14:m>
                  <m:oMathPara xmlns:m="http://schemas.openxmlformats.org/officeDocument/2006/math">
                    <m:oMath>
                      <m:sSub>
                        <m:sSubPr>
                          <m:ctrlPr>
                            <a:rPr lang="de-DE" sz="2800" b="0" i="1" dirty="0" smtClean="0">
                              <a:solidFill>
                                <a:schemeClr val="bg1"/>
                              </a:solidFill>
                              <a:latin typeface="Cambria Math" panose="02040503050406030204" pitchFamily="18" charset="0"/>
                            </a:rPr>
                          </m:ctrlPr>
                        </m:sSubPr>
                        <m:e>
                          <m:r>
                            <a:rPr lang="de-DE" sz="2800" b="0" i="1" dirty="0" smtClean="0">
                              <a:solidFill>
                                <a:schemeClr val="bg1"/>
                              </a:solidFill>
                              <a:latin typeface="Cambria Math" panose="02040503050406030204" pitchFamily="18" charset="0"/>
                            </a:rPr>
                            <m:t>𝑑</m:t>
                          </m:r>
                        </m:e>
                        <m:sub>
                          <m:r>
                            <a:rPr lang="de-DE" sz="2800" b="0" i="1" dirty="0" smtClean="0">
                              <a:solidFill>
                                <a:schemeClr val="bg1"/>
                              </a:solidFill>
                              <a:latin typeface="Cambria Math" panose="02040503050406030204" pitchFamily="18" charset="0"/>
                            </a:rPr>
                            <m:t>0</m:t>
                          </m:r>
                        </m:sub>
                      </m:sSub>
                    </m:oMath>
                  </m:oMathPara>
                </a14:m>
                <a:endParaRPr lang="en-GB" sz="2800" dirty="0"/>
              </a:p>
            </p:txBody>
          </p:sp>
        </mc:Choice>
        <mc:Fallback xmlns="">
          <p:sp>
            <p:nvSpPr>
              <p:cNvPr id="61" name="TextBox 60">
                <a:extLst>
                  <a:ext uri="{FF2B5EF4-FFF2-40B4-BE49-F238E27FC236}">
                    <a16:creationId xmlns:a16="http://schemas.microsoft.com/office/drawing/2014/main" id="{CFDF4350-3066-1311-3526-3517CDD6340E}"/>
                  </a:ext>
                </a:extLst>
              </p:cNvPr>
              <p:cNvSpPr txBox="1">
                <a:spLocks noRot="1" noChangeAspect="1" noMove="1" noResize="1" noEditPoints="1" noAdjustHandles="1" noChangeArrowheads="1" noChangeShapeType="1" noTextEdit="1"/>
              </p:cNvSpPr>
              <p:nvPr/>
            </p:nvSpPr>
            <p:spPr>
              <a:xfrm>
                <a:off x="5637716" y="6296826"/>
                <a:ext cx="633956" cy="523220"/>
              </a:xfrm>
              <a:prstGeom prst="rect">
                <a:avLst/>
              </a:prstGeom>
              <a:blipFill>
                <a:blip r:embed="rId8"/>
                <a:stretch>
                  <a:fillRect/>
                </a:stretch>
              </a:blipFill>
            </p:spPr>
            <p:txBody>
              <a:bodyPr/>
              <a:lstStyle/>
              <a:p>
                <a:r>
                  <a:rPr lang="en-GB">
                    <a:noFill/>
                  </a:rPr>
                  <a:t> </a:t>
                </a:r>
              </a:p>
            </p:txBody>
          </p:sp>
        </mc:Fallback>
      </mc:AlternateContent>
      <p:cxnSp>
        <p:nvCxnSpPr>
          <p:cNvPr id="63" name="Straight Connector 62">
            <a:extLst>
              <a:ext uri="{FF2B5EF4-FFF2-40B4-BE49-F238E27FC236}">
                <a16:creationId xmlns:a16="http://schemas.microsoft.com/office/drawing/2014/main" id="{ADEC7DA2-902E-6CF3-F331-365F32804322}"/>
              </a:ext>
            </a:extLst>
          </p:cNvPr>
          <p:cNvCxnSpPr>
            <a:cxnSpLocks/>
            <a:stCxn id="60" idx="2"/>
            <a:endCxn id="61" idx="0"/>
          </p:cNvCxnSpPr>
          <p:nvPr/>
        </p:nvCxnSpPr>
        <p:spPr>
          <a:xfrm flipH="1">
            <a:off x="5954694" y="5054117"/>
            <a:ext cx="2679" cy="1242709"/>
          </a:xfrm>
          <a:prstGeom prst="line">
            <a:avLst/>
          </a:prstGeom>
          <a:ln w="38100">
            <a:solidFill>
              <a:schemeClr val="bg1"/>
            </a:solidFill>
            <a:prstDash val="dash"/>
          </a:ln>
        </p:spPr>
        <p:style>
          <a:lnRef idx="2">
            <a:schemeClr val="accent1"/>
          </a:lnRef>
          <a:fillRef idx="0">
            <a:schemeClr val="accent1"/>
          </a:fillRef>
          <a:effectRef idx="1">
            <a:schemeClr val="accent1"/>
          </a:effectRef>
          <a:fontRef idx="minor">
            <a:schemeClr val="tx1"/>
          </a:fontRef>
        </p:style>
      </p:cxnSp>
      <p:sp>
        <p:nvSpPr>
          <p:cNvPr id="17" name="Oval 16">
            <a:extLst>
              <a:ext uri="{FF2B5EF4-FFF2-40B4-BE49-F238E27FC236}">
                <a16:creationId xmlns:a16="http://schemas.microsoft.com/office/drawing/2014/main" id="{27E70993-AA9E-62E1-71AA-726785B24754}"/>
              </a:ext>
            </a:extLst>
          </p:cNvPr>
          <p:cNvSpPr/>
          <p:nvPr/>
        </p:nvSpPr>
        <p:spPr>
          <a:xfrm>
            <a:off x="921445" y="2260216"/>
            <a:ext cx="2300179" cy="2208461"/>
          </a:xfrm>
          <a:prstGeom prst="ellipse">
            <a:avLst/>
          </a:prstGeom>
          <a:solidFill>
            <a:srgbClr val="0F444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9" name="Picture 18">
            <a:extLst>
              <a:ext uri="{FF2B5EF4-FFF2-40B4-BE49-F238E27FC236}">
                <a16:creationId xmlns:a16="http://schemas.microsoft.com/office/drawing/2014/main" id="{F42E6CDD-0D7E-8B27-9D8F-B14A0FB08A21}"/>
              </a:ext>
            </a:extLst>
          </p:cNvPr>
          <p:cNvPicPr>
            <a:picLocks noChangeAspect="1"/>
          </p:cNvPicPr>
          <p:nvPr/>
        </p:nvPicPr>
        <p:blipFill>
          <a:blip r:embed="rId9"/>
          <a:stretch>
            <a:fillRect/>
          </a:stretch>
        </p:blipFill>
        <p:spPr>
          <a:xfrm>
            <a:off x="1104006" y="2385901"/>
            <a:ext cx="1947441" cy="1878626"/>
          </a:xfrm>
          <a:prstGeom prst="ellipse">
            <a:avLst/>
          </a:prstGeom>
        </p:spPr>
      </p:pic>
    </p:spTree>
    <p:extLst>
      <p:ext uri="{BB962C8B-B14F-4D97-AF65-F5344CB8AC3E}">
        <p14:creationId xmlns:p14="http://schemas.microsoft.com/office/powerpoint/2010/main" val="32508220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E22B99-6461-9543-A343-F019E13FAA1A}"/>
            </a:ext>
          </a:extLst>
        </p:cNvPr>
        <p:cNvGrpSpPr/>
        <p:nvPr/>
      </p:nvGrpSpPr>
      <p:grpSpPr>
        <a:xfrm>
          <a:off x="0" y="0"/>
          <a:ext cx="0" cy="0"/>
          <a:chOff x="0" y="0"/>
          <a:chExt cx="0" cy="0"/>
        </a:xfrm>
      </p:grpSpPr>
      <p:sp>
        <p:nvSpPr>
          <p:cNvPr id="2" name="Slide Number Placeholder 3">
            <a:extLst>
              <a:ext uri="{FF2B5EF4-FFF2-40B4-BE49-F238E27FC236}">
                <a16:creationId xmlns:a16="http://schemas.microsoft.com/office/drawing/2014/main" id="{CCC32999-F6EE-2E35-DD18-EB7843235FFA}"/>
              </a:ext>
            </a:extLst>
          </p:cNvPr>
          <p:cNvSpPr txBox="1">
            <a:spLocks/>
          </p:cNvSpPr>
          <p:nvPr/>
        </p:nvSpPr>
        <p:spPr>
          <a:xfrm>
            <a:off x="53014" y="6525697"/>
            <a:ext cx="536643" cy="332303"/>
          </a:xfrm>
          <a:prstGeom prst="rect">
            <a:avLst/>
          </a:prstGeom>
        </p:spPr>
        <p:txBody>
          <a:bodyPr vert="horz" lIns="91440" tIns="45720" rIns="91440" bIns="45720" rtlCol="0">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fld id="{105264C1-93CD-4F5F-B6EE-5235E982ADB5}" type="slidenum">
              <a:rPr kumimoji="0" lang="LID4096" sz="28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t>10</a:t>
            </a:fld>
            <a:endParaRPr kumimoji="0" lang="LID4096" sz="2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32" name="Oval 31">
            <a:extLst>
              <a:ext uri="{FF2B5EF4-FFF2-40B4-BE49-F238E27FC236}">
                <a16:creationId xmlns:a16="http://schemas.microsoft.com/office/drawing/2014/main" id="{8E2F8727-15E2-8B00-BFBD-96FBAAC27C7C}"/>
              </a:ext>
            </a:extLst>
          </p:cNvPr>
          <p:cNvSpPr>
            <a:spLocks noChangeAspect="1"/>
          </p:cNvSpPr>
          <p:nvPr/>
        </p:nvSpPr>
        <p:spPr>
          <a:xfrm>
            <a:off x="2560980" y="1476034"/>
            <a:ext cx="270884" cy="270884"/>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F66882D7-5418-3709-02BB-FC57CE6B02B0}"/>
              </a:ext>
            </a:extLst>
          </p:cNvPr>
          <p:cNvSpPr>
            <a:spLocks noChangeAspect="1"/>
          </p:cNvSpPr>
          <p:nvPr/>
        </p:nvSpPr>
        <p:spPr>
          <a:xfrm>
            <a:off x="2560980" y="2336030"/>
            <a:ext cx="270884" cy="270884"/>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215B15C2-9E8F-9D94-CCD2-9AB0E072F6FE}"/>
              </a:ext>
            </a:extLst>
          </p:cNvPr>
          <p:cNvSpPr>
            <a:spLocks noChangeAspect="1"/>
          </p:cNvSpPr>
          <p:nvPr/>
        </p:nvSpPr>
        <p:spPr>
          <a:xfrm>
            <a:off x="3643859" y="764473"/>
            <a:ext cx="270884" cy="270884"/>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Oval 65">
            <a:extLst>
              <a:ext uri="{FF2B5EF4-FFF2-40B4-BE49-F238E27FC236}">
                <a16:creationId xmlns:a16="http://schemas.microsoft.com/office/drawing/2014/main" id="{2305E603-2AF1-2618-6884-3AA6F6BA6824}"/>
              </a:ext>
            </a:extLst>
          </p:cNvPr>
          <p:cNvSpPr>
            <a:spLocks noChangeAspect="1"/>
          </p:cNvSpPr>
          <p:nvPr/>
        </p:nvSpPr>
        <p:spPr>
          <a:xfrm>
            <a:off x="3643859" y="1494492"/>
            <a:ext cx="270884" cy="270884"/>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Oval 67">
            <a:extLst>
              <a:ext uri="{FF2B5EF4-FFF2-40B4-BE49-F238E27FC236}">
                <a16:creationId xmlns:a16="http://schemas.microsoft.com/office/drawing/2014/main" id="{A770A93C-0053-054E-B973-440803D9F256}"/>
              </a:ext>
            </a:extLst>
          </p:cNvPr>
          <p:cNvSpPr>
            <a:spLocks noChangeAspect="1"/>
          </p:cNvSpPr>
          <p:nvPr/>
        </p:nvSpPr>
        <p:spPr>
          <a:xfrm>
            <a:off x="3643859" y="2224511"/>
            <a:ext cx="270884" cy="270884"/>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Oval 69">
            <a:extLst>
              <a:ext uri="{FF2B5EF4-FFF2-40B4-BE49-F238E27FC236}">
                <a16:creationId xmlns:a16="http://schemas.microsoft.com/office/drawing/2014/main" id="{168517B1-D0DA-5A69-4D24-64FFC9B8F202}"/>
              </a:ext>
            </a:extLst>
          </p:cNvPr>
          <p:cNvSpPr>
            <a:spLocks noChangeAspect="1"/>
          </p:cNvSpPr>
          <p:nvPr/>
        </p:nvSpPr>
        <p:spPr>
          <a:xfrm>
            <a:off x="3643859" y="2954529"/>
            <a:ext cx="270884" cy="270884"/>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Oval 75">
            <a:extLst>
              <a:ext uri="{FF2B5EF4-FFF2-40B4-BE49-F238E27FC236}">
                <a16:creationId xmlns:a16="http://schemas.microsoft.com/office/drawing/2014/main" id="{1BFE5537-8E5B-9990-0432-9A5CDE3B8174}"/>
              </a:ext>
            </a:extLst>
          </p:cNvPr>
          <p:cNvSpPr>
            <a:spLocks noChangeAspect="1"/>
          </p:cNvSpPr>
          <p:nvPr/>
        </p:nvSpPr>
        <p:spPr>
          <a:xfrm>
            <a:off x="4795833" y="1474762"/>
            <a:ext cx="270884" cy="270884"/>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Oval 77">
            <a:extLst>
              <a:ext uri="{FF2B5EF4-FFF2-40B4-BE49-F238E27FC236}">
                <a16:creationId xmlns:a16="http://schemas.microsoft.com/office/drawing/2014/main" id="{0B483023-58EF-49A9-2E49-E49843096C75}"/>
              </a:ext>
            </a:extLst>
          </p:cNvPr>
          <p:cNvSpPr>
            <a:spLocks noChangeAspect="1"/>
          </p:cNvSpPr>
          <p:nvPr/>
        </p:nvSpPr>
        <p:spPr>
          <a:xfrm>
            <a:off x="4795833" y="2334758"/>
            <a:ext cx="270884" cy="270884"/>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0" name="Group 89">
            <a:extLst>
              <a:ext uri="{FF2B5EF4-FFF2-40B4-BE49-F238E27FC236}">
                <a16:creationId xmlns:a16="http://schemas.microsoft.com/office/drawing/2014/main" id="{17AE933F-0E79-BF89-C5D4-612669E8DDCB}"/>
              </a:ext>
            </a:extLst>
          </p:cNvPr>
          <p:cNvGrpSpPr/>
          <p:nvPr/>
        </p:nvGrpSpPr>
        <p:grpSpPr>
          <a:xfrm>
            <a:off x="2792194" y="899915"/>
            <a:ext cx="891335" cy="2094284"/>
            <a:chOff x="2792194" y="899915"/>
            <a:chExt cx="891335" cy="2094284"/>
          </a:xfrm>
        </p:grpSpPr>
        <p:cxnSp>
          <p:nvCxnSpPr>
            <p:cNvPr id="80" name="Straight Arrow Connector 79">
              <a:extLst>
                <a:ext uri="{FF2B5EF4-FFF2-40B4-BE49-F238E27FC236}">
                  <a16:creationId xmlns:a16="http://schemas.microsoft.com/office/drawing/2014/main" id="{3643AD93-FA08-C864-C0F1-8CE64ED6F2C8}"/>
                </a:ext>
              </a:extLst>
            </p:cNvPr>
            <p:cNvCxnSpPr>
              <a:stCxn id="32" idx="7"/>
              <a:endCxn id="38" idx="2"/>
            </p:cNvCxnSpPr>
            <p:nvPr/>
          </p:nvCxnSpPr>
          <p:spPr>
            <a:xfrm flipV="1">
              <a:off x="2792194" y="899915"/>
              <a:ext cx="851665" cy="615789"/>
            </a:xfrm>
            <a:prstGeom prst="straightConnector1">
              <a:avLst/>
            </a:prstGeom>
            <a:ln>
              <a:solidFill>
                <a:schemeClr val="accent1">
                  <a:alpha val="70000"/>
                </a:schemeClr>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81" name="Straight Arrow Connector 80">
              <a:extLst>
                <a:ext uri="{FF2B5EF4-FFF2-40B4-BE49-F238E27FC236}">
                  <a16:creationId xmlns:a16="http://schemas.microsoft.com/office/drawing/2014/main" id="{B5AE51FA-4FD9-20DF-BB85-BC676BF787A9}"/>
                </a:ext>
              </a:extLst>
            </p:cNvPr>
            <p:cNvCxnSpPr>
              <a:cxnSpLocks/>
              <a:stCxn id="32" idx="6"/>
              <a:endCxn id="66" idx="2"/>
            </p:cNvCxnSpPr>
            <p:nvPr/>
          </p:nvCxnSpPr>
          <p:spPr>
            <a:xfrm>
              <a:off x="2831864" y="1611476"/>
              <a:ext cx="811995" cy="18458"/>
            </a:xfrm>
            <a:prstGeom prst="straightConnector1">
              <a:avLst/>
            </a:prstGeom>
            <a:ln>
              <a:solidFill>
                <a:schemeClr val="accent1">
                  <a:alpha val="70000"/>
                </a:schemeClr>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84" name="Straight Arrow Connector 83">
              <a:extLst>
                <a:ext uri="{FF2B5EF4-FFF2-40B4-BE49-F238E27FC236}">
                  <a16:creationId xmlns:a16="http://schemas.microsoft.com/office/drawing/2014/main" id="{AF8B0E8F-8D42-F80B-0D4A-CB728075947D}"/>
                </a:ext>
              </a:extLst>
            </p:cNvPr>
            <p:cNvCxnSpPr>
              <a:cxnSpLocks/>
              <a:stCxn id="32" idx="6"/>
              <a:endCxn id="68" idx="1"/>
            </p:cNvCxnSpPr>
            <p:nvPr/>
          </p:nvCxnSpPr>
          <p:spPr>
            <a:xfrm>
              <a:off x="2831864" y="1611476"/>
              <a:ext cx="851665" cy="652705"/>
            </a:xfrm>
            <a:prstGeom prst="straightConnector1">
              <a:avLst/>
            </a:prstGeom>
            <a:ln>
              <a:solidFill>
                <a:schemeClr val="accent1">
                  <a:alpha val="70000"/>
                </a:schemeClr>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87" name="Straight Arrow Connector 86">
              <a:extLst>
                <a:ext uri="{FF2B5EF4-FFF2-40B4-BE49-F238E27FC236}">
                  <a16:creationId xmlns:a16="http://schemas.microsoft.com/office/drawing/2014/main" id="{F5DD14D7-C8B6-8CBD-AA84-A41B89E4678A}"/>
                </a:ext>
              </a:extLst>
            </p:cNvPr>
            <p:cNvCxnSpPr>
              <a:cxnSpLocks/>
              <a:stCxn id="32" idx="5"/>
              <a:endCxn id="70" idx="1"/>
            </p:cNvCxnSpPr>
            <p:nvPr/>
          </p:nvCxnSpPr>
          <p:spPr>
            <a:xfrm>
              <a:off x="2792194" y="1707248"/>
              <a:ext cx="891335" cy="1286951"/>
            </a:xfrm>
            <a:prstGeom prst="straightConnector1">
              <a:avLst/>
            </a:prstGeom>
            <a:ln>
              <a:solidFill>
                <a:schemeClr val="accent1">
                  <a:alpha val="70000"/>
                </a:schemeClr>
              </a:solidFill>
              <a:tailEnd type="triangle" w="lg" len="lg"/>
            </a:ln>
          </p:spPr>
          <p:style>
            <a:lnRef idx="2">
              <a:schemeClr val="accent1"/>
            </a:lnRef>
            <a:fillRef idx="0">
              <a:schemeClr val="accent1"/>
            </a:fillRef>
            <a:effectRef idx="1">
              <a:schemeClr val="accent1"/>
            </a:effectRef>
            <a:fontRef idx="minor">
              <a:schemeClr val="tx1"/>
            </a:fontRef>
          </p:style>
        </p:cxnSp>
      </p:grpSp>
      <p:grpSp>
        <p:nvGrpSpPr>
          <p:cNvPr id="105" name="Group 104">
            <a:extLst>
              <a:ext uri="{FF2B5EF4-FFF2-40B4-BE49-F238E27FC236}">
                <a16:creationId xmlns:a16="http://schemas.microsoft.com/office/drawing/2014/main" id="{7C218CFE-DA36-C4D4-941E-3931C506559B}"/>
              </a:ext>
            </a:extLst>
          </p:cNvPr>
          <p:cNvGrpSpPr/>
          <p:nvPr/>
        </p:nvGrpSpPr>
        <p:grpSpPr>
          <a:xfrm>
            <a:off x="2696422" y="995687"/>
            <a:ext cx="987107" cy="2094284"/>
            <a:chOff x="2696422" y="995687"/>
            <a:chExt cx="987107" cy="2094284"/>
          </a:xfrm>
        </p:grpSpPr>
        <p:cxnSp>
          <p:nvCxnSpPr>
            <p:cNvPr id="91" name="Straight Arrow Connector 90">
              <a:extLst>
                <a:ext uri="{FF2B5EF4-FFF2-40B4-BE49-F238E27FC236}">
                  <a16:creationId xmlns:a16="http://schemas.microsoft.com/office/drawing/2014/main" id="{C2D30D5E-C1A0-C623-BD29-FA10F609E13A}"/>
                </a:ext>
              </a:extLst>
            </p:cNvPr>
            <p:cNvCxnSpPr>
              <a:cxnSpLocks/>
              <a:stCxn id="34" idx="0"/>
              <a:endCxn id="38" idx="3"/>
            </p:cNvCxnSpPr>
            <p:nvPr/>
          </p:nvCxnSpPr>
          <p:spPr>
            <a:xfrm flipV="1">
              <a:off x="2696422" y="995687"/>
              <a:ext cx="987107" cy="1340343"/>
            </a:xfrm>
            <a:prstGeom prst="straightConnector1">
              <a:avLst/>
            </a:prstGeom>
            <a:ln>
              <a:solidFill>
                <a:schemeClr val="accent1">
                  <a:alpha val="70000"/>
                </a:schemeClr>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95" name="Straight Arrow Connector 94">
              <a:extLst>
                <a:ext uri="{FF2B5EF4-FFF2-40B4-BE49-F238E27FC236}">
                  <a16:creationId xmlns:a16="http://schemas.microsoft.com/office/drawing/2014/main" id="{F5B2FC49-1045-64FD-585E-3749FA968303}"/>
                </a:ext>
              </a:extLst>
            </p:cNvPr>
            <p:cNvCxnSpPr>
              <a:cxnSpLocks/>
              <a:stCxn id="34" idx="7"/>
              <a:endCxn id="66" idx="3"/>
            </p:cNvCxnSpPr>
            <p:nvPr/>
          </p:nvCxnSpPr>
          <p:spPr>
            <a:xfrm flipV="1">
              <a:off x="2792194" y="1725706"/>
              <a:ext cx="891335" cy="649994"/>
            </a:xfrm>
            <a:prstGeom prst="straightConnector1">
              <a:avLst/>
            </a:prstGeom>
            <a:ln>
              <a:solidFill>
                <a:schemeClr val="accent1">
                  <a:alpha val="70000"/>
                </a:schemeClr>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99" name="Straight Arrow Connector 98">
              <a:extLst>
                <a:ext uri="{FF2B5EF4-FFF2-40B4-BE49-F238E27FC236}">
                  <a16:creationId xmlns:a16="http://schemas.microsoft.com/office/drawing/2014/main" id="{C010AEF2-0312-641C-6A40-662FDF3BCEDB}"/>
                </a:ext>
              </a:extLst>
            </p:cNvPr>
            <p:cNvCxnSpPr>
              <a:cxnSpLocks/>
              <a:stCxn id="34" idx="6"/>
              <a:endCxn id="68" idx="2"/>
            </p:cNvCxnSpPr>
            <p:nvPr/>
          </p:nvCxnSpPr>
          <p:spPr>
            <a:xfrm flipV="1">
              <a:off x="2831864" y="2359953"/>
              <a:ext cx="811995" cy="111519"/>
            </a:xfrm>
            <a:prstGeom prst="straightConnector1">
              <a:avLst/>
            </a:prstGeom>
            <a:ln>
              <a:solidFill>
                <a:schemeClr val="accent1">
                  <a:alpha val="70000"/>
                </a:schemeClr>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102" name="Straight Arrow Connector 101">
              <a:extLst>
                <a:ext uri="{FF2B5EF4-FFF2-40B4-BE49-F238E27FC236}">
                  <a16:creationId xmlns:a16="http://schemas.microsoft.com/office/drawing/2014/main" id="{AB410A25-D049-35A1-0C47-54CD13055C76}"/>
                </a:ext>
              </a:extLst>
            </p:cNvPr>
            <p:cNvCxnSpPr>
              <a:cxnSpLocks/>
              <a:stCxn id="34" idx="5"/>
              <a:endCxn id="70" idx="2"/>
            </p:cNvCxnSpPr>
            <p:nvPr/>
          </p:nvCxnSpPr>
          <p:spPr>
            <a:xfrm>
              <a:off x="2792194" y="2567244"/>
              <a:ext cx="851665" cy="522727"/>
            </a:xfrm>
            <a:prstGeom prst="straightConnector1">
              <a:avLst/>
            </a:prstGeom>
            <a:ln>
              <a:solidFill>
                <a:schemeClr val="accent1">
                  <a:alpha val="70000"/>
                </a:schemeClr>
              </a:solidFill>
              <a:tailEnd type="triangle" w="lg" len="lg"/>
            </a:ln>
          </p:spPr>
          <p:style>
            <a:lnRef idx="2">
              <a:schemeClr val="accent1"/>
            </a:lnRef>
            <a:fillRef idx="0">
              <a:schemeClr val="accent1"/>
            </a:fillRef>
            <a:effectRef idx="1">
              <a:schemeClr val="accent1"/>
            </a:effectRef>
            <a:fontRef idx="minor">
              <a:schemeClr val="tx1"/>
            </a:fontRef>
          </p:style>
        </p:cxnSp>
      </p:grpSp>
      <p:grpSp>
        <p:nvGrpSpPr>
          <p:cNvPr id="133" name="Group 132">
            <a:extLst>
              <a:ext uri="{FF2B5EF4-FFF2-40B4-BE49-F238E27FC236}">
                <a16:creationId xmlns:a16="http://schemas.microsoft.com/office/drawing/2014/main" id="{32F38404-C0E5-184F-ACB3-192C89A02080}"/>
              </a:ext>
            </a:extLst>
          </p:cNvPr>
          <p:cNvGrpSpPr/>
          <p:nvPr/>
        </p:nvGrpSpPr>
        <p:grpSpPr>
          <a:xfrm>
            <a:off x="3875073" y="899915"/>
            <a:ext cx="1056202" cy="2190056"/>
            <a:chOff x="3875073" y="899915"/>
            <a:chExt cx="1056202" cy="2190056"/>
          </a:xfrm>
        </p:grpSpPr>
        <p:cxnSp>
          <p:nvCxnSpPr>
            <p:cNvPr id="106" name="Straight Arrow Connector 105">
              <a:extLst>
                <a:ext uri="{FF2B5EF4-FFF2-40B4-BE49-F238E27FC236}">
                  <a16:creationId xmlns:a16="http://schemas.microsoft.com/office/drawing/2014/main" id="{5574CABB-99CD-25D2-65D8-9C8774DAD207}"/>
                </a:ext>
              </a:extLst>
            </p:cNvPr>
            <p:cNvCxnSpPr>
              <a:cxnSpLocks/>
              <a:stCxn id="38" idx="6"/>
              <a:endCxn id="76" idx="1"/>
            </p:cNvCxnSpPr>
            <p:nvPr/>
          </p:nvCxnSpPr>
          <p:spPr>
            <a:xfrm>
              <a:off x="3914743" y="899915"/>
              <a:ext cx="920760" cy="614517"/>
            </a:xfrm>
            <a:prstGeom prst="straightConnector1">
              <a:avLst/>
            </a:prstGeom>
            <a:ln>
              <a:solidFill>
                <a:schemeClr val="accent1">
                  <a:alpha val="70000"/>
                </a:schemeClr>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109" name="Straight Arrow Connector 108">
              <a:extLst>
                <a:ext uri="{FF2B5EF4-FFF2-40B4-BE49-F238E27FC236}">
                  <a16:creationId xmlns:a16="http://schemas.microsoft.com/office/drawing/2014/main" id="{6577866D-8DA6-9EF4-A664-4EDE1DE1AD2E}"/>
                </a:ext>
              </a:extLst>
            </p:cNvPr>
            <p:cNvCxnSpPr>
              <a:cxnSpLocks/>
              <a:stCxn id="38" idx="5"/>
              <a:endCxn id="78" idx="0"/>
            </p:cNvCxnSpPr>
            <p:nvPr/>
          </p:nvCxnSpPr>
          <p:spPr>
            <a:xfrm>
              <a:off x="3875073" y="995687"/>
              <a:ext cx="1056202" cy="1339071"/>
            </a:xfrm>
            <a:prstGeom prst="straightConnector1">
              <a:avLst/>
            </a:prstGeom>
            <a:ln>
              <a:solidFill>
                <a:schemeClr val="accent1">
                  <a:alpha val="70000"/>
                </a:schemeClr>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112" name="Straight Arrow Connector 111">
              <a:extLst>
                <a:ext uri="{FF2B5EF4-FFF2-40B4-BE49-F238E27FC236}">
                  <a16:creationId xmlns:a16="http://schemas.microsoft.com/office/drawing/2014/main" id="{17135692-6207-418F-22DE-20C9E5EF4542}"/>
                </a:ext>
              </a:extLst>
            </p:cNvPr>
            <p:cNvCxnSpPr>
              <a:cxnSpLocks/>
              <a:stCxn id="66" idx="6"/>
              <a:endCxn id="76" idx="2"/>
            </p:cNvCxnSpPr>
            <p:nvPr/>
          </p:nvCxnSpPr>
          <p:spPr>
            <a:xfrm flipV="1">
              <a:off x="3914743" y="1610204"/>
              <a:ext cx="881090" cy="19730"/>
            </a:xfrm>
            <a:prstGeom prst="straightConnector1">
              <a:avLst/>
            </a:prstGeom>
            <a:ln>
              <a:solidFill>
                <a:schemeClr val="accent1">
                  <a:alpha val="70000"/>
                </a:schemeClr>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116" name="Straight Arrow Connector 115">
              <a:extLst>
                <a:ext uri="{FF2B5EF4-FFF2-40B4-BE49-F238E27FC236}">
                  <a16:creationId xmlns:a16="http://schemas.microsoft.com/office/drawing/2014/main" id="{BA5136F7-B1FF-E1DB-826E-968BB08B8AD9}"/>
                </a:ext>
              </a:extLst>
            </p:cNvPr>
            <p:cNvCxnSpPr>
              <a:cxnSpLocks/>
              <a:stCxn id="66" idx="6"/>
              <a:endCxn id="78" idx="1"/>
            </p:cNvCxnSpPr>
            <p:nvPr/>
          </p:nvCxnSpPr>
          <p:spPr>
            <a:xfrm>
              <a:off x="3914743" y="1629934"/>
              <a:ext cx="920760" cy="744494"/>
            </a:xfrm>
            <a:prstGeom prst="straightConnector1">
              <a:avLst/>
            </a:prstGeom>
            <a:ln>
              <a:solidFill>
                <a:schemeClr val="accent1">
                  <a:alpha val="70000"/>
                </a:schemeClr>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119" name="Straight Arrow Connector 118">
              <a:extLst>
                <a:ext uri="{FF2B5EF4-FFF2-40B4-BE49-F238E27FC236}">
                  <a16:creationId xmlns:a16="http://schemas.microsoft.com/office/drawing/2014/main" id="{64C376D1-9EEA-A252-AADB-5D841A262E26}"/>
                </a:ext>
              </a:extLst>
            </p:cNvPr>
            <p:cNvCxnSpPr>
              <a:cxnSpLocks/>
              <a:stCxn id="68" idx="6"/>
              <a:endCxn id="76" idx="3"/>
            </p:cNvCxnSpPr>
            <p:nvPr/>
          </p:nvCxnSpPr>
          <p:spPr>
            <a:xfrm flipV="1">
              <a:off x="3914743" y="1705976"/>
              <a:ext cx="920760" cy="653977"/>
            </a:xfrm>
            <a:prstGeom prst="straightConnector1">
              <a:avLst/>
            </a:prstGeom>
            <a:ln>
              <a:solidFill>
                <a:schemeClr val="accent1">
                  <a:alpha val="70000"/>
                </a:schemeClr>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122" name="Straight Arrow Connector 121">
              <a:extLst>
                <a:ext uri="{FF2B5EF4-FFF2-40B4-BE49-F238E27FC236}">
                  <a16:creationId xmlns:a16="http://schemas.microsoft.com/office/drawing/2014/main" id="{F688AC08-887F-519D-53EF-41CA05AA5EE3}"/>
                </a:ext>
              </a:extLst>
            </p:cNvPr>
            <p:cNvCxnSpPr>
              <a:cxnSpLocks/>
              <a:stCxn id="68" idx="6"/>
              <a:endCxn id="78" idx="2"/>
            </p:cNvCxnSpPr>
            <p:nvPr/>
          </p:nvCxnSpPr>
          <p:spPr>
            <a:xfrm>
              <a:off x="3914743" y="2359953"/>
              <a:ext cx="881090" cy="110247"/>
            </a:xfrm>
            <a:prstGeom prst="straightConnector1">
              <a:avLst/>
            </a:prstGeom>
            <a:ln>
              <a:solidFill>
                <a:schemeClr val="accent1">
                  <a:alpha val="70000"/>
                </a:schemeClr>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125" name="Straight Arrow Connector 124">
              <a:extLst>
                <a:ext uri="{FF2B5EF4-FFF2-40B4-BE49-F238E27FC236}">
                  <a16:creationId xmlns:a16="http://schemas.microsoft.com/office/drawing/2014/main" id="{F9749B87-B2C0-A6C8-6BDD-CFB2EBCD58F0}"/>
                </a:ext>
              </a:extLst>
            </p:cNvPr>
            <p:cNvCxnSpPr>
              <a:cxnSpLocks/>
              <a:stCxn id="70" idx="7"/>
              <a:endCxn id="76" idx="4"/>
            </p:cNvCxnSpPr>
            <p:nvPr/>
          </p:nvCxnSpPr>
          <p:spPr>
            <a:xfrm flipV="1">
              <a:off x="3875073" y="1745646"/>
              <a:ext cx="1056202" cy="1248553"/>
            </a:xfrm>
            <a:prstGeom prst="straightConnector1">
              <a:avLst/>
            </a:prstGeom>
            <a:ln>
              <a:solidFill>
                <a:schemeClr val="accent1">
                  <a:alpha val="70000"/>
                </a:schemeClr>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128" name="Straight Arrow Connector 127">
              <a:extLst>
                <a:ext uri="{FF2B5EF4-FFF2-40B4-BE49-F238E27FC236}">
                  <a16:creationId xmlns:a16="http://schemas.microsoft.com/office/drawing/2014/main" id="{72198BE4-0B6F-DFE5-9975-DBEDEF62D53B}"/>
                </a:ext>
              </a:extLst>
            </p:cNvPr>
            <p:cNvCxnSpPr>
              <a:cxnSpLocks/>
              <a:stCxn id="70" idx="6"/>
              <a:endCxn id="78" idx="3"/>
            </p:cNvCxnSpPr>
            <p:nvPr/>
          </p:nvCxnSpPr>
          <p:spPr>
            <a:xfrm flipV="1">
              <a:off x="3914743" y="2565972"/>
              <a:ext cx="920760" cy="523999"/>
            </a:xfrm>
            <a:prstGeom prst="straightConnector1">
              <a:avLst/>
            </a:prstGeom>
            <a:ln>
              <a:solidFill>
                <a:schemeClr val="accent1">
                  <a:alpha val="70000"/>
                </a:schemeClr>
              </a:solidFill>
              <a:tailEnd type="triangle" w="lg" len="lg"/>
            </a:ln>
          </p:spPr>
          <p:style>
            <a:lnRef idx="2">
              <a:schemeClr val="accent1"/>
            </a:lnRef>
            <a:fillRef idx="0">
              <a:schemeClr val="accent1"/>
            </a:fillRef>
            <a:effectRef idx="1">
              <a:schemeClr val="accent1"/>
            </a:effectRef>
            <a:fontRef idx="minor">
              <a:schemeClr val="tx1"/>
            </a:fontRef>
          </p:style>
        </p:cxnSp>
      </p:grpSp>
      <p:cxnSp>
        <p:nvCxnSpPr>
          <p:cNvPr id="134" name="Straight Arrow Connector 133">
            <a:extLst>
              <a:ext uri="{FF2B5EF4-FFF2-40B4-BE49-F238E27FC236}">
                <a16:creationId xmlns:a16="http://schemas.microsoft.com/office/drawing/2014/main" id="{DF1418E8-4DFF-233D-B353-697EAC383FC5}"/>
              </a:ext>
            </a:extLst>
          </p:cNvPr>
          <p:cNvCxnSpPr>
            <a:cxnSpLocks/>
            <a:endCxn id="32" idx="2"/>
          </p:cNvCxnSpPr>
          <p:nvPr/>
        </p:nvCxnSpPr>
        <p:spPr>
          <a:xfrm>
            <a:off x="1920240" y="1601620"/>
            <a:ext cx="640740" cy="0"/>
          </a:xfrm>
          <a:prstGeom prst="straightConnector1">
            <a:avLst/>
          </a:prstGeom>
          <a:ln>
            <a:solidFill>
              <a:schemeClr val="accent1">
                <a:alpha val="70000"/>
              </a:schemeClr>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137" name="Straight Arrow Connector 136">
            <a:extLst>
              <a:ext uri="{FF2B5EF4-FFF2-40B4-BE49-F238E27FC236}">
                <a16:creationId xmlns:a16="http://schemas.microsoft.com/office/drawing/2014/main" id="{60000937-AA89-2110-C21B-CD91EFFEFDF3}"/>
              </a:ext>
            </a:extLst>
          </p:cNvPr>
          <p:cNvCxnSpPr>
            <a:cxnSpLocks/>
          </p:cNvCxnSpPr>
          <p:nvPr/>
        </p:nvCxnSpPr>
        <p:spPr>
          <a:xfrm>
            <a:off x="1920240" y="2464938"/>
            <a:ext cx="640740" cy="0"/>
          </a:xfrm>
          <a:prstGeom prst="straightConnector1">
            <a:avLst/>
          </a:prstGeom>
          <a:ln>
            <a:solidFill>
              <a:schemeClr val="accent1">
                <a:alpha val="70000"/>
              </a:schemeClr>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138" name="Straight Arrow Connector 137">
            <a:extLst>
              <a:ext uri="{FF2B5EF4-FFF2-40B4-BE49-F238E27FC236}">
                <a16:creationId xmlns:a16="http://schemas.microsoft.com/office/drawing/2014/main" id="{F193E308-86E1-FCB9-71AA-EC4473B6E440}"/>
              </a:ext>
            </a:extLst>
          </p:cNvPr>
          <p:cNvCxnSpPr>
            <a:cxnSpLocks/>
          </p:cNvCxnSpPr>
          <p:nvPr/>
        </p:nvCxnSpPr>
        <p:spPr>
          <a:xfrm>
            <a:off x="5056466" y="1601620"/>
            <a:ext cx="640740" cy="0"/>
          </a:xfrm>
          <a:prstGeom prst="straightConnector1">
            <a:avLst/>
          </a:prstGeom>
          <a:ln>
            <a:solidFill>
              <a:schemeClr val="accent1">
                <a:alpha val="70000"/>
              </a:schemeClr>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139" name="Straight Arrow Connector 138">
            <a:extLst>
              <a:ext uri="{FF2B5EF4-FFF2-40B4-BE49-F238E27FC236}">
                <a16:creationId xmlns:a16="http://schemas.microsoft.com/office/drawing/2014/main" id="{801E7704-2DA6-2DA6-7555-6D54E0BE6821}"/>
              </a:ext>
            </a:extLst>
          </p:cNvPr>
          <p:cNvCxnSpPr>
            <a:cxnSpLocks/>
          </p:cNvCxnSpPr>
          <p:nvPr/>
        </p:nvCxnSpPr>
        <p:spPr>
          <a:xfrm>
            <a:off x="5066717" y="2464938"/>
            <a:ext cx="640740" cy="0"/>
          </a:xfrm>
          <a:prstGeom prst="straightConnector1">
            <a:avLst/>
          </a:prstGeom>
          <a:ln>
            <a:solidFill>
              <a:schemeClr val="accent1">
                <a:alpha val="70000"/>
              </a:schemeClr>
            </a:solidFill>
            <a:tailEnd type="triangle" w="lg" len="lg"/>
          </a:ln>
        </p:spPr>
        <p:style>
          <a:lnRef idx="2">
            <a:schemeClr val="accent1"/>
          </a:lnRef>
          <a:fillRef idx="0">
            <a:schemeClr val="accent1"/>
          </a:fillRef>
          <a:effectRef idx="1">
            <a:schemeClr val="accent1"/>
          </a:effectRef>
          <a:fontRef idx="minor">
            <a:schemeClr val="tx1"/>
          </a:fontRef>
        </p:style>
      </p:cxnSp>
      <p:sp>
        <p:nvSpPr>
          <p:cNvPr id="140" name="TextBox 139">
            <a:extLst>
              <a:ext uri="{FF2B5EF4-FFF2-40B4-BE49-F238E27FC236}">
                <a16:creationId xmlns:a16="http://schemas.microsoft.com/office/drawing/2014/main" id="{AA359886-6A8F-4522-BA6A-4D9170AAA0D1}"/>
              </a:ext>
            </a:extLst>
          </p:cNvPr>
          <p:cNvSpPr txBox="1"/>
          <p:nvPr/>
        </p:nvSpPr>
        <p:spPr>
          <a:xfrm>
            <a:off x="34959" y="166853"/>
            <a:ext cx="3993657" cy="461665"/>
          </a:xfrm>
          <a:prstGeom prst="rect">
            <a:avLst/>
          </a:prstGeom>
          <a:noFill/>
        </p:spPr>
        <p:txBody>
          <a:bodyPr wrap="none" rtlCol="0">
            <a:spAutoFit/>
          </a:bodyPr>
          <a:lstStyle/>
          <a:p>
            <a:r>
              <a:rPr lang="en-US" sz="2400" dirty="0"/>
              <a:t>Feedforward Neural Network</a:t>
            </a:r>
          </a:p>
        </p:txBody>
      </p:sp>
      <p:grpSp>
        <p:nvGrpSpPr>
          <p:cNvPr id="148" name="Group 147">
            <a:extLst>
              <a:ext uri="{FF2B5EF4-FFF2-40B4-BE49-F238E27FC236}">
                <a16:creationId xmlns:a16="http://schemas.microsoft.com/office/drawing/2014/main" id="{AE1E232B-FE86-E033-A5EC-3DA6C1981CA0}"/>
              </a:ext>
            </a:extLst>
          </p:cNvPr>
          <p:cNvGrpSpPr/>
          <p:nvPr/>
        </p:nvGrpSpPr>
        <p:grpSpPr>
          <a:xfrm>
            <a:off x="2845847" y="3185743"/>
            <a:ext cx="7920766" cy="3503023"/>
            <a:chOff x="2845847" y="3185743"/>
            <a:chExt cx="7920766" cy="3503023"/>
          </a:xfrm>
        </p:grpSpPr>
        <p:grpSp>
          <p:nvGrpSpPr>
            <p:cNvPr id="141" name="Group 140">
              <a:extLst>
                <a:ext uri="{FF2B5EF4-FFF2-40B4-BE49-F238E27FC236}">
                  <a16:creationId xmlns:a16="http://schemas.microsoft.com/office/drawing/2014/main" id="{75B9E58D-0DF1-596A-5AD1-306231C80065}"/>
                </a:ext>
              </a:extLst>
            </p:cNvPr>
            <p:cNvGrpSpPr/>
            <p:nvPr/>
          </p:nvGrpSpPr>
          <p:grpSpPr>
            <a:xfrm>
              <a:off x="2845847" y="3788030"/>
              <a:ext cx="7920766" cy="2900736"/>
              <a:chOff x="2845847" y="3788030"/>
              <a:chExt cx="7920766" cy="2900736"/>
            </a:xfrm>
          </p:grpSpPr>
          <p:cxnSp>
            <p:nvCxnSpPr>
              <p:cNvPr id="3" name="Straight Arrow Connector 2">
                <a:extLst>
                  <a:ext uri="{FF2B5EF4-FFF2-40B4-BE49-F238E27FC236}">
                    <a16:creationId xmlns:a16="http://schemas.microsoft.com/office/drawing/2014/main" id="{31B294EB-1965-4F8C-B2B2-718C625404E4}"/>
                  </a:ext>
                </a:extLst>
              </p:cNvPr>
              <p:cNvCxnSpPr>
                <a:cxnSpLocks/>
                <a:stCxn id="26" idx="3"/>
                <a:endCxn id="4" idx="0"/>
              </p:cNvCxnSpPr>
              <p:nvPr/>
            </p:nvCxnSpPr>
            <p:spPr>
              <a:xfrm>
                <a:off x="3155331" y="5870555"/>
                <a:ext cx="2059744" cy="6609"/>
              </a:xfrm>
              <a:prstGeom prst="straightConnector1">
                <a:avLst/>
              </a:prstGeom>
              <a:ln w="22225">
                <a:tailEnd type="triangle" w="lg" len="lg"/>
              </a:ln>
            </p:spPr>
            <p:style>
              <a:lnRef idx="1">
                <a:schemeClr val="accent1"/>
              </a:lnRef>
              <a:fillRef idx="0">
                <a:schemeClr val="accent1"/>
              </a:fillRef>
              <a:effectRef idx="0">
                <a:schemeClr val="accent1"/>
              </a:effectRef>
              <a:fontRef idx="minor">
                <a:schemeClr val="tx1"/>
              </a:fontRef>
            </p:style>
          </p:cxnSp>
          <p:sp>
            <p:nvSpPr>
              <p:cNvPr id="4" name="Oval 3">
                <a:extLst>
                  <a:ext uri="{FF2B5EF4-FFF2-40B4-BE49-F238E27FC236}">
                    <a16:creationId xmlns:a16="http://schemas.microsoft.com/office/drawing/2014/main" id="{122B7FA5-7091-E957-A599-CADEF231D80D}"/>
                  </a:ext>
                </a:extLst>
              </p:cNvPr>
              <p:cNvSpPr>
                <a:spLocks noChangeAspect="1"/>
              </p:cNvSpPr>
              <p:nvPr/>
            </p:nvSpPr>
            <p:spPr bwMode="auto">
              <a:xfrm rot="16200000">
                <a:off x="5219651" y="5661964"/>
                <a:ext cx="421247" cy="430400"/>
              </a:xfrm>
              <a:prstGeom prst="ellipse">
                <a:avLst/>
              </a:prstGeom>
              <a:noFill/>
              <a:ln w="25400">
                <a:solidFill>
                  <a:schemeClr val="tx1"/>
                </a:solidFill>
                <a:miter lim="800000"/>
                <a:headEnd/>
                <a:tailEnd/>
              </a:ln>
              <a:effectLst/>
            </p:spPr>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DE" sz="1600" b="1" i="0" u="none" strike="noStrike" kern="1200" cap="none" spc="0" normalizeH="0" baseline="0" noProof="0" dirty="0">
                  <a:ln>
                    <a:noFill/>
                  </a:ln>
                  <a:solidFill>
                    <a:prstClr val="white"/>
                  </a:solidFill>
                  <a:effectLst/>
                  <a:uLnTx/>
                  <a:uFillTx/>
                  <a:latin typeface="Aptos" panose="02110004020202020204"/>
                  <a:ea typeface="+mn-ea"/>
                  <a:cs typeface="+mn-cs"/>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11F34837-F74D-4FC0-A0BE-C3AB06648142}"/>
                      </a:ext>
                    </a:extLst>
                  </p:cNvPr>
                  <p:cNvSpPr txBox="1"/>
                  <p:nvPr/>
                </p:nvSpPr>
                <p:spPr>
                  <a:xfrm>
                    <a:off x="5249506" y="5683320"/>
                    <a:ext cx="273441"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kumimoji="0" lang="en-US" sz="18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oMath>
                      </m:oMathPara>
                    </a14:m>
                    <a:endParaRPr kumimoji="0" lang="en-DE"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mc:Choice>
            <mc:Fallback xmlns="">
              <p:sp>
                <p:nvSpPr>
                  <p:cNvPr id="5" name="TextBox 4">
                    <a:extLst>
                      <a:ext uri="{FF2B5EF4-FFF2-40B4-BE49-F238E27FC236}">
                        <a16:creationId xmlns:a16="http://schemas.microsoft.com/office/drawing/2014/main" id="{11F34837-F74D-4FC0-A0BE-C3AB06648142}"/>
                      </a:ext>
                    </a:extLst>
                  </p:cNvPr>
                  <p:cNvSpPr txBox="1">
                    <a:spLocks noRot="1" noChangeAspect="1" noMove="1" noResize="1" noEditPoints="1" noAdjustHandles="1" noChangeArrowheads="1" noChangeShapeType="1" noTextEdit="1"/>
                  </p:cNvSpPr>
                  <p:nvPr/>
                </p:nvSpPr>
                <p:spPr>
                  <a:xfrm>
                    <a:off x="5249506" y="5683320"/>
                    <a:ext cx="273441" cy="369332"/>
                  </a:xfrm>
                  <a:prstGeom prst="rect">
                    <a:avLst/>
                  </a:prstGeom>
                  <a:blipFill>
                    <a:blip r:embed="rId2"/>
                    <a:stretch>
                      <a:fillRect r="-24444"/>
                    </a:stretch>
                  </a:blipFill>
                </p:spPr>
                <p:txBody>
                  <a:bodyPr/>
                  <a:lstStyle/>
                  <a:p>
                    <a:r>
                      <a:rPr lang="en-US">
                        <a:noFill/>
                      </a:rPr>
                      <a:t> </a:t>
                    </a:r>
                  </a:p>
                </p:txBody>
              </p:sp>
            </mc:Fallback>
          </mc:AlternateContent>
          <p:cxnSp>
            <p:nvCxnSpPr>
              <p:cNvPr id="8" name="Connector: Elbow 7">
                <a:extLst>
                  <a:ext uri="{FF2B5EF4-FFF2-40B4-BE49-F238E27FC236}">
                    <a16:creationId xmlns:a16="http://schemas.microsoft.com/office/drawing/2014/main" id="{BC90F29D-C2A9-077A-50AC-1FF822157E23}"/>
                  </a:ext>
                </a:extLst>
              </p:cNvPr>
              <p:cNvCxnSpPr>
                <a:cxnSpLocks/>
                <a:stCxn id="25" idx="3"/>
                <a:endCxn id="4" idx="1"/>
              </p:cNvCxnSpPr>
              <p:nvPr/>
            </p:nvCxnSpPr>
            <p:spPr>
              <a:xfrm flipV="1">
                <a:off x="3289309" y="6026098"/>
                <a:ext cx="1988797" cy="431632"/>
              </a:xfrm>
              <a:prstGeom prst="bentConnector3">
                <a:avLst>
                  <a:gd name="adj1" fmla="val 74692"/>
                </a:avLst>
              </a:prstGeom>
              <a:ln w="22225">
                <a:tailEnd type="triangle" w="lg" len="lg"/>
              </a:ln>
            </p:spPr>
            <p:style>
              <a:lnRef idx="1">
                <a:schemeClr val="accent1"/>
              </a:lnRef>
              <a:fillRef idx="0">
                <a:schemeClr val="accent1"/>
              </a:fillRef>
              <a:effectRef idx="0">
                <a:schemeClr val="accent1"/>
              </a:effectRef>
              <a:fontRef idx="minor">
                <a:schemeClr val="tx1"/>
              </a:fontRef>
            </p:style>
          </p:cxnSp>
          <p:cxnSp>
            <p:nvCxnSpPr>
              <p:cNvPr id="9" name="Connector: Elbow 8">
                <a:extLst>
                  <a:ext uri="{FF2B5EF4-FFF2-40B4-BE49-F238E27FC236}">
                    <a16:creationId xmlns:a16="http://schemas.microsoft.com/office/drawing/2014/main" id="{7529AB98-3BC7-73AC-0514-C55579150CA4}"/>
                  </a:ext>
                </a:extLst>
              </p:cNvPr>
              <p:cNvCxnSpPr>
                <a:cxnSpLocks/>
                <a:stCxn id="23" idx="3"/>
                <a:endCxn id="4" idx="7"/>
              </p:cNvCxnSpPr>
              <p:nvPr/>
            </p:nvCxnSpPr>
            <p:spPr>
              <a:xfrm>
                <a:off x="3213359" y="5057505"/>
                <a:ext cx="2064747" cy="670726"/>
              </a:xfrm>
              <a:prstGeom prst="bentConnector3">
                <a:avLst>
                  <a:gd name="adj1" fmla="val 72963"/>
                </a:avLst>
              </a:prstGeom>
              <a:ln w="22225">
                <a:tailEnd type="triangle" w="lg" len="lg"/>
              </a:ln>
            </p:spPr>
            <p:style>
              <a:lnRef idx="1">
                <a:schemeClr val="accent1"/>
              </a:lnRef>
              <a:fillRef idx="0">
                <a:schemeClr val="accent1"/>
              </a:fillRef>
              <a:effectRef idx="0">
                <a:schemeClr val="accent1"/>
              </a:effectRef>
              <a:fontRef idx="minor">
                <a:schemeClr val="tx1"/>
              </a:fontRef>
            </p:style>
          </p:cxnSp>
          <p:cxnSp>
            <p:nvCxnSpPr>
              <p:cNvPr id="10" name="Connector: Elbow 9">
                <a:extLst>
                  <a:ext uri="{FF2B5EF4-FFF2-40B4-BE49-F238E27FC236}">
                    <a16:creationId xmlns:a16="http://schemas.microsoft.com/office/drawing/2014/main" id="{FC1791E2-4E6D-9101-6307-BBD6A143A277}"/>
                  </a:ext>
                </a:extLst>
              </p:cNvPr>
              <p:cNvCxnSpPr>
                <a:cxnSpLocks/>
                <a:stCxn id="27" idx="3"/>
                <a:endCxn id="4" idx="6"/>
              </p:cNvCxnSpPr>
              <p:nvPr/>
            </p:nvCxnSpPr>
            <p:spPr>
              <a:xfrm>
                <a:off x="3155344" y="4521925"/>
                <a:ext cx="2274931" cy="1144616"/>
              </a:xfrm>
              <a:prstGeom prst="bentConnector2">
                <a:avLst/>
              </a:prstGeom>
              <a:ln w="22225">
                <a:tailEnd type="triangle" w="lg" len="lg"/>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CCF47D82-18C5-6C66-B7C8-1963AAB73FE9}"/>
                  </a:ext>
                </a:extLst>
              </p:cNvPr>
              <p:cNvCxnSpPr>
                <a:cxnSpLocks/>
                <a:stCxn id="12" idx="0"/>
                <a:endCxn id="4" idx="4"/>
              </p:cNvCxnSpPr>
              <p:nvPr/>
            </p:nvCxnSpPr>
            <p:spPr>
              <a:xfrm flipH="1" flipV="1">
                <a:off x="5645475" y="5877164"/>
                <a:ext cx="2655081" cy="7997"/>
              </a:xfrm>
              <a:prstGeom prst="straightConnector1">
                <a:avLst/>
              </a:prstGeom>
              <a:ln w="25400">
                <a:headEnd type="triangle" w="lg" len="lg"/>
                <a:tailEnd type="none"/>
              </a:ln>
            </p:spPr>
            <p:style>
              <a:lnRef idx="1">
                <a:schemeClr val="accent1"/>
              </a:lnRef>
              <a:fillRef idx="0">
                <a:schemeClr val="accent1"/>
              </a:fillRef>
              <a:effectRef idx="0">
                <a:schemeClr val="accent1"/>
              </a:effectRef>
              <a:fontRef idx="minor">
                <a:schemeClr val="tx1"/>
              </a:fontRef>
            </p:style>
          </p:cxnSp>
          <p:sp>
            <p:nvSpPr>
              <p:cNvPr id="12" name="Rectangle: Rounded Corners 11">
                <a:extLst>
                  <a:ext uri="{FF2B5EF4-FFF2-40B4-BE49-F238E27FC236}">
                    <a16:creationId xmlns:a16="http://schemas.microsoft.com/office/drawing/2014/main" id="{C0320888-DC53-434A-CFD0-6E9EA3E0F2E5}"/>
                  </a:ext>
                </a:extLst>
              </p:cNvPr>
              <p:cNvSpPr/>
              <p:nvPr/>
            </p:nvSpPr>
            <p:spPr>
              <a:xfrm rot="16200000">
                <a:off x="8143349" y="5402269"/>
                <a:ext cx="1280197" cy="965784"/>
              </a:xfrm>
              <a:prstGeom prst="round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DE"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cxnSp>
            <p:nvCxnSpPr>
              <p:cNvPr id="14" name="Straight Arrow Connector 13">
                <a:extLst>
                  <a:ext uri="{FF2B5EF4-FFF2-40B4-BE49-F238E27FC236}">
                    <a16:creationId xmlns:a16="http://schemas.microsoft.com/office/drawing/2014/main" id="{AA14A9D5-6960-93B7-9F23-41D9CD09EC39}"/>
                  </a:ext>
                </a:extLst>
              </p:cNvPr>
              <p:cNvCxnSpPr>
                <a:cxnSpLocks/>
              </p:cNvCxnSpPr>
              <p:nvPr/>
            </p:nvCxnSpPr>
            <p:spPr>
              <a:xfrm rot="5400000" flipH="1">
                <a:off x="8738685" y="5496351"/>
                <a:ext cx="0" cy="765155"/>
              </a:xfrm>
              <a:prstGeom prst="straightConnector1">
                <a:avLst/>
              </a:prstGeom>
              <a:ln w="25400">
                <a:headEnd type="triangle" w="lg" len="lg"/>
                <a:tailEnd type="none" w="lg" len="lg"/>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5E6747E6-0665-383F-9F21-ECFE1F1E5E1A}"/>
                  </a:ext>
                </a:extLst>
              </p:cNvPr>
              <p:cNvCxnSpPr>
                <a:cxnSpLocks/>
              </p:cNvCxnSpPr>
              <p:nvPr/>
            </p:nvCxnSpPr>
            <p:spPr>
              <a:xfrm rot="16200000" flipH="1">
                <a:off x="8270735" y="5821441"/>
                <a:ext cx="1020917" cy="0"/>
              </a:xfrm>
              <a:prstGeom prst="straightConnector1">
                <a:avLst/>
              </a:prstGeom>
              <a:ln w="25400">
                <a:headEnd type="triangle" w="lg" len="lg"/>
                <a:tailEnd type="none" w="lg" len="lg"/>
              </a:ln>
            </p:spPr>
            <p:style>
              <a:lnRef idx="1">
                <a:schemeClr val="accent1"/>
              </a:lnRef>
              <a:fillRef idx="0">
                <a:schemeClr val="accent1"/>
              </a:fillRef>
              <a:effectRef idx="0">
                <a:schemeClr val="accent1"/>
              </a:effectRef>
              <a:fontRef idx="minor">
                <a:schemeClr val="tx1"/>
              </a:fontRef>
            </p:style>
          </p:cxnSp>
          <p:sp>
            <p:nvSpPr>
              <p:cNvPr id="16" name="Freeform: Shape 15">
                <a:extLst>
                  <a:ext uri="{FF2B5EF4-FFF2-40B4-BE49-F238E27FC236}">
                    <a16:creationId xmlns:a16="http://schemas.microsoft.com/office/drawing/2014/main" id="{BC415451-F863-3CF7-5A9B-684583E5E83B}"/>
                  </a:ext>
                </a:extLst>
              </p:cNvPr>
              <p:cNvSpPr/>
              <p:nvPr/>
            </p:nvSpPr>
            <p:spPr>
              <a:xfrm>
                <a:off x="8384841" y="5636711"/>
                <a:ext cx="805338" cy="511084"/>
              </a:xfrm>
              <a:custGeom>
                <a:avLst/>
                <a:gdLst>
                  <a:gd name="connsiteX0" fmla="*/ 0 w 307975"/>
                  <a:gd name="connsiteY0" fmla="*/ 195263 h 195447"/>
                  <a:gd name="connsiteX1" fmla="*/ 88900 w 307975"/>
                  <a:gd name="connsiteY1" fmla="*/ 179388 h 195447"/>
                  <a:gd name="connsiteX2" fmla="*/ 155575 w 307975"/>
                  <a:gd name="connsiteY2" fmla="*/ 93663 h 195447"/>
                  <a:gd name="connsiteX3" fmla="*/ 209550 w 307975"/>
                  <a:gd name="connsiteY3" fmla="*/ 19050 h 195447"/>
                  <a:gd name="connsiteX4" fmla="*/ 307975 w 307975"/>
                  <a:gd name="connsiteY4" fmla="*/ 0 h 1954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975" h="195447">
                    <a:moveTo>
                      <a:pt x="0" y="195263"/>
                    </a:moveTo>
                    <a:cubicBezTo>
                      <a:pt x="31485" y="195792"/>
                      <a:pt x="62971" y="196321"/>
                      <a:pt x="88900" y="179388"/>
                    </a:cubicBezTo>
                    <a:cubicBezTo>
                      <a:pt x="114829" y="162455"/>
                      <a:pt x="135467" y="120386"/>
                      <a:pt x="155575" y="93663"/>
                    </a:cubicBezTo>
                    <a:cubicBezTo>
                      <a:pt x="175683" y="66940"/>
                      <a:pt x="184150" y="34661"/>
                      <a:pt x="209550" y="19050"/>
                    </a:cubicBezTo>
                    <a:cubicBezTo>
                      <a:pt x="234950" y="3439"/>
                      <a:pt x="271462" y="1719"/>
                      <a:pt x="307975" y="0"/>
                    </a:cubicBezTo>
                  </a:path>
                </a:pathLst>
              </a:cu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DE"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cxnSp>
            <p:nvCxnSpPr>
              <p:cNvPr id="17" name="Straight Arrow Connector 16">
                <a:extLst>
                  <a:ext uri="{FF2B5EF4-FFF2-40B4-BE49-F238E27FC236}">
                    <a16:creationId xmlns:a16="http://schemas.microsoft.com/office/drawing/2014/main" id="{80D2A58A-3A4D-84E5-DEDC-8E90DCF41597}"/>
                  </a:ext>
                </a:extLst>
              </p:cNvPr>
              <p:cNvCxnSpPr>
                <a:cxnSpLocks/>
                <a:endCxn id="12" idx="2"/>
              </p:cNvCxnSpPr>
              <p:nvPr/>
            </p:nvCxnSpPr>
            <p:spPr>
              <a:xfrm rot="16200000" flipV="1">
                <a:off x="9623964" y="5527546"/>
                <a:ext cx="7092" cy="722330"/>
              </a:xfrm>
              <a:prstGeom prst="straightConnector1">
                <a:avLst/>
              </a:prstGeom>
              <a:ln w="25400">
                <a:headEnd type="triangle" w="lg" len="lg"/>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D90D1628-4637-8279-1501-17B0CAB14CFA}"/>
                      </a:ext>
                    </a:extLst>
                  </p:cNvPr>
                  <p:cNvSpPr txBox="1"/>
                  <p:nvPr/>
                </p:nvSpPr>
                <p:spPr>
                  <a:xfrm>
                    <a:off x="9400463" y="5762812"/>
                    <a:ext cx="1366150" cy="4001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𝑧</m:t>
                          </m:r>
                          <m: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𝜎</m:t>
                          </m:r>
                          <m: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𝑦</m:t>
                          </m:r>
                          <m: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oMath>
                      </m:oMathPara>
                    </a14:m>
                    <a:endParaRPr kumimoji="0" lang="en-DE" sz="20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mc:Choice>
            <mc:Fallback xmlns="">
              <p:sp>
                <p:nvSpPr>
                  <p:cNvPr id="18" name="TextBox 17">
                    <a:extLst>
                      <a:ext uri="{FF2B5EF4-FFF2-40B4-BE49-F238E27FC236}">
                        <a16:creationId xmlns:a16="http://schemas.microsoft.com/office/drawing/2014/main" id="{D90D1628-4637-8279-1501-17B0CAB14CFA}"/>
                      </a:ext>
                    </a:extLst>
                  </p:cNvPr>
                  <p:cNvSpPr txBox="1">
                    <a:spLocks noRot="1" noChangeAspect="1" noMove="1" noResize="1" noEditPoints="1" noAdjustHandles="1" noChangeArrowheads="1" noChangeShapeType="1" noTextEdit="1"/>
                  </p:cNvSpPr>
                  <p:nvPr/>
                </p:nvSpPr>
                <p:spPr>
                  <a:xfrm>
                    <a:off x="9400463" y="5762812"/>
                    <a:ext cx="1366150" cy="400110"/>
                  </a:xfrm>
                  <a:prstGeom prst="rect">
                    <a:avLst/>
                  </a:prstGeom>
                  <a:blipFill>
                    <a:blip r:embed="rId3"/>
                    <a:stretch>
                      <a:fillRect b="-15152"/>
                    </a:stretch>
                  </a:blipFill>
                </p:spPr>
                <p:txBody>
                  <a:bodyPr/>
                  <a:lstStyle/>
                  <a:p>
                    <a:r>
                      <a:rPr lang="en-US">
                        <a:noFill/>
                      </a:rPr>
                      <a:t> </a:t>
                    </a:r>
                  </a:p>
                </p:txBody>
              </p:sp>
            </mc:Fallback>
          </mc:AlternateContent>
          <p:sp>
            <p:nvSpPr>
              <p:cNvPr id="19" name="TextBox 18">
                <a:extLst>
                  <a:ext uri="{FF2B5EF4-FFF2-40B4-BE49-F238E27FC236}">
                    <a16:creationId xmlns:a16="http://schemas.microsoft.com/office/drawing/2014/main" id="{6ABA89FF-30D4-2588-4586-E94F157F55F8}"/>
                  </a:ext>
                </a:extLst>
              </p:cNvPr>
              <p:cNvSpPr txBox="1"/>
              <p:nvPr/>
            </p:nvSpPr>
            <p:spPr>
              <a:xfrm>
                <a:off x="8142509" y="4552650"/>
                <a:ext cx="1266942"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Activation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Function</a:t>
                </a:r>
                <a:endParaRPr kumimoji="0" lang="en-DE"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F52CEFE4-E0B3-1E35-3B49-0D74E5A51BC6}"/>
                      </a:ext>
                    </a:extLst>
                  </p:cNvPr>
                  <p:cNvSpPr txBox="1"/>
                  <p:nvPr/>
                </p:nvSpPr>
                <p:spPr>
                  <a:xfrm>
                    <a:off x="5821717" y="4999887"/>
                    <a:ext cx="1660944" cy="672235"/>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𝑦</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nary>
                            <m:naryPr>
                              <m:chr m:val="∑"/>
                              <m:supHide m:val="on"/>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naryPr>
                            <m:sub>
                              <m:r>
                                <m:rPr>
                                  <m:brk m:alnAt="7"/>
                                </m:r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𝑖</m:t>
                              </m:r>
                            </m:sub>
                            <m:sup/>
                            <m:e>
                              <m:sSub>
                                <m:sSub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ctrlPr>
                                </m:sSubPr>
                                <m:e>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𝜔</m:t>
                                  </m:r>
                                </m:e>
                                <m:sub>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𝑖</m:t>
                                  </m:r>
                                </m:sub>
                              </m:sSub>
                              <m:sSub>
                                <m:sSub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𝑥</m:t>
                                  </m:r>
                                </m:e>
                                <m:sub>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𝑖</m:t>
                                  </m:r>
                                </m:sub>
                              </m:sSub>
                            </m:e>
                          </m:nary>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𝑏</m:t>
                          </m:r>
                        </m:oMath>
                      </m:oMathPara>
                    </a14:m>
                    <a:endParaRPr kumimoji="0" lang="en-DE"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mc:Choice>
            <mc:Fallback xmlns="">
              <p:sp>
                <p:nvSpPr>
                  <p:cNvPr id="20" name="TextBox 19">
                    <a:extLst>
                      <a:ext uri="{FF2B5EF4-FFF2-40B4-BE49-F238E27FC236}">
                        <a16:creationId xmlns:a16="http://schemas.microsoft.com/office/drawing/2014/main" id="{F52CEFE4-E0B3-1E35-3B49-0D74E5A51BC6}"/>
                      </a:ext>
                    </a:extLst>
                  </p:cNvPr>
                  <p:cNvSpPr txBox="1">
                    <a:spLocks noRot="1" noChangeAspect="1" noMove="1" noResize="1" noEditPoints="1" noAdjustHandles="1" noChangeArrowheads="1" noChangeShapeType="1" noTextEdit="1"/>
                  </p:cNvSpPr>
                  <p:nvPr/>
                </p:nvSpPr>
                <p:spPr>
                  <a:xfrm>
                    <a:off x="5821717" y="4999887"/>
                    <a:ext cx="1660944" cy="672235"/>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BC83E720-B1B1-FECF-327C-A86D213E06AD}"/>
                      </a:ext>
                    </a:extLst>
                  </p:cNvPr>
                  <p:cNvSpPr txBox="1"/>
                  <p:nvPr/>
                </p:nvSpPr>
                <p:spPr>
                  <a:xfrm>
                    <a:off x="4101717" y="5619263"/>
                    <a:ext cx="358495" cy="307777"/>
                  </a:xfrm>
                  <a:prstGeom prst="rect">
                    <a:avLst/>
                  </a:prstGeom>
                  <a:solidFill>
                    <a:schemeClr val="bg1"/>
                  </a:solid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sSub>
                            <m:sSubPr>
                              <m:ctrlPr>
                                <a:rPr kumimoji="0" lang="en-DE" sz="20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ctrlPr>
                            </m:sSubPr>
                            <m:e>
                              <m:r>
                                <a:rPr kumimoji="0" lang="en-DE" sz="20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𝜔</m:t>
                              </m:r>
                            </m:e>
                            <m:sub>
                              <m: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2</m:t>
                              </m:r>
                            </m:sub>
                          </m:sSub>
                        </m:oMath>
                      </m:oMathPara>
                    </a14:m>
                    <a:endParaRPr kumimoji="0" lang="en-DE" sz="20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mc:Choice>
            <mc:Fallback xmlns="">
              <p:sp>
                <p:nvSpPr>
                  <p:cNvPr id="21" name="TextBox 20">
                    <a:extLst>
                      <a:ext uri="{FF2B5EF4-FFF2-40B4-BE49-F238E27FC236}">
                        <a16:creationId xmlns:a16="http://schemas.microsoft.com/office/drawing/2014/main" id="{BC83E720-B1B1-FECF-327C-A86D213E06AD}"/>
                      </a:ext>
                    </a:extLst>
                  </p:cNvPr>
                  <p:cNvSpPr txBox="1">
                    <a:spLocks noRot="1" noChangeAspect="1" noMove="1" noResize="1" noEditPoints="1" noAdjustHandles="1" noChangeArrowheads="1" noChangeShapeType="1" noTextEdit="1"/>
                  </p:cNvSpPr>
                  <p:nvPr/>
                </p:nvSpPr>
                <p:spPr>
                  <a:xfrm>
                    <a:off x="4101717" y="5619263"/>
                    <a:ext cx="358495" cy="307777"/>
                  </a:xfrm>
                  <a:prstGeom prst="rect">
                    <a:avLst/>
                  </a:prstGeom>
                  <a:blipFill>
                    <a:blip r:embed="rId5"/>
                    <a:stretch>
                      <a:fillRect l="-11864" r="-3390" b="-16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7B35BD94-4386-77B5-107C-05B0D5B283BA}"/>
                      </a:ext>
                    </a:extLst>
                  </p:cNvPr>
                  <p:cNvSpPr txBox="1"/>
                  <p:nvPr/>
                </p:nvSpPr>
                <p:spPr>
                  <a:xfrm>
                    <a:off x="4085630" y="6287115"/>
                    <a:ext cx="352532" cy="307777"/>
                  </a:xfrm>
                  <a:prstGeom prst="rect">
                    <a:avLst/>
                  </a:prstGeom>
                  <a:solidFill>
                    <a:schemeClr val="bg1"/>
                  </a:solid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sSub>
                            <m:sSubPr>
                              <m:ctrlPr>
                                <a:rPr kumimoji="0" lang="en-DE" sz="20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ctrlPr>
                            </m:sSubPr>
                            <m:e>
                              <m:r>
                                <a:rPr kumimoji="0" lang="en-DE" sz="20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𝜔</m:t>
                              </m:r>
                            </m:e>
                            <m:sub>
                              <m: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1</m:t>
                              </m:r>
                            </m:sub>
                          </m:sSub>
                        </m:oMath>
                      </m:oMathPara>
                    </a14:m>
                    <a:endParaRPr kumimoji="0" lang="en-DE" sz="20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mc:Choice>
            <mc:Fallback xmlns="">
              <p:sp>
                <p:nvSpPr>
                  <p:cNvPr id="22" name="TextBox 21">
                    <a:extLst>
                      <a:ext uri="{FF2B5EF4-FFF2-40B4-BE49-F238E27FC236}">
                        <a16:creationId xmlns:a16="http://schemas.microsoft.com/office/drawing/2014/main" id="{7B35BD94-4386-77B5-107C-05B0D5B283BA}"/>
                      </a:ext>
                    </a:extLst>
                  </p:cNvPr>
                  <p:cNvSpPr txBox="1">
                    <a:spLocks noRot="1" noChangeAspect="1" noMove="1" noResize="1" noEditPoints="1" noAdjustHandles="1" noChangeArrowheads="1" noChangeShapeType="1" noTextEdit="1"/>
                  </p:cNvSpPr>
                  <p:nvPr/>
                </p:nvSpPr>
                <p:spPr>
                  <a:xfrm>
                    <a:off x="4085630" y="6287115"/>
                    <a:ext cx="352532" cy="307777"/>
                  </a:xfrm>
                  <a:prstGeom prst="rect">
                    <a:avLst/>
                  </a:prstGeom>
                  <a:blipFill>
                    <a:blip r:embed="rId6"/>
                    <a:stretch>
                      <a:fillRect l="-8621" r="-5172" b="-1372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C199D8BB-B3D4-E713-BA88-5938BDBE4A33}"/>
                      </a:ext>
                    </a:extLst>
                  </p:cNvPr>
                  <p:cNvSpPr txBox="1"/>
                  <p:nvPr/>
                </p:nvSpPr>
                <p:spPr>
                  <a:xfrm>
                    <a:off x="2913020" y="4903616"/>
                    <a:ext cx="300339" cy="307777"/>
                  </a:xfrm>
                  <a:prstGeom prst="rect">
                    <a:avLst/>
                  </a:prstGeom>
                  <a:solidFill>
                    <a:schemeClr val="bg1"/>
                  </a:solid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sSub>
                            <m:sSubPr>
                              <m:ctrlP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ctrlPr>
                            </m:sSubPr>
                            <m:e>
                              <m: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𝑥</m:t>
                              </m:r>
                            </m:e>
                            <m:sub>
                              <m: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1</m:t>
                              </m:r>
                            </m:sub>
                          </m:sSub>
                        </m:oMath>
                      </m:oMathPara>
                    </a14:m>
                    <a:endParaRPr kumimoji="0" lang="en-DE" sz="20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mc:Choice>
            <mc:Fallback xmlns="">
              <p:sp>
                <p:nvSpPr>
                  <p:cNvPr id="23" name="TextBox 22">
                    <a:extLst>
                      <a:ext uri="{FF2B5EF4-FFF2-40B4-BE49-F238E27FC236}">
                        <a16:creationId xmlns:a16="http://schemas.microsoft.com/office/drawing/2014/main" id="{C199D8BB-B3D4-E713-BA88-5938BDBE4A33}"/>
                      </a:ext>
                    </a:extLst>
                  </p:cNvPr>
                  <p:cNvSpPr txBox="1">
                    <a:spLocks noRot="1" noChangeAspect="1" noMove="1" noResize="1" noEditPoints="1" noAdjustHandles="1" noChangeArrowheads="1" noChangeShapeType="1" noTextEdit="1"/>
                  </p:cNvSpPr>
                  <p:nvPr/>
                </p:nvSpPr>
                <p:spPr>
                  <a:xfrm>
                    <a:off x="2913020" y="4903616"/>
                    <a:ext cx="300339" cy="307777"/>
                  </a:xfrm>
                  <a:prstGeom prst="rect">
                    <a:avLst/>
                  </a:prstGeom>
                  <a:blipFill>
                    <a:blip r:embed="rId7"/>
                    <a:stretch>
                      <a:fillRect l="-12245" r="-8163" b="-1372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D3119796-DC00-24B5-8A83-454AAB5C9079}"/>
                      </a:ext>
                    </a:extLst>
                  </p:cNvPr>
                  <p:cNvSpPr txBox="1"/>
                  <p:nvPr/>
                </p:nvSpPr>
                <p:spPr>
                  <a:xfrm>
                    <a:off x="4052255" y="4866961"/>
                    <a:ext cx="394916" cy="307777"/>
                  </a:xfrm>
                  <a:prstGeom prst="rect">
                    <a:avLst/>
                  </a:prstGeom>
                  <a:solidFill>
                    <a:schemeClr val="bg1"/>
                  </a:solid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sSub>
                            <m:sSubPr>
                              <m:ctrlPr>
                                <a:rPr kumimoji="0" lang="en-DE" sz="20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ctrlPr>
                            </m:sSubPr>
                            <m:e>
                              <m:r>
                                <a:rPr kumimoji="0" lang="en-DE" sz="20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𝜔</m:t>
                              </m:r>
                            </m:e>
                            <m:sub>
                              <m: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𝑁</m:t>
                              </m:r>
                            </m:sub>
                          </m:sSub>
                        </m:oMath>
                      </m:oMathPara>
                    </a14:m>
                    <a:endParaRPr kumimoji="0" lang="en-DE" sz="20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mc:Choice>
            <mc:Fallback xmlns="">
              <p:sp>
                <p:nvSpPr>
                  <p:cNvPr id="24" name="TextBox 23">
                    <a:extLst>
                      <a:ext uri="{FF2B5EF4-FFF2-40B4-BE49-F238E27FC236}">
                        <a16:creationId xmlns:a16="http://schemas.microsoft.com/office/drawing/2014/main" id="{D3119796-DC00-24B5-8A83-454AAB5C9079}"/>
                      </a:ext>
                    </a:extLst>
                  </p:cNvPr>
                  <p:cNvSpPr txBox="1">
                    <a:spLocks noRot="1" noChangeAspect="1" noMove="1" noResize="1" noEditPoints="1" noAdjustHandles="1" noChangeArrowheads="1" noChangeShapeType="1" noTextEdit="1"/>
                  </p:cNvSpPr>
                  <p:nvPr/>
                </p:nvSpPr>
                <p:spPr>
                  <a:xfrm>
                    <a:off x="4052255" y="4866961"/>
                    <a:ext cx="394916" cy="307777"/>
                  </a:xfrm>
                  <a:prstGeom prst="rect">
                    <a:avLst/>
                  </a:prstGeom>
                  <a:blipFill>
                    <a:blip r:embed="rId8"/>
                    <a:stretch>
                      <a:fillRect l="-9231" r="-4615" b="-1372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8EBCA43B-FBE1-3E62-A60B-1008FCB8FE8C}"/>
                      </a:ext>
                    </a:extLst>
                  </p:cNvPr>
                  <p:cNvSpPr txBox="1"/>
                  <p:nvPr/>
                </p:nvSpPr>
                <p:spPr>
                  <a:xfrm>
                    <a:off x="2946586" y="6303841"/>
                    <a:ext cx="342723" cy="307777"/>
                  </a:xfrm>
                  <a:prstGeom prst="rect">
                    <a:avLst/>
                  </a:prstGeom>
                  <a:solidFill>
                    <a:schemeClr val="bg1"/>
                  </a:solid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sSub>
                            <m:sSubPr>
                              <m:ctrlP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ctrlPr>
                            </m:sSubPr>
                            <m:e>
                              <m: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𝑥</m:t>
                              </m:r>
                            </m:e>
                            <m:sub>
                              <m: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𝑁</m:t>
                              </m:r>
                            </m:sub>
                          </m:sSub>
                        </m:oMath>
                      </m:oMathPara>
                    </a14:m>
                    <a:endParaRPr kumimoji="0" lang="en-DE" sz="20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mc:Choice>
            <mc:Fallback xmlns="">
              <p:sp>
                <p:nvSpPr>
                  <p:cNvPr id="25" name="TextBox 24">
                    <a:extLst>
                      <a:ext uri="{FF2B5EF4-FFF2-40B4-BE49-F238E27FC236}">
                        <a16:creationId xmlns:a16="http://schemas.microsoft.com/office/drawing/2014/main" id="{8EBCA43B-FBE1-3E62-A60B-1008FCB8FE8C}"/>
                      </a:ext>
                    </a:extLst>
                  </p:cNvPr>
                  <p:cNvSpPr txBox="1">
                    <a:spLocks noRot="1" noChangeAspect="1" noMove="1" noResize="1" noEditPoints="1" noAdjustHandles="1" noChangeArrowheads="1" noChangeShapeType="1" noTextEdit="1"/>
                  </p:cNvSpPr>
                  <p:nvPr/>
                </p:nvSpPr>
                <p:spPr>
                  <a:xfrm>
                    <a:off x="2946586" y="6303841"/>
                    <a:ext cx="342723" cy="307777"/>
                  </a:xfrm>
                  <a:prstGeom prst="rect">
                    <a:avLst/>
                  </a:prstGeom>
                  <a:blipFill>
                    <a:blip r:embed="rId9"/>
                    <a:stretch>
                      <a:fillRect l="-10526" r="-3509" b="-1372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B8759100-114F-BCAB-A70E-F1BD05E95CAE}"/>
                      </a:ext>
                    </a:extLst>
                  </p:cNvPr>
                  <p:cNvSpPr txBox="1"/>
                  <p:nvPr/>
                </p:nvSpPr>
                <p:spPr>
                  <a:xfrm>
                    <a:off x="2849029" y="5716666"/>
                    <a:ext cx="306302" cy="307777"/>
                  </a:xfrm>
                  <a:prstGeom prst="rect">
                    <a:avLst/>
                  </a:prstGeom>
                  <a:solidFill>
                    <a:schemeClr val="bg1"/>
                  </a:solid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sSub>
                            <m:sSubPr>
                              <m:ctrlP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ctrlPr>
                            </m:sSubPr>
                            <m:e>
                              <m: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𝑥</m:t>
                              </m:r>
                            </m:e>
                            <m:sub>
                              <m: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2</m:t>
                              </m:r>
                            </m:sub>
                          </m:sSub>
                        </m:oMath>
                      </m:oMathPara>
                    </a14:m>
                    <a:endParaRPr kumimoji="0" lang="en-DE" sz="20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mc:Choice>
            <mc:Fallback xmlns="">
              <p:sp>
                <p:nvSpPr>
                  <p:cNvPr id="26" name="TextBox 25">
                    <a:extLst>
                      <a:ext uri="{FF2B5EF4-FFF2-40B4-BE49-F238E27FC236}">
                        <a16:creationId xmlns:a16="http://schemas.microsoft.com/office/drawing/2014/main" id="{B8759100-114F-BCAB-A70E-F1BD05E95CAE}"/>
                      </a:ext>
                    </a:extLst>
                  </p:cNvPr>
                  <p:cNvSpPr txBox="1">
                    <a:spLocks noRot="1" noChangeAspect="1" noMove="1" noResize="1" noEditPoints="1" noAdjustHandles="1" noChangeArrowheads="1" noChangeShapeType="1" noTextEdit="1"/>
                  </p:cNvSpPr>
                  <p:nvPr/>
                </p:nvSpPr>
                <p:spPr>
                  <a:xfrm>
                    <a:off x="2849029" y="5716666"/>
                    <a:ext cx="306302" cy="307777"/>
                  </a:xfrm>
                  <a:prstGeom prst="rect">
                    <a:avLst/>
                  </a:prstGeom>
                  <a:blipFill>
                    <a:blip r:embed="rId10"/>
                    <a:stretch>
                      <a:fillRect l="-11765" r="-3922" b="-16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441267B2-B654-B122-9529-97E5F0EF0E34}"/>
                      </a:ext>
                    </a:extLst>
                  </p:cNvPr>
                  <p:cNvSpPr txBox="1"/>
                  <p:nvPr/>
                </p:nvSpPr>
                <p:spPr>
                  <a:xfrm>
                    <a:off x="2958944" y="4368036"/>
                    <a:ext cx="196400" cy="307777"/>
                  </a:xfrm>
                  <a:prstGeom prst="rect">
                    <a:avLst/>
                  </a:prstGeom>
                  <a:solidFill>
                    <a:schemeClr val="bg1"/>
                  </a:solid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𝑏</m:t>
                          </m:r>
                        </m:oMath>
                      </m:oMathPara>
                    </a14:m>
                    <a:endParaRPr kumimoji="0" lang="en-DE" sz="20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mc:Choice>
            <mc:Fallback xmlns="">
              <p:sp>
                <p:nvSpPr>
                  <p:cNvPr id="27" name="TextBox 26">
                    <a:extLst>
                      <a:ext uri="{FF2B5EF4-FFF2-40B4-BE49-F238E27FC236}">
                        <a16:creationId xmlns:a16="http://schemas.microsoft.com/office/drawing/2014/main" id="{441267B2-B654-B122-9529-97E5F0EF0E34}"/>
                      </a:ext>
                    </a:extLst>
                  </p:cNvPr>
                  <p:cNvSpPr txBox="1">
                    <a:spLocks noRot="1" noChangeAspect="1" noMove="1" noResize="1" noEditPoints="1" noAdjustHandles="1" noChangeArrowheads="1" noChangeShapeType="1" noTextEdit="1"/>
                  </p:cNvSpPr>
                  <p:nvPr/>
                </p:nvSpPr>
                <p:spPr>
                  <a:xfrm>
                    <a:off x="2958944" y="4368036"/>
                    <a:ext cx="196400" cy="307777"/>
                  </a:xfrm>
                  <a:prstGeom prst="rect">
                    <a:avLst/>
                  </a:prstGeom>
                  <a:blipFill>
                    <a:blip r:embed="rId11"/>
                    <a:stretch>
                      <a:fillRect l="-33333" r="-27273" b="-8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292A43F7-4D63-E3F1-F786-5C7152AAF434}"/>
                      </a:ext>
                    </a:extLst>
                  </p:cNvPr>
                  <p:cNvSpPr txBox="1"/>
                  <p:nvPr/>
                </p:nvSpPr>
                <p:spPr>
                  <a:xfrm rot="5400000">
                    <a:off x="2819592" y="5947740"/>
                    <a:ext cx="452620" cy="4001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kumimoji="0" lang="en-DE" sz="20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oMath>
                      </m:oMathPara>
                    </a14:m>
                    <a:endParaRPr kumimoji="0" lang="en-GB" sz="20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mc:Choice>
            <mc:Fallback xmlns="">
              <p:sp>
                <p:nvSpPr>
                  <p:cNvPr id="28" name="TextBox 27">
                    <a:extLst>
                      <a:ext uri="{FF2B5EF4-FFF2-40B4-BE49-F238E27FC236}">
                        <a16:creationId xmlns:a16="http://schemas.microsoft.com/office/drawing/2014/main" id="{292A43F7-4D63-E3F1-F786-5C7152AAF434}"/>
                      </a:ext>
                    </a:extLst>
                  </p:cNvPr>
                  <p:cNvSpPr txBox="1">
                    <a:spLocks noRot="1" noChangeAspect="1" noMove="1" noResize="1" noEditPoints="1" noAdjustHandles="1" noChangeArrowheads="1" noChangeShapeType="1" noTextEdit="1"/>
                  </p:cNvSpPr>
                  <p:nvPr/>
                </p:nvSpPr>
                <p:spPr>
                  <a:xfrm rot="5400000">
                    <a:off x="2819592" y="5947740"/>
                    <a:ext cx="452620" cy="400110"/>
                  </a:xfrm>
                  <a:prstGeom prst="rect">
                    <a:avLst/>
                  </a:prstGeom>
                  <a:blipFill>
                    <a:blip r:embed="rId12"/>
                    <a:stretch>
                      <a:fillRect/>
                    </a:stretch>
                  </a:blipFill>
                </p:spPr>
                <p:txBody>
                  <a:bodyPr/>
                  <a:lstStyle/>
                  <a:p>
                    <a:r>
                      <a:rPr lang="en-US">
                        <a:noFill/>
                      </a:rPr>
                      <a:t> </a:t>
                    </a:r>
                  </a:p>
                </p:txBody>
              </p:sp>
            </mc:Fallback>
          </mc:AlternateContent>
          <p:sp>
            <p:nvSpPr>
              <p:cNvPr id="29" name="Rectangle: Rounded Corners 28">
                <a:extLst>
                  <a:ext uri="{FF2B5EF4-FFF2-40B4-BE49-F238E27FC236}">
                    <a16:creationId xmlns:a16="http://schemas.microsoft.com/office/drawing/2014/main" id="{E5DE9B09-BB8D-9179-935F-6ABD20C34CF8}"/>
                  </a:ext>
                </a:extLst>
              </p:cNvPr>
              <p:cNvSpPr/>
              <p:nvPr/>
            </p:nvSpPr>
            <p:spPr>
              <a:xfrm>
                <a:off x="3411057" y="4368036"/>
                <a:ext cx="4411406" cy="2320730"/>
              </a:xfrm>
              <a:prstGeom prst="roundRect">
                <a:avLst>
                  <a:gd name="adj" fmla="val 11786"/>
                </a:avLst>
              </a:prstGeom>
              <a:noFill/>
              <a:ln w="25400">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5" name="TextBox 34">
                <a:extLst>
                  <a:ext uri="{FF2B5EF4-FFF2-40B4-BE49-F238E27FC236}">
                    <a16:creationId xmlns:a16="http://schemas.microsoft.com/office/drawing/2014/main" id="{A583F16E-8DFE-80A0-05A0-531301C89A75}"/>
                  </a:ext>
                </a:extLst>
              </p:cNvPr>
              <p:cNvSpPr txBox="1"/>
              <p:nvPr/>
            </p:nvSpPr>
            <p:spPr>
              <a:xfrm>
                <a:off x="5134758" y="3788030"/>
                <a:ext cx="3549160"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Single Neuron Scheme</a:t>
                </a:r>
                <a:endParaRPr kumimoji="0" lang="en-DE" sz="24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grpSp>
        <p:cxnSp>
          <p:nvCxnSpPr>
            <p:cNvPr id="143" name="Straight Connector 142">
              <a:extLst>
                <a:ext uri="{FF2B5EF4-FFF2-40B4-BE49-F238E27FC236}">
                  <a16:creationId xmlns:a16="http://schemas.microsoft.com/office/drawing/2014/main" id="{ACA343A4-2AFA-2CF0-A3DD-7106415E30A5}"/>
                </a:ext>
              </a:extLst>
            </p:cNvPr>
            <p:cNvCxnSpPr>
              <a:cxnSpLocks/>
              <a:stCxn id="70" idx="3"/>
            </p:cNvCxnSpPr>
            <p:nvPr/>
          </p:nvCxnSpPr>
          <p:spPr>
            <a:xfrm flipH="1">
              <a:off x="3155331" y="3185743"/>
              <a:ext cx="528198" cy="1012282"/>
            </a:xfrm>
            <a:prstGeom prst="line">
              <a:avLst/>
            </a:prstGeom>
            <a:ln>
              <a:prstDash val="dash"/>
            </a:ln>
          </p:spPr>
          <p:style>
            <a:lnRef idx="2">
              <a:schemeClr val="accent1"/>
            </a:lnRef>
            <a:fillRef idx="0">
              <a:schemeClr val="accent1"/>
            </a:fillRef>
            <a:effectRef idx="1">
              <a:schemeClr val="accent1"/>
            </a:effectRef>
            <a:fontRef idx="minor">
              <a:schemeClr val="tx1"/>
            </a:fontRef>
          </p:style>
        </p:cxnSp>
        <p:cxnSp>
          <p:nvCxnSpPr>
            <p:cNvPr id="145" name="Straight Connector 144">
              <a:extLst>
                <a:ext uri="{FF2B5EF4-FFF2-40B4-BE49-F238E27FC236}">
                  <a16:creationId xmlns:a16="http://schemas.microsoft.com/office/drawing/2014/main" id="{19FF7BD9-56BB-FBC4-05E7-51F8BE6AB644}"/>
                </a:ext>
              </a:extLst>
            </p:cNvPr>
            <p:cNvCxnSpPr>
              <a:cxnSpLocks/>
              <a:stCxn id="70" idx="5"/>
            </p:cNvCxnSpPr>
            <p:nvPr/>
          </p:nvCxnSpPr>
          <p:spPr>
            <a:xfrm>
              <a:off x="3875073" y="3185743"/>
              <a:ext cx="2660481" cy="356503"/>
            </a:xfrm>
            <a:prstGeom prst="line">
              <a:avLst/>
            </a:prstGeom>
            <a:ln>
              <a:prstDash val="dash"/>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19486185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0"/>
                                        </p:tgtEl>
                                        <p:attrNameLst>
                                          <p:attrName>style.visibility</p:attrName>
                                        </p:attrNameLst>
                                      </p:cBhvr>
                                      <p:to>
                                        <p:strVal val="visible"/>
                                      </p:to>
                                    </p:set>
                                    <p:animEffect transition="in" filter="fade">
                                      <p:cBhvr>
                                        <p:cTn id="7" dur="500"/>
                                        <p:tgtEl>
                                          <p:spTgt spid="9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5"/>
                                        </p:tgtEl>
                                        <p:attrNameLst>
                                          <p:attrName>style.visibility</p:attrName>
                                        </p:attrNameLst>
                                      </p:cBhvr>
                                      <p:to>
                                        <p:strVal val="visible"/>
                                      </p:to>
                                    </p:set>
                                    <p:animEffect transition="in" filter="fade">
                                      <p:cBhvr>
                                        <p:cTn id="12" dur="500"/>
                                        <p:tgtEl>
                                          <p:spTgt spid="105"/>
                                        </p:tgtEl>
                                      </p:cBhvr>
                                    </p:animEffect>
                                  </p:childTnLst>
                                </p:cTn>
                              </p:par>
                              <p:par>
                                <p:cTn id="13" presetID="10" presetClass="entr" presetSubtype="0" fill="hold" nodeType="withEffect">
                                  <p:stCondLst>
                                    <p:cond delay="0"/>
                                  </p:stCondLst>
                                  <p:childTnLst>
                                    <p:set>
                                      <p:cBhvr>
                                        <p:cTn id="14" dur="1" fill="hold">
                                          <p:stCondLst>
                                            <p:cond delay="0"/>
                                          </p:stCondLst>
                                        </p:cTn>
                                        <p:tgtEl>
                                          <p:spTgt spid="133"/>
                                        </p:tgtEl>
                                        <p:attrNameLst>
                                          <p:attrName>style.visibility</p:attrName>
                                        </p:attrNameLst>
                                      </p:cBhvr>
                                      <p:to>
                                        <p:strVal val="visible"/>
                                      </p:to>
                                    </p:set>
                                    <p:animEffect transition="in" filter="fade">
                                      <p:cBhvr>
                                        <p:cTn id="15" dur="500"/>
                                        <p:tgtEl>
                                          <p:spTgt spid="133"/>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48"/>
                                        </p:tgtEl>
                                        <p:attrNameLst>
                                          <p:attrName>style.visibility</p:attrName>
                                        </p:attrNameLst>
                                      </p:cBhvr>
                                      <p:to>
                                        <p:strVal val="visible"/>
                                      </p:to>
                                    </p:set>
                                    <p:animEffect transition="in" filter="fade">
                                      <p:cBhvr>
                                        <p:cTn id="20" dur="500"/>
                                        <p:tgtEl>
                                          <p:spTgt spid="1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gradFill>
          <a:gsLst>
            <a:gs pos="0">
              <a:srgbClr val="F2EADA">
                <a:alpha val="61000"/>
              </a:srgbClr>
            </a:gs>
            <a:gs pos="80000">
              <a:srgbClr val="DFCBA2">
                <a:alpha val="61000"/>
              </a:srgbClr>
            </a:gs>
            <a:gs pos="100000">
              <a:srgbClr val="E1CEA9">
                <a:alpha val="61000"/>
              </a:srgbClr>
            </a:gs>
          </a:gsLst>
          <a:lin ang="2700000" scaled="1"/>
        </a:gradFill>
        <a:effectLst/>
      </p:bgPr>
    </p:bg>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D67BA44A-9CEB-7C54-275E-0A55224CE137}"/>
              </a:ext>
            </a:extLst>
          </p:cNvPr>
          <p:cNvSpPr txBox="1"/>
          <p:nvPr/>
        </p:nvSpPr>
        <p:spPr>
          <a:xfrm>
            <a:off x="-52323" y="275098"/>
            <a:ext cx="1756598" cy="248641"/>
          </a:xfrm>
          <a:prstGeom prst="rect">
            <a:avLst/>
          </a:prstGeom>
          <a:noFill/>
        </p:spPr>
        <p:txBody>
          <a:bodyPr rot="0" spcFirstLastPara="0" vertOverflow="overflow" horzOverflow="overflow" vert="horz" wrap="none" lIns="63355" tIns="31678" rIns="63355" bIns="31678"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a:ln/>
                <a:solidFill>
                  <a:srgbClr val="000000"/>
                </a:solidFill>
                <a:effectLst/>
                <a:uLnTx/>
                <a:uFillTx/>
                <a:latin typeface="Arial"/>
                <a:ea typeface="+mn-ea"/>
                <a:cs typeface="Arial"/>
                <a:sym typeface="Arial"/>
                <a:rtl val="0"/>
              </a:rPr>
              <a:t>Substrate ↓ ▪  Stage →</a:t>
            </a:r>
          </a:p>
        </p:txBody>
      </p:sp>
      <p:cxnSp>
        <p:nvCxnSpPr>
          <p:cNvPr id="21" name="Straight Connector 20">
            <a:extLst>
              <a:ext uri="{FF2B5EF4-FFF2-40B4-BE49-F238E27FC236}">
                <a16:creationId xmlns:a16="http://schemas.microsoft.com/office/drawing/2014/main" id="{A8FF26A5-3797-1250-4ABC-29A1C52E295D}"/>
              </a:ext>
            </a:extLst>
          </p:cNvPr>
          <p:cNvCxnSpPr>
            <a:cxnSpLocks/>
          </p:cNvCxnSpPr>
          <p:nvPr/>
        </p:nvCxnSpPr>
        <p:spPr>
          <a:xfrm>
            <a:off x="34139" y="647339"/>
            <a:ext cx="12157861" cy="32349"/>
          </a:xfrm>
          <a:prstGeom prst="line">
            <a:avLst/>
          </a:prstGeom>
          <a:ln w="6350">
            <a:solidFill>
              <a:schemeClr val="accent2">
                <a:lumMod val="50000"/>
                <a:alpha val="33000"/>
              </a:schemeClr>
            </a:solidFill>
          </a:ln>
        </p:spPr>
        <p:style>
          <a:lnRef idx="2">
            <a:schemeClr val="accent1"/>
          </a:lnRef>
          <a:fillRef idx="0">
            <a:schemeClr val="accent1"/>
          </a:fillRef>
          <a:effectRef idx="1">
            <a:schemeClr val="accent1"/>
          </a:effectRef>
          <a:fontRef idx="minor">
            <a:schemeClr val="tx1"/>
          </a:fontRef>
        </p:style>
      </p:cxnSp>
      <p:sp>
        <p:nvSpPr>
          <p:cNvPr id="31" name="TextBox 30">
            <a:extLst>
              <a:ext uri="{FF2B5EF4-FFF2-40B4-BE49-F238E27FC236}">
                <a16:creationId xmlns:a16="http://schemas.microsoft.com/office/drawing/2014/main" id="{9313E03A-ECC7-C5F1-F360-334B94A3F6D8}"/>
              </a:ext>
            </a:extLst>
          </p:cNvPr>
          <p:cNvSpPr txBox="1"/>
          <p:nvPr/>
        </p:nvSpPr>
        <p:spPr>
          <a:xfrm>
            <a:off x="-41076" y="669192"/>
            <a:ext cx="1087158" cy="24622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a:ln>
                  <a:noFill/>
                </a:ln>
                <a:solidFill>
                  <a:srgbClr val="E97132">
                    <a:lumMod val="50000"/>
                  </a:srgbClr>
                </a:solidFill>
                <a:effectLst/>
                <a:uLnTx/>
                <a:uFillTx/>
                <a:latin typeface="Arial" panose="020B0604020202020204" pitchFamily="34" charset="0"/>
                <a:ea typeface="+mn-ea"/>
                <a:cs typeface="Arial" panose="020B0604020202020204" pitchFamily="34" charset="0"/>
              </a:rPr>
              <a:t>▪</a:t>
            </a:r>
            <a:r>
              <a:rPr kumimoji="0" lang="en-GB" sz="1000" b="0" i="0" u="none" strike="noStrike" kern="1200" cap="none" spc="0" normalizeH="0" baseline="0" noProof="0" dirty="0">
                <a:ln>
                  <a:noFill/>
                </a:ln>
                <a:solidFill>
                  <a:prstClr val="white">
                    <a:lumMod val="50000"/>
                  </a:prstClr>
                </a:solidFill>
                <a:effectLst/>
                <a:uLnTx/>
                <a:uFillTx/>
                <a:latin typeface="Arial" panose="020B0604020202020204" pitchFamily="34" charset="0"/>
                <a:ea typeface="+mn-ea"/>
                <a:cs typeface="Arial" panose="020B0604020202020204" pitchFamily="34" charset="0"/>
              </a:rPr>
              <a:t>  </a:t>
            </a:r>
            <a:r>
              <a:rPr kumimoji="0" lang="en-GB" sz="1000" b="0" i="0" u="none" strike="noStrike" kern="1200" cap="none" spc="0" normalizeH="0" baseline="0" noProof="0" dirty="0">
                <a:ln>
                  <a:noFill/>
                </a:ln>
                <a:solidFill>
                  <a:prstClr val="white">
                    <a:lumMod val="50000"/>
                  </a:prstClr>
                </a:solidFill>
                <a:effectLst/>
                <a:uLnTx/>
                <a:uFillTx/>
                <a:latin typeface="Arial Nova" panose="020F0502020204030204" pitchFamily="34" charset="0"/>
                <a:ea typeface="+mn-ea"/>
                <a:cs typeface="+mn-cs"/>
              </a:rPr>
              <a:t>ELECTRONIC</a:t>
            </a:r>
          </a:p>
        </p:txBody>
      </p:sp>
      <p:cxnSp>
        <p:nvCxnSpPr>
          <p:cNvPr id="33" name="Straight Connector 32">
            <a:extLst>
              <a:ext uri="{FF2B5EF4-FFF2-40B4-BE49-F238E27FC236}">
                <a16:creationId xmlns:a16="http://schemas.microsoft.com/office/drawing/2014/main" id="{74A64DDE-D9E7-0514-D9C3-CA28F0526844}"/>
              </a:ext>
            </a:extLst>
          </p:cNvPr>
          <p:cNvCxnSpPr>
            <a:cxnSpLocks/>
          </p:cNvCxnSpPr>
          <p:nvPr/>
        </p:nvCxnSpPr>
        <p:spPr>
          <a:xfrm flipV="1">
            <a:off x="34139" y="2078423"/>
            <a:ext cx="12157861" cy="14865"/>
          </a:xfrm>
          <a:prstGeom prst="line">
            <a:avLst/>
          </a:prstGeom>
          <a:ln w="6350">
            <a:solidFill>
              <a:schemeClr val="accent2">
                <a:lumMod val="50000"/>
                <a:alpha val="33000"/>
              </a:schemeClr>
            </a:solidFill>
          </a:ln>
        </p:spPr>
        <p:style>
          <a:lnRef idx="2">
            <a:schemeClr val="accent1"/>
          </a:lnRef>
          <a:fillRef idx="0">
            <a:schemeClr val="accent1"/>
          </a:fillRef>
          <a:effectRef idx="1">
            <a:schemeClr val="accent1"/>
          </a:effectRef>
          <a:fontRef idx="minor">
            <a:schemeClr val="tx1"/>
          </a:fontRef>
        </p:style>
      </p:cxnSp>
      <p:sp>
        <p:nvSpPr>
          <p:cNvPr id="34" name="TextBox 33">
            <a:extLst>
              <a:ext uri="{FF2B5EF4-FFF2-40B4-BE49-F238E27FC236}">
                <a16:creationId xmlns:a16="http://schemas.microsoft.com/office/drawing/2014/main" id="{3B90768C-926F-CAE5-55E6-5D9DA30B3C75}"/>
              </a:ext>
            </a:extLst>
          </p:cNvPr>
          <p:cNvSpPr txBox="1"/>
          <p:nvPr/>
        </p:nvSpPr>
        <p:spPr>
          <a:xfrm>
            <a:off x="34220" y="975191"/>
            <a:ext cx="1237225" cy="371752"/>
          </a:xfrm>
          <a:prstGeom prst="rect">
            <a:avLst/>
          </a:prstGeom>
          <a:noFill/>
        </p:spPr>
        <p:txBody>
          <a:bodyPr rot="0" spcFirstLastPara="0" vertOverflow="overflow" horzOverflow="overflow" vert="horz" wrap="none" lIns="63355" tIns="31678" rIns="63355" bIns="31678"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solidFill>
                  <a:srgbClr val="000000"/>
                </a:solidFill>
                <a:effectLst/>
                <a:uLnTx/>
                <a:uFillTx/>
                <a:latin typeface="Arial"/>
                <a:ea typeface="+mn-ea"/>
                <a:cs typeface="Arial"/>
                <a:sym typeface="Arial"/>
                <a:rtl val="0"/>
              </a:rPr>
              <a:t>Graphene bio-FET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solidFill>
                  <a:srgbClr val="000000"/>
                </a:solidFill>
                <a:effectLst/>
                <a:uLnTx/>
                <a:uFillTx/>
                <a:latin typeface="Arial"/>
                <a:ea typeface="+mn-ea"/>
                <a:cs typeface="Arial"/>
                <a:sym typeface="Arial"/>
                <a:rtl val="0"/>
              </a:rPr>
              <a:t>+ DSP circuit</a:t>
            </a:r>
          </a:p>
        </p:txBody>
      </p:sp>
      <p:sp>
        <p:nvSpPr>
          <p:cNvPr id="35" name="TextBox 34">
            <a:extLst>
              <a:ext uri="{FF2B5EF4-FFF2-40B4-BE49-F238E27FC236}">
                <a16:creationId xmlns:a16="http://schemas.microsoft.com/office/drawing/2014/main" id="{C27E3AE2-A211-EF18-2416-F9E391FB965A}"/>
              </a:ext>
            </a:extLst>
          </p:cNvPr>
          <p:cNvSpPr txBox="1"/>
          <p:nvPr/>
        </p:nvSpPr>
        <p:spPr>
          <a:xfrm>
            <a:off x="26946" y="1318103"/>
            <a:ext cx="1303283"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1" u="none" strike="noStrike" kern="1200" cap="none" spc="0" normalizeH="0" baseline="0" noProof="0" dirty="0">
                <a:ln>
                  <a:noFill/>
                </a:ln>
                <a:solidFill>
                  <a:prstClr val="white">
                    <a:lumMod val="50000"/>
                  </a:prstClr>
                </a:solidFill>
                <a:effectLst/>
                <a:uLnTx/>
                <a:uFillTx/>
                <a:latin typeface="Aptos Light" panose="020B0004020202020204" pitchFamily="34" charset="0"/>
                <a:ea typeface="+mn-ea"/>
                <a:cs typeface="+mn-cs"/>
              </a:rPr>
              <a:t>Bridge the chemical and electric domains,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1" u="none" strike="noStrike" kern="1200" cap="none" spc="0" normalizeH="0" baseline="0" noProof="0" dirty="0">
                <a:ln>
                  <a:noFill/>
                </a:ln>
                <a:solidFill>
                  <a:prstClr val="white">
                    <a:lumMod val="50000"/>
                  </a:prstClr>
                </a:solidFill>
                <a:effectLst/>
                <a:uLnTx/>
                <a:uFillTx/>
                <a:latin typeface="Aptos Light" panose="020B0004020202020204" pitchFamily="34" charset="0"/>
                <a:ea typeface="+mn-ea"/>
                <a:cs typeface="+mn-cs"/>
              </a:rPr>
              <a:t>then computation in the electric domain.</a:t>
            </a:r>
            <a:endParaRPr kumimoji="0" lang="en-GB" sz="900" b="0" i="1" u="none" strike="noStrike" kern="1200" cap="none" spc="0" normalizeH="0" baseline="0" noProof="0" dirty="0">
              <a:ln>
                <a:noFill/>
              </a:ln>
              <a:solidFill>
                <a:prstClr val="black"/>
              </a:solidFill>
              <a:effectLst/>
              <a:uLnTx/>
              <a:uFillTx/>
              <a:latin typeface="Aptos Light" panose="020B0004020202020204" pitchFamily="34" charset="0"/>
              <a:ea typeface="+mn-ea"/>
              <a:cs typeface="+mn-cs"/>
            </a:endParaRPr>
          </a:p>
        </p:txBody>
      </p:sp>
      <p:sp>
        <p:nvSpPr>
          <p:cNvPr id="120" name="TextBox 119">
            <a:extLst>
              <a:ext uri="{FF2B5EF4-FFF2-40B4-BE49-F238E27FC236}">
                <a16:creationId xmlns:a16="http://schemas.microsoft.com/office/drawing/2014/main" id="{CDB7054F-4445-CFAC-7A1C-0A1FA54063F8}"/>
              </a:ext>
            </a:extLst>
          </p:cNvPr>
          <p:cNvSpPr txBox="1"/>
          <p:nvPr/>
        </p:nvSpPr>
        <p:spPr>
          <a:xfrm>
            <a:off x="-41076" y="2103158"/>
            <a:ext cx="1192955" cy="24622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a:ln>
                  <a:noFill/>
                </a:ln>
                <a:solidFill>
                  <a:srgbClr val="E97132">
                    <a:lumMod val="50000"/>
                  </a:srgbClr>
                </a:solidFill>
                <a:effectLst/>
                <a:uLnTx/>
                <a:uFillTx/>
                <a:latin typeface="Arial" panose="020B0604020202020204" pitchFamily="34" charset="0"/>
                <a:ea typeface="+mn-ea"/>
                <a:cs typeface="Arial" panose="020B0604020202020204" pitchFamily="34" charset="0"/>
              </a:rPr>
              <a:t>▪</a:t>
            </a:r>
            <a:r>
              <a:rPr kumimoji="0" lang="en-GB" sz="1000" b="0" i="0" u="none" strike="noStrike" kern="1200" cap="none" spc="0" normalizeH="0" baseline="0" noProof="0" dirty="0">
                <a:ln>
                  <a:noFill/>
                </a:ln>
                <a:solidFill>
                  <a:prstClr val="white">
                    <a:lumMod val="50000"/>
                  </a:prstClr>
                </a:solidFill>
                <a:effectLst/>
                <a:uLnTx/>
                <a:uFillTx/>
                <a:latin typeface="Arial" panose="020B0604020202020204" pitchFamily="34" charset="0"/>
                <a:ea typeface="+mn-ea"/>
                <a:cs typeface="Arial" panose="020B0604020202020204" pitchFamily="34" charset="0"/>
              </a:rPr>
              <a:t>  </a:t>
            </a:r>
            <a:r>
              <a:rPr kumimoji="0" lang="en-GB" sz="1000" b="0" i="0" u="none" strike="noStrike" kern="1200" cap="none" spc="0" normalizeH="0" baseline="0" noProof="0" dirty="0">
                <a:ln>
                  <a:noFill/>
                </a:ln>
                <a:solidFill>
                  <a:prstClr val="white">
                    <a:lumMod val="50000"/>
                  </a:prstClr>
                </a:solidFill>
                <a:effectLst/>
                <a:uLnTx/>
                <a:uFillTx/>
                <a:latin typeface="Arial Nova" panose="020F0502020204030204" pitchFamily="34" charset="0"/>
                <a:ea typeface="+mn-ea"/>
                <a:cs typeface="Arial" panose="020B0604020202020204" pitchFamily="34" charset="0"/>
              </a:rPr>
              <a:t>MICROFLUIDIC</a:t>
            </a:r>
            <a:endParaRPr kumimoji="0" lang="en-GB" sz="1000" b="0" i="0" u="none" strike="noStrike" kern="1200" cap="none" spc="0" normalizeH="0" baseline="0" noProof="0" dirty="0">
              <a:ln>
                <a:noFill/>
              </a:ln>
              <a:solidFill>
                <a:prstClr val="white">
                  <a:lumMod val="50000"/>
                </a:prstClr>
              </a:solidFill>
              <a:effectLst/>
              <a:uLnTx/>
              <a:uFillTx/>
              <a:latin typeface="Arial Nova" panose="020F0502020204030204" pitchFamily="34" charset="0"/>
              <a:ea typeface="+mn-ea"/>
              <a:cs typeface="+mn-cs"/>
            </a:endParaRPr>
          </a:p>
        </p:txBody>
      </p:sp>
      <p:sp>
        <p:nvSpPr>
          <p:cNvPr id="121" name="TextBox 120">
            <a:extLst>
              <a:ext uri="{FF2B5EF4-FFF2-40B4-BE49-F238E27FC236}">
                <a16:creationId xmlns:a16="http://schemas.microsoft.com/office/drawing/2014/main" id="{4FA9C7B7-19C6-79C7-7773-0EAE1F6E3E35}"/>
              </a:ext>
            </a:extLst>
          </p:cNvPr>
          <p:cNvSpPr txBox="1"/>
          <p:nvPr/>
        </p:nvSpPr>
        <p:spPr>
          <a:xfrm>
            <a:off x="-28037" y="2400654"/>
            <a:ext cx="1480883" cy="371752"/>
          </a:xfrm>
          <a:prstGeom prst="rect">
            <a:avLst/>
          </a:prstGeom>
          <a:noFill/>
        </p:spPr>
        <p:txBody>
          <a:bodyPr rot="0" spcFirstLastPara="0" vertOverflow="overflow" horzOverflow="overflow" vert="horz" wrap="none" lIns="63355" tIns="31678" rIns="63355" bIns="31678"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solidFill>
                  <a:srgbClr val="000000"/>
                </a:solidFill>
                <a:effectLst/>
                <a:uLnTx/>
                <a:uFillTx/>
                <a:latin typeface="Arial"/>
                <a:ea typeface="+mn-ea"/>
                <a:cs typeface="Arial"/>
                <a:sym typeface="Arial"/>
                <a:rtl val="0"/>
              </a:rPr>
              <a:t>FIR-shaped channels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solidFill>
                  <a:srgbClr val="000000"/>
                </a:solidFill>
                <a:effectLst/>
                <a:uLnTx/>
                <a:uFillTx/>
                <a:latin typeface="Arial"/>
                <a:ea typeface="+mn-ea"/>
                <a:cs typeface="Arial"/>
                <a:sym typeface="Arial"/>
                <a:rtl val="0"/>
              </a:rPr>
              <a:t>+ in-channel reactions</a:t>
            </a:r>
          </a:p>
        </p:txBody>
      </p:sp>
      <p:cxnSp>
        <p:nvCxnSpPr>
          <p:cNvPr id="161" name="Straight Connector 160">
            <a:extLst>
              <a:ext uri="{FF2B5EF4-FFF2-40B4-BE49-F238E27FC236}">
                <a16:creationId xmlns:a16="http://schemas.microsoft.com/office/drawing/2014/main" id="{5A5426D8-1D12-EC39-BC13-BAAEC6CEB84A}"/>
              </a:ext>
            </a:extLst>
          </p:cNvPr>
          <p:cNvCxnSpPr>
            <a:cxnSpLocks/>
          </p:cNvCxnSpPr>
          <p:nvPr/>
        </p:nvCxnSpPr>
        <p:spPr>
          <a:xfrm flipV="1">
            <a:off x="39817" y="3601774"/>
            <a:ext cx="12152183" cy="4421"/>
          </a:xfrm>
          <a:prstGeom prst="line">
            <a:avLst/>
          </a:prstGeom>
          <a:ln w="6350">
            <a:solidFill>
              <a:schemeClr val="accent2">
                <a:lumMod val="50000"/>
                <a:alpha val="33000"/>
              </a:schemeClr>
            </a:solidFill>
          </a:ln>
        </p:spPr>
        <p:style>
          <a:lnRef idx="2">
            <a:schemeClr val="accent1"/>
          </a:lnRef>
          <a:fillRef idx="0">
            <a:schemeClr val="accent1"/>
          </a:fillRef>
          <a:effectRef idx="1">
            <a:schemeClr val="accent1"/>
          </a:effectRef>
          <a:fontRef idx="minor">
            <a:schemeClr val="tx1"/>
          </a:fontRef>
        </p:style>
      </p:cxnSp>
      <p:sp>
        <p:nvSpPr>
          <p:cNvPr id="162" name="TextBox 161">
            <a:extLst>
              <a:ext uri="{FF2B5EF4-FFF2-40B4-BE49-F238E27FC236}">
                <a16:creationId xmlns:a16="http://schemas.microsoft.com/office/drawing/2014/main" id="{AC72EACA-E4AF-0A93-1786-79E056A787AA}"/>
              </a:ext>
            </a:extLst>
          </p:cNvPr>
          <p:cNvSpPr txBox="1"/>
          <p:nvPr/>
        </p:nvSpPr>
        <p:spPr>
          <a:xfrm>
            <a:off x="-41076" y="3608440"/>
            <a:ext cx="944489" cy="24622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a:ln>
                  <a:noFill/>
                </a:ln>
                <a:solidFill>
                  <a:srgbClr val="E97132">
                    <a:lumMod val="50000"/>
                  </a:srgbClr>
                </a:solidFill>
                <a:effectLst/>
                <a:uLnTx/>
                <a:uFillTx/>
                <a:latin typeface="Arial" panose="020B0604020202020204" pitchFamily="34" charset="0"/>
                <a:ea typeface="+mn-ea"/>
                <a:cs typeface="Arial" panose="020B0604020202020204" pitchFamily="34" charset="0"/>
              </a:rPr>
              <a:t>▪</a:t>
            </a:r>
            <a:r>
              <a:rPr kumimoji="0" lang="en-GB" sz="1000" b="0" i="0" u="none" strike="noStrike" kern="1200" cap="none" spc="0" normalizeH="0" baseline="0" noProof="0" dirty="0">
                <a:ln>
                  <a:noFill/>
                </a:ln>
                <a:solidFill>
                  <a:prstClr val="white">
                    <a:lumMod val="50000"/>
                  </a:prstClr>
                </a:solidFill>
                <a:effectLst/>
                <a:uLnTx/>
                <a:uFillTx/>
                <a:latin typeface="Arial" panose="020B0604020202020204" pitchFamily="34" charset="0"/>
                <a:ea typeface="+mn-ea"/>
                <a:cs typeface="Arial" panose="020B0604020202020204" pitchFamily="34" charset="0"/>
              </a:rPr>
              <a:t>  </a:t>
            </a:r>
            <a:r>
              <a:rPr kumimoji="0" lang="en-GB" sz="1000" b="0" i="0" u="none" strike="noStrike" kern="1200" cap="none" spc="0" normalizeH="0" baseline="0" noProof="0" dirty="0">
                <a:ln>
                  <a:noFill/>
                </a:ln>
                <a:solidFill>
                  <a:prstClr val="white">
                    <a:lumMod val="50000"/>
                  </a:prstClr>
                </a:solidFill>
                <a:effectLst/>
                <a:uLnTx/>
                <a:uFillTx/>
                <a:latin typeface="Arial Nova" panose="020F0502020204030204" pitchFamily="34" charset="0"/>
                <a:ea typeface="+mn-ea"/>
                <a:cs typeface="Arial" panose="020B0604020202020204" pitchFamily="34" charset="0"/>
              </a:rPr>
              <a:t>CHEMICAL</a:t>
            </a:r>
          </a:p>
        </p:txBody>
      </p:sp>
      <p:sp>
        <p:nvSpPr>
          <p:cNvPr id="163" name="TextBox 162">
            <a:extLst>
              <a:ext uri="{FF2B5EF4-FFF2-40B4-BE49-F238E27FC236}">
                <a16:creationId xmlns:a16="http://schemas.microsoft.com/office/drawing/2014/main" id="{E97804FB-67F1-19F5-4CC6-A0F6A7581519}"/>
              </a:ext>
            </a:extLst>
          </p:cNvPr>
          <p:cNvSpPr txBox="1"/>
          <p:nvPr/>
        </p:nvSpPr>
        <p:spPr>
          <a:xfrm>
            <a:off x="45294" y="3885572"/>
            <a:ext cx="1278903" cy="371752"/>
          </a:xfrm>
          <a:prstGeom prst="rect">
            <a:avLst/>
          </a:prstGeom>
          <a:noFill/>
        </p:spPr>
        <p:txBody>
          <a:bodyPr rot="0" spcFirstLastPara="0" vertOverflow="overflow" horzOverflow="overflow" vert="horz" wrap="none" lIns="63355" tIns="31678" rIns="63355" bIns="31678"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solidFill>
                  <a:srgbClr val="000000"/>
                </a:solidFill>
                <a:effectLst/>
                <a:uLnTx/>
                <a:uFillTx/>
                <a:latin typeface="Arial"/>
                <a:ea typeface="+mn-ea"/>
                <a:cs typeface="Arial"/>
                <a:sym typeface="Arial"/>
                <a:rtl val="0"/>
              </a:rPr>
              <a:t>Chemical</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solidFill>
                  <a:srgbClr val="000000"/>
                </a:solidFill>
                <a:effectLst/>
                <a:uLnTx/>
                <a:uFillTx/>
                <a:latin typeface="Arial"/>
                <a:ea typeface="+mn-ea"/>
                <a:cs typeface="Arial"/>
                <a:sym typeface="Arial"/>
                <a:rtl val="0"/>
              </a:rPr>
              <a:t>Reaction Networks</a:t>
            </a:r>
          </a:p>
        </p:txBody>
      </p:sp>
      <p:sp>
        <p:nvSpPr>
          <p:cNvPr id="164" name="TextBox 163">
            <a:extLst>
              <a:ext uri="{FF2B5EF4-FFF2-40B4-BE49-F238E27FC236}">
                <a16:creationId xmlns:a16="http://schemas.microsoft.com/office/drawing/2014/main" id="{EA57945D-433F-3FD1-8193-F78AECA8292B}"/>
              </a:ext>
            </a:extLst>
          </p:cNvPr>
          <p:cNvSpPr txBox="1"/>
          <p:nvPr/>
        </p:nvSpPr>
        <p:spPr>
          <a:xfrm>
            <a:off x="26946" y="2760680"/>
            <a:ext cx="1481154"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1" u="none" strike="noStrike" kern="1200" cap="none" spc="0" normalizeH="0" baseline="0" noProof="0" dirty="0">
                <a:ln>
                  <a:noFill/>
                </a:ln>
                <a:solidFill>
                  <a:prstClr val="white">
                    <a:lumMod val="50000"/>
                  </a:prstClr>
                </a:solidFill>
                <a:effectLst/>
                <a:uLnTx/>
                <a:uFillTx/>
                <a:latin typeface="Aptos Light" panose="020B0004020202020204" pitchFamily="34" charset="0"/>
                <a:ea typeface="+mn-ea"/>
                <a:cs typeface="+mn-cs"/>
              </a:rPr>
              <a:t>Geometry of microfluidic pipes sets the weights, chemistry sets non-linearity</a:t>
            </a:r>
            <a:endParaRPr kumimoji="0" lang="en-GB" sz="900" b="0" i="1" u="none" strike="noStrike" kern="1200" cap="none" spc="0" normalizeH="0" baseline="0" noProof="0" dirty="0">
              <a:ln>
                <a:noFill/>
              </a:ln>
              <a:solidFill>
                <a:prstClr val="black"/>
              </a:solidFill>
              <a:effectLst/>
              <a:uLnTx/>
              <a:uFillTx/>
              <a:latin typeface="Aptos Light" panose="020B0004020202020204" pitchFamily="34" charset="0"/>
              <a:ea typeface="+mn-ea"/>
              <a:cs typeface="+mn-cs"/>
            </a:endParaRPr>
          </a:p>
        </p:txBody>
      </p:sp>
      <p:cxnSp>
        <p:nvCxnSpPr>
          <p:cNvPr id="165" name="Straight Connector 164">
            <a:extLst>
              <a:ext uri="{FF2B5EF4-FFF2-40B4-BE49-F238E27FC236}">
                <a16:creationId xmlns:a16="http://schemas.microsoft.com/office/drawing/2014/main" id="{E0D17952-CA59-2675-B5DB-9A181CA69B78}"/>
              </a:ext>
            </a:extLst>
          </p:cNvPr>
          <p:cNvCxnSpPr>
            <a:cxnSpLocks/>
          </p:cNvCxnSpPr>
          <p:nvPr/>
        </p:nvCxnSpPr>
        <p:spPr>
          <a:xfrm flipV="1">
            <a:off x="29018" y="5237265"/>
            <a:ext cx="7117256" cy="19277"/>
          </a:xfrm>
          <a:prstGeom prst="line">
            <a:avLst/>
          </a:prstGeom>
          <a:ln w="6350">
            <a:solidFill>
              <a:schemeClr val="accent2">
                <a:lumMod val="50000"/>
                <a:alpha val="33000"/>
              </a:schemeClr>
            </a:solidFill>
          </a:ln>
        </p:spPr>
        <p:style>
          <a:lnRef idx="2">
            <a:schemeClr val="accent1"/>
          </a:lnRef>
          <a:fillRef idx="0">
            <a:schemeClr val="accent1"/>
          </a:fillRef>
          <a:effectRef idx="1">
            <a:schemeClr val="accent1"/>
          </a:effectRef>
          <a:fontRef idx="minor">
            <a:schemeClr val="tx1"/>
          </a:fontRef>
        </p:style>
      </p:cxnSp>
      <p:sp>
        <p:nvSpPr>
          <p:cNvPr id="180" name="TextBox 179">
            <a:extLst>
              <a:ext uri="{FF2B5EF4-FFF2-40B4-BE49-F238E27FC236}">
                <a16:creationId xmlns:a16="http://schemas.microsoft.com/office/drawing/2014/main" id="{95BE157D-7133-67FD-A558-D68A12FACD41}"/>
              </a:ext>
            </a:extLst>
          </p:cNvPr>
          <p:cNvSpPr txBox="1"/>
          <p:nvPr/>
        </p:nvSpPr>
        <p:spPr>
          <a:xfrm>
            <a:off x="-41076" y="5301377"/>
            <a:ext cx="1181734" cy="24622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GB" sz="1000" b="1" i="0" u="none" strike="noStrike" kern="1200" cap="none" spc="0" normalizeH="0" baseline="0" noProof="0" dirty="0">
                <a:ln>
                  <a:noFill/>
                </a:ln>
                <a:solidFill>
                  <a:prstClr val="black"/>
                </a:solidFill>
                <a:effectLst/>
                <a:uLnTx/>
                <a:uFillTx/>
                <a:latin typeface="Arial Nova" panose="020F0502020204030204" pitchFamily="34" charset="0"/>
                <a:ea typeface="+mn-ea"/>
                <a:cs typeface="Arial" panose="020B0604020202020204" pitchFamily="34" charset="0"/>
              </a:rPr>
              <a:t>CELLULAR / WET</a:t>
            </a:r>
          </a:p>
        </p:txBody>
      </p:sp>
      <p:sp>
        <p:nvSpPr>
          <p:cNvPr id="181" name="TextBox 180">
            <a:extLst>
              <a:ext uri="{FF2B5EF4-FFF2-40B4-BE49-F238E27FC236}">
                <a16:creationId xmlns:a16="http://schemas.microsoft.com/office/drawing/2014/main" id="{2735CCD8-9764-10A6-410B-049C1F205426}"/>
              </a:ext>
            </a:extLst>
          </p:cNvPr>
          <p:cNvSpPr txBox="1"/>
          <p:nvPr/>
        </p:nvSpPr>
        <p:spPr>
          <a:xfrm>
            <a:off x="467028" y="1875541"/>
            <a:ext cx="1303283" cy="2308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dirty="0">
                <a:ln>
                  <a:noFill/>
                </a:ln>
                <a:solidFill>
                  <a:prstClr val="white">
                    <a:lumMod val="50000"/>
                  </a:prstClr>
                </a:solidFill>
                <a:effectLst/>
                <a:uLnTx/>
                <a:uFillTx/>
                <a:latin typeface="Aptos Light" panose="020B0004020202020204" pitchFamily="34" charset="0"/>
                <a:ea typeface="+mn-ea"/>
                <a:cs typeface="+mn-cs"/>
              </a:rPr>
              <a:t>Refs. [141], [142]</a:t>
            </a:r>
            <a:endParaRPr kumimoji="0" lang="en-GB" sz="900" b="0" i="0" u="none" strike="noStrike" kern="1200" cap="none" spc="0" normalizeH="0" baseline="0" noProof="0" dirty="0">
              <a:ln>
                <a:noFill/>
              </a:ln>
              <a:solidFill>
                <a:prstClr val="black"/>
              </a:solidFill>
              <a:effectLst/>
              <a:uLnTx/>
              <a:uFillTx/>
              <a:latin typeface="Aptos Light" panose="020B0004020202020204" pitchFamily="34" charset="0"/>
              <a:ea typeface="+mn-ea"/>
              <a:cs typeface="+mn-cs"/>
            </a:endParaRPr>
          </a:p>
        </p:txBody>
      </p:sp>
      <p:sp>
        <p:nvSpPr>
          <p:cNvPr id="182" name="TextBox 181">
            <a:extLst>
              <a:ext uri="{FF2B5EF4-FFF2-40B4-BE49-F238E27FC236}">
                <a16:creationId xmlns:a16="http://schemas.microsoft.com/office/drawing/2014/main" id="{2382DF89-9997-FA83-65CC-D2BF2F41A539}"/>
              </a:ext>
            </a:extLst>
          </p:cNvPr>
          <p:cNvSpPr txBox="1"/>
          <p:nvPr/>
        </p:nvSpPr>
        <p:spPr>
          <a:xfrm>
            <a:off x="736277" y="3366614"/>
            <a:ext cx="1303283" cy="2308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dirty="0">
                <a:ln>
                  <a:noFill/>
                </a:ln>
                <a:solidFill>
                  <a:prstClr val="white">
                    <a:lumMod val="50000"/>
                  </a:prstClr>
                </a:solidFill>
                <a:effectLst/>
                <a:uLnTx/>
                <a:uFillTx/>
                <a:latin typeface="Aptos Light" panose="020B0004020202020204" pitchFamily="34" charset="0"/>
                <a:ea typeface="+mn-ea"/>
                <a:cs typeface="+mn-cs"/>
              </a:rPr>
              <a:t>Refs. [136]</a:t>
            </a:r>
            <a:endParaRPr kumimoji="0" lang="en-GB" sz="900" b="0" i="0" u="none" strike="noStrike" kern="1200" cap="none" spc="0" normalizeH="0" baseline="0" noProof="0" dirty="0">
              <a:ln>
                <a:noFill/>
              </a:ln>
              <a:solidFill>
                <a:prstClr val="black"/>
              </a:solidFill>
              <a:effectLst/>
              <a:uLnTx/>
              <a:uFillTx/>
              <a:latin typeface="Aptos Light" panose="020B0004020202020204" pitchFamily="34" charset="0"/>
              <a:ea typeface="+mn-ea"/>
              <a:cs typeface="+mn-cs"/>
            </a:endParaRPr>
          </a:p>
        </p:txBody>
      </p:sp>
      <p:sp>
        <p:nvSpPr>
          <p:cNvPr id="183" name="TextBox 182">
            <a:extLst>
              <a:ext uri="{FF2B5EF4-FFF2-40B4-BE49-F238E27FC236}">
                <a16:creationId xmlns:a16="http://schemas.microsoft.com/office/drawing/2014/main" id="{771EB563-58D9-C0AE-6AC8-89A53E78A970}"/>
              </a:ext>
            </a:extLst>
          </p:cNvPr>
          <p:cNvSpPr txBox="1"/>
          <p:nvPr/>
        </p:nvSpPr>
        <p:spPr>
          <a:xfrm>
            <a:off x="736277" y="5006433"/>
            <a:ext cx="1303283" cy="2308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dirty="0">
                <a:ln>
                  <a:noFill/>
                </a:ln>
                <a:solidFill>
                  <a:prstClr val="white">
                    <a:lumMod val="50000"/>
                  </a:prstClr>
                </a:solidFill>
                <a:effectLst/>
                <a:uLnTx/>
                <a:uFillTx/>
                <a:latin typeface="Aptos Light" panose="020B0004020202020204" pitchFamily="34" charset="0"/>
                <a:ea typeface="+mn-ea"/>
                <a:cs typeface="+mn-cs"/>
              </a:rPr>
              <a:t>Refs. [160]</a:t>
            </a:r>
            <a:endParaRPr kumimoji="0" lang="en-GB" sz="900" b="0" i="0" u="none" strike="noStrike" kern="1200" cap="none" spc="0" normalizeH="0" baseline="0" noProof="0" dirty="0">
              <a:ln>
                <a:noFill/>
              </a:ln>
              <a:solidFill>
                <a:prstClr val="black"/>
              </a:solidFill>
              <a:effectLst/>
              <a:uLnTx/>
              <a:uFillTx/>
              <a:latin typeface="Aptos Light" panose="020B0004020202020204" pitchFamily="34" charset="0"/>
              <a:ea typeface="+mn-ea"/>
              <a:cs typeface="+mn-cs"/>
            </a:endParaRPr>
          </a:p>
        </p:txBody>
      </p:sp>
      <p:sp>
        <p:nvSpPr>
          <p:cNvPr id="237" name="TextBox 236">
            <a:extLst>
              <a:ext uri="{FF2B5EF4-FFF2-40B4-BE49-F238E27FC236}">
                <a16:creationId xmlns:a16="http://schemas.microsoft.com/office/drawing/2014/main" id="{80827F70-F0EC-5901-681D-920520E83B68}"/>
              </a:ext>
            </a:extLst>
          </p:cNvPr>
          <p:cNvSpPr txBox="1"/>
          <p:nvPr/>
        </p:nvSpPr>
        <p:spPr>
          <a:xfrm>
            <a:off x="26946" y="4344304"/>
            <a:ext cx="1481154" cy="5078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1" u="none" strike="noStrike" kern="1200" cap="none" spc="0" normalizeH="0" baseline="0" noProof="0" dirty="0">
                <a:ln>
                  <a:noFill/>
                </a:ln>
                <a:solidFill>
                  <a:prstClr val="white">
                    <a:lumMod val="50000"/>
                  </a:prstClr>
                </a:solidFill>
                <a:effectLst/>
                <a:uLnTx/>
                <a:uFillTx/>
                <a:latin typeface="Aptos Light" panose="020B0004020202020204" pitchFamily="34" charset="0"/>
                <a:ea typeface="+mn-ea"/>
                <a:cs typeface="+mn-cs"/>
              </a:rPr>
              <a:t>Computation lives in stoichiometry and reaction-rate ratios.</a:t>
            </a:r>
          </a:p>
        </p:txBody>
      </p:sp>
      <p:sp>
        <p:nvSpPr>
          <p:cNvPr id="238" name="TextBox 237">
            <a:extLst>
              <a:ext uri="{FF2B5EF4-FFF2-40B4-BE49-F238E27FC236}">
                <a16:creationId xmlns:a16="http://schemas.microsoft.com/office/drawing/2014/main" id="{5B62C20F-4CA6-3532-0B10-CFFDF98AB53E}"/>
              </a:ext>
            </a:extLst>
          </p:cNvPr>
          <p:cNvSpPr txBox="1"/>
          <p:nvPr/>
        </p:nvSpPr>
        <p:spPr>
          <a:xfrm>
            <a:off x="26946" y="5603338"/>
            <a:ext cx="1481154" cy="5078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1" u="none" strike="noStrike" kern="1200" cap="none" spc="0" normalizeH="0" baseline="0" noProof="0" dirty="0">
                <a:ln>
                  <a:noFill/>
                </a:ln>
                <a:solidFill>
                  <a:prstClr val="white">
                    <a:lumMod val="50000"/>
                  </a:prstClr>
                </a:solidFill>
                <a:effectLst/>
                <a:uLnTx/>
                <a:uFillTx/>
                <a:latin typeface="Aptos Light" panose="020B0004020202020204" pitchFamily="34" charset="0"/>
                <a:ea typeface="+mn-ea"/>
                <a:cs typeface="+mn-cs"/>
              </a:rPr>
              <a:t>Computation embedded in living gene-regulatory networks.</a:t>
            </a:r>
          </a:p>
        </p:txBody>
      </p:sp>
      <p:sp>
        <p:nvSpPr>
          <p:cNvPr id="239" name="TextBox 238">
            <a:extLst>
              <a:ext uri="{FF2B5EF4-FFF2-40B4-BE49-F238E27FC236}">
                <a16:creationId xmlns:a16="http://schemas.microsoft.com/office/drawing/2014/main" id="{A9517528-356F-3571-492A-4E06E5C05D4B}"/>
              </a:ext>
            </a:extLst>
          </p:cNvPr>
          <p:cNvSpPr txBox="1"/>
          <p:nvPr/>
        </p:nvSpPr>
        <p:spPr>
          <a:xfrm>
            <a:off x="706216" y="6557955"/>
            <a:ext cx="773700" cy="2308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dirty="0">
                <a:ln>
                  <a:noFill/>
                </a:ln>
                <a:solidFill>
                  <a:prstClr val="white">
                    <a:lumMod val="50000"/>
                  </a:prstClr>
                </a:solidFill>
                <a:effectLst/>
                <a:uLnTx/>
                <a:uFillTx/>
                <a:latin typeface="Aptos Light" panose="020B0004020202020204" pitchFamily="34" charset="0"/>
                <a:ea typeface="+mn-ea"/>
                <a:cs typeface="+mn-cs"/>
              </a:rPr>
              <a:t>Refs. </a:t>
            </a:r>
            <a:r>
              <a:rPr kumimoji="0" lang="en-GB" sz="900" b="0" i="0" u="none" strike="noStrike" kern="1200" cap="none" spc="0" normalizeH="0" baseline="0" noProof="0">
                <a:ln>
                  <a:noFill/>
                </a:ln>
                <a:solidFill>
                  <a:prstClr val="white">
                    <a:lumMod val="50000"/>
                  </a:prstClr>
                </a:solidFill>
                <a:effectLst/>
                <a:uLnTx/>
                <a:uFillTx/>
                <a:latin typeface="Aptos Light" panose="020B0004020202020204" pitchFamily="34" charset="0"/>
                <a:ea typeface="+mn-ea"/>
                <a:cs typeface="+mn-cs"/>
              </a:rPr>
              <a:t>[157]</a:t>
            </a:r>
            <a:endParaRPr kumimoji="0" lang="en-GB" sz="900" b="0" i="0" u="none" strike="noStrike" kern="1200" cap="none" spc="0" normalizeH="0" baseline="0" noProof="0" dirty="0">
              <a:ln>
                <a:noFill/>
              </a:ln>
              <a:solidFill>
                <a:prstClr val="black"/>
              </a:solidFill>
              <a:effectLst/>
              <a:uLnTx/>
              <a:uFillTx/>
              <a:latin typeface="Aptos Light" panose="020B0004020202020204" pitchFamily="34" charset="0"/>
              <a:ea typeface="+mn-ea"/>
              <a:cs typeface="+mn-cs"/>
            </a:endParaRPr>
          </a:p>
        </p:txBody>
      </p:sp>
    </p:spTree>
    <p:extLst>
      <p:ext uri="{BB962C8B-B14F-4D97-AF65-F5344CB8AC3E}">
        <p14:creationId xmlns:p14="http://schemas.microsoft.com/office/powerpoint/2010/main" val="41645225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gradFill>
          <a:gsLst>
            <a:gs pos="0">
              <a:srgbClr val="F2EADA">
                <a:alpha val="61000"/>
              </a:srgbClr>
            </a:gs>
            <a:gs pos="80000">
              <a:srgbClr val="DFCBA2">
                <a:alpha val="61000"/>
              </a:srgbClr>
            </a:gs>
            <a:gs pos="100000">
              <a:srgbClr val="E1CEA9">
                <a:alpha val="61000"/>
              </a:srgbClr>
            </a:gs>
          </a:gsLst>
          <a:lin ang="2700000" scaled="1"/>
        </a:gradFill>
        <a:effectLst/>
      </p:bgPr>
    </p:bg>
    <p:spTree>
      <p:nvGrpSpPr>
        <p:cNvPr id="1" name="">
          <a:extLst>
            <a:ext uri="{FF2B5EF4-FFF2-40B4-BE49-F238E27FC236}">
              <a16:creationId xmlns:a16="http://schemas.microsoft.com/office/drawing/2014/main" id="{59CDD75E-4681-980F-D3CB-991D997BD9C3}"/>
            </a:ext>
          </a:extLst>
        </p:cNvPr>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ACE216D0-09DB-81CC-BDE4-665FE64364BD}"/>
              </a:ext>
            </a:extLst>
          </p:cNvPr>
          <p:cNvSpPr/>
          <p:nvPr/>
        </p:nvSpPr>
        <p:spPr>
          <a:xfrm>
            <a:off x="1865524" y="3730283"/>
            <a:ext cx="2449543" cy="1369807"/>
          </a:xfrm>
          <a:prstGeom prst="roundRect">
            <a:avLst>
              <a:gd name="adj" fmla="val 4351"/>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cxnSp>
        <p:nvCxnSpPr>
          <p:cNvPr id="6" name="Straight Connector 5">
            <a:extLst>
              <a:ext uri="{FF2B5EF4-FFF2-40B4-BE49-F238E27FC236}">
                <a16:creationId xmlns:a16="http://schemas.microsoft.com/office/drawing/2014/main" id="{A8015F2A-04EE-2DC2-DC69-4BF479028C41}"/>
              </a:ext>
            </a:extLst>
          </p:cNvPr>
          <p:cNvCxnSpPr>
            <a:cxnSpLocks/>
          </p:cNvCxnSpPr>
          <p:nvPr/>
        </p:nvCxnSpPr>
        <p:spPr>
          <a:xfrm flipH="1">
            <a:off x="1746380" y="14192"/>
            <a:ext cx="12495" cy="6801680"/>
          </a:xfrm>
          <a:prstGeom prst="line">
            <a:avLst/>
          </a:prstGeom>
          <a:ln w="6350">
            <a:solidFill>
              <a:schemeClr val="accent2">
                <a:lumMod val="50000"/>
                <a:alpha val="33000"/>
              </a:schemeClr>
            </a:solidFill>
          </a:ln>
        </p:spPr>
        <p:style>
          <a:lnRef idx="2">
            <a:schemeClr val="accent1"/>
          </a:lnRef>
          <a:fillRef idx="0">
            <a:schemeClr val="accent1"/>
          </a:fillRef>
          <a:effectRef idx="1">
            <a:schemeClr val="accent1"/>
          </a:effectRef>
          <a:fontRef idx="minor">
            <a:schemeClr val="tx1"/>
          </a:fontRef>
        </p:style>
      </p:cxnSp>
      <p:sp>
        <p:nvSpPr>
          <p:cNvPr id="11" name="Rectangle: Rounded Corners 10">
            <a:extLst>
              <a:ext uri="{FF2B5EF4-FFF2-40B4-BE49-F238E27FC236}">
                <a16:creationId xmlns:a16="http://schemas.microsoft.com/office/drawing/2014/main" id="{285F3B16-3518-BD70-142D-44D3561B90B4}"/>
              </a:ext>
            </a:extLst>
          </p:cNvPr>
          <p:cNvSpPr/>
          <p:nvPr/>
        </p:nvSpPr>
        <p:spPr>
          <a:xfrm>
            <a:off x="1877759" y="2141070"/>
            <a:ext cx="2447209" cy="1369807"/>
          </a:xfrm>
          <a:prstGeom prst="roundRect">
            <a:avLst>
              <a:gd name="adj" fmla="val 4351"/>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nvGrpSpPr>
          <p:cNvPr id="12" name="Group 11">
            <a:extLst>
              <a:ext uri="{FF2B5EF4-FFF2-40B4-BE49-F238E27FC236}">
                <a16:creationId xmlns:a16="http://schemas.microsoft.com/office/drawing/2014/main" id="{1BC75BFF-9B20-D9A6-2C4E-AA585FB22DED}"/>
              </a:ext>
            </a:extLst>
          </p:cNvPr>
          <p:cNvGrpSpPr/>
          <p:nvPr/>
        </p:nvGrpSpPr>
        <p:grpSpPr>
          <a:xfrm>
            <a:off x="1808379" y="3694592"/>
            <a:ext cx="2506686" cy="674688"/>
            <a:chOff x="43766" y="2027777"/>
            <a:chExt cx="1516466" cy="408165"/>
          </a:xfrm>
        </p:grpSpPr>
        <p:sp>
          <p:nvSpPr>
            <p:cNvPr id="13" name="TextBox 12">
              <a:extLst>
                <a:ext uri="{FF2B5EF4-FFF2-40B4-BE49-F238E27FC236}">
                  <a16:creationId xmlns:a16="http://schemas.microsoft.com/office/drawing/2014/main" id="{51D1A10F-F7AC-3B0C-93EA-93DC3B7DBCFD}"/>
                </a:ext>
              </a:extLst>
            </p:cNvPr>
            <p:cNvSpPr txBox="1"/>
            <p:nvPr/>
          </p:nvSpPr>
          <p:spPr>
            <a:xfrm>
              <a:off x="43766" y="2027777"/>
              <a:ext cx="863885" cy="131800"/>
            </a:xfrm>
            <a:prstGeom prst="rect">
              <a:avLst/>
            </a:prstGeom>
            <a:noFill/>
          </p:spPr>
          <p:txBody>
            <a:bodyPr rot="0" spcFirstLastPara="0" vertOverflow="overflow" horzOverflow="overflow" vert="horz" wrap="none" lIns="63355" tIns="31678" rIns="63355" bIns="31678"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solidFill>
                    <a:srgbClr val="000000"/>
                  </a:solidFill>
                  <a:effectLst/>
                  <a:uLnTx/>
                  <a:uFillTx/>
                  <a:latin typeface="Arial"/>
                  <a:ea typeface="+mn-ea"/>
                  <a:cs typeface="Arial"/>
                  <a:sym typeface="Arial"/>
                  <a:rtl val="0"/>
                </a:rPr>
                <a:t>Metabolites as inputs</a:t>
              </a:r>
            </a:p>
          </p:txBody>
        </p:sp>
        <p:sp>
          <p:nvSpPr>
            <p:cNvPr id="14" name="TextBox 13">
              <a:extLst>
                <a:ext uri="{FF2B5EF4-FFF2-40B4-BE49-F238E27FC236}">
                  <a16:creationId xmlns:a16="http://schemas.microsoft.com/office/drawing/2014/main" id="{7ADFBA69-14B2-8D9E-8077-D838B65BDEC7}"/>
                </a:ext>
              </a:extLst>
            </p:cNvPr>
            <p:cNvSpPr txBox="1"/>
            <p:nvPr/>
          </p:nvSpPr>
          <p:spPr>
            <a:xfrm>
              <a:off x="50754" y="2145876"/>
              <a:ext cx="1509478" cy="290066"/>
            </a:xfrm>
            <a:prstGeom prst="rect">
              <a:avLst/>
            </a:prstGeom>
            <a:noFill/>
          </p:spPr>
          <p:txBody>
            <a:bodyPr rot="0" spcFirstLastPara="0" vertOverflow="overflow" horzOverflow="overflow" vert="horz" wrap="square" lIns="63355" tIns="31678" rIns="63355" bIns="31678"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dirty="0">
                  <a:ln>
                    <a:noFill/>
                  </a:ln>
                  <a:solidFill>
                    <a:prstClr val="black"/>
                  </a:solidFill>
                  <a:effectLst/>
                  <a:uLnTx/>
                  <a:uFillTx/>
                  <a:latin typeface="Aptos Light" panose="020B0004020202020204" pitchFamily="34" charset="0"/>
                  <a:ea typeface="+mn-ea"/>
                  <a:cs typeface="+mn-cs"/>
                </a:rPr>
                <a:t>Mechanism</a:t>
              </a:r>
              <a:endParaRPr kumimoji="0" lang="en-GB" sz="900" b="0" i="0" u="none" strike="noStrike" kern="1200" cap="none" spc="0" normalizeH="0" baseline="0" noProof="0" dirty="0">
                <a:ln/>
                <a:solidFill>
                  <a:prstClr val="black"/>
                </a:solidFill>
                <a:effectLst/>
                <a:uLnTx/>
                <a:uFillTx/>
                <a:latin typeface="Aptos Light" panose="020B0004020202020204" pitchFamily="34" charset="0"/>
                <a:ea typeface="+mn-ea"/>
                <a:cs typeface="Arial"/>
                <a:sym typeface="Arial"/>
                <a:rtl val="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dirty="0">
                  <a:ln/>
                  <a:solidFill>
                    <a:prstClr val="black"/>
                  </a:solidFill>
                  <a:effectLst/>
                  <a:uLnTx/>
                  <a:uFillTx/>
                  <a:latin typeface="Aptos Light" panose="020B0004020202020204" pitchFamily="34" charset="0"/>
                  <a:ea typeface="+mn-ea"/>
                  <a:cs typeface="Arial"/>
                  <a:sym typeface="Arial"/>
                  <a:rtl val="0"/>
                </a:rPr>
                <a:t>Inputs are encoded in the concentration level of metabolites</a:t>
              </a:r>
            </a:p>
          </p:txBody>
        </p:sp>
      </p:grpSp>
      <p:sp>
        <p:nvSpPr>
          <p:cNvPr id="15" name="Rectangle: Rounded Corners 14">
            <a:extLst>
              <a:ext uri="{FF2B5EF4-FFF2-40B4-BE49-F238E27FC236}">
                <a16:creationId xmlns:a16="http://schemas.microsoft.com/office/drawing/2014/main" id="{0E86D160-3E86-0DB2-54C9-A648DFE51C5B}"/>
              </a:ext>
            </a:extLst>
          </p:cNvPr>
          <p:cNvSpPr/>
          <p:nvPr/>
        </p:nvSpPr>
        <p:spPr>
          <a:xfrm>
            <a:off x="1878609" y="679688"/>
            <a:ext cx="2467325" cy="1369807"/>
          </a:xfrm>
          <a:prstGeom prst="roundRect">
            <a:avLst>
              <a:gd name="adj" fmla="val 4351"/>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6" name="TextBox 15">
            <a:extLst>
              <a:ext uri="{FF2B5EF4-FFF2-40B4-BE49-F238E27FC236}">
                <a16:creationId xmlns:a16="http://schemas.microsoft.com/office/drawing/2014/main" id="{0143ECBC-4B9B-0346-B3C4-E5E9FAE1B173}"/>
              </a:ext>
            </a:extLst>
          </p:cNvPr>
          <p:cNvSpPr txBox="1"/>
          <p:nvPr/>
        </p:nvSpPr>
        <p:spPr>
          <a:xfrm>
            <a:off x="-52323" y="275098"/>
            <a:ext cx="1756598" cy="248641"/>
          </a:xfrm>
          <a:prstGeom prst="rect">
            <a:avLst/>
          </a:prstGeom>
          <a:noFill/>
        </p:spPr>
        <p:txBody>
          <a:bodyPr rot="0" spcFirstLastPara="0" vertOverflow="overflow" horzOverflow="overflow" vert="horz" wrap="none" lIns="63355" tIns="31678" rIns="63355" bIns="31678"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a:ln/>
                <a:solidFill>
                  <a:srgbClr val="000000"/>
                </a:solidFill>
                <a:effectLst/>
                <a:uLnTx/>
                <a:uFillTx/>
                <a:latin typeface="Arial"/>
                <a:ea typeface="+mn-ea"/>
                <a:cs typeface="Arial"/>
                <a:sym typeface="Arial"/>
                <a:rtl val="0"/>
              </a:rPr>
              <a:t>Substrate ↓ ▪  Stage →</a:t>
            </a:r>
          </a:p>
        </p:txBody>
      </p:sp>
      <p:sp>
        <p:nvSpPr>
          <p:cNvPr id="17" name="TextBox 16">
            <a:extLst>
              <a:ext uri="{FF2B5EF4-FFF2-40B4-BE49-F238E27FC236}">
                <a16:creationId xmlns:a16="http://schemas.microsoft.com/office/drawing/2014/main" id="{858C0CA7-CA7F-70B1-B9E4-56FA5533E477}"/>
              </a:ext>
            </a:extLst>
          </p:cNvPr>
          <p:cNvSpPr txBox="1"/>
          <p:nvPr/>
        </p:nvSpPr>
        <p:spPr>
          <a:xfrm>
            <a:off x="2406406" y="36999"/>
            <a:ext cx="1607520" cy="279418"/>
          </a:xfrm>
          <a:prstGeom prst="rect">
            <a:avLst/>
          </a:prstGeom>
          <a:noFill/>
        </p:spPr>
        <p:txBody>
          <a:bodyPr rot="0" spcFirstLastPara="0" vertOverflow="overflow" horzOverflow="overflow" vert="horz" wrap="none" lIns="63355" tIns="31678" rIns="63355" bIns="31678"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solidFill>
                  <a:srgbClr val="000000"/>
                </a:solidFill>
                <a:effectLst/>
                <a:uLnTx/>
                <a:uFillTx/>
                <a:latin typeface="Arial"/>
                <a:ea typeface="+mn-ea"/>
                <a:cs typeface="Arial"/>
                <a:sym typeface="Arial"/>
                <a:rtl val="0"/>
              </a:rPr>
              <a:t>Input </a:t>
            </a:r>
            <a:r>
              <a:rPr kumimoji="0" lang="en-GB" sz="1400" b="1" i="0" u="none" strike="noStrike" kern="1200" cap="none" spc="0" normalizeH="0" baseline="0" noProof="0" dirty="0">
                <a:ln/>
                <a:solidFill>
                  <a:srgbClr val="000000"/>
                </a:solidFill>
                <a:effectLst/>
                <a:uLnTx/>
                <a:uFillTx/>
                <a:latin typeface="Arial"/>
                <a:ea typeface="+mn-ea"/>
                <a:cs typeface="Arial"/>
                <a:sym typeface="Symbol" panose="05050102010706020507" pitchFamily="18" charset="2"/>
                <a:rtl val="0"/>
              </a:rPr>
              <a:t> </a:t>
            </a:r>
            <a:r>
              <a:rPr kumimoji="0" lang="en-GB" sz="1400" b="1" i="0" u="none" strike="noStrike" kern="1200" cap="none" spc="0" normalizeH="0" baseline="0" noProof="0" dirty="0">
                <a:ln/>
                <a:solidFill>
                  <a:srgbClr val="000000"/>
                </a:solidFill>
                <a:effectLst/>
                <a:uLnTx/>
                <a:uFillTx/>
                <a:latin typeface="Arial"/>
                <a:ea typeface="+mn-ea"/>
                <a:cs typeface="Arial"/>
                <a:sym typeface="Arial"/>
                <a:rtl val="0"/>
              </a:rPr>
              <a:t>Interface</a:t>
            </a:r>
          </a:p>
        </p:txBody>
      </p:sp>
      <p:cxnSp>
        <p:nvCxnSpPr>
          <p:cNvPr id="21" name="Straight Connector 20">
            <a:extLst>
              <a:ext uri="{FF2B5EF4-FFF2-40B4-BE49-F238E27FC236}">
                <a16:creationId xmlns:a16="http://schemas.microsoft.com/office/drawing/2014/main" id="{684583D6-DE8D-DD38-0BDD-C38E70494F9C}"/>
              </a:ext>
            </a:extLst>
          </p:cNvPr>
          <p:cNvCxnSpPr>
            <a:cxnSpLocks/>
          </p:cNvCxnSpPr>
          <p:nvPr/>
        </p:nvCxnSpPr>
        <p:spPr>
          <a:xfrm>
            <a:off x="34139" y="647339"/>
            <a:ext cx="12157861" cy="32349"/>
          </a:xfrm>
          <a:prstGeom prst="line">
            <a:avLst/>
          </a:prstGeom>
          <a:ln w="6350">
            <a:solidFill>
              <a:schemeClr val="accent2">
                <a:lumMod val="50000"/>
                <a:alpha val="33000"/>
              </a:schemeClr>
            </a:solidFill>
          </a:ln>
        </p:spPr>
        <p:style>
          <a:lnRef idx="2">
            <a:schemeClr val="accent1"/>
          </a:lnRef>
          <a:fillRef idx="0">
            <a:schemeClr val="accent1"/>
          </a:fillRef>
          <a:effectRef idx="1">
            <a:schemeClr val="accent1"/>
          </a:effectRef>
          <a:fontRef idx="minor">
            <a:schemeClr val="tx1"/>
          </a:fontRef>
        </p:style>
      </p:cxnSp>
      <p:sp>
        <p:nvSpPr>
          <p:cNvPr id="31" name="TextBox 30">
            <a:extLst>
              <a:ext uri="{FF2B5EF4-FFF2-40B4-BE49-F238E27FC236}">
                <a16:creationId xmlns:a16="http://schemas.microsoft.com/office/drawing/2014/main" id="{E9BE3E60-1D14-D743-2221-49574B148A5E}"/>
              </a:ext>
            </a:extLst>
          </p:cNvPr>
          <p:cNvSpPr txBox="1"/>
          <p:nvPr/>
        </p:nvSpPr>
        <p:spPr>
          <a:xfrm>
            <a:off x="-41076" y="669192"/>
            <a:ext cx="1087158" cy="24622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a:ln>
                  <a:noFill/>
                </a:ln>
                <a:solidFill>
                  <a:srgbClr val="E97132">
                    <a:lumMod val="50000"/>
                  </a:srgbClr>
                </a:solidFill>
                <a:effectLst/>
                <a:uLnTx/>
                <a:uFillTx/>
                <a:latin typeface="Arial" panose="020B0604020202020204" pitchFamily="34" charset="0"/>
                <a:ea typeface="+mn-ea"/>
                <a:cs typeface="Arial" panose="020B0604020202020204" pitchFamily="34" charset="0"/>
              </a:rPr>
              <a:t>▪</a:t>
            </a:r>
            <a:r>
              <a:rPr kumimoji="0" lang="en-GB" sz="1000" b="0" i="0" u="none" strike="noStrike" kern="1200" cap="none" spc="0" normalizeH="0" baseline="0" noProof="0" dirty="0">
                <a:ln>
                  <a:noFill/>
                </a:ln>
                <a:solidFill>
                  <a:prstClr val="white">
                    <a:lumMod val="50000"/>
                  </a:prstClr>
                </a:solidFill>
                <a:effectLst/>
                <a:uLnTx/>
                <a:uFillTx/>
                <a:latin typeface="Arial" panose="020B0604020202020204" pitchFamily="34" charset="0"/>
                <a:ea typeface="+mn-ea"/>
                <a:cs typeface="Arial" panose="020B0604020202020204" pitchFamily="34" charset="0"/>
              </a:rPr>
              <a:t>  </a:t>
            </a:r>
            <a:r>
              <a:rPr kumimoji="0" lang="en-GB" sz="1000" b="0" i="0" u="none" strike="noStrike" kern="1200" cap="none" spc="0" normalizeH="0" baseline="0" noProof="0" dirty="0">
                <a:ln>
                  <a:noFill/>
                </a:ln>
                <a:solidFill>
                  <a:prstClr val="white">
                    <a:lumMod val="50000"/>
                  </a:prstClr>
                </a:solidFill>
                <a:effectLst/>
                <a:uLnTx/>
                <a:uFillTx/>
                <a:latin typeface="Arial Nova" panose="020F0502020204030204" pitchFamily="34" charset="0"/>
                <a:ea typeface="+mn-ea"/>
                <a:cs typeface="+mn-cs"/>
              </a:rPr>
              <a:t>ELECTRONIC</a:t>
            </a:r>
          </a:p>
        </p:txBody>
      </p: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5C22234F-B1CE-AF99-03C6-6C5534D2769E}"/>
                  </a:ext>
                </a:extLst>
              </p:cNvPr>
              <p:cNvSpPr txBox="1"/>
              <p:nvPr/>
            </p:nvSpPr>
            <p:spPr>
              <a:xfrm>
                <a:off x="3034104" y="314256"/>
                <a:ext cx="258339" cy="169277"/>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d>
                        <m:dPr>
                          <m:begChr m:val="{"/>
                          <m:endChr m:val="}"/>
                          <m:ctrlPr>
                            <a:rPr kumimoji="0" lang="en-GB" sz="11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dPr>
                        <m:e>
                          <m:sSub>
                            <m:sSubPr>
                              <m:ctrlPr>
                                <a:rPr kumimoji="0" lang="en-GB" sz="11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r>
                                <a:rPr kumimoji="0" lang="en-GB" sz="11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𝑥</m:t>
                              </m:r>
                            </m:e>
                            <m:sub>
                              <m:r>
                                <a:rPr kumimoji="0" lang="en-GB" sz="11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𝑖</m:t>
                              </m:r>
                            </m:sub>
                          </m:sSub>
                        </m:e>
                      </m:d>
                    </m:oMath>
                  </m:oMathPara>
                </a14:m>
                <a:endParaRPr kumimoji="0" lang="en-GB" sz="3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mc:Choice>
        <mc:Fallback xmlns="">
          <p:sp>
            <p:nvSpPr>
              <p:cNvPr id="32" name="TextBox 31">
                <a:extLst>
                  <a:ext uri="{FF2B5EF4-FFF2-40B4-BE49-F238E27FC236}">
                    <a16:creationId xmlns:a16="http://schemas.microsoft.com/office/drawing/2014/main" id="{5C22234F-B1CE-AF99-03C6-6C5534D2769E}"/>
                  </a:ext>
                </a:extLst>
              </p:cNvPr>
              <p:cNvSpPr txBox="1">
                <a:spLocks noRot="1" noChangeAspect="1" noMove="1" noResize="1" noEditPoints="1" noAdjustHandles="1" noChangeArrowheads="1" noChangeShapeType="1" noTextEdit="1"/>
              </p:cNvSpPr>
              <p:nvPr/>
            </p:nvSpPr>
            <p:spPr>
              <a:xfrm>
                <a:off x="3034104" y="314256"/>
                <a:ext cx="258339" cy="169277"/>
              </a:xfrm>
              <a:prstGeom prst="rect">
                <a:avLst/>
              </a:prstGeom>
              <a:blipFill>
                <a:blip r:embed="rId2"/>
                <a:stretch>
                  <a:fillRect b="-18519"/>
                </a:stretch>
              </a:blipFill>
            </p:spPr>
            <p:txBody>
              <a:bodyPr/>
              <a:lstStyle/>
              <a:p>
                <a:r>
                  <a:rPr lang="en-US">
                    <a:noFill/>
                  </a:rPr>
                  <a:t> </a:t>
                </a:r>
              </a:p>
            </p:txBody>
          </p:sp>
        </mc:Fallback>
      </mc:AlternateContent>
      <p:cxnSp>
        <p:nvCxnSpPr>
          <p:cNvPr id="33" name="Straight Connector 32">
            <a:extLst>
              <a:ext uri="{FF2B5EF4-FFF2-40B4-BE49-F238E27FC236}">
                <a16:creationId xmlns:a16="http://schemas.microsoft.com/office/drawing/2014/main" id="{0FD1F508-F24B-35F8-FE8A-E11D920E3138}"/>
              </a:ext>
            </a:extLst>
          </p:cNvPr>
          <p:cNvCxnSpPr>
            <a:cxnSpLocks/>
          </p:cNvCxnSpPr>
          <p:nvPr/>
        </p:nvCxnSpPr>
        <p:spPr>
          <a:xfrm flipV="1">
            <a:off x="34139" y="2078423"/>
            <a:ext cx="12157861" cy="14865"/>
          </a:xfrm>
          <a:prstGeom prst="line">
            <a:avLst/>
          </a:prstGeom>
          <a:ln w="6350">
            <a:solidFill>
              <a:schemeClr val="accent2">
                <a:lumMod val="50000"/>
                <a:alpha val="33000"/>
              </a:schemeClr>
            </a:solidFill>
          </a:ln>
        </p:spPr>
        <p:style>
          <a:lnRef idx="2">
            <a:schemeClr val="accent1"/>
          </a:lnRef>
          <a:fillRef idx="0">
            <a:schemeClr val="accent1"/>
          </a:fillRef>
          <a:effectRef idx="1">
            <a:schemeClr val="accent1"/>
          </a:effectRef>
          <a:fontRef idx="minor">
            <a:schemeClr val="tx1"/>
          </a:fontRef>
        </p:style>
      </p:cxnSp>
      <p:sp>
        <p:nvSpPr>
          <p:cNvPr id="34" name="TextBox 33">
            <a:extLst>
              <a:ext uri="{FF2B5EF4-FFF2-40B4-BE49-F238E27FC236}">
                <a16:creationId xmlns:a16="http://schemas.microsoft.com/office/drawing/2014/main" id="{AC544E87-F98F-36B0-9B5E-87050AFE3693}"/>
              </a:ext>
            </a:extLst>
          </p:cNvPr>
          <p:cNvSpPr txBox="1"/>
          <p:nvPr/>
        </p:nvSpPr>
        <p:spPr>
          <a:xfrm>
            <a:off x="34220" y="975191"/>
            <a:ext cx="1237225" cy="371752"/>
          </a:xfrm>
          <a:prstGeom prst="rect">
            <a:avLst/>
          </a:prstGeom>
          <a:noFill/>
        </p:spPr>
        <p:txBody>
          <a:bodyPr rot="0" spcFirstLastPara="0" vertOverflow="overflow" horzOverflow="overflow" vert="horz" wrap="none" lIns="63355" tIns="31678" rIns="63355" bIns="31678"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solidFill>
                  <a:srgbClr val="000000"/>
                </a:solidFill>
                <a:effectLst/>
                <a:uLnTx/>
                <a:uFillTx/>
                <a:latin typeface="Arial"/>
                <a:ea typeface="+mn-ea"/>
                <a:cs typeface="Arial"/>
                <a:sym typeface="Arial"/>
                <a:rtl val="0"/>
              </a:rPr>
              <a:t>Graphene bio-FET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solidFill>
                  <a:srgbClr val="000000"/>
                </a:solidFill>
                <a:effectLst/>
                <a:uLnTx/>
                <a:uFillTx/>
                <a:latin typeface="Arial"/>
                <a:ea typeface="+mn-ea"/>
                <a:cs typeface="Arial"/>
                <a:sym typeface="Arial"/>
                <a:rtl val="0"/>
              </a:rPr>
              <a:t>+ DSP circuit</a:t>
            </a:r>
          </a:p>
        </p:txBody>
      </p:sp>
      <p:sp>
        <p:nvSpPr>
          <p:cNvPr id="35" name="TextBox 34">
            <a:extLst>
              <a:ext uri="{FF2B5EF4-FFF2-40B4-BE49-F238E27FC236}">
                <a16:creationId xmlns:a16="http://schemas.microsoft.com/office/drawing/2014/main" id="{F76A9825-D49F-FFAF-62DF-FDA93612219D}"/>
              </a:ext>
            </a:extLst>
          </p:cNvPr>
          <p:cNvSpPr txBox="1"/>
          <p:nvPr/>
        </p:nvSpPr>
        <p:spPr>
          <a:xfrm>
            <a:off x="26946" y="1318103"/>
            <a:ext cx="1303283"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1" u="none" strike="noStrike" kern="1200" cap="none" spc="0" normalizeH="0" baseline="0" noProof="0" dirty="0">
                <a:ln>
                  <a:noFill/>
                </a:ln>
                <a:solidFill>
                  <a:prstClr val="white">
                    <a:lumMod val="50000"/>
                  </a:prstClr>
                </a:solidFill>
                <a:effectLst/>
                <a:uLnTx/>
                <a:uFillTx/>
                <a:latin typeface="Aptos Light" panose="020B0004020202020204" pitchFamily="34" charset="0"/>
                <a:ea typeface="+mn-ea"/>
                <a:cs typeface="+mn-cs"/>
              </a:rPr>
              <a:t>Bridge the chemical and electric domains,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1" u="none" strike="noStrike" kern="1200" cap="none" spc="0" normalizeH="0" baseline="0" noProof="0" dirty="0">
                <a:ln>
                  <a:noFill/>
                </a:ln>
                <a:solidFill>
                  <a:prstClr val="white">
                    <a:lumMod val="50000"/>
                  </a:prstClr>
                </a:solidFill>
                <a:effectLst/>
                <a:uLnTx/>
                <a:uFillTx/>
                <a:latin typeface="Aptos Light" panose="020B0004020202020204" pitchFamily="34" charset="0"/>
                <a:ea typeface="+mn-ea"/>
                <a:cs typeface="+mn-cs"/>
              </a:rPr>
              <a:t>then computation in the electric domain.</a:t>
            </a:r>
            <a:endParaRPr kumimoji="0" lang="en-GB" sz="900" b="0" i="1" u="none" strike="noStrike" kern="1200" cap="none" spc="0" normalizeH="0" baseline="0" noProof="0" dirty="0">
              <a:ln>
                <a:noFill/>
              </a:ln>
              <a:solidFill>
                <a:prstClr val="black"/>
              </a:solidFill>
              <a:effectLst/>
              <a:uLnTx/>
              <a:uFillTx/>
              <a:latin typeface="Aptos Light" panose="020B0004020202020204" pitchFamily="34" charset="0"/>
              <a:ea typeface="+mn-ea"/>
              <a:cs typeface="+mn-cs"/>
            </a:endParaRPr>
          </a:p>
        </p:txBody>
      </p:sp>
      <p:grpSp>
        <p:nvGrpSpPr>
          <p:cNvPr id="37" name="Group 36">
            <a:extLst>
              <a:ext uri="{FF2B5EF4-FFF2-40B4-BE49-F238E27FC236}">
                <a16:creationId xmlns:a16="http://schemas.microsoft.com/office/drawing/2014/main" id="{F4DE171F-9F89-3357-B15E-A45FFAF910F4}"/>
              </a:ext>
            </a:extLst>
          </p:cNvPr>
          <p:cNvGrpSpPr/>
          <p:nvPr/>
        </p:nvGrpSpPr>
        <p:grpSpPr>
          <a:xfrm>
            <a:off x="1871988" y="960694"/>
            <a:ext cx="1572755" cy="1089616"/>
            <a:chOff x="832080" y="441050"/>
            <a:chExt cx="951467" cy="659183"/>
          </a:xfrm>
        </p:grpSpPr>
        <p:sp>
          <p:nvSpPr>
            <p:cNvPr id="38" name="Cylinder 37">
              <a:extLst>
                <a:ext uri="{FF2B5EF4-FFF2-40B4-BE49-F238E27FC236}">
                  <a16:creationId xmlns:a16="http://schemas.microsoft.com/office/drawing/2014/main" id="{A8340E29-58EA-3FBD-50B5-6B7A63163EEE}"/>
                </a:ext>
              </a:extLst>
            </p:cNvPr>
            <p:cNvSpPr/>
            <p:nvPr/>
          </p:nvSpPr>
          <p:spPr>
            <a:xfrm rot="5400000">
              <a:off x="1209082" y="272381"/>
              <a:ext cx="252336" cy="896594"/>
            </a:xfrm>
            <a:prstGeom prst="can">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9" name="TextBox 38">
              <a:extLst>
                <a:ext uri="{FF2B5EF4-FFF2-40B4-BE49-F238E27FC236}">
                  <a16:creationId xmlns:a16="http://schemas.microsoft.com/office/drawing/2014/main" id="{E811C40B-D212-0510-73BF-DB7D5E6B07CF}"/>
                </a:ext>
              </a:extLst>
            </p:cNvPr>
            <p:cNvSpPr txBox="1"/>
            <p:nvPr/>
          </p:nvSpPr>
          <p:spPr>
            <a:xfrm>
              <a:off x="832080" y="441050"/>
              <a:ext cx="687497" cy="13964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dirty="0">
                  <a:ln>
                    <a:noFill/>
                  </a:ln>
                  <a:solidFill>
                    <a:prstClr val="black"/>
                  </a:solidFill>
                  <a:effectLst/>
                  <a:uLnTx/>
                  <a:uFillTx/>
                  <a:latin typeface="Aptos Light" panose="020B0004020202020204" pitchFamily="34" charset="0"/>
                  <a:ea typeface="+mn-ea"/>
                  <a:cs typeface="+mn-cs"/>
                </a:rPr>
                <a:t>Molecular domain </a:t>
              </a:r>
              <a:endParaRPr kumimoji="0" lang="en-US" sz="9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40" name="TextBox 39">
              <a:extLst>
                <a:ext uri="{FF2B5EF4-FFF2-40B4-BE49-F238E27FC236}">
                  <a16:creationId xmlns:a16="http://schemas.microsoft.com/office/drawing/2014/main" id="{C1990454-1773-C736-5422-6D1DB31A6312}"/>
                </a:ext>
              </a:extLst>
            </p:cNvPr>
            <p:cNvSpPr txBox="1"/>
            <p:nvPr/>
          </p:nvSpPr>
          <p:spPr>
            <a:xfrm>
              <a:off x="886882" y="960587"/>
              <a:ext cx="632079" cy="13964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dirty="0">
                  <a:ln>
                    <a:noFill/>
                  </a:ln>
                  <a:solidFill>
                    <a:prstClr val="black"/>
                  </a:solidFill>
                  <a:effectLst/>
                  <a:uLnTx/>
                  <a:uFillTx/>
                  <a:latin typeface="Aptos Light" panose="020B0004020202020204" pitchFamily="34" charset="0"/>
                  <a:ea typeface="+mn-ea"/>
                  <a:cs typeface="+mn-cs"/>
                </a:rPr>
                <a:t>Electric domain </a:t>
              </a:r>
              <a:endParaRPr kumimoji="0" lang="en-US" sz="9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pic>
          <p:nvPicPr>
            <p:cNvPr id="41" name="Graphic 40" descr="DNA outline">
              <a:extLst>
                <a:ext uri="{FF2B5EF4-FFF2-40B4-BE49-F238E27FC236}">
                  <a16:creationId xmlns:a16="http://schemas.microsoft.com/office/drawing/2014/main" id="{B421D2EC-8300-9D5F-8EE6-ED99521B672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2045088">
              <a:off x="934548" y="645118"/>
              <a:ext cx="100584" cy="100584"/>
            </a:xfrm>
            <a:prstGeom prst="rect">
              <a:avLst/>
            </a:prstGeom>
          </p:spPr>
        </p:pic>
        <p:pic>
          <p:nvPicPr>
            <p:cNvPr id="42" name="Graphic 41" descr="DNA outline">
              <a:extLst>
                <a:ext uri="{FF2B5EF4-FFF2-40B4-BE49-F238E27FC236}">
                  <a16:creationId xmlns:a16="http://schemas.microsoft.com/office/drawing/2014/main" id="{755CA17E-AE43-07D5-C2A4-DD4CCD62DF0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7372733">
              <a:off x="1107095" y="624831"/>
              <a:ext cx="100584" cy="100584"/>
            </a:xfrm>
            <a:prstGeom prst="rect">
              <a:avLst/>
            </a:prstGeom>
          </p:spPr>
        </p:pic>
        <p:pic>
          <p:nvPicPr>
            <p:cNvPr id="43" name="Graphic 42" descr="DNA outline">
              <a:extLst>
                <a:ext uri="{FF2B5EF4-FFF2-40B4-BE49-F238E27FC236}">
                  <a16:creationId xmlns:a16="http://schemas.microsoft.com/office/drawing/2014/main" id="{908ED7AE-BE97-3050-6DBC-48BC050E383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6139420">
              <a:off x="1472103" y="581732"/>
              <a:ext cx="100584" cy="100584"/>
            </a:xfrm>
            <a:prstGeom prst="rect">
              <a:avLst/>
            </a:prstGeom>
          </p:spPr>
        </p:pic>
        <p:grpSp>
          <p:nvGrpSpPr>
            <p:cNvPr id="44" name="Group 43">
              <a:extLst>
                <a:ext uri="{FF2B5EF4-FFF2-40B4-BE49-F238E27FC236}">
                  <a16:creationId xmlns:a16="http://schemas.microsoft.com/office/drawing/2014/main" id="{B3D3A915-E979-34E6-FE1F-5A23BDE67992}"/>
                </a:ext>
              </a:extLst>
            </p:cNvPr>
            <p:cNvGrpSpPr/>
            <p:nvPr/>
          </p:nvGrpSpPr>
          <p:grpSpPr>
            <a:xfrm>
              <a:off x="1415778" y="785765"/>
              <a:ext cx="18819" cy="45720"/>
              <a:chOff x="1639649" y="1052940"/>
              <a:chExt cx="18819" cy="45720"/>
            </a:xfrm>
          </p:grpSpPr>
          <p:cxnSp>
            <p:nvCxnSpPr>
              <p:cNvPr id="93" name="Straight Connector 92">
                <a:extLst>
                  <a:ext uri="{FF2B5EF4-FFF2-40B4-BE49-F238E27FC236}">
                    <a16:creationId xmlns:a16="http://schemas.microsoft.com/office/drawing/2014/main" id="{CB78D0C1-55F9-3C6E-90ED-17DC06EF2427}"/>
                  </a:ext>
                </a:extLst>
              </p:cNvPr>
              <p:cNvCxnSpPr>
                <a:cxnSpLocks/>
              </p:cNvCxnSpPr>
              <p:nvPr/>
            </p:nvCxnSpPr>
            <p:spPr>
              <a:xfrm flipH="1" flipV="1">
                <a:off x="1646956" y="1074296"/>
                <a:ext cx="1754" cy="24364"/>
              </a:xfrm>
              <a:prstGeom prst="line">
                <a:avLst/>
              </a:prstGeom>
              <a:ln w="6350"/>
            </p:spPr>
            <p:style>
              <a:lnRef idx="2">
                <a:schemeClr val="accent1"/>
              </a:lnRef>
              <a:fillRef idx="0">
                <a:schemeClr val="accent1"/>
              </a:fillRef>
              <a:effectRef idx="1">
                <a:schemeClr val="accent1"/>
              </a:effectRef>
              <a:fontRef idx="minor">
                <a:schemeClr val="tx1"/>
              </a:fontRef>
            </p:style>
          </p:cxnSp>
          <p:cxnSp>
            <p:nvCxnSpPr>
              <p:cNvPr id="94" name="Straight Connector 93">
                <a:extLst>
                  <a:ext uri="{FF2B5EF4-FFF2-40B4-BE49-F238E27FC236}">
                    <a16:creationId xmlns:a16="http://schemas.microsoft.com/office/drawing/2014/main" id="{8398E3B6-DE90-C119-CC8F-35602A09FDFF}"/>
                  </a:ext>
                </a:extLst>
              </p:cNvPr>
              <p:cNvCxnSpPr>
                <a:cxnSpLocks/>
              </p:cNvCxnSpPr>
              <p:nvPr/>
            </p:nvCxnSpPr>
            <p:spPr>
              <a:xfrm rot="1800000" flipH="1" flipV="1">
                <a:off x="1656714" y="1053096"/>
                <a:ext cx="1754" cy="24364"/>
              </a:xfrm>
              <a:prstGeom prst="line">
                <a:avLst/>
              </a:prstGeom>
              <a:ln w="6350"/>
            </p:spPr>
            <p:style>
              <a:lnRef idx="2">
                <a:schemeClr val="accent1"/>
              </a:lnRef>
              <a:fillRef idx="0">
                <a:schemeClr val="accent1"/>
              </a:fillRef>
              <a:effectRef idx="1">
                <a:schemeClr val="accent1"/>
              </a:effectRef>
              <a:fontRef idx="minor">
                <a:schemeClr val="tx1"/>
              </a:fontRef>
            </p:style>
          </p:cxnSp>
          <p:cxnSp>
            <p:nvCxnSpPr>
              <p:cNvPr id="95" name="Straight Connector 94">
                <a:extLst>
                  <a:ext uri="{FF2B5EF4-FFF2-40B4-BE49-F238E27FC236}">
                    <a16:creationId xmlns:a16="http://schemas.microsoft.com/office/drawing/2014/main" id="{A6F4309B-77CD-21C4-1B26-23889609FC63}"/>
                  </a:ext>
                </a:extLst>
              </p:cNvPr>
              <p:cNvCxnSpPr>
                <a:cxnSpLocks/>
              </p:cNvCxnSpPr>
              <p:nvPr/>
            </p:nvCxnSpPr>
            <p:spPr>
              <a:xfrm rot="19500000" flipH="1">
                <a:off x="1639649" y="1052940"/>
                <a:ext cx="1754" cy="24364"/>
              </a:xfrm>
              <a:prstGeom prst="line">
                <a:avLst/>
              </a:prstGeom>
              <a:ln w="6350"/>
            </p:spPr>
            <p:style>
              <a:lnRef idx="2">
                <a:schemeClr val="accent1"/>
              </a:lnRef>
              <a:fillRef idx="0">
                <a:schemeClr val="accent1"/>
              </a:fillRef>
              <a:effectRef idx="1">
                <a:schemeClr val="accent1"/>
              </a:effectRef>
              <a:fontRef idx="minor">
                <a:schemeClr val="tx1"/>
              </a:fontRef>
            </p:style>
          </p:cxnSp>
        </p:grpSp>
        <p:grpSp>
          <p:nvGrpSpPr>
            <p:cNvPr id="45" name="Group 44">
              <a:extLst>
                <a:ext uri="{FF2B5EF4-FFF2-40B4-BE49-F238E27FC236}">
                  <a16:creationId xmlns:a16="http://schemas.microsoft.com/office/drawing/2014/main" id="{AD42AF7B-220F-EAD3-8623-59B1529403C4}"/>
                </a:ext>
              </a:extLst>
            </p:cNvPr>
            <p:cNvGrpSpPr/>
            <p:nvPr/>
          </p:nvGrpSpPr>
          <p:grpSpPr>
            <a:xfrm>
              <a:off x="1442567" y="723305"/>
              <a:ext cx="18819" cy="45720"/>
              <a:chOff x="1639649" y="1052940"/>
              <a:chExt cx="18819" cy="45720"/>
            </a:xfrm>
          </p:grpSpPr>
          <p:cxnSp>
            <p:nvCxnSpPr>
              <p:cNvPr id="90" name="Straight Connector 89">
                <a:extLst>
                  <a:ext uri="{FF2B5EF4-FFF2-40B4-BE49-F238E27FC236}">
                    <a16:creationId xmlns:a16="http://schemas.microsoft.com/office/drawing/2014/main" id="{693FFEF9-6166-4D6B-CEFE-D7248B7779E9}"/>
                  </a:ext>
                </a:extLst>
              </p:cNvPr>
              <p:cNvCxnSpPr>
                <a:cxnSpLocks/>
              </p:cNvCxnSpPr>
              <p:nvPr/>
            </p:nvCxnSpPr>
            <p:spPr>
              <a:xfrm flipH="1" flipV="1">
                <a:off x="1646956" y="1074296"/>
                <a:ext cx="1754" cy="24364"/>
              </a:xfrm>
              <a:prstGeom prst="line">
                <a:avLst/>
              </a:prstGeom>
              <a:ln w="6350"/>
            </p:spPr>
            <p:style>
              <a:lnRef idx="2">
                <a:schemeClr val="accent1"/>
              </a:lnRef>
              <a:fillRef idx="0">
                <a:schemeClr val="accent1"/>
              </a:fillRef>
              <a:effectRef idx="1">
                <a:schemeClr val="accent1"/>
              </a:effectRef>
              <a:fontRef idx="minor">
                <a:schemeClr val="tx1"/>
              </a:fontRef>
            </p:style>
          </p:cxnSp>
          <p:cxnSp>
            <p:nvCxnSpPr>
              <p:cNvPr id="91" name="Straight Connector 90">
                <a:extLst>
                  <a:ext uri="{FF2B5EF4-FFF2-40B4-BE49-F238E27FC236}">
                    <a16:creationId xmlns:a16="http://schemas.microsoft.com/office/drawing/2014/main" id="{DE08DCA1-49EA-F87E-79D6-2E29A35ED1B9}"/>
                  </a:ext>
                </a:extLst>
              </p:cNvPr>
              <p:cNvCxnSpPr>
                <a:cxnSpLocks/>
              </p:cNvCxnSpPr>
              <p:nvPr/>
            </p:nvCxnSpPr>
            <p:spPr>
              <a:xfrm rot="1800000" flipH="1" flipV="1">
                <a:off x="1656714" y="1053096"/>
                <a:ext cx="1754" cy="24364"/>
              </a:xfrm>
              <a:prstGeom prst="line">
                <a:avLst/>
              </a:prstGeom>
              <a:ln w="6350"/>
            </p:spPr>
            <p:style>
              <a:lnRef idx="2">
                <a:schemeClr val="accent1"/>
              </a:lnRef>
              <a:fillRef idx="0">
                <a:schemeClr val="accent1"/>
              </a:fillRef>
              <a:effectRef idx="1">
                <a:schemeClr val="accent1"/>
              </a:effectRef>
              <a:fontRef idx="minor">
                <a:schemeClr val="tx1"/>
              </a:fontRef>
            </p:style>
          </p:cxnSp>
          <p:cxnSp>
            <p:nvCxnSpPr>
              <p:cNvPr id="92" name="Straight Connector 91">
                <a:extLst>
                  <a:ext uri="{FF2B5EF4-FFF2-40B4-BE49-F238E27FC236}">
                    <a16:creationId xmlns:a16="http://schemas.microsoft.com/office/drawing/2014/main" id="{6793708B-9781-7433-26E7-9D80319200B1}"/>
                  </a:ext>
                </a:extLst>
              </p:cNvPr>
              <p:cNvCxnSpPr>
                <a:cxnSpLocks/>
              </p:cNvCxnSpPr>
              <p:nvPr/>
            </p:nvCxnSpPr>
            <p:spPr>
              <a:xfrm rot="19500000" flipH="1">
                <a:off x="1639649" y="1052940"/>
                <a:ext cx="1754" cy="24364"/>
              </a:xfrm>
              <a:prstGeom prst="line">
                <a:avLst/>
              </a:prstGeom>
              <a:ln w="6350"/>
            </p:spPr>
            <p:style>
              <a:lnRef idx="2">
                <a:schemeClr val="accent1"/>
              </a:lnRef>
              <a:fillRef idx="0">
                <a:schemeClr val="accent1"/>
              </a:fillRef>
              <a:effectRef idx="1">
                <a:schemeClr val="accent1"/>
              </a:effectRef>
              <a:fontRef idx="minor">
                <a:schemeClr val="tx1"/>
              </a:fontRef>
            </p:style>
          </p:cxnSp>
        </p:grpSp>
        <p:grpSp>
          <p:nvGrpSpPr>
            <p:cNvPr id="46" name="Group 45">
              <a:extLst>
                <a:ext uri="{FF2B5EF4-FFF2-40B4-BE49-F238E27FC236}">
                  <a16:creationId xmlns:a16="http://schemas.microsoft.com/office/drawing/2014/main" id="{FAE1792C-AEBF-12A8-1261-950221E831DA}"/>
                </a:ext>
              </a:extLst>
            </p:cNvPr>
            <p:cNvGrpSpPr/>
            <p:nvPr/>
          </p:nvGrpSpPr>
          <p:grpSpPr>
            <a:xfrm>
              <a:off x="1468617" y="663272"/>
              <a:ext cx="18819" cy="45720"/>
              <a:chOff x="1639649" y="1052940"/>
              <a:chExt cx="18819" cy="45720"/>
            </a:xfrm>
          </p:grpSpPr>
          <p:cxnSp>
            <p:nvCxnSpPr>
              <p:cNvPr id="87" name="Straight Connector 86">
                <a:extLst>
                  <a:ext uri="{FF2B5EF4-FFF2-40B4-BE49-F238E27FC236}">
                    <a16:creationId xmlns:a16="http://schemas.microsoft.com/office/drawing/2014/main" id="{0773FF09-84D1-F1F3-5457-8544E5C7E840}"/>
                  </a:ext>
                </a:extLst>
              </p:cNvPr>
              <p:cNvCxnSpPr>
                <a:cxnSpLocks/>
              </p:cNvCxnSpPr>
              <p:nvPr/>
            </p:nvCxnSpPr>
            <p:spPr>
              <a:xfrm flipH="1" flipV="1">
                <a:off x="1646956" y="1074296"/>
                <a:ext cx="1754" cy="24364"/>
              </a:xfrm>
              <a:prstGeom prst="line">
                <a:avLst/>
              </a:prstGeom>
              <a:ln w="6350"/>
            </p:spPr>
            <p:style>
              <a:lnRef idx="2">
                <a:schemeClr val="accent1"/>
              </a:lnRef>
              <a:fillRef idx="0">
                <a:schemeClr val="accent1"/>
              </a:fillRef>
              <a:effectRef idx="1">
                <a:schemeClr val="accent1"/>
              </a:effectRef>
              <a:fontRef idx="minor">
                <a:schemeClr val="tx1"/>
              </a:fontRef>
            </p:style>
          </p:cxnSp>
          <p:cxnSp>
            <p:nvCxnSpPr>
              <p:cNvPr id="88" name="Straight Connector 87">
                <a:extLst>
                  <a:ext uri="{FF2B5EF4-FFF2-40B4-BE49-F238E27FC236}">
                    <a16:creationId xmlns:a16="http://schemas.microsoft.com/office/drawing/2014/main" id="{9CDFCEF3-B80A-CF2E-DDB1-D477E8F7F136}"/>
                  </a:ext>
                </a:extLst>
              </p:cNvPr>
              <p:cNvCxnSpPr>
                <a:cxnSpLocks/>
              </p:cNvCxnSpPr>
              <p:nvPr/>
            </p:nvCxnSpPr>
            <p:spPr>
              <a:xfrm rot="1800000" flipH="1" flipV="1">
                <a:off x="1656714" y="1053096"/>
                <a:ext cx="1754" cy="24364"/>
              </a:xfrm>
              <a:prstGeom prst="line">
                <a:avLst/>
              </a:prstGeom>
              <a:ln w="6350"/>
            </p:spPr>
            <p:style>
              <a:lnRef idx="2">
                <a:schemeClr val="accent1"/>
              </a:lnRef>
              <a:fillRef idx="0">
                <a:schemeClr val="accent1"/>
              </a:fillRef>
              <a:effectRef idx="1">
                <a:schemeClr val="accent1"/>
              </a:effectRef>
              <a:fontRef idx="minor">
                <a:schemeClr val="tx1"/>
              </a:fontRef>
            </p:style>
          </p:cxnSp>
          <p:cxnSp>
            <p:nvCxnSpPr>
              <p:cNvPr id="89" name="Straight Connector 88">
                <a:extLst>
                  <a:ext uri="{FF2B5EF4-FFF2-40B4-BE49-F238E27FC236}">
                    <a16:creationId xmlns:a16="http://schemas.microsoft.com/office/drawing/2014/main" id="{46CD77D8-5E5A-F55E-2E8D-84485E253691}"/>
                  </a:ext>
                </a:extLst>
              </p:cNvPr>
              <p:cNvCxnSpPr>
                <a:cxnSpLocks/>
              </p:cNvCxnSpPr>
              <p:nvPr/>
            </p:nvCxnSpPr>
            <p:spPr>
              <a:xfrm rot="19500000" flipH="1">
                <a:off x="1639649" y="1052940"/>
                <a:ext cx="1754" cy="24364"/>
              </a:xfrm>
              <a:prstGeom prst="line">
                <a:avLst/>
              </a:prstGeom>
              <a:ln w="6350"/>
            </p:spPr>
            <p:style>
              <a:lnRef idx="2">
                <a:schemeClr val="accent1"/>
              </a:lnRef>
              <a:fillRef idx="0">
                <a:schemeClr val="accent1"/>
              </a:fillRef>
              <a:effectRef idx="1">
                <a:schemeClr val="accent1"/>
              </a:effectRef>
              <a:fontRef idx="minor">
                <a:schemeClr val="tx1"/>
              </a:fontRef>
            </p:style>
          </p:cxnSp>
        </p:grpSp>
        <p:pic>
          <p:nvPicPr>
            <p:cNvPr id="47" name="Graphic 46" descr="DNA outline">
              <a:extLst>
                <a:ext uri="{FF2B5EF4-FFF2-40B4-BE49-F238E27FC236}">
                  <a16:creationId xmlns:a16="http://schemas.microsoft.com/office/drawing/2014/main" id="{02DC9C99-54FC-6F55-F22B-4A957372483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4081304">
              <a:off x="1302122" y="731095"/>
              <a:ext cx="100584" cy="100584"/>
            </a:xfrm>
            <a:prstGeom prst="rect">
              <a:avLst/>
            </a:prstGeom>
          </p:spPr>
        </p:pic>
        <p:grpSp>
          <p:nvGrpSpPr>
            <p:cNvPr id="48" name="Group 47">
              <a:extLst>
                <a:ext uri="{FF2B5EF4-FFF2-40B4-BE49-F238E27FC236}">
                  <a16:creationId xmlns:a16="http://schemas.microsoft.com/office/drawing/2014/main" id="{37BF980F-8876-3C0F-B390-5C34009AD4A9}"/>
                </a:ext>
              </a:extLst>
            </p:cNvPr>
            <p:cNvGrpSpPr/>
            <p:nvPr/>
          </p:nvGrpSpPr>
          <p:grpSpPr>
            <a:xfrm>
              <a:off x="1489388" y="785765"/>
              <a:ext cx="18819" cy="45720"/>
              <a:chOff x="1639649" y="1052940"/>
              <a:chExt cx="18819" cy="45720"/>
            </a:xfrm>
          </p:grpSpPr>
          <p:cxnSp>
            <p:nvCxnSpPr>
              <p:cNvPr id="84" name="Straight Connector 83">
                <a:extLst>
                  <a:ext uri="{FF2B5EF4-FFF2-40B4-BE49-F238E27FC236}">
                    <a16:creationId xmlns:a16="http://schemas.microsoft.com/office/drawing/2014/main" id="{1EFFA580-CA60-A953-E345-E32666F30AC3}"/>
                  </a:ext>
                </a:extLst>
              </p:cNvPr>
              <p:cNvCxnSpPr>
                <a:cxnSpLocks/>
              </p:cNvCxnSpPr>
              <p:nvPr/>
            </p:nvCxnSpPr>
            <p:spPr>
              <a:xfrm flipH="1" flipV="1">
                <a:off x="1646956" y="1074296"/>
                <a:ext cx="1754" cy="24364"/>
              </a:xfrm>
              <a:prstGeom prst="line">
                <a:avLst/>
              </a:prstGeom>
              <a:ln w="6350"/>
            </p:spPr>
            <p:style>
              <a:lnRef idx="2">
                <a:schemeClr val="accent1"/>
              </a:lnRef>
              <a:fillRef idx="0">
                <a:schemeClr val="accent1"/>
              </a:fillRef>
              <a:effectRef idx="1">
                <a:schemeClr val="accent1"/>
              </a:effectRef>
              <a:fontRef idx="minor">
                <a:schemeClr val="tx1"/>
              </a:fontRef>
            </p:style>
          </p:cxnSp>
          <p:cxnSp>
            <p:nvCxnSpPr>
              <p:cNvPr id="85" name="Straight Connector 84">
                <a:extLst>
                  <a:ext uri="{FF2B5EF4-FFF2-40B4-BE49-F238E27FC236}">
                    <a16:creationId xmlns:a16="http://schemas.microsoft.com/office/drawing/2014/main" id="{7B809817-59E4-AC07-7FAB-11CDA05D32AC}"/>
                  </a:ext>
                </a:extLst>
              </p:cNvPr>
              <p:cNvCxnSpPr>
                <a:cxnSpLocks/>
              </p:cNvCxnSpPr>
              <p:nvPr/>
            </p:nvCxnSpPr>
            <p:spPr>
              <a:xfrm rot="1800000" flipH="1" flipV="1">
                <a:off x="1656714" y="1053096"/>
                <a:ext cx="1754" cy="24364"/>
              </a:xfrm>
              <a:prstGeom prst="line">
                <a:avLst/>
              </a:prstGeom>
              <a:ln w="6350"/>
            </p:spPr>
            <p:style>
              <a:lnRef idx="2">
                <a:schemeClr val="accent1"/>
              </a:lnRef>
              <a:fillRef idx="0">
                <a:schemeClr val="accent1"/>
              </a:fillRef>
              <a:effectRef idx="1">
                <a:schemeClr val="accent1"/>
              </a:effectRef>
              <a:fontRef idx="minor">
                <a:schemeClr val="tx1"/>
              </a:fontRef>
            </p:style>
          </p:cxnSp>
          <p:cxnSp>
            <p:nvCxnSpPr>
              <p:cNvPr id="86" name="Straight Connector 85">
                <a:extLst>
                  <a:ext uri="{FF2B5EF4-FFF2-40B4-BE49-F238E27FC236}">
                    <a16:creationId xmlns:a16="http://schemas.microsoft.com/office/drawing/2014/main" id="{0F47690B-D39E-AF8C-E1E5-9EA465A83A3A}"/>
                  </a:ext>
                </a:extLst>
              </p:cNvPr>
              <p:cNvCxnSpPr>
                <a:cxnSpLocks/>
              </p:cNvCxnSpPr>
              <p:nvPr/>
            </p:nvCxnSpPr>
            <p:spPr>
              <a:xfrm rot="19500000" flipH="1">
                <a:off x="1639649" y="1052940"/>
                <a:ext cx="1754" cy="24364"/>
              </a:xfrm>
              <a:prstGeom prst="line">
                <a:avLst/>
              </a:prstGeom>
              <a:ln w="6350"/>
            </p:spPr>
            <p:style>
              <a:lnRef idx="2">
                <a:schemeClr val="accent1"/>
              </a:lnRef>
              <a:fillRef idx="0">
                <a:schemeClr val="accent1"/>
              </a:fillRef>
              <a:effectRef idx="1">
                <a:schemeClr val="accent1"/>
              </a:effectRef>
              <a:fontRef idx="minor">
                <a:schemeClr val="tx1"/>
              </a:fontRef>
            </p:style>
          </p:cxnSp>
        </p:grpSp>
        <p:grpSp>
          <p:nvGrpSpPr>
            <p:cNvPr id="49" name="Group 48">
              <a:extLst>
                <a:ext uri="{FF2B5EF4-FFF2-40B4-BE49-F238E27FC236}">
                  <a16:creationId xmlns:a16="http://schemas.microsoft.com/office/drawing/2014/main" id="{0C45D8CB-ACE2-7811-816D-6368F8690898}"/>
                </a:ext>
              </a:extLst>
            </p:cNvPr>
            <p:cNvGrpSpPr/>
            <p:nvPr/>
          </p:nvGrpSpPr>
          <p:grpSpPr>
            <a:xfrm>
              <a:off x="1516177" y="723305"/>
              <a:ext cx="18819" cy="45720"/>
              <a:chOff x="1639649" y="1052940"/>
              <a:chExt cx="18819" cy="45720"/>
            </a:xfrm>
          </p:grpSpPr>
          <p:cxnSp>
            <p:nvCxnSpPr>
              <p:cNvPr id="81" name="Straight Connector 80">
                <a:extLst>
                  <a:ext uri="{FF2B5EF4-FFF2-40B4-BE49-F238E27FC236}">
                    <a16:creationId xmlns:a16="http://schemas.microsoft.com/office/drawing/2014/main" id="{AFA4116D-6091-2D27-A2C1-2B672D2916AC}"/>
                  </a:ext>
                </a:extLst>
              </p:cNvPr>
              <p:cNvCxnSpPr>
                <a:cxnSpLocks/>
              </p:cNvCxnSpPr>
              <p:nvPr/>
            </p:nvCxnSpPr>
            <p:spPr>
              <a:xfrm flipH="1" flipV="1">
                <a:off x="1646956" y="1074296"/>
                <a:ext cx="1754" cy="24364"/>
              </a:xfrm>
              <a:prstGeom prst="line">
                <a:avLst/>
              </a:prstGeom>
              <a:ln w="6350"/>
            </p:spPr>
            <p:style>
              <a:lnRef idx="2">
                <a:schemeClr val="accent1"/>
              </a:lnRef>
              <a:fillRef idx="0">
                <a:schemeClr val="accent1"/>
              </a:fillRef>
              <a:effectRef idx="1">
                <a:schemeClr val="accent1"/>
              </a:effectRef>
              <a:fontRef idx="minor">
                <a:schemeClr val="tx1"/>
              </a:fontRef>
            </p:style>
          </p:cxnSp>
          <p:cxnSp>
            <p:nvCxnSpPr>
              <p:cNvPr id="82" name="Straight Connector 81">
                <a:extLst>
                  <a:ext uri="{FF2B5EF4-FFF2-40B4-BE49-F238E27FC236}">
                    <a16:creationId xmlns:a16="http://schemas.microsoft.com/office/drawing/2014/main" id="{EC00C979-1078-D047-F600-3577DF7A0B17}"/>
                  </a:ext>
                </a:extLst>
              </p:cNvPr>
              <p:cNvCxnSpPr>
                <a:cxnSpLocks/>
              </p:cNvCxnSpPr>
              <p:nvPr/>
            </p:nvCxnSpPr>
            <p:spPr>
              <a:xfrm rot="1800000" flipH="1" flipV="1">
                <a:off x="1656714" y="1053096"/>
                <a:ext cx="1754" cy="24364"/>
              </a:xfrm>
              <a:prstGeom prst="line">
                <a:avLst/>
              </a:prstGeom>
              <a:ln w="6350"/>
            </p:spPr>
            <p:style>
              <a:lnRef idx="2">
                <a:schemeClr val="accent1"/>
              </a:lnRef>
              <a:fillRef idx="0">
                <a:schemeClr val="accent1"/>
              </a:fillRef>
              <a:effectRef idx="1">
                <a:schemeClr val="accent1"/>
              </a:effectRef>
              <a:fontRef idx="minor">
                <a:schemeClr val="tx1"/>
              </a:fontRef>
            </p:style>
          </p:cxnSp>
          <p:cxnSp>
            <p:nvCxnSpPr>
              <p:cNvPr id="83" name="Straight Connector 82">
                <a:extLst>
                  <a:ext uri="{FF2B5EF4-FFF2-40B4-BE49-F238E27FC236}">
                    <a16:creationId xmlns:a16="http://schemas.microsoft.com/office/drawing/2014/main" id="{4DF32137-024A-1024-A683-8C5E92747FA4}"/>
                  </a:ext>
                </a:extLst>
              </p:cNvPr>
              <p:cNvCxnSpPr>
                <a:cxnSpLocks/>
              </p:cNvCxnSpPr>
              <p:nvPr/>
            </p:nvCxnSpPr>
            <p:spPr>
              <a:xfrm rot="19500000" flipH="1">
                <a:off x="1639649" y="1052940"/>
                <a:ext cx="1754" cy="24364"/>
              </a:xfrm>
              <a:prstGeom prst="line">
                <a:avLst/>
              </a:prstGeom>
              <a:ln w="6350"/>
            </p:spPr>
            <p:style>
              <a:lnRef idx="2">
                <a:schemeClr val="accent1"/>
              </a:lnRef>
              <a:fillRef idx="0">
                <a:schemeClr val="accent1"/>
              </a:fillRef>
              <a:effectRef idx="1">
                <a:schemeClr val="accent1"/>
              </a:effectRef>
              <a:fontRef idx="minor">
                <a:schemeClr val="tx1"/>
              </a:fontRef>
            </p:style>
          </p:cxnSp>
        </p:grpSp>
        <p:grpSp>
          <p:nvGrpSpPr>
            <p:cNvPr id="50" name="Group 49">
              <a:extLst>
                <a:ext uri="{FF2B5EF4-FFF2-40B4-BE49-F238E27FC236}">
                  <a16:creationId xmlns:a16="http://schemas.microsoft.com/office/drawing/2014/main" id="{89CAFE6F-1214-AA6C-2B66-A2B346BF2E68}"/>
                </a:ext>
              </a:extLst>
            </p:cNvPr>
            <p:cNvGrpSpPr/>
            <p:nvPr/>
          </p:nvGrpSpPr>
          <p:grpSpPr>
            <a:xfrm>
              <a:off x="1542227" y="663272"/>
              <a:ext cx="18819" cy="45720"/>
              <a:chOff x="1639649" y="1052940"/>
              <a:chExt cx="18819" cy="45720"/>
            </a:xfrm>
          </p:grpSpPr>
          <p:cxnSp>
            <p:nvCxnSpPr>
              <p:cNvPr id="78" name="Straight Connector 77">
                <a:extLst>
                  <a:ext uri="{FF2B5EF4-FFF2-40B4-BE49-F238E27FC236}">
                    <a16:creationId xmlns:a16="http://schemas.microsoft.com/office/drawing/2014/main" id="{92AC7B49-BC87-1503-4730-D005CED45546}"/>
                  </a:ext>
                </a:extLst>
              </p:cNvPr>
              <p:cNvCxnSpPr>
                <a:cxnSpLocks/>
              </p:cNvCxnSpPr>
              <p:nvPr/>
            </p:nvCxnSpPr>
            <p:spPr>
              <a:xfrm flipH="1" flipV="1">
                <a:off x="1646956" y="1074296"/>
                <a:ext cx="1754" cy="24364"/>
              </a:xfrm>
              <a:prstGeom prst="line">
                <a:avLst/>
              </a:prstGeom>
              <a:ln w="6350"/>
            </p:spPr>
            <p:style>
              <a:lnRef idx="2">
                <a:schemeClr val="accent1"/>
              </a:lnRef>
              <a:fillRef idx="0">
                <a:schemeClr val="accent1"/>
              </a:fillRef>
              <a:effectRef idx="1">
                <a:schemeClr val="accent1"/>
              </a:effectRef>
              <a:fontRef idx="minor">
                <a:schemeClr val="tx1"/>
              </a:fontRef>
            </p:style>
          </p:cxnSp>
          <p:cxnSp>
            <p:nvCxnSpPr>
              <p:cNvPr id="79" name="Straight Connector 78">
                <a:extLst>
                  <a:ext uri="{FF2B5EF4-FFF2-40B4-BE49-F238E27FC236}">
                    <a16:creationId xmlns:a16="http://schemas.microsoft.com/office/drawing/2014/main" id="{B30F7634-D5C4-7C9F-D769-966D23B84375}"/>
                  </a:ext>
                </a:extLst>
              </p:cNvPr>
              <p:cNvCxnSpPr>
                <a:cxnSpLocks/>
              </p:cNvCxnSpPr>
              <p:nvPr/>
            </p:nvCxnSpPr>
            <p:spPr>
              <a:xfrm rot="1800000" flipH="1" flipV="1">
                <a:off x="1656714" y="1053096"/>
                <a:ext cx="1754" cy="24364"/>
              </a:xfrm>
              <a:prstGeom prst="line">
                <a:avLst/>
              </a:prstGeom>
              <a:ln w="6350"/>
            </p:spPr>
            <p:style>
              <a:lnRef idx="2">
                <a:schemeClr val="accent1"/>
              </a:lnRef>
              <a:fillRef idx="0">
                <a:schemeClr val="accent1"/>
              </a:fillRef>
              <a:effectRef idx="1">
                <a:schemeClr val="accent1"/>
              </a:effectRef>
              <a:fontRef idx="minor">
                <a:schemeClr val="tx1"/>
              </a:fontRef>
            </p:style>
          </p:cxnSp>
          <p:cxnSp>
            <p:nvCxnSpPr>
              <p:cNvPr id="80" name="Straight Connector 79">
                <a:extLst>
                  <a:ext uri="{FF2B5EF4-FFF2-40B4-BE49-F238E27FC236}">
                    <a16:creationId xmlns:a16="http://schemas.microsoft.com/office/drawing/2014/main" id="{F5B4BA91-E62B-519E-973F-781452699601}"/>
                  </a:ext>
                </a:extLst>
              </p:cNvPr>
              <p:cNvCxnSpPr>
                <a:cxnSpLocks/>
              </p:cNvCxnSpPr>
              <p:nvPr/>
            </p:nvCxnSpPr>
            <p:spPr>
              <a:xfrm rot="19500000" flipH="1">
                <a:off x="1639649" y="1052940"/>
                <a:ext cx="1754" cy="24364"/>
              </a:xfrm>
              <a:prstGeom prst="line">
                <a:avLst/>
              </a:prstGeom>
              <a:ln w="6350"/>
            </p:spPr>
            <p:style>
              <a:lnRef idx="2">
                <a:schemeClr val="accent1"/>
              </a:lnRef>
              <a:fillRef idx="0">
                <a:schemeClr val="accent1"/>
              </a:fillRef>
              <a:effectRef idx="1">
                <a:schemeClr val="accent1"/>
              </a:effectRef>
              <a:fontRef idx="minor">
                <a:schemeClr val="tx1"/>
              </a:fontRef>
            </p:style>
          </p:cxnSp>
        </p:grpSp>
        <p:grpSp>
          <p:nvGrpSpPr>
            <p:cNvPr id="51" name="Group 50">
              <a:extLst>
                <a:ext uri="{FF2B5EF4-FFF2-40B4-BE49-F238E27FC236}">
                  <a16:creationId xmlns:a16="http://schemas.microsoft.com/office/drawing/2014/main" id="{348F13E4-9AFB-2875-D60E-45F54080543A}"/>
                </a:ext>
              </a:extLst>
            </p:cNvPr>
            <p:cNvGrpSpPr/>
            <p:nvPr/>
          </p:nvGrpSpPr>
          <p:grpSpPr>
            <a:xfrm>
              <a:off x="1579486" y="785765"/>
              <a:ext cx="18819" cy="45720"/>
              <a:chOff x="1639649" y="1052940"/>
              <a:chExt cx="18819" cy="45720"/>
            </a:xfrm>
          </p:grpSpPr>
          <p:cxnSp>
            <p:nvCxnSpPr>
              <p:cNvPr id="75" name="Straight Connector 74">
                <a:extLst>
                  <a:ext uri="{FF2B5EF4-FFF2-40B4-BE49-F238E27FC236}">
                    <a16:creationId xmlns:a16="http://schemas.microsoft.com/office/drawing/2014/main" id="{9D47E686-02D0-4FCD-0689-3C15F686284D}"/>
                  </a:ext>
                </a:extLst>
              </p:cNvPr>
              <p:cNvCxnSpPr>
                <a:cxnSpLocks/>
              </p:cNvCxnSpPr>
              <p:nvPr/>
            </p:nvCxnSpPr>
            <p:spPr>
              <a:xfrm flipH="1" flipV="1">
                <a:off x="1646956" y="1074296"/>
                <a:ext cx="1754" cy="24364"/>
              </a:xfrm>
              <a:prstGeom prst="line">
                <a:avLst/>
              </a:prstGeom>
              <a:ln w="6350"/>
            </p:spPr>
            <p:style>
              <a:lnRef idx="2">
                <a:schemeClr val="accent1"/>
              </a:lnRef>
              <a:fillRef idx="0">
                <a:schemeClr val="accent1"/>
              </a:fillRef>
              <a:effectRef idx="1">
                <a:schemeClr val="accent1"/>
              </a:effectRef>
              <a:fontRef idx="minor">
                <a:schemeClr val="tx1"/>
              </a:fontRef>
            </p:style>
          </p:cxnSp>
          <p:cxnSp>
            <p:nvCxnSpPr>
              <p:cNvPr id="76" name="Straight Connector 75">
                <a:extLst>
                  <a:ext uri="{FF2B5EF4-FFF2-40B4-BE49-F238E27FC236}">
                    <a16:creationId xmlns:a16="http://schemas.microsoft.com/office/drawing/2014/main" id="{700537E1-566A-C2A7-9ABF-260F2728F733}"/>
                  </a:ext>
                </a:extLst>
              </p:cNvPr>
              <p:cNvCxnSpPr>
                <a:cxnSpLocks/>
              </p:cNvCxnSpPr>
              <p:nvPr/>
            </p:nvCxnSpPr>
            <p:spPr>
              <a:xfrm rot="1800000" flipH="1" flipV="1">
                <a:off x="1656714" y="1053096"/>
                <a:ext cx="1754" cy="24364"/>
              </a:xfrm>
              <a:prstGeom prst="line">
                <a:avLst/>
              </a:prstGeom>
              <a:ln w="6350"/>
            </p:spPr>
            <p:style>
              <a:lnRef idx="2">
                <a:schemeClr val="accent1"/>
              </a:lnRef>
              <a:fillRef idx="0">
                <a:schemeClr val="accent1"/>
              </a:fillRef>
              <a:effectRef idx="1">
                <a:schemeClr val="accent1"/>
              </a:effectRef>
              <a:fontRef idx="minor">
                <a:schemeClr val="tx1"/>
              </a:fontRef>
            </p:style>
          </p:cxnSp>
          <p:cxnSp>
            <p:nvCxnSpPr>
              <p:cNvPr id="77" name="Straight Connector 76">
                <a:extLst>
                  <a:ext uri="{FF2B5EF4-FFF2-40B4-BE49-F238E27FC236}">
                    <a16:creationId xmlns:a16="http://schemas.microsoft.com/office/drawing/2014/main" id="{65AF8D10-8D9B-8CB3-22F0-09A1C35D48C4}"/>
                  </a:ext>
                </a:extLst>
              </p:cNvPr>
              <p:cNvCxnSpPr>
                <a:cxnSpLocks/>
              </p:cNvCxnSpPr>
              <p:nvPr/>
            </p:nvCxnSpPr>
            <p:spPr>
              <a:xfrm rot="19500000" flipH="1">
                <a:off x="1639649" y="1052940"/>
                <a:ext cx="1754" cy="24364"/>
              </a:xfrm>
              <a:prstGeom prst="line">
                <a:avLst/>
              </a:prstGeom>
              <a:ln w="6350"/>
            </p:spPr>
            <p:style>
              <a:lnRef idx="2">
                <a:schemeClr val="accent1"/>
              </a:lnRef>
              <a:fillRef idx="0">
                <a:schemeClr val="accent1"/>
              </a:fillRef>
              <a:effectRef idx="1">
                <a:schemeClr val="accent1"/>
              </a:effectRef>
              <a:fontRef idx="minor">
                <a:schemeClr val="tx1"/>
              </a:fontRef>
            </p:style>
          </p:cxnSp>
        </p:grpSp>
        <p:grpSp>
          <p:nvGrpSpPr>
            <p:cNvPr id="52" name="Group 51">
              <a:extLst>
                <a:ext uri="{FF2B5EF4-FFF2-40B4-BE49-F238E27FC236}">
                  <a16:creationId xmlns:a16="http://schemas.microsoft.com/office/drawing/2014/main" id="{C23112C0-72CB-3091-AE8B-21B2F3C0AA86}"/>
                </a:ext>
              </a:extLst>
            </p:cNvPr>
            <p:cNvGrpSpPr/>
            <p:nvPr/>
          </p:nvGrpSpPr>
          <p:grpSpPr>
            <a:xfrm>
              <a:off x="1606275" y="723305"/>
              <a:ext cx="18819" cy="45720"/>
              <a:chOff x="1639649" y="1052940"/>
              <a:chExt cx="18819" cy="45720"/>
            </a:xfrm>
          </p:grpSpPr>
          <p:cxnSp>
            <p:nvCxnSpPr>
              <p:cNvPr id="72" name="Straight Connector 71">
                <a:extLst>
                  <a:ext uri="{FF2B5EF4-FFF2-40B4-BE49-F238E27FC236}">
                    <a16:creationId xmlns:a16="http://schemas.microsoft.com/office/drawing/2014/main" id="{BDA022D4-B952-8414-0487-14D57FE1F427}"/>
                  </a:ext>
                </a:extLst>
              </p:cNvPr>
              <p:cNvCxnSpPr>
                <a:cxnSpLocks/>
              </p:cNvCxnSpPr>
              <p:nvPr/>
            </p:nvCxnSpPr>
            <p:spPr>
              <a:xfrm flipH="1" flipV="1">
                <a:off x="1646956" y="1074296"/>
                <a:ext cx="1754" cy="24364"/>
              </a:xfrm>
              <a:prstGeom prst="line">
                <a:avLst/>
              </a:prstGeom>
              <a:ln w="6350"/>
            </p:spPr>
            <p:style>
              <a:lnRef idx="2">
                <a:schemeClr val="accent1"/>
              </a:lnRef>
              <a:fillRef idx="0">
                <a:schemeClr val="accent1"/>
              </a:fillRef>
              <a:effectRef idx="1">
                <a:schemeClr val="accent1"/>
              </a:effectRef>
              <a:fontRef idx="minor">
                <a:schemeClr val="tx1"/>
              </a:fontRef>
            </p:style>
          </p:cxnSp>
          <p:cxnSp>
            <p:nvCxnSpPr>
              <p:cNvPr id="73" name="Straight Connector 72">
                <a:extLst>
                  <a:ext uri="{FF2B5EF4-FFF2-40B4-BE49-F238E27FC236}">
                    <a16:creationId xmlns:a16="http://schemas.microsoft.com/office/drawing/2014/main" id="{B56C3D76-E2D5-F0C6-CC00-5880383BC14C}"/>
                  </a:ext>
                </a:extLst>
              </p:cNvPr>
              <p:cNvCxnSpPr>
                <a:cxnSpLocks/>
              </p:cNvCxnSpPr>
              <p:nvPr/>
            </p:nvCxnSpPr>
            <p:spPr>
              <a:xfrm rot="1800000" flipH="1" flipV="1">
                <a:off x="1656714" y="1053096"/>
                <a:ext cx="1754" cy="24364"/>
              </a:xfrm>
              <a:prstGeom prst="line">
                <a:avLst/>
              </a:prstGeom>
              <a:ln w="6350"/>
            </p:spPr>
            <p:style>
              <a:lnRef idx="2">
                <a:schemeClr val="accent1"/>
              </a:lnRef>
              <a:fillRef idx="0">
                <a:schemeClr val="accent1"/>
              </a:fillRef>
              <a:effectRef idx="1">
                <a:schemeClr val="accent1"/>
              </a:effectRef>
              <a:fontRef idx="minor">
                <a:schemeClr val="tx1"/>
              </a:fontRef>
            </p:style>
          </p:cxnSp>
          <p:cxnSp>
            <p:nvCxnSpPr>
              <p:cNvPr id="74" name="Straight Connector 73">
                <a:extLst>
                  <a:ext uri="{FF2B5EF4-FFF2-40B4-BE49-F238E27FC236}">
                    <a16:creationId xmlns:a16="http://schemas.microsoft.com/office/drawing/2014/main" id="{DFAFDA5C-8453-ABF8-2E21-B8F3B3893375}"/>
                  </a:ext>
                </a:extLst>
              </p:cNvPr>
              <p:cNvCxnSpPr>
                <a:cxnSpLocks/>
              </p:cNvCxnSpPr>
              <p:nvPr/>
            </p:nvCxnSpPr>
            <p:spPr>
              <a:xfrm rot="19500000" flipH="1">
                <a:off x="1639649" y="1052940"/>
                <a:ext cx="1754" cy="24364"/>
              </a:xfrm>
              <a:prstGeom prst="line">
                <a:avLst/>
              </a:prstGeom>
              <a:ln w="6350"/>
            </p:spPr>
            <p:style>
              <a:lnRef idx="2">
                <a:schemeClr val="accent1"/>
              </a:lnRef>
              <a:fillRef idx="0">
                <a:schemeClr val="accent1"/>
              </a:fillRef>
              <a:effectRef idx="1">
                <a:schemeClr val="accent1"/>
              </a:effectRef>
              <a:fontRef idx="minor">
                <a:schemeClr val="tx1"/>
              </a:fontRef>
            </p:style>
          </p:cxnSp>
        </p:grpSp>
        <p:grpSp>
          <p:nvGrpSpPr>
            <p:cNvPr id="53" name="Group 52">
              <a:extLst>
                <a:ext uri="{FF2B5EF4-FFF2-40B4-BE49-F238E27FC236}">
                  <a16:creationId xmlns:a16="http://schemas.microsoft.com/office/drawing/2014/main" id="{5559DE75-DECB-EA05-466B-FE79B56F53FB}"/>
                </a:ext>
              </a:extLst>
            </p:cNvPr>
            <p:cNvGrpSpPr/>
            <p:nvPr/>
          </p:nvGrpSpPr>
          <p:grpSpPr>
            <a:xfrm>
              <a:off x="1632325" y="663272"/>
              <a:ext cx="18819" cy="45720"/>
              <a:chOff x="1639649" y="1052940"/>
              <a:chExt cx="18819" cy="45720"/>
            </a:xfrm>
          </p:grpSpPr>
          <p:cxnSp>
            <p:nvCxnSpPr>
              <p:cNvPr id="69" name="Straight Connector 68">
                <a:extLst>
                  <a:ext uri="{FF2B5EF4-FFF2-40B4-BE49-F238E27FC236}">
                    <a16:creationId xmlns:a16="http://schemas.microsoft.com/office/drawing/2014/main" id="{44EDB0FE-E7C0-CFF0-7242-B4DF69706143}"/>
                  </a:ext>
                </a:extLst>
              </p:cNvPr>
              <p:cNvCxnSpPr>
                <a:cxnSpLocks/>
              </p:cNvCxnSpPr>
              <p:nvPr/>
            </p:nvCxnSpPr>
            <p:spPr>
              <a:xfrm flipH="1" flipV="1">
                <a:off x="1646956" y="1074296"/>
                <a:ext cx="1754" cy="24364"/>
              </a:xfrm>
              <a:prstGeom prst="line">
                <a:avLst/>
              </a:prstGeom>
              <a:ln w="6350"/>
            </p:spPr>
            <p:style>
              <a:lnRef idx="2">
                <a:schemeClr val="accent1"/>
              </a:lnRef>
              <a:fillRef idx="0">
                <a:schemeClr val="accent1"/>
              </a:fillRef>
              <a:effectRef idx="1">
                <a:schemeClr val="accent1"/>
              </a:effectRef>
              <a:fontRef idx="minor">
                <a:schemeClr val="tx1"/>
              </a:fontRef>
            </p:style>
          </p:cxnSp>
          <p:cxnSp>
            <p:nvCxnSpPr>
              <p:cNvPr id="70" name="Straight Connector 69">
                <a:extLst>
                  <a:ext uri="{FF2B5EF4-FFF2-40B4-BE49-F238E27FC236}">
                    <a16:creationId xmlns:a16="http://schemas.microsoft.com/office/drawing/2014/main" id="{AC7E8241-7800-6781-4248-9C0BC47BD7DA}"/>
                  </a:ext>
                </a:extLst>
              </p:cNvPr>
              <p:cNvCxnSpPr>
                <a:cxnSpLocks/>
              </p:cNvCxnSpPr>
              <p:nvPr/>
            </p:nvCxnSpPr>
            <p:spPr>
              <a:xfrm rot="1800000" flipH="1" flipV="1">
                <a:off x="1656714" y="1053096"/>
                <a:ext cx="1754" cy="24364"/>
              </a:xfrm>
              <a:prstGeom prst="line">
                <a:avLst/>
              </a:prstGeom>
              <a:ln w="6350"/>
            </p:spPr>
            <p:style>
              <a:lnRef idx="2">
                <a:schemeClr val="accent1"/>
              </a:lnRef>
              <a:fillRef idx="0">
                <a:schemeClr val="accent1"/>
              </a:fillRef>
              <a:effectRef idx="1">
                <a:schemeClr val="accent1"/>
              </a:effectRef>
              <a:fontRef idx="minor">
                <a:schemeClr val="tx1"/>
              </a:fontRef>
            </p:style>
          </p:cxnSp>
          <p:cxnSp>
            <p:nvCxnSpPr>
              <p:cNvPr id="71" name="Straight Connector 70">
                <a:extLst>
                  <a:ext uri="{FF2B5EF4-FFF2-40B4-BE49-F238E27FC236}">
                    <a16:creationId xmlns:a16="http://schemas.microsoft.com/office/drawing/2014/main" id="{41BD8890-98A0-104E-7F4B-FE7156BBA940}"/>
                  </a:ext>
                </a:extLst>
              </p:cNvPr>
              <p:cNvCxnSpPr>
                <a:cxnSpLocks/>
              </p:cNvCxnSpPr>
              <p:nvPr/>
            </p:nvCxnSpPr>
            <p:spPr>
              <a:xfrm rot="19500000" flipH="1">
                <a:off x="1639649" y="1052940"/>
                <a:ext cx="1754" cy="24364"/>
              </a:xfrm>
              <a:prstGeom prst="line">
                <a:avLst/>
              </a:prstGeom>
              <a:ln w="6350"/>
            </p:spPr>
            <p:style>
              <a:lnRef idx="2">
                <a:schemeClr val="accent1"/>
              </a:lnRef>
              <a:fillRef idx="0">
                <a:schemeClr val="accent1"/>
              </a:fillRef>
              <a:effectRef idx="1">
                <a:schemeClr val="accent1"/>
              </a:effectRef>
              <a:fontRef idx="minor">
                <a:schemeClr val="tx1"/>
              </a:fontRef>
            </p:style>
          </p:cxnSp>
        </p:grpSp>
        <p:cxnSp>
          <p:nvCxnSpPr>
            <p:cNvPr id="54" name="Straight Connector 53">
              <a:extLst>
                <a:ext uri="{FF2B5EF4-FFF2-40B4-BE49-F238E27FC236}">
                  <a16:creationId xmlns:a16="http://schemas.microsoft.com/office/drawing/2014/main" id="{493F5383-A1D3-FE29-B2DC-CF75F0AC6416}"/>
                </a:ext>
              </a:extLst>
            </p:cNvPr>
            <p:cNvCxnSpPr>
              <a:cxnSpLocks/>
            </p:cNvCxnSpPr>
            <p:nvPr/>
          </p:nvCxnSpPr>
          <p:spPr>
            <a:xfrm flipV="1">
              <a:off x="1357047" y="830690"/>
              <a:ext cx="292608" cy="2400"/>
            </a:xfrm>
            <a:prstGeom prst="line">
              <a:avLst/>
            </a:prstGeom>
            <a:ln w="6350">
              <a:solidFill>
                <a:schemeClr val="bg1">
                  <a:lumMod val="50000"/>
                </a:schemeClr>
              </a:solidFill>
              <a:prstDash val="dash"/>
            </a:ln>
          </p:spPr>
          <p:style>
            <a:lnRef idx="2">
              <a:schemeClr val="accent1"/>
            </a:lnRef>
            <a:fillRef idx="0">
              <a:schemeClr val="accent1"/>
            </a:fillRef>
            <a:effectRef idx="1">
              <a:schemeClr val="accent1"/>
            </a:effectRef>
            <a:fontRef idx="minor">
              <a:schemeClr val="tx1"/>
            </a:fontRef>
          </p:style>
        </p:cxnSp>
        <p:cxnSp>
          <p:nvCxnSpPr>
            <p:cNvPr id="55" name="Straight Connector 54">
              <a:extLst>
                <a:ext uri="{FF2B5EF4-FFF2-40B4-BE49-F238E27FC236}">
                  <a16:creationId xmlns:a16="http://schemas.microsoft.com/office/drawing/2014/main" id="{3AE8A221-81E3-28D6-92B6-F200FC68A974}"/>
                </a:ext>
              </a:extLst>
            </p:cNvPr>
            <p:cNvCxnSpPr>
              <a:cxnSpLocks/>
            </p:cNvCxnSpPr>
            <p:nvPr/>
          </p:nvCxnSpPr>
          <p:spPr>
            <a:xfrm flipV="1">
              <a:off x="1418728" y="711235"/>
              <a:ext cx="292608" cy="2400"/>
            </a:xfrm>
            <a:prstGeom prst="line">
              <a:avLst/>
            </a:prstGeom>
            <a:ln w="6350">
              <a:solidFill>
                <a:schemeClr val="bg1">
                  <a:lumMod val="50000"/>
                </a:schemeClr>
              </a:solidFill>
              <a:prstDash val="dash"/>
            </a:ln>
          </p:spPr>
          <p:style>
            <a:lnRef idx="2">
              <a:schemeClr val="accent1"/>
            </a:lnRef>
            <a:fillRef idx="0">
              <a:schemeClr val="accent1"/>
            </a:fillRef>
            <a:effectRef idx="1">
              <a:schemeClr val="accent1"/>
            </a:effectRef>
            <a:fontRef idx="minor">
              <a:schemeClr val="tx1"/>
            </a:fontRef>
          </p:style>
        </p:cxnSp>
        <p:sp>
          <p:nvSpPr>
            <p:cNvPr id="56" name="Freeform: Shape 55">
              <a:extLst>
                <a:ext uri="{FF2B5EF4-FFF2-40B4-BE49-F238E27FC236}">
                  <a16:creationId xmlns:a16="http://schemas.microsoft.com/office/drawing/2014/main" id="{B54CD8F8-4C66-E6B8-4D2A-B08D50EA1F48}"/>
                </a:ext>
              </a:extLst>
            </p:cNvPr>
            <p:cNvSpPr/>
            <p:nvPr/>
          </p:nvSpPr>
          <p:spPr>
            <a:xfrm>
              <a:off x="1357308" y="711977"/>
              <a:ext cx="64294" cy="121444"/>
            </a:xfrm>
            <a:custGeom>
              <a:avLst/>
              <a:gdLst>
                <a:gd name="csX0" fmla="*/ 0 w 64294"/>
                <a:gd name="csY0" fmla="*/ 121444 h 121444"/>
                <a:gd name="csX1" fmla="*/ 35719 w 64294"/>
                <a:gd name="csY1" fmla="*/ 61913 h 121444"/>
                <a:gd name="csX2" fmla="*/ 64294 w 64294"/>
                <a:gd name="csY2" fmla="*/ 0 h 121444"/>
              </a:gdLst>
              <a:ahLst/>
              <a:cxnLst>
                <a:cxn ang="0">
                  <a:pos x="csX0" y="csY0"/>
                </a:cxn>
                <a:cxn ang="0">
                  <a:pos x="csX1" y="csY1"/>
                </a:cxn>
                <a:cxn ang="0">
                  <a:pos x="csX2" y="csY2"/>
                </a:cxn>
              </a:cxnLst>
              <a:rect l="l" t="t" r="r" b="b"/>
              <a:pathLst>
                <a:path w="64294" h="121444">
                  <a:moveTo>
                    <a:pt x="0" y="121444"/>
                  </a:moveTo>
                  <a:cubicBezTo>
                    <a:pt x="12501" y="101799"/>
                    <a:pt x="25003" y="82154"/>
                    <a:pt x="35719" y="61913"/>
                  </a:cubicBezTo>
                  <a:cubicBezTo>
                    <a:pt x="46435" y="41672"/>
                    <a:pt x="55364" y="20836"/>
                    <a:pt x="64294" y="0"/>
                  </a:cubicBezTo>
                </a:path>
              </a:pathLst>
            </a:custGeom>
            <a:noFill/>
            <a:ln w="6350">
              <a:solidFill>
                <a:schemeClr val="bg1">
                  <a:lumMod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7" name="Freeform: Shape 56">
              <a:extLst>
                <a:ext uri="{FF2B5EF4-FFF2-40B4-BE49-F238E27FC236}">
                  <a16:creationId xmlns:a16="http://schemas.microsoft.com/office/drawing/2014/main" id="{A56A1CB5-D01F-2FD8-583E-C7BA03FEADC1}"/>
                </a:ext>
              </a:extLst>
            </p:cNvPr>
            <p:cNvSpPr/>
            <p:nvPr/>
          </p:nvSpPr>
          <p:spPr>
            <a:xfrm>
              <a:off x="1643612" y="711977"/>
              <a:ext cx="64294" cy="121444"/>
            </a:xfrm>
            <a:custGeom>
              <a:avLst/>
              <a:gdLst>
                <a:gd name="csX0" fmla="*/ 0 w 64294"/>
                <a:gd name="csY0" fmla="*/ 121444 h 121444"/>
                <a:gd name="csX1" fmla="*/ 35719 w 64294"/>
                <a:gd name="csY1" fmla="*/ 61913 h 121444"/>
                <a:gd name="csX2" fmla="*/ 64294 w 64294"/>
                <a:gd name="csY2" fmla="*/ 0 h 121444"/>
              </a:gdLst>
              <a:ahLst/>
              <a:cxnLst>
                <a:cxn ang="0">
                  <a:pos x="csX0" y="csY0"/>
                </a:cxn>
                <a:cxn ang="0">
                  <a:pos x="csX1" y="csY1"/>
                </a:cxn>
                <a:cxn ang="0">
                  <a:pos x="csX2" y="csY2"/>
                </a:cxn>
              </a:cxnLst>
              <a:rect l="l" t="t" r="r" b="b"/>
              <a:pathLst>
                <a:path w="64294" h="121444">
                  <a:moveTo>
                    <a:pt x="0" y="121444"/>
                  </a:moveTo>
                  <a:cubicBezTo>
                    <a:pt x="12501" y="101799"/>
                    <a:pt x="25003" y="82154"/>
                    <a:pt x="35719" y="61913"/>
                  </a:cubicBezTo>
                  <a:cubicBezTo>
                    <a:pt x="46435" y="41672"/>
                    <a:pt x="55364" y="20836"/>
                    <a:pt x="64294" y="0"/>
                  </a:cubicBezTo>
                </a:path>
              </a:pathLst>
            </a:custGeom>
            <a:noFill/>
            <a:ln w="6350">
              <a:solidFill>
                <a:schemeClr val="bg1">
                  <a:lumMod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nvGrpSpPr>
            <p:cNvPr id="58" name="Group 57">
              <a:extLst>
                <a:ext uri="{FF2B5EF4-FFF2-40B4-BE49-F238E27FC236}">
                  <a16:creationId xmlns:a16="http://schemas.microsoft.com/office/drawing/2014/main" id="{8FE79964-89CF-1B06-D071-CFEB19CA674F}"/>
                </a:ext>
              </a:extLst>
            </p:cNvPr>
            <p:cNvGrpSpPr/>
            <p:nvPr/>
          </p:nvGrpSpPr>
          <p:grpSpPr>
            <a:xfrm flipH="1">
              <a:off x="1511479" y="762715"/>
              <a:ext cx="53435" cy="145529"/>
              <a:chOff x="1640890" y="915718"/>
              <a:chExt cx="0" cy="199245"/>
            </a:xfrm>
          </p:grpSpPr>
          <p:cxnSp>
            <p:nvCxnSpPr>
              <p:cNvPr id="67" name="Straight Connector 66">
                <a:extLst>
                  <a:ext uri="{FF2B5EF4-FFF2-40B4-BE49-F238E27FC236}">
                    <a16:creationId xmlns:a16="http://schemas.microsoft.com/office/drawing/2014/main" id="{3F98E599-68B3-FE24-2AB8-8EC2A0269AFF}"/>
                  </a:ext>
                </a:extLst>
              </p:cNvPr>
              <p:cNvCxnSpPr>
                <a:cxnSpLocks/>
              </p:cNvCxnSpPr>
              <p:nvPr/>
            </p:nvCxnSpPr>
            <p:spPr>
              <a:xfrm>
                <a:off x="1640890" y="915718"/>
                <a:ext cx="0" cy="132830"/>
              </a:xfrm>
              <a:prstGeom prst="line">
                <a:avLst/>
              </a:prstGeom>
              <a:ln w="6350">
                <a:solidFill>
                  <a:schemeClr val="bg1">
                    <a:lumMod val="50000"/>
                  </a:schemeClr>
                </a:solidFill>
                <a:prstDash val="dash"/>
              </a:ln>
            </p:spPr>
            <p:style>
              <a:lnRef idx="2">
                <a:schemeClr val="accent1"/>
              </a:lnRef>
              <a:fillRef idx="0">
                <a:schemeClr val="accent1"/>
              </a:fillRef>
              <a:effectRef idx="1">
                <a:schemeClr val="accent1"/>
              </a:effectRef>
              <a:fontRef idx="minor">
                <a:schemeClr val="tx1"/>
              </a:fontRef>
            </p:style>
          </p:cxnSp>
          <p:cxnSp>
            <p:nvCxnSpPr>
              <p:cNvPr id="68" name="Straight Connector 67">
                <a:extLst>
                  <a:ext uri="{FF2B5EF4-FFF2-40B4-BE49-F238E27FC236}">
                    <a16:creationId xmlns:a16="http://schemas.microsoft.com/office/drawing/2014/main" id="{717E5B91-AAC3-3400-0BB1-695B59EE064F}"/>
                  </a:ext>
                </a:extLst>
              </p:cNvPr>
              <p:cNvCxnSpPr>
                <a:cxnSpLocks/>
              </p:cNvCxnSpPr>
              <p:nvPr/>
            </p:nvCxnSpPr>
            <p:spPr>
              <a:xfrm>
                <a:off x="1640890" y="982133"/>
                <a:ext cx="0" cy="132830"/>
              </a:xfrm>
              <a:prstGeom prst="line">
                <a:avLst/>
              </a:prstGeom>
              <a:ln w="6350">
                <a:solidFill>
                  <a:schemeClr val="bg1">
                    <a:lumMod val="50000"/>
                  </a:schemeClr>
                </a:solidFill>
                <a:prstDash val="solid"/>
              </a:ln>
            </p:spPr>
            <p:style>
              <a:lnRef idx="2">
                <a:schemeClr val="accent1"/>
              </a:lnRef>
              <a:fillRef idx="0">
                <a:schemeClr val="accent1"/>
              </a:fillRef>
              <a:effectRef idx="1">
                <a:schemeClr val="accent1"/>
              </a:effectRef>
              <a:fontRef idx="minor">
                <a:schemeClr val="tx1"/>
              </a:fontRef>
            </p:style>
          </p:cxnSp>
        </p:grpSp>
        <p:grpSp>
          <p:nvGrpSpPr>
            <p:cNvPr id="59" name="Group 58">
              <a:extLst>
                <a:ext uri="{FF2B5EF4-FFF2-40B4-BE49-F238E27FC236}">
                  <a16:creationId xmlns:a16="http://schemas.microsoft.com/office/drawing/2014/main" id="{DCE15EC4-CF56-2F14-2B8A-0A59320DD6FB}"/>
                </a:ext>
              </a:extLst>
            </p:cNvPr>
            <p:cNvGrpSpPr/>
            <p:nvPr/>
          </p:nvGrpSpPr>
          <p:grpSpPr>
            <a:xfrm>
              <a:off x="1470798" y="758412"/>
              <a:ext cx="53435" cy="150410"/>
              <a:chOff x="1475910" y="909035"/>
              <a:chExt cx="0" cy="205928"/>
            </a:xfrm>
          </p:grpSpPr>
          <p:cxnSp>
            <p:nvCxnSpPr>
              <p:cNvPr id="65" name="Straight Connector 64">
                <a:extLst>
                  <a:ext uri="{FF2B5EF4-FFF2-40B4-BE49-F238E27FC236}">
                    <a16:creationId xmlns:a16="http://schemas.microsoft.com/office/drawing/2014/main" id="{70FFCCA7-A978-8D25-0860-0AC3E4D55190}"/>
                  </a:ext>
                </a:extLst>
              </p:cNvPr>
              <p:cNvCxnSpPr>
                <a:cxnSpLocks/>
              </p:cNvCxnSpPr>
              <p:nvPr/>
            </p:nvCxnSpPr>
            <p:spPr>
              <a:xfrm>
                <a:off x="1475910" y="909035"/>
                <a:ext cx="0" cy="132830"/>
              </a:xfrm>
              <a:prstGeom prst="line">
                <a:avLst/>
              </a:prstGeom>
              <a:ln w="6350">
                <a:solidFill>
                  <a:schemeClr val="bg1">
                    <a:lumMod val="50000"/>
                  </a:schemeClr>
                </a:solidFill>
                <a:prstDash val="dash"/>
              </a:ln>
            </p:spPr>
            <p:style>
              <a:lnRef idx="2">
                <a:schemeClr val="accent1"/>
              </a:lnRef>
              <a:fillRef idx="0">
                <a:schemeClr val="accent1"/>
              </a:fillRef>
              <a:effectRef idx="1">
                <a:schemeClr val="accent1"/>
              </a:effectRef>
              <a:fontRef idx="minor">
                <a:schemeClr val="tx1"/>
              </a:fontRef>
            </p:style>
          </p:cxnSp>
          <p:cxnSp>
            <p:nvCxnSpPr>
              <p:cNvPr id="66" name="Straight Connector 65">
                <a:extLst>
                  <a:ext uri="{FF2B5EF4-FFF2-40B4-BE49-F238E27FC236}">
                    <a16:creationId xmlns:a16="http://schemas.microsoft.com/office/drawing/2014/main" id="{7F876FDB-52A5-39A9-BB0E-CCFD4053E31C}"/>
                  </a:ext>
                </a:extLst>
              </p:cNvPr>
              <p:cNvCxnSpPr>
                <a:cxnSpLocks/>
              </p:cNvCxnSpPr>
              <p:nvPr/>
            </p:nvCxnSpPr>
            <p:spPr>
              <a:xfrm>
                <a:off x="1475910" y="982133"/>
                <a:ext cx="0" cy="132830"/>
              </a:xfrm>
              <a:prstGeom prst="line">
                <a:avLst/>
              </a:prstGeom>
              <a:ln w="6350">
                <a:solidFill>
                  <a:schemeClr val="bg1">
                    <a:lumMod val="50000"/>
                  </a:schemeClr>
                </a:solidFill>
                <a:prstDash val="solid"/>
              </a:ln>
            </p:spPr>
            <p:style>
              <a:lnRef idx="2">
                <a:schemeClr val="accent1"/>
              </a:lnRef>
              <a:fillRef idx="0">
                <a:schemeClr val="accent1"/>
              </a:fillRef>
              <a:effectRef idx="1">
                <a:schemeClr val="accent1"/>
              </a:effectRef>
              <a:fontRef idx="minor">
                <a:schemeClr val="tx1"/>
              </a:fontRef>
            </p:style>
          </p:cxnSp>
        </p:grpSp>
        <p:sp>
          <p:nvSpPr>
            <p:cNvPr id="60" name="Oval 59">
              <a:extLst>
                <a:ext uri="{FF2B5EF4-FFF2-40B4-BE49-F238E27FC236}">
                  <a16:creationId xmlns:a16="http://schemas.microsoft.com/office/drawing/2014/main" id="{77321096-C4CA-55D6-61A2-E72C457BB97E}"/>
                </a:ext>
              </a:extLst>
            </p:cNvPr>
            <p:cNvSpPr>
              <a:spLocks noChangeAspect="1"/>
            </p:cNvSpPr>
            <p:nvPr/>
          </p:nvSpPr>
          <p:spPr>
            <a:xfrm>
              <a:off x="1547151" y="1052005"/>
              <a:ext cx="32804" cy="32804"/>
            </a:xfrm>
            <a:prstGeom prst="ellipse">
              <a:avLst/>
            </a:prstGeom>
            <a:no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1" name="Isosceles Triangle 60">
              <a:extLst>
                <a:ext uri="{FF2B5EF4-FFF2-40B4-BE49-F238E27FC236}">
                  <a16:creationId xmlns:a16="http://schemas.microsoft.com/office/drawing/2014/main" id="{DFCB3FC4-C35A-E01C-89CB-FA5CCEBA0D30}"/>
                </a:ext>
              </a:extLst>
            </p:cNvPr>
            <p:cNvSpPr/>
            <p:nvPr/>
          </p:nvSpPr>
          <p:spPr>
            <a:xfrm flipV="1">
              <a:off x="1426547" y="905177"/>
              <a:ext cx="182880" cy="127249"/>
            </a:xfrm>
            <a:prstGeom prst="triangle">
              <a:avLst/>
            </a:prstGeom>
            <a:no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2" name="Oval 61">
              <a:extLst>
                <a:ext uri="{FF2B5EF4-FFF2-40B4-BE49-F238E27FC236}">
                  <a16:creationId xmlns:a16="http://schemas.microsoft.com/office/drawing/2014/main" id="{9E81A959-4AA9-1B1D-95BF-8141A72F72B6}"/>
                </a:ext>
              </a:extLst>
            </p:cNvPr>
            <p:cNvSpPr>
              <a:spLocks noChangeAspect="1"/>
            </p:cNvSpPr>
            <p:nvPr/>
          </p:nvSpPr>
          <p:spPr>
            <a:xfrm>
              <a:off x="1459682" y="1051011"/>
              <a:ext cx="32804" cy="32804"/>
            </a:xfrm>
            <a:prstGeom prst="ellipse">
              <a:avLst/>
            </a:prstGeom>
            <a:no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cxnSp>
          <p:nvCxnSpPr>
            <p:cNvPr id="63" name="Straight Connector 62">
              <a:extLst>
                <a:ext uri="{FF2B5EF4-FFF2-40B4-BE49-F238E27FC236}">
                  <a16:creationId xmlns:a16="http://schemas.microsoft.com/office/drawing/2014/main" id="{0209114C-658E-1486-D91E-0C7C5DE5397C}"/>
                </a:ext>
              </a:extLst>
            </p:cNvPr>
            <p:cNvCxnSpPr>
              <a:cxnSpLocks/>
            </p:cNvCxnSpPr>
            <p:nvPr/>
          </p:nvCxnSpPr>
          <p:spPr>
            <a:xfrm>
              <a:off x="1478305" y="980105"/>
              <a:ext cx="0" cy="73152"/>
            </a:xfrm>
            <a:prstGeom prst="line">
              <a:avLst/>
            </a:prstGeom>
            <a:ln w="6350">
              <a:solidFill>
                <a:schemeClr val="bg1">
                  <a:lumMod val="50000"/>
                </a:schemeClr>
              </a:solidFill>
              <a:prstDash val="solid"/>
            </a:ln>
          </p:spPr>
          <p:style>
            <a:lnRef idx="2">
              <a:schemeClr val="accent1"/>
            </a:lnRef>
            <a:fillRef idx="0">
              <a:schemeClr val="accent1"/>
            </a:fillRef>
            <a:effectRef idx="1">
              <a:schemeClr val="accent1"/>
            </a:effectRef>
            <a:fontRef idx="minor">
              <a:schemeClr val="tx1"/>
            </a:fontRef>
          </p:style>
        </p:cxnSp>
        <p:cxnSp>
          <p:nvCxnSpPr>
            <p:cNvPr id="64" name="Straight Connector 63">
              <a:extLst>
                <a:ext uri="{FF2B5EF4-FFF2-40B4-BE49-F238E27FC236}">
                  <a16:creationId xmlns:a16="http://schemas.microsoft.com/office/drawing/2014/main" id="{1CFFEC1B-40CF-8B5C-9D09-41D6CFF648EC}"/>
                </a:ext>
              </a:extLst>
            </p:cNvPr>
            <p:cNvCxnSpPr>
              <a:cxnSpLocks/>
            </p:cNvCxnSpPr>
            <p:nvPr/>
          </p:nvCxnSpPr>
          <p:spPr>
            <a:xfrm>
              <a:off x="1561811" y="979348"/>
              <a:ext cx="0" cy="73152"/>
            </a:xfrm>
            <a:prstGeom prst="line">
              <a:avLst/>
            </a:prstGeom>
            <a:ln w="6350">
              <a:solidFill>
                <a:schemeClr val="bg1">
                  <a:lumMod val="50000"/>
                </a:schemeClr>
              </a:solidFill>
              <a:prstDash val="solid"/>
            </a:ln>
          </p:spPr>
          <p:style>
            <a:lnRef idx="2">
              <a:schemeClr val="accent1"/>
            </a:lnRef>
            <a:fillRef idx="0">
              <a:schemeClr val="accent1"/>
            </a:fillRef>
            <a:effectRef idx="1">
              <a:schemeClr val="accent1"/>
            </a:effectRef>
            <a:fontRef idx="minor">
              <a:schemeClr val="tx1"/>
            </a:fontRef>
          </p:style>
        </p:cxnSp>
      </p:grpSp>
      <p:sp>
        <p:nvSpPr>
          <p:cNvPr id="96" name="TextBox 95">
            <a:extLst>
              <a:ext uri="{FF2B5EF4-FFF2-40B4-BE49-F238E27FC236}">
                <a16:creationId xmlns:a16="http://schemas.microsoft.com/office/drawing/2014/main" id="{D196C7F0-F044-A5B7-990D-885B2A93A0F7}"/>
              </a:ext>
            </a:extLst>
          </p:cNvPr>
          <p:cNvSpPr txBox="1"/>
          <p:nvPr/>
        </p:nvSpPr>
        <p:spPr>
          <a:xfrm>
            <a:off x="1954862" y="715458"/>
            <a:ext cx="2130098" cy="217863"/>
          </a:xfrm>
          <a:prstGeom prst="rect">
            <a:avLst/>
          </a:prstGeom>
          <a:noFill/>
        </p:spPr>
        <p:txBody>
          <a:bodyPr rot="0" spcFirstLastPara="0" vertOverflow="overflow" horzOverflow="overflow" vert="horz" wrap="none" lIns="63355" tIns="31678" rIns="63355" bIns="31678"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solidFill>
                  <a:srgbClr val="000000"/>
                </a:solidFill>
                <a:effectLst/>
                <a:uLnTx/>
                <a:uFillTx/>
                <a:latin typeface="Arial"/>
                <a:ea typeface="+mn-ea"/>
                <a:cs typeface="Arial"/>
                <a:sym typeface="Arial"/>
                <a:rtl val="0"/>
              </a:rPr>
              <a:t>Molecular-electrical transduction</a:t>
            </a:r>
          </a:p>
        </p:txBody>
      </p:sp>
      <p:sp>
        <p:nvSpPr>
          <p:cNvPr id="120" name="TextBox 119">
            <a:extLst>
              <a:ext uri="{FF2B5EF4-FFF2-40B4-BE49-F238E27FC236}">
                <a16:creationId xmlns:a16="http://schemas.microsoft.com/office/drawing/2014/main" id="{AA169EAC-0EB5-C4B1-D0C3-BE411FA6331E}"/>
              </a:ext>
            </a:extLst>
          </p:cNvPr>
          <p:cNvSpPr txBox="1"/>
          <p:nvPr/>
        </p:nvSpPr>
        <p:spPr>
          <a:xfrm>
            <a:off x="-41076" y="2103158"/>
            <a:ext cx="1192955" cy="24622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a:ln>
                  <a:noFill/>
                </a:ln>
                <a:solidFill>
                  <a:srgbClr val="E97132">
                    <a:lumMod val="50000"/>
                  </a:srgbClr>
                </a:solidFill>
                <a:effectLst/>
                <a:uLnTx/>
                <a:uFillTx/>
                <a:latin typeface="Arial" panose="020B0604020202020204" pitchFamily="34" charset="0"/>
                <a:ea typeface="+mn-ea"/>
                <a:cs typeface="Arial" panose="020B0604020202020204" pitchFamily="34" charset="0"/>
              </a:rPr>
              <a:t>▪</a:t>
            </a:r>
            <a:r>
              <a:rPr kumimoji="0" lang="en-GB" sz="1000" b="0" i="0" u="none" strike="noStrike" kern="1200" cap="none" spc="0" normalizeH="0" baseline="0" noProof="0" dirty="0">
                <a:ln>
                  <a:noFill/>
                </a:ln>
                <a:solidFill>
                  <a:prstClr val="white">
                    <a:lumMod val="50000"/>
                  </a:prstClr>
                </a:solidFill>
                <a:effectLst/>
                <a:uLnTx/>
                <a:uFillTx/>
                <a:latin typeface="Arial" panose="020B0604020202020204" pitchFamily="34" charset="0"/>
                <a:ea typeface="+mn-ea"/>
                <a:cs typeface="Arial" panose="020B0604020202020204" pitchFamily="34" charset="0"/>
              </a:rPr>
              <a:t>  </a:t>
            </a:r>
            <a:r>
              <a:rPr kumimoji="0" lang="en-GB" sz="1000" b="0" i="0" u="none" strike="noStrike" kern="1200" cap="none" spc="0" normalizeH="0" baseline="0" noProof="0" dirty="0">
                <a:ln>
                  <a:noFill/>
                </a:ln>
                <a:solidFill>
                  <a:prstClr val="white">
                    <a:lumMod val="50000"/>
                  </a:prstClr>
                </a:solidFill>
                <a:effectLst/>
                <a:uLnTx/>
                <a:uFillTx/>
                <a:latin typeface="Arial Nova" panose="020F0502020204030204" pitchFamily="34" charset="0"/>
                <a:ea typeface="+mn-ea"/>
                <a:cs typeface="Arial" panose="020B0604020202020204" pitchFamily="34" charset="0"/>
              </a:rPr>
              <a:t>MICROFLUIDIC</a:t>
            </a:r>
            <a:endParaRPr kumimoji="0" lang="en-GB" sz="1000" b="0" i="0" u="none" strike="noStrike" kern="1200" cap="none" spc="0" normalizeH="0" baseline="0" noProof="0" dirty="0">
              <a:ln>
                <a:noFill/>
              </a:ln>
              <a:solidFill>
                <a:prstClr val="white">
                  <a:lumMod val="50000"/>
                </a:prstClr>
              </a:solidFill>
              <a:effectLst/>
              <a:uLnTx/>
              <a:uFillTx/>
              <a:latin typeface="Arial Nova" panose="020F0502020204030204" pitchFamily="34" charset="0"/>
              <a:ea typeface="+mn-ea"/>
              <a:cs typeface="+mn-cs"/>
            </a:endParaRPr>
          </a:p>
        </p:txBody>
      </p:sp>
      <p:sp>
        <p:nvSpPr>
          <p:cNvPr id="121" name="TextBox 120">
            <a:extLst>
              <a:ext uri="{FF2B5EF4-FFF2-40B4-BE49-F238E27FC236}">
                <a16:creationId xmlns:a16="http://schemas.microsoft.com/office/drawing/2014/main" id="{B692EBE3-C930-57B0-3385-267E0AF1E476}"/>
              </a:ext>
            </a:extLst>
          </p:cNvPr>
          <p:cNvSpPr txBox="1"/>
          <p:nvPr/>
        </p:nvSpPr>
        <p:spPr>
          <a:xfrm>
            <a:off x="-28037" y="2400654"/>
            <a:ext cx="1480883" cy="371752"/>
          </a:xfrm>
          <a:prstGeom prst="rect">
            <a:avLst/>
          </a:prstGeom>
          <a:noFill/>
        </p:spPr>
        <p:txBody>
          <a:bodyPr rot="0" spcFirstLastPara="0" vertOverflow="overflow" horzOverflow="overflow" vert="horz" wrap="none" lIns="63355" tIns="31678" rIns="63355" bIns="31678"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solidFill>
                  <a:srgbClr val="000000"/>
                </a:solidFill>
                <a:effectLst/>
                <a:uLnTx/>
                <a:uFillTx/>
                <a:latin typeface="Arial"/>
                <a:ea typeface="+mn-ea"/>
                <a:cs typeface="Arial"/>
                <a:sym typeface="Arial"/>
                <a:rtl val="0"/>
              </a:rPr>
              <a:t>FIR-shaped channels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solidFill>
                  <a:srgbClr val="000000"/>
                </a:solidFill>
                <a:effectLst/>
                <a:uLnTx/>
                <a:uFillTx/>
                <a:latin typeface="Arial"/>
                <a:ea typeface="+mn-ea"/>
                <a:cs typeface="Arial"/>
                <a:sym typeface="Arial"/>
                <a:rtl val="0"/>
              </a:rPr>
              <a:t>+ in-channel reactions</a:t>
            </a:r>
          </a:p>
        </p:txBody>
      </p:sp>
      <p:grpSp>
        <p:nvGrpSpPr>
          <p:cNvPr id="122" name="Group 121">
            <a:extLst>
              <a:ext uri="{FF2B5EF4-FFF2-40B4-BE49-F238E27FC236}">
                <a16:creationId xmlns:a16="http://schemas.microsoft.com/office/drawing/2014/main" id="{D77742C0-C80A-4249-090D-360469714984}"/>
              </a:ext>
            </a:extLst>
          </p:cNvPr>
          <p:cNvGrpSpPr/>
          <p:nvPr/>
        </p:nvGrpSpPr>
        <p:grpSpPr>
          <a:xfrm>
            <a:off x="2055272" y="2952382"/>
            <a:ext cx="1482051" cy="417106"/>
            <a:chOff x="902563" y="1366361"/>
            <a:chExt cx="896594" cy="252336"/>
          </a:xfrm>
        </p:grpSpPr>
        <p:sp>
          <p:nvSpPr>
            <p:cNvPr id="123" name="Cylinder 122">
              <a:extLst>
                <a:ext uri="{FF2B5EF4-FFF2-40B4-BE49-F238E27FC236}">
                  <a16:creationId xmlns:a16="http://schemas.microsoft.com/office/drawing/2014/main" id="{EDC843FC-30E7-52AD-E05C-4DA07EAA3AA5}"/>
                </a:ext>
              </a:extLst>
            </p:cNvPr>
            <p:cNvSpPr/>
            <p:nvPr/>
          </p:nvSpPr>
          <p:spPr>
            <a:xfrm rot="5400000">
              <a:off x="1224692" y="1044232"/>
              <a:ext cx="252336" cy="896594"/>
            </a:xfrm>
            <a:prstGeom prst="can">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4" name="Oval 123">
              <a:extLst>
                <a:ext uri="{FF2B5EF4-FFF2-40B4-BE49-F238E27FC236}">
                  <a16:creationId xmlns:a16="http://schemas.microsoft.com/office/drawing/2014/main" id="{2A4CE93E-AA8A-34DB-975A-ACD00D988D7C}"/>
                </a:ext>
              </a:extLst>
            </p:cNvPr>
            <p:cNvSpPr>
              <a:spLocks noChangeAspect="1"/>
            </p:cNvSpPr>
            <p:nvPr/>
          </p:nvSpPr>
          <p:spPr>
            <a:xfrm>
              <a:off x="987864" y="1421561"/>
              <a:ext cx="32804" cy="32804"/>
            </a:xfrm>
            <a:prstGeom prst="ellipse">
              <a:avLst/>
            </a:prstGeom>
            <a:solidFill>
              <a:srgbClr val="C29B4E"/>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5" name="Oval 124">
              <a:extLst>
                <a:ext uri="{FF2B5EF4-FFF2-40B4-BE49-F238E27FC236}">
                  <a16:creationId xmlns:a16="http://schemas.microsoft.com/office/drawing/2014/main" id="{D4D4B906-C4B4-2947-728D-31363CBCDF55}"/>
                </a:ext>
              </a:extLst>
            </p:cNvPr>
            <p:cNvSpPr>
              <a:spLocks noChangeAspect="1"/>
            </p:cNvSpPr>
            <p:nvPr/>
          </p:nvSpPr>
          <p:spPr>
            <a:xfrm>
              <a:off x="987864" y="1498610"/>
              <a:ext cx="32804" cy="32804"/>
            </a:xfrm>
            <a:prstGeom prst="ellipse">
              <a:avLst/>
            </a:prstGeom>
            <a:solidFill>
              <a:srgbClr val="C29B4E"/>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6" name="Oval 125">
              <a:extLst>
                <a:ext uri="{FF2B5EF4-FFF2-40B4-BE49-F238E27FC236}">
                  <a16:creationId xmlns:a16="http://schemas.microsoft.com/office/drawing/2014/main" id="{170D0AB3-4EF0-81D5-E503-6893EB8A22BC}"/>
                </a:ext>
              </a:extLst>
            </p:cNvPr>
            <p:cNvSpPr>
              <a:spLocks noChangeAspect="1"/>
            </p:cNvSpPr>
            <p:nvPr/>
          </p:nvSpPr>
          <p:spPr>
            <a:xfrm>
              <a:off x="952163" y="1460510"/>
              <a:ext cx="32804" cy="32804"/>
            </a:xfrm>
            <a:prstGeom prst="ellipse">
              <a:avLst/>
            </a:prstGeom>
            <a:solidFill>
              <a:srgbClr val="C29B4E"/>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7" name="Oval 126">
              <a:extLst>
                <a:ext uri="{FF2B5EF4-FFF2-40B4-BE49-F238E27FC236}">
                  <a16:creationId xmlns:a16="http://schemas.microsoft.com/office/drawing/2014/main" id="{A3DB8A1E-14DD-6F24-1FD4-BFFFF1FC8AB3}"/>
                </a:ext>
              </a:extLst>
            </p:cNvPr>
            <p:cNvSpPr>
              <a:spLocks noChangeAspect="1"/>
            </p:cNvSpPr>
            <p:nvPr/>
          </p:nvSpPr>
          <p:spPr>
            <a:xfrm>
              <a:off x="958349" y="1553810"/>
              <a:ext cx="32804" cy="32804"/>
            </a:xfrm>
            <a:prstGeom prst="ellipse">
              <a:avLst/>
            </a:prstGeom>
            <a:solidFill>
              <a:srgbClr val="C29B4E"/>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8" name="Oval 127">
              <a:extLst>
                <a:ext uri="{FF2B5EF4-FFF2-40B4-BE49-F238E27FC236}">
                  <a16:creationId xmlns:a16="http://schemas.microsoft.com/office/drawing/2014/main" id="{FDCC7CCB-27F6-9C5B-88F5-5C61DE8D295F}"/>
                </a:ext>
              </a:extLst>
            </p:cNvPr>
            <p:cNvSpPr>
              <a:spLocks noChangeAspect="1"/>
            </p:cNvSpPr>
            <p:nvPr/>
          </p:nvSpPr>
          <p:spPr>
            <a:xfrm>
              <a:off x="1068946" y="1459256"/>
              <a:ext cx="32804" cy="32804"/>
            </a:xfrm>
            <a:prstGeom prst="ellipse">
              <a:avLst/>
            </a:prstGeom>
            <a:solidFill>
              <a:srgbClr val="C29B4E"/>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9" name="Oval 128">
              <a:extLst>
                <a:ext uri="{FF2B5EF4-FFF2-40B4-BE49-F238E27FC236}">
                  <a16:creationId xmlns:a16="http://schemas.microsoft.com/office/drawing/2014/main" id="{91B56C8D-A568-04A8-7C65-9CC75E98A5FA}"/>
                </a:ext>
              </a:extLst>
            </p:cNvPr>
            <p:cNvSpPr>
              <a:spLocks noChangeAspect="1"/>
            </p:cNvSpPr>
            <p:nvPr/>
          </p:nvSpPr>
          <p:spPr>
            <a:xfrm>
              <a:off x="1057404" y="1522575"/>
              <a:ext cx="32804" cy="32804"/>
            </a:xfrm>
            <a:prstGeom prst="ellipse">
              <a:avLst/>
            </a:prstGeom>
            <a:solidFill>
              <a:srgbClr val="C29B4E"/>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0" name="Oval 129">
              <a:extLst>
                <a:ext uri="{FF2B5EF4-FFF2-40B4-BE49-F238E27FC236}">
                  <a16:creationId xmlns:a16="http://schemas.microsoft.com/office/drawing/2014/main" id="{6ABC61C6-0638-E9E4-E656-99D2AAFF8A2D}"/>
                </a:ext>
              </a:extLst>
            </p:cNvPr>
            <p:cNvSpPr>
              <a:spLocks noChangeAspect="1"/>
            </p:cNvSpPr>
            <p:nvPr/>
          </p:nvSpPr>
          <p:spPr>
            <a:xfrm>
              <a:off x="1152176" y="1480419"/>
              <a:ext cx="32804" cy="32804"/>
            </a:xfrm>
            <a:prstGeom prst="ellipse">
              <a:avLst/>
            </a:prstGeom>
            <a:solidFill>
              <a:srgbClr val="C29B4E"/>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cxnSp>
          <p:nvCxnSpPr>
            <p:cNvPr id="131" name="Straight Arrow Connector 130">
              <a:extLst>
                <a:ext uri="{FF2B5EF4-FFF2-40B4-BE49-F238E27FC236}">
                  <a16:creationId xmlns:a16="http://schemas.microsoft.com/office/drawing/2014/main" id="{238E3FAF-DEBC-4661-0F7E-342B9526701F}"/>
                </a:ext>
              </a:extLst>
            </p:cNvPr>
            <p:cNvCxnSpPr/>
            <p:nvPr/>
          </p:nvCxnSpPr>
          <p:spPr>
            <a:xfrm>
              <a:off x="1470423" y="1492807"/>
              <a:ext cx="182880" cy="0"/>
            </a:xfrm>
            <a:prstGeom prst="straightConnector1">
              <a:avLst/>
            </a:prstGeom>
            <a:ln w="6350">
              <a:solidFill>
                <a:schemeClr val="tx1"/>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132" name="Straight Arrow Connector 131">
              <a:extLst>
                <a:ext uri="{FF2B5EF4-FFF2-40B4-BE49-F238E27FC236}">
                  <a16:creationId xmlns:a16="http://schemas.microsoft.com/office/drawing/2014/main" id="{6D6F944C-85B3-5BE0-5264-3505B2ABA00E}"/>
                </a:ext>
              </a:extLst>
            </p:cNvPr>
            <p:cNvCxnSpPr/>
            <p:nvPr/>
          </p:nvCxnSpPr>
          <p:spPr>
            <a:xfrm>
              <a:off x="1470423" y="1421561"/>
              <a:ext cx="91440" cy="0"/>
            </a:xfrm>
            <a:prstGeom prst="straightConnector1">
              <a:avLst/>
            </a:prstGeom>
            <a:ln w="6350">
              <a:solidFill>
                <a:schemeClr val="tx1"/>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133" name="Straight Arrow Connector 132">
              <a:extLst>
                <a:ext uri="{FF2B5EF4-FFF2-40B4-BE49-F238E27FC236}">
                  <a16:creationId xmlns:a16="http://schemas.microsoft.com/office/drawing/2014/main" id="{22B1A042-9982-8F76-6D29-A4B204D40D0E}"/>
                </a:ext>
              </a:extLst>
            </p:cNvPr>
            <p:cNvCxnSpPr/>
            <p:nvPr/>
          </p:nvCxnSpPr>
          <p:spPr>
            <a:xfrm>
              <a:off x="1470423" y="1564803"/>
              <a:ext cx="91440" cy="0"/>
            </a:xfrm>
            <a:prstGeom prst="straightConnector1">
              <a:avLst/>
            </a:prstGeom>
            <a:ln w="6350">
              <a:solidFill>
                <a:schemeClr val="tx1"/>
              </a:solidFill>
              <a:tailEnd type="triangle" w="sm" len="sm"/>
            </a:ln>
          </p:spPr>
          <p:style>
            <a:lnRef idx="2">
              <a:schemeClr val="accent1"/>
            </a:lnRef>
            <a:fillRef idx="0">
              <a:schemeClr val="accent1"/>
            </a:fillRef>
            <a:effectRef idx="1">
              <a:schemeClr val="accent1"/>
            </a:effectRef>
            <a:fontRef idx="minor">
              <a:schemeClr val="tx1"/>
            </a:fontRef>
          </p:style>
        </p:cxnSp>
      </p:grpSp>
      <p:grpSp>
        <p:nvGrpSpPr>
          <p:cNvPr id="134" name="Group 133">
            <a:extLst>
              <a:ext uri="{FF2B5EF4-FFF2-40B4-BE49-F238E27FC236}">
                <a16:creationId xmlns:a16="http://schemas.microsoft.com/office/drawing/2014/main" id="{018D08A0-9BBF-585D-D0EA-8370953C3D82}"/>
              </a:ext>
            </a:extLst>
          </p:cNvPr>
          <p:cNvGrpSpPr/>
          <p:nvPr/>
        </p:nvGrpSpPr>
        <p:grpSpPr>
          <a:xfrm>
            <a:off x="1824994" y="2132544"/>
            <a:ext cx="2380426" cy="674688"/>
            <a:chOff x="43766" y="2027777"/>
            <a:chExt cx="1440082" cy="408165"/>
          </a:xfrm>
        </p:grpSpPr>
        <p:sp>
          <p:nvSpPr>
            <p:cNvPr id="135" name="TextBox 134">
              <a:extLst>
                <a:ext uri="{FF2B5EF4-FFF2-40B4-BE49-F238E27FC236}">
                  <a16:creationId xmlns:a16="http://schemas.microsoft.com/office/drawing/2014/main" id="{E9DC35FA-5D53-F4C7-5C03-EC8E1BA3CF75}"/>
                </a:ext>
              </a:extLst>
            </p:cNvPr>
            <p:cNvSpPr txBox="1"/>
            <p:nvPr/>
          </p:nvSpPr>
          <p:spPr>
            <a:xfrm>
              <a:off x="43766" y="2027777"/>
              <a:ext cx="1237244" cy="131800"/>
            </a:xfrm>
            <a:prstGeom prst="rect">
              <a:avLst/>
            </a:prstGeom>
            <a:noFill/>
          </p:spPr>
          <p:txBody>
            <a:bodyPr rot="0" spcFirstLastPara="0" vertOverflow="overflow" horzOverflow="overflow" vert="horz" wrap="none" lIns="63355" tIns="31678" rIns="63355" bIns="31678"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solidFill>
                    <a:srgbClr val="000000"/>
                  </a:solidFill>
                  <a:effectLst/>
                  <a:uLnTx/>
                  <a:uFillTx/>
                  <a:latin typeface="Arial"/>
                  <a:ea typeface="+mn-ea"/>
                  <a:cs typeface="Arial"/>
                  <a:sym typeface="Arial"/>
                  <a:rtl val="0"/>
                </a:rPr>
                <a:t>Molecular concentration pulses</a:t>
              </a:r>
            </a:p>
          </p:txBody>
        </p:sp>
        <p:sp>
          <p:nvSpPr>
            <p:cNvPr id="136" name="TextBox 135">
              <a:extLst>
                <a:ext uri="{FF2B5EF4-FFF2-40B4-BE49-F238E27FC236}">
                  <a16:creationId xmlns:a16="http://schemas.microsoft.com/office/drawing/2014/main" id="{9C345CA8-CCE3-CBD5-5992-CAECF23112B5}"/>
                </a:ext>
              </a:extLst>
            </p:cNvPr>
            <p:cNvSpPr txBox="1"/>
            <p:nvPr/>
          </p:nvSpPr>
          <p:spPr>
            <a:xfrm>
              <a:off x="50753" y="2145876"/>
              <a:ext cx="1433095" cy="290066"/>
            </a:xfrm>
            <a:prstGeom prst="rect">
              <a:avLst/>
            </a:prstGeom>
            <a:noFill/>
          </p:spPr>
          <p:txBody>
            <a:bodyPr rot="0" spcFirstLastPara="0" vertOverflow="overflow" horzOverflow="overflow" vert="horz" wrap="square" lIns="63355" tIns="31678" rIns="63355" bIns="31678"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dirty="0">
                  <a:ln>
                    <a:noFill/>
                  </a:ln>
                  <a:solidFill>
                    <a:prstClr val="black"/>
                  </a:solidFill>
                  <a:effectLst/>
                  <a:uLnTx/>
                  <a:uFillTx/>
                  <a:latin typeface="Aptos Light" panose="020B0004020202020204" pitchFamily="34" charset="0"/>
                  <a:ea typeface="+mn-ea"/>
                  <a:cs typeface="+mn-cs"/>
                </a:rPr>
                <a:t>Mechanism</a:t>
              </a:r>
              <a:endParaRPr kumimoji="0" lang="en-GB" sz="900" b="0" i="0" u="none" strike="noStrike" kern="1200" cap="none" spc="0" normalizeH="0" baseline="0" noProof="0" dirty="0">
                <a:ln/>
                <a:solidFill>
                  <a:prstClr val="black"/>
                </a:solidFill>
                <a:effectLst/>
                <a:uLnTx/>
                <a:uFillTx/>
                <a:latin typeface="Aptos Light" panose="020B0004020202020204" pitchFamily="34" charset="0"/>
                <a:ea typeface="+mn-ea"/>
                <a:cs typeface="Arial"/>
                <a:sym typeface="Arial"/>
                <a:rtl val="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dirty="0">
                  <a:ln/>
                  <a:solidFill>
                    <a:prstClr val="black"/>
                  </a:solidFill>
                  <a:effectLst/>
                  <a:uLnTx/>
                  <a:uFillTx/>
                  <a:latin typeface="Aptos Light" panose="020B0004020202020204" pitchFamily="34" charset="0"/>
                  <a:ea typeface="+mn-ea"/>
                  <a:cs typeface="Arial"/>
                  <a:sym typeface="Arial"/>
                  <a:rtl val="0"/>
                </a:rPr>
                <a:t>Signalling molecules are injected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dirty="0">
                  <a:ln/>
                  <a:solidFill>
                    <a:prstClr val="black"/>
                  </a:solidFill>
                  <a:effectLst/>
                  <a:uLnTx/>
                  <a:uFillTx/>
                  <a:latin typeface="Aptos Light" panose="020B0004020202020204" pitchFamily="34" charset="0"/>
                  <a:ea typeface="+mn-ea"/>
                  <a:cs typeface="Arial"/>
                  <a:sym typeface="Arial"/>
                  <a:rtl val="0"/>
                </a:rPr>
                <a:t>into a laminar-flow channel</a:t>
              </a:r>
            </a:p>
          </p:txBody>
        </p:sp>
      </p:grpSp>
      <p:cxnSp>
        <p:nvCxnSpPr>
          <p:cNvPr id="161" name="Straight Connector 160">
            <a:extLst>
              <a:ext uri="{FF2B5EF4-FFF2-40B4-BE49-F238E27FC236}">
                <a16:creationId xmlns:a16="http://schemas.microsoft.com/office/drawing/2014/main" id="{A95586A3-664E-899A-3631-20B23E86D4B3}"/>
              </a:ext>
            </a:extLst>
          </p:cNvPr>
          <p:cNvCxnSpPr>
            <a:cxnSpLocks/>
          </p:cNvCxnSpPr>
          <p:nvPr/>
        </p:nvCxnSpPr>
        <p:spPr>
          <a:xfrm flipV="1">
            <a:off x="39817" y="3601774"/>
            <a:ext cx="12152183" cy="4421"/>
          </a:xfrm>
          <a:prstGeom prst="line">
            <a:avLst/>
          </a:prstGeom>
          <a:ln w="6350">
            <a:solidFill>
              <a:schemeClr val="accent2">
                <a:lumMod val="50000"/>
                <a:alpha val="33000"/>
              </a:schemeClr>
            </a:solidFill>
          </a:ln>
        </p:spPr>
        <p:style>
          <a:lnRef idx="2">
            <a:schemeClr val="accent1"/>
          </a:lnRef>
          <a:fillRef idx="0">
            <a:schemeClr val="accent1"/>
          </a:fillRef>
          <a:effectRef idx="1">
            <a:schemeClr val="accent1"/>
          </a:effectRef>
          <a:fontRef idx="minor">
            <a:schemeClr val="tx1"/>
          </a:fontRef>
        </p:style>
      </p:cxnSp>
      <p:sp>
        <p:nvSpPr>
          <p:cNvPr id="162" name="TextBox 161">
            <a:extLst>
              <a:ext uri="{FF2B5EF4-FFF2-40B4-BE49-F238E27FC236}">
                <a16:creationId xmlns:a16="http://schemas.microsoft.com/office/drawing/2014/main" id="{B6D027CB-0D1A-E9A2-EDFD-BF0E9BDC4866}"/>
              </a:ext>
            </a:extLst>
          </p:cNvPr>
          <p:cNvSpPr txBox="1"/>
          <p:nvPr/>
        </p:nvSpPr>
        <p:spPr>
          <a:xfrm>
            <a:off x="-41076" y="3608440"/>
            <a:ext cx="944489" cy="24622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a:ln>
                  <a:noFill/>
                </a:ln>
                <a:solidFill>
                  <a:srgbClr val="E97132">
                    <a:lumMod val="50000"/>
                  </a:srgbClr>
                </a:solidFill>
                <a:effectLst/>
                <a:uLnTx/>
                <a:uFillTx/>
                <a:latin typeface="Arial" panose="020B0604020202020204" pitchFamily="34" charset="0"/>
                <a:ea typeface="+mn-ea"/>
                <a:cs typeface="Arial" panose="020B0604020202020204" pitchFamily="34" charset="0"/>
              </a:rPr>
              <a:t>▪</a:t>
            </a:r>
            <a:r>
              <a:rPr kumimoji="0" lang="en-GB" sz="1000" b="0" i="0" u="none" strike="noStrike" kern="1200" cap="none" spc="0" normalizeH="0" baseline="0" noProof="0" dirty="0">
                <a:ln>
                  <a:noFill/>
                </a:ln>
                <a:solidFill>
                  <a:prstClr val="white">
                    <a:lumMod val="50000"/>
                  </a:prstClr>
                </a:solidFill>
                <a:effectLst/>
                <a:uLnTx/>
                <a:uFillTx/>
                <a:latin typeface="Arial" panose="020B0604020202020204" pitchFamily="34" charset="0"/>
                <a:ea typeface="+mn-ea"/>
                <a:cs typeface="Arial" panose="020B0604020202020204" pitchFamily="34" charset="0"/>
              </a:rPr>
              <a:t>  </a:t>
            </a:r>
            <a:r>
              <a:rPr kumimoji="0" lang="en-GB" sz="1000" b="0" i="0" u="none" strike="noStrike" kern="1200" cap="none" spc="0" normalizeH="0" baseline="0" noProof="0" dirty="0">
                <a:ln>
                  <a:noFill/>
                </a:ln>
                <a:solidFill>
                  <a:prstClr val="white">
                    <a:lumMod val="50000"/>
                  </a:prstClr>
                </a:solidFill>
                <a:effectLst/>
                <a:uLnTx/>
                <a:uFillTx/>
                <a:latin typeface="Arial Nova" panose="020F0502020204030204" pitchFamily="34" charset="0"/>
                <a:ea typeface="+mn-ea"/>
                <a:cs typeface="Arial" panose="020B0604020202020204" pitchFamily="34" charset="0"/>
              </a:rPr>
              <a:t>CHEMICAL</a:t>
            </a:r>
          </a:p>
        </p:txBody>
      </p:sp>
      <p:sp>
        <p:nvSpPr>
          <p:cNvPr id="163" name="TextBox 162">
            <a:extLst>
              <a:ext uri="{FF2B5EF4-FFF2-40B4-BE49-F238E27FC236}">
                <a16:creationId xmlns:a16="http://schemas.microsoft.com/office/drawing/2014/main" id="{5128FC95-5866-1EB6-56F8-20EF7D1C622E}"/>
              </a:ext>
            </a:extLst>
          </p:cNvPr>
          <p:cNvSpPr txBox="1"/>
          <p:nvPr/>
        </p:nvSpPr>
        <p:spPr>
          <a:xfrm>
            <a:off x="45294" y="3885572"/>
            <a:ext cx="1278903" cy="371752"/>
          </a:xfrm>
          <a:prstGeom prst="rect">
            <a:avLst/>
          </a:prstGeom>
          <a:noFill/>
        </p:spPr>
        <p:txBody>
          <a:bodyPr rot="0" spcFirstLastPara="0" vertOverflow="overflow" horzOverflow="overflow" vert="horz" wrap="none" lIns="63355" tIns="31678" rIns="63355" bIns="31678"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solidFill>
                  <a:srgbClr val="000000"/>
                </a:solidFill>
                <a:effectLst/>
                <a:uLnTx/>
                <a:uFillTx/>
                <a:latin typeface="Arial"/>
                <a:ea typeface="+mn-ea"/>
                <a:cs typeface="Arial"/>
                <a:sym typeface="Arial"/>
                <a:rtl val="0"/>
              </a:rPr>
              <a:t>Chemical</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solidFill>
                  <a:srgbClr val="000000"/>
                </a:solidFill>
                <a:effectLst/>
                <a:uLnTx/>
                <a:uFillTx/>
                <a:latin typeface="Arial"/>
                <a:ea typeface="+mn-ea"/>
                <a:cs typeface="Arial"/>
                <a:sym typeface="Arial"/>
                <a:rtl val="0"/>
              </a:rPr>
              <a:t>Reaction Networks</a:t>
            </a:r>
          </a:p>
        </p:txBody>
      </p:sp>
      <p:sp>
        <p:nvSpPr>
          <p:cNvPr id="164" name="TextBox 163">
            <a:extLst>
              <a:ext uri="{FF2B5EF4-FFF2-40B4-BE49-F238E27FC236}">
                <a16:creationId xmlns:a16="http://schemas.microsoft.com/office/drawing/2014/main" id="{D88AE282-0D18-1B9B-0510-58123D93ABE4}"/>
              </a:ext>
            </a:extLst>
          </p:cNvPr>
          <p:cNvSpPr txBox="1"/>
          <p:nvPr/>
        </p:nvSpPr>
        <p:spPr>
          <a:xfrm>
            <a:off x="26946" y="2760680"/>
            <a:ext cx="1481154"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1" u="none" strike="noStrike" kern="1200" cap="none" spc="0" normalizeH="0" baseline="0" noProof="0" dirty="0">
                <a:ln>
                  <a:noFill/>
                </a:ln>
                <a:solidFill>
                  <a:prstClr val="white">
                    <a:lumMod val="50000"/>
                  </a:prstClr>
                </a:solidFill>
                <a:effectLst/>
                <a:uLnTx/>
                <a:uFillTx/>
                <a:latin typeface="Aptos Light" panose="020B0004020202020204" pitchFamily="34" charset="0"/>
                <a:ea typeface="+mn-ea"/>
                <a:cs typeface="+mn-cs"/>
              </a:rPr>
              <a:t>Geometry of microfluidic pipes sets the weights, chemistry sets non-linearity</a:t>
            </a:r>
            <a:endParaRPr kumimoji="0" lang="en-GB" sz="900" b="0" i="1" u="none" strike="noStrike" kern="1200" cap="none" spc="0" normalizeH="0" baseline="0" noProof="0" dirty="0">
              <a:ln>
                <a:noFill/>
              </a:ln>
              <a:solidFill>
                <a:prstClr val="black"/>
              </a:solidFill>
              <a:effectLst/>
              <a:uLnTx/>
              <a:uFillTx/>
              <a:latin typeface="Aptos Light" panose="020B0004020202020204" pitchFamily="34" charset="0"/>
              <a:ea typeface="+mn-ea"/>
              <a:cs typeface="+mn-cs"/>
            </a:endParaRPr>
          </a:p>
        </p:txBody>
      </p:sp>
      <p:cxnSp>
        <p:nvCxnSpPr>
          <p:cNvPr id="165" name="Straight Connector 164">
            <a:extLst>
              <a:ext uri="{FF2B5EF4-FFF2-40B4-BE49-F238E27FC236}">
                <a16:creationId xmlns:a16="http://schemas.microsoft.com/office/drawing/2014/main" id="{10BEAB44-2858-B6AD-F544-6282A20E8533}"/>
              </a:ext>
            </a:extLst>
          </p:cNvPr>
          <p:cNvCxnSpPr>
            <a:cxnSpLocks/>
          </p:cNvCxnSpPr>
          <p:nvPr/>
        </p:nvCxnSpPr>
        <p:spPr>
          <a:xfrm flipV="1">
            <a:off x="29018" y="5237265"/>
            <a:ext cx="7117256" cy="19277"/>
          </a:xfrm>
          <a:prstGeom prst="line">
            <a:avLst/>
          </a:prstGeom>
          <a:ln w="6350">
            <a:solidFill>
              <a:schemeClr val="accent2">
                <a:lumMod val="50000"/>
                <a:alpha val="33000"/>
              </a:schemeClr>
            </a:solidFill>
          </a:ln>
        </p:spPr>
        <p:style>
          <a:lnRef idx="2">
            <a:schemeClr val="accent1"/>
          </a:lnRef>
          <a:fillRef idx="0">
            <a:schemeClr val="accent1"/>
          </a:fillRef>
          <a:effectRef idx="1">
            <a:schemeClr val="accent1"/>
          </a:effectRef>
          <a:fontRef idx="minor">
            <a:schemeClr val="tx1"/>
          </a:fontRef>
        </p:style>
      </p:cxnSp>
      <p:pic>
        <p:nvPicPr>
          <p:cNvPr id="166" name="Graphic 165" descr="Germ outline">
            <a:extLst>
              <a:ext uri="{FF2B5EF4-FFF2-40B4-BE49-F238E27FC236}">
                <a16:creationId xmlns:a16="http://schemas.microsoft.com/office/drawing/2014/main" id="{489192C1-77A1-82B5-0925-9EF1B382D25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19911" y="4458473"/>
            <a:ext cx="375261" cy="375261"/>
          </a:xfrm>
          <a:prstGeom prst="rect">
            <a:avLst/>
          </a:prstGeom>
        </p:spPr>
      </p:pic>
      <p:pic>
        <p:nvPicPr>
          <p:cNvPr id="167" name="Graphic 166" descr="Germ outline">
            <a:extLst>
              <a:ext uri="{FF2B5EF4-FFF2-40B4-BE49-F238E27FC236}">
                <a16:creationId xmlns:a16="http://schemas.microsoft.com/office/drawing/2014/main" id="{6CB2B9B9-D30C-5670-21ED-90E5A13E8CE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1246808">
            <a:off x="3395135" y="4379803"/>
            <a:ext cx="273249" cy="273249"/>
          </a:xfrm>
          <a:prstGeom prst="rect">
            <a:avLst/>
          </a:prstGeom>
        </p:spPr>
      </p:pic>
      <p:pic>
        <p:nvPicPr>
          <p:cNvPr id="168" name="Graphic 167" descr="Germ outline">
            <a:extLst>
              <a:ext uri="{FF2B5EF4-FFF2-40B4-BE49-F238E27FC236}">
                <a16:creationId xmlns:a16="http://schemas.microsoft.com/office/drawing/2014/main" id="{E78FB8FC-4AA3-8012-EE9D-058C1E36D2D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20600580">
            <a:off x="3405942" y="4656702"/>
            <a:ext cx="173113" cy="173113"/>
          </a:xfrm>
          <a:prstGeom prst="rect">
            <a:avLst/>
          </a:prstGeom>
        </p:spPr>
      </p:pic>
      <p:sp>
        <p:nvSpPr>
          <p:cNvPr id="180" name="TextBox 179">
            <a:extLst>
              <a:ext uri="{FF2B5EF4-FFF2-40B4-BE49-F238E27FC236}">
                <a16:creationId xmlns:a16="http://schemas.microsoft.com/office/drawing/2014/main" id="{2CAFAAA1-545A-F5A4-E1F5-DB288587B877}"/>
              </a:ext>
            </a:extLst>
          </p:cNvPr>
          <p:cNvSpPr txBox="1"/>
          <p:nvPr/>
        </p:nvSpPr>
        <p:spPr>
          <a:xfrm>
            <a:off x="-41076" y="5301377"/>
            <a:ext cx="1181734" cy="24622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GB" sz="1000" b="1" i="0" u="none" strike="noStrike" kern="1200" cap="none" spc="0" normalizeH="0" baseline="0" noProof="0" dirty="0">
                <a:ln>
                  <a:noFill/>
                </a:ln>
                <a:solidFill>
                  <a:prstClr val="black"/>
                </a:solidFill>
                <a:effectLst/>
                <a:uLnTx/>
                <a:uFillTx/>
                <a:latin typeface="Arial Nova" panose="020F0502020204030204" pitchFamily="34" charset="0"/>
                <a:ea typeface="+mn-ea"/>
                <a:cs typeface="Arial" panose="020B0604020202020204" pitchFamily="34" charset="0"/>
              </a:rPr>
              <a:t>CELLULAR / WET</a:t>
            </a:r>
          </a:p>
        </p:txBody>
      </p:sp>
      <p:sp>
        <p:nvSpPr>
          <p:cNvPr id="184" name="Rectangle: Rounded Corners 183">
            <a:extLst>
              <a:ext uri="{FF2B5EF4-FFF2-40B4-BE49-F238E27FC236}">
                <a16:creationId xmlns:a16="http://schemas.microsoft.com/office/drawing/2014/main" id="{D1FEB1AD-6BFF-DA67-3208-F37B39BB1C69}"/>
              </a:ext>
            </a:extLst>
          </p:cNvPr>
          <p:cNvSpPr/>
          <p:nvPr/>
        </p:nvSpPr>
        <p:spPr>
          <a:xfrm>
            <a:off x="1882979" y="5320556"/>
            <a:ext cx="2432087" cy="1369807"/>
          </a:xfrm>
          <a:prstGeom prst="roundRect">
            <a:avLst>
              <a:gd name="adj" fmla="val 4351"/>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pic>
        <p:nvPicPr>
          <p:cNvPr id="185" name="Graphic 184" descr="Germ outline">
            <a:extLst>
              <a:ext uri="{FF2B5EF4-FFF2-40B4-BE49-F238E27FC236}">
                <a16:creationId xmlns:a16="http://schemas.microsoft.com/office/drawing/2014/main" id="{9FF138F9-DECA-B6C4-E554-ED29020B4AC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794897" y="5949342"/>
            <a:ext cx="645204" cy="645204"/>
          </a:xfrm>
          <a:prstGeom prst="rect">
            <a:avLst/>
          </a:prstGeom>
        </p:spPr>
      </p:pic>
      <p:sp>
        <p:nvSpPr>
          <p:cNvPr id="186" name="Oval 185">
            <a:extLst>
              <a:ext uri="{FF2B5EF4-FFF2-40B4-BE49-F238E27FC236}">
                <a16:creationId xmlns:a16="http://schemas.microsoft.com/office/drawing/2014/main" id="{50EB3469-E31B-DCAE-80B0-FA6AF160205C}"/>
              </a:ext>
            </a:extLst>
          </p:cNvPr>
          <p:cNvSpPr>
            <a:spLocks noChangeAspect="1"/>
          </p:cNvSpPr>
          <p:nvPr/>
        </p:nvSpPr>
        <p:spPr>
          <a:xfrm>
            <a:off x="2042089" y="6359831"/>
            <a:ext cx="54224" cy="54224"/>
          </a:xfrm>
          <a:prstGeom prst="ellipse">
            <a:avLst/>
          </a:prstGeom>
          <a:solidFill>
            <a:srgbClr val="C29B4E"/>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87" name="Oval 186">
            <a:extLst>
              <a:ext uri="{FF2B5EF4-FFF2-40B4-BE49-F238E27FC236}">
                <a16:creationId xmlns:a16="http://schemas.microsoft.com/office/drawing/2014/main" id="{B016A497-3792-0820-7825-21C7DE394E04}"/>
              </a:ext>
            </a:extLst>
          </p:cNvPr>
          <p:cNvSpPr>
            <a:spLocks noChangeAspect="1"/>
          </p:cNvSpPr>
          <p:nvPr/>
        </p:nvSpPr>
        <p:spPr>
          <a:xfrm>
            <a:off x="2491286" y="6460289"/>
            <a:ext cx="54224" cy="54224"/>
          </a:xfrm>
          <a:prstGeom prst="ellipse">
            <a:avLst/>
          </a:prstGeom>
          <a:solidFill>
            <a:srgbClr val="C29B4E"/>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88" name="Oval 187">
            <a:extLst>
              <a:ext uri="{FF2B5EF4-FFF2-40B4-BE49-F238E27FC236}">
                <a16:creationId xmlns:a16="http://schemas.microsoft.com/office/drawing/2014/main" id="{56A2DE76-A31F-2123-AFB7-49F61A4E0658}"/>
              </a:ext>
            </a:extLst>
          </p:cNvPr>
          <p:cNvSpPr>
            <a:spLocks noChangeAspect="1"/>
          </p:cNvSpPr>
          <p:nvPr/>
        </p:nvSpPr>
        <p:spPr>
          <a:xfrm>
            <a:off x="2098841" y="6514513"/>
            <a:ext cx="54224" cy="54224"/>
          </a:xfrm>
          <a:prstGeom prst="ellipse">
            <a:avLst/>
          </a:prstGeom>
          <a:solidFill>
            <a:srgbClr val="C29B4E"/>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89" name="Oval 188">
            <a:extLst>
              <a:ext uri="{FF2B5EF4-FFF2-40B4-BE49-F238E27FC236}">
                <a16:creationId xmlns:a16="http://schemas.microsoft.com/office/drawing/2014/main" id="{B3BC298C-4E15-2E46-978B-9A6B0B784FAD}"/>
              </a:ext>
            </a:extLst>
          </p:cNvPr>
          <p:cNvSpPr>
            <a:spLocks noChangeAspect="1"/>
          </p:cNvSpPr>
          <p:nvPr/>
        </p:nvSpPr>
        <p:spPr>
          <a:xfrm>
            <a:off x="2590351" y="6293118"/>
            <a:ext cx="54224" cy="54224"/>
          </a:xfrm>
          <a:prstGeom prst="ellipse">
            <a:avLst/>
          </a:prstGeom>
          <a:solidFill>
            <a:srgbClr val="C29B4E"/>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90" name="Oval 189">
            <a:extLst>
              <a:ext uri="{FF2B5EF4-FFF2-40B4-BE49-F238E27FC236}">
                <a16:creationId xmlns:a16="http://schemas.microsoft.com/office/drawing/2014/main" id="{52975283-FCBA-A2C6-48B0-9293074FBECD}"/>
              </a:ext>
            </a:extLst>
          </p:cNvPr>
          <p:cNvSpPr>
            <a:spLocks noChangeAspect="1"/>
          </p:cNvSpPr>
          <p:nvPr/>
        </p:nvSpPr>
        <p:spPr>
          <a:xfrm>
            <a:off x="2245214" y="6414055"/>
            <a:ext cx="54224" cy="54224"/>
          </a:xfrm>
          <a:prstGeom prst="ellipse">
            <a:avLst/>
          </a:prstGeom>
          <a:solidFill>
            <a:srgbClr val="C29B4E"/>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91" name="Oval 190">
            <a:extLst>
              <a:ext uri="{FF2B5EF4-FFF2-40B4-BE49-F238E27FC236}">
                <a16:creationId xmlns:a16="http://schemas.microsoft.com/office/drawing/2014/main" id="{BB050978-A4C2-EB0F-568E-EA889BC45F7A}"/>
              </a:ext>
            </a:extLst>
          </p:cNvPr>
          <p:cNvSpPr>
            <a:spLocks noChangeAspect="1"/>
          </p:cNvSpPr>
          <p:nvPr/>
        </p:nvSpPr>
        <p:spPr>
          <a:xfrm>
            <a:off x="2190990" y="6274843"/>
            <a:ext cx="54224" cy="54224"/>
          </a:xfrm>
          <a:prstGeom prst="ellipse">
            <a:avLst/>
          </a:prstGeom>
          <a:solidFill>
            <a:srgbClr val="C29B4E"/>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92" name="Oval 191">
            <a:extLst>
              <a:ext uri="{FF2B5EF4-FFF2-40B4-BE49-F238E27FC236}">
                <a16:creationId xmlns:a16="http://schemas.microsoft.com/office/drawing/2014/main" id="{3FB89A21-CA44-37A3-4BA3-37CAAEF6B692}"/>
              </a:ext>
            </a:extLst>
          </p:cNvPr>
          <p:cNvSpPr>
            <a:spLocks noChangeAspect="1"/>
          </p:cNvSpPr>
          <p:nvPr/>
        </p:nvSpPr>
        <p:spPr>
          <a:xfrm>
            <a:off x="2697661" y="6179549"/>
            <a:ext cx="54224" cy="54224"/>
          </a:xfrm>
          <a:prstGeom prst="ellipse">
            <a:avLst/>
          </a:prstGeom>
          <a:solidFill>
            <a:srgbClr val="C29B4E"/>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nvGrpSpPr>
          <p:cNvPr id="193" name="Group 192">
            <a:extLst>
              <a:ext uri="{FF2B5EF4-FFF2-40B4-BE49-F238E27FC236}">
                <a16:creationId xmlns:a16="http://schemas.microsoft.com/office/drawing/2014/main" id="{20EA8096-1A69-0456-0289-445A8C2B9F0C}"/>
              </a:ext>
            </a:extLst>
          </p:cNvPr>
          <p:cNvGrpSpPr/>
          <p:nvPr/>
        </p:nvGrpSpPr>
        <p:grpSpPr>
          <a:xfrm>
            <a:off x="1845762" y="5295846"/>
            <a:ext cx="1885791" cy="674688"/>
            <a:chOff x="43766" y="2027777"/>
            <a:chExt cx="1140844" cy="408165"/>
          </a:xfrm>
        </p:grpSpPr>
        <p:sp>
          <p:nvSpPr>
            <p:cNvPr id="194" name="TextBox 193">
              <a:extLst>
                <a:ext uri="{FF2B5EF4-FFF2-40B4-BE49-F238E27FC236}">
                  <a16:creationId xmlns:a16="http://schemas.microsoft.com/office/drawing/2014/main" id="{B79ED1BC-DB84-8E58-92C5-30467625E6D7}"/>
                </a:ext>
              </a:extLst>
            </p:cNvPr>
            <p:cNvSpPr txBox="1"/>
            <p:nvPr/>
          </p:nvSpPr>
          <p:spPr>
            <a:xfrm>
              <a:off x="43766" y="2027777"/>
              <a:ext cx="763998" cy="131800"/>
            </a:xfrm>
            <a:prstGeom prst="rect">
              <a:avLst/>
            </a:prstGeom>
            <a:noFill/>
          </p:spPr>
          <p:txBody>
            <a:bodyPr rot="0" spcFirstLastPara="0" vertOverflow="overflow" horzOverflow="overflow" vert="horz" wrap="none" lIns="63355" tIns="31678" rIns="63355" bIns="31678"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solidFill>
                    <a:srgbClr val="000000"/>
                  </a:solidFill>
                  <a:effectLst/>
                  <a:uLnTx/>
                  <a:uFillTx/>
                  <a:latin typeface="Arial"/>
                  <a:ea typeface="+mn-ea"/>
                  <a:cs typeface="Arial"/>
                  <a:sym typeface="Arial"/>
                  <a:rtl val="0"/>
                </a:rPr>
                <a:t>Chemical inducers</a:t>
              </a:r>
            </a:p>
          </p:txBody>
        </p:sp>
        <p:sp>
          <p:nvSpPr>
            <p:cNvPr id="195" name="TextBox 194">
              <a:extLst>
                <a:ext uri="{FF2B5EF4-FFF2-40B4-BE49-F238E27FC236}">
                  <a16:creationId xmlns:a16="http://schemas.microsoft.com/office/drawing/2014/main" id="{9DC1021B-8984-14DD-F6E0-1A4E1845F0F3}"/>
                </a:ext>
              </a:extLst>
            </p:cNvPr>
            <p:cNvSpPr txBox="1"/>
            <p:nvPr/>
          </p:nvSpPr>
          <p:spPr>
            <a:xfrm>
              <a:off x="50754" y="2145876"/>
              <a:ext cx="1133856" cy="290066"/>
            </a:xfrm>
            <a:prstGeom prst="rect">
              <a:avLst/>
            </a:prstGeom>
            <a:noFill/>
          </p:spPr>
          <p:txBody>
            <a:bodyPr rot="0" spcFirstLastPara="0" vertOverflow="overflow" horzOverflow="overflow" vert="horz" wrap="square" lIns="63355" tIns="31678" rIns="63355" bIns="31678"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dirty="0">
                  <a:ln>
                    <a:noFill/>
                  </a:ln>
                  <a:solidFill>
                    <a:prstClr val="black"/>
                  </a:solidFill>
                  <a:effectLst/>
                  <a:uLnTx/>
                  <a:uFillTx/>
                  <a:latin typeface="Aptos Light" panose="020B0004020202020204" pitchFamily="34" charset="0"/>
                  <a:ea typeface="+mn-ea"/>
                  <a:cs typeface="+mn-cs"/>
                </a:rPr>
                <a:t>Mechanism</a:t>
              </a:r>
              <a:endParaRPr kumimoji="0" lang="en-GB" sz="900" b="0" i="0" u="none" strike="noStrike" kern="1200" cap="none" spc="0" normalizeH="0" baseline="0" noProof="0" dirty="0">
                <a:ln/>
                <a:solidFill>
                  <a:prstClr val="black"/>
                </a:solidFill>
                <a:effectLst/>
                <a:uLnTx/>
                <a:uFillTx/>
                <a:latin typeface="Aptos Light" panose="020B0004020202020204" pitchFamily="34" charset="0"/>
                <a:ea typeface="+mn-ea"/>
                <a:cs typeface="Arial"/>
                <a:sym typeface="Arial"/>
                <a:rtl val="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dirty="0">
                  <a:ln/>
                  <a:solidFill>
                    <a:prstClr val="black"/>
                  </a:solidFill>
                  <a:effectLst/>
                  <a:uLnTx/>
                  <a:uFillTx/>
                  <a:latin typeface="Aptos Light" panose="020B0004020202020204" pitchFamily="34" charset="0"/>
                  <a:ea typeface="+mn-ea"/>
                  <a:cs typeface="Arial"/>
                  <a:sym typeface="Arial"/>
                  <a:rtl val="0"/>
                </a:rPr>
                <a:t>Chemical inducers activate bacteria to release signalling molecules</a:t>
              </a:r>
            </a:p>
          </p:txBody>
        </p:sp>
      </p:grpSp>
      <p:sp>
        <p:nvSpPr>
          <p:cNvPr id="237" name="TextBox 236">
            <a:extLst>
              <a:ext uri="{FF2B5EF4-FFF2-40B4-BE49-F238E27FC236}">
                <a16:creationId xmlns:a16="http://schemas.microsoft.com/office/drawing/2014/main" id="{1FDF869D-9B04-0CA1-818B-DEA80BE14DD5}"/>
              </a:ext>
            </a:extLst>
          </p:cNvPr>
          <p:cNvSpPr txBox="1"/>
          <p:nvPr/>
        </p:nvSpPr>
        <p:spPr>
          <a:xfrm>
            <a:off x="26946" y="4344304"/>
            <a:ext cx="1481154" cy="5078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1" u="none" strike="noStrike" kern="1200" cap="none" spc="0" normalizeH="0" baseline="0" noProof="0" dirty="0">
                <a:ln>
                  <a:noFill/>
                </a:ln>
                <a:solidFill>
                  <a:prstClr val="white">
                    <a:lumMod val="50000"/>
                  </a:prstClr>
                </a:solidFill>
                <a:effectLst/>
                <a:uLnTx/>
                <a:uFillTx/>
                <a:latin typeface="Aptos Light" panose="020B0004020202020204" pitchFamily="34" charset="0"/>
                <a:ea typeface="+mn-ea"/>
                <a:cs typeface="+mn-cs"/>
              </a:rPr>
              <a:t>Computation lives in stoichiometry and reaction-rate ratios.</a:t>
            </a:r>
          </a:p>
        </p:txBody>
      </p:sp>
      <p:sp>
        <p:nvSpPr>
          <p:cNvPr id="238" name="TextBox 237">
            <a:extLst>
              <a:ext uri="{FF2B5EF4-FFF2-40B4-BE49-F238E27FC236}">
                <a16:creationId xmlns:a16="http://schemas.microsoft.com/office/drawing/2014/main" id="{D2BA30C5-6487-684F-6F35-1740C6880154}"/>
              </a:ext>
            </a:extLst>
          </p:cNvPr>
          <p:cNvSpPr txBox="1"/>
          <p:nvPr/>
        </p:nvSpPr>
        <p:spPr>
          <a:xfrm>
            <a:off x="26946" y="5603338"/>
            <a:ext cx="1481154" cy="5078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1" u="none" strike="noStrike" kern="1200" cap="none" spc="0" normalizeH="0" baseline="0" noProof="0" dirty="0">
                <a:ln>
                  <a:noFill/>
                </a:ln>
                <a:solidFill>
                  <a:prstClr val="white">
                    <a:lumMod val="50000"/>
                  </a:prstClr>
                </a:solidFill>
                <a:effectLst/>
                <a:uLnTx/>
                <a:uFillTx/>
                <a:latin typeface="Aptos Light" panose="020B0004020202020204" pitchFamily="34" charset="0"/>
                <a:ea typeface="+mn-ea"/>
                <a:cs typeface="+mn-cs"/>
              </a:rPr>
              <a:t>Computation embedded in living gene-regulatory networks.</a:t>
            </a:r>
          </a:p>
        </p:txBody>
      </p:sp>
      <p:sp>
        <p:nvSpPr>
          <p:cNvPr id="257" name="TextBox 256">
            <a:extLst>
              <a:ext uri="{FF2B5EF4-FFF2-40B4-BE49-F238E27FC236}">
                <a16:creationId xmlns:a16="http://schemas.microsoft.com/office/drawing/2014/main" id="{AC25FD2E-3C80-E660-5099-9284DFC7E06F}"/>
              </a:ext>
            </a:extLst>
          </p:cNvPr>
          <p:cNvSpPr txBox="1"/>
          <p:nvPr/>
        </p:nvSpPr>
        <p:spPr>
          <a:xfrm>
            <a:off x="3168980" y="1735704"/>
            <a:ext cx="643287" cy="2308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dirty="0">
                <a:ln>
                  <a:noFill/>
                </a:ln>
                <a:solidFill>
                  <a:prstClr val="black"/>
                </a:solidFill>
                <a:effectLst/>
                <a:uLnTx/>
                <a:uFillTx/>
                <a:latin typeface="Aptos Light" panose="020B0004020202020204" pitchFamily="34" charset="0"/>
                <a:ea typeface="+mn-ea"/>
                <a:cs typeface="+mn-cs"/>
              </a:rPr>
              <a:t>bio</a:t>
            </a:r>
            <a:r>
              <a:rPr kumimoji="0" lang="de-DE" sz="900" b="0" i="0" u="none" strike="noStrike" kern="1200" cap="none" spc="0" normalizeH="0" baseline="0" noProof="0" dirty="0">
                <a:ln>
                  <a:noFill/>
                </a:ln>
                <a:solidFill>
                  <a:prstClr val="black"/>
                </a:solidFill>
                <a:effectLst/>
                <a:uLnTx/>
                <a:uFillTx/>
                <a:latin typeface="Aptos Light" panose="020B0004020202020204" pitchFamily="34" charset="0"/>
                <a:ea typeface="+mn-ea"/>
                <a:cs typeface="+mn-cs"/>
              </a:rPr>
              <a:t>-FET</a:t>
            </a:r>
            <a:r>
              <a:rPr kumimoji="0" lang="en-GB" sz="900" b="0" i="0" u="none" strike="noStrike" kern="1200" cap="none" spc="0" normalizeH="0" baseline="0" noProof="0" dirty="0">
                <a:ln>
                  <a:noFill/>
                </a:ln>
                <a:solidFill>
                  <a:prstClr val="black"/>
                </a:solidFill>
                <a:effectLst/>
                <a:uLnTx/>
                <a:uFillTx/>
                <a:latin typeface="Aptos Light" panose="020B0004020202020204" pitchFamily="34" charset="0"/>
                <a:ea typeface="+mn-ea"/>
                <a:cs typeface="+mn-cs"/>
              </a:rPr>
              <a:t> </a:t>
            </a:r>
            <a:endParaRPr kumimoji="0" lang="en-US" sz="9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cxnSp>
        <p:nvCxnSpPr>
          <p:cNvPr id="258" name="Straight Arrow Connector 257">
            <a:extLst>
              <a:ext uri="{FF2B5EF4-FFF2-40B4-BE49-F238E27FC236}">
                <a16:creationId xmlns:a16="http://schemas.microsoft.com/office/drawing/2014/main" id="{C0FD47F2-7DA1-EE69-0A74-3F6DA1D8CD37}"/>
              </a:ext>
            </a:extLst>
          </p:cNvPr>
          <p:cNvCxnSpPr>
            <a:cxnSpLocks/>
          </p:cNvCxnSpPr>
          <p:nvPr/>
        </p:nvCxnSpPr>
        <p:spPr>
          <a:xfrm rot="2220000">
            <a:off x="3227852" y="1608805"/>
            <a:ext cx="262771" cy="98027"/>
          </a:xfrm>
          <a:prstGeom prst="straightConnector1">
            <a:avLst/>
          </a:prstGeom>
          <a:ln w="6350">
            <a:solidFill>
              <a:schemeClr val="bg1">
                <a:lumMod val="50000"/>
              </a:schemeClr>
            </a:solidFill>
            <a:tailEnd type="triangle" w="sm" len="sm"/>
          </a:ln>
        </p:spPr>
        <p:style>
          <a:lnRef idx="2">
            <a:schemeClr val="accent1"/>
          </a:lnRef>
          <a:fillRef idx="0">
            <a:schemeClr val="accent1"/>
          </a:fillRef>
          <a:effectRef idx="1">
            <a:schemeClr val="accent1"/>
          </a:effectRef>
          <a:fontRef idx="minor">
            <a:schemeClr val="tx1"/>
          </a:fontRef>
        </p:style>
      </p:cxnSp>
      <p:sp>
        <p:nvSpPr>
          <p:cNvPr id="260" name="TextBox 259">
            <a:extLst>
              <a:ext uri="{FF2B5EF4-FFF2-40B4-BE49-F238E27FC236}">
                <a16:creationId xmlns:a16="http://schemas.microsoft.com/office/drawing/2014/main" id="{BD300BD3-6FFE-424B-489F-5E44E6E08260}"/>
              </a:ext>
            </a:extLst>
          </p:cNvPr>
          <p:cNvSpPr txBox="1"/>
          <p:nvPr/>
        </p:nvSpPr>
        <p:spPr>
          <a:xfrm>
            <a:off x="2962281" y="6427188"/>
            <a:ext cx="709434" cy="2308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dirty="0">
                <a:ln/>
                <a:solidFill>
                  <a:prstClr val="black"/>
                </a:solidFill>
                <a:effectLst/>
                <a:uLnTx/>
                <a:uFillTx/>
                <a:latin typeface="Aptos Light" panose="020B0004020202020204" pitchFamily="34" charset="0"/>
                <a:ea typeface="+mn-ea"/>
                <a:cs typeface="Arial"/>
                <a:sym typeface="Arial"/>
                <a:rtl val="0"/>
              </a:rPr>
              <a:t>bacteria</a:t>
            </a:r>
            <a:endParaRPr kumimoji="0" lang="en-US" sz="9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261" name="TextBox 260">
            <a:extLst>
              <a:ext uri="{FF2B5EF4-FFF2-40B4-BE49-F238E27FC236}">
                <a16:creationId xmlns:a16="http://schemas.microsoft.com/office/drawing/2014/main" id="{BEA871BB-44E6-65A3-107C-6124502075EC}"/>
              </a:ext>
            </a:extLst>
          </p:cNvPr>
          <p:cNvSpPr txBox="1"/>
          <p:nvPr/>
        </p:nvSpPr>
        <p:spPr>
          <a:xfrm>
            <a:off x="1829066" y="6008245"/>
            <a:ext cx="709434" cy="2308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dirty="0">
                <a:ln/>
                <a:solidFill>
                  <a:prstClr val="black"/>
                </a:solidFill>
                <a:effectLst/>
                <a:uLnTx/>
                <a:uFillTx/>
                <a:latin typeface="Aptos Light" panose="020B0004020202020204" pitchFamily="34" charset="0"/>
                <a:ea typeface="+mn-ea"/>
                <a:cs typeface="Arial"/>
                <a:sym typeface="Arial"/>
                <a:rtl val="0"/>
              </a:rPr>
              <a:t>inducers</a:t>
            </a:r>
            <a:endParaRPr kumimoji="0" lang="en-US" sz="9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262" name="Oval 261">
            <a:extLst>
              <a:ext uri="{FF2B5EF4-FFF2-40B4-BE49-F238E27FC236}">
                <a16:creationId xmlns:a16="http://schemas.microsoft.com/office/drawing/2014/main" id="{E045162A-B3DC-11CC-53BD-1245E3F051E8}"/>
              </a:ext>
            </a:extLst>
          </p:cNvPr>
          <p:cNvSpPr>
            <a:spLocks noChangeAspect="1"/>
          </p:cNvSpPr>
          <p:nvPr/>
        </p:nvSpPr>
        <p:spPr>
          <a:xfrm>
            <a:off x="3058856" y="6414055"/>
            <a:ext cx="54224" cy="54224"/>
          </a:xfrm>
          <a:prstGeom prst="ellipse">
            <a:avLst/>
          </a:prstGeom>
          <a:solidFill>
            <a:srgbClr val="C29B4E"/>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63" name="Oval 262">
            <a:extLst>
              <a:ext uri="{FF2B5EF4-FFF2-40B4-BE49-F238E27FC236}">
                <a16:creationId xmlns:a16="http://schemas.microsoft.com/office/drawing/2014/main" id="{82807C35-FF21-D1E4-A3E6-84C120D22009}"/>
              </a:ext>
            </a:extLst>
          </p:cNvPr>
          <p:cNvSpPr>
            <a:spLocks noChangeAspect="1"/>
          </p:cNvSpPr>
          <p:nvPr/>
        </p:nvSpPr>
        <p:spPr>
          <a:xfrm>
            <a:off x="3168588" y="6179549"/>
            <a:ext cx="54224" cy="54224"/>
          </a:xfrm>
          <a:prstGeom prst="ellipse">
            <a:avLst/>
          </a:prstGeom>
          <a:solidFill>
            <a:srgbClr val="C29B4E"/>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64" name="Oval 263">
            <a:extLst>
              <a:ext uri="{FF2B5EF4-FFF2-40B4-BE49-F238E27FC236}">
                <a16:creationId xmlns:a16="http://schemas.microsoft.com/office/drawing/2014/main" id="{4A928A1F-9A9C-CB88-82F3-E3631264FDEA}"/>
              </a:ext>
            </a:extLst>
          </p:cNvPr>
          <p:cNvSpPr>
            <a:spLocks noChangeAspect="1"/>
          </p:cNvSpPr>
          <p:nvPr/>
        </p:nvSpPr>
        <p:spPr>
          <a:xfrm>
            <a:off x="2349548" y="6293118"/>
            <a:ext cx="54224" cy="54224"/>
          </a:xfrm>
          <a:prstGeom prst="ellipse">
            <a:avLst/>
          </a:prstGeom>
          <a:solidFill>
            <a:srgbClr val="C29B4E"/>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65" name="Oval 264">
            <a:extLst>
              <a:ext uri="{FF2B5EF4-FFF2-40B4-BE49-F238E27FC236}">
                <a16:creationId xmlns:a16="http://schemas.microsoft.com/office/drawing/2014/main" id="{3CE90AE4-8F25-ED80-2840-F8D1AECBB0C6}"/>
              </a:ext>
            </a:extLst>
          </p:cNvPr>
          <p:cNvSpPr>
            <a:spLocks noChangeAspect="1"/>
          </p:cNvSpPr>
          <p:nvPr/>
        </p:nvSpPr>
        <p:spPr>
          <a:xfrm>
            <a:off x="2245510" y="6541626"/>
            <a:ext cx="54224" cy="54224"/>
          </a:xfrm>
          <a:prstGeom prst="ellipse">
            <a:avLst/>
          </a:prstGeom>
          <a:solidFill>
            <a:srgbClr val="C29B4E"/>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23632765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gradFill>
          <a:gsLst>
            <a:gs pos="0">
              <a:srgbClr val="F2EADA">
                <a:alpha val="61000"/>
              </a:srgbClr>
            </a:gs>
            <a:gs pos="80000">
              <a:srgbClr val="DFCBA2">
                <a:alpha val="61000"/>
              </a:srgbClr>
            </a:gs>
            <a:gs pos="100000">
              <a:srgbClr val="E1CEA9">
                <a:alpha val="61000"/>
              </a:srgbClr>
            </a:gs>
          </a:gsLst>
          <a:lin ang="2700000" scaled="1"/>
        </a:gradFill>
        <a:effectLst/>
      </p:bgPr>
    </p:bg>
    <p:spTree>
      <p:nvGrpSpPr>
        <p:cNvPr id="1" name="">
          <a:extLst>
            <a:ext uri="{FF2B5EF4-FFF2-40B4-BE49-F238E27FC236}">
              <a16:creationId xmlns:a16="http://schemas.microsoft.com/office/drawing/2014/main" id="{34FFF1F4-DB74-B133-8787-C719F4E9561C}"/>
            </a:ext>
          </a:extLst>
        </p:cNvPr>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EDE0542B-D4C1-8D3A-3DBB-81360ACFD609}"/>
              </a:ext>
            </a:extLst>
          </p:cNvPr>
          <p:cNvSpPr/>
          <p:nvPr/>
        </p:nvSpPr>
        <p:spPr>
          <a:xfrm>
            <a:off x="1865524" y="3730283"/>
            <a:ext cx="2449543" cy="1369807"/>
          </a:xfrm>
          <a:prstGeom prst="roundRect">
            <a:avLst>
              <a:gd name="adj" fmla="val 4351"/>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cxnSp>
        <p:nvCxnSpPr>
          <p:cNvPr id="6" name="Straight Connector 5">
            <a:extLst>
              <a:ext uri="{FF2B5EF4-FFF2-40B4-BE49-F238E27FC236}">
                <a16:creationId xmlns:a16="http://schemas.microsoft.com/office/drawing/2014/main" id="{25A9C587-1CF2-7BBD-C073-79D74EA6F5A7}"/>
              </a:ext>
            </a:extLst>
          </p:cNvPr>
          <p:cNvCxnSpPr>
            <a:cxnSpLocks/>
          </p:cNvCxnSpPr>
          <p:nvPr/>
        </p:nvCxnSpPr>
        <p:spPr>
          <a:xfrm flipH="1">
            <a:off x="1746380" y="14192"/>
            <a:ext cx="12495" cy="6801680"/>
          </a:xfrm>
          <a:prstGeom prst="line">
            <a:avLst/>
          </a:prstGeom>
          <a:ln w="6350">
            <a:solidFill>
              <a:schemeClr val="accent2">
                <a:lumMod val="50000"/>
                <a:alpha val="33000"/>
              </a:schemeClr>
            </a:solidFill>
          </a:ln>
        </p:spPr>
        <p:style>
          <a:lnRef idx="2">
            <a:schemeClr val="accent1"/>
          </a:lnRef>
          <a:fillRef idx="0">
            <a:schemeClr val="accent1"/>
          </a:fillRef>
          <a:effectRef idx="1">
            <a:schemeClr val="accent1"/>
          </a:effectRef>
          <a:fontRef idx="minor">
            <a:schemeClr val="tx1"/>
          </a:fontRef>
        </p:style>
      </p:cxnSp>
      <p:sp>
        <p:nvSpPr>
          <p:cNvPr id="11" name="Rectangle: Rounded Corners 10">
            <a:extLst>
              <a:ext uri="{FF2B5EF4-FFF2-40B4-BE49-F238E27FC236}">
                <a16:creationId xmlns:a16="http://schemas.microsoft.com/office/drawing/2014/main" id="{BFF76793-021C-E45B-F260-7838C5D8289F}"/>
              </a:ext>
            </a:extLst>
          </p:cNvPr>
          <p:cNvSpPr/>
          <p:nvPr/>
        </p:nvSpPr>
        <p:spPr>
          <a:xfrm>
            <a:off x="1877759" y="2141070"/>
            <a:ext cx="2447209" cy="1369807"/>
          </a:xfrm>
          <a:prstGeom prst="roundRect">
            <a:avLst>
              <a:gd name="adj" fmla="val 4351"/>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nvGrpSpPr>
          <p:cNvPr id="12" name="Group 11">
            <a:extLst>
              <a:ext uri="{FF2B5EF4-FFF2-40B4-BE49-F238E27FC236}">
                <a16:creationId xmlns:a16="http://schemas.microsoft.com/office/drawing/2014/main" id="{314F2D55-06E1-5639-EE0B-0229076C2784}"/>
              </a:ext>
            </a:extLst>
          </p:cNvPr>
          <p:cNvGrpSpPr/>
          <p:nvPr/>
        </p:nvGrpSpPr>
        <p:grpSpPr>
          <a:xfrm>
            <a:off x="1808379" y="3694592"/>
            <a:ext cx="2506686" cy="674688"/>
            <a:chOff x="43766" y="2027777"/>
            <a:chExt cx="1516466" cy="408165"/>
          </a:xfrm>
        </p:grpSpPr>
        <p:sp>
          <p:nvSpPr>
            <p:cNvPr id="13" name="TextBox 12">
              <a:extLst>
                <a:ext uri="{FF2B5EF4-FFF2-40B4-BE49-F238E27FC236}">
                  <a16:creationId xmlns:a16="http://schemas.microsoft.com/office/drawing/2014/main" id="{4071B593-785A-20D1-AA0B-7BFD07984002}"/>
                </a:ext>
              </a:extLst>
            </p:cNvPr>
            <p:cNvSpPr txBox="1"/>
            <p:nvPr/>
          </p:nvSpPr>
          <p:spPr>
            <a:xfrm>
              <a:off x="43766" y="2027777"/>
              <a:ext cx="863885" cy="131800"/>
            </a:xfrm>
            <a:prstGeom prst="rect">
              <a:avLst/>
            </a:prstGeom>
            <a:noFill/>
          </p:spPr>
          <p:txBody>
            <a:bodyPr rot="0" spcFirstLastPara="0" vertOverflow="overflow" horzOverflow="overflow" vert="horz" wrap="none" lIns="63355" tIns="31678" rIns="63355" bIns="31678"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solidFill>
                    <a:srgbClr val="000000"/>
                  </a:solidFill>
                  <a:effectLst/>
                  <a:uLnTx/>
                  <a:uFillTx/>
                  <a:latin typeface="Arial"/>
                  <a:ea typeface="+mn-ea"/>
                  <a:cs typeface="Arial"/>
                  <a:sym typeface="Arial"/>
                  <a:rtl val="0"/>
                </a:rPr>
                <a:t>Metabolites as inputs</a:t>
              </a:r>
            </a:p>
          </p:txBody>
        </p:sp>
        <p:sp>
          <p:nvSpPr>
            <p:cNvPr id="14" name="TextBox 13">
              <a:extLst>
                <a:ext uri="{FF2B5EF4-FFF2-40B4-BE49-F238E27FC236}">
                  <a16:creationId xmlns:a16="http://schemas.microsoft.com/office/drawing/2014/main" id="{0A95C49A-2E7D-A087-EA04-9458C33BA034}"/>
                </a:ext>
              </a:extLst>
            </p:cNvPr>
            <p:cNvSpPr txBox="1"/>
            <p:nvPr/>
          </p:nvSpPr>
          <p:spPr>
            <a:xfrm>
              <a:off x="50754" y="2145876"/>
              <a:ext cx="1509478" cy="290066"/>
            </a:xfrm>
            <a:prstGeom prst="rect">
              <a:avLst/>
            </a:prstGeom>
            <a:noFill/>
          </p:spPr>
          <p:txBody>
            <a:bodyPr rot="0" spcFirstLastPara="0" vertOverflow="overflow" horzOverflow="overflow" vert="horz" wrap="square" lIns="63355" tIns="31678" rIns="63355" bIns="31678"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dirty="0">
                  <a:ln>
                    <a:noFill/>
                  </a:ln>
                  <a:solidFill>
                    <a:prstClr val="black"/>
                  </a:solidFill>
                  <a:effectLst/>
                  <a:uLnTx/>
                  <a:uFillTx/>
                  <a:latin typeface="Aptos Light" panose="020B0004020202020204" pitchFamily="34" charset="0"/>
                  <a:ea typeface="+mn-ea"/>
                  <a:cs typeface="+mn-cs"/>
                </a:rPr>
                <a:t>Mechanism</a:t>
              </a:r>
              <a:endParaRPr kumimoji="0" lang="en-GB" sz="900" b="0" i="0" u="none" strike="noStrike" kern="1200" cap="none" spc="0" normalizeH="0" baseline="0" noProof="0" dirty="0">
                <a:ln/>
                <a:solidFill>
                  <a:prstClr val="black"/>
                </a:solidFill>
                <a:effectLst/>
                <a:uLnTx/>
                <a:uFillTx/>
                <a:latin typeface="Aptos Light" panose="020B0004020202020204" pitchFamily="34" charset="0"/>
                <a:ea typeface="+mn-ea"/>
                <a:cs typeface="Arial"/>
                <a:sym typeface="Arial"/>
                <a:rtl val="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dirty="0">
                  <a:ln/>
                  <a:solidFill>
                    <a:prstClr val="black"/>
                  </a:solidFill>
                  <a:effectLst/>
                  <a:uLnTx/>
                  <a:uFillTx/>
                  <a:latin typeface="Aptos Light" panose="020B0004020202020204" pitchFamily="34" charset="0"/>
                  <a:ea typeface="+mn-ea"/>
                  <a:cs typeface="Arial"/>
                  <a:sym typeface="Arial"/>
                  <a:rtl val="0"/>
                </a:rPr>
                <a:t>Inputs are encoded in the concentration level of metabolites</a:t>
              </a:r>
            </a:p>
          </p:txBody>
        </p:sp>
      </p:grpSp>
      <p:sp>
        <p:nvSpPr>
          <p:cNvPr id="15" name="Rectangle: Rounded Corners 14">
            <a:extLst>
              <a:ext uri="{FF2B5EF4-FFF2-40B4-BE49-F238E27FC236}">
                <a16:creationId xmlns:a16="http://schemas.microsoft.com/office/drawing/2014/main" id="{C0BFF8D8-8131-035A-3EF2-D2478E70D350}"/>
              </a:ext>
            </a:extLst>
          </p:cNvPr>
          <p:cNvSpPr/>
          <p:nvPr/>
        </p:nvSpPr>
        <p:spPr>
          <a:xfrm>
            <a:off x="1878609" y="679688"/>
            <a:ext cx="2467325" cy="1369807"/>
          </a:xfrm>
          <a:prstGeom prst="roundRect">
            <a:avLst>
              <a:gd name="adj" fmla="val 4351"/>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6" name="TextBox 15">
            <a:extLst>
              <a:ext uri="{FF2B5EF4-FFF2-40B4-BE49-F238E27FC236}">
                <a16:creationId xmlns:a16="http://schemas.microsoft.com/office/drawing/2014/main" id="{94E7ABDE-099D-C5E3-A927-0B5FD84C6D56}"/>
              </a:ext>
            </a:extLst>
          </p:cNvPr>
          <p:cNvSpPr txBox="1"/>
          <p:nvPr/>
        </p:nvSpPr>
        <p:spPr>
          <a:xfrm>
            <a:off x="-52323" y="275098"/>
            <a:ext cx="1756598" cy="248641"/>
          </a:xfrm>
          <a:prstGeom prst="rect">
            <a:avLst/>
          </a:prstGeom>
          <a:noFill/>
        </p:spPr>
        <p:txBody>
          <a:bodyPr rot="0" spcFirstLastPara="0" vertOverflow="overflow" horzOverflow="overflow" vert="horz" wrap="none" lIns="63355" tIns="31678" rIns="63355" bIns="31678"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a:ln/>
                <a:solidFill>
                  <a:srgbClr val="000000"/>
                </a:solidFill>
                <a:effectLst/>
                <a:uLnTx/>
                <a:uFillTx/>
                <a:latin typeface="Arial"/>
                <a:ea typeface="+mn-ea"/>
                <a:cs typeface="Arial"/>
                <a:sym typeface="Arial"/>
                <a:rtl val="0"/>
              </a:rPr>
              <a:t>Substrate ↓ ▪  Stage →</a:t>
            </a:r>
          </a:p>
        </p:txBody>
      </p:sp>
      <p:sp>
        <p:nvSpPr>
          <p:cNvPr id="17" name="TextBox 16">
            <a:extLst>
              <a:ext uri="{FF2B5EF4-FFF2-40B4-BE49-F238E27FC236}">
                <a16:creationId xmlns:a16="http://schemas.microsoft.com/office/drawing/2014/main" id="{AA57333E-47C5-6DDB-0F65-88998B3372D5}"/>
              </a:ext>
            </a:extLst>
          </p:cNvPr>
          <p:cNvSpPr txBox="1"/>
          <p:nvPr/>
        </p:nvSpPr>
        <p:spPr>
          <a:xfrm>
            <a:off x="2406406" y="36999"/>
            <a:ext cx="1607520" cy="279418"/>
          </a:xfrm>
          <a:prstGeom prst="rect">
            <a:avLst/>
          </a:prstGeom>
          <a:noFill/>
        </p:spPr>
        <p:txBody>
          <a:bodyPr rot="0" spcFirstLastPara="0" vertOverflow="overflow" horzOverflow="overflow" vert="horz" wrap="none" lIns="63355" tIns="31678" rIns="63355" bIns="31678"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solidFill>
                  <a:srgbClr val="000000"/>
                </a:solidFill>
                <a:effectLst/>
                <a:uLnTx/>
                <a:uFillTx/>
                <a:latin typeface="Arial"/>
                <a:ea typeface="+mn-ea"/>
                <a:cs typeface="Arial"/>
                <a:sym typeface="Arial"/>
                <a:rtl val="0"/>
              </a:rPr>
              <a:t>Input </a:t>
            </a:r>
            <a:r>
              <a:rPr kumimoji="0" lang="en-GB" sz="1400" b="1" i="0" u="none" strike="noStrike" kern="1200" cap="none" spc="0" normalizeH="0" baseline="0" noProof="0" dirty="0">
                <a:ln/>
                <a:solidFill>
                  <a:srgbClr val="000000"/>
                </a:solidFill>
                <a:effectLst/>
                <a:uLnTx/>
                <a:uFillTx/>
                <a:latin typeface="Arial"/>
                <a:ea typeface="+mn-ea"/>
                <a:cs typeface="Arial"/>
                <a:sym typeface="Symbol" panose="05050102010706020507" pitchFamily="18" charset="2"/>
                <a:rtl val="0"/>
              </a:rPr>
              <a:t> </a:t>
            </a:r>
            <a:r>
              <a:rPr kumimoji="0" lang="en-GB" sz="1400" b="1" i="0" u="none" strike="noStrike" kern="1200" cap="none" spc="0" normalizeH="0" baseline="0" noProof="0" dirty="0">
                <a:ln/>
                <a:solidFill>
                  <a:srgbClr val="000000"/>
                </a:solidFill>
                <a:effectLst/>
                <a:uLnTx/>
                <a:uFillTx/>
                <a:latin typeface="Arial"/>
                <a:ea typeface="+mn-ea"/>
                <a:cs typeface="Arial"/>
                <a:sym typeface="Arial"/>
                <a:rtl val="0"/>
              </a:rPr>
              <a:t>Interface</a:t>
            </a:r>
          </a:p>
        </p:txBody>
      </p:sp>
      <p:cxnSp>
        <p:nvCxnSpPr>
          <p:cNvPr id="21" name="Straight Connector 20">
            <a:extLst>
              <a:ext uri="{FF2B5EF4-FFF2-40B4-BE49-F238E27FC236}">
                <a16:creationId xmlns:a16="http://schemas.microsoft.com/office/drawing/2014/main" id="{1DFC34D4-4DF0-7989-3028-C23E7B900CB8}"/>
              </a:ext>
            </a:extLst>
          </p:cNvPr>
          <p:cNvCxnSpPr>
            <a:cxnSpLocks/>
          </p:cNvCxnSpPr>
          <p:nvPr/>
        </p:nvCxnSpPr>
        <p:spPr>
          <a:xfrm>
            <a:off x="34139" y="647339"/>
            <a:ext cx="12157861" cy="32349"/>
          </a:xfrm>
          <a:prstGeom prst="line">
            <a:avLst/>
          </a:prstGeom>
          <a:ln w="6350">
            <a:solidFill>
              <a:schemeClr val="accent2">
                <a:lumMod val="50000"/>
                <a:alpha val="33000"/>
              </a:schemeClr>
            </a:solidFill>
          </a:ln>
        </p:spPr>
        <p:style>
          <a:lnRef idx="2">
            <a:schemeClr val="accent1"/>
          </a:lnRef>
          <a:fillRef idx="0">
            <a:schemeClr val="accent1"/>
          </a:fillRef>
          <a:effectRef idx="1">
            <a:schemeClr val="accent1"/>
          </a:effectRef>
          <a:fontRef idx="minor">
            <a:schemeClr val="tx1"/>
          </a:fontRef>
        </p:style>
      </p:cxnSp>
      <p:sp>
        <p:nvSpPr>
          <p:cNvPr id="31" name="TextBox 30">
            <a:extLst>
              <a:ext uri="{FF2B5EF4-FFF2-40B4-BE49-F238E27FC236}">
                <a16:creationId xmlns:a16="http://schemas.microsoft.com/office/drawing/2014/main" id="{A8F0E40F-1764-7BE5-3844-2C64E98F81FA}"/>
              </a:ext>
            </a:extLst>
          </p:cNvPr>
          <p:cNvSpPr txBox="1"/>
          <p:nvPr/>
        </p:nvSpPr>
        <p:spPr>
          <a:xfrm>
            <a:off x="-41076" y="669192"/>
            <a:ext cx="1087158" cy="24622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a:ln>
                  <a:noFill/>
                </a:ln>
                <a:solidFill>
                  <a:srgbClr val="E97132">
                    <a:lumMod val="50000"/>
                  </a:srgbClr>
                </a:solidFill>
                <a:effectLst/>
                <a:uLnTx/>
                <a:uFillTx/>
                <a:latin typeface="Arial" panose="020B0604020202020204" pitchFamily="34" charset="0"/>
                <a:ea typeface="+mn-ea"/>
                <a:cs typeface="Arial" panose="020B0604020202020204" pitchFamily="34" charset="0"/>
              </a:rPr>
              <a:t>▪</a:t>
            </a:r>
            <a:r>
              <a:rPr kumimoji="0" lang="en-GB" sz="1000" b="0" i="0" u="none" strike="noStrike" kern="1200" cap="none" spc="0" normalizeH="0" baseline="0" noProof="0" dirty="0">
                <a:ln>
                  <a:noFill/>
                </a:ln>
                <a:solidFill>
                  <a:prstClr val="white">
                    <a:lumMod val="50000"/>
                  </a:prstClr>
                </a:solidFill>
                <a:effectLst/>
                <a:uLnTx/>
                <a:uFillTx/>
                <a:latin typeface="Arial" panose="020B0604020202020204" pitchFamily="34" charset="0"/>
                <a:ea typeface="+mn-ea"/>
                <a:cs typeface="Arial" panose="020B0604020202020204" pitchFamily="34" charset="0"/>
              </a:rPr>
              <a:t>  </a:t>
            </a:r>
            <a:r>
              <a:rPr kumimoji="0" lang="en-GB" sz="1000" b="0" i="0" u="none" strike="noStrike" kern="1200" cap="none" spc="0" normalizeH="0" baseline="0" noProof="0" dirty="0">
                <a:ln>
                  <a:noFill/>
                </a:ln>
                <a:solidFill>
                  <a:prstClr val="white">
                    <a:lumMod val="50000"/>
                  </a:prstClr>
                </a:solidFill>
                <a:effectLst/>
                <a:uLnTx/>
                <a:uFillTx/>
                <a:latin typeface="Arial Nova" panose="020F0502020204030204" pitchFamily="34" charset="0"/>
                <a:ea typeface="+mn-ea"/>
                <a:cs typeface="+mn-cs"/>
              </a:rPr>
              <a:t>ELECTRONIC</a:t>
            </a:r>
          </a:p>
        </p:txBody>
      </p: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18CF77B6-3990-ABD7-14A4-D9B7E97BB852}"/>
                  </a:ext>
                </a:extLst>
              </p:cNvPr>
              <p:cNvSpPr txBox="1"/>
              <p:nvPr/>
            </p:nvSpPr>
            <p:spPr>
              <a:xfrm>
                <a:off x="3034104" y="314256"/>
                <a:ext cx="258339" cy="169277"/>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d>
                        <m:dPr>
                          <m:begChr m:val="{"/>
                          <m:endChr m:val="}"/>
                          <m:ctrlPr>
                            <a:rPr kumimoji="0" lang="en-GB" sz="11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dPr>
                        <m:e>
                          <m:sSub>
                            <m:sSubPr>
                              <m:ctrlPr>
                                <a:rPr kumimoji="0" lang="en-GB" sz="11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r>
                                <a:rPr kumimoji="0" lang="en-GB" sz="11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𝑥</m:t>
                              </m:r>
                            </m:e>
                            <m:sub>
                              <m:r>
                                <a:rPr kumimoji="0" lang="en-GB" sz="11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𝑖</m:t>
                              </m:r>
                            </m:sub>
                          </m:sSub>
                        </m:e>
                      </m:d>
                    </m:oMath>
                  </m:oMathPara>
                </a14:m>
                <a:endParaRPr kumimoji="0" lang="en-GB" sz="3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mc:Choice>
        <mc:Fallback xmlns="">
          <p:sp>
            <p:nvSpPr>
              <p:cNvPr id="32" name="TextBox 31">
                <a:extLst>
                  <a:ext uri="{FF2B5EF4-FFF2-40B4-BE49-F238E27FC236}">
                    <a16:creationId xmlns:a16="http://schemas.microsoft.com/office/drawing/2014/main" id="{18CF77B6-3990-ABD7-14A4-D9B7E97BB852}"/>
                  </a:ext>
                </a:extLst>
              </p:cNvPr>
              <p:cNvSpPr txBox="1">
                <a:spLocks noRot="1" noChangeAspect="1" noMove="1" noResize="1" noEditPoints="1" noAdjustHandles="1" noChangeArrowheads="1" noChangeShapeType="1" noTextEdit="1"/>
              </p:cNvSpPr>
              <p:nvPr/>
            </p:nvSpPr>
            <p:spPr>
              <a:xfrm>
                <a:off x="3034104" y="314256"/>
                <a:ext cx="258339" cy="169277"/>
              </a:xfrm>
              <a:prstGeom prst="rect">
                <a:avLst/>
              </a:prstGeom>
              <a:blipFill>
                <a:blip r:embed="rId2"/>
                <a:stretch>
                  <a:fillRect b="-18519"/>
                </a:stretch>
              </a:blipFill>
            </p:spPr>
            <p:txBody>
              <a:bodyPr/>
              <a:lstStyle/>
              <a:p>
                <a:r>
                  <a:rPr lang="en-US">
                    <a:noFill/>
                  </a:rPr>
                  <a:t> </a:t>
                </a:r>
              </a:p>
            </p:txBody>
          </p:sp>
        </mc:Fallback>
      </mc:AlternateContent>
      <p:cxnSp>
        <p:nvCxnSpPr>
          <p:cNvPr id="33" name="Straight Connector 32">
            <a:extLst>
              <a:ext uri="{FF2B5EF4-FFF2-40B4-BE49-F238E27FC236}">
                <a16:creationId xmlns:a16="http://schemas.microsoft.com/office/drawing/2014/main" id="{97BAA560-FB63-6021-E148-551B719FA1B2}"/>
              </a:ext>
            </a:extLst>
          </p:cNvPr>
          <p:cNvCxnSpPr>
            <a:cxnSpLocks/>
          </p:cNvCxnSpPr>
          <p:nvPr/>
        </p:nvCxnSpPr>
        <p:spPr>
          <a:xfrm flipV="1">
            <a:off x="34139" y="2078423"/>
            <a:ext cx="12157861" cy="14865"/>
          </a:xfrm>
          <a:prstGeom prst="line">
            <a:avLst/>
          </a:prstGeom>
          <a:ln w="6350">
            <a:solidFill>
              <a:schemeClr val="accent2">
                <a:lumMod val="50000"/>
                <a:alpha val="33000"/>
              </a:schemeClr>
            </a:solidFill>
          </a:ln>
        </p:spPr>
        <p:style>
          <a:lnRef idx="2">
            <a:schemeClr val="accent1"/>
          </a:lnRef>
          <a:fillRef idx="0">
            <a:schemeClr val="accent1"/>
          </a:fillRef>
          <a:effectRef idx="1">
            <a:schemeClr val="accent1"/>
          </a:effectRef>
          <a:fontRef idx="minor">
            <a:schemeClr val="tx1"/>
          </a:fontRef>
        </p:style>
      </p:cxnSp>
      <p:sp>
        <p:nvSpPr>
          <p:cNvPr id="34" name="TextBox 33">
            <a:extLst>
              <a:ext uri="{FF2B5EF4-FFF2-40B4-BE49-F238E27FC236}">
                <a16:creationId xmlns:a16="http://schemas.microsoft.com/office/drawing/2014/main" id="{0ADAE6E1-BAA5-429C-7434-C8C317DB0E84}"/>
              </a:ext>
            </a:extLst>
          </p:cNvPr>
          <p:cNvSpPr txBox="1"/>
          <p:nvPr/>
        </p:nvSpPr>
        <p:spPr>
          <a:xfrm>
            <a:off x="34220" y="975191"/>
            <a:ext cx="1237225" cy="371752"/>
          </a:xfrm>
          <a:prstGeom prst="rect">
            <a:avLst/>
          </a:prstGeom>
          <a:noFill/>
        </p:spPr>
        <p:txBody>
          <a:bodyPr rot="0" spcFirstLastPara="0" vertOverflow="overflow" horzOverflow="overflow" vert="horz" wrap="none" lIns="63355" tIns="31678" rIns="63355" bIns="31678"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solidFill>
                  <a:srgbClr val="000000"/>
                </a:solidFill>
                <a:effectLst/>
                <a:uLnTx/>
                <a:uFillTx/>
                <a:latin typeface="Arial"/>
                <a:ea typeface="+mn-ea"/>
                <a:cs typeface="Arial"/>
                <a:sym typeface="Arial"/>
                <a:rtl val="0"/>
              </a:rPr>
              <a:t>Graphene bio-FET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solidFill>
                  <a:srgbClr val="000000"/>
                </a:solidFill>
                <a:effectLst/>
                <a:uLnTx/>
                <a:uFillTx/>
                <a:latin typeface="Arial"/>
                <a:ea typeface="+mn-ea"/>
                <a:cs typeface="Arial"/>
                <a:sym typeface="Arial"/>
                <a:rtl val="0"/>
              </a:rPr>
              <a:t>+ DSP circuit</a:t>
            </a:r>
          </a:p>
        </p:txBody>
      </p:sp>
      <p:sp>
        <p:nvSpPr>
          <p:cNvPr id="35" name="TextBox 34">
            <a:extLst>
              <a:ext uri="{FF2B5EF4-FFF2-40B4-BE49-F238E27FC236}">
                <a16:creationId xmlns:a16="http://schemas.microsoft.com/office/drawing/2014/main" id="{A92A62F9-6835-0D7C-AAC3-3BE21F368C55}"/>
              </a:ext>
            </a:extLst>
          </p:cNvPr>
          <p:cNvSpPr txBox="1"/>
          <p:nvPr/>
        </p:nvSpPr>
        <p:spPr>
          <a:xfrm>
            <a:off x="26946" y="1318103"/>
            <a:ext cx="1303283"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1" u="none" strike="noStrike" kern="1200" cap="none" spc="0" normalizeH="0" baseline="0" noProof="0" dirty="0">
                <a:ln>
                  <a:noFill/>
                </a:ln>
                <a:solidFill>
                  <a:prstClr val="white">
                    <a:lumMod val="50000"/>
                  </a:prstClr>
                </a:solidFill>
                <a:effectLst/>
                <a:uLnTx/>
                <a:uFillTx/>
                <a:latin typeface="Aptos Light" panose="020B0004020202020204" pitchFamily="34" charset="0"/>
                <a:ea typeface="+mn-ea"/>
                <a:cs typeface="+mn-cs"/>
              </a:rPr>
              <a:t>Bridge the chemical and electric domains,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1" u="none" strike="noStrike" kern="1200" cap="none" spc="0" normalizeH="0" baseline="0" noProof="0" dirty="0">
                <a:ln>
                  <a:noFill/>
                </a:ln>
                <a:solidFill>
                  <a:prstClr val="white">
                    <a:lumMod val="50000"/>
                  </a:prstClr>
                </a:solidFill>
                <a:effectLst/>
                <a:uLnTx/>
                <a:uFillTx/>
                <a:latin typeface="Aptos Light" panose="020B0004020202020204" pitchFamily="34" charset="0"/>
                <a:ea typeface="+mn-ea"/>
                <a:cs typeface="+mn-cs"/>
              </a:rPr>
              <a:t>then computation in the electric domain.</a:t>
            </a:r>
            <a:endParaRPr kumimoji="0" lang="en-GB" sz="900" b="0" i="1" u="none" strike="noStrike" kern="1200" cap="none" spc="0" normalizeH="0" baseline="0" noProof="0" dirty="0">
              <a:ln>
                <a:noFill/>
              </a:ln>
              <a:solidFill>
                <a:prstClr val="black"/>
              </a:solidFill>
              <a:effectLst/>
              <a:uLnTx/>
              <a:uFillTx/>
              <a:latin typeface="Aptos Light" panose="020B0004020202020204" pitchFamily="34" charset="0"/>
              <a:ea typeface="+mn-ea"/>
              <a:cs typeface="+mn-cs"/>
            </a:endParaRPr>
          </a:p>
        </p:txBody>
      </p:sp>
      <p:grpSp>
        <p:nvGrpSpPr>
          <p:cNvPr id="37" name="Group 36">
            <a:extLst>
              <a:ext uri="{FF2B5EF4-FFF2-40B4-BE49-F238E27FC236}">
                <a16:creationId xmlns:a16="http://schemas.microsoft.com/office/drawing/2014/main" id="{4EA4A2CD-4E50-D553-534A-0E81AF7181FC}"/>
              </a:ext>
            </a:extLst>
          </p:cNvPr>
          <p:cNvGrpSpPr/>
          <p:nvPr/>
        </p:nvGrpSpPr>
        <p:grpSpPr>
          <a:xfrm>
            <a:off x="1871988" y="960694"/>
            <a:ext cx="1572755" cy="1089616"/>
            <a:chOff x="832080" y="441050"/>
            <a:chExt cx="951467" cy="659183"/>
          </a:xfrm>
        </p:grpSpPr>
        <p:sp>
          <p:nvSpPr>
            <p:cNvPr id="38" name="Cylinder 37">
              <a:extLst>
                <a:ext uri="{FF2B5EF4-FFF2-40B4-BE49-F238E27FC236}">
                  <a16:creationId xmlns:a16="http://schemas.microsoft.com/office/drawing/2014/main" id="{88155D07-00D8-F2ED-DAC8-6861996EEDC7}"/>
                </a:ext>
              </a:extLst>
            </p:cNvPr>
            <p:cNvSpPr/>
            <p:nvPr/>
          </p:nvSpPr>
          <p:spPr>
            <a:xfrm rot="5400000">
              <a:off x="1209082" y="272381"/>
              <a:ext cx="252336" cy="896594"/>
            </a:xfrm>
            <a:prstGeom prst="can">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9" name="TextBox 38">
              <a:extLst>
                <a:ext uri="{FF2B5EF4-FFF2-40B4-BE49-F238E27FC236}">
                  <a16:creationId xmlns:a16="http://schemas.microsoft.com/office/drawing/2014/main" id="{F88E9593-A138-17F1-8EB8-5B6E0BBA8EF2}"/>
                </a:ext>
              </a:extLst>
            </p:cNvPr>
            <p:cNvSpPr txBox="1"/>
            <p:nvPr/>
          </p:nvSpPr>
          <p:spPr>
            <a:xfrm>
              <a:off x="832080" y="441050"/>
              <a:ext cx="687497" cy="13964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dirty="0">
                  <a:ln>
                    <a:noFill/>
                  </a:ln>
                  <a:solidFill>
                    <a:prstClr val="black"/>
                  </a:solidFill>
                  <a:effectLst/>
                  <a:uLnTx/>
                  <a:uFillTx/>
                  <a:latin typeface="Aptos Light" panose="020B0004020202020204" pitchFamily="34" charset="0"/>
                  <a:ea typeface="+mn-ea"/>
                  <a:cs typeface="+mn-cs"/>
                </a:rPr>
                <a:t>Molecular domain </a:t>
              </a:r>
              <a:endParaRPr kumimoji="0" lang="en-US" sz="9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40" name="TextBox 39">
              <a:extLst>
                <a:ext uri="{FF2B5EF4-FFF2-40B4-BE49-F238E27FC236}">
                  <a16:creationId xmlns:a16="http://schemas.microsoft.com/office/drawing/2014/main" id="{ED653C0C-8D81-2975-8A78-BF3EC64302DD}"/>
                </a:ext>
              </a:extLst>
            </p:cNvPr>
            <p:cNvSpPr txBox="1"/>
            <p:nvPr/>
          </p:nvSpPr>
          <p:spPr>
            <a:xfrm>
              <a:off x="886882" y="960587"/>
              <a:ext cx="632079" cy="13964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dirty="0">
                  <a:ln>
                    <a:noFill/>
                  </a:ln>
                  <a:solidFill>
                    <a:prstClr val="black"/>
                  </a:solidFill>
                  <a:effectLst/>
                  <a:uLnTx/>
                  <a:uFillTx/>
                  <a:latin typeface="Aptos Light" panose="020B0004020202020204" pitchFamily="34" charset="0"/>
                  <a:ea typeface="+mn-ea"/>
                  <a:cs typeface="+mn-cs"/>
                </a:rPr>
                <a:t>Electric domain </a:t>
              </a:r>
              <a:endParaRPr kumimoji="0" lang="en-US" sz="9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pic>
          <p:nvPicPr>
            <p:cNvPr id="41" name="Graphic 40" descr="DNA outline">
              <a:extLst>
                <a:ext uri="{FF2B5EF4-FFF2-40B4-BE49-F238E27FC236}">
                  <a16:creationId xmlns:a16="http://schemas.microsoft.com/office/drawing/2014/main" id="{A22DBAF7-ADF2-473E-687B-9F736EBE487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2045088">
              <a:off x="934548" y="645118"/>
              <a:ext cx="100584" cy="100584"/>
            </a:xfrm>
            <a:prstGeom prst="rect">
              <a:avLst/>
            </a:prstGeom>
          </p:spPr>
        </p:pic>
        <p:pic>
          <p:nvPicPr>
            <p:cNvPr id="42" name="Graphic 41" descr="DNA outline">
              <a:extLst>
                <a:ext uri="{FF2B5EF4-FFF2-40B4-BE49-F238E27FC236}">
                  <a16:creationId xmlns:a16="http://schemas.microsoft.com/office/drawing/2014/main" id="{DBD2503A-5DF3-3183-CD6E-00984FF789B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7372733">
              <a:off x="1107095" y="624831"/>
              <a:ext cx="100584" cy="100584"/>
            </a:xfrm>
            <a:prstGeom prst="rect">
              <a:avLst/>
            </a:prstGeom>
          </p:spPr>
        </p:pic>
        <p:pic>
          <p:nvPicPr>
            <p:cNvPr id="43" name="Graphic 42" descr="DNA outline">
              <a:extLst>
                <a:ext uri="{FF2B5EF4-FFF2-40B4-BE49-F238E27FC236}">
                  <a16:creationId xmlns:a16="http://schemas.microsoft.com/office/drawing/2014/main" id="{DC736700-8E0B-6212-1C02-04DEED569D2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6139420">
              <a:off x="1472103" y="581732"/>
              <a:ext cx="100584" cy="100584"/>
            </a:xfrm>
            <a:prstGeom prst="rect">
              <a:avLst/>
            </a:prstGeom>
          </p:spPr>
        </p:pic>
        <p:grpSp>
          <p:nvGrpSpPr>
            <p:cNvPr id="44" name="Group 43">
              <a:extLst>
                <a:ext uri="{FF2B5EF4-FFF2-40B4-BE49-F238E27FC236}">
                  <a16:creationId xmlns:a16="http://schemas.microsoft.com/office/drawing/2014/main" id="{DE75EB0D-E2DD-6344-A174-327E453FF96E}"/>
                </a:ext>
              </a:extLst>
            </p:cNvPr>
            <p:cNvGrpSpPr/>
            <p:nvPr/>
          </p:nvGrpSpPr>
          <p:grpSpPr>
            <a:xfrm>
              <a:off x="1415778" y="785765"/>
              <a:ext cx="18819" cy="45720"/>
              <a:chOff x="1639649" y="1052940"/>
              <a:chExt cx="18819" cy="45720"/>
            </a:xfrm>
          </p:grpSpPr>
          <p:cxnSp>
            <p:nvCxnSpPr>
              <p:cNvPr id="93" name="Straight Connector 92">
                <a:extLst>
                  <a:ext uri="{FF2B5EF4-FFF2-40B4-BE49-F238E27FC236}">
                    <a16:creationId xmlns:a16="http://schemas.microsoft.com/office/drawing/2014/main" id="{202E7389-71F8-E036-5F17-03D7454D0181}"/>
                  </a:ext>
                </a:extLst>
              </p:cNvPr>
              <p:cNvCxnSpPr>
                <a:cxnSpLocks/>
              </p:cNvCxnSpPr>
              <p:nvPr/>
            </p:nvCxnSpPr>
            <p:spPr>
              <a:xfrm flipH="1" flipV="1">
                <a:off x="1646956" y="1074296"/>
                <a:ext cx="1754" cy="24364"/>
              </a:xfrm>
              <a:prstGeom prst="line">
                <a:avLst/>
              </a:prstGeom>
              <a:ln w="6350"/>
            </p:spPr>
            <p:style>
              <a:lnRef idx="2">
                <a:schemeClr val="accent1"/>
              </a:lnRef>
              <a:fillRef idx="0">
                <a:schemeClr val="accent1"/>
              </a:fillRef>
              <a:effectRef idx="1">
                <a:schemeClr val="accent1"/>
              </a:effectRef>
              <a:fontRef idx="minor">
                <a:schemeClr val="tx1"/>
              </a:fontRef>
            </p:style>
          </p:cxnSp>
          <p:cxnSp>
            <p:nvCxnSpPr>
              <p:cNvPr id="94" name="Straight Connector 93">
                <a:extLst>
                  <a:ext uri="{FF2B5EF4-FFF2-40B4-BE49-F238E27FC236}">
                    <a16:creationId xmlns:a16="http://schemas.microsoft.com/office/drawing/2014/main" id="{63CBF0BC-3E1A-D203-60B6-503DC9463C34}"/>
                  </a:ext>
                </a:extLst>
              </p:cNvPr>
              <p:cNvCxnSpPr>
                <a:cxnSpLocks/>
              </p:cNvCxnSpPr>
              <p:nvPr/>
            </p:nvCxnSpPr>
            <p:spPr>
              <a:xfrm rot="1800000" flipH="1" flipV="1">
                <a:off x="1656714" y="1053096"/>
                <a:ext cx="1754" cy="24364"/>
              </a:xfrm>
              <a:prstGeom prst="line">
                <a:avLst/>
              </a:prstGeom>
              <a:ln w="6350"/>
            </p:spPr>
            <p:style>
              <a:lnRef idx="2">
                <a:schemeClr val="accent1"/>
              </a:lnRef>
              <a:fillRef idx="0">
                <a:schemeClr val="accent1"/>
              </a:fillRef>
              <a:effectRef idx="1">
                <a:schemeClr val="accent1"/>
              </a:effectRef>
              <a:fontRef idx="minor">
                <a:schemeClr val="tx1"/>
              </a:fontRef>
            </p:style>
          </p:cxnSp>
          <p:cxnSp>
            <p:nvCxnSpPr>
              <p:cNvPr id="95" name="Straight Connector 94">
                <a:extLst>
                  <a:ext uri="{FF2B5EF4-FFF2-40B4-BE49-F238E27FC236}">
                    <a16:creationId xmlns:a16="http://schemas.microsoft.com/office/drawing/2014/main" id="{3CF10E1E-D4A4-2A4F-4C36-17960BE786F5}"/>
                  </a:ext>
                </a:extLst>
              </p:cNvPr>
              <p:cNvCxnSpPr>
                <a:cxnSpLocks/>
              </p:cNvCxnSpPr>
              <p:nvPr/>
            </p:nvCxnSpPr>
            <p:spPr>
              <a:xfrm rot="19500000" flipH="1">
                <a:off x="1639649" y="1052940"/>
                <a:ext cx="1754" cy="24364"/>
              </a:xfrm>
              <a:prstGeom prst="line">
                <a:avLst/>
              </a:prstGeom>
              <a:ln w="6350"/>
            </p:spPr>
            <p:style>
              <a:lnRef idx="2">
                <a:schemeClr val="accent1"/>
              </a:lnRef>
              <a:fillRef idx="0">
                <a:schemeClr val="accent1"/>
              </a:fillRef>
              <a:effectRef idx="1">
                <a:schemeClr val="accent1"/>
              </a:effectRef>
              <a:fontRef idx="minor">
                <a:schemeClr val="tx1"/>
              </a:fontRef>
            </p:style>
          </p:cxnSp>
        </p:grpSp>
        <p:grpSp>
          <p:nvGrpSpPr>
            <p:cNvPr id="45" name="Group 44">
              <a:extLst>
                <a:ext uri="{FF2B5EF4-FFF2-40B4-BE49-F238E27FC236}">
                  <a16:creationId xmlns:a16="http://schemas.microsoft.com/office/drawing/2014/main" id="{2CE21E20-4774-F720-08A3-74D18C6AEC6E}"/>
                </a:ext>
              </a:extLst>
            </p:cNvPr>
            <p:cNvGrpSpPr/>
            <p:nvPr/>
          </p:nvGrpSpPr>
          <p:grpSpPr>
            <a:xfrm>
              <a:off x="1442567" y="723305"/>
              <a:ext cx="18819" cy="45720"/>
              <a:chOff x="1639649" y="1052940"/>
              <a:chExt cx="18819" cy="45720"/>
            </a:xfrm>
          </p:grpSpPr>
          <p:cxnSp>
            <p:nvCxnSpPr>
              <p:cNvPr id="90" name="Straight Connector 89">
                <a:extLst>
                  <a:ext uri="{FF2B5EF4-FFF2-40B4-BE49-F238E27FC236}">
                    <a16:creationId xmlns:a16="http://schemas.microsoft.com/office/drawing/2014/main" id="{7C05239D-619E-29F7-9FE1-FD91D197006A}"/>
                  </a:ext>
                </a:extLst>
              </p:cNvPr>
              <p:cNvCxnSpPr>
                <a:cxnSpLocks/>
              </p:cNvCxnSpPr>
              <p:nvPr/>
            </p:nvCxnSpPr>
            <p:spPr>
              <a:xfrm flipH="1" flipV="1">
                <a:off x="1646956" y="1074296"/>
                <a:ext cx="1754" cy="24364"/>
              </a:xfrm>
              <a:prstGeom prst="line">
                <a:avLst/>
              </a:prstGeom>
              <a:ln w="6350"/>
            </p:spPr>
            <p:style>
              <a:lnRef idx="2">
                <a:schemeClr val="accent1"/>
              </a:lnRef>
              <a:fillRef idx="0">
                <a:schemeClr val="accent1"/>
              </a:fillRef>
              <a:effectRef idx="1">
                <a:schemeClr val="accent1"/>
              </a:effectRef>
              <a:fontRef idx="minor">
                <a:schemeClr val="tx1"/>
              </a:fontRef>
            </p:style>
          </p:cxnSp>
          <p:cxnSp>
            <p:nvCxnSpPr>
              <p:cNvPr id="91" name="Straight Connector 90">
                <a:extLst>
                  <a:ext uri="{FF2B5EF4-FFF2-40B4-BE49-F238E27FC236}">
                    <a16:creationId xmlns:a16="http://schemas.microsoft.com/office/drawing/2014/main" id="{36B39113-1FC5-FCF3-1D41-AE39C3ED81F9}"/>
                  </a:ext>
                </a:extLst>
              </p:cNvPr>
              <p:cNvCxnSpPr>
                <a:cxnSpLocks/>
              </p:cNvCxnSpPr>
              <p:nvPr/>
            </p:nvCxnSpPr>
            <p:spPr>
              <a:xfrm rot="1800000" flipH="1" flipV="1">
                <a:off x="1656714" y="1053096"/>
                <a:ext cx="1754" cy="24364"/>
              </a:xfrm>
              <a:prstGeom prst="line">
                <a:avLst/>
              </a:prstGeom>
              <a:ln w="6350"/>
            </p:spPr>
            <p:style>
              <a:lnRef idx="2">
                <a:schemeClr val="accent1"/>
              </a:lnRef>
              <a:fillRef idx="0">
                <a:schemeClr val="accent1"/>
              </a:fillRef>
              <a:effectRef idx="1">
                <a:schemeClr val="accent1"/>
              </a:effectRef>
              <a:fontRef idx="minor">
                <a:schemeClr val="tx1"/>
              </a:fontRef>
            </p:style>
          </p:cxnSp>
          <p:cxnSp>
            <p:nvCxnSpPr>
              <p:cNvPr id="92" name="Straight Connector 91">
                <a:extLst>
                  <a:ext uri="{FF2B5EF4-FFF2-40B4-BE49-F238E27FC236}">
                    <a16:creationId xmlns:a16="http://schemas.microsoft.com/office/drawing/2014/main" id="{E3914569-5F76-7B95-C647-CC2CA94C3E5E}"/>
                  </a:ext>
                </a:extLst>
              </p:cNvPr>
              <p:cNvCxnSpPr>
                <a:cxnSpLocks/>
              </p:cNvCxnSpPr>
              <p:nvPr/>
            </p:nvCxnSpPr>
            <p:spPr>
              <a:xfrm rot="19500000" flipH="1">
                <a:off x="1639649" y="1052940"/>
                <a:ext cx="1754" cy="24364"/>
              </a:xfrm>
              <a:prstGeom prst="line">
                <a:avLst/>
              </a:prstGeom>
              <a:ln w="6350"/>
            </p:spPr>
            <p:style>
              <a:lnRef idx="2">
                <a:schemeClr val="accent1"/>
              </a:lnRef>
              <a:fillRef idx="0">
                <a:schemeClr val="accent1"/>
              </a:fillRef>
              <a:effectRef idx="1">
                <a:schemeClr val="accent1"/>
              </a:effectRef>
              <a:fontRef idx="minor">
                <a:schemeClr val="tx1"/>
              </a:fontRef>
            </p:style>
          </p:cxnSp>
        </p:grpSp>
        <p:grpSp>
          <p:nvGrpSpPr>
            <p:cNvPr id="46" name="Group 45">
              <a:extLst>
                <a:ext uri="{FF2B5EF4-FFF2-40B4-BE49-F238E27FC236}">
                  <a16:creationId xmlns:a16="http://schemas.microsoft.com/office/drawing/2014/main" id="{64389EAB-4E17-9795-BE9C-EEF31F3860C2}"/>
                </a:ext>
              </a:extLst>
            </p:cNvPr>
            <p:cNvGrpSpPr/>
            <p:nvPr/>
          </p:nvGrpSpPr>
          <p:grpSpPr>
            <a:xfrm>
              <a:off x="1468617" y="663272"/>
              <a:ext cx="18819" cy="45720"/>
              <a:chOff x="1639649" y="1052940"/>
              <a:chExt cx="18819" cy="45720"/>
            </a:xfrm>
          </p:grpSpPr>
          <p:cxnSp>
            <p:nvCxnSpPr>
              <p:cNvPr id="87" name="Straight Connector 86">
                <a:extLst>
                  <a:ext uri="{FF2B5EF4-FFF2-40B4-BE49-F238E27FC236}">
                    <a16:creationId xmlns:a16="http://schemas.microsoft.com/office/drawing/2014/main" id="{A7BA2497-9416-06AD-C2AC-0CEC3391B8C4}"/>
                  </a:ext>
                </a:extLst>
              </p:cNvPr>
              <p:cNvCxnSpPr>
                <a:cxnSpLocks/>
              </p:cNvCxnSpPr>
              <p:nvPr/>
            </p:nvCxnSpPr>
            <p:spPr>
              <a:xfrm flipH="1" flipV="1">
                <a:off x="1646956" y="1074296"/>
                <a:ext cx="1754" cy="24364"/>
              </a:xfrm>
              <a:prstGeom prst="line">
                <a:avLst/>
              </a:prstGeom>
              <a:ln w="6350"/>
            </p:spPr>
            <p:style>
              <a:lnRef idx="2">
                <a:schemeClr val="accent1"/>
              </a:lnRef>
              <a:fillRef idx="0">
                <a:schemeClr val="accent1"/>
              </a:fillRef>
              <a:effectRef idx="1">
                <a:schemeClr val="accent1"/>
              </a:effectRef>
              <a:fontRef idx="minor">
                <a:schemeClr val="tx1"/>
              </a:fontRef>
            </p:style>
          </p:cxnSp>
          <p:cxnSp>
            <p:nvCxnSpPr>
              <p:cNvPr id="88" name="Straight Connector 87">
                <a:extLst>
                  <a:ext uri="{FF2B5EF4-FFF2-40B4-BE49-F238E27FC236}">
                    <a16:creationId xmlns:a16="http://schemas.microsoft.com/office/drawing/2014/main" id="{8EE0365B-F993-06B9-E4FE-06B269F7DD19}"/>
                  </a:ext>
                </a:extLst>
              </p:cNvPr>
              <p:cNvCxnSpPr>
                <a:cxnSpLocks/>
              </p:cNvCxnSpPr>
              <p:nvPr/>
            </p:nvCxnSpPr>
            <p:spPr>
              <a:xfrm rot="1800000" flipH="1" flipV="1">
                <a:off x="1656714" y="1053096"/>
                <a:ext cx="1754" cy="24364"/>
              </a:xfrm>
              <a:prstGeom prst="line">
                <a:avLst/>
              </a:prstGeom>
              <a:ln w="6350"/>
            </p:spPr>
            <p:style>
              <a:lnRef idx="2">
                <a:schemeClr val="accent1"/>
              </a:lnRef>
              <a:fillRef idx="0">
                <a:schemeClr val="accent1"/>
              </a:fillRef>
              <a:effectRef idx="1">
                <a:schemeClr val="accent1"/>
              </a:effectRef>
              <a:fontRef idx="minor">
                <a:schemeClr val="tx1"/>
              </a:fontRef>
            </p:style>
          </p:cxnSp>
          <p:cxnSp>
            <p:nvCxnSpPr>
              <p:cNvPr id="89" name="Straight Connector 88">
                <a:extLst>
                  <a:ext uri="{FF2B5EF4-FFF2-40B4-BE49-F238E27FC236}">
                    <a16:creationId xmlns:a16="http://schemas.microsoft.com/office/drawing/2014/main" id="{529DDAE8-5E6E-E424-9591-088498DE0EF9}"/>
                  </a:ext>
                </a:extLst>
              </p:cNvPr>
              <p:cNvCxnSpPr>
                <a:cxnSpLocks/>
              </p:cNvCxnSpPr>
              <p:nvPr/>
            </p:nvCxnSpPr>
            <p:spPr>
              <a:xfrm rot="19500000" flipH="1">
                <a:off x="1639649" y="1052940"/>
                <a:ext cx="1754" cy="24364"/>
              </a:xfrm>
              <a:prstGeom prst="line">
                <a:avLst/>
              </a:prstGeom>
              <a:ln w="6350"/>
            </p:spPr>
            <p:style>
              <a:lnRef idx="2">
                <a:schemeClr val="accent1"/>
              </a:lnRef>
              <a:fillRef idx="0">
                <a:schemeClr val="accent1"/>
              </a:fillRef>
              <a:effectRef idx="1">
                <a:schemeClr val="accent1"/>
              </a:effectRef>
              <a:fontRef idx="minor">
                <a:schemeClr val="tx1"/>
              </a:fontRef>
            </p:style>
          </p:cxnSp>
        </p:grpSp>
        <p:pic>
          <p:nvPicPr>
            <p:cNvPr id="47" name="Graphic 46" descr="DNA outline">
              <a:extLst>
                <a:ext uri="{FF2B5EF4-FFF2-40B4-BE49-F238E27FC236}">
                  <a16:creationId xmlns:a16="http://schemas.microsoft.com/office/drawing/2014/main" id="{8E9E3030-4ECC-46FC-9266-4735D7520F6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4081304">
              <a:off x="1302122" y="731095"/>
              <a:ext cx="100584" cy="100584"/>
            </a:xfrm>
            <a:prstGeom prst="rect">
              <a:avLst/>
            </a:prstGeom>
          </p:spPr>
        </p:pic>
        <p:grpSp>
          <p:nvGrpSpPr>
            <p:cNvPr id="48" name="Group 47">
              <a:extLst>
                <a:ext uri="{FF2B5EF4-FFF2-40B4-BE49-F238E27FC236}">
                  <a16:creationId xmlns:a16="http://schemas.microsoft.com/office/drawing/2014/main" id="{8EB55B47-6880-EE4A-E911-004A9C521396}"/>
                </a:ext>
              </a:extLst>
            </p:cNvPr>
            <p:cNvGrpSpPr/>
            <p:nvPr/>
          </p:nvGrpSpPr>
          <p:grpSpPr>
            <a:xfrm>
              <a:off x="1489388" y="785765"/>
              <a:ext cx="18819" cy="45720"/>
              <a:chOff x="1639649" y="1052940"/>
              <a:chExt cx="18819" cy="45720"/>
            </a:xfrm>
          </p:grpSpPr>
          <p:cxnSp>
            <p:nvCxnSpPr>
              <p:cNvPr id="84" name="Straight Connector 83">
                <a:extLst>
                  <a:ext uri="{FF2B5EF4-FFF2-40B4-BE49-F238E27FC236}">
                    <a16:creationId xmlns:a16="http://schemas.microsoft.com/office/drawing/2014/main" id="{E21FE154-294E-3024-6176-F947692DBCA4}"/>
                  </a:ext>
                </a:extLst>
              </p:cNvPr>
              <p:cNvCxnSpPr>
                <a:cxnSpLocks/>
              </p:cNvCxnSpPr>
              <p:nvPr/>
            </p:nvCxnSpPr>
            <p:spPr>
              <a:xfrm flipH="1" flipV="1">
                <a:off x="1646956" y="1074296"/>
                <a:ext cx="1754" cy="24364"/>
              </a:xfrm>
              <a:prstGeom prst="line">
                <a:avLst/>
              </a:prstGeom>
              <a:ln w="6350"/>
            </p:spPr>
            <p:style>
              <a:lnRef idx="2">
                <a:schemeClr val="accent1"/>
              </a:lnRef>
              <a:fillRef idx="0">
                <a:schemeClr val="accent1"/>
              </a:fillRef>
              <a:effectRef idx="1">
                <a:schemeClr val="accent1"/>
              </a:effectRef>
              <a:fontRef idx="minor">
                <a:schemeClr val="tx1"/>
              </a:fontRef>
            </p:style>
          </p:cxnSp>
          <p:cxnSp>
            <p:nvCxnSpPr>
              <p:cNvPr id="85" name="Straight Connector 84">
                <a:extLst>
                  <a:ext uri="{FF2B5EF4-FFF2-40B4-BE49-F238E27FC236}">
                    <a16:creationId xmlns:a16="http://schemas.microsoft.com/office/drawing/2014/main" id="{B43CBA45-82F4-9F0E-C25A-A0873DCA2360}"/>
                  </a:ext>
                </a:extLst>
              </p:cNvPr>
              <p:cNvCxnSpPr>
                <a:cxnSpLocks/>
              </p:cNvCxnSpPr>
              <p:nvPr/>
            </p:nvCxnSpPr>
            <p:spPr>
              <a:xfrm rot="1800000" flipH="1" flipV="1">
                <a:off x="1656714" y="1053096"/>
                <a:ext cx="1754" cy="24364"/>
              </a:xfrm>
              <a:prstGeom prst="line">
                <a:avLst/>
              </a:prstGeom>
              <a:ln w="6350"/>
            </p:spPr>
            <p:style>
              <a:lnRef idx="2">
                <a:schemeClr val="accent1"/>
              </a:lnRef>
              <a:fillRef idx="0">
                <a:schemeClr val="accent1"/>
              </a:fillRef>
              <a:effectRef idx="1">
                <a:schemeClr val="accent1"/>
              </a:effectRef>
              <a:fontRef idx="minor">
                <a:schemeClr val="tx1"/>
              </a:fontRef>
            </p:style>
          </p:cxnSp>
          <p:cxnSp>
            <p:nvCxnSpPr>
              <p:cNvPr id="86" name="Straight Connector 85">
                <a:extLst>
                  <a:ext uri="{FF2B5EF4-FFF2-40B4-BE49-F238E27FC236}">
                    <a16:creationId xmlns:a16="http://schemas.microsoft.com/office/drawing/2014/main" id="{46C9C359-4215-AB2F-4BBE-B002A1B0D421}"/>
                  </a:ext>
                </a:extLst>
              </p:cNvPr>
              <p:cNvCxnSpPr>
                <a:cxnSpLocks/>
              </p:cNvCxnSpPr>
              <p:nvPr/>
            </p:nvCxnSpPr>
            <p:spPr>
              <a:xfrm rot="19500000" flipH="1">
                <a:off x="1639649" y="1052940"/>
                <a:ext cx="1754" cy="24364"/>
              </a:xfrm>
              <a:prstGeom prst="line">
                <a:avLst/>
              </a:prstGeom>
              <a:ln w="6350"/>
            </p:spPr>
            <p:style>
              <a:lnRef idx="2">
                <a:schemeClr val="accent1"/>
              </a:lnRef>
              <a:fillRef idx="0">
                <a:schemeClr val="accent1"/>
              </a:fillRef>
              <a:effectRef idx="1">
                <a:schemeClr val="accent1"/>
              </a:effectRef>
              <a:fontRef idx="minor">
                <a:schemeClr val="tx1"/>
              </a:fontRef>
            </p:style>
          </p:cxnSp>
        </p:grpSp>
        <p:grpSp>
          <p:nvGrpSpPr>
            <p:cNvPr id="49" name="Group 48">
              <a:extLst>
                <a:ext uri="{FF2B5EF4-FFF2-40B4-BE49-F238E27FC236}">
                  <a16:creationId xmlns:a16="http://schemas.microsoft.com/office/drawing/2014/main" id="{97CFB9C6-CF69-72A2-25BB-6BB8F38406BB}"/>
                </a:ext>
              </a:extLst>
            </p:cNvPr>
            <p:cNvGrpSpPr/>
            <p:nvPr/>
          </p:nvGrpSpPr>
          <p:grpSpPr>
            <a:xfrm>
              <a:off x="1516177" y="723305"/>
              <a:ext cx="18819" cy="45720"/>
              <a:chOff x="1639649" y="1052940"/>
              <a:chExt cx="18819" cy="45720"/>
            </a:xfrm>
          </p:grpSpPr>
          <p:cxnSp>
            <p:nvCxnSpPr>
              <p:cNvPr id="81" name="Straight Connector 80">
                <a:extLst>
                  <a:ext uri="{FF2B5EF4-FFF2-40B4-BE49-F238E27FC236}">
                    <a16:creationId xmlns:a16="http://schemas.microsoft.com/office/drawing/2014/main" id="{42FE1DC2-6969-CDF2-2EAA-22E70A36217D}"/>
                  </a:ext>
                </a:extLst>
              </p:cNvPr>
              <p:cNvCxnSpPr>
                <a:cxnSpLocks/>
              </p:cNvCxnSpPr>
              <p:nvPr/>
            </p:nvCxnSpPr>
            <p:spPr>
              <a:xfrm flipH="1" flipV="1">
                <a:off x="1646956" y="1074296"/>
                <a:ext cx="1754" cy="24364"/>
              </a:xfrm>
              <a:prstGeom prst="line">
                <a:avLst/>
              </a:prstGeom>
              <a:ln w="6350"/>
            </p:spPr>
            <p:style>
              <a:lnRef idx="2">
                <a:schemeClr val="accent1"/>
              </a:lnRef>
              <a:fillRef idx="0">
                <a:schemeClr val="accent1"/>
              </a:fillRef>
              <a:effectRef idx="1">
                <a:schemeClr val="accent1"/>
              </a:effectRef>
              <a:fontRef idx="minor">
                <a:schemeClr val="tx1"/>
              </a:fontRef>
            </p:style>
          </p:cxnSp>
          <p:cxnSp>
            <p:nvCxnSpPr>
              <p:cNvPr id="82" name="Straight Connector 81">
                <a:extLst>
                  <a:ext uri="{FF2B5EF4-FFF2-40B4-BE49-F238E27FC236}">
                    <a16:creationId xmlns:a16="http://schemas.microsoft.com/office/drawing/2014/main" id="{E9CD96D1-1FB2-10AB-A1C4-CF1B9FFD8A86}"/>
                  </a:ext>
                </a:extLst>
              </p:cNvPr>
              <p:cNvCxnSpPr>
                <a:cxnSpLocks/>
              </p:cNvCxnSpPr>
              <p:nvPr/>
            </p:nvCxnSpPr>
            <p:spPr>
              <a:xfrm rot="1800000" flipH="1" flipV="1">
                <a:off x="1656714" y="1053096"/>
                <a:ext cx="1754" cy="24364"/>
              </a:xfrm>
              <a:prstGeom prst="line">
                <a:avLst/>
              </a:prstGeom>
              <a:ln w="6350"/>
            </p:spPr>
            <p:style>
              <a:lnRef idx="2">
                <a:schemeClr val="accent1"/>
              </a:lnRef>
              <a:fillRef idx="0">
                <a:schemeClr val="accent1"/>
              </a:fillRef>
              <a:effectRef idx="1">
                <a:schemeClr val="accent1"/>
              </a:effectRef>
              <a:fontRef idx="minor">
                <a:schemeClr val="tx1"/>
              </a:fontRef>
            </p:style>
          </p:cxnSp>
          <p:cxnSp>
            <p:nvCxnSpPr>
              <p:cNvPr id="83" name="Straight Connector 82">
                <a:extLst>
                  <a:ext uri="{FF2B5EF4-FFF2-40B4-BE49-F238E27FC236}">
                    <a16:creationId xmlns:a16="http://schemas.microsoft.com/office/drawing/2014/main" id="{609AED6A-B5A8-3C31-DA5F-FB2E7397A903}"/>
                  </a:ext>
                </a:extLst>
              </p:cNvPr>
              <p:cNvCxnSpPr>
                <a:cxnSpLocks/>
              </p:cNvCxnSpPr>
              <p:nvPr/>
            </p:nvCxnSpPr>
            <p:spPr>
              <a:xfrm rot="19500000" flipH="1">
                <a:off x="1639649" y="1052940"/>
                <a:ext cx="1754" cy="24364"/>
              </a:xfrm>
              <a:prstGeom prst="line">
                <a:avLst/>
              </a:prstGeom>
              <a:ln w="6350"/>
            </p:spPr>
            <p:style>
              <a:lnRef idx="2">
                <a:schemeClr val="accent1"/>
              </a:lnRef>
              <a:fillRef idx="0">
                <a:schemeClr val="accent1"/>
              </a:fillRef>
              <a:effectRef idx="1">
                <a:schemeClr val="accent1"/>
              </a:effectRef>
              <a:fontRef idx="minor">
                <a:schemeClr val="tx1"/>
              </a:fontRef>
            </p:style>
          </p:cxnSp>
        </p:grpSp>
        <p:grpSp>
          <p:nvGrpSpPr>
            <p:cNvPr id="50" name="Group 49">
              <a:extLst>
                <a:ext uri="{FF2B5EF4-FFF2-40B4-BE49-F238E27FC236}">
                  <a16:creationId xmlns:a16="http://schemas.microsoft.com/office/drawing/2014/main" id="{4C27A8D3-E854-F47A-605D-108D11A6FC17}"/>
                </a:ext>
              </a:extLst>
            </p:cNvPr>
            <p:cNvGrpSpPr/>
            <p:nvPr/>
          </p:nvGrpSpPr>
          <p:grpSpPr>
            <a:xfrm>
              <a:off x="1542227" y="663272"/>
              <a:ext cx="18819" cy="45720"/>
              <a:chOff x="1639649" y="1052940"/>
              <a:chExt cx="18819" cy="45720"/>
            </a:xfrm>
          </p:grpSpPr>
          <p:cxnSp>
            <p:nvCxnSpPr>
              <p:cNvPr id="78" name="Straight Connector 77">
                <a:extLst>
                  <a:ext uri="{FF2B5EF4-FFF2-40B4-BE49-F238E27FC236}">
                    <a16:creationId xmlns:a16="http://schemas.microsoft.com/office/drawing/2014/main" id="{B11A705A-CD6B-D3E6-0543-DB7CA44DA673}"/>
                  </a:ext>
                </a:extLst>
              </p:cNvPr>
              <p:cNvCxnSpPr>
                <a:cxnSpLocks/>
              </p:cNvCxnSpPr>
              <p:nvPr/>
            </p:nvCxnSpPr>
            <p:spPr>
              <a:xfrm flipH="1" flipV="1">
                <a:off x="1646956" y="1074296"/>
                <a:ext cx="1754" cy="24364"/>
              </a:xfrm>
              <a:prstGeom prst="line">
                <a:avLst/>
              </a:prstGeom>
              <a:ln w="6350"/>
            </p:spPr>
            <p:style>
              <a:lnRef idx="2">
                <a:schemeClr val="accent1"/>
              </a:lnRef>
              <a:fillRef idx="0">
                <a:schemeClr val="accent1"/>
              </a:fillRef>
              <a:effectRef idx="1">
                <a:schemeClr val="accent1"/>
              </a:effectRef>
              <a:fontRef idx="minor">
                <a:schemeClr val="tx1"/>
              </a:fontRef>
            </p:style>
          </p:cxnSp>
          <p:cxnSp>
            <p:nvCxnSpPr>
              <p:cNvPr id="79" name="Straight Connector 78">
                <a:extLst>
                  <a:ext uri="{FF2B5EF4-FFF2-40B4-BE49-F238E27FC236}">
                    <a16:creationId xmlns:a16="http://schemas.microsoft.com/office/drawing/2014/main" id="{BFE89C90-30E3-63CA-5B88-956FE6C6514F}"/>
                  </a:ext>
                </a:extLst>
              </p:cNvPr>
              <p:cNvCxnSpPr>
                <a:cxnSpLocks/>
              </p:cNvCxnSpPr>
              <p:nvPr/>
            </p:nvCxnSpPr>
            <p:spPr>
              <a:xfrm rot="1800000" flipH="1" flipV="1">
                <a:off x="1656714" y="1053096"/>
                <a:ext cx="1754" cy="24364"/>
              </a:xfrm>
              <a:prstGeom prst="line">
                <a:avLst/>
              </a:prstGeom>
              <a:ln w="6350"/>
            </p:spPr>
            <p:style>
              <a:lnRef idx="2">
                <a:schemeClr val="accent1"/>
              </a:lnRef>
              <a:fillRef idx="0">
                <a:schemeClr val="accent1"/>
              </a:fillRef>
              <a:effectRef idx="1">
                <a:schemeClr val="accent1"/>
              </a:effectRef>
              <a:fontRef idx="minor">
                <a:schemeClr val="tx1"/>
              </a:fontRef>
            </p:style>
          </p:cxnSp>
          <p:cxnSp>
            <p:nvCxnSpPr>
              <p:cNvPr id="80" name="Straight Connector 79">
                <a:extLst>
                  <a:ext uri="{FF2B5EF4-FFF2-40B4-BE49-F238E27FC236}">
                    <a16:creationId xmlns:a16="http://schemas.microsoft.com/office/drawing/2014/main" id="{63C641E6-F66F-1410-78E5-C26989DFB2F8}"/>
                  </a:ext>
                </a:extLst>
              </p:cNvPr>
              <p:cNvCxnSpPr>
                <a:cxnSpLocks/>
              </p:cNvCxnSpPr>
              <p:nvPr/>
            </p:nvCxnSpPr>
            <p:spPr>
              <a:xfrm rot="19500000" flipH="1">
                <a:off x="1639649" y="1052940"/>
                <a:ext cx="1754" cy="24364"/>
              </a:xfrm>
              <a:prstGeom prst="line">
                <a:avLst/>
              </a:prstGeom>
              <a:ln w="6350"/>
            </p:spPr>
            <p:style>
              <a:lnRef idx="2">
                <a:schemeClr val="accent1"/>
              </a:lnRef>
              <a:fillRef idx="0">
                <a:schemeClr val="accent1"/>
              </a:fillRef>
              <a:effectRef idx="1">
                <a:schemeClr val="accent1"/>
              </a:effectRef>
              <a:fontRef idx="minor">
                <a:schemeClr val="tx1"/>
              </a:fontRef>
            </p:style>
          </p:cxnSp>
        </p:grpSp>
        <p:grpSp>
          <p:nvGrpSpPr>
            <p:cNvPr id="51" name="Group 50">
              <a:extLst>
                <a:ext uri="{FF2B5EF4-FFF2-40B4-BE49-F238E27FC236}">
                  <a16:creationId xmlns:a16="http://schemas.microsoft.com/office/drawing/2014/main" id="{D1DC3112-CDA6-0662-8128-7743A7CF81F9}"/>
                </a:ext>
              </a:extLst>
            </p:cNvPr>
            <p:cNvGrpSpPr/>
            <p:nvPr/>
          </p:nvGrpSpPr>
          <p:grpSpPr>
            <a:xfrm>
              <a:off x="1579486" y="785765"/>
              <a:ext cx="18819" cy="45720"/>
              <a:chOff x="1639649" y="1052940"/>
              <a:chExt cx="18819" cy="45720"/>
            </a:xfrm>
          </p:grpSpPr>
          <p:cxnSp>
            <p:nvCxnSpPr>
              <p:cNvPr id="75" name="Straight Connector 74">
                <a:extLst>
                  <a:ext uri="{FF2B5EF4-FFF2-40B4-BE49-F238E27FC236}">
                    <a16:creationId xmlns:a16="http://schemas.microsoft.com/office/drawing/2014/main" id="{417A4DE3-F064-41F2-BE35-8E465EFA9EB7}"/>
                  </a:ext>
                </a:extLst>
              </p:cNvPr>
              <p:cNvCxnSpPr>
                <a:cxnSpLocks/>
              </p:cNvCxnSpPr>
              <p:nvPr/>
            </p:nvCxnSpPr>
            <p:spPr>
              <a:xfrm flipH="1" flipV="1">
                <a:off x="1646956" y="1074296"/>
                <a:ext cx="1754" cy="24364"/>
              </a:xfrm>
              <a:prstGeom prst="line">
                <a:avLst/>
              </a:prstGeom>
              <a:ln w="6350"/>
            </p:spPr>
            <p:style>
              <a:lnRef idx="2">
                <a:schemeClr val="accent1"/>
              </a:lnRef>
              <a:fillRef idx="0">
                <a:schemeClr val="accent1"/>
              </a:fillRef>
              <a:effectRef idx="1">
                <a:schemeClr val="accent1"/>
              </a:effectRef>
              <a:fontRef idx="minor">
                <a:schemeClr val="tx1"/>
              </a:fontRef>
            </p:style>
          </p:cxnSp>
          <p:cxnSp>
            <p:nvCxnSpPr>
              <p:cNvPr id="76" name="Straight Connector 75">
                <a:extLst>
                  <a:ext uri="{FF2B5EF4-FFF2-40B4-BE49-F238E27FC236}">
                    <a16:creationId xmlns:a16="http://schemas.microsoft.com/office/drawing/2014/main" id="{EF36649F-67B5-5A8B-A5B6-65EFFC902466}"/>
                  </a:ext>
                </a:extLst>
              </p:cNvPr>
              <p:cNvCxnSpPr>
                <a:cxnSpLocks/>
              </p:cNvCxnSpPr>
              <p:nvPr/>
            </p:nvCxnSpPr>
            <p:spPr>
              <a:xfrm rot="1800000" flipH="1" flipV="1">
                <a:off x="1656714" y="1053096"/>
                <a:ext cx="1754" cy="24364"/>
              </a:xfrm>
              <a:prstGeom prst="line">
                <a:avLst/>
              </a:prstGeom>
              <a:ln w="6350"/>
            </p:spPr>
            <p:style>
              <a:lnRef idx="2">
                <a:schemeClr val="accent1"/>
              </a:lnRef>
              <a:fillRef idx="0">
                <a:schemeClr val="accent1"/>
              </a:fillRef>
              <a:effectRef idx="1">
                <a:schemeClr val="accent1"/>
              </a:effectRef>
              <a:fontRef idx="minor">
                <a:schemeClr val="tx1"/>
              </a:fontRef>
            </p:style>
          </p:cxnSp>
          <p:cxnSp>
            <p:nvCxnSpPr>
              <p:cNvPr id="77" name="Straight Connector 76">
                <a:extLst>
                  <a:ext uri="{FF2B5EF4-FFF2-40B4-BE49-F238E27FC236}">
                    <a16:creationId xmlns:a16="http://schemas.microsoft.com/office/drawing/2014/main" id="{7591AB1D-D84F-3E0D-8F89-CFBE4503A669}"/>
                  </a:ext>
                </a:extLst>
              </p:cNvPr>
              <p:cNvCxnSpPr>
                <a:cxnSpLocks/>
              </p:cNvCxnSpPr>
              <p:nvPr/>
            </p:nvCxnSpPr>
            <p:spPr>
              <a:xfrm rot="19500000" flipH="1">
                <a:off x="1639649" y="1052940"/>
                <a:ext cx="1754" cy="24364"/>
              </a:xfrm>
              <a:prstGeom prst="line">
                <a:avLst/>
              </a:prstGeom>
              <a:ln w="6350"/>
            </p:spPr>
            <p:style>
              <a:lnRef idx="2">
                <a:schemeClr val="accent1"/>
              </a:lnRef>
              <a:fillRef idx="0">
                <a:schemeClr val="accent1"/>
              </a:fillRef>
              <a:effectRef idx="1">
                <a:schemeClr val="accent1"/>
              </a:effectRef>
              <a:fontRef idx="minor">
                <a:schemeClr val="tx1"/>
              </a:fontRef>
            </p:style>
          </p:cxnSp>
        </p:grpSp>
        <p:grpSp>
          <p:nvGrpSpPr>
            <p:cNvPr id="52" name="Group 51">
              <a:extLst>
                <a:ext uri="{FF2B5EF4-FFF2-40B4-BE49-F238E27FC236}">
                  <a16:creationId xmlns:a16="http://schemas.microsoft.com/office/drawing/2014/main" id="{D8BEF5A0-FE5E-0B5F-F1AC-ACD868B6C730}"/>
                </a:ext>
              </a:extLst>
            </p:cNvPr>
            <p:cNvGrpSpPr/>
            <p:nvPr/>
          </p:nvGrpSpPr>
          <p:grpSpPr>
            <a:xfrm>
              <a:off x="1606275" y="723305"/>
              <a:ext cx="18819" cy="45720"/>
              <a:chOff x="1639649" y="1052940"/>
              <a:chExt cx="18819" cy="45720"/>
            </a:xfrm>
          </p:grpSpPr>
          <p:cxnSp>
            <p:nvCxnSpPr>
              <p:cNvPr id="72" name="Straight Connector 71">
                <a:extLst>
                  <a:ext uri="{FF2B5EF4-FFF2-40B4-BE49-F238E27FC236}">
                    <a16:creationId xmlns:a16="http://schemas.microsoft.com/office/drawing/2014/main" id="{1A6236A7-87BD-671C-30C0-08DB93EF305B}"/>
                  </a:ext>
                </a:extLst>
              </p:cNvPr>
              <p:cNvCxnSpPr>
                <a:cxnSpLocks/>
              </p:cNvCxnSpPr>
              <p:nvPr/>
            </p:nvCxnSpPr>
            <p:spPr>
              <a:xfrm flipH="1" flipV="1">
                <a:off x="1646956" y="1074296"/>
                <a:ext cx="1754" cy="24364"/>
              </a:xfrm>
              <a:prstGeom prst="line">
                <a:avLst/>
              </a:prstGeom>
              <a:ln w="6350"/>
            </p:spPr>
            <p:style>
              <a:lnRef idx="2">
                <a:schemeClr val="accent1"/>
              </a:lnRef>
              <a:fillRef idx="0">
                <a:schemeClr val="accent1"/>
              </a:fillRef>
              <a:effectRef idx="1">
                <a:schemeClr val="accent1"/>
              </a:effectRef>
              <a:fontRef idx="minor">
                <a:schemeClr val="tx1"/>
              </a:fontRef>
            </p:style>
          </p:cxnSp>
          <p:cxnSp>
            <p:nvCxnSpPr>
              <p:cNvPr id="73" name="Straight Connector 72">
                <a:extLst>
                  <a:ext uri="{FF2B5EF4-FFF2-40B4-BE49-F238E27FC236}">
                    <a16:creationId xmlns:a16="http://schemas.microsoft.com/office/drawing/2014/main" id="{F5F7EB64-E06E-5553-FD5D-885CC16A512A}"/>
                  </a:ext>
                </a:extLst>
              </p:cNvPr>
              <p:cNvCxnSpPr>
                <a:cxnSpLocks/>
              </p:cNvCxnSpPr>
              <p:nvPr/>
            </p:nvCxnSpPr>
            <p:spPr>
              <a:xfrm rot="1800000" flipH="1" flipV="1">
                <a:off x="1656714" y="1053096"/>
                <a:ext cx="1754" cy="24364"/>
              </a:xfrm>
              <a:prstGeom prst="line">
                <a:avLst/>
              </a:prstGeom>
              <a:ln w="6350"/>
            </p:spPr>
            <p:style>
              <a:lnRef idx="2">
                <a:schemeClr val="accent1"/>
              </a:lnRef>
              <a:fillRef idx="0">
                <a:schemeClr val="accent1"/>
              </a:fillRef>
              <a:effectRef idx="1">
                <a:schemeClr val="accent1"/>
              </a:effectRef>
              <a:fontRef idx="minor">
                <a:schemeClr val="tx1"/>
              </a:fontRef>
            </p:style>
          </p:cxnSp>
          <p:cxnSp>
            <p:nvCxnSpPr>
              <p:cNvPr id="74" name="Straight Connector 73">
                <a:extLst>
                  <a:ext uri="{FF2B5EF4-FFF2-40B4-BE49-F238E27FC236}">
                    <a16:creationId xmlns:a16="http://schemas.microsoft.com/office/drawing/2014/main" id="{43D33C23-B8E4-EC11-4F00-2E6A1143E741}"/>
                  </a:ext>
                </a:extLst>
              </p:cNvPr>
              <p:cNvCxnSpPr>
                <a:cxnSpLocks/>
              </p:cNvCxnSpPr>
              <p:nvPr/>
            </p:nvCxnSpPr>
            <p:spPr>
              <a:xfrm rot="19500000" flipH="1">
                <a:off x="1639649" y="1052940"/>
                <a:ext cx="1754" cy="24364"/>
              </a:xfrm>
              <a:prstGeom prst="line">
                <a:avLst/>
              </a:prstGeom>
              <a:ln w="6350"/>
            </p:spPr>
            <p:style>
              <a:lnRef idx="2">
                <a:schemeClr val="accent1"/>
              </a:lnRef>
              <a:fillRef idx="0">
                <a:schemeClr val="accent1"/>
              </a:fillRef>
              <a:effectRef idx="1">
                <a:schemeClr val="accent1"/>
              </a:effectRef>
              <a:fontRef idx="minor">
                <a:schemeClr val="tx1"/>
              </a:fontRef>
            </p:style>
          </p:cxnSp>
        </p:grpSp>
        <p:grpSp>
          <p:nvGrpSpPr>
            <p:cNvPr id="53" name="Group 52">
              <a:extLst>
                <a:ext uri="{FF2B5EF4-FFF2-40B4-BE49-F238E27FC236}">
                  <a16:creationId xmlns:a16="http://schemas.microsoft.com/office/drawing/2014/main" id="{3167E0D6-4EB7-95D2-E734-B4E9EF5452A9}"/>
                </a:ext>
              </a:extLst>
            </p:cNvPr>
            <p:cNvGrpSpPr/>
            <p:nvPr/>
          </p:nvGrpSpPr>
          <p:grpSpPr>
            <a:xfrm>
              <a:off x="1632325" y="663272"/>
              <a:ext cx="18819" cy="45720"/>
              <a:chOff x="1639649" y="1052940"/>
              <a:chExt cx="18819" cy="45720"/>
            </a:xfrm>
          </p:grpSpPr>
          <p:cxnSp>
            <p:nvCxnSpPr>
              <p:cNvPr id="69" name="Straight Connector 68">
                <a:extLst>
                  <a:ext uri="{FF2B5EF4-FFF2-40B4-BE49-F238E27FC236}">
                    <a16:creationId xmlns:a16="http://schemas.microsoft.com/office/drawing/2014/main" id="{C351497E-2C02-08AF-035A-AA0E97C057EE}"/>
                  </a:ext>
                </a:extLst>
              </p:cNvPr>
              <p:cNvCxnSpPr>
                <a:cxnSpLocks/>
              </p:cNvCxnSpPr>
              <p:nvPr/>
            </p:nvCxnSpPr>
            <p:spPr>
              <a:xfrm flipH="1" flipV="1">
                <a:off x="1646956" y="1074296"/>
                <a:ext cx="1754" cy="24364"/>
              </a:xfrm>
              <a:prstGeom prst="line">
                <a:avLst/>
              </a:prstGeom>
              <a:ln w="6350"/>
            </p:spPr>
            <p:style>
              <a:lnRef idx="2">
                <a:schemeClr val="accent1"/>
              </a:lnRef>
              <a:fillRef idx="0">
                <a:schemeClr val="accent1"/>
              </a:fillRef>
              <a:effectRef idx="1">
                <a:schemeClr val="accent1"/>
              </a:effectRef>
              <a:fontRef idx="minor">
                <a:schemeClr val="tx1"/>
              </a:fontRef>
            </p:style>
          </p:cxnSp>
          <p:cxnSp>
            <p:nvCxnSpPr>
              <p:cNvPr id="70" name="Straight Connector 69">
                <a:extLst>
                  <a:ext uri="{FF2B5EF4-FFF2-40B4-BE49-F238E27FC236}">
                    <a16:creationId xmlns:a16="http://schemas.microsoft.com/office/drawing/2014/main" id="{1EFE1737-1914-D18A-7454-08593D99F9FB}"/>
                  </a:ext>
                </a:extLst>
              </p:cNvPr>
              <p:cNvCxnSpPr>
                <a:cxnSpLocks/>
              </p:cNvCxnSpPr>
              <p:nvPr/>
            </p:nvCxnSpPr>
            <p:spPr>
              <a:xfrm rot="1800000" flipH="1" flipV="1">
                <a:off x="1656714" y="1053096"/>
                <a:ext cx="1754" cy="24364"/>
              </a:xfrm>
              <a:prstGeom prst="line">
                <a:avLst/>
              </a:prstGeom>
              <a:ln w="6350"/>
            </p:spPr>
            <p:style>
              <a:lnRef idx="2">
                <a:schemeClr val="accent1"/>
              </a:lnRef>
              <a:fillRef idx="0">
                <a:schemeClr val="accent1"/>
              </a:fillRef>
              <a:effectRef idx="1">
                <a:schemeClr val="accent1"/>
              </a:effectRef>
              <a:fontRef idx="minor">
                <a:schemeClr val="tx1"/>
              </a:fontRef>
            </p:style>
          </p:cxnSp>
          <p:cxnSp>
            <p:nvCxnSpPr>
              <p:cNvPr id="71" name="Straight Connector 70">
                <a:extLst>
                  <a:ext uri="{FF2B5EF4-FFF2-40B4-BE49-F238E27FC236}">
                    <a16:creationId xmlns:a16="http://schemas.microsoft.com/office/drawing/2014/main" id="{0E7DAAF9-4240-0EBF-580D-D7A6582ADC26}"/>
                  </a:ext>
                </a:extLst>
              </p:cNvPr>
              <p:cNvCxnSpPr>
                <a:cxnSpLocks/>
              </p:cNvCxnSpPr>
              <p:nvPr/>
            </p:nvCxnSpPr>
            <p:spPr>
              <a:xfrm rot="19500000" flipH="1">
                <a:off x="1639649" y="1052940"/>
                <a:ext cx="1754" cy="24364"/>
              </a:xfrm>
              <a:prstGeom prst="line">
                <a:avLst/>
              </a:prstGeom>
              <a:ln w="6350"/>
            </p:spPr>
            <p:style>
              <a:lnRef idx="2">
                <a:schemeClr val="accent1"/>
              </a:lnRef>
              <a:fillRef idx="0">
                <a:schemeClr val="accent1"/>
              </a:fillRef>
              <a:effectRef idx="1">
                <a:schemeClr val="accent1"/>
              </a:effectRef>
              <a:fontRef idx="minor">
                <a:schemeClr val="tx1"/>
              </a:fontRef>
            </p:style>
          </p:cxnSp>
        </p:grpSp>
        <p:cxnSp>
          <p:nvCxnSpPr>
            <p:cNvPr id="54" name="Straight Connector 53">
              <a:extLst>
                <a:ext uri="{FF2B5EF4-FFF2-40B4-BE49-F238E27FC236}">
                  <a16:creationId xmlns:a16="http://schemas.microsoft.com/office/drawing/2014/main" id="{34AEAE65-DAE0-F5E6-D540-5331FB68CDA5}"/>
                </a:ext>
              </a:extLst>
            </p:cNvPr>
            <p:cNvCxnSpPr>
              <a:cxnSpLocks/>
            </p:cNvCxnSpPr>
            <p:nvPr/>
          </p:nvCxnSpPr>
          <p:spPr>
            <a:xfrm flipV="1">
              <a:off x="1357047" y="830690"/>
              <a:ext cx="292608" cy="2400"/>
            </a:xfrm>
            <a:prstGeom prst="line">
              <a:avLst/>
            </a:prstGeom>
            <a:ln w="6350">
              <a:solidFill>
                <a:schemeClr val="bg1">
                  <a:lumMod val="50000"/>
                </a:schemeClr>
              </a:solidFill>
              <a:prstDash val="dash"/>
            </a:ln>
          </p:spPr>
          <p:style>
            <a:lnRef idx="2">
              <a:schemeClr val="accent1"/>
            </a:lnRef>
            <a:fillRef idx="0">
              <a:schemeClr val="accent1"/>
            </a:fillRef>
            <a:effectRef idx="1">
              <a:schemeClr val="accent1"/>
            </a:effectRef>
            <a:fontRef idx="minor">
              <a:schemeClr val="tx1"/>
            </a:fontRef>
          </p:style>
        </p:cxnSp>
        <p:cxnSp>
          <p:nvCxnSpPr>
            <p:cNvPr id="55" name="Straight Connector 54">
              <a:extLst>
                <a:ext uri="{FF2B5EF4-FFF2-40B4-BE49-F238E27FC236}">
                  <a16:creationId xmlns:a16="http://schemas.microsoft.com/office/drawing/2014/main" id="{1A7FC102-77E5-EF37-DA7E-5979438B4B73}"/>
                </a:ext>
              </a:extLst>
            </p:cNvPr>
            <p:cNvCxnSpPr>
              <a:cxnSpLocks/>
            </p:cNvCxnSpPr>
            <p:nvPr/>
          </p:nvCxnSpPr>
          <p:spPr>
            <a:xfrm flipV="1">
              <a:off x="1418728" y="711235"/>
              <a:ext cx="292608" cy="2400"/>
            </a:xfrm>
            <a:prstGeom prst="line">
              <a:avLst/>
            </a:prstGeom>
            <a:ln w="6350">
              <a:solidFill>
                <a:schemeClr val="bg1">
                  <a:lumMod val="50000"/>
                </a:schemeClr>
              </a:solidFill>
              <a:prstDash val="dash"/>
            </a:ln>
          </p:spPr>
          <p:style>
            <a:lnRef idx="2">
              <a:schemeClr val="accent1"/>
            </a:lnRef>
            <a:fillRef idx="0">
              <a:schemeClr val="accent1"/>
            </a:fillRef>
            <a:effectRef idx="1">
              <a:schemeClr val="accent1"/>
            </a:effectRef>
            <a:fontRef idx="minor">
              <a:schemeClr val="tx1"/>
            </a:fontRef>
          </p:style>
        </p:cxnSp>
        <p:sp>
          <p:nvSpPr>
            <p:cNvPr id="56" name="Freeform: Shape 55">
              <a:extLst>
                <a:ext uri="{FF2B5EF4-FFF2-40B4-BE49-F238E27FC236}">
                  <a16:creationId xmlns:a16="http://schemas.microsoft.com/office/drawing/2014/main" id="{EA319989-0C93-576D-E7E3-449B625DD289}"/>
                </a:ext>
              </a:extLst>
            </p:cNvPr>
            <p:cNvSpPr/>
            <p:nvPr/>
          </p:nvSpPr>
          <p:spPr>
            <a:xfrm>
              <a:off x="1357308" y="711977"/>
              <a:ext cx="64294" cy="121444"/>
            </a:xfrm>
            <a:custGeom>
              <a:avLst/>
              <a:gdLst>
                <a:gd name="csX0" fmla="*/ 0 w 64294"/>
                <a:gd name="csY0" fmla="*/ 121444 h 121444"/>
                <a:gd name="csX1" fmla="*/ 35719 w 64294"/>
                <a:gd name="csY1" fmla="*/ 61913 h 121444"/>
                <a:gd name="csX2" fmla="*/ 64294 w 64294"/>
                <a:gd name="csY2" fmla="*/ 0 h 121444"/>
              </a:gdLst>
              <a:ahLst/>
              <a:cxnLst>
                <a:cxn ang="0">
                  <a:pos x="csX0" y="csY0"/>
                </a:cxn>
                <a:cxn ang="0">
                  <a:pos x="csX1" y="csY1"/>
                </a:cxn>
                <a:cxn ang="0">
                  <a:pos x="csX2" y="csY2"/>
                </a:cxn>
              </a:cxnLst>
              <a:rect l="l" t="t" r="r" b="b"/>
              <a:pathLst>
                <a:path w="64294" h="121444">
                  <a:moveTo>
                    <a:pt x="0" y="121444"/>
                  </a:moveTo>
                  <a:cubicBezTo>
                    <a:pt x="12501" y="101799"/>
                    <a:pt x="25003" y="82154"/>
                    <a:pt x="35719" y="61913"/>
                  </a:cubicBezTo>
                  <a:cubicBezTo>
                    <a:pt x="46435" y="41672"/>
                    <a:pt x="55364" y="20836"/>
                    <a:pt x="64294" y="0"/>
                  </a:cubicBezTo>
                </a:path>
              </a:pathLst>
            </a:custGeom>
            <a:noFill/>
            <a:ln w="6350">
              <a:solidFill>
                <a:schemeClr val="bg1">
                  <a:lumMod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7" name="Freeform: Shape 56">
              <a:extLst>
                <a:ext uri="{FF2B5EF4-FFF2-40B4-BE49-F238E27FC236}">
                  <a16:creationId xmlns:a16="http://schemas.microsoft.com/office/drawing/2014/main" id="{A37608A7-78C7-01C0-8358-EDF72CD6F139}"/>
                </a:ext>
              </a:extLst>
            </p:cNvPr>
            <p:cNvSpPr/>
            <p:nvPr/>
          </p:nvSpPr>
          <p:spPr>
            <a:xfrm>
              <a:off x="1643612" y="711977"/>
              <a:ext cx="64294" cy="121444"/>
            </a:xfrm>
            <a:custGeom>
              <a:avLst/>
              <a:gdLst>
                <a:gd name="csX0" fmla="*/ 0 w 64294"/>
                <a:gd name="csY0" fmla="*/ 121444 h 121444"/>
                <a:gd name="csX1" fmla="*/ 35719 w 64294"/>
                <a:gd name="csY1" fmla="*/ 61913 h 121444"/>
                <a:gd name="csX2" fmla="*/ 64294 w 64294"/>
                <a:gd name="csY2" fmla="*/ 0 h 121444"/>
              </a:gdLst>
              <a:ahLst/>
              <a:cxnLst>
                <a:cxn ang="0">
                  <a:pos x="csX0" y="csY0"/>
                </a:cxn>
                <a:cxn ang="0">
                  <a:pos x="csX1" y="csY1"/>
                </a:cxn>
                <a:cxn ang="0">
                  <a:pos x="csX2" y="csY2"/>
                </a:cxn>
              </a:cxnLst>
              <a:rect l="l" t="t" r="r" b="b"/>
              <a:pathLst>
                <a:path w="64294" h="121444">
                  <a:moveTo>
                    <a:pt x="0" y="121444"/>
                  </a:moveTo>
                  <a:cubicBezTo>
                    <a:pt x="12501" y="101799"/>
                    <a:pt x="25003" y="82154"/>
                    <a:pt x="35719" y="61913"/>
                  </a:cubicBezTo>
                  <a:cubicBezTo>
                    <a:pt x="46435" y="41672"/>
                    <a:pt x="55364" y="20836"/>
                    <a:pt x="64294" y="0"/>
                  </a:cubicBezTo>
                </a:path>
              </a:pathLst>
            </a:custGeom>
            <a:noFill/>
            <a:ln w="6350">
              <a:solidFill>
                <a:schemeClr val="bg1">
                  <a:lumMod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nvGrpSpPr>
            <p:cNvPr id="58" name="Group 57">
              <a:extLst>
                <a:ext uri="{FF2B5EF4-FFF2-40B4-BE49-F238E27FC236}">
                  <a16:creationId xmlns:a16="http://schemas.microsoft.com/office/drawing/2014/main" id="{C8A7C35D-7DD9-3643-8F28-C4DADE10CA0D}"/>
                </a:ext>
              </a:extLst>
            </p:cNvPr>
            <p:cNvGrpSpPr/>
            <p:nvPr/>
          </p:nvGrpSpPr>
          <p:grpSpPr>
            <a:xfrm flipH="1">
              <a:off x="1511479" y="762715"/>
              <a:ext cx="53435" cy="145529"/>
              <a:chOff x="1640890" y="915718"/>
              <a:chExt cx="0" cy="199245"/>
            </a:xfrm>
          </p:grpSpPr>
          <p:cxnSp>
            <p:nvCxnSpPr>
              <p:cNvPr id="67" name="Straight Connector 66">
                <a:extLst>
                  <a:ext uri="{FF2B5EF4-FFF2-40B4-BE49-F238E27FC236}">
                    <a16:creationId xmlns:a16="http://schemas.microsoft.com/office/drawing/2014/main" id="{1917B387-E93E-6DCB-9E65-E8F248B2B9E8}"/>
                  </a:ext>
                </a:extLst>
              </p:cNvPr>
              <p:cNvCxnSpPr>
                <a:cxnSpLocks/>
              </p:cNvCxnSpPr>
              <p:nvPr/>
            </p:nvCxnSpPr>
            <p:spPr>
              <a:xfrm>
                <a:off x="1640890" y="915718"/>
                <a:ext cx="0" cy="132830"/>
              </a:xfrm>
              <a:prstGeom prst="line">
                <a:avLst/>
              </a:prstGeom>
              <a:ln w="6350">
                <a:solidFill>
                  <a:schemeClr val="bg1">
                    <a:lumMod val="50000"/>
                  </a:schemeClr>
                </a:solidFill>
                <a:prstDash val="dash"/>
              </a:ln>
            </p:spPr>
            <p:style>
              <a:lnRef idx="2">
                <a:schemeClr val="accent1"/>
              </a:lnRef>
              <a:fillRef idx="0">
                <a:schemeClr val="accent1"/>
              </a:fillRef>
              <a:effectRef idx="1">
                <a:schemeClr val="accent1"/>
              </a:effectRef>
              <a:fontRef idx="minor">
                <a:schemeClr val="tx1"/>
              </a:fontRef>
            </p:style>
          </p:cxnSp>
          <p:cxnSp>
            <p:nvCxnSpPr>
              <p:cNvPr id="68" name="Straight Connector 67">
                <a:extLst>
                  <a:ext uri="{FF2B5EF4-FFF2-40B4-BE49-F238E27FC236}">
                    <a16:creationId xmlns:a16="http://schemas.microsoft.com/office/drawing/2014/main" id="{F5D3A1F5-3A18-99A3-DD56-69182BC867F6}"/>
                  </a:ext>
                </a:extLst>
              </p:cNvPr>
              <p:cNvCxnSpPr>
                <a:cxnSpLocks/>
              </p:cNvCxnSpPr>
              <p:nvPr/>
            </p:nvCxnSpPr>
            <p:spPr>
              <a:xfrm>
                <a:off x="1640890" y="982133"/>
                <a:ext cx="0" cy="132830"/>
              </a:xfrm>
              <a:prstGeom prst="line">
                <a:avLst/>
              </a:prstGeom>
              <a:ln w="6350">
                <a:solidFill>
                  <a:schemeClr val="bg1">
                    <a:lumMod val="50000"/>
                  </a:schemeClr>
                </a:solidFill>
                <a:prstDash val="solid"/>
              </a:ln>
            </p:spPr>
            <p:style>
              <a:lnRef idx="2">
                <a:schemeClr val="accent1"/>
              </a:lnRef>
              <a:fillRef idx="0">
                <a:schemeClr val="accent1"/>
              </a:fillRef>
              <a:effectRef idx="1">
                <a:schemeClr val="accent1"/>
              </a:effectRef>
              <a:fontRef idx="minor">
                <a:schemeClr val="tx1"/>
              </a:fontRef>
            </p:style>
          </p:cxnSp>
        </p:grpSp>
        <p:grpSp>
          <p:nvGrpSpPr>
            <p:cNvPr id="59" name="Group 58">
              <a:extLst>
                <a:ext uri="{FF2B5EF4-FFF2-40B4-BE49-F238E27FC236}">
                  <a16:creationId xmlns:a16="http://schemas.microsoft.com/office/drawing/2014/main" id="{FC4DFAB8-E8A7-AA4F-1561-B8401E353D47}"/>
                </a:ext>
              </a:extLst>
            </p:cNvPr>
            <p:cNvGrpSpPr/>
            <p:nvPr/>
          </p:nvGrpSpPr>
          <p:grpSpPr>
            <a:xfrm>
              <a:off x="1470798" y="758412"/>
              <a:ext cx="53435" cy="150410"/>
              <a:chOff x="1475910" y="909035"/>
              <a:chExt cx="0" cy="205928"/>
            </a:xfrm>
          </p:grpSpPr>
          <p:cxnSp>
            <p:nvCxnSpPr>
              <p:cNvPr id="65" name="Straight Connector 64">
                <a:extLst>
                  <a:ext uri="{FF2B5EF4-FFF2-40B4-BE49-F238E27FC236}">
                    <a16:creationId xmlns:a16="http://schemas.microsoft.com/office/drawing/2014/main" id="{D5B77C36-89A8-CD47-268B-3F86E645C39B}"/>
                  </a:ext>
                </a:extLst>
              </p:cNvPr>
              <p:cNvCxnSpPr>
                <a:cxnSpLocks/>
              </p:cNvCxnSpPr>
              <p:nvPr/>
            </p:nvCxnSpPr>
            <p:spPr>
              <a:xfrm>
                <a:off x="1475910" y="909035"/>
                <a:ext cx="0" cy="132830"/>
              </a:xfrm>
              <a:prstGeom prst="line">
                <a:avLst/>
              </a:prstGeom>
              <a:ln w="6350">
                <a:solidFill>
                  <a:schemeClr val="bg1">
                    <a:lumMod val="50000"/>
                  </a:schemeClr>
                </a:solidFill>
                <a:prstDash val="dash"/>
              </a:ln>
            </p:spPr>
            <p:style>
              <a:lnRef idx="2">
                <a:schemeClr val="accent1"/>
              </a:lnRef>
              <a:fillRef idx="0">
                <a:schemeClr val="accent1"/>
              </a:fillRef>
              <a:effectRef idx="1">
                <a:schemeClr val="accent1"/>
              </a:effectRef>
              <a:fontRef idx="minor">
                <a:schemeClr val="tx1"/>
              </a:fontRef>
            </p:style>
          </p:cxnSp>
          <p:cxnSp>
            <p:nvCxnSpPr>
              <p:cNvPr id="66" name="Straight Connector 65">
                <a:extLst>
                  <a:ext uri="{FF2B5EF4-FFF2-40B4-BE49-F238E27FC236}">
                    <a16:creationId xmlns:a16="http://schemas.microsoft.com/office/drawing/2014/main" id="{2D62AB1F-120F-C38E-C158-9C7877CB34DA}"/>
                  </a:ext>
                </a:extLst>
              </p:cNvPr>
              <p:cNvCxnSpPr>
                <a:cxnSpLocks/>
              </p:cNvCxnSpPr>
              <p:nvPr/>
            </p:nvCxnSpPr>
            <p:spPr>
              <a:xfrm>
                <a:off x="1475910" y="982133"/>
                <a:ext cx="0" cy="132830"/>
              </a:xfrm>
              <a:prstGeom prst="line">
                <a:avLst/>
              </a:prstGeom>
              <a:ln w="6350">
                <a:solidFill>
                  <a:schemeClr val="bg1">
                    <a:lumMod val="50000"/>
                  </a:schemeClr>
                </a:solidFill>
                <a:prstDash val="solid"/>
              </a:ln>
            </p:spPr>
            <p:style>
              <a:lnRef idx="2">
                <a:schemeClr val="accent1"/>
              </a:lnRef>
              <a:fillRef idx="0">
                <a:schemeClr val="accent1"/>
              </a:fillRef>
              <a:effectRef idx="1">
                <a:schemeClr val="accent1"/>
              </a:effectRef>
              <a:fontRef idx="minor">
                <a:schemeClr val="tx1"/>
              </a:fontRef>
            </p:style>
          </p:cxnSp>
        </p:grpSp>
        <p:sp>
          <p:nvSpPr>
            <p:cNvPr id="60" name="Oval 59">
              <a:extLst>
                <a:ext uri="{FF2B5EF4-FFF2-40B4-BE49-F238E27FC236}">
                  <a16:creationId xmlns:a16="http://schemas.microsoft.com/office/drawing/2014/main" id="{34B7286B-7F67-F59F-9C40-0C4DDDEEBA36}"/>
                </a:ext>
              </a:extLst>
            </p:cNvPr>
            <p:cNvSpPr>
              <a:spLocks noChangeAspect="1"/>
            </p:cNvSpPr>
            <p:nvPr/>
          </p:nvSpPr>
          <p:spPr>
            <a:xfrm>
              <a:off x="1547151" y="1052005"/>
              <a:ext cx="32804" cy="32804"/>
            </a:xfrm>
            <a:prstGeom prst="ellipse">
              <a:avLst/>
            </a:prstGeom>
            <a:no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1" name="Isosceles Triangle 60">
              <a:extLst>
                <a:ext uri="{FF2B5EF4-FFF2-40B4-BE49-F238E27FC236}">
                  <a16:creationId xmlns:a16="http://schemas.microsoft.com/office/drawing/2014/main" id="{8D5DEB5A-45AD-FB3E-336E-3C9A1FA800CC}"/>
                </a:ext>
              </a:extLst>
            </p:cNvPr>
            <p:cNvSpPr/>
            <p:nvPr/>
          </p:nvSpPr>
          <p:spPr>
            <a:xfrm flipV="1">
              <a:off x="1426547" y="905177"/>
              <a:ext cx="182880" cy="127249"/>
            </a:xfrm>
            <a:prstGeom prst="triangle">
              <a:avLst/>
            </a:prstGeom>
            <a:no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2" name="Oval 61">
              <a:extLst>
                <a:ext uri="{FF2B5EF4-FFF2-40B4-BE49-F238E27FC236}">
                  <a16:creationId xmlns:a16="http://schemas.microsoft.com/office/drawing/2014/main" id="{0E2FFFE6-44CE-4F3C-423A-F64918A4EB9E}"/>
                </a:ext>
              </a:extLst>
            </p:cNvPr>
            <p:cNvSpPr>
              <a:spLocks noChangeAspect="1"/>
            </p:cNvSpPr>
            <p:nvPr/>
          </p:nvSpPr>
          <p:spPr>
            <a:xfrm>
              <a:off x="1459682" y="1051011"/>
              <a:ext cx="32804" cy="32804"/>
            </a:xfrm>
            <a:prstGeom prst="ellipse">
              <a:avLst/>
            </a:prstGeom>
            <a:no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cxnSp>
          <p:nvCxnSpPr>
            <p:cNvPr id="63" name="Straight Connector 62">
              <a:extLst>
                <a:ext uri="{FF2B5EF4-FFF2-40B4-BE49-F238E27FC236}">
                  <a16:creationId xmlns:a16="http://schemas.microsoft.com/office/drawing/2014/main" id="{A2B22C35-52DF-39F0-D657-1C5C5D201F5D}"/>
                </a:ext>
              </a:extLst>
            </p:cNvPr>
            <p:cNvCxnSpPr>
              <a:cxnSpLocks/>
            </p:cNvCxnSpPr>
            <p:nvPr/>
          </p:nvCxnSpPr>
          <p:spPr>
            <a:xfrm>
              <a:off x="1478305" y="980105"/>
              <a:ext cx="0" cy="73152"/>
            </a:xfrm>
            <a:prstGeom prst="line">
              <a:avLst/>
            </a:prstGeom>
            <a:ln w="6350">
              <a:solidFill>
                <a:schemeClr val="bg1">
                  <a:lumMod val="50000"/>
                </a:schemeClr>
              </a:solidFill>
              <a:prstDash val="solid"/>
            </a:ln>
          </p:spPr>
          <p:style>
            <a:lnRef idx="2">
              <a:schemeClr val="accent1"/>
            </a:lnRef>
            <a:fillRef idx="0">
              <a:schemeClr val="accent1"/>
            </a:fillRef>
            <a:effectRef idx="1">
              <a:schemeClr val="accent1"/>
            </a:effectRef>
            <a:fontRef idx="minor">
              <a:schemeClr val="tx1"/>
            </a:fontRef>
          </p:style>
        </p:cxnSp>
        <p:cxnSp>
          <p:nvCxnSpPr>
            <p:cNvPr id="64" name="Straight Connector 63">
              <a:extLst>
                <a:ext uri="{FF2B5EF4-FFF2-40B4-BE49-F238E27FC236}">
                  <a16:creationId xmlns:a16="http://schemas.microsoft.com/office/drawing/2014/main" id="{7F028366-8CBA-8BB4-7C36-CAF8565B24C5}"/>
                </a:ext>
              </a:extLst>
            </p:cNvPr>
            <p:cNvCxnSpPr>
              <a:cxnSpLocks/>
            </p:cNvCxnSpPr>
            <p:nvPr/>
          </p:nvCxnSpPr>
          <p:spPr>
            <a:xfrm>
              <a:off x="1561811" y="979348"/>
              <a:ext cx="0" cy="73152"/>
            </a:xfrm>
            <a:prstGeom prst="line">
              <a:avLst/>
            </a:prstGeom>
            <a:ln w="6350">
              <a:solidFill>
                <a:schemeClr val="bg1">
                  <a:lumMod val="50000"/>
                </a:schemeClr>
              </a:solidFill>
              <a:prstDash val="solid"/>
            </a:ln>
          </p:spPr>
          <p:style>
            <a:lnRef idx="2">
              <a:schemeClr val="accent1"/>
            </a:lnRef>
            <a:fillRef idx="0">
              <a:schemeClr val="accent1"/>
            </a:fillRef>
            <a:effectRef idx="1">
              <a:schemeClr val="accent1"/>
            </a:effectRef>
            <a:fontRef idx="minor">
              <a:schemeClr val="tx1"/>
            </a:fontRef>
          </p:style>
        </p:cxnSp>
      </p:grpSp>
      <p:sp>
        <p:nvSpPr>
          <p:cNvPr id="96" name="TextBox 95">
            <a:extLst>
              <a:ext uri="{FF2B5EF4-FFF2-40B4-BE49-F238E27FC236}">
                <a16:creationId xmlns:a16="http://schemas.microsoft.com/office/drawing/2014/main" id="{2A9CE897-E3C6-A3F9-118F-AC96F789164A}"/>
              </a:ext>
            </a:extLst>
          </p:cNvPr>
          <p:cNvSpPr txBox="1"/>
          <p:nvPr/>
        </p:nvSpPr>
        <p:spPr>
          <a:xfrm>
            <a:off x="1954862" y="715458"/>
            <a:ext cx="2130098" cy="217863"/>
          </a:xfrm>
          <a:prstGeom prst="rect">
            <a:avLst/>
          </a:prstGeom>
          <a:noFill/>
        </p:spPr>
        <p:txBody>
          <a:bodyPr rot="0" spcFirstLastPara="0" vertOverflow="overflow" horzOverflow="overflow" vert="horz" wrap="none" lIns="63355" tIns="31678" rIns="63355" bIns="31678"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solidFill>
                  <a:srgbClr val="000000"/>
                </a:solidFill>
                <a:effectLst/>
                <a:uLnTx/>
                <a:uFillTx/>
                <a:latin typeface="Arial"/>
                <a:ea typeface="+mn-ea"/>
                <a:cs typeface="Arial"/>
                <a:sym typeface="Arial"/>
                <a:rtl val="0"/>
              </a:rPr>
              <a:t>Molecular-electrical transduction</a:t>
            </a:r>
          </a:p>
        </p:txBody>
      </p:sp>
      <p:sp>
        <p:nvSpPr>
          <p:cNvPr id="120" name="TextBox 119">
            <a:extLst>
              <a:ext uri="{FF2B5EF4-FFF2-40B4-BE49-F238E27FC236}">
                <a16:creationId xmlns:a16="http://schemas.microsoft.com/office/drawing/2014/main" id="{B17685FA-ADF3-3D0A-9AFE-0B0C24F68D33}"/>
              </a:ext>
            </a:extLst>
          </p:cNvPr>
          <p:cNvSpPr txBox="1"/>
          <p:nvPr/>
        </p:nvSpPr>
        <p:spPr>
          <a:xfrm>
            <a:off x="-41076" y="2103158"/>
            <a:ext cx="1192955" cy="24622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a:ln>
                  <a:noFill/>
                </a:ln>
                <a:solidFill>
                  <a:srgbClr val="E97132">
                    <a:lumMod val="50000"/>
                  </a:srgbClr>
                </a:solidFill>
                <a:effectLst/>
                <a:uLnTx/>
                <a:uFillTx/>
                <a:latin typeface="Arial" panose="020B0604020202020204" pitchFamily="34" charset="0"/>
                <a:ea typeface="+mn-ea"/>
                <a:cs typeface="Arial" panose="020B0604020202020204" pitchFamily="34" charset="0"/>
              </a:rPr>
              <a:t>▪</a:t>
            </a:r>
            <a:r>
              <a:rPr kumimoji="0" lang="en-GB" sz="1000" b="0" i="0" u="none" strike="noStrike" kern="1200" cap="none" spc="0" normalizeH="0" baseline="0" noProof="0" dirty="0">
                <a:ln>
                  <a:noFill/>
                </a:ln>
                <a:solidFill>
                  <a:prstClr val="white">
                    <a:lumMod val="50000"/>
                  </a:prstClr>
                </a:solidFill>
                <a:effectLst/>
                <a:uLnTx/>
                <a:uFillTx/>
                <a:latin typeface="Arial" panose="020B0604020202020204" pitchFamily="34" charset="0"/>
                <a:ea typeface="+mn-ea"/>
                <a:cs typeface="Arial" panose="020B0604020202020204" pitchFamily="34" charset="0"/>
              </a:rPr>
              <a:t>  </a:t>
            </a:r>
            <a:r>
              <a:rPr kumimoji="0" lang="en-GB" sz="1000" b="0" i="0" u="none" strike="noStrike" kern="1200" cap="none" spc="0" normalizeH="0" baseline="0" noProof="0" dirty="0">
                <a:ln>
                  <a:noFill/>
                </a:ln>
                <a:solidFill>
                  <a:prstClr val="white">
                    <a:lumMod val="50000"/>
                  </a:prstClr>
                </a:solidFill>
                <a:effectLst/>
                <a:uLnTx/>
                <a:uFillTx/>
                <a:latin typeface="Arial Nova" panose="020F0502020204030204" pitchFamily="34" charset="0"/>
                <a:ea typeface="+mn-ea"/>
                <a:cs typeface="Arial" panose="020B0604020202020204" pitchFamily="34" charset="0"/>
              </a:rPr>
              <a:t>MICROFLUIDIC</a:t>
            </a:r>
            <a:endParaRPr kumimoji="0" lang="en-GB" sz="1000" b="0" i="0" u="none" strike="noStrike" kern="1200" cap="none" spc="0" normalizeH="0" baseline="0" noProof="0" dirty="0">
              <a:ln>
                <a:noFill/>
              </a:ln>
              <a:solidFill>
                <a:prstClr val="white">
                  <a:lumMod val="50000"/>
                </a:prstClr>
              </a:solidFill>
              <a:effectLst/>
              <a:uLnTx/>
              <a:uFillTx/>
              <a:latin typeface="Arial Nova" panose="020F0502020204030204" pitchFamily="34" charset="0"/>
              <a:ea typeface="+mn-ea"/>
              <a:cs typeface="+mn-cs"/>
            </a:endParaRPr>
          </a:p>
        </p:txBody>
      </p:sp>
      <p:sp>
        <p:nvSpPr>
          <p:cNvPr id="121" name="TextBox 120">
            <a:extLst>
              <a:ext uri="{FF2B5EF4-FFF2-40B4-BE49-F238E27FC236}">
                <a16:creationId xmlns:a16="http://schemas.microsoft.com/office/drawing/2014/main" id="{FD035A5E-40AA-B2B0-6D0B-044C689A4D13}"/>
              </a:ext>
            </a:extLst>
          </p:cNvPr>
          <p:cNvSpPr txBox="1"/>
          <p:nvPr/>
        </p:nvSpPr>
        <p:spPr>
          <a:xfrm>
            <a:off x="-28037" y="2400654"/>
            <a:ext cx="1480883" cy="371752"/>
          </a:xfrm>
          <a:prstGeom prst="rect">
            <a:avLst/>
          </a:prstGeom>
          <a:noFill/>
        </p:spPr>
        <p:txBody>
          <a:bodyPr rot="0" spcFirstLastPara="0" vertOverflow="overflow" horzOverflow="overflow" vert="horz" wrap="none" lIns="63355" tIns="31678" rIns="63355" bIns="31678"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solidFill>
                  <a:srgbClr val="000000"/>
                </a:solidFill>
                <a:effectLst/>
                <a:uLnTx/>
                <a:uFillTx/>
                <a:latin typeface="Arial"/>
                <a:ea typeface="+mn-ea"/>
                <a:cs typeface="Arial"/>
                <a:sym typeface="Arial"/>
                <a:rtl val="0"/>
              </a:rPr>
              <a:t>FIR-shaped channels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solidFill>
                  <a:srgbClr val="000000"/>
                </a:solidFill>
                <a:effectLst/>
                <a:uLnTx/>
                <a:uFillTx/>
                <a:latin typeface="Arial"/>
                <a:ea typeface="+mn-ea"/>
                <a:cs typeface="Arial"/>
                <a:sym typeface="Arial"/>
                <a:rtl val="0"/>
              </a:rPr>
              <a:t>+ in-channel reactions</a:t>
            </a:r>
          </a:p>
        </p:txBody>
      </p:sp>
      <p:grpSp>
        <p:nvGrpSpPr>
          <p:cNvPr id="122" name="Group 121">
            <a:extLst>
              <a:ext uri="{FF2B5EF4-FFF2-40B4-BE49-F238E27FC236}">
                <a16:creationId xmlns:a16="http://schemas.microsoft.com/office/drawing/2014/main" id="{38464A3D-C75E-C923-C498-2FEBAAE1AFB6}"/>
              </a:ext>
            </a:extLst>
          </p:cNvPr>
          <p:cNvGrpSpPr/>
          <p:nvPr/>
        </p:nvGrpSpPr>
        <p:grpSpPr>
          <a:xfrm>
            <a:off x="2055272" y="2952382"/>
            <a:ext cx="1482051" cy="417106"/>
            <a:chOff x="902563" y="1366361"/>
            <a:chExt cx="896594" cy="252336"/>
          </a:xfrm>
        </p:grpSpPr>
        <p:sp>
          <p:nvSpPr>
            <p:cNvPr id="123" name="Cylinder 122">
              <a:extLst>
                <a:ext uri="{FF2B5EF4-FFF2-40B4-BE49-F238E27FC236}">
                  <a16:creationId xmlns:a16="http://schemas.microsoft.com/office/drawing/2014/main" id="{D34AA8DE-4540-CF51-B404-1537D7C1C6F5}"/>
                </a:ext>
              </a:extLst>
            </p:cNvPr>
            <p:cNvSpPr/>
            <p:nvPr/>
          </p:nvSpPr>
          <p:spPr>
            <a:xfrm rot="5400000">
              <a:off x="1224692" y="1044232"/>
              <a:ext cx="252336" cy="896594"/>
            </a:xfrm>
            <a:prstGeom prst="can">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4" name="Oval 123">
              <a:extLst>
                <a:ext uri="{FF2B5EF4-FFF2-40B4-BE49-F238E27FC236}">
                  <a16:creationId xmlns:a16="http://schemas.microsoft.com/office/drawing/2014/main" id="{91E05CFA-31FF-8934-1132-A16B5FDD45B4}"/>
                </a:ext>
              </a:extLst>
            </p:cNvPr>
            <p:cNvSpPr>
              <a:spLocks noChangeAspect="1"/>
            </p:cNvSpPr>
            <p:nvPr/>
          </p:nvSpPr>
          <p:spPr>
            <a:xfrm>
              <a:off x="987864" y="1421561"/>
              <a:ext cx="32804" cy="32804"/>
            </a:xfrm>
            <a:prstGeom prst="ellipse">
              <a:avLst/>
            </a:prstGeom>
            <a:solidFill>
              <a:srgbClr val="C29B4E"/>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5" name="Oval 124">
              <a:extLst>
                <a:ext uri="{FF2B5EF4-FFF2-40B4-BE49-F238E27FC236}">
                  <a16:creationId xmlns:a16="http://schemas.microsoft.com/office/drawing/2014/main" id="{5A00F945-64F8-66F3-26A6-319350F0B83C}"/>
                </a:ext>
              </a:extLst>
            </p:cNvPr>
            <p:cNvSpPr>
              <a:spLocks noChangeAspect="1"/>
            </p:cNvSpPr>
            <p:nvPr/>
          </p:nvSpPr>
          <p:spPr>
            <a:xfrm>
              <a:off x="987864" y="1498610"/>
              <a:ext cx="32804" cy="32804"/>
            </a:xfrm>
            <a:prstGeom prst="ellipse">
              <a:avLst/>
            </a:prstGeom>
            <a:solidFill>
              <a:srgbClr val="C29B4E"/>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6" name="Oval 125">
              <a:extLst>
                <a:ext uri="{FF2B5EF4-FFF2-40B4-BE49-F238E27FC236}">
                  <a16:creationId xmlns:a16="http://schemas.microsoft.com/office/drawing/2014/main" id="{5651A57F-157A-193D-890C-FF215A8A1489}"/>
                </a:ext>
              </a:extLst>
            </p:cNvPr>
            <p:cNvSpPr>
              <a:spLocks noChangeAspect="1"/>
            </p:cNvSpPr>
            <p:nvPr/>
          </p:nvSpPr>
          <p:spPr>
            <a:xfrm>
              <a:off x="952163" y="1460510"/>
              <a:ext cx="32804" cy="32804"/>
            </a:xfrm>
            <a:prstGeom prst="ellipse">
              <a:avLst/>
            </a:prstGeom>
            <a:solidFill>
              <a:srgbClr val="C29B4E"/>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7" name="Oval 126">
              <a:extLst>
                <a:ext uri="{FF2B5EF4-FFF2-40B4-BE49-F238E27FC236}">
                  <a16:creationId xmlns:a16="http://schemas.microsoft.com/office/drawing/2014/main" id="{CE7EC68C-B955-D10B-EB2E-6BABD682649C}"/>
                </a:ext>
              </a:extLst>
            </p:cNvPr>
            <p:cNvSpPr>
              <a:spLocks noChangeAspect="1"/>
            </p:cNvSpPr>
            <p:nvPr/>
          </p:nvSpPr>
          <p:spPr>
            <a:xfrm>
              <a:off x="958349" y="1553810"/>
              <a:ext cx="32804" cy="32804"/>
            </a:xfrm>
            <a:prstGeom prst="ellipse">
              <a:avLst/>
            </a:prstGeom>
            <a:solidFill>
              <a:srgbClr val="C29B4E"/>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8" name="Oval 127">
              <a:extLst>
                <a:ext uri="{FF2B5EF4-FFF2-40B4-BE49-F238E27FC236}">
                  <a16:creationId xmlns:a16="http://schemas.microsoft.com/office/drawing/2014/main" id="{ABC38EF2-4983-DEFD-773A-BDF03ACEA4DA}"/>
                </a:ext>
              </a:extLst>
            </p:cNvPr>
            <p:cNvSpPr>
              <a:spLocks noChangeAspect="1"/>
            </p:cNvSpPr>
            <p:nvPr/>
          </p:nvSpPr>
          <p:spPr>
            <a:xfrm>
              <a:off x="1068946" y="1459256"/>
              <a:ext cx="32804" cy="32804"/>
            </a:xfrm>
            <a:prstGeom prst="ellipse">
              <a:avLst/>
            </a:prstGeom>
            <a:solidFill>
              <a:srgbClr val="C29B4E"/>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9" name="Oval 128">
              <a:extLst>
                <a:ext uri="{FF2B5EF4-FFF2-40B4-BE49-F238E27FC236}">
                  <a16:creationId xmlns:a16="http://schemas.microsoft.com/office/drawing/2014/main" id="{22A02C92-FBDC-0F38-5861-CE1EB9C59BA4}"/>
                </a:ext>
              </a:extLst>
            </p:cNvPr>
            <p:cNvSpPr>
              <a:spLocks noChangeAspect="1"/>
            </p:cNvSpPr>
            <p:nvPr/>
          </p:nvSpPr>
          <p:spPr>
            <a:xfrm>
              <a:off x="1057404" y="1522575"/>
              <a:ext cx="32804" cy="32804"/>
            </a:xfrm>
            <a:prstGeom prst="ellipse">
              <a:avLst/>
            </a:prstGeom>
            <a:solidFill>
              <a:srgbClr val="C29B4E"/>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0" name="Oval 129">
              <a:extLst>
                <a:ext uri="{FF2B5EF4-FFF2-40B4-BE49-F238E27FC236}">
                  <a16:creationId xmlns:a16="http://schemas.microsoft.com/office/drawing/2014/main" id="{9F73A05D-0813-420E-0730-2A2BC48B1BA4}"/>
                </a:ext>
              </a:extLst>
            </p:cNvPr>
            <p:cNvSpPr>
              <a:spLocks noChangeAspect="1"/>
            </p:cNvSpPr>
            <p:nvPr/>
          </p:nvSpPr>
          <p:spPr>
            <a:xfrm>
              <a:off x="1152176" y="1480419"/>
              <a:ext cx="32804" cy="32804"/>
            </a:xfrm>
            <a:prstGeom prst="ellipse">
              <a:avLst/>
            </a:prstGeom>
            <a:solidFill>
              <a:srgbClr val="C29B4E"/>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cxnSp>
          <p:nvCxnSpPr>
            <p:cNvPr id="131" name="Straight Arrow Connector 130">
              <a:extLst>
                <a:ext uri="{FF2B5EF4-FFF2-40B4-BE49-F238E27FC236}">
                  <a16:creationId xmlns:a16="http://schemas.microsoft.com/office/drawing/2014/main" id="{82EE319F-C348-117B-C6BC-955DA996010E}"/>
                </a:ext>
              </a:extLst>
            </p:cNvPr>
            <p:cNvCxnSpPr/>
            <p:nvPr/>
          </p:nvCxnSpPr>
          <p:spPr>
            <a:xfrm>
              <a:off x="1470423" y="1492807"/>
              <a:ext cx="182880" cy="0"/>
            </a:xfrm>
            <a:prstGeom prst="straightConnector1">
              <a:avLst/>
            </a:prstGeom>
            <a:ln w="6350">
              <a:solidFill>
                <a:schemeClr val="tx1"/>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132" name="Straight Arrow Connector 131">
              <a:extLst>
                <a:ext uri="{FF2B5EF4-FFF2-40B4-BE49-F238E27FC236}">
                  <a16:creationId xmlns:a16="http://schemas.microsoft.com/office/drawing/2014/main" id="{C79488F6-5C0B-5DB2-83FC-833D0713445D}"/>
                </a:ext>
              </a:extLst>
            </p:cNvPr>
            <p:cNvCxnSpPr/>
            <p:nvPr/>
          </p:nvCxnSpPr>
          <p:spPr>
            <a:xfrm>
              <a:off x="1470423" y="1421561"/>
              <a:ext cx="91440" cy="0"/>
            </a:xfrm>
            <a:prstGeom prst="straightConnector1">
              <a:avLst/>
            </a:prstGeom>
            <a:ln w="6350">
              <a:solidFill>
                <a:schemeClr val="tx1"/>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133" name="Straight Arrow Connector 132">
              <a:extLst>
                <a:ext uri="{FF2B5EF4-FFF2-40B4-BE49-F238E27FC236}">
                  <a16:creationId xmlns:a16="http://schemas.microsoft.com/office/drawing/2014/main" id="{65B7904A-4316-FF51-A73D-781F16106397}"/>
                </a:ext>
              </a:extLst>
            </p:cNvPr>
            <p:cNvCxnSpPr/>
            <p:nvPr/>
          </p:nvCxnSpPr>
          <p:spPr>
            <a:xfrm>
              <a:off x="1470423" y="1564803"/>
              <a:ext cx="91440" cy="0"/>
            </a:xfrm>
            <a:prstGeom prst="straightConnector1">
              <a:avLst/>
            </a:prstGeom>
            <a:ln w="6350">
              <a:solidFill>
                <a:schemeClr val="tx1"/>
              </a:solidFill>
              <a:tailEnd type="triangle" w="sm" len="sm"/>
            </a:ln>
          </p:spPr>
          <p:style>
            <a:lnRef idx="2">
              <a:schemeClr val="accent1"/>
            </a:lnRef>
            <a:fillRef idx="0">
              <a:schemeClr val="accent1"/>
            </a:fillRef>
            <a:effectRef idx="1">
              <a:schemeClr val="accent1"/>
            </a:effectRef>
            <a:fontRef idx="minor">
              <a:schemeClr val="tx1"/>
            </a:fontRef>
          </p:style>
        </p:cxnSp>
      </p:grpSp>
      <p:grpSp>
        <p:nvGrpSpPr>
          <p:cNvPr id="134" name="Group 133">
            <a:extLst>
              <a:ext uri="{FF2B5EF4-FFF2-40B4-BE49-F238E27FC236}">
                <a16:creationId xmlns:a16="http://schemas.microsoft.com/office/drawing/2014/main" id="{341F52DD-B35F-D904-0DE3-108178DC757A}"/>
              </a:ext>
            </a:extLst>
          </p:cNvPr>
          <p:cNvGrpSpPr/>
          <p:nvPr/>
        </p:nvGrpSpPr>
        <p:grpSpPr>
          <a:xfrm>
            <a:off x="1824994" y="2132544"/>
            <a:ext cx="2380426" cy="674688"/>
            <a:chOff x="43766" y="2027777"/>
            <a:chExt cx="1440082" cy="408165"/>
          </a:xfrm>
        </p:grpSpPr>
        <p:sp>
          <p:nvSpPr>
            <p:cNvPr id="135" name="TextBox 134">
              <a:extLst>
                <a:ext uri="{FF2B5EF4-FFF2-40B4-BE49-F238E27FC236}">
                  <a16:creationId xmlns:a16="http://schemas.microsoft.com/office/drawing/2014/main" id="{5AB9C88A-BF0D-3D3C-55BA-0AB93F266943}"/>
                </a:ext>
              </a:extLst>
            </p:cNvPr>
            <p:cNvSpPr txBox="1"/>
            <p:nvPr/>
          </p:nvSpPr>
          <p:spPr>
            <a:xfrm>
              <a:off x="43766" y="2027777"/>
              <a:ext cx="1237244" cy="131800"/>
            </a:xfrm>
            <a:prstGeom prst="rect">
              <a:avLst/>
            </a:prstGeom>
            <a:noFill/>
          </p:spPr>
          <p:txBody>
            <a:bodyPr rot="0" spcFirstLastPara="0" vertOverflow="overflow" horzOverflow="overflow" vert="horz" wrap="none" lIns="63355" tIns="31678" rIns="63355" bIns="31678"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solidFill>
                    <a:srgbClr val="000000"/>
                  </a:solidFill>
                  <a:effectLst/>
                  <a:uLnTx/>
                  <a:uFillTx/>
                  <a:latin typeface="Arial"/>
                  <a:ea typeface="+mn-ea"/>
                  <a:cs typeface="Arial"/>
                  <a:sym typeface="Arial"/>
                  <a:rtl val="0"/>
                </a:rPr>
                <a:t>Molecular concentration pulses</a:t>
              </a:r>
            </a:p>
          </p:txBody>
        </p:sp>
        <p:sp>
          <p:nvSpPr>
            <p:cNvPr id="136" name="TextBox 135">
              <a:extLst>
                <a:ext uri="{FF2B5EF4-FFF2-40B4-BE49-F238E27FC236}">
                  <a16:creationId xmlns:a16="http://schemas.microsoft.com/office/drawing/2014/main" id="{6AF68DC6-4052-BBE9-5868-B20222110782}"/>
                </a:ext>
              </a:extLst>
            </p:cNvPr>
            <p:cNvSpPr txBox="1"/>
            <p:nvPr/>
          </p:nvSpPr>
          <p:spPr>
            <a:xfrm>
              <a:off x="50753" y="2145876"/>
              <a:ext cx="1433095" cy="290066"/>
            </a:xfrm>
            <a:prstGeom prst="rect">
              <a:avLst/>
            </a:prstGeom>
            <a:noFill/>
          </p:spPr>
          <p:txBody>
            <a:bodyPr rot="0" spcFirstLastPara="0" vertOverflow="overflow" horzOverflow="overflow" vert="horz" wrap="square" lIns="63355" tIns="31678" rIns="63355" bIns="31678"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dirty="0">
                  <a:ln>
                    <a:noFill/>
                  </a:ln>
                  <a:solidFill>
                    <a:prstClr val="black"/>
                  </a:solidFill>
                  <a:effectLst/>
                  <a:uLnTx/>
                  <a:uFillTx/>
                  <a:latin typeface="Aptos Light" panose="020B0004020202020204" pitchFamily="34" charset="0"/>
                  <a:ea typeface="+mn-ea"/>
                  <a:cs typeface="+mn-cs"/>
                </a:rPr>
                <a:t>Mechanism</a:t>
              </a:r>
              <a:endParaRPr kumimoji="0" lang="en-GB" sz="900" b="0" i="0" u="none" strike="noStrike" kern="1200" cap="none" spc="0" normalizeH="0" baseline="0" noProof="0" dirty="0">
                <a:ln/>
                <a:solidFill>
                  <a:prstClr val="black"/>
                </a:solidFill>
                <a:effectLst/>
                <a:uLnTx/>
                <a:uFillTx/>
                <a:latin typeface="Aptos Light" panose="020B0004020202020204" pitchFamily="34" charset="0"/>
                <a:ea typeface="+mn-ea"/>
                <a:cs typeface="Arial"/>
                <a:sym typeface="Arial"/>
                <a:rtl val="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dirty="0">
                  <a:ln/>
                  <a:solidFill>
                    <a:prstClr val="black"/>
                  </a:solidFill>
                  <a:effectLst/>
                  <a:uLnTx/>
                  <a:uFillTx/>
                  <a:latin typeface="Aptos Light" panose="020B0004020202020204" pitchFamily="34" charset="0"/>
                  <a:ea typeface="+mn-ea"/>
                  <a:cs typeface="Arial"/>
                  <a:sym typeface="Arial"/>
                  <a:rtl val="0"/>
                </a:rPr>
                <a:t>Signalling molecules are injected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dirty="0">
                  <a:ln/>
                  <a:solidFill>
                    <a:prstClr val="black"/>
                  </a:solidFill>
                  <a:effectLst/>
                  <a:uLnTx/>
                  <a:uFillTx/>
                  <a:latin typeface="Aptos Light" panose="020B0004020202020204" pitchFamily="34" charset="0"/>
                  <a:ea typeface="+mn-ea"/>
                  <a:cs typeface="Arial"/>
                  <a:sym typeface="Arial"/>
                  <a:rtl val="0"/>
                </a:rPr>
                <a:t>into a laminar-flow channel</a:t>
              </a:r>
            </a:p>
          </p:txBody>
        </p:sp>
      </p:grpSp>
      <p:cxnSp>
        <p:nvCxnSpPr>
          <p:cNvPr id="161" name="Straight Connector 160">
            <a:extLst>
              <a:ext uri="{FF2B5EF4-FFF2-40B4-BE49-F238E27FC236}">
                <a16:creationId xmlns:a16="http://schemas.microsoft.com/office/drawing/2014/main" id="{BE243F73-2FB5-E580-0D1C-6A4DF0F80D34}"/>
              </a:ext>
            </a:extLst>
          </p:cNvPr>
          <p:cNvCxnSpPr>
            <a:cxnSpLocks/>
          </p:cNvCxnSpPr>
          <p:nvPr/>
        </p:nvCxnSpPr>
        <p:spPr>
          <a:xfrm flipV="1">
            <a:off x="39817" y="3601774"/>
            <a:ext cx="12152183" cy="4421"/>
          </a:xfrm>
          <a:prstGeom prst="line">
            <a:avLst/>
          </a:prstGeom>
          <a:ln w="6350">
            <a:solidFill>
              <a:schemeClr val="accent2">
                <a:lumMod val="50000"/>
                <a:alpha val="33000"/>
              </a:schemeClr>
            </a:solidFill>
          </a:ln>
        </p:spPr>
        <p:style>
          <a:lnRef idx="2">
            <a:schemeClr val="accent1"/>
          </a:lnRef>
          <a:fillRef idx="0">
            <a:schemeClr val="accent1"/>
          </a:fillRef>
          <a:effectRef idx="1">
            <a:schemeClr val="accent1"/>
          </a:effectRef>
          <a:fontRef idx="minor">
            <a:schemeClr val="tx1"/>
          </a:fontRef>
        </p:style>
      </p:cxnSp>
      <p:sp>
        <p:nvSpPr>
          <p:cNvPr id="162" name="TextBox 161">
            <a:extLst>
              <a:ext uri="{FF2B5EF4-FFF2-40B4-BE49-F238E27FC236}">
                <a16:creationId xmlns:a16="http://schemas.microsoft.com/office/drawing/2014/main" id="{0D222259-52F5-ECCE-6A09-AD091599BFF2}"/>
              </a:ext>
            </a:extLst>
          </p:cNvPr>
          <p:cNvSpPr txBox="1"/>
          <p:nvPr/>
        </p:nvSpPr>
        <p:spPr>
          <a:xfrm>
            <a:off x="-41076" y="3608440"/>
            <a:ext cx="944489" cy="24622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a:ln>
                  <a:noFill/>
                </a:ln>
                <a:solidFill>
                  <a:srgbClr val="E97132">
                    <a:lumMod val="50000"/>
                  </a:srgbClr>
                </a:solidFill>
                <a:effectLst/>
                <a:uLnTx/>
                <a:uFillTx/>
                <a:latin typeface="Arial" panose="020B0604020202020204" pitchFamily="34" charset="0"/>
                <a:ea typeface="+mn-ea"/>
                <a:cs typeface="Arial" panose="020B0604020202020204" pitchFamily="34" charset="0"/>
              </a:rPr>
              <a:t>▪</a:t>
            </a:r>
            <a:r>
              <a:rPr kumimoji="0" lang="en-GB" sz="1000" b="0" i="0" u="none" strike="noStrike" kern="1200" cap="none" spc="0" normalizeH="0" baseline="0" noProof="0" dirty="0">
                <a:ln>
                  <a:noFill/>
                </a:ln>
                <a:solidFill>
                  <a:prstClr val="white">
                    <a:lumMod val="50000"/>
                  </a:prstClr>
                </a:solidFill>
                <a:effectLst/>
                <a:uLnTx/>
                <a:uFillTx/>
                <a:latin typeface="Arial" panose="020B0604020202020204" pitchFamily="34" charset="0"/>
                <a:ea typeface="+mn-ea"/>
                <a:cs typeface="Arial" panose="020B0604020202020204" pitchFamily="34" charset="0"/>
              </a:rPr>
              <a:t>  </a:t>
            </a:r>
            <a:r>
              <a:rPr kumimoji="0" lang="en-GB" sz="1000" b="0" i="0" u="none" strike="noStrike" kern="1200" cap="none" spc="0" normalizeH="0" baseline="0" noProof="0" dirty="0">
                <a:ln>
                  <a:noFill/>
                </a:ln>
                <a:solidFill>
                  <a:prstClr val="white">
                    <a:lumMod val="50000"/>
                  </a:prstClr>
                </a:solidFill>
                <a:effectLst/>
                <a:uLnTx/>
                <a:uFillTx/>
                <a:latin typeface="Arial Nova" panose="020F0502020204030204" pitchFamily="34" charset="0"/>
                <a:ea typeface="+mn-ea"/>
                <a:cs typeface="Arial" panose="020B0604020202020204" pitchFamily="34" charset="0"/>
              </a:rPr>
              <a:t>CHEMICAL</a:t>
            </a:r>
          </a:p>
        </p:txBody>
      </p:sp>
      <p:sp>
        <p:nvSpPr>
          <p:cNvPr id="163" name="TextBox 162">
            <a:extLst>
              <a:ext uri="{FF2B5EF4-FFF2-40B4-BE49-F238E27FC236}">
                <a16:creationId xmlns:a16="http://schemas.microsoft.com/office/drawing/2014/main" id="{E4FD677A-405F-073F-BACD-E52CA517F2B6}"/>
              </a:ext>
            </a:extLst>
          </p:cNvPr>
          <p:cNvSpPr txBox="1"/>
          <p:nvPr/>
        </p:nvSpPr>
        <p:spPr>
          <a:xfrm>
            <a:off x="45294" y="3885572"/>
            <a:ext cx="1278903" cy="371752"/>
          </a:xfrm>
          <a:prstGeom prst="rect">
            <a:avLst/>
          </a:prstGeom>
          <a:noFill/>
        </p:spPr>
        <p:txBody>
          <a:bodyPr rot="0" spcFirstLastPara="0" vertOverflow="overflow" horzOverflow="overflow" vert="horz" wrap="none" lIns="63355" tIns="31678" rIns="63355" bIns="31678"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solidFill>
                  <a:srgbClr val="000000"/>
                </a:solidFill>
                <a:effectLst/>
                <a:uLnTx/>
                <a:uFillTx/>
                <a:latin typeface="Arial"/>
                <a:ea typeface="+mn-ea"/>
                <a:cs typeface="Arial"/>
                <a:sym typeface="Arial"/>
                <a:rtl val="0"/>
              </a:rPr>
              <a:t>Chemical</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solidFill>
                  <a:srgbClr val="000000"/>
                </a:solidFill>
                <a:effectLst/>
                <a:uLnTx/>
                <a:uFillTx/>
                <a:latin typeface="Arial"/>
                <a:ea typeface="+mn-ea"/>
                <a:cs typeface="Arial"/>
                <a:sym typeface="Arial"/>
                <a:rtl val="0"/>
              </a:rPr>
              <a:t>Reaction Networks</a:t>
            </a:r>
          </a:p>
        </p:txBody>
      </p:sp>
      <p:sp>
        <p:nvSpPr>
          <p:cNvPr id="164" name="TextBox 163">
            <a:extLst>
              <a:ext uri="{FF2B5EF4-FFF2-40B4-BE49-F238E27FC236}">
                <a16:creationId xmlns:a16="http://schemas.microsoft.com/office/drawing/2014/main" id="{4E309283-9525-6A73-2BF6-7C3809C93115}"/>
              </a:ext>
            </a:extLst>
          </p:cNvPr>
          <p:cNvSpPr txBox="1"/>
          <p:nvPr/>
        </p:nvSpPr>
        <p:spPr>
          <a:xfrm>
            <a:off x="26946" y="2760680"/>
            <a:ext cx="1481154"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1" u="none" strike="noStrike" kern="1200" cap="none" spc="0" normalizeH="0" baseline="0" noProof="0" dirty="0">
                <a:ln>
                  <a:noFill/>
                </a:ln>
                <a:solidFill>
                  <a:prstClr val="white">
                    <a:lumMod val="50000"/>
                  </a:prstClr>
                </a:solidFill>
                <a:effectLst/>
                <a:uLnTx/>
                <a:uFillTx/>
                <a:latin typeface="Aptos Light" panose="020B0004020202020204" pitchFamily="34" charset="0"/>
                <a:ea typeface="+mn-ea"/>
                <a:cs typeface="+mn-cs"/>
              </a:rPr>
              <a:t>Geometry of microfluidic pipes sets the weights, chemistry sets non-linearity</a:t>
            </a:r>
            <a:endParaRPr kumimoji="0" lang="en-GB" sz="900" b="0" i="1" u="none" strike="noStrike" kern="1200" cap="none" spc="0" normalizeH="0" baseline="0" noProof="0" dirty="0">
              <a:ln>
                <a:noFill/>
              </a:ln>
              <a:solidFill>
                <a:prstClr val="black"/>
              </a:solidFill>
              <a:effectLst/>
              <a:uLnTx/>
              <a:uFillTx/>
              <a:latin typeface="Aptos Light" panose="020B0004020202020204" pitchFamily="34" charset="0"/>
              <a:ea typeface="+mn-ea"/>
              <a:cs typeface="+mn-cs"/>
            </a:endParaRPr>
          </a:p>
        </p:txBody>
      </p:sp>
      <p:cxnSp>
        <p:nvCxnSpPr>
          <p:cNvPr id="165" name="Straight Connector 164">
            <a:extLst>
              <a:ext uri="{FF2B5EF4-FFF2-40B4-BE49-F238E27FC236}">
                <a16:creationId xmlns:a16="http://schemas.microsoft.com/office/drawing/2014/main" id="{2D1E0E8B-7600-4A63-1491-18F300B61B0A}"/>
              </a:ext>
            </a:extLst>
          </p:cNvPr>
          <p:cNvCxnSpPr>
            <a:cxnSpLocks/>
          </p:cNvCxnSpPr>
          <p:nvPr/>
        </p:nvCxnSpPr>
        <p:spPr>
          <a:xfrm flipV="1">
            <a:off x="29018" y="5237265"/>
            <a:ext cx="7117256" cy="19277"/>
          </a:xfrm>
          <a:prstGeom prst="line">
            <a:avLst/>
          </a:prstGeom>
          <a:ln w="6350">
            <a:solidFill>
              <a:schemeClr val="accent2">
                <a:lumMod val="50000"/>
                <a:alpha val="33000"/>
              </a:schemeClr>
            </a:solidFill>
          </a:ln>
        </p:spPr>
        <p:style>
          <a:lnRef idx="2">
            <a:schemeClr val="accent1"/>
          </a:lnRef>
          <a:fillRef idx="0">
            <a:schemeClr val="accent1"/>
          </a:fillRef>
          <a:effectRef idx="1">
            <a:schemeClr val="accent1"/>
          </a:effectRef>
          <a:fontRef idx="minor">
            <a:schemeClr val="tx1"/>
          </a:fontRef>
        </p:style>
      </p:cxnSp>
      <p:pic>
        <p:nvPicPr>
          <p:cNvPr id="166" name="Graphic 165" descr="Germ outline">
            <a:extLst>
              <a:ext uri="{FF2B5EF4-FFF2-40B4-BE49-F238E27FC236}">
                <a16:creationId xmlns:a16="http://schemas.microsoft.com/office/drawing/2014/main" id="{CFB84F96-6D9B-B287-A3CA-E0CA976154C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19911" y="4458473"/>
            <a:ext cx="375261" cy="375261"/>
          </a:xfrm>
          <a:prstGeom prst="rect">
            <a:avLst/>
          </a:prstGeom>
        </p:spPr>
      </p:pic>
      <p:pic>
        <p:nvPicPr>
          <p:cNvPr id="167" name="Graphic 166" descr="Germ outline">
            <a:extLst>
              <a:ext uri="{FF2B5EF4-FFF2-40B4-BE49-F238E27FC236}">
                <a16:creationId xmlns:a16="http://schemas.microsoft.com/office/drawing/2014/main" id="{418E736C-BF8F-90B0-6CAC-C5B3C52AD79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1246808">
            <a:off x="3395135" y="4379803"/>
            <a:ext cx="273249" cy="273249"/>
          </a:xfrm>
          <a:prstGeom prst="rect">
            <a:avLst/>
          </a:prstGeom>
        </p:spPr>
      </p:pic>
      <p:pic>
        <p:nvPicPr>
          <p:cNvPr id="168" name="Graphic 167" descr="Germ outline">
            <a:extLst>
              <a:ext uri="{FF2B5EF4-FFF2-40B4-BE49-F238E27FC236}">
                <a16:creationId xmlns:a16="http://schemas.microsoft.com/office/drawing/2014/main" id="{FB1D929C-8E03-E450-7F0F-CD895A07E05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20600580">
            <a:off x="3405942" y="4656702"/>
            <a:ext cx="173113" cy="173113"/>
          </a:xfrm>
          <a:prstGeom prst="rect">
            <a:avLst/>
          </a:prstGeom>
        </p:spPr>
      </p:pic>
      <p:sp>
        <p:nvSpPr>
          <p:cNvPr id="180" name="TextBox 179">
            <a:extLst>
              <a:ext uri="{FF2B5EF4-FFF2-40B4-BE49-F238E27FC236}">
                <a16:creationId xmlns:a16="http://schemas.microsoft.com/office/drawing/2014/main" id="{28C46D98-10B8-2424-5A29-E7F5171B6BFC}"/>
              </a:ext>
            </a:extLst>
          </p:cNvPr>
          <p:cNvSpPr txBox="1"/>
          <p:nvPr/>
        </p:nvSpPr>
        <p:spPr>
          <a:xfrm>
            <a:off x="-41076" y="5301377"/>
            <a:ext cx="1181734" cy="24622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GB" sz="1000" b="1" i="0" u="none" strike="noStrike" kern="1200" cap="none" spc="0" normalizeH="0" baseline="0" noProof="0" dirty="0">
                <a:ln>
                  <a:noFill/>
                </a:ln>
                <a:solidFill>
                  <a:prstClr val="black"/>
                </a:solidFill>
                <a:effectLst/>
                <a:uLnTx/>
                <a:uFillTx/>
                <a:latin typeface="Arial Nova" panose="020F0502020204030204" pitchFamily="34" charset="0"/>
                <a:ea typeface="+mn-ea"/>
                <a:cs typeface="Arial" panose="020B0604020202020204" pitchFamily="34" charset="0"/>
              </a:rPr>
              <a:t>CELLULAR / WET</a:t>
            </a:r>
          </a:p>
        </p:txBody>
      </p:sp>
      <p:sp>
        <p:nvSpPr>
          <p:cNvPr id="182" name="TextBox 181">
            <a:extLst>
              <a:ext uri="{FF2B5EF4-FFF2-40B4-BE49-F238E27FC236}">
                <a16:creationId xmlns:a16="http://schemas.microsoft.com/office/drawing/2014/main" id="{0E402F08-B9BF-81B5-BBBB-2ECAD53596B5}"/>
              </a:ext>
            </a:extLst>
          </p:cNvPr>
          <p:cNvSpPr txBox="1"/>
          <p:nvPr/>
        </p:nvSpPr>
        <p:spPr>
          <a:xfrm>
            <a:off x="736277" y="3366614"/>
            <a:ext cx="1303283" cy="2308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dirty="0">
                <a:ln>
                  <a:noFill/>
                </a:ln>
                <a:solidFill>
                  <a:prstClr val="white">
                    <a:lumMod val="50000"/>
                  </a:prstClr>
                </a:solidFill>
                <a:effectLst/>
                <a:uLnTx/>
                <a:uFillTx/>
                <a:latin typeface="Aptos Light" panose="020B0004020202020204" pitchFamily="34" charset="0"/>
                <a:ea typeface="+mn-ea"/>
                <a:cs typeface="+mn-cs"/>
              </a:rPr>
              <a:t>Refs. [136]</a:t>
            </a:r>
            <a:endParaRPr kumimoji="0" lang="en-GB" sz="900" b="0" i="0" u="none" strike="noStrike" kern="1200" cap="none" spc="0" normalizeH="0" baseline="0" noProof="0" dirty="0">
              <a:ln>
                <a:noFill/>
              </a:ln>
              <a:solidFill>
                <a:prstClr val="black"/>
              </a:solidFill>
              <a:effectLst/>
              <a:uLnTx/>
              <a:uFillTx/>
              <a:latin typeface="Aptos Light" panose="020B0004020202020204" pitchFamily="34" charset="0"/>
              <a:ea typeface="+mn-ea"/>
              <a:cs typeface="+mn-cs"/>
            </a:endParaRPr>
          </a:p>
        </p:txBody>
      </p:sp>
      <p:sp>
        <p:nvSpPr>
          <p:cNvPr id="183" name="TextBox 182">
            <a:extLst>
              <a:ext uri="{FF2B5EF4-FFF2-40B4-BE49-F238E27FC236}">
                <a16:creationId xmlns:a16="http://schemas.microsoft.com/office/drawing/2014/main" id="{69D394C1-CD44-255B-26FE-0706FD3B3D03}"/>
              </a:ext>
            </a:extLst>
          </p:cNvPr>
          <p:cNvSpPr txBox="1"/>
          <p:nvPr/>
        </p:nvSpPr>
        <p:spPr>
          <a:xfrm>
            <a:off x="736277" y="5006433"/>
            <a:ext cx="1303283" cy="2308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dirty="0">
                <a:ln>
                  <a:noFill/>
                </a:ln>
                <a:solidFill>
                  <a:prstClr val="white">
                    <a:lumMod val="50000"/>
                  </a:prstClr>
                </a:solidFill>
                <a:effectLst/>
                <a:uLnTx/>
                <a:uFillTx/>
                <a:latin typeface="Aptos Light" panose="020B0004020202020204" pitchFamily="34" charset="0"/>
                <a:ea typeface="+mn-ea"/>
                <a:cs typeface="+mn-cs"/>
              </a:rPr>
              <a:t>Refs. [160]</a:t>
            </a:r>
            <a:endParaRPr kumimoji="0" lang="en-GB" sz="900" b="0" i="0" u="none" strike="noStrike" kern="1200" cap="none" spc="0" normalizeH="0" baseline="0" noProof="0" dirty="0">
              <a:ln>
                <a:noFill/>
              </a:ln>
              <a:solidFill>
                <a:prstClr val="black"/>
              </a:solidFill>
              <a:effectLst/>
              <a:uLnTx/>
              <a:uFillTx/>
              <a:latin typeface="Aptos Light" panose="020B0004020202020204" pitchFamily="34" charset="0"/>
              <a:ea typeface="+mn-ea"/>
              <a:cs typeface="+mn-cs"/>
            </a:endParaRPr>
          </a:p>
        </p:txBody>
      </p:sp>
      <p:sp>
        <p:nvSpPr>
          <p:cNvPr id="184" name="Rectangle: Rounded Corners 183">
            <a:extLst>
              <a:ext uri="{FF2B5EF4-FFF2-40B4-BE49-F238E27FC236}">
                <a16:creationId xmlns:a16="http://schemas.microsoft.com/office/drawing/2014/main" id="{8A48660A-89DF-607E-2FE7-071A36664F22}"/>
              </a:ext>
            </a:extLst>
          </p:cNvPr>
          <p:cNvSpPr/>
          <p:nvPr/>
        </p:nvSpPr>
        <p:spPr>
          <a:xfrm>
            <a:off x="1882979" y="5320556"/>
            <a:ext cx="2432087" cy="1369807"/>
          </a:xfrm>
          <a:prstGeom prst="roundRect">
            <a:avLst>
              <a:gd name="adj" fmla="val 4351"/>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pic>
        <p:nvPicPr>
          <p:cNvPr id="185" name="Graphic 184" descr="Germ outline">
            <a:extLst>
              <a:ext uri="{FF2B5EF4-FFF2-40B4-BE49-F238E27FC236}">
                <a16:creationId xmlns:a16="http://schemas.microsoft.com/office/drawing/2014/main" id="{6B25C375-E61F-E0A0-889A-2C762757062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794897" y="5949342"/>
            <a:ext cx="645204" cy="645204"/>
          </a:xfrm>
          <a:prstGeom prst="rect">
            <a:avLst/>
          </a:prstGeom>
        </p:spPr>
      </p:pic>
      <p:sp>
        <p:nvSpPr>
          <p:cNvPr id="186" name="Oval 185">
            <a:extLst>
              <a:ext uri="{FF2B5EF4-FFF2-40B4-BE49-F238E27FC236}">
                <a16:creationId xmlns:a16="http://schemas.microsoft.com/office/drawing/2014/main" id="{8373B73D-DA85-A35C-8C5F-B1C0714247FD}"/>
              </a:ext>
            </a:extLst>
          </p:cNvPr>
          <p:cNvSpPr>
            <a:spLocks noChangeAspect="1"/>
          </p:cNvSpPr>
          <p:nvPr/>
        </p:nvSpPr>
        <p:spPr>
          <a:xfrm>
            <a:off x="2042089" y="6359831"/>
            <a:ext cx="54224" cy="54224"/>
          </a:xfrm>
          <a:prstGeom prst="ellipse">
            <a:avLst/>
          </a:prstGeom>
          <a:solidFill>
            <a:srgbClr val="C29B4E"/>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87" name="Oval 186">
            <a:extLst>
              <a:ext uri="{FF2B5EF4-FFF2-40B4-BE49-F238E27FC236}">
                <a16:creationId xmlns:a16="http://schemas.microsoft.com/office/drawing/2014/main" id="{2B7C8B46-BBE8-2F5F-A9D1-5FFA025AFDFC}"/>
              </a:ext>
            </a:extLst>
          </p:cNvPr>
          <p:cNvSpPr>
            <a:spLocks noChangeAspect="1"/>
          </p:cNvSpPr>
          <p:nvPr/>
        </p:nvSpPr>
        <p:spPr>
          <a:xfrm>
            <a:off x="2491286" y="6460289"/>
            <a:ext cx="54224" cy="54224"/>
          </a:xfrm>
          <a:prstGeom prst="ellipse">
            <a:avLst/>
          </a:prstGeom>
          <a:solidFill>
            <a:srgbClr val="C29B4E"/>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88" name="Oval 187">
            <a:extLst>
              <a:ext uri="{FF2B5EF4-FFF2-40B4-BE49-F238E27FC236}">
                <a16:creationId xmlns:a16="http://schemas.microsoft.com/office/drawing/2014/main" id="{6BF1D230-5702-4699-8269-2E29426D8CDA}"/>
              </a:ext>
            </a:extLst>
          </p:cNvPr>
          <p:cNvSpPr>
            <a:spLocks noChangeAspect="1"/>
          </p:cNvSpPr>
          <p:nvPr/>
        </p:nvSpPr>
        <p:spPr>
          <a:xfrm>
            <a:off x="2098841" y="6514513"/>
            <a:ext cx="54224" cy="54224"/>
          </a:xfrm>
          <a:prstGeom prst="ellipse">
            <a:avLst/>
          </a:prstGeom>
          <a:solidFill>
            <a:srgbClr val="C29B4E"/>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89" name="Oval 188">
            <a:extLst>
              <a:ext uri="{FF2B5EF4-FFF2-40B4-BE49-F238E27FC236}">
                <a16:creationId xmlns:a16="http://schemas.microsoft.com/office/drawing/2014/main" id="{D75B6006-1EDB-E700-7A71-4697DFCF6F46}"/>
              </a:ext>
            </a:extLst>
          </p:cNvPr>
          <p:cNvSpPr>
            <a:spLocks noChangeAspect="1"/>
          </p:cNvSpPr>
          <p:nvPr/>
        </p:nvSpPr>
        <p:spPr>
          <a:xfrm>
            <a:off x="2590351" y="6293118"/>
            <a:ext cx="54224" cy="54224"/>
          </a:xfrm>
          <a:prstGeom prst="ellipse">
            <a:avLst/>
          </a:prstGeom>
          <a:solidFill>
            <a:srgbClr val="C29B4E"/>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90" name="Oval 189">
            <a:extLst>
              <a:ext uri="{FF2B5EF4-FFF2-40B4-BE49-F238E27FC236}">
                <a16:creationId xmlns:a16="http://schemas.microsoft.com/office/drawing/2014/main" id="{6A4EFD32-DC89-2925-F615-D495991D6EDB}"/>
              </a:ext>
            </a:extLst>
          </p:cNvPr>
          <p:cNvSpPr>
            <a:spLocks noChangeAspect="1"/>
          </p:cNvSpPr>
          <p:nvPr/>
        </p:nvSpPr>
        <p:spPr>
          <a:xfrm>
            <a:off x="2245214" y="6414055"/>
            <a:ext cx="54224" cy="54224"/>
          </a:xfrm>
          <a:prstGeom prst="ellipse">
            <a:avLst/>
          </a:prstGeom>
          <a:solidFill>
            <a:srgbClr val="C29B4E"/>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91" name="Oval 190">
            <a:extLst>
              <a:ext uri="{FF2B5EF4-FFF2-40B4-BE49-F238E27FC236}">
                <a16:creationId xmlns:a16="http://schemas.microsoft.com/office/drawing/2014/main" id="{74702F6E-D5FC-5C9B-8437-320DBAB8FEE8}"/>
              </a:ext>
            </a:extLst>
          </p:cNvPr>
          <p:cNvSpPr>
            <a:spLocks noChangeAspect="1"/>
          </p:cNvSpPr>
          <p:nvPr/>
        </p:nvSpPr>
        <p:spPr>
          <a:xfrm>
            <a:off x="2190990" y="6274843"/>
            <a:ext cx="54224" cy="54224"/>
          </a:xfrm>
          <a:prstGeom prst="ellipse">
            <a:avLst/>
          </a:prstGeom>
          <a:solidFill>
            <a:srgbClr val="C29B4E"/>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92" name="Oval 191">
            <a:extLst>
              <a:ext uri="{FF2B5EF4-FFF2-40B4-BE49-F238E27FC236}">
                <a16:creationId xmlns:a16="http://schemas.microsoft.com/office/drawing/2014/main" id="{AAF14A8A-7039-DDD9-3557-57E1C23C79EB}"/>
              </a:ext>
            </a:extLst>
          </p:cNvPr>
          <p:cNvSpPr>
            <a:spLocks noChangeAspect="1"/>
          </p:cNvSpPr>
          <p:nvPr/>
        </p:nvSpPr>
        <p:spPr>
          <a:xfrm>
            <a:off x="2697661" y="6179549"/>
            <a:ext cx="54224" cy="54224"/>
          </a:xfrm>
          <a:prstGeom prst="ellipse">
            <a:avLst/>
          </a:prstGeom>
          <a:solidFill>
            <a:srgbClr val="C29B4E"/>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nvGrpSpPr>
          <p:cNvPr id="193" name="Group 192">
            <a:extLst>
              <a:ext uri="{FF2B5EF4-FFF2-40B4-BE49-F238E27FC236}">
                <a16:creationId xmlns:a16="http://schemas.microsoft.com/office/drawing/2014/main" id="{A79DD10D-9F14-4396-502C-90B215D03CEB}"/>
              </a:ext>
            </a:extLst>
          </p:cNvPr>
          <p:cNvGrpSpPr/>
          <p:nvPr/>
        </p:nvGrpSpPr>
        <p:grpSpPr>
          <a:xfrm>
            <a:off x="1845762" y="5295846"/>
            <a:ext cx="1885791" cy="674688"/>
            <a:chOff x="43766" y="2027777"/>
            <a:chExt cx="1140844" cy="408165"/>
          </a:xfrm>
        </p:grpSpPr>
        <p:sp>
          <p:nvSpPr>
            <p:cNvPr id="194" name="TextBox 193">
              <a:extLst>
                <a:ext uri="{FF2B5EF4-FFF2-40B4-BE49-F238E27FC236}">
                  <a16:creationId xmlns:a16="http://schemas.microsoft.com/office/drawing/2014/main" id="{520185EA-7209-A504-262B-61C55E727089}"/>
                </a:ext>
              </a:extLst>
            </p:cNvPr>
            <p:cNvSpPr txBox="1"/>
            <p:nvPr/>
          </p:nvSpPr>
          <p:spPr>
            <a:xfrm>
              <a:off x="43766" y="2027777"/>
              <a:ext cx="763998" cy="131800"/>
            </a:xfrm>
            <a:prstGeom prst="rect">
              <a:avLst/>
            </a:prstGeom>
            <a:noFill/>
          </p:spPr>
          <p:txBody>
            <a:bodyPr rot="0" spcFirstLastPara="0" vertOverflow="overflow" horzOverflow="overflow" vert="horz" wrap="none" lIns="63355" tIns="31678" rIns="63355" bIns="31678"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solidFill>
                    <a:srgbClr val="000000"/>
                  </a:solidFill>
                  <a:effectLst/>
                  <a:uLnTx/>
                  <a:uFillTx/>
                  <a:latin typeface="Arial"/>
                  <a:ea typeface="+mn-ea"/>
                  <a:cs typeface="Arial"/>
                  <a:sym typeface="Arial"/>
                  <a:rtl val="0"/>
                </a:rPr>
                <a:t>Chemical inducers</a:t>
              </a:r>
            </a:p>
          </p:txBody>
        </p:sp>
        <p:sp>
          <p:nvSpPr>
            <p:cNvPr id="195" name="TextBox 194">
              <a:extLst>
                <a:ext uri="{FF2B5EF4-FFF2-40B4-BE49-F238E27FC236}">
                  <a16:creationId xmlns:a16="http://schemas.microsoft.com/office/drawing/2014/main" id="{A458BF25-D53E-DA73-03D0-010CE25F4E3F}"/>
                </a:ext>
              </a:extLst>
            </p:cNvPr>
            <p:cNvSpPr txBox="1"/>
            <p:nvPr/>
          </p:nvSpPr>
          <p:spPr>
            <a:xfrm>
              <a:off x="50754" y="2145876"/>
              <a:ext cx="1133856" cy="290066"/>
            </a:xfrm>
            <a:prstGeom prst="rect">
              <a:avLst/>
            </a:prstGeom>
            <a:noFill/>
          </p:spPr>
          <p:txBody>
            <a:bodyPr rot="0" spcFirstLastPara="0" vertOverflow="overflow" horzOverflow="overflow" vert="horz" wrap="square" lIns="63355" tIns="31678" rIns="63355" bIns="31678"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dirty="0">
                  <a:ln>
                    <a:noFill/>
                  </a:ln>
                  <a:solidFill>
                    <a:prstClr val="black"/>
                  </a:solidFill>
                  <a:effectLst/>
                  <a:uLnTx/>
                  <a:uFillTx/>
                  <a:latin typeface="Aptos Light" panose="020B0004020202020204" pitchFamily="34" charset="0"/>
                  <a:ea typeface="+mn-ea"/>
                  <a:cs typeface="+mn-cs"/>
                </a:rPr>
                <a:t>Mechanism</a:t>
              </a:r>
              <a:endParaRPr kumimoji="0" lang="en-GB" sz="900" b="0" i="0" u="none" strike="noStrike" kern="1200" cap="none" spc="0" normalizeH="0" baseline="0" noProof="0" dirty="0">
                <a:ln/>
                <a:solidFill>
                  <a:prstClr val="black"/>
                </a:solidFill>
                <a:effectLst/>
                <a:uLnTx/>
                <a:uFillTx/>
                <a:latin typeface="Aptos Light" panose="020B0004020202020204" pitchFamily="34" charset="0"/>
                <a:ea typeface="+mn-ea"/>
                <a:cs typeface="Arial"/>
                <a:sym typeface="Arial"/>
                <a:rtl val="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dirty="0">
                  <a:ln/>
                  <a:solidFill>
                    <a:prstClr val="black"/>
                  </a:solidFill>
                  <a:effectLst/>
                  <a:uLnTx/>
                  <a:uFillTx/>
                  <a:latin typeface="Aptos Light" panose="020B0004020202020204" pitchFamily="34" charset="0"/>
                  <a:ea typeface="+mn-ea"/>
                  <a:cs typeface="Arial"/>
                  <a:sym typeface="Arial"/>
                  <a:rtl val="0"/>
                </a:rPr>
                <a:t>Chemical inducers activate bacteria to release signalling molecules</a:t>
              </a:r>
            </a:p>
          </p:txBody>
        </p:sp>
      </p:grpSp>
      <p:sp>
        <p:nvSpPr>
          <p:cNvPr id="237" name="TextBox 236">
            <a:extLst>
              <a:ext uri="{FF2B5EF4-FFF2-40B4-BE49-F238E27FC236}">
                <a16:creationId xmlns:a16="http://schemas.microsoft.com/office/drawing/2014/main" id="{233AF322-96C8-DF8D-FAE2-A2FFA1401710}"/>
              </a:ext>
            </a:extLst>
          </p:cNvPr>
          <p:cNvSpPr txBox="1"/>
          <p:nvPr/>
        </p:nvSpPr>
        <p:spPr>
          <a:xfrm>
            <a:off x="26946" y="4344304"/>
            <a:ext cx="1481154" cy="5078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1" u="none" strike="noStrike" kern="1200" cap="none" spc="0" normalizeH="0" baseline="0" noProof="0" dirty="0">
                <a:ln>
                  <a:noFill/>
                </a:ln>
                <a:solidFill>
                  <a:prstClr val="white">
                    <a:lumMod val="50000"/>
                  </a:prstClr>
                </a:solidFill>
                <a:effectLst/>
                <a:uLnTx/>
                <a:uFillTx/>
                <a:latin typeface="Aptos Light" panose="020B0004020202020204" pitchFamily="34" charset="0"/>
                <a:ea typeface="+mn-ea"/>
                <a:cs typeface="+mn-cs"/>
              </a:rPr>
              <a:t>Computation lives in stoichiometry and reaction-rate ratios.</a:t>
            </a:r>
          </a:p>
        </p:txBody>
      </p:sp>
      <p:sp>
        <p:nvSpPr>
          <p:cNvPr id="238" name="TextBox 237">
            <a:extLst>
              <a:ext uri="{FF2B5EF4-FFF2-40B4-BE49-F238E27FC236}">
                <a16:creationId xmlns:a16="http://schemas.microsoft.com/office/drawing/2014/main" id="{876AA0AD-0587-0237-7ED2-4AFF352EAB49}"/>
              </a:ext>
            </a:extLst>
          </p:cNvPr>
          <p:cNvSpPr txBox="1"/>
          <p:nvPr/>
        </p:nvSpPr>
        <p:spPr>
          <a:xfrm>
            <a:off x="26946" y="5603338"/>
            <a:ext cx="1481154" cy="5078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1" u="none" strike="noStrike" kern="1200" cap="none" spc="0" normalizeH="0" baseline="0" noProof="0" dirty="0">
                <a:ln>
                  <a:noFill/>
                </a:ln>
                <a:solidFill>
                  <a:prstClr val="white">
                    <a:lumMod val="50000"/>
                  </a:prstClr>
                </a:solidFill>
                <a:effectLst/>
                <a:uLnTx/>
                <a:uFillTx/>
                <a:latin typeface="Aptos Light" panose="020B0004020202020204" pitchFamily="34" charset="0"/>
                <a:ea typeface="+mn-ea"/>
                <a:cs typeface="+mn-cs"/>
              </a:rPr>
              <a:t>Computation embedded in living gene-regulatory networks.</a:t>
            </a:r>
          </a:p>
        </p:txBody>
      </p:sp>
      <p:sp>
        <p:nvSpPr>
          <p:cNvPr id="239" name="TextBox 238">
            <a:extLst>
              <a:ext uri="{FF2B5EF4-FFF2-40B4-BE49-F238E27FC236}">
                <a16:creationId xmlns:a16="http://schemas.microsoft.com/office/drawing/2014/main" id="{2496C27C-1DDA-40DC-3BC4-7691E41E77BD}"/>
              </a:ext>
            </a:extLst>
          </p:cNvPr>
          <p:cNvSpPr txBox="1"/>
          <p:nvPr/>
        </p:nvSpPr>
        <p:spPr>
          <a:xfrm>
            <a:off x="706216" y="6557955"/>
            <a:ext cx="773700" cy="2308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dirty="0">
                <a:ln>
                  <a:noFill/>
                </a:ln>
                <a:solidFill>
                  <a:prstClr val="white">
                    <a:lumMod val="50000"/>
                  </a:prstClr>
                </a:solidFill>
                <a:effectLst/>
                <a:uLnTx/>
                <a:uFillTx/>
                <a:latin typeface="Aptos Light" panose="020B0004020202020204" pitchFamily="34" charset="0"/>
                <a:ea typeface="+mn-ea"/>
                <a:cs typeface="+mn-cs"/>
              </a:rPr>
              <a:t>Refs. </a:t>
            </a:r>
            <a:r>
              <a:rPr kumimoji="0" lang="en-GB" sz="900" b="0" i="0" u="none" strike="noStrike" kern="1200" cap="none" spc="0" normalizeH="0" baseline="0" noProof="0">
                <a:ln>
                  <a:noFill/>
                </a:ln>
                <a:solidFill>
                  <a:prstClr val="white">
                    <a:lumMod val="50000"/>
                  </a:prstClr>
                </a:solidFill>
                <a:effectLst/>
                <a:uLnTx/>
                <a:uFillTx/>
                <a:latin typeface="Aptos Light" panose="020B0004020202020204" pitchFamily="34" charset="0"/>
                <a:ea typeface="+mn-ea"/>
                <a:cs typeface="+mn-cs"/>
              </a:rPr>
              <a:t>[157]</a:t>
            </a:r>
            <a:endParaRPr kumimoji="0" lang="en-GB" sz="900" b="0" i="0" u="none" strike="noStrike" kern="1200" cap="none" spc="0" normalizeH="0" baseline="0" noProof="0" dirty="0">
              <a:ln>
                <a:noFill/>
              </a:ln>
              <a:solidFill>
                <a:prstClr val="black"/>
              </a:solidFill>
              <a:effectLst/>
              <a:uLnTx/>
              <a:uFillTx/>
              <a:latin typeface="Aptos Light" panose="020B0004020202020204" pitchFamily="34" charset="0"/>
              <a:ea typeface="+mn-ea"/>
              <a:cs typeface="+mn-cs"/>
            </a:endParaRPr>
          </a:p>
        </p:txBody>
      </p:sp>
      <p:sp>
        <p:nvSpPr>
          <p:cNvPr id="257" name="TextBox 256">
            <a:extLst>
              <a:ext uri="{FF2B5EF4-FFF2-40B4-BE49-F238E27FC236}">
                <a16:creationId xmlns:a16="http://schemas.microsoft.com/office/drawing/2014/main" id="{189E39C4-EB5C-E7D8-6EBF-FB3A4C33E699}"/>
              </a:ext>
            </a:extLst>
          </p:cNvPr>
          <p:cNvSpPr txBox="1"/>
          <p:nvPr/>
        </p:nvSpPr>
        <p:spPr>
          <a:xfrm>
            <a:off x="3168980" y="1735704"/>
            <a:ext cx="643287" cy="2308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dirty="0">
                <a:ln>
                  <a:noFill/>
                </a:ln>
                <a:solidFill>
                  <a:prstClr val="black"/>
                </a:solidFill>
                <a:effectLst/>
                <a:uLnTx/>
                <a:uFillTx/>
                <a:latin typeface="Aptos Light" panose="020B0004020202020204" pitchFamily="34" charset="0"/>
                <a:ea typeface="+mn-ea"/>
                <a:cs typeface="+mn-cs"/>
              </a:rPr>
              <a:t>bio</a:t>
            </a:r>
            <a:r>
              <a:rPr kumimoji="0" lang="de-DE" sz="900" b="0" i="0" u="none" strike="noStrike" kern="1200" cap="none" spc="0" normalizeH="0" baseline="0" noProof="0" dirty="0">
                <a:ln>
                  <a:noFill/>
                </a:ln>
                <a:solidFill>
                  <a:prstClr val="black"/>
                </a:solidFill>
                <a:effectLst/>
                <a:uLnTx/>
                <a:uFillTx/>
                <a:latin typeface="Aptos Light" panose="020B0004020202020204" pitchFamily="34" charset="0"/>
                <a:ea typeface="+mn-ea"/>
                <a:cs typeface="+mn-cs"/>
              </a:rPr>
              <a:t>-FET</a:t>
            </a:r>
            <a:r>
              <a:rPr kumimoji="0" lang="en-GB" sz="900" b="0" i="0" u="none" strike="noStrike" kern="1200" cap="none" spc="0" normalizeH="0" baseline="0" noProof="0" dirty="0">
                <a:ln>
                  <a:noFill/>
                </a:ln>
                <a:solidFill>
                  <a:prstClr val="black"/>
                </a:solidFill>
                <a:effectLst/>
                <a:uLnTx/>
                <a:uFillTx/>
                <a:latin typeface="Aptos Light" panose="020B0004020202020204" pitchFamily="34" charset="0"/>
                <a:ea typeface="+mn-ea"/>
                <a:cs typeface="+mn-cs"/>
              </a:rPr>
              <a:t> </a:t>
            </a:r>
            <a:endParaRPr kumimoji="0" lang="en-US" sz="9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cxnSp>
        <p:nvCxnSpPr>
          <p:cNvPr id="258" name="Straight Arrow Connector 257">
            <a:extLst>
              <a:ext uri="{FF2B5EF4-FFF2-40B4-BE49-F238E27FC236}">
                <a16:creationId xmlns:a16="http://schemas.microsoft.com/office/drawing/2014/main" id="{E04BAEA7-C7ED-0C0E-1574-80B0CAA16D1A}"/>
              </a:ext>
            </a:extLst>
          </p:cNvPr>
          <p:cNvCxnSpPr>
            <a:cxnSpLocks/>
          </p:cNvCxnSpPr>
          <p:nvPr/>
        </p:nvCxnSpPr>
        <p:spPr>
          <a:xfrm rot="2220000">
            <a:off x="3227852" y="1608805"/>
            <a:ext cx="262771" cy="98027"/>
          </a:xfrm>
          <a:prstGeom prst="straightConnector1">
            <a:avLst/>
          </a:prstGeom>
          <a:ln w="6350">
            <a:solidFill>
              <a:schemeClr val="bg1">
                <a:lumMod val="50000"/>
              </a:schemeClr>
            </a:solidFill>
            <a:tailEnd type="triangle" w="sm" len="sm"/>
          </a:ln>
        </p:spPr>
        <p:style>
          <a:lnRef idx="2">
            <a:schemeClr val="accent1"/>
          </a:lnRef>
          <a:fillRef idx="0">
            <a:schemeClr val="accent1"/>
          </a:fillRef>
          <a:effectRef idx="1">
            <a:schemeClr val="accent1"/>
          </a:effectRef>
          <a:fontRef idx="minor">
            <a:schemeClr val="tx1"/>
          </a:fontRef>
        </p:style>
      </p:cxnSp>
      <p:sp>
        <p:nvSpPr>
          <p:cNvPr id="260" name="TextBox 259">
            <a:extLst>
              <a:ext uri="{FF2B5EF4-FFF2-40B4-BE49-F238E27FC236}">
                <a16:creationId xmlns:a16="http://schemas.microsoft.com/office/drawing/2014/main" id="{0E961AD3-4106-2F6C-D37E-D27B7A08769A}"/>
              </a:ext>
            </a:extLst>
          </p:cNvPr>
          <p:cNvSpPr txBox="1"/>
          <p:nvPr/>
        </p:nvSpPr>
        <p:spPr>
          <a:xfrm>
            <a:off x="2962281" y="6427188"/>
            <a:ext cx="709434" cy="2308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dirty="0">
                <a:ln/>
                <a:solidFill>
                  <a:prstClr val="black"/>
                </a:solidFill>
                <a:effectLst/>
                <a:uLnTx/>
                <a:uFillTx/>
                <a:latin typeface="Aptos Light" panose="020B0004020202020204" pitchFamily="34" charset="0"/>
                <a:ea typeface="+mn-ea"/>
                <a:cs typeface="Arial"/>
                <a:sym typeface="Arial"/>
                <a:rtl val="0"/>
              </a:rPr>
              <a:t>bacteria</a:t>
            </a:r>
            <a:endParaRPr kumimoji="0" lang="en-US" sz="9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261" name="TextBox 260">
            <a:extLst>
              <a:ext uri="{FF2B5EF4-FFF2-40B4-BE49-F238E27FC236}">
                <a16:creationId xmlns:a16="http://schemas.microsoft.com/office/drawing/2014/main" id="{2B34060C-15DB-B7DF-E035-30FC44454B50}"/>
              </a:ext>
            </a:extLst>
          </p:cNvPr>
          <p:cNvSpPr txBox="1"/>
          <p:nvPr/>
        </p:nvSpPr>
        <p:spPr>
          <a:xfrm>
            <a:off x="1829066" y="6008245"/>
            <a:ext cx="709434" cy="2308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dirty="0">
                <a:ln/>
                <a:solidFill>
                  <a:prstClr val="black"/>
                </a:solidFill>
                <a:effectLst/>
                <a:uLnTx/>
                <a:uFillTx/>
                <a:latin typeface="Aptos Light" panose="020B0004020202020204" pitchFamily="34" charset="0"/>
                <a:ea typeface="+mn-ea"/>
                <a:cs typeface="Arial"/>
                <a:sym typeface="Arial"/>
                <a:rtl val="0"/>
              </a:rPr>
              <a:t>inducers</a:t>
            </a:r>
            <a:endParaRPr kumimoji="0" lang="en-US" sz="9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262" name="Oval 261">
            <a:extLst>
              <a:ext uri="{FF2B5EF4-FFF2-40B4-BE49-F238E27FC236}">
                <a16:creationId xmlns:a16="http://schemas.microsoft.com/office/drawing/2014/main" id="{D12F98C9-EFBF-7D98-8A16-774984B3D8EC}"/>
              </a:ext>
            </a:extLst>
          </p:cNvPr>
          <p:cNvSpPr>
            <a:spLocks noChangeAspect="1"/>
          </p:cNvSpPr>
          <p:nvPr/>
        </p:nvSpPr>
        <p:spPr>
          <a:xfrm>
            <a:off x="3058856" y="6414055"/>
            <a:ext cx="54224" cy="54224"/>
          </a:xfrm>
          <a:prstGeom prst="ellipse">
            <a:avLst/>
          </a:prstGeom>
          <a:solidFill>
            <a:srgbClr val="C29B4E"/>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63" name="Oval 262">
            <a:extLst>
              <a:ext uri="{FF2B5EF4-FFF2-40B4-BE49-F238E27FC236}">
                <a16:creationId xmlns:a16="http://schemas.microsoft.com/office/drawing/2014/main" id="{830600D4-0393-537F-10E5-F814B347CE1C}"/>
              </a:ext>
            </a:extLst>
          </p:cNvPr>
          <p:cNvSpPr>
            <a:spLocks noChangeAspect="1"/>
          </p:cNvSpPr>
          <p:nvPr/>
        </p:nvSpPr>
        <p:spPr>
          <a:xfrm>
            <a:off x="3168588" y="6179549"/>
            <a:ext cx="54224" cy="54224"/>
          </a:xfrm>
          <a:prstGeom prst="ellipse">
            <a:avLst/>
          </a:prstGeom>
          <a:solidFill>
            <a:srgbClr val="C29B4E"/>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64" name="Oval 263">
            <a:extLst>
              <a:ext uri="{FF2B5EF4-FFF2-40B4-BE49-F238E27FC236}">
                <a16:creationId xmlns:a16="http://schemas.microsoft.com/office/drawing/2014/main" id="{52F55F71-5E45-1294-A83D-574385492A59}"/>
              </a:ext>
            </a:extLst>
          </p:cNvPr>
          <p:cNvSpPr>
            <a:spLocks noChangeAspect="1"/>
          </p:cNvSpPr>
          <p:nvPr/>
        </p:nvSpPr>
        <p:spPr>
          <a:xfrm>
            <a:off x="2349548" y="6293118"/>
            <a:ext cx="54224" cy="54224"/>
          </a:xfrm>
          <a:prstGeom prst="ellipse">
            <a:avLst/>
          </a:prstGeom>
          <a:solidFill>
            <a:srgbClr val="C29B4E"/>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65" name="Oval 264">
            <a:extLst>
              <a:ext uri="{FF2B5EF4-FFF2-40B4-BE49-F238E27FC236}">
                <a16:creationId xmlns:a16="http://schemas.microsoft.com/office/drawing/2014/main" id="{AFD4242E-83A2-FBD1-E59E-77C6D5839C42}"/>
              </a:ext>
            </a:extLst>
          </p:cNvPr>
          <p:cNvSpPr>
            <a:spLocks noChangeAspect="1"/>
          </p:cNvSpPr>
          <p:nvPr/>
        </p:nvSpPr>
        <p:spPr>
          <a:xfrm>
            <a:off x="2245510" y="6541626"/>
            <a:ext cx="54224" cy="54224"/>
          </a:xfrm>
          <a:prstGeom prst="ellipse">
            <a:avLst/>
          </a:prstGeom>
          <a:solidFill>
            <a:srgbClr val="C29B4E"/>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3" name="Picture 2">
            <a:extLst>
              <a:ext uri="{FF2B5EF4-FFF2-40B4-BE49-F238E27FC236}">
                <a16:creationId xmlns:a16="http://schemas.microsoft.com/office/drawing/2014/main" id="{86FCF781-DEE4-0B30-9B11-B008104A5CF4}"/>
              </a:ext>
            </a:extLst>
          </p:cNvPr>
          <p:cNvPicPr>
            <a:picLocks noChangeAspect="1"/>
          </p:cNvPicPr>
          <p:nvPr/>
        </p:nvPicPr>
        <p:blipFill>
          <a:blip r:embed="rId6"/>
          <a:srcRect l="50000" t="72086"/>
          <a:stretch>
            <a:fillRect/>
          </a:stretch>
        </p:blipFill>
        <p:spPr>
          <a:xfrm>
            <a:off x="4590977" y="54594"/>
            <a:ext cx="5516502" cy="3718533"/>
          </a:xfrm>
          <a:prstGeom prst="rect">
            <a:avLst/>
          </a:prstGeom>
        </p:spPr>
      </p:pic>
      <p:sp>
        <p:nvSpPr>
          <p:cNvPr id="4" name="Rectangle 3">
            <a:extLst>
              <a:ext uri="{FF2B5EF4-FFF2-40B4-BE49-F238E27FC236}">
                <a16:creationId xmlns:a16="http://schemas.microsoft.com/office/drawing/2014/main" id="{EFBEEFFF-5F7C-65E4-A278-5BEA49DDAAE1}"/>
              </a:ext>
            </a:extLst>
          </p:cNvPr>
          <p:cNvSpPr/>
          <p:nvPr/>
        </p:nvSpPr>
        <p:spPr>
          <a:xfrm>
            <a:off x="34139" y="2141070"/>
            <a:ext cx="4514733" cy="4734580"/>
          </a:xfrm>
          <a:prstGeom prst="rect">
            <a:avLst/>
          </a:prstGeom>
          <a:solidFill>
            <a:srgbClr val="EBDFC6">
              <a:alpha val="6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6" name="TextBox 265">
            <a:extLst>
              <a:ext uri="{FF2B5EF4-FFF2-40B4-BE49-F238E27FC236}">
                <a16:creationId xmlns:a16="http://schemas.microsoft.com/office/drawing/2014/main" id="{9B7F5A73-3675-895C-E964-9D1E00ACC405}"/>
              </a:ext>
            </a:extLst>
          </p:cNvPr>
          <p:cNvSpPr txBox="1"/>
          <p:nvPr/>
        </p:nvSpPr>
        <p:spPr>
          <a:xfrm>
            <a:off x="5154594" y="6400374"/>
            <a:ext cx="7125568" cy="415498"/>
          </a:xfrm>
          <a:prstGeom prst="rect">
            <a:avLst/>
          </a:prstGeom>
          <a:noFill/>
        </p:spPr>
        <p:txBody>
          <a:bodyPr wrap="square">
            <a:spAutoFit/>
          </a:bodyPr>
          <a:lstStyle/>
          <a:p>
            <a:pPr algn="l"/>
            <a:r>
              <a:rPr lang="en-US" sz="1050" b="0" i="0" u="none" strike="noStrike" baseline="0" dirty="0">
                <a:latin typeface="NimbusRomNo9L-Regu"/>
              </a:rPr>
              <a:t>[1] M. Kuscu, H. Ramezani, E. </a:t>
            </a:r>
            <a:r>
              <a:rPr lang="en-US" sz="1050" b="0" i="0" u="none" strike="noStrike" baseline="0" dirty="0" err="1">
                <a:latin typeface="NimbusRomNo9L-Regu"/>
              </a:rPr>
              <a:t>Dinc</a:t>
            </a:r>
            <a:r>
              <a:rPr lang="en-US" sz="1050" b="0" i="0" u="none" strike="noStrike" baseline="0" dirty="0">
                <a:latin typeface="NimbusRomNo9L-Regu"/>
              </a:rPr>
              <a:t>, S. Akhavan, and O. B. Akan, “Fabrication and microfluidic analysis of graphene-based molecular communication receiver for Internet of Nano Things (</a:t>
            </a:r>
            <a:r>
              <a:rPr lang="en-US" sz="1050" b="0" i="0" u="none" strike="noStrike" baseline="0" dirty="0" err="1">
                <a:latin typeface="NimbusRomNo9L-Regu"/>
              </a:rPr>
              <a:t>IoNT</a:t>
            </a:r>
            <a:r>
              <a:rPr lang="en-US" sz="1050" b="0" i="0" u="none" strike="noStrike" baseline="0" dirty="0">
                <a:latin typeface="NimbusRomNo9L-Regu"/>
              </a:rPr>
              <a:t>),” </a:t>
            </a:r>
            <a:r>
              <a:rPr lang="en-US" sz="1050" b="0" i="0" u="none" strike="noStrike" baseline="0" dirty="0">
                <a:latin typeface="NimbusRomNo9L-ReguItal"/>
              </a:rPr>
              <a:t>Scientific Reports</a:t>
            </a:r>
            <a:r>
              <a:rPr lang="en-US" sz="1050" b="0" i="0" u="none" strike="noStrike" baseline="0" dirty="0">
                <a:latin typeface="NimbusRomNo9L-Regu"/>
              </a:rPr>
              <a:t>, vol. 11, no. 1, pp. 1–20, Oct. 2021.</a:t>
            </a:r>
          </a:p>
        </p:txBody>
      </p:sp>
      <p:pic>
        <p:nvPicPr>
          <p:cNvPr id="267" name="Picture 266">
            <a:extLst>
              <a:ext uri="{FF2B5EF4-FFF2-40B4-BE49-F238E27FC236}">
                <a16:creationId xmlns:a16="http://schemas.microsoft.com/office/drawing/2014/main" id="{3EA4DE45-6FC0-6675-66A2-5D3D031FE360}"/>
              </a:ext>
            </a:extLst>
          </p:cNvPr>
          <p:cNvPicPr>
            <a:picLocks noChangeAspect="1"/>
          </p:cNvPicPr>
          <p:nvPr/>
        </p:nvPicPr>
        <p:blipFill>
          <a:blip r:embed="rId7"/>
          <a:stretch>
            <a:fillRect/>
          </a:stretch>
        </p:blipFill>
        <p:spPr>
          <a:xfrm>
            <a:off x="5558975" y="3983287"/>
            <a:ext cx="6338056" cy="2277124"/>
          </a:xfrm>
          <a:prstGeom prst="rect">
            <a:avLst/>
          </a:prstGeom>
        </p:spPr>
      </p:pic>
    </p:spTree>
    <p:extLst>
      <p:ext uri="{BB962C8B-B14F-4D97-AF65-F5344CB8AC3E}">
        <p14:creationId xmlns:p14="http://schemas.microsoft.com/office/powerpoint/2010/main" val="33186808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67"/>
                                        </p:tgtEl>
                                        <p:attrNameLst>
                                          <p:attrName>style.visibility</p:attrName>
                                        </p:attrNameLst>
                                      </p:cBhvr>
                                      <p:to>
                                        <p:strVal val="visible"/>
                                      </p:to>
                                    </p:set>
                                    <p:animEffect transition="in" filter="fade">
                                      <p:cBhvr>
                                        <p:cTn id="7" dur="500"/>
                                        <p:tgtEl>
                                          <p:spTgt spid="2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gradFill>
          <a:gsLst>
            <a:gs pos="0">
              <a:srgbClr val="F2EADA">
                <a:alpha val="61000"/>
              </a:srgbClr>
            </a:gs>
            <a:gs pos="80000">
              <a:srgbClr val="DFCBA2">
                <a:alpha val="61000"/>
              </a:srgbClr>
            </a:gs>
            <a:gs pos="100000">
              <a:srgbClr val="E1CEA9">
                <a:alpha val="61000"/>
              </a:srgbClr>
            </a:gs>
          </a:gsLst>
          <a:lin ang="2700000" scaled="1"/>
        </a:gradFill>
        <a:effectLst/>
      </p:bgPr>
    </p:bg>
    <p:spTree>
      <p:nvGrpSpPr>
        <p:cNvPr id="1" name="">
          <a:extLst>
            <a:ext uri="{FF2B5EF4-FFF2-40B4-BE49-F238E27FC236}">
              <a16:creationId xmlns:a16="http://schemas.microsoft.com/office/drawing/2014/main" id="{38E0293F-0E69-5DF6-F261-89C84D8EFDCF}"/>
            </a:ext>
          </a:extLst>
        </p:cNvPr>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D920F45F-315E-113D-320B-FE39EFFC7F76}"/>
              </a:ext>
            </a:extLst>
          </p:cNvPr>
          <p:cNvSpPr/>
          <p:nvPr/>
        </p:nvSpPr>
        <p:spPr>
          <a:xfrm>
            <a:off x="1865524" y="3730283"/>
            <a:ext cx="2449543" cy="1369807"/>
          </a:xfrm>
          <a:prstGeom prst="roundRect">
            <a:avLst>
              <a:gd name="adj" fmla="val 4351"/>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cxnSp>
        <p:nvCxnSpPr>
          <p:cNvPr id="6" name="Straight Connector 5">
            <a:extLst>
              <a:ext uri="{FF2B5EF4-FFF2-40B4-BE49-F238E27FC236}">
                <a16:creationId xmlns:a16="http://schemas.microsoft.com/office/drawing/2014/main" id="{749DA913-20EE-31FC-FBCE-D7A347AB76C8}"/>
              </a:ext>
            </a:extLst>
          </p:cNvPr>
          <p:cNvCxnSpPr>
            <a:cxnSpLocks/>
          </p:cNvCxnSpPr>
          <p:nvPr/>
        </p:nvCxnSpPr>
        <p:spPr>
          <a:xfrm flipH="1">
            <a:off x="1746380" y="14192"/>
            <a:ext cx="12495" cy="6801680"/>
          </a:xfrm>
          <a:prstGeom prst="line">
            <a:avLst/>
          </a:prstGeom>
          <a:ln w="6350">
            <a:solidFill>
              <a:schemeClr val="accent2">
                <a:lumMod val="50000"/>
                <a:alpha val="33000"/>
              </a:schemeClr>
            </a:solidFill>
          </a:ln>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A97ADA0A-7A92-4F0A-9790-147F18F37423}"/>
              </a:ext>
            </a:extLst>
          </p:cNvPr>
          <p:cNvCxnSpPr>
            <a:cxnSpLocks/>
          </p:cNvCxnSpPr>
          <p:nvPr/>
        </p:nvCxnSpPr>
        <p:spPr>
          <a:xfrm>
            <a:off x="4456194" y="521812"/>
            <a:ext cx="0" cy="6294059"/>
          </a:xfrm>
          <a:prstGeom prst="line">
            <a:avLst/>
          </a:prstGeom>
          <a:ln w="6350">
            <a:solidFill>
              <a:schemeClr val="accent2">
                <a:lumMod val="50000"/>
                <a:alpha val="33000"/>
              </a:schemeClr>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0716EB2D-913E-FDF1-92F5-BCE5EF4EC331}"/>
              </a:ext>
            </a:extLst>
          </p:cNvPr>
          <p:cNvCxnSpPr>
            <a:cxnSpLocks/>
          </p:cNvCxnSpPr>
          <p:nvPr/>
        </p:nvCxnSpPr>
        <p:spPr>
          <a:xfrm>
            <a:off x="7133889" y="1978422"/>
            <a:ext cx="0" cy="4837449"/>
          </a:xfrm>
          <a:prstGeom prst="line">
            <a:avLst/>
          </a:prstGeom>
          <a:ln w="6350">
            <a:solidFill>
              <a:schemeClr val="accent2">
                <a:lumMod val="50000"/>
                <a:alpha val="33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C11056AB-8694-EB49-0C5C-2E9A09145A47}"/>
              </a:ext>
            </a:extLst>
          </p:cNvPr>
          <p:cNvCxnSpPr>
            <a:cxnSpLocks/>
          </p:cNvCxnSpPr>
          <p:nvPr/>
        </p:nvCxnSpPr>
        <p:spPr>
          <a:xfrm flipH="1">
            <a:off x="9709514" y="504540"/>
            <a:ext cx="0" cy="6311331"/>
          </a:xfrm>
          <a:prstGeom prst="line">
            <a:avLst/>
          </a:prstGeom>
          <a:ln w="6350">
            <a:solidFill>
              <a:schemeClr val="accent2">
                <a:lumMod val="50000"/>
                <a:alpha val="33000"/>
              </a:schemeClr>
            </a:solidFill>
          </a:ln>
        </p:spPr>
        <p:style>
          <a:lnRef idx="2">
            <a:schemeClr val="accent1"/>
          </a:lnRef>
          <a:fillRef idx="0">
            <a:schemeClr val="accent1"/>
          </a:fillRef>
          <a:effectRef idx="1">
            <a:schemeClr val="accent1"/>
          </a:effectRef>
          <a:fontRef idx="minor">
            <a:schemeClr val="tx1"/>
          </a:fontRef>
        </p:style>
      </p:cxnSp>
      <p:sp>
        <p:nvSpPr>
          <p:cNvPr id="10" name="Rectangle: Rounded Corners 9">
            <a:extLst>
              <a:ext uri="{FF2B5EF4-FFF2-40B4-BE49-F238E27FC236}">
                <a16:creationId xmlns:a16="http://schemas.microsoft.com/office/drawing/2014/main" id="{39D405A8-B42B-3A54-898E-647C89B46738}"/>
              </a:ext>
            </a:extLst>
          </p:cNvPr>
          <p:cNvSpPr/>
          <p:nvPr/>
        </p:nvSpPr>
        <p:spPr>
          <a:xfrm>
            <a:off x="7269240" y="4564930"/>
            <a:ext cx="2357475" cy="1369807"/>
          </a:xfrm>
          <a:prstGeom prst="roundRect">
            <a:avLst>
              <a:gd name="adj" fmla="val 4351"/>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 name="Rectangle: Rounded Corners 10">
            <a:extLst>
              <a:ext uri="{FF2B5EF4-FFF2-40B4-BE49-F238E27FC236}">
                <a16:creationId xmlns:a16="http://schemas.microsoft.com/office/drawing/2014/main" id="{017E7921-484E-13CB-D0AB-290D69AABE96}"/>
              </a:ext>
            </a:extLst>
          </p:cNvPr>
          <p:cNvSpPr/>
          <p:nvPr/>
        </p:nvSpPr>
        <p:spPr>
          <a:xfrm>
            <a:off x="1877759" y="2141070"/>
            <a:ext cx="2447209" cy="1369807"/>
          </a:xfrm>
          <a:prstGeom prst="roundRect">
            <a:avLst>
              <a:gd name="adj" fmla="val 4351"/>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nvGrpSpPr>
          <p:cNvPr id="12" name="Group 11">
            <a:extLst>
              <a:ext uri="{FF2B5EF4-FFF2-40B4-BE49-F238E27FC236}">
                <a16:creationId xmlns:a16="http://schemas.microsoft.com/office/drawing/2014/main" id="{AEC691B8-0F1B-9F28-731C-E107B9922E16}"/>
              </a:ext>
            </a:extLst>
          </p:cNvPr>
          <p:cNvGrpSpPr/>
          <p:nvPr/>
        </p:nvGrpSpPr>
        <p:grpSpPr>
          <a:xfrm>
            <a:off x="1808379" y="3694592"/>
            <a:ext cx="2506686" cy="674688"/>
            <a:chOff x="43766" y="2027777"/>
            <a:chExt cx="1516466" cy="408165"/>
          </a:xfrm>
        </p:grpSpPr>
        <p:sp>
          <p:nvSpPr>
            <p:cNvPr id="13" name="TextBox 12">
              <a:extLst>
                <a:ext uri="{FF2B5EF4-FFF2-40B4-BE49-F238E27FC236}">
                  <a16:creationId xmlns:a16="http://schemas.microsoft.com/office/drawing/2014/main" id="{80126946-995F-0A9D-0DBF-8D8E55F5A978}"/>
                </a:ext>
              </a:extLst>
            </p:cNvPr>
            <p:cNvSpPr txBox="1"/>
            <p:nvPr/>
          </p:nvSpPr>
          <p:spPr>
            <a:xfrm>
              <a:off x="43766" y="2027777"/>
              <a:ext cx="863885" cy="131800"/>
            </a:xfrm>
            <a:prstGeom prst="rect">
              <a:avLst/>
            </a:prstGeom>
            <a:noFill/>
          </p:spPr>
          <p:txBody>
            <a:bodyPr rot="0" spcFirstLastPara="0" vertOverflow="overflow" horzOverflow="overflow" vert="horz" wrap="none" lIns="63355" tIns="31678" rIns="63355" bIns="31678"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solidFill>
                    <a:srgbClr val="000000"/>
                  </a:solidFill>
                  <a:effectLst/>
                  <a:uLnTx/>
                  <a:uFillTx/>
                  <a:latin typeface="Arial"/>
                  <a:ea typeface="+mn-ea"/>
                  <a:cs typeface="Arial"/>
                  <a:sym typeface="Arial"/>
                  <a:rtl val="0"/>
                </a:rPr>
                <a:t>Metabolites as inputs</a:t>
              </a:r>
            </a:p>
          </p:txBody>
        </p:sp>
        <p:sp>
          <p:nvSpPr>
            <p:cNvPr id="14" name="TextBox 13">
              <a:extLst>
                <a:ext uri="{FF2B5EF4-FFF2-40B4-BE49-F238E27FC236}">
                  <a16:creationId xmlns:a16="http://schemas.microsoft.com/office/drawing/2014/main" id="{3DFC1480-4FA7-0577-E0A1-5D632A1B8107}"/>
                </a:ext>
              </a:extLst>
            </p:cNvPr>
            <p:cNvSpPr txBox="1"/>
            <p:nvPr/>
          </p:nvSpPr>
          <p:spPr>
            <a:xfrm>
              <a:off x="50754" y="2145876"/>
              <a:ext cx="1509478" cy="290066"/>
            </a:xfrm>
            <a:prstGeom prst="rect">
              <a:avLst/>
            </a:prstGeom>
            <a:noFill/>
          </p:spPr>
          <p:txBody>
            <a:bodyPr rot="0" spcFirstLastPara="0" vertOverflow="overflow" horzOverflow="overflow" vert="horz" wrap="square" lIns="63355" tIns="31678" rIns="63355" bIns="31678"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dirty="0">
                  <a:ln>
                    <a:noFill/>
                  </a:ln>
                  <a:solidFill>
                    <a:prstClr val="black"/>
                  </a:solidFill>
                  <a:effectLst/>
                  <a:uLnTx/>
                  <a:uFillTx/>
                  <a:latin typeface="Aptos Light" panose="020B0004020202020204" pitchFamily="34" charset="0"/>
                  <a:ea typeface="+mn-ea"/>
                  <a:cs typeface="+mn-cs"/>
                </a:rPr>
                <a:t>Mechanism</a:t>
              </a:r>
              <a:endParaRPr kumimoji="0" lang="en-GB" sz="900" b="0" i="0" u="none" strike="noStrike" kern="1200" cap="none" spc="0" normalizeH="0" baseline="0" noProof="0" dirty="0">
                <a:ln/>
                <a:solidFill>
                  <a:prstClr val="black"/>
                </a:solidFill>
                <a:effectLst/>
                <a:uLnTx/>
                <a:uFillTx/>
                <a:latin typeface="Aptos Light" panose="020B0004020202020204" pitchFamily="34" charset="0"/>
                <a:ea typeface="+mn-ea"/>
                <a:cs typeface="Arial"/>
                <a:sym typeface="Arial"/>
                <a:rtl val="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dirty="0">
                  <a:ln/>
                  <a:solidFill>
                    <a:prstClr val="black"/>
                  </a:solidFill>
                  <a:effectLst/>
                  <a:uLnTx/>
                  <a:uFillTx/>
                  <a:latin typeface="Aptos Light" panose="020B0004020202020204" pitchFamily="34" charset="0"/>
                  <a:ea typeface="+mn-ea"/>
                  <a:cs typeface="Arial"/>
                  <a:sym typeface="Arial"/>
                  <a:rtl val="0"/>
                </a:rPr>
                <a:t>Inputs are encoded in the concentration level of metabolites</a:t>
              </a:r>
            </a:p>
          </p:txBody>
        </p:sp>
      </p:grpSp>
      <p:sp>
        <p:nvSpPr>
          <p:cNvPr id="15" name="Rectangle: Rounded Corners 14">
            <a:extLst>
              <a:ext uri="{FF2B5EF4-FFF2-40B4-BE49-F238E27FC236}">
                <a16:creationId xmlns:a16="http://schemas.microsoft.com/office/drawing/2014/main" id="{3A123E96-2181-DBB8-77A4-7CAC8BAD9082}"/>
              </a:ext>
            </a:extLst>
          </p:cNvPr>
          <p:cNvSpPr/>
          <p:nvPr/>
        </p:nvSpPr>
        <p:spPr>
          <a:xfrm>
            <a:off x="1878609" y="679688"/>
            <a:ext cx="2467325" cy="1369807"/>
          </a:xfrm>
          <a:prstGeom prst="roundRect">
            <a:avLst>
              <a:gd name="adj" fmla="val 4351"/>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6" name="TextBox 15">
            <a:extLst>
              <a:ext uri="{FF2B5EF4-FFF2-40B4-BE49-F238E27FC236}">
                <a16:creationId xmlns:a16="http://schemas.microsoft.com/office/drawing/2014/main" id="{4B0CA000-89DA-CC29-EDE8-94768ABEB47A}"/>
              </a:ext>
            </a:extLst>
          </p:cNvPr>
          <p:cNvSpPr txBox="1"/>
          <p:nvPr/>
        </p:nvSpPr>
        <p:spPr>
          <a:xfrm>
            <a:off x="-52323" y="275098"/>
            <a:ext cx="1756598" cy="248641"/>
          </a:xfrm>
          <a:prstGeom prst="rect">
            <a:avLst/>
          </a:prstGeom>
          <a:noFill/>
        </p:spPr>
        <p:txBody>
          <a:bodyPr rot="0" spcFirstLastPara="0" vertOverflow="overflow" horzOverflow="overflow" vert="horz" wrap="none" lIns="63355" tIns="31678" rIns="63355" bIns="31678"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a:ln/>
                <a:solidFill>
                  <a:srgbClr val="000000"/>
                </a:solidFill>
                <a:effectLst/>
                <a:uLnTx/>
                <a:uFillTx/>
                <a:latin typeface="Arial"/>
                <a:ea typeface="+mn-ea"/>
                <a:cs typeface="Arial"/>
                <a:sym typeface="Arial"/>
                <a:rtl val="0"/>
              </a:rPr>
              <a:t>Substrate ↓ ▪  Stage →</a:t>
            </a:r>
          </a:p>
        </p:txBody>
      </p:sp>
      <p:sp>
        <p:nvSpPr>
          <p:cNvPr id="17" name="TextBox 16">
            <a:extLst>
              <a:ext uri="{FF2B5EF4-FFF2-40B4-BE49-F238E27FC236}">
                <a16:creationId xmlns:a16="http://schemas.microsoft.com/office/drawing/2014/main" id="{571DE87B-52FE-1E3E-1A62-5867C0601775}"/>
              </a:ext>
            </a:extLst>
          </p:cNvPr>
          <p:cNvSpPr txBox="1"/>
          <p:nvPr/>
        </p:nvSpPr>
        <p:spPr>
          <a:xfrm>
            <a:off x="2406406" y="36999"/>
            <a:ext cx="1402335" cy="248641"/>
          </a:xfrm>
          <a:prstGeom prst="rect">
            <a:avLst/>
          </a:prstGeom>
          <a:noFill/>
        </p:spPr>
        <p:txBody>
          <a:bodyPr rot="0" spcFirstLastPara="0" vertOverflow="overflow" horzOverflow="overflow" vert="horz" wrap="none" lIns="63355" tIns="31678" rIns="63355" bIns="31678"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a:ln/>
                <a:solidFill>
                  <a:srgbClr val="000000"/>
                </a:solidFill>
                <a:effectLst/>
                <a:uLnTx/>
                <a:uFillTx/>
                <a:latin typeface="Arial"/>
                <a:ea typeface="+mn-ea"/>
                <a:cs typeface="Arial"/>
                <a:sym typeface="Arial"/>
                <a:rtl val="0"/>
              </a:rPr>
              <a:t>Input </a:t>
            </a:r>
            <a:r>
              <a:rPr kumimoji="0" lang="en-GB" sz="1200" b="1" i="0" u="none" strike="noStrike" kern="1200" cap="none" spc="0" normalizeH="0" baseline="0" noProof="0" dirty="0">
                <a:ln/>
                <a:solidFill>
                  <a:srgbClr val="000000"/>
                </a:solidFill>
                <a:effectLst/>
                <a:uLnTx/>
                <a:uFillTx/>
                <a:latin typeface="Arial"/>
                <a:ea typeface="+mn-ea"/>
                <a:cs typeface="Arial"/>
                <a:sym typeface="Symbol" panose="05050102010706020507" pitchFamily="18" charset="2"/>
                <a:rtl val="0"/>
              </a:rPr>
              <a:t> </a:t>
            </a:r>
            <a:r>
              <a:rPr kumimoji="0" lang="en-GB" sz="1200" b="1" i="0" u="none" strike="noStrike" kern="1200" cap="none" spc="0" normalizeH="0" baseline="0" noProof="0" dirty="0">
                <a:ln/>
                <a:solidFill>
                  <a:srgbClr val="000000"/>
                </a:solidFill>
                <a:effectLst/>
                <a:uLnTx/>
                <a:uFillTx/>
                <a:latin typeface="Arial"/>
                <a:ea typeface="+mn-ea"/>
                <a:cs typeface="Arial"/>
                <a:sym typeface="Arial"/>
                <a:rtl val="0"/>
              </a:rPr>
              <a:t>Interface</a:t>
            </a:r>
          </a:p>
        </p:txBody>
      </p:sp>
      <p:sp>
        <p:nvSpPr>
          <p:cNvPr id="20" name="TextBox 19">
            <a:extLst>
              <a:ext uri="{FF2B5EF4-FFF2-40B4-BE49-F238E27FC236}">
                <a16:creationId xmlns:a16="http://schemas.microsoft.com/office/drawing/2014/main" id="{FFEACB6B-B776-3946-B199-076A23AF3029}"/>
              </a:ext>
            </a:extLst>
          </p:cNvPr>
          <p:cNvSpPr txBox="1"/>
          <p:nvPr/>
        </p:nvSpPr>
        <p:spPr>
          <a:xfrm>
            <a:off x="6214404" y="-41974"/>
            <a:ext cx="1650800" cy="248641"/>
          </a:xfrm>
          <a:prstGeom prst="rect">
            <a:avLst/>
          </a:prstGeom>
          <a:noFill/>
        </p:spPr>
        <p:txBody>
          <a:bodyPr rot="0" spcFirstLastPara="0" vertOverflow="overflow" horzOverflow="overflow" vert="horz" wrap="none" lIns="63355" tIns="31678" rIns="63355" bIns="31678"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a:ln/>
                <a:solidFill>
                  <a:srgbClr val="000000"/>
                </a:solidFill>
                <a:effectLst/>
                <a:uLnTx/>
                <a:uFillTx/>
                <a:latin typeface="Arial"/>
                <a:ea typeface="+mn-ea"/>
                <a:cs typeface="Arial"/>
                <a:sym typeface="Arial"/>
                <a:rtl val="0"/>
              </a:rPr>
              <a:t>Neuron Components</a:t>
            </a:r>
          </a:p>
        </p:txBody>
      </p:sp>
      <p:cxnSp>
        <p:nvCxnSpPr>
          <p:cNvPr id="21" name="Straight Connector 20">
            <a:extLst>
              <a:ext uri="{FF2B5EF4-FFF2-40B4-BE49-F238E27FC236}">
                <a16:creationId xmlns:a16="http://schemas.microsoft.com/office/drawing/2014/main" id="{E40598B5-188A-C957-133C-0A75DBDDEEF3}"/>
              </a:ext>
            </a:extLst>
          </p:cNvPr>
          <p:cNvCxnSpPr>
            <a:cxnSpLocks/>
          </p:cNvCxnSpPr>
          <p:nvPr/>
        </p:nvCxnSpPr>
        <p:spPr>
          <a:xfrm>
            <a:off x="34139" y="647339"/>
            <a:ext cx="12157861" cy="32349"/>
          </a:xfrm>
          <a:prstGeom prst="line">
            <a:avLst/>
          </a:prstGeom>
          <a:ln w="6350">
            <a:solidFill>
              <a:schemeClr val="accent2">
                <a:lumMod val="50000"/>
                <a:alpha val="33000"/>
              </a:schemeClr>
            </a:solidFill>
          </a:ln>
        </p:spPr>
        <p:style>
          <a:lnRef idx="2">
            <a:schemeClr val="accent1"/>
          </a:lnRef>
          <a:fillRef idx="0">
            <a:schemeClr val="accent1"/>
          </a:fillRef>
          <a:effectRef idx="1">
            <a:schemeClr val="accent1"/>
          </a:effectRef>
          <a:fontRef idx="minor">
            <a:schemeClr val="tx1"/>
          </a:fontRef>
        </p:style>
      </p:cxnSp>
      <p:grpSp>
        <p:nvGrpSpPr>
          <p:cNvPr id="22" name="Group 21">
            <a:extLst>
              <a:ext uri="{FF2B5EF4-FFF2-40B4-BE49-F238E27FC236}">
                <a16:creationId xmlns:a16="http://schemas.microsoft.com/office/drawing/2014/main" id="{9B262566-8EEA-D2B0-0FC3-71C625B849BB}"/>
              </a:ext>
            </a:extLst>
          </p:cNvPr>
          <p:cNvGrpSpPr/>
          <p:nvPr/>
        </p:nvGrpSpPr>
        <p:grpSpPr>
          <a:xfrm>
            <a:off x="4456194" y="305329"/>
            <a:ext cx="135810" cy="216486"/>
            <a:chOff x="2235570" y="366714"/>
            <a:chExt cx="82161" cy="130967"/>
          </a:xfrm>
        </p:grpSpPr>
        <p:cxnSp>
          <p:nvCxnSpPr>
            <p:cNvPr id="23" name="Straight Connector 22">
              <a:extLst>
                <a:ext uri="{FF2B5EF4-FFF2-40B4-BE49-F238E27FC236}">
                  <a16:creationId xmlns:a16="http://schemas.microsoft.com/office/drawing/2014/main" id="{D3E6EFD6-622E-5ABD-796F-BB928400368D}"/>
                </a:ext>
              </a:extLst>
            </p:cNvPr>
            <p:cNvCxnSpPr>
              <a:cxnSpLocks/>
            </p:cNvCxnSpPr>
            <p:nvPr/>
          </p:nvCxnSpPr>
          <p:spPr>
            <a:xfrm>
              <a:off x="2235572" y="366714"/>
              <a:ext cx="82159" cy="69842"/>
            </a:xfrm>
            <a:prstGeom prst="line">
              <a:avLst/>
            </a:prstGeom>
            <a:ln w="6350">
              <a:solidFill>
                <a:schemeClr val="accent2">
                  <a:lumMod val="50000"/>
                  <a:alpha val="33000"/>
                </a:schemeClr>
              </a:solidFill>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3F8F5645-6CC9-A654-9F29-C3679ECA791F}"/>
                </a:ext>
              </a:extLst>
            </p:cNvPr>
            <p:cNvCxnSpPr>
              <a:cxnSpLocks/>
            </p:cNvCxnSpPr>
            <p:nvPr/>
          </p:nvCxnSpPr>
          <p:spPr>
            <a:xfrm flipV="1">
              <a:off x="2235570" y="436556"/>
              <a:ext cx="82161" cy="61125"/>
            </a:xfrm>
            <a:prstGeom prst="line">
              <a:avLst/>
            </a:prstGeom>
            <a:ln w="6350">
              <a:solidFill>
                <a:schemeClr val="accent2">
                  <a:lumMod val="50000"/>
                  <a:alpha val="33000"/>
                </a:schemeClr>
              </a:solidFill>
            </a:ln>
          </p:spPr>
          <p:style>
            <a:lnRef idx="2">
              <a:schemeClr val="accent1"/>
            </a:lnRef>
            <a:fillRef idx="0">
              <a:schemeClr val="accent1"/>
            </a:fillRef>
            <a:effectRef idx="1">
              <a:schemeClr val="accent1"/>
            </a:effectRef>
            <a:fontRef idx="minor">
              <a:schemeClr val="tx1"/>
            </a:fontRef>
          </p:style>
        </p:cxnSp>
      </p:grpSp>
      <p:cxnSp>
        <p:nvCxnSpPr>
          <p:cNvPr id="25" name="Straight Connector 24">
            <a:extLst>
              <a:ext uri="{FF2B5EF4-FFF2-40B4-BE49-F238E27FC236}">
                <a16:creationId xmlns:a16="http://schemas.microsoft.com/office/drawing/2014/main" id="{E4CD4D5A-7EB1-43B9-54E0-3C04DB756415}"/>
              </a:ext>
            </a:extLst>
          </p:cNvPr>
          <p:cNvCxnSpPr>
            <a:cxnSpLocks/>
          </p:cNvCxnSpPr>
          <p:nvPr/>
        </p:nvCxnSpPr>
        <p:spPr>
          <a:xfrm>
            <a:off x="4456194" y="14192"/>
            <a:ext cx="0" cy="291138"/>
          </a:xfrm>
          <a:prstGeom prst="line">
            <a:avLst/>
          </a:prstGeom>
          <a:ln w="6350">
            <a:solidFill>
              <a:schemeClr val="accent2">
                <a:lumMod val="50000"/>
                <a:alpha val="33000"/>
              </a:schemeClr>
            </a:solidFill>
          </a:ln>
        </p:spPr>
        <p:style>
          <a:lnRef idx="2">
            <a:schemeClr val="accent1"/>
          </a:lnRef>
          <a:fillRef idx="0">
            <a:schemeClr val="accent1"/>
          </a:fillRef>
          <a:effectRef idx="1">
            <a:schemeClr val="accent1"/>
          </a:effectRef>
          <a:fontRef idx="minor">
            <a:schemeClr val="tx1"/>
          </a:fontRef>
        </p:style>
      </p:cxnSp>
      <p:grpSp>
        <p:nvGrpSpPr>
          <p:cNvPr id="26" name="Group 25">
            <a:extLst>
              <a:ext uri="{FF2B5EF4-FFF2-40B4-BE49-F238E27FC236}">
                <a16:creationId xmlns:a16="http://schemas.microsoft.com/office/drawing/2014/main" id="{A54402CE-A7A0-0A9F-D1DB-6D9F641EBBB8}"/>
              </a:ext>
            </a:extLst>
          </p:cNvPr>
          <p:cNvGrpSpPr/>
          <p:nvPr/>
        </p:nvGrpSpPr>
        <p:grpSpPr>
          <a:xfrm>
            <a:off x="4638639" y="42331"/>
            <a:ext cx="1973741" cy="615553"/>
            <a:chOff x="1999055" y="106448"/>
            <a:chExt cx="1194050" cy="372390"/>
          </a:xfrm>
        </p:grpSpPr>
        <p:sp>
          <p:nvSpPr>
            <p:cNvPr id="27" name="TextBox 26">
              <a:extLst>
                <a:ext uri="{FF2B5EF4-FFF2-40B4-BE49-F238E27FC236}">
                  <a16:creationId xmlns:a16="http://schemas.microsoft.com/office/drawing/2014/main" id="{60011E10-735C-813F-D7D3-D8553EAC06D2}"/>
                </a:ext>
              </a:extLst>
            </p:cNvPr>
            <p:cNvSpPr txBox="1"/>
            <p:nvPr/>
          </p:nvSpPr>
          <p:spPr>
            <a:xfrm>
              <a:off x="1999055" y="194277"/>
              <a:ext cx="712872" cy="150420"/>
            </a:xfrm>
            <a:prstGeom prst="rect">
              <a:avLst/>
            </a:prstGeom>
            <a:noFill/>
          </p:spPr>
          <p:txBody>
            <a:bodyPr rot="0" spcFirstLastPara="0" vertOverflow="overflow" horzOverflow="overflow" vert="horz" wrap="none" lIns="63355" tIns="31678" rIns="63355" bIns="31678"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a:ln/>
                  <a:effectLst/>
                  <a:uLnTx/>
                  <a:uFillTx/>
                  <a:latin typeface="Arial"/>
                  <a:ea typeface="+mn-ea"/>
                  <a:cs typeface="Arial"/>
                  <a:sym typeface="Arial"/>
                  <a:rtl val="0"/>
                </a:rPr>
                <a:t>Weighted </a:t>
              </a:r>
              <a:r>
                <a:rPr kumimoji="0" lang="en-GB" sz="1200" b="1" i="0" u="none" strike="noStrike" kern="1200" cap="none" spc="0" normalizeH="0" baseline="0" noProof="0" dirty="0">
                  <a:ln/>
                  <a:effectLst/>
                  <a:uLnTx/>
                  <a:uFillTx/>
                  <a:latin typeface="Arial"/>
                  <a:ea typeface="+mn-ea"/>
                  <a:cs typeface="Arial"/>
                  <a:sym typeface="Symbol" panose="05050102010706020507" pitchFamily="18" charset="2"/>
                  <a:rtl val="0"/>
                </a:rPr>
                <a:t>sum</a:t>
              </a:r>
              <a:endParaRPr kumimoji="0" lang="en-GB" sz="1200" b="1" i="0" u="none" strike="noStrike" kern="1200" cap="none" spc="0" normalizeH="0" baseline="0" noProof="0" dirty="0">
                <a:ln/>
                <a:effectLst/>
                <a:uLnTx/>
                <a:uFillTx/>
                <a:latin typeface="Arial"/>
                <a:ea typeface="+mn-ea"/>
                <a:cs typeface="Arial"/>
                <a:sym typeface="Arial"/>
                <a:rtl val="0"/>
              </a:endParaRPr>
            </a:p>
          </p:txBody>
        </p: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38E7BA67-FD28-0529-2D8C-199C62526ABA}"/>
                    </a:ext>
                  </a:extLst>
                </p:cNvPr>
                <p:cNvSpPr txBox="1"/>
                <p:nvPr/>
              </p:nvSpPr>
              <p:spPr>
                <a:xfrm>
                  <a:off x="2623853" y="106448"/>
                  <a:ext cx="569252" cy="372390"/>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en-GB" sz="1400" b="0" i="1" u="none" strike="noStrike" kern="1200" cap="none" spc="0" normalizeH="0" baseline="0" noProof="0" smtClean="0">
                          <a:ln>
                            <a:noFill/>
                          </a:ln>
                          <a:solidFill>
                            <a:schemeClr val="tx1"/>
                          </a:solidFill>
                          <a:effectLst/>
                          <a:uLnTx/>
                          <a:uFillTx/>
                          <a:latin typeface="Cambria Math" panose="02040503050406030204" pitchFamily="18" charset="0"/>
                          <a:cs typeface="+mn-cs"/>
                        </a:rPr>
                        <m:t>𝑦</m:t>
                      </m:r>
                      <m:r>
                        <a:rPr kumimoji="0" lang="en-GB" sz="1400" b="0" i="1" u="none" strike="noStrike" kern="1200" cap="none" spc="0" normalizeH="0" baseline="0" noProof="0" smtClean="0">
                          <a:ln>
                            <a:noFill/>
                          </a:ln>
                          <a:solidFill>
                            <a:schemeClr val="tx1"/>
                          </a:solidFill>
                          <a:effectLst/>
                          <a:uLnTx/>
                          <a:uFillTx/>
                          <a:latin typeface="Cambria Math" panose="02040503050406030204" pitchFamily="18" charset="0"/>
                          <a:cs typeface="+mn-cs"/>
                        </a:rPr>
                        <m:t>=</m:t>
                      </m:r>
                      <m:nary>
                        <m:naryPr>
                          <m:chr m:val="∑"/>
                          <m:subHide m:val="on"/>
                          <m:supHide m:val="on"/>
                          <m:ctrlPr>
                            <a:rPr kumimoji="0" lang="en-GB" sz="1400" b="0" i="1" u="none" strike="noStrike" kern="1200" cap="none" spc="0" normalizeH="0" baseline="0" noProof="0">
                              <a:ln>
                                <a:noFill/>
                              </a:ln>
                              <a:solidFill>
                                <a:schemeClr val="tx1"/>
                              </a:solidFill>
                              <a:effectLst/>
                              <a:uLnTx/>
                              <a:uFillTx/>
                              <a:latin typeface="Cambria Math" panose="02040503050406030204" pitchFamily="18" charset="0"/>
                              <a:cs typeface="+mn-cs"/>
                            </a:rPr>
                          </m:ctrlPr>
                        </m:naryPr>
                        <m:sub/>
                        <m:sup/>
                        <m:e>
                          <m:sSub>
                            <m:sSubPr>
                              <m:ctrlPr>
                                <a:rPr kumimoji="0" lang="en-GB" sz="1400" b="0" i="1" u="none" strike="noStrike" kern="1200" cap="none" spc="0" normalizeH="0" baseline="0" noProof="0">
                                  <a:ln>
                                    <a:noFill/>
                                  </a:ln>
                                  <a:solidFill>
                                    <a:schemeClr val="tx1"/>
                                  </a:solidFill>
                                  <a:effectLst/>
                                  <a:uLnTx/>
                                  <a:uFillTx/>
                                  <a:latin typeface="Cambria Math" panose="02040503050406030204" pitchFamily="18" charset="0"/>
                                  <a:ea typeface="Cambria Math" panose="02040503050406030204" pitchFamily="18" charset="0"/>
                                  <a:cs typeface="+mn-cs"/>
                                </a:rPr>
                              </m:ctrlPr>
                            </m:sSubPr>
                            <m:e>
                              <m:r>
                                <a:rPr kumimoji="0" lang="en-GB" sz="1400" b="0" i="1" u="none" strike="noStrike" kern="1200" cap="none" spc="0" normalizeH="0" baseline="0" noProof="0">
                                  <a:ln>
                                    <a:noFill/>
                                  </a:ln>
                                  <a:solidFill>
                                    <a:schemeClr val="tx1"/>
                                  </a:solidFill>
                                  <a:effectLst/>
                                  <a:uLnTx/>
                                  <a:uFillTx/>
                                  <a:latin typeface="Cambria Math" panose="02040503050406030204" pitchFamily="18" charset="0"/>
                                  <a:ea typeface="Cambria Math" panose="02040503050406030204" pitchFamily="18" charset="0"/>
                                  <a:cs typeface="+mn-cs"/>
                                </a:rPr>
                                <m:t>𝜔</m:t>
                              </m:r>
                            </m:e>
                            <m:sub>
                              <m:r>
                                <a:rPr kumimoji="0" lang="en-GB" sz="1400" b="0" i="1" u="none" strike="noStrike" kern="1200" cap="none" spc="0" normalizeH="0" baseline="0" noProof="0">
                                  <a:ln>
                                    <a:noFill/>
                                  </a:ln>
                                  <a:solidFill>
                                    <a:schemeClr val="tx1"/>
                                  </a:solidFill>
                                  <a:effectLst/>
                                  <a:uLnTx/>
                                  <a:uFillTx/>
                                  <a:latin typeface="Cambria Math" panose="02040503050406030204" pitchFamily="18" charset="0"/>
                                  <a:cs typeface="+mn-cs"/>
                                </a:rPr>
                                <m:t>𝑖</m:t>
                              </m:r>
                            </m:sub>
                          </m:sSub>
                          <m:sSub>
                            <m:sSubPr>
                              <m:ctrlPr>
                                <a:rPr kumimoji="0" lang="en-GB" sz="1400" b="0" i="1" u="none" strike="noStrike" kern="1200" cap="none" spc="0" normalizeH="0" baseline="0" noProof="0">
                                  <a:ln>
                                    <a:noFill/>
                                  </a:ln>
                                  <a:solidFill>
                                    <a:schemeClr val="tx1"/>
                                  </a:solidFill>
                                  <a:effectLst/>
                                  <a:uLnTx/>
                                  <a:uFillTx/>
                                  <a:latin typeface="Cambria Math" panose="02040503050406030204" pitchFamily="18" charset="0"/>
                                  <a:cs typeface="+mn-cs"/>
                                </a:rPr>
                              </m:ctrlPr>
                            </m:sSubPr>
                            <m:e>
                              <m:r>
                                <a:rPr kumimoji="0" lang="en-GB" sz="1400" b="0" i="1" u="none" strike="noStrike" kern="1200" cap="none" spc="0" normalizeH="0" baseline="0" noProof="0">
                                  <a:ln>
                                    <a:noFill/>
                                  </a:ln>
                                  <a:solidFill>
                                    <a:schemeClr val="tx1"/>
                                  </a:solidFill>
                                  <a:effectLst/>
                                  <a:uLnTx/>
                                  <a:uFillTx/>
                                  <a:latin typeface="Cambria Math" panose="02040503050406030204" pitchFamily="18" charset="0"/>
                                  <a:cs typeface="+mn-cs"/>
                                </a:rPr>
                                <m:t>𝑥</m:t>
                              </m:r>
                            </m:e>
                            <m:sub>
                              <m:r>
                                <a:rPr kumimoji="0" lang="en-GB" sz="1400" b="0" i="1" u="none" strike="noStrike" kern="1200" cap="none" spc="0" normalizeH="0" baseline="0" noProof="0">
                                  <a:ln>
                                    <a:noFill/>
                                  </a:ln>
                                  <a:solidFill>
                                    <a:schemeClr val="tx1"/>
                                  </a:solidFill>
                                  <a:effectLst/>
                                  <a:uLnTx/>
                                  <a:uFillTx/>
                                  <a:latin typeface="Cambria Math" panose="02040503050406030204" pitchFamily="18" charset="0"/>
                                  <a:cs typeface="+mn-cs"/>
                                </a:rPr>
                                <m:t>𝑖</m:t>
                              </m:r>
                            </m:sub>
                          </m:sSub>
                        </m:e>
                      </m:nary>
                    </m:oMath>
                  </a14:m>
                  <a:r>
                    <a:rPr kumimoji="0" lang="en-GB" sz="4000" b="0" i="0" u="none" strike="noStrike" kern="1200" cap="none" spc="0" normalizeH="0" baseline="0" noProof="0" dirty="0">
                      <a:ln>
                        <a:noFill/>
                      </a:ln>
                      <a:solidFill>
                        <a:schemeClr val="tx1"/>
                      </a:solidFill>
                      <a:effectLst/>
                      <a:uLnTx/>
                      <a:uFillTx/>
                      <a:latin typeface="Aptos" panose="02110004020202020204"/>
                      <a:ea typeface="+mn-ea"/>
                      <a:cs typeface="+mn-cs"/>
                    </a:rPr>
                    <a:t> </a:t>
                  </a:r>
                </a:p>
              </p:txBody>
            </p:sp>
          </mc:Choice>
          <mc:Fallback xmlns="">
            <p:sp>
              <p:nvSpPr>
                <p:cNvPr id="28" name="TextBox 27">
                  <a:extLst>
                    <a:ext uri="{FF2B5EF4-FFF2-40B4-BE49-F238E27FC236}">
                      <a16:creationId xmlns:a16="http://schemas.microsoft.com/office/drawing/2014/main" id="{38E7BA67-FD28-0529-2D8C-199C62526ABA}"/>
                    </a:ext>
                  </a:extLst>
                </p:cNvPr>
                <p:cNvSpPr txBox="1">
                  <a:spLocks noRot="1" noChangeAspect="1" noMove="1" noResize="1" noEditPoints="1" noAdjustHandles="1" noChangeArrowheads="1" noChangeShapeType="1" noTextEdit="1"/>
                </p:cNvSpPr>
                <p:nvPr/>
              </p:nvSpPr>
              <p:spPr>
                <a:xfrm>
                  <a:off x="2623853" y="106448"/>
                  <a:ext cx="569252" cy="372390"/>
                </a:xfrm>
                <a:prstGeom prst="rect">
                  <a:avLst/>
                </a:prstGeom>
                <a:blipFill>
                  <a:blip r:embed="rId2"/>
                  <a:stretch>
                    <a:fillRect/>
                  </a:stretch>
                </a:blipFill>
              </p:spPr>
              <p:txBody>
                <a:bodyPr/>
                <a:lstStyle/>
                <a:p>
                  <a:r>
                    <a:rPr lang="en-US">
                      <a:noFill/>
                    </a:rPr>
                    <a:t> </a:t>
                  </a:r>
                </a:p>
              </p:txBody>
            </p:sp>
          </mc:Fallback>
        </mc:AlternateContent>
      </p:grpSp>
      <p:grpSp>
        <p:nvGrpSpPr>
          <p:cNvPr id="2" name="Group 1">
            <a:extLst>
              <a:ext uri="{FF2B5EF4-FFF2-40B4-BE49-F238E27FC236}">
                <a16:creationId xmlns:a16="http://schemas.microsoft.com/office/drawing/2014/main" id="{8144A261-B78B-8954-5E76-82F7FF808579}"/>
              </a:ext>
            </a:extLst>
          </p:cNvPr>
          <p:cNvGrpSpPr/>
          <p:nvPr/>
        </p:nvGrpSpPr>
        <p:grpSpPr>
          <a:xfrm>
            <a:off x="7252232" y="293087"/>
            <a:ext cx="2271869" cy="267390"/>
            <a:chOff x="7252232" y="293087"/>
            <a:chExt cx="2271869" cy="267390"/>
          </a:xfrm>
        </p:grpSpPr>
        <p:sp>
          <p:nvSpPr>
            <p:cNvPr id="18" name="TextBox 17">
              <a:extLst>
                <a:ext uri="{FF2B5EF4-FFF2-40B4-BE49-F238E27FC236}">
                  <a16:creationId xmlns:a16="http://schemas.microsoft.com/office/drawing/2014/main" id="{96612CBC-CB04-AB89-195F-77BB1FACD5A7}"/>
                </a:ext>
              </a:extLst>
            </p:cNvPr>
            <p:cNvSpPr txBox="1"/>
            <p:nvPr/>
          </p:nvSpPr>
          <p:spPr>
            <a:xfrm>
              <a:off x="7252232" y="293087"/>
              <a:ext cx="1745378" cy="248641"/>
            </a:xfrm>
            <a:prstGeom prst="rect">
              <a:avLst/>
            </a:prstGeom>
            <a:noFill/>
          </p:spPr>
          <p:txBody>
            <a:bodyPr rot="0" spcFirstLastPara="0" vertOverflow="overflow" horzOverflow="overflow" vert="horz" wrap="none" lIns="63355" tIns="31678" rIns="63355" bIns="31678"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a:ln/>
                  <a:solidFill>
                    <a:srgbClr val="000000"/>
                  </a:solidFill>
                  <a:effectLst/>
                  <a:uLnTx/>
                  <a:uFillTx/>
                  <a:latin typeface="Arial"/>
                  <a:ea typeface="+mn-ea"/>
                  <a:cs typeface="Arial"/>
                  <a:sym typeface="Symbol" panose="05050102010706020507" pitchFamily="18" charset="2"/>
                  <a:rtl val="0"/>
                </a:rPr>
                <a:t>Activation component</a:t>
              </a:r>
              <a:endParaRPr kumimoji="0" lang="en-GB" sz="1200" b="1" i="0" u="none" strike="noStrike" kern="1200" cap="none" spc="0" normalizeH="0" baseline="0" noProof="0" dirty="0">
                <a:ln/>
                <a:solidFill>
                  <a:srgbClr val="000000"/>
                </a:solidFill>
                <a:effectLst/>
                <a:uLnTx/>
                <a:uFillTx/>
                <a:latin typeface="Arial"/>
                <a:ea typeface="+mn-ea"/>
                <a:cs typeface="Arial"/>
                <a:sym typeface="Arial"/>
                <a:rtl val="0"/>
              </a:endParaRPr>
            </a:p>
          </p:txBody>
        </p: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80EFAA66-EE5B-986C-B33F-C90623F139D6}"/>
                    </a:ext>
                  </a:extLst>
                </p:cNvPr>
                <p:cNvSpPr txBox="1"/>
                <p:nvPr/>
              </p:nvSpPr>
              <p:spPr>
                <a:xfrm>
                  <a:off x="9067950" y="314256"/>
                  <a:ext cx="456151" cy="246221"/>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kumimoji="0" lang="en-GB" sz="1600" b="0" i="1" u="none" strike="noStrike" kern="1200" cap="none" spc="0" normalizeH="0" baseline="0" noProof="0" smtClean="0">
                            <a:ln>
                              <a:noFill/>
                            </a:ln>
                            <a:solidFill>
                              <a:schemeClr val="tx1"/>
                            </a:solidFill>
                            <a:effectLst/>
                            <a:uLnTx/>
                            <a:uFillTx/>
                            <a:latin typeface="Cambria Math" panose="02040503050406030204" pitchFamily="18" charset="0"/>
                            <a:ea typeface="Cambria Math" panose="02040503050406030204" pitchFamily="18" charset="0"/>
                            <a:cs typeface="+mn-cs"/>
                          </a:rPr>
                          <m:t>𝜎</m:t>
                        </m:r>
                        <m:d>
                          <m:dPr>
                            <m:ctrlPr>
                              <a:rPr kumimoji="0" lang="en-GB" sz="1600" b="0" i="1" u="none" strike="noStrike" kern="1200" cap="none" spc="0" normalizeH="0" baseline="0" noProof="0">
                                <a:ln>
                                  <a:noFill/>
                                </a:ln>
                                <a:solidFill>
                                  <a:schemeClr val="tx1"/>
                                </a:solidFill>
                                <a:effectLst/>
                                <a:uLnTx/>
                                <a:uFillTx/>
                                <a:latin typeface="Cambria Math" panose="02040503050406030204" pitchFamily="18" charset="0"/>
                                <a:ea typeface="Cambria Math" panose="02040503050406030204" pitchFamily="18" charset="0"/>
                                <a:cs typeface="+mn-cs"/>
                              </a:rPr>
                            </m:ctrlPr>
                          </m:dPr>
                          <m:e>
                            <m:r>
                              <a:rPr kumimoji="0" lang="en-GB" sz="1600" b="0" i="1" u="none" strike="noStrike" kern="1200" cap="none" spc="0" normalizeH="0" baseline="0" noProof="0">
                                <a:ln>
                                  <a:noFill/>
                                </a:ln>
                                <a:solidFill>
                                  <a:schemeClr val="tx1"/>
                                </a:solidFill>
                                <a:effectLst/>
                                <a:uLnTx/>
                                <a:uFillTx/>
                                <a:latin typeface="Cambria Math" panose="02040503050406030204" pitchFamily="18" charset="0"/>
                                <a:ea typeface="Cambria Math" panose="02040503050406030204" pitchFamily="18" charset="0"/>
                                <a:cs typeface="+mn-cs"/>
                              </a:rPr>
                              <m:t>𝑦</m:t>
                            </m:r>
                          </m:e>
                        </m:d>
                      </m:oMath>
                    </m:oMathPara>
                  </a14:m>
                  <a:endParaRPr kumimoji="0" lang="en-GB" sz="4400" b="0" i="0" u="none" strike="noStrike" kern="1200" cap="none" spc="0" normalizeH="0" baseline="0" noProof="0" dirty="0">
                    <a:ln>
                      <a:noFill/>
                    </a:ln>
                    <a:solidFill>
                      <a:schemeClr val="tx1"/>
                    </a:solidFill>
                    <a:effectLst/>
                    <a:uLnTx/>
                    <a:uFillTx/>
                    <a:latin typeface="Aptos" panose="02110004020202020204"/>
                    <a:ea typeface="+mn-ea"/>
                    <a:cs typeface="+mn-cs"/>
                  </a:endParaRPr>
                </a:p>
              </p:txBody>
            </p:sp>
          </mc:Choice>
          <mc:Fallback xmlns="">
            <p:sp>
              <p:nvSpPr>
                <p:cNvPr id="29" name="TextBox 28">
                  <a:extLst>
                    <a:ext uri="{FF2B5EF4-FFF2-40B4-BE49-F238E27FC236}">
                      <a16:creationId xmlns:a16="http://schemas.microsoft.com/office/drawing/2014/main" id="{80EFAA66-EE5B-986C-B33F-C90623F139D6}"/>
                    </a:ext>
                  </a:extLst>
                </p:cNvPr>
                <p:cNvSpPr txBox="1">
                  <a:spLocks noRot="1" noChangeAspect="1" noMove="1" noResize="1" noEditPoints="1" noAdjustHandles="1" noChangeArrowheads="1" noChangeShapeType="1" noTextEdit="1"/>
                </p:cNvSpPr>
                <p:nvPr/>
              </p:nvSpPr>
              <p:spPr>
                <a:xfrm>
                  <a:off x="9067950" y="314256"/>
                  <a:ext cx="456151" cy="246221"/>
                </a:xfrm>
                <a:prstGeom prst="rect">
                  <a:avLst/>
                </a:prstGeom>
                <a:blipFill>
                  <a:blip r:embed="rId3"/>
                  <a:stretch>
                    <a:fillRect l="-6757" b="-25000"/>
                  </a:stretch>
                </a:blipFill>
              </p:spPr>
              <p:txBody>
                <a:bodyPr/>
                <a:lstStyle/>
                <a:p>
                  <a:r>
                    <a:rPr lang="en-US">
                      <a:noFill/>
                    </a:rPr>
                    <a:t> </a:t>
                  </a:r>
                </a:p>
              </p:txBody>
            </p:sp>
          </mc:Fallback>
        </mc:AlternateContent>
      </p:grpSp>
      <p:sp>
        <p:nvSpPr>
          <p:cNvPr id="31" name="TextBox 30">
            <a:extLst>
              <a:ext uri="{FF2B5EF4-FFF2-40B4-BE49-F238E27FC236}">
                <a16:creationId xmlns:a16="http://schemas.microsoft.com/office/drawing/2014/main" id="{C1CFE452-9BB0-44F1-45B9-CBFD85861C3E}"/>
              </a:ext>
            </a:extLst>
          </p:cNvPr>
          <p:cNvSpPr txBox="1"/>
          <p:nvPr/>
        </p:nvSpPr>
        <p:spPr>
          <a:xfrm>
            <a:off x="-41076" y="669192"/>
            <a:ext cx="1087158" cy="24622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a:ln>
                  <a:noFill/>
                </a:ln>
                <a:solidFill>
                  <a:srgbClr val="E97132">
                    <a:lumMod val="50000"/>
                  </a:srgbClr>
                </a:solidFill>
                <a:effectLst/>
                <a:uLnTx/>
                <a:uFillTx/>
                <a:latin typeface="Arial" panose="020B0604020202020204" pitchFamily="34" charset="0"/>
                <a:ea typeface="+mn-ea"/>
                <a:cs typeface="Arial" panose="020B0604020202020204" pitchFamily="34" charset="0"/>
              </a:rPr>
              <a:t>▪</a:t>
            </a:r>
            <a:r>
              <a:rPr kumimoji="0" lang="en-GB" sz="1000" b="0" i="0" u="none" strike="noStrike" kern="1200" cap="none" spc="0" normalizeH="0" baseline="0" noProof="0" dirty="0">
                <a:ln>
                  <a:noFill/>
                </a:ln>
                <a:solidFill>
                  <a:prstClr val="white">
                    <a:lumMod val="50000"/>
                  </a:prstClr>
                </a:solidFill>
                <a:effectLst/>
                <a:uLnTx/>
                <a:uFillTx/>
                <a:latin typeface="Arial" panose="020B0604020202020204" pitchFamily="34" charset="0"/>
                <a:ea typeface="+mn-ea"/>
                <a:cs typeface="Arial" panose="020B0604020202020204" pitchFamily="34" charset="0"/>
              </a:rPr>
              <a:t>  </a:t>
            </a:r>
            <a:r>
              <a:rPr kumimoji="0" lang="en-GB" sz="1000" b="0" i="0" u="none" strike="noStrike" kern="1200" cap="none" spc="0" normalizeH="0" baseline="0" noProof="0" dirty="0">
                <a:ln>
                  <a:noFill/>
                </a:ln>
                <a:solidFill>
                  <a:prstClr val="white">
                    <a:lumMod val="50000"/>
                  </a:prstClr>
                </a:solidFill>
                <a:effectLst/>
                <a:uLnTx/>
                <a:uFillTx/>
                <a:latin typeface="Arial Nova" panose="020F0502020204030204" pitchFamily="34" charset="0"/>
                <a:ea typeface="+mn-ea"/>
                <a:cs typeface="+mn-cs"/>
              </a:rPr>
              <a:t>ELECTRONIC</a:t>
            </a:r>
          </a:p>
        </p:txBody>
      </p: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024CEFAF-512C-7620-5886-64A12543D5C8}"/>
                  </a:ext>
                </a:extLst>
              </p:cNvPr>
              <p:cNvSpPr txBox="1"/>
              <p:nvPr/>
            </p:nvSpPr>
            <p:spPr>
              <a:xfrm>
                <a:off x="3034104" y="314256"/>
                <a:ext cx="244876" cy="161584"/>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d>
                        <m:dPr>
                          <m:begChr m:val="{"/>
                          <m:endChr m:val="}"/>
                          <m:ctrlPr>
                            <a:rPr kumimoji="0" lang="en-GB" sz="105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dPr>
                        <m:e>
                          <m:sSub>
                            <m:sSubPr>
                              <m:ctrlPr>
                                <a:rPr kumimoji="0" lang="en-GB" sz="105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r>
                                <a:rPr kumimoji="0" lang="en-GB" sz="105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𝑥</m:t>
                              </m:r>
                            </m:e>
                            <m:sub>
                              <m:r>
                                <a:rPr kumimoji="0" lang="en-GB" sz="105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𝑖</m:t>
                              </m:r>
                            </m:sub>
                          </m:sSub>
                        </m:e>
                      </m:d>
                    </m:oMath>
                  </m:oMathPara>
                </a14:m>
                <a:endParaRPr kumimoji="0" lang="en-GB" sz="2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mc:Choice>
        <mc:Fallback xmlns="">
          <p:sp>
            <p:nvSpPr>
              <p:cNvPr id="32" name="TextBox 31">
                <a:extLst>
                  <a:ext uri="{FF2B5EF4-FFF2-40B4-BE49-F238E27FC236}">
                    <a16:creationId xmlns:a16="http://schemas.microsoft.com/office/drawing/2014/main" id="{024CEFAF-512C-7620-5886-64A12543D5C8}"/>
                  </a:ext>
                </a:extLst>
              </p:cNvPr>
              <p:cNvSpPr txBox="1">
                <a:spLocks noRot="1" noChangeAspect="1" noMove="1" noResize="1" noEditPoints="1" noAdjustHandles="1" noChangeArrowheads="1" noChangeShapeType="1" noTextEdit="1"/>
              </p:cNvSpPr>
              <p:nvPr/>
            </p:nvSpPr>
            <p:spPr>
              <a:xfrm>
                <a:off x="3034104" y="314256"/>
                <a:ext cx="244876" cy="161584"/>
              </a:xfrm>
              <a:prstGeom prst="rect">
                <a:avLst/>
              </a:prstGeom>
              <a:blipFill>
                <a:blip r:embed="rId4"/>
                <a:stretch>
                  <a:fillRect b="-15385"/>
                </a:stretch>
              </a:blipFill>
            </p:spPr>
            <p:txBody>
              <a:bodyPr/>
              <a:lstStyle/>
              <a:p>
                <a:r>
                  <a:rPr lang="en-US">
                    <a:noFill/>
                  </a:rPr>
                  <a:t> </a:t>
                </a:r>
              </a:p>
            </p:txBody>
          </p:sp>
        </mc:Fallback>
      </mc:AlternateContent>
      <p:cxnSp>
        <p:nvCxnSpPr>
          <p:cNvPr id="33" name="Straight Connector 32">
            <a:extLst>
              <a:ext uri="{FF2B5EF4-FFF2-40B4-BE49-F238E27FC236}">
                <a16:creationId xmlns:a16="http://schemas.microsoft.com/office/drawing/2014/main" id="{1C7EBC39-EC47-E31B-780C-5935332CA94A}"/>
              </a:ext>
            </a:extLst>
          </p:cNvPr>
          <p:cNvCxnSpPr>
            <a:cxnSpLocks/>
          </p:cNvCxnSpPr>
          <p:nvPr/>
        </p:nvCxnSpPr>
        <p:spPr>
          <a:xfrm flipV="1">
            <a:off x="34139" y="2078423"/>
            <a:ext cx="12157861" cy="14865"/>
          </a:xfrm>
          <a:prstGeom prst="line">
            <a:avLst/>
          </a:prstGeom>
          <a:ln w="6350">
            <a:solidFill>
              <a:schemeClr val="accent2">
                <a:lumMod val="50000"/>
                <a:alpha val="33000"/>
              </a:schemeClr>
            </a:solidFill>
          </a:ln>
        </p:spPr>
        <p:style>
          <a:lnRef idx="2">
            <a:schemeClr val="accent1"/>
          </a:lnRef>
          <a:fillRef idx="0">
            <a:schemeClr val="accent1"/>
          </a:fillRef>
          <a:effectRef idx="1">
            <a:schemeClr val="accent1"/>
          </a:effectRef>
          <a:fontRef idx="minor">
            <a:schemeClr val="tx1"/>
          </a:fontRef>
        </p:style>
      </p:cxnSp>
      <p:sp>
        <p:nvSpPr>
          <p:cNvPr id="34" name="TextBox 33">
            <a:extLst>
              <a:ext uri="{FF2B5EF4-FFF2-40B4-BE49-F238E27FC236}">
                <a16:creationId xmlns:a16="http://schemas.microsoft.com/office/drawing/2014/main" id="{B2891735-D8BB-ECE7-2272-54E134157663}"/>
              </a:ext>
            </a:extLst>
          </p:cNvPr>
          <p:cNvSpPr txBox="1"/>
          <p:nvPr/>
        </p:nvSpPr>
        <p:spPr>
          <a:xfrm>
            <a:off x="34220" y="975191"/>
            <a:ext cx="1237225" cy="371752"/>
          </a:xfrm>
          <a:prstGeom prst="rect">
            <a:avLst/>
          </a:prstGeom>
          <a:noFill/>
        </p:spPr>
        <p:txBody>
          <a:bodyPr rot="0" spcFirstLastPara="0" vertOverflow="overflow" horzOverflow="overflow" vert="horz" wrap="none" lIns="63355" tIns="31678" rIns="63355" bIns="31678"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solidFill>
                  <a:srgbClr val="000000"/>
                </a:solidFill>
                <a:effectLst/>
                <a:uLnTx/>
                <a:uFillTx/>
                <a:latin typeface="Arial"/>
                <a:ea typeface="+mn-ea"/>
                <a:cs typeface="Arial"/>
                <a:sym typeface="Arial"/>
                <a:rtl val="0"/>
              </a:rPr>
              <a:t>Graphene bio-FET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solidFill>
                  <a:srgbClr val="000000"/>
                </a:solidFill>
                <a:effectLst/>
                <a:uLnTx/>
                <a:uFillTx/>
                <a:latin typeface="Arial"/>
                <a:ea typeface="+mn-ea"/>
                <a:cs typeface="Arial"/>
                <a:sym typeface="Arial"/>
                <a:rtl val="0"/>
              </a:rPr>
              <a:t>+ DSP circuit</a:t>
            </a:r>
          </a:p>
        </p:txBody>
      </p:sp>
      <p:sp>
        <p:nvSpPr>
          <p:cNvPr id="35" name="TextBox 34">
            <a:extLst>
              <a:ext uri="{FF2B5EF4-FFF2-40B4-BE49-F238E27FC236}">
                <a16:creationId xmlns:a16="http://schemas.microsoft.com/office/drawing/2014/main" id="{3F75E0A6-D347-192A-D625-4FD399F01C9E}"/>
              </a:ext>
            </a:extLst>
          </p:cNvPr>
          <p:cNvSpPr txBox="1"/>
          <p:nvPr/>
        </p:nvSpPr>
        <p:spPr>
          <a:xfrm>
            <a:off x="26946" y="1318103"/>
            <a:ext cx="1303283"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1" u="none" strike="noStrike" kern="1200" cap="none" spc="0" normalizeH="0" baseline="0" noProof="0" dirty="0">
                <a:ln>
                  <a:noFill/>
                </a:ln>
                <a:solidFill>
                  <a:prstClr val="white">
                    <a:lumMod val="50000"/>
                  </a:prstClr>
                </a:solidFill>
                <a:effectLst/>
                <a:uLnTx/>
                <a:uFillTx/>
                <a:latin typeface="Aptos Light" panose="020B0004020202020204" pitchFamily="34" charset="0"/>
                <a:ea typeface="+mn-ea"/>
                <a:cs typeface="+mn-cs"/>
              </a:rPr>
              <a:t>Bridge the chemical and electric domains,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1" u="none" strike="noStrike" kern="1200" cap="none" spc="0" normalizeH="0" baseline="0" noProof="0" dirty="0">
                <a:ln>
                  <a:noFill/>
                </a:ln>
                <a:solidFill>
                  <a:prstClr val="white">
                    <a:lumMod val="50000"/>
                  </a:prstClr>
                </a:solidFill>
                <a:effectLst/>
                <a:uLnTx/>
                <a:uFillTx/>
                <a:latin typeface="Aptos Light" panose="020B0004020202020204" pitchFamily="34" charset="0"/>
                <a:ea typeface="+mn-ea"/>
                <a:cs typeface="+mn-cs"/>
              </a:rPr>
              <a:t>then computation in the electric domain.</a:t>
            </a:r>
            <a:endParaRPr kumimoji="0" lang="en-GB" sz="900" b="0" i="1" u="none" strike="noStrike" kern="1200" cap="none" spc="0" normalizeH="0" baseline="0" noProof="0" dirty="0">
              <a:ln>
                <a:noFill/>
              </a:ln>
              <a:solidFill>
                <a:prstClr val="black"/>
              </a:solidFill>
              <a:effectLst/>
              <a:uLnTx/>
              <a:uFillTx/>
              <a:latin typeface="Aptos Light" panose="020B0004020202020204" pitchFamily="34" charset="0"/>
              <a:ea typeface="+mn-ea"/>
              <a:cs typeface="+mn-cs"/>
            </a:endParaRPr>
          </a:p>
        </p:txBody>
      </p:sp>
      <p:grpSp>
        <p:nvGrpSpPr>
          <p:cNvPr id="37" name="Group 36">
            <a:extLst>
              <a:ext uri="{FF2B5EF4-FFF2-40B4-BE49-F238E27FC236}">
                <a16:creationId xmlns:a16="http://schemas.microsoft.com/office/drawing/2014/main" id="{65A30BBF-696F-4657-D168-736B9CBFED9F}"/>
              </a:ext>
            </a:extLst>
          </p:cNvPr>
          <p:cNvGrpSpPr/>
          <p:nvPr/>
        </p:nvGrpSpPr>
        <p:grpSpPr>
          <a:xfrm>
            <a:off x="1871988" y="960694"/>
            <a:ext cx="1572755" cy="1089616"/>
            <a:chOff x="832080" y="441050"/>
            <a:chExt cx="951467" cy="659183"/>
          </a:xfrm>
        </p:grpSpPr>
        <p:sp>
          <p:nvSpPr>
            <p:cNvPr id="38" name="Cylinder 37">
              <a:extLst>
                <a:ext uri="{FF2B5EF4-FFF2-40B4-BE49-F238E27FC236}">
                  <a16:creationId xmlns:a16="http://schemas.microsoft.com/office/drawing/2014/main" id="{A08EB25B-6176-C98D-5FE5-D994A9DE3D65}"/>
                </a:ext>
              </a:extLst>
            </p:cNvPr>
            <p:cNvSpPr/>
            <p:nvPr/>
          </p:nvSpPr>
          <p:spPr>
            <a:xfrm rot="5400000">
              <a:off x="1209082" y="272381"/>
              <a:ext cx="252336" cy="896594"/>
            </a:xfrm>
            <a:prstGeom prst="can">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9" name="TextBox 38">
              <a:extLst>
                <a:ext uri="{FF2B5EF4-FFF2-40B4-BE49-F238E27FC236}">
                  <a16:creationId xmlns:a16="http://schemas.microsoft.com/office/drawing/2014/main" id="{274FEBAE-9E73-40AD-5982-B8C11CC5B8CD}"/>
                </a:ext>
              </a:extLst>
            </p:cNvPr>
            <p:cNvSpPr txBox="1"/>
            <p:nvPr/>
          </p:nvSpPr>
          <p:spPr>
            <a:xfrm>
              <a:off x="832080" y="441050"/>
              <a:ext cx="687497" cy="13964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dirty="0">
                  <a:ln>
                    <a:noFill/>
                  </a:ln>
                  <a:solidFill>
                    <a:prstClr val="black"/>
                  </a:solidFill>
                  <a:effectLst/>
                  <a:uLnTx/>
                  <a:uFillTx/>
                  <a:latin typeface="Aptos Light" panose="020B0004020202020204" pitchFamily="34" charset="0"/>
                  <a:ea typeface="+mn-ea"/>
                  <a:cs typeface="+mn-cs"/>
                </a:rPr>
                <a:t>Molecular domain </a:t>
              </a:r>
              <a:endParaRPr kumimoji="0" lang="en-US" sz="9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40" name="TextBox 39">
              <a:extLst>
                <a:ext uri="{FF2B5EF4-FFF2-40B4-BE49-F238E27FC236}">
                  <a16:creationId xmlns:a16="http://schemas.microsoft.com/office/drawing/2014/main" id="{A6AA1AA7-F125-BC82-40AD-2965FA1F0310}"/>
                </a:ext>
              </a:extLst>
            </p:cNvPr>
            <p:cNvSpPr txBox="1"/>
            <p:nvPr/>
          </p:nvSpPr>
          <p:spPr>
            <a:xfrm>
              <a:off x="886882" y="960587"/>
              <a:ext cx="632079" cy="13964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dirty="0">
                  <a:ln>
                    <a:noFill/>
                  </a:ln>
                  <a:solidFill>
                    <a:prstClr val="black"/>
                  </a:solidFill>
                  <a:effectLst/>
                  <a:uLnTx/>
                  <a:uFillTx/>
                  <a:latin typeface="Aptos Light" panose="020B0004020202020204" pitchFamily="34" charset="0"/>
                  <a:ea typeface="+mn-ea"/>
                  <a:cs typeface="+mn-cs"/>
                </a:rPr>
                <a:t>Electric domain </a:t>
              </a:r>
              <a:endParaRPr kumimoji="0" lang="en-US" sz="9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pic>
          <p:nvPicPr>
            <p:cNvPr id="41" name="Graphic 40" descr="DNA outline">
              <a:extLst>
                <a:ext uri="{FF2B5EF4-FFF2-40B4-BE49-F238E27FC236}">
                  <a16:creationId xmlns:a16="http://schemas.microsoft.com/office/drawing/2014/main" id="{FBACBCDC-23B3-F8F7-89E7-1AB7A49D7C9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2045088">
              <a:off x="934548" y="645118"/>
              <a:ext cx="100584" cy="100584"/>
            </a:xfrm>
            <a:prstGeom prst="rect">
              <a:avLst/>
            </a:prstGeom>
          </p:spPr>
        </p:pic>
        <p:pic>
          <p:nvPicPr>
            <p:cNvPr id="42" name="Graphic 41" descr="DNA outline">
              <a:extLst>
                <a:ext uri="{FF2B5EF4-FFF2-40B4-BE49-F238E27FC236}">
                  <a16:creationId xmlns:a16="http://schemas.microsoft.com/office/drawing/2014/main" id="{29308AAF-519A-ACC7-755C-5CAE500C8F8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7372733">
              <a:off x="1107095" y="624831"/>
              <a:ext cx="100584" cy="100584"/>
            </a:xfrm>
            <a:prstGeom prst="rect">
              <a:avLst/>
            </a:prstGeom>
          </p:spPr>
        </p:pic>
        <p:pic>
          <p:nvPicPr>
            <p:cNvPr id="43" name="Graphic 42" descr="DNA outline">
              <a:extLst>
                <a:ext uri="{FF2B5EF4-FFF2-40B4-BE49-F238E27FC236}">
                  <a16:creationId xmlns:a16="http://schemas.microsoft.com/office/drawing/2014/main" id="{CB46DAD5-3255-BE7F-DF02-21488B36CA6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6139420">
              <a:off x="1472103" y="581732"/>
              <a:ext cx="100584" cy="100584"/>
            </a:xfrm>
            <a:prstGeom prst="rect">
              <a:avLst/>
            </a:prstGeom>
          </p:spPr>
        </p:pic>
        <p:grpSp>
          <p:nvGrpSpPr>
            <p:cNvPr id="44" name="Group 43">
              <a:extLst>
                <a:ext uri="{FF2B5EF4-FFF2-40B4-BE49-F238E27FC236}">
                  <a16:creationId xmlns:a16="http://schemas.microsoft.com/office/drawing/2014/main" id="{570EF502-1E63-4D72-40C2-D2604968E548}"/>
                </a:ext>
              </a:extLst>
            </p:cNvPr>
            <p:cNvGrpSpPr/>
            <p:nvPr/>
          </p:nvGrpSpPr>
          <p:grpSpPr>
            <a:xfrm>
              <a:off x="1415778" y="785765"/>
              <a:ext cx="18819" cy="45720"/>
              <a:chOff x="1639649" y="1052940"/>
              <a:chExt cx="18819" cy="45720"/>
            </a:xfrm>
          </p:grpSpPr>
          <p:cxnSp>
            <p:nvCxnSpPr>
              <p:cNvPr id="93" name="Straight Connector 92">
                <a:extLst>
                  <a:ext uri="{FF2B5EF4-FFF2-40B4-BE49-F238E27FC236}">
                    <a16:creationId xmlns:a16="http://schemas.microsoft.com/office/drawing/2014/main" id="{930345A2-1CF4-2D86-F5A0-1D8BDF73489E}"/>
                  </a:ext>
                </a:extLst>
              </p:cNvPr>
              <p:cNvCxnSpPr>
                <a:cxnSpLocks/>
              </p:cNvCxnSpPr>
              <p:nvPr/>
            </p:nvCxnSpPr>
            <p:spPr>
              <a:xfrm flipH="1" flipV="1">
                <a:off x="1646956" y="1074296"/>
                <a:ext cx="1754" cy="24364"/>
              </a:xfrm>
              <a:prstGeom prst="line">
                <a:avLst/>
              </a:prstGeom>
              <a:ln w="6350"/>
            </p:spPr>
            <p:style>
              <a:lnRef idx="2">
                <a:schemeClr val="accent1"/>
              </a:lnRef>
              <a:fillRef idx="0">
                <a:schemeClr val="accent1"/>
              </a:fillRef>
              <a:effectRef idx="1">
                <a:schemeClr val="accent1"/>
              </a:effectRef>
              <a:fontRef idx="minor">
                <a:schemeClr val="tx1"/>
              </a:fontRef>
            </p:style>
          </p:cxnSp>
          <p:cxnSp>
            <p:nvCxnSpPr>
              <p:cNvPr id="94" name="Straight Connector 93">
                <a:extLst>
                  <a:ext uri="{FF2B5EF4-FFF2-40B4-BE49-F238E27FC236}">
                    <a16:creationId xmlns:a16="http://schemas.microsoft.com/office/drawing/2014/main" id="{414BC3FA-7A90-3D8E-BAC9-B6DA9095D768}"/>
                  </a:ext>
                </a:extLst>
              </p:cNvPr>
              <p:cNvCxnSpPr>
                <a:cxnSpLocks/>
              </p:cNvCxnSpPr>
              <p:nvPr/>
            </p:nvCxnSpPr>
            <p:spPr>
              <a:xfrm rot="1800000" flipH="1" flipV="1">
                <a:off x="1656714" y="1053096"/>
                <a:ext cx="1754" cy="24364"/>
              </a:xfrm>
              <a:prstGeom prst="line">
                <a:avLst/>
              </a:prstGeom>
              <a:ln w="6350"/>
            </p:spPr>
            <p:style>
              <a:lnRef idx="2">
                <a:schemeClr val="accent1"/>
              </a:lnRef>
              <a:fillRef idx="0">
                <a:schemeClr val="accent1"/>
              </a:fillRef>
              <a:effectRef idx="1">
                <a:schemeClr val="accent1"/>
              </a:effectRef>
              <a:fontRef idx="minor">
                <a:schemeClr val="tx1"/>
              </a:fontRef>
            </p:style>
          </p:cxnSp>
          <p:cxnSp>
            <p:nvCxnSpPr>
              <p:cNvPr id="95" name="Straight Connector 94">
                <a:extLst>
                  <a:ext uri="{FF2B5EF4-FFF2-40B4-BE49-F238E27FC236}">
                    <a16:creationId xmlns:a16="http://schemas.microsoft.com/office/drawing/2014/main" id="{C4E2F23E-A6BD-C56A-A4B3-84B441D50A1F}"/>
                  </a:ext>
                </a:extLst>
              </p:cNvPr>
              <p:cNvCxnSpPr>
                <a:cxnSpLocks/>
              </p:cNvCxnSpPr>
              <p:nvPr/>
            </p:nvCxnSpPr>
            <p:spPr>
              <a:xfrm rot="19500000" flipH="1">
                <a:off x="1639649" y="1052940"/>
                <a:ext cx="1754" cy="24364"/>
              </a:xfrm>
              <a:prstGeom prst="line">
                <a:avLst/>
              </a:prstGeom>
              <a:ln w="6350"/>
            </p:spPr>
            <p:style>
              <a:lnRef idx="2">
                <a:schemeClr val="accent1"/>
              </a:lnRef>
              <a:fillRef idx="0">
                <a:schemeClr val="accent1"/>
              </a:fillRef>
              <a:effectRef idx="1">
                <a:schemeClr val="accent1"/>
              </a:effectRef>
              <a:fontRef idx="minor">
                <a:schemeClr val="tx1"/>
              </a:fontRef>
            </p:style>
          </p:cxnSp>
        </p:grpSp>
        <p:grpSp>
          <p:nvGrpSpPr>
            <p:cNvPr id="45" name="Group 44">
              <a:extLst>
                <a:ext uri="{FF2B5EF4-FFF2-40B4-BE49-F238E27FC236}">
                  <a16:creationId xmlns:a16="http://schemas.microsoft.com/office/drawing/2014/main" id="{E95BDFCD-ABE4-796E-532B-F633E4A6EA42}"/>
                </a:ext>
              </a:extLst>
            </p:cNvPr>
            <p:cNvGrpSpPr/>
            <p:nvPr/>
          </p:nvGrpSpPr>
          <p:grpSpPr>
            <a:xfrm>
              <a:off x="1442567" y="723305"/>
              <a:ext cx="18819" cy="45720"/>
              <a:chOff x="1639649" y="1052940"/>
              <a:chExt cx="18819" cy="45720"/>
            </a:xfrm>
          </p:grpSpPr>
          <p:cxnSp>
            <p:nvCxnSpPr>
              <p:cNvPr id="90" name="Straight Connector 89">
                <a:extLst>
                  <a:ext uri="{FF2B5EF4-FFF2-40B4-BE49-F238E27FC236}">
                    <a16:creationId xmlns:a16="http://schemas.microsoft.com/office/drawing/2014/main" id="{29F08622-FED2-67CC-8C5E-1F8F4FFA944C}"/>
                  </a:ext>
                </a:extLst>
              </p:cNvPr>
              <p:cNvCxnSpPr>
                <a:cxnSpLocks/>
              </p:cNvCxnSpPr>
              <p:nvPr/>
            </p:nvCxnSpPr>
            <p:spPr>
              <a:xfrm flipH="1" flipV="1">
                <a:off x="1646956" y="1074296"/>
                <a:ext cx="1754" cy="24364"/>
              </a:xfrm>
              <a:prstGeom prst="line">
                <a:avLst/>
              </a:prstGeom>
              <a:ln w="6350"/>
            </p:spPr>
            <p:style>
              <a:lnRef idx="2">
                <a:schemeClr val="accent1"/>
              </a:lnRef>
              <a:fillRef idx="0">
                <a:schemeClr val="accent1"/>
              </a:fillRef>
              <a:effectRef idx="1">
                <a:schemeClr val="accent1"/>
              </a:effectRef>
              <a:fontRef idx="minor">
                <a:schemeClr val="tx1"/>
              </a:fontRef>
            </p:style>
          </p:cxnSp>
          <p:cxnSp>
            <p:nvCxnSpPr>
              <p:cNvPr id="91" name="Straight Connector 90">
                <a:extLst>
                  <a:ext uri="{FF2B5EF4-FFF2-40B4-BE49-F238E27FC236}">
                    <a16:creationId xmlns:a16="http://schemas.microsoft.com/office/drawing/2014/main" id="{212A238F-2A2C-4450-E4C4-460F1B94B681}"/>
                  </a:ext>
                </a:extLst>
              </p:cNvPr>
              <p:cNvCxnSpPr>
                <a:cxnSpLocks/>
              </p:cNvCxnSpPr>
              <p:nvPr/>
            </p:nvCxnSpPr>
            <p:spPr>
              <a:xfrm rot="1800000" flipH="1" flipV="1">
                <a:off x="1656714" y="1053096"/>
                <a:ext cx="1754" cy="24364"/>
              </a:xfrm>
              <a:prstGeom prst="line">
                <a:avLst/>
              </a:prstGeom>
              <a:ln w="6350"/>
            </p:spPr>
            <p:style>
              <a:lnRef idx="2">
                <a:schemeClr val="accent1"/>
              </a:lnRef>
              <a:fillRef idx="0">
                <a:schemeClr val="accent1"/>
              </a:fillRef>
              <a:effectRef idx="1">
                <a:schemeClr val="accent1"/>
              </a:effectRef>
              <a:fontRef idx="minor">
                <a:schemeClr val="tx1"/>
              </a:fontRef>
            </p:style>
          </p:cxnSp>
          <p:cxnSp>
            <p:nvCxnSpPr>
              <p:cNvPr id="92" name="Straight Connector 91">
                <a:extLst>
                  <a:ext uri="{FF2B5EF4-FFF2-40B4-BE49-F238E27FC236}">
                    <a16:creationId xmlns:a16="http://schemas.microsoft.com/office/drawing/2014/main" id="{EC765832-C44B-0D7B-ABA1-999913CFBE29}"/>
                  </a:ext>
                </a:extLst>
              </p:cNvPr>
              <p:cNvCxnSpPr>
                <a:cxnSpLocks/>
              </p:cNvCxnSpPr>
              <p:nvPr/>
            </p:nvCxnSpPr>
            <p:spPr>
              <a:xfrm rot="19500000" flipH="1">
                <a:off x="1639649" y="1052940"/>
                <a:ext cx="1754" cy="24364"/>
              </a:xfrm>
              <a:prstGeom prst="line">
                <a:avLst/>
              </a:prstGeom>
              <a:ln w="6350"/>
            </p:spPr>
            <p:style>
              <a:lnRef idx="2">
                <a:schemeClr val="accent1"/>
              </a:lnRef>
              <a:fillRef idx="0">
                <a:schemeClr val="accent1"/>
              </a:fillRef>
              <a:effectRef idx="1">
                <a:schemeClr val="accent1"/>
              </a:effectRef>
              <a:fontRef idx="minor">
                <a:schemeClr val="tx1"/>
              </a:fontRef>
            </p:style>
          </p:cxnSp>
        </p:grpSp>
        <p:grpSp>
          <p:nvGrpSpPr>
            <p:cNvPr id="46" name="Group 45">
              <a:extLst>
                <a:ext uri="{FF2B5EF4-FFF2-40B4-BE49-F238E27FC236}">
                  <a16:creationId xmlns:a16="http://schemas.microsoft.com/office/drawing/2014/main" id="{AC3A8289-B3DC-D400-F718-A61CE31AAB51}"/>
                </a:ext>
              </a:extLst>
            </p:cNvPr>
            <p:cNvGrpSpPr/>
            <p:nvPr/>
          </p:nvGrpSpPr>
          <p:grpSpPr>
            <a:xfrm>
              <a:off x="1468617" y="663272"/>
              <a:ext cx="18819" cy="45720"/>
              <a:chOff x="1639649" y="1052940"/>
              <a:chExt cx="18819" cy="45720"/>
            </a:xfrm>
          </p:grpSpPr>
          <p:cxnSp>
            <p:nvCxnSpPr>
              <p:cNvPr id="87" name="Straight Connector 86">
                <a:extLst>
                  <a:ext uri="{FF2B5EF4-FFF2-40B4-BE49-F238E27FC236}">
                    <a16:creationId xmlns:a16="http://schemas.microsoft.com/office/drawing/2014/main" id="{34BCE8D4-F31F-74BC-3A1B-6EC7275701FC}"/>
                  </a:ext>
                </a:extLst>
              </p:cNvPr>
              <p:cNvCxnSpPr>
                <a:cxnSpLocks/>
              </p:cNvCxnSpPr>
              <p:nvPr/>
            </p:nvCxnSpPr>
            <p:spPr>
              <a:xfrm flipH="1" flipV="1">
                <a:off x="1646956" y="1074296"/>
                <a:ext cx="1754" cy="24364"/>
              </a:xfrm>
              <a:prstGeom prst="line">
                <a:avLst/>
              </a:prstGeom>
              <a:ln w="6350"/>
            </p:spPr>
            <p:style>
              <a:lnRef idx="2">
                <a:schemeClr val="accent1"/>
              </a:lnRef>
              <a:fillRef idx="0">
                <a:schemeClr val="accent1"/>
              </a:fillRef>
              <a:effectRef idx="1">
                <a:schemeClr val="accent1"/>
              </a:effectRef>
              <a:fontRef idx="minor">
                <a:schemeClr val="tx1"/>
              </a:fontRef>
            </p:style>
          </p:cxnSp>
          <p:cxnSp>
            <p:nvCxnSpPr>
              <p:cNvPr id="88" name="Straight Connector 87">
                <a:extLst>
                  <a:ext uri="{FF2B5EF4-FFF2-40B4-BE49-F238E27FC236}">
                    <a16:creationId xmlns:a16="http://schemas.microsoft.com/office/drawing/2014/main" id="{1A156261-E77E-F066-8D90-0B1481582FD9}"/>
                  </a:ext>
                </a:extLst>
              </p:cNvPr>
              <p:cNvCxnSpPr>
                <a:cxnSpLocks/>
              </p:cNvCxnSpPr>
              <p:nvPr/>
            </p:nvCxnSpPr>
            <p:spPr>
              <a:xfrm rot="1800000" flipH="1" flipV="1">
                <a:off x="1656714" y="1053096"/>
                <a:ext cx="1754" cy="24364"/>
              </a:xfrm>
              <a:prstGeom prst="line">
                <a:avLst/>
              </a:prstGeom>
              <a:ln w="6350"/>
            </p:spPr>
            <p:style>
              <a:lnRef idx="2">
                <a:schemeClr val="accent1"/>
              </a:lnRef>
              <a:fillRef idx="0">
                <a:schemeClr val="accent1"/>
              </a:fillRef>
              <a:effectRef idx="1">
                <a:schemeClr val="accent1"/>
              </a:effectRef>
              <a:fontRef idx="minor">
                <a:schemeClr val="tx1"/>
              </a:fontRef>
            </p:style>
          </p:cxnSp>
          <p:cxnSp>
            <p:nvCxnSpPr>
              <p:cNvPr id="89" name="Straight Connector 88">
                <a:extLst>
                  <a:ext uri="{FF2B5EF4-FFF2-40B4-BE49-F238E27FC236}">
                    <a16:creationId xmlns:a16="http://schemas.microsoft.com/office/drawing/2014/main" id="{BD45C7B1-DEB8-D615-82B7-BFDC593CF451}"/>
                  </a:ext>
                </a:extLst>
              </p:cNvPr>
              <p:cNvCxnSpPr>
                <a:cxnSpLocks/>
              </p:cNvCxnSpPr>
              <p:nvPr/>
            </p:nvCxnSpPr>
            <p:spPr>
              <a:xfrm rot="19500000" flipH="1">
                <a:off x="1639649" y="1052940"/>
                <a:ext cx="1754" cy="24364"/>
              </a:xfrm>
              <a:prstGeom prst="line">
                <a:avLst/>
              </a:prstGeom>
              <a:ln w="6350"/>
            </p:spPr>
            <p:style>
              <a:lnRef idx="2">
                <a:schemeClr val="accent1"/>
              </a:lnRef>
              <a:fillRef idx="0">
                <a:schemeClr val="accent1"/>
              </a:fillRef>
              <a:effectRef idx="1">
                <a:schemeClr val="accent1"/>
              </a:effectRef>
              <a:fontRef idx="minor">
                <a:schemeClr val="tx1"/>
              </a:fontRef>
            </p:style>
          </p:cxnSp>
        </p:grpSp>
        <p:pic>
          <p:nvPicPr>
            <p:cNvPr id="47" name="Graphic 46" descr="DNA outline">
              <a:extLst>
                <a:ext uri="{FF2B5EF4-FFF2-40B4-BE49-F238E27FC236}">
                  <a16:creationId xmlns:a16="http://schemas.microsoft.com/office/drawing/2014/main" id="{628DECF8-995E-458C-13B4-BEF767C1B4F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4081304">
              <a:off x="1302122" y="731095"/>
              <a:ext cx="100584" cy="100584"/>
            </a:xfrm>
            <a:prstGeom prst="rect">
              <a:avLst/>
            </a:prstGeom>
          </p:spPr>
        </p:pic>
        <p:grpSp>
          <p:nvGrpSpPr>
            <p:cNvPr id="48" name="Group 47">
              <a:extLst>
                <a:ext uri="{FF2B5EF4-FFF2-40B4-BE49-F238E27FC236}">
                  <a16:creationId xmlns:a16="http://schemas.microsoft.com/office/drawing/2014/main" id="{C8915BBA-367F-E50B-8183-0E7AC2DA7B7F}"/>
                </a:ext>
              </a:extLst>
            </p:cNvPr>
            <p:cNvGrpSpPr/>
            <p:nvPr/>
          </p:nvGrpSpPr>
          <p:grpSpPr>
            <a:xfrm>
              <a:off x="1489388" y="785765"/>
              <a:ext cx="18819" cy="45720"/>
              <a:chOff x="1639649" y="1052940"/>
              <a:chExt cx="18819" cy="45720"/>
            </a:xfrm>
          </p:grpSpPr>
          <p:cxnSp>
            <p:nvCxnSpPr>
              <p:cNvPr id="84" name="Straight Connector 83">
                <a:extLst>
                  <a:ext uri="{FF2B5EF4-FFF2-40B4-BE49-F238E27FC236}">
                    <a16:creationId xmlns:a16="http://schemas.microsoft.com/office/drawing/2014/main" id="{A182155C-E7E8-E6A6-C095-9D5DFCCF5304}"/>
                  </a:ext>
                </a:extLst>
              </p:cNvPr>
              <p:cNvCxnSpPr>
                <a:cxnSpLocks/>
              </p:cNvCxnSpPr>
              <p:nvPr/>
            </p:nvCxnSpPr>
            <p:spPr>
              <a:xfrm flipH="1" flipV="1">
                <a:off x="1646956" y="1074296"/>
                <a:ext cx="1754" cy="24364"/>
              </a:xfrm>
              <a:prstGeom prst="line">
                <a:avLst/>
              </a:prstGeom>
              <a:ln w="6350"/>
            </p:spPr>
            <p:style>
              <a:lnRef idx="2">
                <a:schemeClr val="accent1"/>
              </a:lnRef>
              <a:fillRef idx="0">
                <a:schemeClr val="accent1"/>
              </a:fillRef>
              <a:effectRef idx="1">
                <a:schemeClr val="accent1"/>
              </a:effectRef>
              <a:fontRef idx="minor">
                <a:schemeClr val="tx1"/>
              </a:fontRef>
            </p:style>
          </p:cxnSp>
          <p:cxnSp>
            <p:nvCxnSpPr>
              <p:cNvPr id="85" name="Straight Connector 84">
                <a:extLst>
                  <a:ext uri="{FF2B5EF4-FFF2-40B4-BE49-F238E27FC236}">
                    <a16:creationId xmlns:a16="http://schemas.microsoft.com/office/drawing/2014/main" id="{04538F90-2FBB-DB2D-ADD0-BDA068D8FB53}"/>
                  </a:ext>
                </a:extLst>
              </p:cNvPr>
              <p:cNvCxnSpPr>
                <a:cxnSpLocks/>
              </p:cNvCxnSpPr>
              <p:nvPr/>
            </p:nvCxnSpPr>
            <p:spPr>
              <a:xfrm rot="1800000" flipH="1" flipV="1">
                <a:off x="1656714" y="1053096"/>
                <a:ext cx="1754" cy="24364"/>
              </a:xfrm>
              <a:prstGeom prst="line">
                <a:avLst/>
              </a:prstGeom>
              <a:ln w="6350"/>
            </p:spPr>
            <p:style>
              <a:lnRef idx="2">
                <a:schemeClr val="accent1"/>
              </a:lnRef>
              <a:fillRef idx="0">
                <a:schemeClr val="accent1"/>
              </a:fillRef>
              <a:effectRef idx="1">
                <a:schemeClr val="accent1"/>
              </a:effectRef>
              <a:fontRef idx="minor">
                <a:schemeClr val="tx1"/>
              </a:fontRef>
            </p:style>
          </p:cxnSp>
          <p:cxnSp>
            <p:nvCxnSpPr>
              <p:cNvPr id="86" name="Straight Connector 85">
                <a:extLst>
                  <a:ext uri="{FF2B5EF4-FFF2-40B4-BE49-F238E27FC236}">
                    <a16:creationId xmlns:a16="http://schemas.microsoft.com/office/drawing/2014/main" id="{67C78858-4931-1D97-EB71-BEE3CE96ABDC}"/>
                  </a:ext>
                </a:extLst>
              </p:cNvPr>
              <p:cNvCxnSpPr>
                <a:cxnSpLocks/>
              </p:cNvCxnSpPr>
              <p:nvPr/>
            </p:nvCxnSpPr>
            <p:spPr>
              <a:xfrm rot="19500000" flipH="1">
                <a:off x="1639649" y="1052940"/>
                <a:ext cx="1754" cy="24364"/>
              </a:xfrm>
              <a:prstGeom prst="line">
                <a:avLst/>
              </a:prstGeom>
              <a:ln w="6350"/>
            </p:spPr>
            <p:style>
              <a:lnRef idx="2">
                <a:schemeClr val="accent1"/>
              </a:lnRef>
              <a:fillRef idx="0">
                <a:schemeClr val="accent1"/>
              </a:fillRef>
              <a:effectRef idx="1">
                <a:schemeClr val="accent1"/>
              </a:effectRef>
              <a:fontRef idx="minor">
                <a:schemeClr val="tx1"/>
              </a:fontRef>
            </p:style>
          </p:cxnSp>
        </p:grpSp>
        <p:grpSp>
          <p:nvGrpSpPr>
            <p:cNvPr id="49" name="Group 48">
              <a:extLst>
                <a:ext uri="{FF2B5EF4-FFF2-40B4-BE49-F238E27FC236}">
                  <a16:creationId xmlns:a16="http://schemas.microsoft.com/office/drawing/2014/main" id="{8DF448B5-1C88-5A56-DC1B-3CEB154C47CC}"/>
                </a:ext>
              </a:extLst>
            </p:cNvPr>
            <p:cNvGrpSpPr/>
            <p:nvPr/>
          </p:nvGrpSpPr>
          <p:grpSpPr>
            <a:xfrm>
              <a:off x="1516177" y="723305"/>
              <a:ext cx="18819" cy="45720"/>
              <a:chOff x="1639649" y="1052940"/>
              <a:chExt cx="18819" cy="45720"/>
            </a:xfrm>
          </p:grpSpPr>
          <p:cxnSp>
            <p:nvCxnSpPr>
              <p:cNvPr id="81" name="Straight Connector 80">
                <a:extLst>
                  <a:ext uri="{FF2B5EF4-FFF2-40B4-BE49-F238E27FC236}">
                    <a16:creationId xmlns:a16="http://schemas.microsoft.com/office/drawing/2014/main" id="{34C2AAEE-4ABF-6492-457C-3DDF36C1B8BF}"/>
                  </a:ext>
                </a:extLst>
              </p:cNvPr>
              <p:cNvCxnSpPr>
                <a:cxnSpLocks/>
              </p:cNvCxnSpPr>
              <p:nvPr/>
            </p:nvCxnSpPr>
            <p:spPr>
              <a:xfrm flipH="1" flipV="1">
                <a:off x="1646956" y="1074296"/>
                <a:ext cx="1754" cy="24364"/>
              </a:xfrm>
              <a:prstGeom prst="line">
                <a:avLst/>
              </a:prstGeom>
              <a:ln w="6350"/>
            </p:spPr>
            <p:style>
              <a:lnRef idx="2">
                <a:schemeClr val="accent1"/>
              </a:lnRef>
              <a:fillRef idx="0">
                <a:schemeClr val="accent1"/>
              </a:fillRef>
              <a:effectRef idx="1">
                <a:schemeClr val="accent1"/>
              </a:effectRef>
              <a:fontRef idx="minor">
                <a:schemeClr val="tx1"/>
              </a:fontRef>
            </p:style>
          </p:cxnSp>
          <p:cxnSp>
            <p:nvCxnSpPr>
              <p:cNvPr id="82" name="Straight Connector 81">
                <a:extLst>
                  <a:ext uri="{FF2B5EF4-FFF2-40B4-BE49-F238E27FC236}">
                    <a16:creationId xmlns:a16="http://schemas.microsoft.com/office/drawing/2014/main" id="{C7376F02-EDFE-8724-76CF-151739791ADB}"/>
                  </a:ext>
                </a:extLst>
              </p:cNvPr>
              <p:cNvCxnSpPr>
                <a:cxnSpLocks/>
              </p:cNvCxnSpPr>
              <p:nvPr/>
            </p:nvCxnSpPr>
            <p:spPr>
              <a:xfrm rot="1800000" flipH="1" flipV="1">
                <a:off x="1656714" y="1053096"/>
                <a:ext cx="1754" cy="24364"/>
              </a:xfrm>
              <a:prstGeom prst="line">
                <a:avLst/>
              </a:prstGeom>
              <a:ln w="6350"/>
            </p:spPr>
            <p:style>
              <a:lnRef idx="2">
                <a:schemeClr val="accent1"/>
              </a:lnRef>
              <a:fillRef idx="0">
                <a:schemeClr val="accent1"/>
              </a:fillRef>
              <a:effectRef idx="1">
                <a:schemeClr val="accent1"/>
              </a:effectRef>
              <a:fontRef idx="minor">
                <a:schemeClr val="tx1"/>
              </a:fontRef>
            </p:style>
          </p:cxnSp>
          <p:cxnSp>
            <p:nvCxnSpPr>
              <p:cNvPr id="83" name="Straight Connector 82">
                <a:extLst>
                  <a:ext uri="{FF2B5EF4-FFF2-40B4-BE49-F238E27FC236}">
                    <a16:creationId xmlns:a16="http://schemas.microsoft.com/office/drawing/2014/main" id="{8E4E7F7E-74F2-D380-235A-594F504A416E}"/>
                  </a:ext>
                </a:extLst>
              </p:cNvPr>
              <p:cNvCxnSpPr>
                <a:cxnSpLocks/>
              </p:cNvCxnSpPr>
              <p:nvPr/>
            </p:nvCxnSpPr>
            <p:spPr>
              <a:xfrm rot="19500000" flipH="1">
                <a:off x="1639649" y="1052940"/>
                <a:ext cx="1754" cy="24364"/>
              </a:xfrm>
              <a:prstGeom prst="line">
                <a:avLst/>
              </a:prstGeom>
              <a:ln w="6350"/>
            </p:spPr>
            <p:style>
              <a:lnRef idx="2">
                <a:schemeClr val="accent1"/>
              </a:lnRef>
              <a:fillRef idx="0">
                <a:schemeClr val="accent1"/>
              </a:fillRef>
              <a:effectRef idx="1">
                <a:schemeClr val="accent1"/>
              </a:effectRef>
              <a:fontRef idx="minor">
                <a:schemeClr val="tx1"/>
              </a:fontRef>
            </p:style>
          </p:cxnSp>
        </p:grpSp>
        <p:grpSp>
          <p:nvGrpSpPr>
            <p:cNvPr id="50" name="Group 49">
              <a:extLst>
                <a:ext uri="{FF2B5EF4-FFF2-40B4-BE49-F238E27FC236}">
                  <a16:creationId xmlns:a16="http://schemas.microsoft.com/office/drawing/2014/main" id="{FD1FFC82-C297-0543-6F9F-18C868718382}"/>
                </a:ext>
              </a:extLst>
            </p:cNvPr>
            <p:cNvGrpSpPr/>
            <p:nvPr/>
          </p:nvGrpSpPr>
          <p:grpSpPr>
            <a:xfrm>
              <a:off x="1542227" y="663272"/>
              <a:ext cx="18819" cy="45720"/>
              <a:chOff x="1639649" y="1052940"/>
              <a:chExt cx="18819" cy="45720"/>
            </a:xfrm>
          </p:grpSpPr>
          <p:cxnSp>
            <p:nvCxnSpPr>
              <p:cNvPr id="78" name="Straight Connector 77">
                <a:extLst>
                  <a:ext uri="{FF2B5EF4-FFF2-40B4-BE49-F238E27FC236}">
                    <a16:creationId xmlns:a16="http://schemas.microsoft.com/office/drawing/2014/main" id="{80274D27-F19D-7749-99BD-7788FEA3A0C3}"/>
                  </a:ext>
                </a:extLst>
              </p:cNvPr>
              <p:cNvCxnSpPr>
                <a:cxnSpLocks/>
              </p:cNvCxnSpPr>
              <p:nvPr/>
            </p:nvCxnSpPr>
            <p:spPr>
              <a:xfrm flipH="1" flipV="1">
                <a:off x="1646956" y="1074296"/>
                <a:ext cx="1754" cy="24364"/>
              </a:xfrm>
              <a:prstGeom prst="line">
                <a:avLst/>
              </a:prstGeom>
              <a:ln w="6350"/>
            </p:spPr>
            <p:style>
              <a:lnRef idx="2">
                <a:schemeClr val="accent1"/>
              </a:lnRef>
              <a:fillRef idx="0">
                <a:schemeClr val="accent1"/>
              </a:fillRef>
              <a:effectRef idx="1">
                <a:schemeClr val="accent1"/>
              </a:effectRef>
              <a:fontRef idx="minor">
                <a:schemeClr val="tx1"/>
              </a:fontRef>
            </p:style>
          </p:cxnSp>
          <p:cxnSp>
            <p:nvCxnSpPr>
              <p:cNvPr id="79" name="Straight Connector 78">
                <a:extLst>
                  <a:ext uri="{FF2B5EF4-FFF2-40B4-BE49-F238E27FC236}">
                    <a16:creationId xmlns:a16="http://schemas.microsoft.com/office/drawing/2014/main" id="{248A8344-BDDE-0EC3-8542-08FCA62E13F3}"/>
                  </a:ext>
                </a:extLst>
              </p:cNvPr>
              <p:cNvCxnSpPr>
                <a:cxnSpLocks/>
              </p:cNvCxnSpPr>
              <p:nvPr/>
            </p:nvCxnSpPr>
            <p:spPr>
              <a:xfrm rot="1800000" flipH="1" flipV="1">
                <a:off x="1656714" y="1053096"/>
                <a:ext cx="1754" cy="24364"/>
              </a:xfrm>
              <a:prstGeom prst="line">
                <a:avLst/>
              </a:prstGeom>
              <a:ln w="6350"/>
            </p:spPr>
            <p:style>
              <a:lnRef idx="2">
                <a:schemeClr val="accent1"/>
              </a:lnRef>
              <a:fillRef idx="0">
                <a:schemeClr val="accent1"/>
              </a:fillRef>
              <a:effectRef idx="1">
                <a:schemeClr val="accent1"/>
              </a:effectRef>
              <a:fontRef idx="minor">
                <a:schemeClr val="tx1"/>
              </a:fontRef>
            </p:style>
          </p:cxnSp>
          <p:cxnSp>
            <p:nvCxnSpPr>
              <p:cNvPr id="80" name="Straight Connector 79">
                <a:extLst>
                  <a:ext uri="{FF2B5EF4-FFF2-40B4-BE49-F238E27FC236}">
                    <a16:creationId xmlns:a16="http://schemas.microsoft.com/office/drawing/2014/main" id="{A2923E1A-474F-49B6-AE5D-ABD9F5BD937C}"/>
                  </a:ext>
                </a:extLst>
              </p:cNvPr>
              <p:cNvCxnSpPr>
                <a:cxnSpLocks/>
              </p:cNvCxnSpPr>
              <p:nvPr/>
            </p:nvCxnSpPr>
            <p:spPr>
              <a:xfrm rot="19500000" flipH="1">
                <a:off x="1639649" y="1052940"/>
                <a:ext cx="1754" cy="24364"/>
              </a:xfrm>
              <a:prstGeom prst="line">
                <a:avLst/>
              </a:prstGeom>
              <a:ln w="6350"/>
            </p:spPr>
            <p:style>
              <a:lnRef idx="2">
                <a:schemeClr val="accent1"/>
              </a:lnRef>
              <a:fillRef idx="0">
                <a:schemeClr val="accent1"/>
              </a:fillRef>
              <a:effectRef idx="1">
                <a:schemeClr val="accent1"/>
              </a:effectRef>
              <a:fontRef idx="minor">
                <a:schemeClr val="tx1"/>
              </a:fontRef>
            </p:style>
          </p:cxnSp>
        </p:grpSp>
        <p:grpSp>
          <p:nvGrpSpPr>
            <p:cNvPr id="51" name="Group 50">
              <a:extLst>
                <a:ext uri="{FF2B5EF4-FFF2-40B4-BE49-F238E27FC236}">
                  <a16:creationId xmlns:a16="http://schemas.microsoft.com/office/drawing/2014/main" id="{340F9CAB-C29D-29A8-EE64-6AFE59058CE0}"/>
                </a:ext>
              </a:extLst>
            </p:cNvPr>
            <p:cNvGrpSpPr/>
            <p:nvPr/>
          </p:nvGrpSpPr>
          <p:grpSpPr>
            <a:xfrm>
              <a:off x="1579486" y="785765"/>
              <a:ext cx="18819" cy="45720"/>
              <a:chOff x="1639649" y="1052940"/>
              <a:chExt cx="18819" cy="45720"/>
            </a:xfrm>
          </p:grpSpPr>
          <p:cxnSp>
            <p:nvCxnSpPr>
              <p:cNvPr id="75" name="Straight Connector 74">
                <a:extLst>
                  <a:ext uri="{FF2B5EF4-FFF2-40B4-BE49-F238E27FC236}">
                    <a16:creationId xmlns:a16="http://schemas.microsoft.com/office/drawing/2014/main" id="{7C94BD14-CD7F-356B-73F4-A971717637E0}"/>
                  </a:ext>
                </a:extLst>
              </p:cNvPr>
              <p:cNvCxnSpPr>
                <a:cxnSpLocks/>
              </p:cNvCxnSpPr>
              <p:nvPr/>
            </p:nvCxnSpPr>
            <p:spPr>
              <a:xfrm flipH="1" flipV="1">
                <a:off x="1646956" y="1074296"/>
                <a:ext cx="1754" cy="24364"/>
              </a:xfrm>
              <a:prstGeom prst="line">
                <a:avLst/>
              </a:prstGeom>
              <a:ln w="6350"/>
            </p:spPr>
            <p:style>
              <a:lnRef idx="2">
                <a:schemeClr val="accent1"/>
              </a:lnRef>
              <a:fillRef idx="0">
                <a:schemeClr val="accent1"/>
              </a:fillRef>
              <a:effectRef idx="1">
                <a:schemeClr val="accent1"/>
              </a:effectRef>
              <a:fontRef idx="minor">
                <a:schemeClr val="tx1"/>
              </a:fontRef>
            </p:style>
          </p:cxnSp>
          <p:cxnSp>
            <p:nvCxnSpPr>
              <p:cNvPr id="76" name="Straight Connector 75">
                <a:extLst>
                  <a:ext uri="{FF2B5EF4-FFF2-40B4-BE49-F238E27FC236}">
                    <a16:creationId xmlns:a16="http://schemas.microsoft.com/office/drawing/2014/main" id="{F236D59F-1436-CD3F-1997-22D76D349B9A}"/>
                  </a:ext>
                </a:extLst>
              </p:cNvPr>
              <p:cNvCxnSpPr>
                <a:cxnSpLocks/>
              </p:cNvCxnSpPr>
              <p:nvPr/>
            </p:nvCxnSpPr>
            <p:spPr>
              <a:xfrm rot="1800000" flipH="1" flipV="1">
                <a:off x="1656714" y="1053096"/>
                <a:ext cx="1754" cy="24364"/>
              </a:xfrm>
              <a:prstGeom prst="line">
                <a:avLst/>
              </a:prstGeom>
              <a:ln w="6350"/>
            </p:spPr>
            <p:style>
              <a:lnRef idx="2">
                <a:schemeClr val="accent1"/>
              </a:lnRef>
              <a:fillRef idx="0">
                <a:schemeClr val="accent1"/>
              </a:fillRef>
              <a:effectRef idx="1">
                <a:schemeClr val="accent1"/>
              </a:effectRef>
              <a:fontRef idx="minor">
                <a:schemeClr val="tx1"/>
              </a:fontRef>
            </p:style>
          </p:cxnSp>
          <p:cxnSp>
            <p:nvCxnSpPr>
              <p:cNvPr id="77" name="Straight Connector 76">
                <a:extLst>
                  <a:ext uri="{FF2B5EF4-FFF2-40B4-BE49-F238E27FC236}">
                    <a16:creationId xmlns:a16="http://schemas.microsoft.com/office/drawing/2014/main" id="{32AB0831-FA3D-B405-657B-C4A4B73C6900}"/>
                  </a:ext>
                </a:extLst>
              </p:cNvPr>
              <p:cNvCxnSpPr>
                <a:cxnSpLocks/>
              </p:cNvCxnSpPr>
              <p:nvPr/>
            </p:nvCxnSpPr>
            <p:spPr>
              <a:xfrm rot="19500000" flipH="1">
                <a:off x="1639649" y="1052940"/>
                <a:ext cx="1754" cy="24364"/>
              </a:xfrm>
              <a:prstGeom prst="line">
                <a:avLst/>
              </a:prstGeom>
              <a:ln w="6350"/>
            </p:spPr>
            <p:style>
              <a:lnRef idx="2">
                <a:schemeClr val="accent1"/>
              </a:lnRef>
              <a:fillRef idx="0">
                <a:schemeClr val="accent1"/>
              </a:fillRef>
              <a:effectRef idx="1">
                <a:schemeClr val="accent1"/>
              </a:effectRef>
              <a:fontRef idx="minor">
                <a:schemeClr val="tx1"/>
              </a:fontRef>
            </p:style>
          </p:cxnSp>
        </p:grpSp>
        <p:grpSp>
          <p:nvGrpSpPr>
            <p:cNvPr id="52" name="Group 51">
              <a:extLst>
                <a:ext uri="{FF2B5EF4-FFF2-40B4-BE49-F238E27FC236}">
                  <a16:creationId xmlns:a16="http://schemas.microsoft.com/office/drawing/2014/main" id="{6886DE70-C996-4F5A-6B22-86CFC86563C1}"/>
                </a:ext>
              </a:extLst>
            </p:cNvPr>
            <p:cNvGrpSpPr/>
            <p:nvPr/>
          </p:nvGrpSpPr>
          <p:grpSpPr>
            <a:xfrm>
              <a:off x="1606275" y="723305"/>
              <a:ext cx="18819" cy="45720"/>
              <a:chOff x="1639649" y="1052940"/>
              <a:chExt cx="18819" cy="45720"/>
            </a:xfrm>
          </p:grpSpPr>
          <p:cxnSp>
            <p:nvCxnSpPr>
              <p:cNvPr id="72" name="Straight Connector 71">
                <a:extLst>
                  <a:ext uri="{FF2B5EF4-FFF2-40B4-BE49-F238E27FC236}">
                    <a16:creationId xmlns:a16="http://schemas.microsoft.com/office/drawing/2014/main" id="{3ECA7DB2-A838-8F98-D2A3-8494A0365E55}"/>
                  </a:ext>
                </a:extLst>
              </p:cNvPr>
              <p:cNvCxnSpPr>
                <a:cxnSpLocks/>
              </p:cNvCxnSpPr>
              <p:nvPr/>
            </p:nvCxnSpPr>
            <p:spPr>
              <a:xfrm flipH="1" flipV="1">
                <a:off x="1646956" y="1074296"/>
                <a:ext cx="1754" cy="24364"/>
              </a:xfrm>
              <a:prstGeom prst="line">
                <a:avLst/>
              </a:prstGeom>
              <a:ln w="6350"/>
            </p:spPr>
            <p:style>
              <a:lnRef idx="2">
                <a:schemeClr val="accent1"/>
              </a:lnRef>
              <a:fillRef idx="0">
                <a:schemeClr val="accent1"/>
              </a:fillRef>
              <a:effectRef idx="1">
                <a:schemeClr val="accent1"/>
              </a:effectRef>
              <a:fontRef idx="minor">
                <a:schemeClr val="tx1"/>
              </a:fontRef>
            </p:style>
          </p:cxnSp>
          <p:cxnSp>
            <p:nvCxnSpPr>
              <p:cNvPr id="73" name="Straight Connector 72">
                <a:extLst>
                  <a:ext uri="{FF2B5EF4-FFF2-40B4-BE49-F238E27FC236}">
                    <a16:creationId xmlns:a16="http://schemas.microsoft.com/office/drawing/2014/main" id="{C3B05A81-51D9-48FC-CB70-01EAAA9DDDEA}"/>
                  </a:ext>
                </a:extLst>
              </p:cNvPr>
              <p:cNvCxnSpPr>
                <a:cxnSpLocks/>
              </p:cNvCxnSpPr>
              <p:nvPr/>
            </p:nvCxnSpPr>
            <p:spPr>
              <a:xfrm rot="1800000" flipH="1" flipV="1">
                <a:off x="1656714" y="1053096"/>
                <a:ext cx="1754" cy="24364"/>
              </a:xfrm>
              <a:prstGeom prst="line">
                <a:avLst/>
              </a:prstGeom>
              <a:ln w="6350"/>
            </p:spPr>
            <p:style>
              <a:lnRef idx="2">
                <a:schemeClr val="accent1"/>
              </a:lnRef>
              <a:fillRef idx="0">
                <a:schemeClr val="accent1"/>
              </a:fillRef>
              <a:effectRef idx="1">
                <a:schemeClr val="accent1"/>
              </a:effectRef>
              <a:fontRef idx="minor">
                <a:schemeClr val="tx1"/>
              </a:fontRef>
            </p:style>
          </p:cxnSp>
          <p:cxnSp>
            <p:nvCxnSpPr>
              <p:cNvPr id="74" name="Straight Connector 73">
                <a:extLst>
                  <a:ext uri="{FF2B5EF4-FFF2-40B4-BE49-F238E27FC236}">
                    <a16:creationId xmlns:a16="http://schemas.microsoft.com/office/drawing/2014/main" id="{B888F802-A59B-CE5A-A0B1-51D07D5DF708}"/>
                  </a:ext>
                </a:extLst>
              </p:cNvPr>
              <p:cNvCxnSpPr>
                <a:cxnSpLocks/>
              </p:cNvCxnSpPr>
              <p:nvPr/>
            </p:nvCxnSpPr>
            <p:spPr>
              <a:xfrm rot="19500000" flipH="1">
                <a:off x="1639649" y="1052940"/>
                <a:ext cx="1754" cy="24364"/>
              </a:xfrm>
              <a:prstGeom prst="line">
                <a:avLst/>
              </a:prstGeom>
              <a:ln w="6350"/>
            </p:spPr>
            <p:style>
              <a:lnRef idx="2">
                <a:schemeClr val="accent1"/>
              </a:lnRef>
              <a:fillRef idx="0">
                <a:schemeClr val="accent1"/>
              </a:fillRef>
              <a:effectRef idx="1">
                <a:schemeClr val="accent1"/>
              </a:effectRef>
              <a:fontRef idx="minor">
                <a:schemeClr val="tx1"/>
              </a:fontRef>
            </p:style>
          </p:cxnSp>
        </p:grpSp>
        <p:grpSp>
          <p:nvGrpSpPr>
            <p:cNvPr id="53" name="Group 52">
              <a:extLst>
                <a:ext uri="{FF2B5EF4-FFF2-40B4-BE49-F238E27FC236}">
                  <a16:creationId xmlns:a16="http://schemas.microsoft.com/office/drawing/2014/main" id="{3951BBBE-5CB0-542F-0CAB-FF8FE987E89E}"/>
                </a:ext>
              </a:extLst>
            </p:cNvPr>
            <p:cNvGrpSpPr/>
            <p:nvPr/>
          </p:nvGrpSpPr>
          <p:grpSpPr>
            <a:xfrm>
              <a:off x="1632325" y="663272"/>
              <a:ext cx="18819" cy="45720"/>
              <a:chOff x="1639649" y="1052940"/>
              <a:chExt cx="18819" cy="45720"/>
            </a:xfrm>
          </p:grpSpPr>
          <p:cxnSp>
            <p:nvCxnSpPr>
              <p:cNvPr id="69" name="Straight Connector 68">
                <a:extLst>
                  <a:ext uri="{FF2B5EF4-FFF2-40B4-BE49-F238E27FC236}">
                    <a16:creationId xmlns:a16="http://schemas.microsoft.com/office/drawing/2014/main" id="{9A2A0637-3894-60C0-4522-CF0C0284A63C}"/>
                  </a:ext>
                </a:extLst>
              </p:cNvPr>
              <p:cNvCxnSpPr>
                <a:cxnSpLocks/>
              </p:cNvCxnSpPr>
              <p:nvPr/>
            </p:nvCxnSpPr>
            <p:spPr>
              <a:xfrm flipH="1" flipV="1">
                <a:off x="1646956" y="1074296"/>
                <a:ext cx="1754" cy="24364"/>
              </a:xfrm>
              <a:prstGeom prst="line">
                <a:avLst/>
              </a:prstGeom>
              <a:ln w="6350"/>
            </p:spPr>
            <p:style>
              <a:lnRef idx="2">
                <a:schemeClr val="accent1"/>
              </a:lnRef>
              <a:fillRef idx="0">
                <a:schemeClr val="accent1"/>
              </a:fillRef>
              <a:effectRef idx="1">
                <a:schemeClr val="accent1"/>
              </a:effectRef>
              <a:fontRef idx="minor">
                <a:schemeClr val="tx1"/>
              </a:fontRef>
            </p:style>
          </p:cxnSp>
          <p:cxnSp>
            <p:nvCxnSpPr>
              <p:cNvPr id="70" name="Straight Connector 69">
                <a:extLst>
                  <a:ext uri="{FF2B5EF4-FFF2-40B4-BE49-F238E27FC236}">
                    <a16:creationId xmlns:a16="http://schemas.microsoft.com/office/drawing/2014/main" id="{F584AA8E-4C5C-FC78-121D-CAFBFB0DC1F0}"/>
                  </a:ext>
                </a:extLst>
              </p:cNvPr>
              <p:cNvCxnSpPr>
                <a:cxnSpLocks/>
              </p:cNvCxnSpPr>
              <p:nvPr/>
            </p:nvCxnSpPr>
            <p:spPr>
              <a:xfrm rot="1800000" flipH="1" flipV="1">
                <a:off x="1656714" y="1053096"/>
                <a:ext cx="1754" cy="24364"/>
              </a:xfrm>
              <a:prstGeom prst="line">
                <a:avLst/>
              </a:prstGeom>
              <a:ln w="6350"/>
            </p:spPr>
            <p:style>
              <a:lnRef idx="2">
                <a:schemeClr val="accent1"/>
              </a:lnRef>
              <a:fillRef idx="0">
                <a:schemeClr val="accent1"/>
              </a:fillRef>
              <a:effectRef idx="1">
                <a:schemeClr val="accent1"/>
              </a:effectRef>
              <a:fontRef idx="minor">
                <a:schemeClr val="tx1"/>
              </a:fontRef>
            </p:style>
          </p:cxnSp>
          <p:cxnSp>
            <p:nvCxnSpPr>
              <p:cNvPr id="71" name="Straight Connector 70">
                <a:extLst>
                  <a:ext uri="{FF2B5EF4-FFF2-40B4-BE49-F238E27FC236}">
                    <a16:creationId xmlns:a16="http://schemas.microsoft.com/office/drawing/2014/main" id="{3ADE0BA6-EC67-75E4-48F6-DB4ED4A5FF1E}"/>
                  </a:ext>
                </a:extLst>
              </p:cNvPr>
              <p:cNvCxnSpPr>
                <a:cxnSpLocks/>
              </p:cNvCxnSpPr>
              <p:nvPr/>
            </p:nvCxnSpPr>
            <p:spPr>
              <a:xfrm rot="19500000" flipH="1">
                <a:off x="1639649" y="1052940"/>
                <a:ext cx="1754" cy="24364"/>
              </a:xfrm>
              <a:prstGeom prst="line">
                <a:avLst/>
              </a:prstGeom>
              <a:ln w="6350"/>
            </p:spPr>
            <p:style>
              <a:lnRef idx="2">
                <a:schemeClr val="accent1"/>
              </a:lnRef>
              <a:fillRef idx="0">
                <a:schemeClr val="accent1"/>
              </a:fillRef>
              <a:effectRef idx="1">
                <a:schemeClr val="accent1"/>
              </a:effectRef>
              <a:fontRef idx="minor">
                <a:schemeClr val="tx1"/>
              </a:fontRef>
            </p:style>
          </p:cxnSp>
        </p:grpSp>
        <p:cxnSp>
          <p:nvCxnSpPr>
            <p:cNvPr id="54" name="Straight Connector 53">
              <a:extLst>
                <a:ext uri="{FF2B5EF4-FFF2-40B4-BE49-F238E27FC236}">
                  <a16:creationId xmlns:a16="http://schemas.microsoft.com/office/drawing/2014/main" id="{147361B1-DA38-FBDE-0F34-41615BFD476E}"/>
                </a:ext>
              </a:extLst>
            </p:cNvPr>
            <p:cNvCxnSpPr>
              <a:cxnSpLocks/>
            </p:cNvCxnSpPr>
            <p:nvPr/>
          </p:nvCxnSpPr>
          <p:spPr>
            <a:xfrm flipV="1">
              <a:off x="1357047" y="830690"/>
              <a:ext cx="292608" cy="2400"/>
            </a:xfrm>
            <a:prstGeom prst="line">
              <a:avLst/>
            </a:prstGeom>
            <a:ln w="6350">
              <a:solidFill>
                <a:schemeClr val="bg1">
                  <a:lumMod val="50000"/>
                </a:schemeClr>
              </a:solidFill>
              <a:prstDash val="dash"/>
            </a:ln>
          </p:spPr>
          <p:style>
            <a:lnRef idx="2">
              <a:schemeClr val="accent1"/>
            </a:lnRef>
            <a:fillRef idx="0">
              <a:schemeClr val="accent1"/>
            </a:fillRef>
            <a:effectRef idx="1">
              <a:schemeClr val="accent1"/>
            </a:effectRef>
            <a:fontRef idx="minor">
              <a:schemeClr val="tx1"/>
            </a:fontRef>
          </p:style>
        </p:cxnSp>
        <p:cxnSp>
          <p:nvCxnSpPr>
            <p:cNvPr id="55" name="Straight Connector 54">
              <a:extLst>
                <a:ext uri="{FF2B5EF4-FFF2-40B4-BE49-F238E27FC236}">
                  <a16:creationId xmlns:a16="http://schemas.microsoft.com/office/drawing/2014/main" id="{DEFFAE9D-DFB2-E3DF-AFD5-4304E9F35EBC}"/>
                </a:ext>
              </a:extLst>
            </p:cNvPr>
            <p:cNvCxnSpPr>
              <a:cxnSpLocks/>
            </p:cNvCxnSpPr>
            <p:nvPr/>
          </p:nvCxnSpPr>
          <p:spPr>
            <a:xfrm flipV="1">
              <a:off x="1418728" y="711235"/>
              <a:ext cx="292608" cy="2400"/>
            </a:xfrm>
            <a:prstGeom prst="line">
              <a:avLst/>
            </a:prstGeom>
            <a:ln w="6350">
              <a:solidFill>
                <a:schemeClr val="bg1">
                  <a:lumMod val="50000"/>
                </a:schemeClr>
              </a:solidFill>
              <a:prstDash val="dash"/>
            </a:ln>
          </p:spPr>
          <p:style>
            <a:lnRef idx="2">
              <a:schemeClr val="accent1"/>
            </a:lnRef>
            <a:fillRef idx="0">
              <a:schemeClr val="accent1"/>
            </a:fillRef>
            <a:effectRef idx="1">
              <a:schemeClr val="accent1"/>
            </a:effectRef>
            <a:fontRef idx="minor">
              <a:schemeClr val="tx1"/>
            </a:fontRef>
          </p:style>
        </p:cxnSp>
        <p:sp>
          <p:nvSpPr>
            <p:cNvPr id="56" name="Freeform: Shape 55">
              <a:extLst>
                <a:ext uri="{FF2B5EF4-FFF2-40B4-BE49-F238E27FC236}">
                  <a16:creationId xmlns:a16="http://schemas.microsoft.com/office/drawing/2014/main" id="{3424D17B-2278-D4FC-94B5-B76AA550C224}"/>
                </a:ext>
              </a:extLst>
            </p:cNvPr>
            <p:cNvSpPr/>
            <p:nvPr/>
          </p:nvSpPr>
          <p:spPr>
            <a:xfrm>
              <a:off x="1357308" y="711977"/>
              <a:ext cx="64294" cy="121444"/>
            </a:xfrm>
            <a:custGeom>
              <a:avLst/>
              <a:gdLst>
                <a:gd name="csX0" fmla="*/ 0 w 64294"/>
                <a:gd name="csY0" fmla="*/ 121444 h 121444"/>
                <a:gd name="csX1" fmla="*/ 35719 w 64294"/>
                <a:gd name="csY1" fmla="*/ 61913 h 121444"/>
                <a:gd name="csX2" fmla="*/ 64294 w 64294"/>
                <a:gd name="csY2" fmla="*/ 0 h 121444"/>
              </a:gdLst>
              <a:ahLst/>
              <a:cxnLst>
                <a:cxn ang="0">
                  <a:pos x="csX0" y="csY0"/>
                </a:cxn>
                <a:cxn ang="0">
                  <a:pos x="csX1" y="csY1"/>
                </a:cxn>
                <a:cxn ang="0">
                  <a:pos x="csX2" y="csY2"/>
                </a:cxn>
              </a:cxnLst>
              <a:rect l="l" t="t" r="r" b="b"/>
              <a:pathLst>
                <a:path w="64294" h="121444">
                  <a:moveTo>
                    <a:pt x="0" y="121444"/>
                  </a:moveTo>
                  <a:cubicBezTo>
                    <a:pt x="12501" y="101799"/>
                    <a:pt x="25003" y="82154"/>
                    <a:pt x="35719" y="61913"/>
                  </a:cubicBezTo>
                  <a:cubicBezTo>
                    <a:pt x="46435" y="41672"/>
                    <a:pt x="55364" y="20836"/>
                    <a:pt x="64294" y="0"/>
                  </a:cubicBezTo>
                </a:path>
              </a:pathLst>
            </a:custGeom>
            <a:noFill/>
            <a:ln w="6350">
              <a:solidFill>
                <a:schemeClr val="bg1">
                  <a:lumMod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7" name="Freeform: Shape 56">
              <a:extLst>
                <a:ext uri="{FF2B5EF4-FFF2-40B4-BE49-F238E27FC236}">
                  <a16:creationId xmlns:a16="http://schemas.microsoft.com/office/drawing/2014/main" id="{C224CEA7-761D-2D40-68D0-30A3CE857E8F}"/>
                </a:ext>
              </a:extLst>
            </p:cNvPr>
            <p:cNvSpPr/>
            <p:nvPr/>
          </p:nvSpPr>
          <p:spPr>
            <a:xfrm>
              <a:off x="1643612" y="711977"/>
              <a:ext cx="64294" cy="121444"/>
            </a:xfrm>
            <a:custGeom>
              <a:avLst/>
              <a:gdLst>
                <a:gd name="csX0" fmla="*/ 0 w 64294"/>
                <a:gd name="csY0" fmla="*/ 121444 h 121444"/>
                <a:gd name="csX1" fmla="*/ 35719 w 64294"/>
                <a:gd name="csY1" fmla="*/ 61913 h 121444"/>
                <a:gd name="csX2" fmla="*/ 64294 w 64294"/>
                <a:gd name="csY2" fmla="*/ 0 h 121444"/>
              </a:gdLst>
              <a:ahLst/>
              <a:cxnLst>
                <a:cxn ang="0">
                  <a:pos x="csX0" y="csY0"/>
                </a:cxn>
                <a:cxn ang="0">
                  <a:pos x="csX1" y="csY1"/>
                </a:cxn>
                <a:cxn ang="0">
                  <a:pos x="csX2" y="csY2"/>
                </a:cxn>
              </a:cxnLst>
              <a:rect l="l" t="t" r="r" b="b"/>
              <a:pathLst>
                <a:path w="64294" h="121444">
                  <a:moveTo>
                    <a:pt x="0" y="121444"/>
                  </a:moveTo>
                  <a:cubicBezTo>
                    <a:pt x="12501" y="101799"/>
                    <a:pt x="25003" y="82154"/>
                    <a:pt x="35719" y="61913"/>
                  </a:cubicBezTo>
                  <a:cubicBezTo>
                    <a:pt x="46435" y="41672"/>
                    <a:pt x="55364" y="20836"/>
                    <a:pt x="64294" y="0"/>
                  </a:cubicBezTo>
                </a:path>
              </a:pathLst>
            </a:custGeom>
            <a:noFill/>
            <a:ln w="6350">
              <a:solidFill>
                <a:schemeClr val="bg1">
                  <a:lumMod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nvGrpSpPr>
            <p:cNvPr id="58" name="Group 57">
              <a:extLst>
                <a:ext uri="{FF2B5EF4-FFF2-40B4-BE49-F238E27FC236}">
                  <a16:creationId xmlns:a16="http://schemas.microsoft.com/office/drawing/2014/main" id="{37C0F847-7835-D726-1C56-C3652C00C075}"/>
                </a:ext>
              </a:extLst>
            </p:cNvPr>
            <p:cNvGrpSpPr/>
            <p:nvPr/>
          </p:nvGrpSpPr>
          <p:grpSpPr>
            <a:xfrm flipH="1">
              <a:off x="1511479" y="762715"/>
              <a:ext cx="53435" cy="145529"/>
              <a:chOff x="1640890" y="915718"/>
              <a:chExt cx="0" cy="199245"/>
            </a:xfrm>
          </p:grpSpPr>
          <p:cxnSp>
            <p:nvCxnSpPr>
              <p:cNvPr id="67" name="Straight Connector 66">
                <a:extLst>
                  <a:ext uri="{FF2B5EF4-FFF2-40B4-BE49-F238E27FC236}">
                    <a16:creationId xmlns:a16="http://schemas.microsoft.com/office/drawing/2014/main" id="{CAEB9DC1-6563-D143-CED6-B0E45F01CFEC}"/>
                  </a:ext>
                </a:extLst>
              </p:cNvPr>
              <p:cNvCxnSpPr>
                <a:cxnSpLocks/>
              </p:cNvCxnSpPr>
              <p:nvPr/>
            </p:nvCxnSpPr>
            <p:spPr>
              <a:xfrm>
                <a:off x="1640890" y="915718"/>
                <a:ext cx="0" cy="132830"/>
              </a:xfrm>
              <a:prstGeom prst="line">
                <a:avLst/>
              </a:prstGeom>
              <a:ln w="6350">
                <a:solidFill>
                  <a:schemeClr val="bg1">
                    <a:lumMod val="50000"/>
                  </a:schemeClr>
                </a:solidFill>
                <a:prstDash val="dash"/>
              </a:ln>
            </p:spPr>
            <p:style>
              <a:lnRef idx="2">
                <a:schemeClr val="accent1"/>
              </a:lnRef>
              <a:fillRef idx="0">
                <a:schemeClr val="accent1"/>
              </a:fillRef>
              <a:effectRef idx="1">
                <a:schemeClr val="accent1"/>
              </a:effectRef>
              <a:fontRef idx="minor">
                <a:schemeClr val="tx1"/>
              </a:fontRef>
            </p:style>
          </p:cxnSp>
          <p:cxnSp>
            <p:nvCxnSpPr>
              <p:cNvPr id="68" name="Straight Connector 67">
                <a:extLst>
                  <a:ext uri="{FF2B5EF4-FFF2-40B4-BE49-F238E27FC236}">
                    <a16:creationId xmlns:a16="http://schemas.microsoft.com/office/drawing/2014/main" id="{5DFAC911-5A43-302E-69E1-BB8528374EE8}"/>
                  </a:ext>
                </a:extLst>
              </p:cNvPr>
              <p:cNvCxnSpPr>
                <a:cxnSpLocks/>
              </p:cNvCxnSpPr>
              <p:nvPr/>
            </p:nvCxnSpPr>
            <p:spPr>
              <a:xfrm>
                <a:off x="1640890" y="982133"/>
                <a:ext cx="0" cy="132830"/>
              </a:xfrm>
              <a:prstGeom prst="line">
                <a:avLst/>
              </a:prstGeom>
              <a:ln w="6350">
                <a:solidFill>
                  <a:schemeClr val="bg1">
                    <a:lumMod val="50000"/>
                  </a:schemeClr>
                </a:solidFill>
                <a:prstDash val="solid"/>
              </a:ln>
            </p:spPr>
            <p:style>
              <a:lnRef idx="2">
                <a:schemeClr val="accent1"/>
              </a:lnRef>
              <a:fillRef idx="0">
                <a:schemeClr val="accent1"/>
              </a:fillRef>
              <a:effectRef idx="1">
                <a:schemeClr val="accent1"/>
              </a:effectRef>
              <a:fontRef idx="minor">
                <a:schemeClr val="tx1"/>
              </a:fontRef>
            </p:style>
          </p:cxnSp>
        </p:grpSp>
        <p:grpSp>
          <p:nvGrpSpPr>
            <p:cNvPr id="59" name="Group 58">
              <a:extLst>
                <a:ext uri="{FF2B5EF4-FFF2-40B4-BE49-F238E27FC236}">
                  <a16:creationId xmlns:a16="http://schemas.microsoft.com/office/drawing/2014/main" id="{9E66E757-98B3-AA7C-561C-3506215EEC18}"/>
                </a:ext>
              </a:extLst>
            </p:cNvPr>
            <p:cNvGrpSpPr/>
            <p:nvPr/>
          </p:nvGrpSpPr>
          <p:grpSpPr>
            <a:xfrm>
              <a:off x="1470798" y="758412"/>
              <a:ext cx="53435" cy="150410"/>
              <a:chOff x="1475910" y="909035"/>
              <a:chExt cx="0" cy="205928"/>
            </a:xfrm>
          </p:grpSpPr>
          <p:cxnSp>
            <p:nvCxnSpPr>
              <p:cNvPr id="65" name="Straight Connector 64">
                <a:extLst>
                  <a:ext uri="{FF2B5EF4-FFF2-40B4-BE49-F238E27FC236}">
                    <a16:creationId xmlns:a16="http://schemas.microsoft.com/office/drawing/2014/main" id="{DA778E56-1C31-0D80-CC47-9604E2224900}"/>
                  </a:ext>
                </a:extLst>
              </p:cNvPr>
              <p:cNvCxnSpPr>
                <a:cxnSpLocks/>
              </p:cNvCxnSpPr>
              <p:nvPr/>
            </p:nvCxnSpPr>
            <p:spPr>
              <a:xfrm>
                <a:off x="1475910" y="909035"/>
                <a:ext cx="0" cy="132830"/>
              </a:xfrm>
              <a:prstGeom prst="line">
                <a:avLst/>
              </a:prstGeom>
              <a:ln w="6350">
                <a:solidFill>
                  <a:schemeClr val="bg1">
                    <a:lumMod val="50000"/>
                  </a:schemeClr>
                </a:solidFill>
                <a:prstDash val="dash"/>
              </a:ln>
            </p:spPr>
            <p:style>
              <a:lnRef idx="2">
                <a:schemeClr val="accent1"/>
              </a:lnRef>
              <a:fillRef idx="0">
                <a:schemeClr val="accent1"/>
              </a:fillRef>
              <a:effectRef idx="1">
                <a:schemeClr val="accent1"/>
              </a:effectRef>
              <a:fontRef idx="minor">
                <a:schemeClr val="tx1"/>
              </a:fontRef>
            </p:style>
          </p:cxnSp>
          <p:cxnSp>
            <p:nvCxnSpPr>
              <p:cNvPr id="66" name="Straight Connector 65">
                <a:extLst>
                  <a:ext uri="{FF2B5EF4-FFF2-40B4-BE49-F238E27FC236}">
                    <a16:creationId xmlns:a16="http://schemas.microsoft.com/office/drawing/2014/main" id="{968DCC9A-41C2-6401-26E8-75C5ED64D80A}"/>
                  </a:ext>
                </a:extLst>
              </p:cNvPr>
              <p:cNvCxnSpPr>
                <a:cxnSpLocks/>
              </p:cNvCxnSpPr>
              <p:nvPr/>
            </p:nvCxnSpPr>
            <p:spPr>
              <a:xfrm>
                <a:off x="1475910" y="982133"/>
                <a:ext cx="0" cy="132830"/>
              </a:xfrm>
              <a:prstGeom prst="line">
                <a:avLst/>
              </a:prstGeom>
              <a:ln w="6350">
                <a:solidFill>
                  <a:schemeClr val="bg1">
                    <a:lumMod val="50000"/>
                  </a:schemeClr>
                </a:solidFill>
                <a:prstDash val="solid"/>
              </a:ln>
            </p:spPr>
            <p:style>
              <a:lnRef idx="2">
                <a:schemeClr val="accent1"/>
              </a:lnRef>
              <a:fillRef idx="0">
                <a:schemeClr val="accent1"/>
              </a:fillRef>
              <a:effectRef idx="1">
                <a:schemeClr val="accent1"/>
              </a:effectRef>
              <a:fontRef idx="minor">
                <a:schemeClr val="tx1"/>
              </a:fontRef>
            </p:style>
          </p:cxnSp>
        </p:grpSp>
        <p:sp>
          <p:nvSpPr>
            <p:cNvPr id="60" name="Oval 59">
              <a:extLst>
                <a:ext uri="{FF2B5EF4-FFF2-40B4-BE49-F238E27FC236}">
                  <a16:creationId xmlns:a16="http://schemas.microsoft.com/office/drawing/2014/main" id="{8EB71324-02E8-0210-DB34-1DABF73BBEA8}"/>
                </a:ext>
              </a:extLst>
            </p:cNvPr>
            <p:cNvSpPr>
              <a:spLocks noChangeAspect="1"/>
            </p:cNvSpPr>
            <p:nvPr/>
          </p:nvSpPr>
          <p:spPr>
            <a:xfrm>
              <a:off x="1547151" y="1052005"/>
              <a:ext cx="32804" cy="32804"/>
            </a:xfrm>
            <a:prstGeom prst="ellipse">
              <a:avLst/>
            </a:prstGeom>
            <a:no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1" name="Isosceles Triangle 60">
              <a:extLst>
                <a:ext uri="{FF2B5EF4-FFF2-40B4-BE49-F238E27FC236}">
                  <a16:creationId xmlns:a16="http://schemas.microsoft.com/office/drawing/2014/main" id="{A24B7C17-6F49-277C-A460-409EEEE297B1}"/>
                </a:ext>
              </a:extLst>
            </p:cNvPr>
            <p:cNvSpPr/>
            <p:nvPr/>
          </p:nvSpPr>
          <p:spPr>
            <a:xfrm flipV="1">
              <a:off x="1426547" y="905177"/>
              <a:ext cx="182880" cy="127249"/>
            </a:xfrm>
            <a:prstGeom prst="triangle">
              <a:avLst/>
            </a:prstGeom>
            <a:no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2" name="Oval 61">
              <a:extLst>
                <a:ext uri="{FF2B5EF4-FFF2-40B4-BE49-F238E27FC236}">
                  <a16:creationId xmlns:a16="http://schemas.microsoft.com/office/drawing/2014/main" id="{85759F98-3BB3-F55A-DDC8-80D850B7D2C6}"/>
                </a:ext>
              </a:extLst>
            </p:cNvPr>
            <p:cNvSpPr>
              <a:spLocks noChangeAspect="1"/>
            </p:cNvSpPr>
            <p:nvPr/>
          </p:nvSpPr>
          <p:spPr>
            <a:xfrm>
              <a:off x="1459682" y="1051011"/>
              <a:ext cx="32804" cy="32804"/>
            </a:xfrm>
            <a:prstGeom prst="ellipse">
              <a:avLst/>
            </a:prstGeom>
            <a:no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cxnSp>
          <p:nvCxnSpPr>
            <p:cNvPr id="63" name="Straight Connector 62">
              <a:extLst>
                <a:ext uri="{FF2B5EF4-FFF2-40B4-BE49-F238E27FC236}">
                  <a16:creationId xmlns:a16="http://schemas.microsoft.com/office/drawing/2014/main" id="{4FF16E55-6159-B597-D94E-4B729653D12A}"/>
                </a:ext>
              </a:extLst>
            </p:cNvPr>
            <p:cNvCxnSpPr>
              <a:cxnSpLocks/>
            </p:cNvCxnSpPr>
            <p:nvPr/>
          </p:nvCxnSpPr>
          <p:spPr>
            <a:xfrm>
              <a:off x="1478305" y="980105"/>
              <a:ext cx="0" cy="73152"/>
            </a:xfrm>
            <a:prstGeom prst="line">
              <a:avLst/>
            </a:prstGeom>
            <a:ln w="6350">
              <a:solidFill>
                <a:schemeClr val="bg1">
                  <a:lumMod val="50000"/>
                </a:schemeClr>
              </a:solidFill>
              <a:prstDash val="solid"/>
            </a:ln>
          </p:spPr>
          <p:style>
            <a:lnRef idx="2">
              <a:schemeClr val="accent1"/>
            </a:lnRef>
            <a:fillRef idx="0">
              <a:schemeClr val="accent1"/>
            </a:fillRef>
            <a:effectRef idx="1">
              <a:schemeClr val="accent1"/>
            </a:effectRef>
            <a:fontRef idx="minor">
              <a:schemeClr val="tx1"/>
            </a:fontRef>
          </p:style>
        </p:cxnSp>
        <p:cxnSp>
          <p:nvCxnSpPr>
            <p:cNvPr id="64" name="Straight Connector 63">
              <a:extLst>
                <a:ext uri="{FF2B5EF4-FFF2-40B4-BE49-F238E27FC236}">
                  <a16:creationId xmlns:a16="http://schemas.microsoft.com/office/drawing/2014/main" id="{3823A509-6A8F-7B53-BB27-F0AFE6A16863}"/>
                </a:ext>
              </a:extLst>
            </p:cNvPr>
            <p:cNvCxnSpPr>
              <a:cxnSpLocks/>
            </p:cNvCxnSpPr>
            <p:nvPr/>
          </p:nvCxnSpPr>
          <p:spPr>
            <a:xfrm>
              <a:off x="1561811" y="979348"/>
              <a:ext cx="0" cy="73152"/>
            </a:xfrm>
            <a:prstGeom prst="line">
              <a:avLst/>
            </a:prstGeom>
            <a:ln w="6350">
              <a:solidFill>
                <a:schemeClr val="bg1">
                  <a:lumMod val="50000"/>
                </a:schemeClr>
              </a:solidFill>
              <a:prstDash val="solid"/>
            </a:ln>
          </p:spPr>
          <p:style>
            <a:lnRef idx="2">
              <a:schemeClr val="accent1"/>
            </a:lnRef>
            <a:fillRef idx="0">
              <a:schemeClr val="accent1"/>
            </a:fillRef>
            <a:effectRef idx="1">
              <a:schemeClr val="accent1"/>
            </a:effectRef>
            <a:fontRef idx="minor">
              <a:schemeClr val="tx1"/>
            </a:fontRef>
          </p:style>
        </p:cxnSp>
      </p:grpSp>
      <p:sp>
        <p:nvSpPr>
          <p:cNvPr id="96" name="TextBox 95">
            <a:extLst>
              <a:ext uri="{FF2B5EF4-FFF2-40B4-BE49-F238E27FC236}">
                <a16:creationId xmlns:a16="http://schemas.microsoft.com/office/drawing/2014/main" id="{397FC845-05CC-B53C-E639-6D9756EE6660}"/>
              </a:ext>
            </a:extLst>
          </p:cNvPr>
          <p:cNvSpPr txBox="1"/>
          <p:nvPr/>
        </p:nvSpPr>
        <p:spPr>
          <a:xfrm>
            <a:off x="1954862" y="715458"/>
            <a:ext cx="2130098" cy="217863"/>
          </a:xfrm>
          <a:prstGeom prst="rect">
            <a:avLst/>
          </a:prstGeom>
          <a:noFill/>
        </p:spPr>
        <p:txBody>
          <a:bodyPr rot="0" spcFirstLastPara="0" vertOverflow="overflow" horzOverflow="overflow" vert="horz" wrap="none" lIns="63355" tIns="31678" rIns="63355" bIns="31678"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solidFill>
                  <a:srgbClr val="000000"/>
                </a:solidFill>
                <a:effectLst/>
                <a:uLnTx/>
                <a:uFillTx/>
                <a:latin typeface="Arial"/>
                <a:ea typeface="+mn-ea"/>
                <a:cs typeface="Arial"/>
                <a:sym typeface="Arial"/>
                <a:rtl val="0"/>
              </a:rPr>
              <a:t>Molecular-electrical transduction</a:t>
            </a:r>
          </a:p>
        </p:txBody>
      </p:sp>
      <p:grpSp>
        <p:nvGrpSpPr>
          <p:cNvPr id="97" name="Group 96">
            <a:extLst>
              <a:ext uri="{FF2B5EF4-FFF2-40B4-BE49-F238E27FC236}">
                <a16:creationId xmlns:a16="http://schemas.microsoft.com/office/drawing/2014/main" id="{C9D20CE2-33A4-0321-6F15-C75EBE4A894B}"/>
              </a:ext>
            </a:extLst>
          </p:cNvPr>
          <p:cNvGrpSpPr/>
          <p:nvPr/>
        </p:nvGrpSpPr>
        <p:grpSpPr>
          <a:xfrm>
            <a:off x="4410093" y="595340"/>
            <a:ext cx="2209681" cy="389789"/>
            <a:chOff x="2209212" y="977577"/>
            <a:chExt cx="1336787" cy="235810"/>
          </a:xfrm>
        </p:grpSpPr>
        <p:sp>
          <p:nvSpPr>
            <p:cNvPr id="98" name="TextBox 97">
              <a:extLst>
                <a:ext uri="{FF2B5EF4-FFF2-40B4-BE49-F238E27FC236}">
                  <a16:creationId xmlns:a16="http://schemas.microsoft.com/office/drawing/2014/main" id="{D44BB9D4-5E71-1400-8221-D1AEF0DD8FFD}"/>
                </a:ext>
              </a:extLst>
            </p:cNvPr>
            <p:cNvSpPr txBox="1"/>
            <p:nvPr/>
          </p:nvSpPr>
          <p:spPr>
            <a:xfrm>
              <a:off x="2228264" y="1081587"/>
              <a:ext cx="1317735" cy="131800"/>
            </a:xfrm>
            <a:prstGeom prst="rect">
              <a:avLst/>
            </a:prstGeom>
            <a:noFill/>
          </p:spPr>
          <p:txBody>
            <a:bodyPr rot="0" spcFirstLastPara="0" vertOverflow="overflow" horzOverflow="overflow" vert="horz" wrap="none" lIns="63355" tIns="31678" rIns="63355" bIns="31678"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solidFill>
                    <a:srgbClr val="000000"/>
                  </a:solidFill>
                  <a:effectLst/>
                  <a:uLnTx/>
                  <a:uFillTx/>
                  <a:latin typeface="Arial"/>
                  <a:ea typeface="+mn-ea"/>
                  <a:cs typeface="Arial"/>
                  <a:sym typeface="Arial"/>
                  <a:rtl val="0"/>
                </a:rPr>
                <a:t>Digital Signal Processing pipeline</a:t>
              </a:r>
            </a:p>
          </p:txBody>
        </p:sp>
        <p:sp>
          <p:nvSpPr>
            <p:cNvPr id="99" name="TextBox 98">
              <a:extLst>
                <a:ext uri="{FF2B5EF4-FFF2-40B4-BE49-F238E27FC236}">
                  <a16:creationId xmlns:a16="http://schemas.microsoft.com/office/drawing/2014/main" id="{5E22A029-180D-2F37-6AC4-542A6A97E2F7}"/>
                </a:ext>
              </a:extLst>
            </p:cNvPr>
            <p:cNvSpPr txBox="1"/>
            <p:nvPr/>
          </p:nvSpPr>
          <p:spPr>
            <a:xfrm>
              <a:off x="2209212" y="977577"/>
              <a:ext cx="632079" cy="13964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dirty="0">
                  <a:ln>
                    <a:noFill/>
                  </a:ln>
                  <a:solidFill>
                    <a:prstClr val="white">
                      <a:lumMod val="50000"/>
                    </a:prstClr>
                  </a:solidFill>
                  <a:effectLst/>
                  <a:uLnTx/>
                  <a:uFillTx/>
                  <a:latin typeface="Aptos Light" panose="020B0004020202020204" pitchFamily="34" charset="0"/>
                  <a:ea typeface="+mn-ea"/>
                  <a:cs typeface="+mn-cs"/>
                </a:rPr>
                <a:t>Mechanism</a:t>
              </a:r>
              <a:endParaRPr kumimoji="0" lang="en-US" sz="9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grpSp>
      <p:grpSp>
        <p:nvGrpSpPr>
          <p:cNvPr id="100" name="Group 99">
            <a:extLst>
              <a:ext uri="{FF2B5EF4-FFF2-40B4-BE49-F238E27FC236}">
                <a16:creationId xmlns:a16="http://schemas.microsoft.com/office/drawing/2014/main" id="{291DCC51-BA04-F73F-2418-94621AB2E7B5}"/>
              </a:ext>
            </a:extLst>
          </p:cNvPr>
          <p:cNvGrpSpPr/>
          <p:nvPr/>
        </p:nvGrpSpPr>
        <p:grpSpPr>
          <a:xfrm>
            <a:off x="7151346" y="608340"/>
            <a:ext cx="1840458" cy="369367"/>
            <a:chOff x="3281496" y="1029155"/>
            <a:chExt cx="1113419" cy="223455"/>
          </a:xfrm>
        </p:grpSpPr>
        <p:sp>
          <p:nvSpPr>
            <p:cNvPr id="101" name="TextBox 100">
              <a:extLst>
                <a:ext uri="{FF2B5EF4-FFF2-40B4-BE49-F238E27FC236}">
                  <a16:creationId xmlns:a16="http://schemas.microsoft.com/office/drawing/2014/main" id="{46BCFF49-3790-DA65-2401-8182F4DF7F4D}"/>
                </a:ext>
              </a:extLst>
            </p:cNvPr>
            <p:cNvSpPr txBox="1"/>
            <p:nvPr/>
          </p:nvSpPr>
          <p:spPr>
            <a:xfrm>
              <a:off x="3302166" y="1120810"/>
              <a:ext cx="1092749" cy="131800"/>
            </a:xfrm>
            <a:prstGeom prst="rect">
              <a:avLst/>
            </a:prstGeom>
            <a:noFill/>
          </p:spPr>
          <p:txBody>
            <a:bodyPr rot="0" spcFirstLastPara="0" vertOverflow="overflow" horzOverflow="overflow" vert="horz" wrap="none" lIns="63355" tIns="31678" rIns="63355" bIns="31678"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solidFill>
                    <a:srgbClr val="000000"/>
                  </a:solidFill>
                  <a:effectLst/>
                  <a:uLnTx/>
                  <a:uFillTx/>
                  <a:latin typeface="Arial"/>
                  <a:ea typeface="+mn-ea"/>
                  <a:cs typeface="Arial"/>
                  <a:sym typeface="Arial"/>
                  <a:rtl val="0"/>
                </a:rPr>
                <a:t>In-silico non-linear function</a:t>
              </a:r>
            </a:p>
          </p:txBody>
        </p:sp>
        <p:sp>
          <p:nvSpPr>
            <p:cNvPr id="102" name="TextBox 101">
              <a:extLst>
                <a:ext uri="{FF2B5EF4-FFF2-40B4-BE49-F238E27FC236}">
                  <a16:creationId xmlns:a16="http://schemas.microsoft.com/office/drawing/2014/main" id="{002017EC-EE07-62A2-846F-5E8AC578D065}"/>
                </a:ext>
              </a:extLst>
            </p:cNvPr>
            <p:cNvSpPr txBox="1"/>
            <p:nvPr/>
          </p:nvSpPr>
          <p:spPr>
            <a:xfrm>
              <a:off x="3281496" y="1029155"/>
              <a:ext cx="632079" cy="13964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dirty="0">
                  <a:ln>
                    <a:noFill/>
                  </a:ln>
                  <a:solidFill>
                    <a:prstClr val="white">
                      <a:lumMod val="50000"/>
                    </a:prstClr>
                  </a:solidFill>
                  <a:effectLst/>
                  <a:uLnTx/>
                  <a:uFillTx/>
                  <a:latin typeface="Aptos Light" panose="020B0004020202020204" pitchFamily="34" charset="0"/>
                  <a:ea typeface="+mn-ea"/>
                  <a:cs typeface="+mn-cs"/>
                </a:rPr>
                <a:t>Mechanism</a:t>
              </a:r>
              <a:endParaRPr kumimoji="0" lang="en-US" sz="9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grpSp>
      <p:grpSp>
        <p:nvGrpSpPr>
          <p:cNvPr id="103" name="Group 102">
            <a:extLst>
              <a:ext uri="{FF2B5EF4-FFF2-40B4-BE49-F238E27FC236}">
                <a16:creationId xmlns:a16="http://schemas.microsoft.com/office/drawing/2014/main" id="{AC41CF52-F71C-5179-5E49-F30E4AC35783}"/>
              </a:ext>
            </a:extLst>
          </p:cNvPr>
          <p:cNvGrpSpPr/>
          <p:nvPr/>
        </p:nvGrpSpPr>
        <p:grpSpPr>
          <a:xfrm>
            <a:off x="7142010" y="285214"/>
            <a:ext cx="135810" cy="216486"/>
            <a:chOff x="2235570" y="366714"/>
            <a:chExt cx="82161" cy="130967"/>
          </a:xfrm>
        </p:grpSpPr>
        <p:cxnSp>
          <p:nvCxnSpPr>
            <p:cNvPr id="104" name="Straight Connector 103">
              <a:extLst>
                <a:ext uri="{FF2B5EF4-FFF2-40B4-BE49-F238E27FC236}">
                  <a16:creationId xmlns:a16="http://schemas.microsoft.com/office/drawing/2014/main" id="{FDD7E194-4C16-9E87-0DC0-1D8706FE583B}"/>
                </a:ext>
              </a:extLst>
            </p:cNvPr>
            <p:cNvCxnSpPr>
              <a:cxnSpLocks/>
            </p:cNvCxnSpPr>
            <p:nvPr/>
          </p:nvCxnSpPr>
          <p:spPr>
            <a:xfrm>
              <a:off x="2235572" y="366714"/>
              <a:ext cx="82159" cy="69842"/>
            </a:xfrm>
            <a:prstGeom prst="line">
              <a:avLst/>
            </a:prstGeom>
            <a:ln w="6350">
              <a:solidFill>
                <a:schemeClr val="accent2">
                  <a:lumMod val="50000"/>
                  <a:alpha val="33000"/>
                </a:schemeClr>
              </a:solidFill>
            </a:ln>
          </p:spPr>
          <p:style>
            <a:lnRef idx="2">
              <a:schemeClr val="accent1"/>
            </a:lnRef>
            <a:fillRef idx="0">
              <a:schemeClr val="accent1"/>
            </a:fillRef>
            <a:effectRef idx="1">
              <a:schemeClr val="accent1"/>
            </a:effectRef>
            <a:fontRef idx="minor">
              <a:schemeClr val="tx1"/>
            </a:fontRef>
          </p:style>
        </p:cxnSp>
        <p:cxnSp>
          <p:nvCxnSpPr>
            <p:cNvPr id="105" name="Straight Connector 104">
              <a:extLst>
                <a:ext uri="{FF2B5EF4-FFF2-40B4-BE49-F238E27FC236}">
                  <a16:creationId xmlns:a16="http://schemas.microsoft.com/office/drawing/2014/main" id="{A2CB2446-9DF8-F077-765B-57C483ACD723}"/>
                </a:ext>
              </a:extLst>
            </p:cNvPr>
            <p:cNvCxnSpPr>
              <a:cxnSpLocks/>
            </p:cNvCxnSpPr>
            <p:nvPr/>
          </p:nvCxnSpPr>
          <p:spPr>
            <a:xfrm flipV="1">
              <a:off x="2235570" y="436556"/>
              <a:ext cx="82161" cy="61125"/>
            </a:xfrm>
            <a:prstGeom prst="line">
              <a:avLst/>
            </a:prstGeom>
            <a:ln w="6350">
              <a:solidFill>
                <a:schemeClr val="accent2">
                  <a:lumMod val="50000"/>
                  <a:alpha val="33000"/>
                </a:schemeClr>
              </a:solidFill>
            </a:ln>
          </p:spPr>
          <p:style>
            <a:lnRef idx="2">
              <a:schemeClr val="accent1"/>
            </a:lnRef>
            <a:fillRef idx="0">
              <a:schemeClr val="accent1"/>
            </a:fillRef>
            <a:effectRef idx="1">
              <a:schemeClr val="accent1"/>
            </a:effectRef>
            <a:fontRef idx="minor">
              <a:schemeClr val="tx1"/>
            </a:fontRef>
          </p:style>
        </p:cxnSp>
      </p:grpSp>
      <p:sp>
        <p:nvSpPr>
          <p:cNvPr id="120" name="TextBox 119">
            <a:extLst>
              <a:ext uri="{FF2B5EF4-FFF2-40B4-BE49-F238E27FC236}">
                <a16:creationId xmlns:a16="http://schemas.microsoft.com/office/drawing/2014/main" id="{5EAE902D-3268-A6E5-C9A3-9A57B8159D71}"/>
              </a:ext>
            </a:extLst>
          </p:cNvPr>
          <p:cNvSpPr txBox="1"/>
          <p:nvPr/>
        </p:nvSpPr>
        <p:spPr>
          <a:xfrm>
            <a:off x="-41076" y="2103158"/>
            <a:ext cx="1192955" cy="24622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a:ln>
                  <a:noFill/>
                </a:ln>
                <a:solidFill>
                  <a:srgbClr val="E97132">
                    <a:lumMod val="50000"/>
                  </a:srgbClr>
                </a:solidFill>
                <a:effectLst/>
                <a:uLnTx/>
                <a:uFillTx/>
                <a:latin typeface="Arial" panose="020B0604020202020204" pitchFamily="34" charset="0"/>
                <a:ea typeface="+mn-ea"/>
                <a:cs typeface="Arial" panose="020B0604020202020204" pitchFamily="34" charset="0"/>
              </a:rPr>
              <a:t>▪</a:t>
            </a:r>
            <a:r>
              <a:rPr kumimoji="0" lang="en-GB" sz="1000" b="0" i="0" u="none" strike="noStrike" kern="1200" cap="none" spc="0" normalizeH="0" baseline="0" noProof="0" dirty="0">
                <a:ln>
                  <a:noFill/>
                </a:ln>
                <a:solidFill>
                  <a:prstClr val="white">
                    <a:lumMod val="50000"/>
                  </a:prstClr>
                </a:solidFill>
                <a:effectLst/>
                <a:uLnTx/>
                <a:uFillTx/>
                <a:latin typeface="Arial" panose="020B0604020202020204" pitchFamily="34" charset="0"/>
                <a:ea typeface="+mn-ea"/>
                <a:cs typeface="Arial" panose="020B0604020202020204" pitchFamily="34" charset="0"/>
              </a:rPr>
              <a:t>  </a:t>
            </a:r>
            <a:r>
              <a:rPr kumimoji="0" lang="en-GB" sz="1000" b="0" i="0" u="none" strike="noStrike" kern="1200" cap="none" spc="0" normalizeH="0" baseline="0" noProof="0" dirty="0">
                <a:ln>
                  <a:noFill/>
                </a:ln>
                <a:solidFill>
                  <a:prstClr val="white">
                    <a:lumMod val="50000"/>
                  </a:prstClr>
                </a:solidFill>
                <a:effectLst/>
                <a:uLnTx/>
                <a:uFillTx/>
                <a:latin typeface="Arial Nova" panose="020F0502020204030204" pitchFamily="34" charset="0"/>
                <a:ea typeface="+mn-ea"/>
                <a:cs typeface="Arial" panose="020B0604020202020204" pitchFamily="34" charset="0"/>
              </a:rPr>
              <a:t>MICROFLUIDIC</a:t>
            </a:r>
            <a:endParaRPr kumimoji="0" lang="en-GB" sz="1000" b="0" i="0" u="none" strike="noStrike" kern="1200" cap="none" spc="0" normalizeH="0" baseline="0" noProof="0" dirty="0">
              <a:ln>
                <a:noFill/>
              </a:ln>
              <a:solidFill>
                <a:prstClr val="white">
                  <a:lumMod val="50000"/>
                </a:prstClr>
              </a:solidFill>
              <a:effectLst/>
              <a:uLnTx/>
              <a:uFillTx/>
              <a:latin typeface="Arial Nova" panose="020F0502020204030204" pitchFamily="34" charset="0"/>
              <a:ea typeface="+mn-ea"/>
              <a:cs typeface="+mn-cs"/>
            </a:endParaRPr>
          </a:p>
        </p:txBody>
      </p:sp>
      <p:sp>
        <p:nvSpPr>
          <p:cNvPr id="121" name="TextBox 120">
            <a:extLst>
              <a:ext uri="{FF2B5EF4-FFF2-40B4-BE49-F238E27FC236}">
                <a16:creationId xmlns:a16="http://schemas.microsoft.com/office/drawing/2014/main" id="{E3DC2BEE-6F8E-7F9B-544C-7DD7446E2DE7}"/>
              </a:ext>
            </a:extLst>
          </p:cNvPr>
          <p:cNvSpPr txBox="1"/>
          <p:nvPr/>
        </p:nvSpPr>
        <p:spPr>
          <a:xfrm>
            <a:off x="-28037" y="2400654"/>
            <a:ext cx="1480883" cy="371752"/>
          </a:xfrm>
          <a:prstGeom prst="rect">
            <a:avLst/>
          </a:prstGeom>
          <a:noFill/>
        </p:spPr>
        <p:txBody>
          <a:bodyPr rot="0" spcFirstLastPara="0" vertOverflow="overflow" horzOverflow="overflow" vert="horz" wrap="none" lIns="63355" tIns="31678" rIns="63355" bIns="31678"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solidFill>
                  <a:srgbClr val="000000"/>
                </a:solidFill>
                <a:effectLst/>
                <a:uLnTx/>
                <a:uFillTx/>
                <a:latin typeface="Arial"/>
                <a:ea typeface="+mn-ea"/>
                <a:cs typeface="Arial"/>
                <a:sym typeface="Arial"/>
                <a:rtl val="0"/>
              </a:rPr>
              <a:t>FIR-shaped channels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solidFill>
                  <a:srgbClr val="000000"/>
                </a:solidFill>
                <a:effectLst/>
                <a:uLnTx/>
                <a:uFillTx/>
                <a:latin typeface="Arial"/>
                <a:ea typeface="+mn-ea"/>
                <a:cs typeface="Arial"/>
                <a:sym typeface="Arial"/>
                <a:rtl val="0"/>
              </a:rPr>
              <a:t>+ in-channel reactions</a:t>
            </a:r>
          </a:p>
        </p:txBody>
      </p:sp>
      <p:grpSp>
        <p:nvGrpSpPr>
          <p:cNvPr id="122" name="Group 121">
            <a:extLst>
              <a:ext uri="{FF2B5EF4-FFF2-40B4-BE49-F238E27FC236}">
                <a16:creationId xmlns:a16="http://schemas.microsoft.com/office/drawing/2014/main" id="{9EF32F30-4D22-436C-601E-C9D07A5142B2}"/>
              </a:ext>
            </a:extLst>
          </p:cNvPr>
          <p:cNvGrpSpPr/>
          <p:nvPr/>
        </p:nvGrpSpPr>
        <p:grpSpPr>
          <a:xfrm>
            <a:off x="2055272" y="2952382"/>
            <a:ext cx="1482051" cy="417106"/>
            <a:chOff x="902563" y="1366361"/>
            <a:chExt cx="896594" cy="252336"/>
          </a:xfrm>
        </p:grpSpPr>
        <p:sp>
          <p:nvSpPr>
            <p:cNvPr id="123" name="Cylinder 122">
              <a:extLst>
                <a:ext uri="{FF2B5EF4-FFF2-40B4-BE49-F238E27FC236}">
                  <a16:creationId xmlns:a16="http://schemas.microsoft.com/office/drawing/2014/main" id="{C3B85C38-5D83-770B-9CA4-C002E75AF57F}"/>
                </a:ext>
              </a:extLst>
            </p:cNvPr>
            <p:cNvSpPr/>
            <p:nvPr/>
          </p:nvSpPr>
          <p:spPr>
            <a:xfrm rot="5400000">
              <a:off x="1224692" y="1044232"/>
              <a:ext cx="252336" cy="896594"/>
            </a:xfrm>
            <a:prstGeom prst="can">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4" name="Oval 123">
              <a:extLst>
                <a:ext uri="{FF2B5EF4-FFF2-40B4-BE49-F238E27FC236}">
                  <a16:creationId xmlns:a16="http://schemas.microsoft.com/office/drawing/2014/main" id="{C469CBA9-DAC4-C2F8-2311-0701E3214C54}"/>
                </a:ext>
              </a:extLst>
            </p:cNvPr>
            <p:cNvSpPr>
              <a:spLocks noChangeAspect="1"/>
            </p:cNvSpPr>
            <p:nvPr/>
          </p:nvSpPr>
          <p:spPr>
            <a:xfrm>
              <a:off x="987864" y="1421561"/>
              <a:ext cx="32804" cy="32804"/>
            </a:xfrm>
            <a:prstGeom prst="ellipse">
              <a:avLst/>
            </a:prstGeom>
            <a:solidFill>
              <a:srgbClr val="C29B4E"/>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5" name="Oval 124">
              <a:extLst>
                <a:ext uri="{FF2B5EF4-FFF2-40B4-BE49-F238E27FC236}">
                  <a16:creationId xmlns:a16="http://schemas.microsoft.com/office/drawing/2014/main" id="{2A5E251D-7CB9-D476-C48B-D200A9834672}"/>
                </a:ext>
              </a:extLst>
            </p:cNvPr>
            <p:cNvSpPr>
              <a:spLocks noChangeAspect="1"/>
            </p:cNvSpPr>
            <p:nvPr/>
          </p:nvSpPr>
          <p:spPr>
            <a:xfrm>
              <a:off x="987864" y="1498610"/>
              <a:ext cx="32804" cy="32804"/>
            </a:xfrm>
            <a:prstGeom prst="ellipse">
              <a:avLst/>
            </a:prstGeom>
            <a:solidFill>
              <a:srgbClr val="C29B4E"/>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6" name="Oval 125">
              <a:extLst>
                <a:ext uri="{FF2B5EF4-FFF2-40B4-BE49-F238E27FC236}">
                  <a16:creationId xmlns:a16="http://schemas.microsoft.com/office/drawing/2014/main" id="{0DC62726-F543-BF69-9F9F-CDCA1368A108}"/>
                </a:ext>
              </a:extLst>
            </p:cNvPr>
            <p:cNvSpPr>
              <a:spLocks noChangeAspect="1"/>
            </p:cNvSpPr>
            <p:nvPr/>
          </p:nvSpPr>
          <p:spPr>
            <a:xfrm>
              <a:off x="952163" y="1460510"/>
              <a:ext cx="32804" cy="32804"/>
            </a:xfrm>
            <a:prstGeom prst="ellipse">
              <a:avLst/>
            </a:prstGeom>
            <a:solidFill>
              <a:srgbClr val="C29B4E"/>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7" name="Oval 126">
              <a:extLst>
                <a:ext uri="{FF2B5EF4-FFF2-40B4-BE49-F238E27FC236}">
                  <a16:creationId xmlns:a16="http://schemas.microsoft.com/office/drawing/2014/main" id="{4D822C32-795E-6400-1F9D-5F550CE6EF6D}"/>
                </a:ext>
              </a:extLst>
            </p:cNvPr>
            <p:cNvSpPr>
              <a:spLocks noChangeAspect="1"/>
            </p:cNvSpPr>
            <p:nvPr/>
          </p:nvSpPr>
          <p:spPr>
            <a:xfrm>
              <a:off x="958349" y="1553810"/>
              <a:ext cx="32804" cy="32804"/>
            </a:xfrm>
            <a:prstGeom prst="ellipse">
              <a:avLst/>
            </a:prstGeom>
            <a:solidFill>
              <a:srgbClr val="C29B4E"/>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8" name="Oval 127">
              <a:extLst>
                <a:ext uri="{FF2B5EF4-FFF2-40B4-BE49-F238E27FC236}">
                  <a16:creationId xmlns:a16="http://schemas.microsoft.com/office/drawing/2014/main" id="{57539A78-DB32-95D3-E16F-49E12DED6B4B}"/>
                </a:ext>
              </a:extLst>
            </p:cNvPr>
            <p:cNvSpPr>
              <a:spLocks noChangeAspect="1"/>
            </p:cNvSpPr>
            <p:nvPr/>
          </p:nvSpPr>
          <p:spPr>
            <a:xfrm>
              <a:off x="1068946" y="1459256"/>
              <a:ext cx="32804" cy="32804"/>
            </a:xfrm>
            <a:prstGeom prst="ellipse">
              <a:avLst/>
            </a:prstGeom>
            <a:solidFill>
              <a:srgbClr val="C29B4E"/>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9" name="Oval 128">
              <a:extLst>
                <a:ext uri="{FF2B5EF4-FFF2-40B4-BE49-F238E27FC236}">
                  <a16:creationId xmlns:a16="http://schemas.microsoft.com/office/drawing/2014/main" id="{EF24FD61-3F14-E373-682D-E5C894EB37F0}"/>
                </a:ext>
              </a:extLst>
            </p:cNvPr>
            <p:cNvSpPr>
              <a:spLocks noChangeAspect="1"/>
            </p:cNvSpPr>
            <p:nvPr/>
          </p:nvSpPr>
          <p:spPr>
            <a:xfrm>
              <a:off x="1057404" y="1522575"/>
              <a:ext cx="32804" cy="32804"/>
            </a:xfrm>
            <a:prstGeom prst="ellipse">
              <a:avLst/>
            </a:prstGeom>
            <a:solidFill>
              <a:srgbClr val="C29B4E"/>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0" name="Oval 129">
              <a:extLst>
                <a:ext uri="{FF2B5EF4-FFF2-40B4-BE49-F238E27FC236}">
                  <a16:creationId xmlns:a16="http://schemas.microsoft.com/office/drawing/2014/main" id="{68A13D10-7274-6D4C-2F29-8D093E69D799}"/>
                </a:ext>
              </a:extLst>
            </p:cNvPr>
            <p:cNvSpPr>
              <a:spLocks noChangeAspect="1"/>
            </p:cNvSpPr>
            <p:nvPr/>
          </p:nvSpPr>
          <p:spPr>
            <a:xfrm>
              <a:off x="1152176" y="1480419"/>
              <a:ext cx="32804" cy="32804"/>
            </a:xfrm>
            <a:prstGeom prst="ellipse">
              <a:avLst/>
            </a:prstGeom>
            <a:solidFill>
              <a:srgbClr val="C29B4E"/>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cxnSp>
          <p:nvCxnSpPr>
            <p:cNvPr id="131" name="Straight Arrow Connector 130">
              <a:extLst>
                <a:ext uri="{FF2B5EF4-FFF2-40B4-BE49-F238E27FC236}">
                  <a16:creationId xmlns:a16="http://schemas.microsoft.com/office/drawing/2014/main" id="{5400D6AE-99B5-553C-CA08-7BAAC0D491C9}"/>
                </a:ext>
              </a:extLst>
            </p:cNvPr>
            <p:cNvCxnSpPr/>
            <p:nvPr/>
          </p:nvCxnSpPr>
          <p:spPr>
            <a:xfrm>
              <a:off x="1470423" y="1492807"/>
              <a:ext cx="182880" cy="0"/>
            </a:xfrm>
            <a:prstGeom prst="straightConnector1">
              <a:avLst/>
            </a:prstGeom>
            <a:ln w="6350">
              <a:solidFill>
                <a:schemeClr val="tx1"/>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132" name="Straight Arrow Connector 131">
              <a:extLst>
                <a:ext uri="{FF2B5EF4-FFF2-40B4-BE49-F238E27FC236}">
                  <a16:creationId xmlns:a16="http://schemas.microsoft.com/office/drawing/2014/main" id="{600376B5-CC56-E692-6889-4E09A01B983A}"/>
                </a:ext>
              </a:extLst>
            </p:cNvPr>
            <p:cNvCxnSpPr/>
            <p:nvPr/>
          </p:nvCxnSpPr>
          <p:spPr>
            <a:xfrm>
              <a:off x="1470423" y="1421561"/>
              <a:ext cx="91440" cy="0"/>
            </a:xfrm>
            <a:prstGeom prst="straightConnector1">
              <a:avLst/>
            </a:prstGeom>
            <a:ln w="6350">
              <a:solidFill>
                <a:schemeClr val="tx1"/>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133" name="Straight Arrow Connector 132">
              <a:extLst>
                <a:ext uri="{FF2B5EF4-FFF2-40B4-BE49-F238E27FC236}">
                  <a16:creationId xmlns:a16="http://schemas.microsoft.com/office/drawing/2014/main" id="{05A789DC-8BF0-825A-6DFB-899441711D31}"/>
                </a:ext>
              </a:extLst>
            </p:cNvPr>
            <p:cNvCxnSpPr/>
            <p:nvPr/>
          </p:nvCxnSpPr>
          <p:spPr>
            <a:xfrm>
              <a:off x="1470423" y="1564803"/>
              <a:ext cx="91440" cy="0"/>
            </a:xfrm>
            <a:prstGeom prst="straightConnector1">
              <a:avLst/>
            </a:prstGeom>
            <a:ln w="6350">
              <a:solidFill>
                <a:schemeClr val="tx1"/>
              </a:solidFill>
              <a:tailEnd type="triangle" w="sm" len="sm"/>
            </a:ln>
          </p:spPr>
          <p:style>
            <a:lnRef idx="2">
              <a:schemeClr val="accent1"/>
            </a:lnRef>
            <a:fillRef idx="0">
              <a:schemeClr val="accent1"/>
            </a:fillRef>
            <a:effectRef idx="1">
              <a:schemeClr val="accent1"/>
            </a:effectRef>
            <a:fontRef idx="minor">
              <a:schemeClr val="tx1"/>
            </a:fontRef>
          </p:style>
        </p:cxnSp>
      </p:grpSp>
      <p:grpSp>
        <p:nvGrpSpPr>
          <p:cNvPr id="134" name="Group 133">
            <a:extLst>
              <a:ext uri="{FF2B5EF4-FFF2-40B4-BE49-F238E27FC236}">
                <a16:creationId xmlns:a16="http://schemas.microsoft.com/office/drawing/2014/main" id="{23739EDC-B3F2-ED8B-2B92-B2626CA7F816}"/>
              </a:ext>
            </a:extLst>
          </p:cNvPr>
          <p:cNvGrpSpPr/>
          <p:nvPr/>
        </p:nvGrpSpPr>
        <p:grpSpPr>
          <a:xfrm>
            <a:off x="1824994" y="2132544"/>
            <a:ext cx="2380426" cy="674688"/>
            <a:chOff x="43766" y="2027777"/>
            <a:chExt cx="1440082" cy="408165"/>
          </a:xfrm>
        </p:grpSpPr>
        <p:sp>
          <p:nvSpPr>
            <p:cNvPr id="135" name="TextBox 134">
              <a:extLst>
                <a:ext uri="{FF2B5EF4-FFF2-40B4-BE49-F238E27FC236}">
                  <a16:creationId xmlns:a16="http://schemas.microsoft.com/office/drawing/2014/main" id="{36EAB3AD-A137-F7E0-9B53-521D444C21A7}"/>
                </a:ext>
              </a:extLst>
            </p:cNvPr>
            <p:cNvSpPr txBox="1"/>
            <p:nvPr/>
          </p:nvSpPr>
          <p:spPr>
            <a:xfrm>
              <a:off x="43766" y="2027777"/>
              <a:ext cx="1237244" cy="131800"/>
            </a:xfrm>
            <a:prstGeom prst="rect">
              <a:avLst/>
            </a:prstGeom>
            <a:noFill/>
          </p:spPr>
          <p:txBody>
            <a:bodyPr rot="0" spcFirstLastPara="0" vertOverflow="overflow" horzOverflow="overflow" vert="horz" wrap="none" lIns="63355" tIns="31678" rIns="63355" bIns="31678"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solidFill>
                    <a:srgbClr val="000000"/>
                  </a:solidFill>
                  <a:effectLst/>
                  <a:uLnTx/>
                  <a:uFillTx/>
                  <a:latin typeface="Arial"/>
                  <a:ea typeface="+mn-ea"/>
                  <a:cs typeface="Arial"/>
                  <a:sym typeface="Arial"/>
                  <a:rtl val="0"/>
                </a:rPr>
                <a:t>Molecular concentration pulses</a:t>
              </a:r>
            </a:p>
          </p:txBody>
        </p:sp>
        <p:sp>
          <p:nvSpPr>
            <p:cNvPr id="136" name="TextBox 135">
              <a:extLst>
                <a:ext uri="{FF2B5EF4-FFF2-40B4-BE49-F238E27FC236}">
                  <a16:creationId xmlns:a16="http://schemas.microsoft.com/office/drawing/2014/main" id="{BA858E5E-0369-B939-3629-2C52E8EE730A}"/>
                </a:ext>
              </a:extLst>
            </p:cNvPr>
            <p:cNvSpPr txBox="1"/>
            <p:nvPr/>
          </p:nvSpPr>
          <p:spPr>
            <a:xfrm>
              <a:off x="50753" y="2145876"/>
              <a:ext cx="1433095" cy="290066"/>
            </a:xfrm>
            <a:prstGeom prst="rect">
              <a:avLst/>
            </a:prstGeom>
            <a:noFill/>
          </p:spPr>
          <p:txBody>
            <a:bodyPr rot="0" spcFirstLastPara="0" vertOverflow="overflow" horzOverflow="overflow" vert="horz" wrap="square" lIns="63355" tIns="31678" rIns="63355" bIns="31678"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dirty="0">
                  <a:ln>
                    <a:noFill/>
                  </a:ln>
                  <a:solidFill>
                    <a:prstClr val="black"/>
                  </a:solidFill>
                  <a:effectLst/>
                  <a:uLnTx/>
                  <a:uFillTx/>
                  <a:latin typeface="Aptos Light" panose="020B0004020202020204" pitchFamily="34" charset="0"/>
                  <a:ea typeface="+mn-ea"/>
                  <a:cs typeface="+mn-cs"/>
                </a:rPr>
                <a:t>Mechanism</a:t>
              </a:r>
              <a:endParaRPr kumimoji="0" lang="en-GB" sz="900" b="0" i="0" u="none" strike="noStrike" kern="1200" cap="none" spc="0" normalizeH="0" baseline="0" noProof="0" dirty="0">
                <a:ln/>
                <a:solidFill>
                  <a:prstClr val="black"/>
                </a:solidFill>
                <a:effectLst/>
                <a:uLnTx/>
                <a:uFillTx/>
                <a:latin typeface="Aptos Light" panose="020B0004020202020204" pitchFamily="34" charset="0"/>
                <a:ea typeface="+mn-ea"/>
                <a:cs typeface="Arial"/>
                <a:sym typeface="Arial"/>
                <a:rtl val="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dirty="0">
                  <a:ln/>
                  <a:solidFill>
                    <a:prstClr val="black"/>
                  </a:solidFill>
                  <a:effectLst/>
                  <a:uLnTx/>
                  <a:uFillTx/>
                  <a:latin typeface="Aptos Light" panose="020B0004020202020204" pitchFamily="34" charset="0"/>
                  <a:ea typeface="+mn-ea"/>
                  <a:cs typeface="Arial"/>
                  <a:sym typeface="Arial"/>
                  <a:rtl val="0"/>
                </a:rPr>
                <a:t>Signalling molecules are injected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dirty="0">
                  <a:ln/>
                  <a:solidFill>
                    <a:prstClr val="black"/>
                  </a:solidFill>
                  <a:effectLst/>
                  <a:uLnTx/>
                  <a:uFillTx/>
                  <a:latin typeface="Aptos Light" panose="020B0004020202020204" pitchFamily="34" charset="0"/>
                  <a:ea typeface="+mn-ea"/>
                  <a:cs typeface="Arial"/>
                  <a:sym typeface="Arial"/>
                  <a:rtl val="0"/>
                </a:rPr>
                <a:t>into a laminar-flow channel</a:t>
              </a:r>
            </a:p>
          </p:txBody>
        </p:sp>
      </p:grpSp>
      <p:grpSp>
        <p:nvGrpSpPr>
          <p:cNvPr id="137" name="Group 136">
            <a:extLst>
              <a:ext uri="{FF2B5EF4-FFF2-40B4-BE49-F238E27FC236}">
                <a16:creationId xmlns:a16="http://schemas.microsoft.com/office/drawing/2014/main" id="{77928165-4D4D-E3F7-F2FF-A1ED3568C1F0}"/>
              </a:ext>
            </a:extLst>
          </p:cNvPr>
          <p:cNvGrpSpPr/>
          <p:nvPr/>
        </p:nvGrpSpPr>
        <p:grpSpPr>
          <a:xfrm>
            <a:off x="4671805" y="2120497"/>
            <a:ext cx="2277215" cy="1390804"/>
            <a:chOff x="2122252" y="1293298"/>
            <a:chExt cx="1377643" cy="841392"/>
          </a:xfrm>
        </p:grpSpPr>
        <p:sp>
          <p:nvSpPr>
            <p:cNvPr id="138" name="Rectangle: Rounded Corners 137">
              <a:extLst>
                <a:ext uri="{FF2B5EF4-FFF2-40B4-BE49-F238E27FC236}">
                  <a16:creationId xmlns:a16="http://schemas.microsoft.com/office/drawing/2014/main" id="{23E88BEF-D850-8722-0618-A4A5C35C89AB}"/>
                </a:ext>
              </a:extLst>
            </p:cNvPr>
            <p:cNvSpPr/>
            <p:nvPr/>
          </p:nvSpPr>
          <p:spPr>
            <a:xfrm>
              <a:off x="2143073" y="1306000"/>
              <a:ext cx="1356822" cy="828690"/>
            </a:xfrm>
            <a:prstGeom prst="roundRect">
              <a:avLst>
                <a:gd name="adj" fmla="val 4351"/>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nvGrpSpPr>
            <p:cNvPr id="139" name="Group 138">
              <a:extLst>
                <a:ext uri="{FF2B5EF4-FFF2-40B4-BE49-F238E27FC236}">
                  <a16:creationId xmlns:a16="http://schemas.microsoft.com/office/drawing/2014/main" id="{599943E5-C052-76E6-52F3-575202085C17}"/>
                </a:ext>
              </a:extLst>
            </p:cNvPr>
            <p:cNvGrpSpPr/>
            <p:nvPr/>
          </p:nvGrpSpPr>
          <p:grpSpPr>
            <a:xfrm>
              <a:off x="2218053" y="1690969"/>
              <a:ext cx="1007081" cy="427675"/>
              <a:chOff x="2096814" y="1275711"/>
              <a:chExt cx="1007081" cy="427675"/>
            </a:xfrm>
          </p:grpSpPr>
          <p:cxnSp>
            <p:nvCxnSpPr>
              <p:cNvPr id="143" name="Straight Connector 142">
                <a:extLst>
                  <a:ext uri="{FF2B5EF4-FFF2-40B4-BE49-F238E27FC236}">
                    <a16:creationId xmlns:a16="http://schemas.microsoft.com/office/drawing/2014/main" id="{57301E21-922C-B932-86BC-D12FADC2D4DF}"/>
                  </a:ext>
                </a:extLst>
              </p:cNvPr>
              <p:cNvCxnSpPr>
                <a:cxnSpLocks/>
              </p:cNvCxnSpPr>
              <p:nvPr/>
            </p:nvCxnSpPr>
            <p:spPr>
              <a:xfrm>
                <a:off x="2096814" y="1533518"/>
                <a:ext cx="998535"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4" name="Straight Connector 143">
                <a:extLst>
                  <a:ext uri="{FF2B5EF4-FFF2-40B4-BE49-F238E27FC236}">
                    <a16:creationId xmlns:a16="http://schemas.microsoft.com/office/drawing/2014/main" id="{C861E249-E9D7-D52C-1DF1-5F63E6C28B2D}"/>
                  </a:ext>
                </a:extLst>
              </p:cNvPr>
              <p:cNvCxnSpPr>
                <a:cxnSpLocks/>
              </p:cNvCxnSpPr>
              <p:nvPr/>
            </p:nvCxnSpPr>
            <p:spPr>
              <a:xfrm flipV="1">
                <a:off x="2309277" y="1368465"/>
                <a:ext cx="263775" cy="16505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5" name="Straight Connector 144">
                <a:extLst>
                  <a:ext uri="{FF2B5EF4-FFF2-40B4-BE49-F238E27FC236}">
                    <a16:creationId xmlns:a16="http://schemas.microsoft.com/office/drawing/2014/main" id="{D973BB88-921E-81CE-8C31-0B16AF2E3D5D}"/>
                  </a:ext>
                </a:extLst>
              </p:cNvPr>
              <p:cNvCxnSpPr>
                <a:cxnSpLocks/>
              </p:cNvCxnSpPr>
              <p:nvPr/>
            </p:nvCxnSpPr>
            <p:spPr>
              <a:xfrm flipV="1">
                <a:off x="2573052" y="1366846"/>
                <a:ext cx="266861"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6" name="Straight Connector 145">
                <a:extLst>
                  <a:ext uri="{FF2B5EF4-FFF2-40B4-BE49-F238E27FC236}">
                    <a16:creationId xmlns:a16="http://schemas.microsoft.com/office/drawing/2014/main" id="{0C20C343-4059-D0AD-E5F6-1D639B0525FF}"/>
                  </a:ext>
                </a:extLst>
              </p:cNvPr>
              <p:cNvCxnSpPr>
                <a:cxnSpLocks/>
              </p:cNvCxnSpPr>
              <p:nvPr/>
            </p:nvCxnSpPr>
            <p:spPr>
              <a:xfrm flipH="1" flipV="1">
                <a:off x="2840120" y="1368464"/>
                <a:ext cx="263775" cy="16505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grpSp>
            <p:nvGrpSpPr>
              <p:cNvPr id="147" name="Group 146">
                <a:extLst>
                  <a:ext uri="{FF2B5EF4-FFF2-40B4-BE49-F238E27FC236}">
                    <a16:creationId xmlns:a16="http://schemas.microsoft.com/office/drawing/2014/main" id="{1BA5FAE4-2769-63ED-A5B1-5C6B83FFCCEE}"/>
                  </a:ext>
                </a:extLst>
              </p:cNvPr>
              <p:cNvGrpSpPr/>
              <p:nvPr/>
            </p:nvGrpSpPr>
            <p:grpSpPr>
              <a:xfrm flipV="1">
                <a:off x="2308268" y="1536714"/>
                <a:ext cx="792237" cy="166672"/>
                <a:chOff x="2450838" y="1647010"/>
                <a:chExt cx="792237" cy="166672"/>
              </a:xfrm>
            </p:grpSpPr>
            <p:cxnSp>
              <p:nvCxnSpPr>
                <p:cNvPr id="151" name="Straight Connector 150">
                  <a:extLst>
                    <a:ext uri="{FF2B5EF4-FFF2-40B4-BE49-F238E27FC236}">
                      <a16:creationId xmlns:a16="http://schemas.microsoft.com/office/drawing/2014/main" id="{E9C0A772-9255-9EAE-7714-5A94825B887E}"/>
                    </a:ext>
                  </a:extLst>
                </p:cNvPr>
                <p:cNvCxnSpPr>
                  <a:cxnSpLocks/>
                </p:cNvCxnSpPr>
                <p:nvPr/>
              </p:nvCxnSpPr>
              <p:spPr>
                <a:xfrm flipV="1">
                  <a:off x="2450838" y="1648629"/>
                  <a:ext cx="263775" cy="16505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2" name="Straight Connector 151">
                  <a:extLst>
                    <a:ext uri="{FF2B5EF4-FFF2-40B4-BE49-F238E27FC236}">
                      <a16:creationId xmlns:a16="http://schemas.microsoft.com/office/drawing/2014/main" id="{ACECE704-FA92-131F-CA33-F1363DCE3CA4}"/>
                    </a:ext>
                  </a:extLst>
                </p:cNvPr>
                <p:cNvCxnSpPr>
                  <a:cxnSpLocks/>
                </p:cNvCxnSpPr>
                <p:nvPr/>
              </p:nvCxnSpPr>
              <p:spPr>
                <a:xfrm flipV="1">
                  <a:off x="2714613" y="1647010"/>
                  <a:ext cx="266861"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3" name="Straight Connector 152">
                  <a:extLst>
                    <a:ext uri="{FF2B5EF4-FFF2-40B4-BE49-F238E27FC236}">
                      <a16:creationId xmlns:a16="http://schemas.microsoft.com/office/drawing/2014/main" id="{CDC47BDE-FA70-5931-B7DC-51C79DED39B4}"/>
                    </a:ext>
                  </a:extLst>
                </p:cNvPr>
                <p:cNvCxnSpPr>
                  <a:cxnSpLocks/>
                </p:cNvCxnSpPr>
                <p:nvPr/>
              </p:nvCxnSpPr>
              <p:spPr>
                <a:xfrm flipH="1" flipV="1">
                  <a:off x="2979300" y="1648628"/>
                  <a:ext cx="263775" cy="16505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grpSp>
          <mc:AlternateContent xmlns:mc="http://schemas.openxmlformats.org/markup-compatibility/2006" xmlns:a14="http://schemas.microsoft.com/office/drawing/2010/main">
            <mc:Choice Requires="a14">
              <p:sp>
                <p:nvSpPr>
                  <p:cNvPr id="148" name="TextBox 147">
                    <a:extLst>
                      <a:ext uri="{FF2B5EF4-FFF2-40B4-BE49-F238E27FC236}">
                        <a16:creationId xmlns:a16="http://schemas.microsoft.com/office/drawing/2014/main" id="{95A99AA7-E7A0-BF3E-B3A5-83B606CF1BB8}"/>
                      </a:ext>
                    </a:extLst>
                  </p:cNvPr>
                  <p:cNvSpPr txBox="1"/>
                  <p:nvPr/>
                </p:nvSpPr>
                <p:spPr>
                  <a:xfrm>
                    <a:off x="2648508" y="1439062"/>
                    <a:ext cx="95347" cy="83787"/>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sSub>
                            <m:sSubPr>
                              <m:ctrlPr>
                                <a:rPr kumimoji="0" lang="de-DE" sz="9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ctrlPr>
                            </m:sSubPr>
                            <m:e>
                              <m:r>
                                <a:rPr kumimoji="0" lang="de-DE" sz="9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𝜔</m:t>
                              </m:r>
                            </m:e>
                            <m:sub>
                              <m:r>
                                <a:rPr kumimoji="0" lang="de-DE" sz="9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1</m:t>
                              </m:r>
                            </m:sub>
                          </m:sSub>
                        </m:oMath>
                      </m:oMathPara>
                    </a14:m>
                    <a:endParaRPr kumimoji="0" lang="en-US" sz="9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mc:Choice>
            <mc:Fallback xmlns="">
              <p:sp>
                <p:nvSpPr>
                  <p:cNvPr id="148" name="TextBox 147">
                    <a:extLst>
                      <a:ext uri="{FF2B5EF4-FFF2-40B4-BE49-F238E27FC236}">
                        <a16:creationId xmlns:a16="http://schemas.microsoft.com/office/drawing/2014/main" id="{95A99AA7-E7A0-BF3E-B3A5-83B606CF1BB8}"/>
                      </a:ext>
                    </a:extLst>
                  </p:cNvPr>
                  <p:cNvSpPr txBox="1">
                    <a:spLocks noRot="1" noChangeAspect="1" noMove="1" noResize="1" noEditPoints="1" noAdjustHandles="1" noChangeArrowheads="1" noChangeShapeType="1" noTextEdit="1"/>
                  </p:cNvSpPr>
                  <p:nvPr/>
                </p:nvSpPr>
                <p:spPr>
                  <a:xfrm>
                    <a:off x="2648508" y="1439062"/>
                    <a:ext cx="95347" cy="83787"/>
                  </a:xfrm>
                  <a:prstGeom prst="rect">
                    <a:avLst/>
                  </a:prstGeom>
                  <a:blipFill>
                    <a:blip r:embed="rId6"/>
                    <a:stretch>
                      <a:fillRect l="-11538" r="-11538" b="-130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9" name="TextBox 148">
                    <a:extLst>
                      <a:ext uri="{FF2B5EF4-FFF2-40B4-BE49-F238E27FC236}">
                        <a16:creationId xmlns:a16="http://schemas.microsoft.com/office/drawing/2014/main" id="{396E9790-4D8D-C312-FEF2-7558B9D646DF}"/>
                      </a:ext>
                    </a:extLst>
                  </p:cNvPr>
                  <p:cNvSpPr txBox="1"/>
                  <p:nvPr/>
                </p:nvSpPr>
                <p:spPr>
                  <a:xfrm>
                    <a:off x="2647771" y="1275711"/>
                    <a:ext cx="96976" cy="83787"/>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sSub>
                            <m:sSubPr>
                              <m:ctrlPr>
                                <a:rPr kumimoji="0" lang="de-DE" sz="9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ctrlPr>
                            </m:sSubPr>
                            <m:e>
                              <m:r>
                                <a:rPr kumimoji="0" lang="de-DE" sz="9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𝜔</m:t>
                              </m:r>
                            </m:e>
                            <m:sub>
                              <m:r>
                                <a:rPr kumimoji="0" lang="de-DE" sz="9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2</m:t>
                              </m:r>
                            </m:sub>
                          </m:sSub>
                        </m:oMath>
                      </m:oMathPara>
                    </a14:m>
                    <a:endParaRPr kumimoji="0" lang="en-US" sz="9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mc:Choice>
            <mc:Fallback xmlns="">
              <p:sp>
                <p:nvSpPr>
                  <p:cNvPr id="149" name="TextBox 148">
                    <a:extLst>
                      <a:ext uri="{FF2B5EF4-FFF2-40B4-BE49-F238E27FC236}">
                        <a16:creationId xmlns:a16="http://schemas.microsoft.com/office/drawing/2014/main" id="{396E9790-4D8D-C312-FEF2-7558B9D646DF}"/>
                      </a:ext>
                    </a:extLst>
                  </p:cNvPr>
                  <p:cNvSpPr txBox="1">
                    <a:spLocks noRot="1" noChangeAspect="1" noMove="1" noResize="1" noEditPoints="1" noAdjustHandles="1" noChangeArrowheads="1" noChangeShapeType="1" noTextEdit="1"/>
                  </p:cNvSpPr>
                  <p:nvPr/>
                </p:nvSpPr>
                <p:spPr>
                  <a:xfrm>
                    <a:off x="2647771" y="1275711"/>
                    <a:ext cx="96976" cy="83787"/>
                  </a:xfrm>
                  <a:prstGeom prst="rect">
                    <a:avLst/>
                  </a:prstGeom>
                  <a:blipFill>
                    <a:blip r:embed="rId7"/>
                    <a:stretch>
                      <a:fillRect l="-11538" r="-11538" b="-1818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0" name="TextBox 149">
                    <a:extLst>
                      <a:ext uri="{FF2B5EF4-FFF2-40B4-BE49-F238E27FC236}">
                        <a16:creationId xmlns:a16="http://schemas.microsoft.com/office/drawing/2014/main" id="{0E94E7BD-CB2D-89D2-FF47-CBAF94BFE5EF}"/>
                      </a:ext>
                    </a:extLst>
                  </p:cNvPr>
                  <p:cNvSpPr txBox="1"/>
                  <p:nvPr/>
                </p:nvSpPr>
                <p:spPr>
                  <a:xfrm>
                    <a:off x="2647771" y="1613336"/>
                    <a:ext cx="96976" cy="83787"/>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sSub>
                            <m:sSubPr>
                              <m:ctrlPr>
                                <a:rPr kumimoji="0" lang="de-DE" sz="9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ctrlPr>
                            </m:sSubPr>
                            <m:e>
                              <m:r>
                                <a:rPr kumimoji="0" lang="de-DE" sz="9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𝜔</m:t>
                              </m:r>
                            </m:e>
                            <m:sub>
                              <m:r>
                                <a:rPr kumimoji="0" lang="de-DE" sz="9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3</m:t>
                              </m:r>
                            </m:sub>
                          </m:sSub>
                        </m:oMath>
                      </m:oMathPara>
                    </a14:m>
                    <a:endParaRPr kumimoji="0" lang="en-US" sz="9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mc:Choice>
            <mc:Fallback xmlns="">
              <p:sp>
                <p:nvSpPr>
                  <p:cNvPr id="150" name="TextBox 149">
                    <a:extLst>
                      <a:ext uri="{FF2B5EF4-FFF2-40B4-BE49-F238E27FC236}">
                        <a16:creationId xmlns:a16="http://schemas.microsoft.com/office/drawing/2014/main" id="{0E94E7BD-CB2D-89D2-FF47-CBAF94BFE5EF}"/>
                      </a:ext>
                    </a:extLst>
                  </p:cNvPr>
                  <p:cNvSpPr txBox="1">
                    <a:spLocks noRot="1" noChangeAspect="1" noMove="1" noResize="1" noEditPoints="1" noAdjustHandles="1" noChangeArrowheads="1" noChangeShapeType="1" noTextEdit="1"/>
                  </p:cNvSpPr>
                  <p:nvPr/>
                </p:nvSpPr>
                <p:spPr>
                  <a:xfrm>
                    <a:off x="2647771" y="1613336"/>
                    <a:ext cx="96976" cy="83787"/>
                  </a:xfrm>
                  <a:prstGeom prst="rect">
                    <a:avLst/>
                  </a:prstGeom>
                  <a:blipFill>
                    <a:blip r:embed="rId8"/>
                    <a:stretch>
                      <a:fillRect l="-11538" r="-11538" b="-13043"/>
                    </a:stretch>
                  </a:blipFill>
                </p:spPr>
                <p:txBody>
                  <a:bodyPr/>
                  <a:lstStyle/>
                  <a:p>
                    <a:r>
                      <a:rPr lang="en-US">
                        <a:noFill/>
                      </a:rPr>
                      <a:t> </a:t>
                    </a:r>
                  </a:p>
                </p:txBody>
              </p:sp>
            </mc:Fallback>
          </mc:AlternateContent>
        </p:grpSp>
        <p:grpSp>
          <p:nvGrpSpPr>
            <p:cNvPr id="140" name="Group 139">
              <a:extLst>
                <a:ext uri="{FF2B5EF4-FFF2-40B4-BE49-F238E27FC236}">
                  <a16:creationId xmlns:a16="http://schemas.microsoft.com/office/drawing/2014/main" id="{12832BAD-F8E2-3EEF-D172-27C62047030A}"/>
                </a:ext>
              </a:extLst>
            </p:cNvPr>
            <p:cNvGrpSpPr/>
            <p:nvPr/>
          </p:nvGrpSpPr>
          <p:grpSpPr>
            <a:xfrm>
              <a:off x="2122252" y="1293298"/>
              <a:ext cx="1087900" cy="420475"/>
              <a:chOff x="1974463" y="1711291"/>
              <a:chExt cx="1087900" cy="420475"/>
            </a:xfrm>
          </p:grpSpPr>
          <p:sp>
            <p:nvSpPr>
              <p:cNvPr id="141" name="TextBox 140">
                <a:extLst>
                  <a:ext uri="{FF2B5EF4-FFF2-40B4-BE49-F238E27FC236}">
                    <a16:creationId xmlns:a16="http://schemas.microsoft.com/office/drawing/2014/main" id="{2A75381A-437E-D749-CB22-4DF9A57EF86F}"/>
                  </a:ext>
                </a:extLst>
              </p:cNvPr>
              <p:cNvSpPr txBox="1"/>
              <p:nvPr/>
            </p:nvSpPr>
            <p:spPr>
              <a:xfrm>
                <a:off x="1987863" y="1841700"/>
                <a:ext cx="1052988" cy="290066"/>
              </a:xfrm>
              <a:prstGeom prst="rect">
                <a:avLst/>
              </a:prstGeom>
              <a:noFill/>
            </p:spPr>
            <p:txBody>
              <a:bodyPr rot="0" spcFirstLastPara="0" vertOverflow="overflow" horzOverflow="overflow" vert="horz" wrap="none" lIns="63355" tIns="31678" rIns="63355" bIns="31678"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dirty="0">
                    <a:ln>
                      <a:noFill/>
                    </a:ln>
                    <a:solidFill>
                      <a:prstClr val="white">
                        <a:lumMod val="50000"/>
                      </a:prstClr>
                    </a:solidFill>
                    <a:effectLst/>
                    <a:uLnTx/>
                    <a:uFillTx/>
                    <a:latin typeface="Aptos Light" panose="020B0004020202020204" pitchFamily="34" charset="0"/>
                    <a:ea typeface="+mn-ea"/>
                    <a:cs typeface="+mn-cs"/>
                  </a:rPr>
                  <a:t>Mechanism</a:t>
                </a:r>
                <a:endParaRPr kumimoji="0" lang="en-GB" sz="900" b="0" i="0" u="none" strike="noStrike" kern="1200" cap="none" spc="0" normalizeH="0" baseline="0" noProof="0" dirty="0">
                  <a:ln/>
                  <a:solidFill>
                    <a:prstClr val="white">
                      <a:lumMod val="50000"/>
                    </a:prstClr>
                  </a:solidFill>
                  <a:effectLst/>
                  <a:uLnTx/>
                  <a:uFillTx/>
                  <a:latin typeface="Aptos Light" panose="020B0004020202020204" pitchFamily="34" charset="0"/>
                  <a:ea typeface="+mn-ea"/>
                  <a:cs typeface="Arial"/>
                  <a:sym typeface="Arial"/>
                  <a:rtl val="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dirty="0">
                    <a:ln/>
                    <a:solidFill>
                      <a:prstClr val="white">
                        <a:lumMod val="50000"/>
                      </a:prstClr>
                    </a:solidFill>
                    <a:effectLst/>
                    <a:uLnTx/>
                    <a:uFillTx/>
                    <a:latin typeface="Aptos Light" panose="020B0004020202020204" pitchFamily="34" charset="0"/>
                    <a:ea typeface="+mn-ea"/>
                    <a:cs typeface="Arial"/>
                    <a:sym typeface="Arial"/>
                    <a:rtl val="0"/>
                  </a:rPr>
                  <a:t>Interconnected pipes realizes the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dirty="0">
                    <a:ln/>
                    <a:solidFill>
                      <a:prstClr val="white">
                        <a:lumMod val="50000"/>
                      </a:prstClr>
                    </a:solidFill>
                    <a:effectLst/>
                    <a:uLnTx/>
                    <a:uFillTx/>
                    <a:latin typeface="Aptos Light" panose="020B0004020202020204" pitchFamily="34" charset="0"/>
                    <a:ea typeface="+mn-ea"/>
                    <a:cs typeface="Arial"/>
                    <a:sym typeface="Arial"/>
                    <a:rtl val="0"/>
                  </a:rPr>
                  <a:t>linear operation of a neuron </a:t>
                </a:r>
              </a:p>
            </p:txBody>
          </p:sp>
          <p:sp>
            <p:nvSpPr>
              <p:cNvPr id="142" name="TextBox 141">
                <a:extLst>
                  <a:ext uri="{FF2B5EF4-FFF2-40B4-BE49-F238E27FC236}">
                    <a16:creationId xmlns:a16="http://schemas.microsoft.com/office/drawing/2014/main" id="{FA087ABB-04D3-7219-4213-8BAE40255341}"/>
                  </a:ext>
                </a:extLst>
              </p:cNvPr>
              <p:cNvSpPr txBox="1"/>
              <p:nvPr/>
            </p:nvSpPr>
            <p:spPr>
              <a:xfrm>
                <a:off x="1974463" y="1711291"/>
                <a:ext cx="1087900" cy="131800"/>
              </a:xfrm>
              <a:prstGeom prst="rect">
                <a:avLst/>
              </a:prstGeom>
              <a:noFill/>
            </p:spPr>
            <p:txBody>
              <a:bodyPr rot="0" spcFirstLastPara="0" vertOverflow="overflow" horzOverflow="overflow" vert="horz" wrap="none" lIns="63355" tIns="31678" rIns="63355" bIns="31678"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solidFill>
                      <a:srgbClr val="000000"/>
                    </a:solidFill>
                    <a:effectLst/>
                    <a:uLnTx/>
                    <a:uFillTx/>
                    <a:latin typeface="Arial"/>
                    <a:ea typeface="+mn-ea"/>
                    <a:cs typeface="Arial"/>
                    <a:sym typeface="Arial"/>
                    <a:rtl val="0"/>
                  </a:rPr>
                  <a:t>Branched-channel FIR filter</a:t>
                </a:r>
              </a:p>
            </p:txBody>
          </p:sp>
        </p:grpSp>
      </p:grpSp>
      <p:grpSp>
        <p:nvGrpSpPr>
          <p:cNvPr id="154" name="Group 153">
            <a:extLst>
              <a:ext uri="{FF2B5EF4-FFF2-40B4-BE49-F238E27FC236}">
                <a16:creationId xmlns:a16="http://schemas.microsoft.com/office/drawing/2014/main" id="{8E93E4E5-91EB-8BA7-6F42-93CA87DE905B}"/>
              </a:ext>
            </a:extLst>
          </p:cNvPr>
          <p:cNvGrpSpPr/>
          <p:nvPr/>
        </p:nvGrpSpPr>
        <p:grpSpPr>
          <a:xfrm>
            <a:off x="7252233" y="2151073"/>
            <a:ext cx="2326055" cy="1369807"/>
            <a:chOff x="3398647" y="1292745"/>
            <a:chExt cx="1407189" cy="828690"/>
          </a:xfrm>
        </p:grpSpPr>
        <p:sp>
          <p:nvSpPr>
            <p:cNvPr id="155" name="Rectangle: Rounded Corners 154">
              <a:extLst>
                <a:ext uri="{FF2B5EF4-FFF2-40B4-BE49-F238E27FC236}">
                  <a16:creationId xmlns:a16="http://schemas.microsoft.com/office/drawing/2014/main" id="{ED465843-F6A4-CFE6-EF9D-B3BD6CB18163}"/>
                </a:ext>
              </a:extLst>
            </p:cNvPr>
            <p:cNvSpPr/>
            <p:nvPr/>
          </p:nvSpPr>
          <p:spPr>
            <a:xfrm>
              <a:off x="3430313" y="1292745"/>
              <a:ext cx="1375523" cy="828690"/>
            </a:xfrm>
            <a:prstGeom prst="roundRect">
              <a:avLst>
                <a:gd name="adj" fmla="val 4351"/>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156" name="Graphic 155" descr="Flask outline">
              <a:extLst>
                <a:ext uri="{FF2B5EF4-FFF2-40B4-BE49-F238E27FC236}">
                  <a16:creationId xmlns:a16="http://schemas.microsoft.com/office/drawing/2014/main" id="{6F187B4D-2766-281B-72B9-274A6927BD32}"/>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4195640" y="1740930"/>
              <a:ext cx="338974" cy="338974"/>
            </a:xfrm>
            <a:prstGeom prst="rect">
              <a:avLst/>
            </a:prstGeom>
          </p:spPr>
        </p:pic>
        <p:grpSp>
          <p:nvGrpSpPr>
            <p:cNvPr id="157" name="Group 156">
              <a:extLst>
                <a:ext uri="{FF2B5EF4-FFF2-40B4-BE49-F238E27FC236}">
                  <a16:creationId xmlns:a16="http://schemas.microsoft.com/office/drawing/2014/main" id="{93356AC1-8CEC-3A4F-15ED-C24DC0814167}"/>
                </a:ext>
              </a:extLst>
            </p:cNvPr>
            <p:cNvGrpSpPr/>
            <p:nvPr/>
          </p:nvGrpSpPr>
          <p:grpSpPr>
            <a:xfrm>
              <a:off x="3398647" y="1298979"/>
              <a:ext cx="1407188" cy="504263"/>
              <a:chOff x="2025263" y="1711291"/>
              <a:chExt cx="1407188" cy="504263"/>
            </a:xfrm>
          </p:grpSpPr>
          <p:sp>
            <p:nvSpPr>
              <p:cNvPr id="158" name="TextBox 157">
                <a:extLst>
                  <a:ext uri="{FF2B5EF4-FFF2-40B4-BE49-F238E27FC236}">
                    <a16:creationId xmlns:a16="http://schemas.microsoft.com/office/drawing/2014/main" id="{E47FA853-B20E-5F9B-FB58-EA5F13183370}"/>
                  </a:ext>
                </a:extLst>
              </p:cNvPr>
              <p:cNvSpPr txBox="1"/>
              <p:nvPr/>
            </p:nvSpPr>
            <p:spPr>
              <a:xfrm>
                <a:off x="2025963" y="1841700"/>
                <a:ext cx="1406488" cy="373854"/>
              </a:xfrm>
              <a:prstGeom prst="rect">
                <a:avLst/>
              </a:prstGeom>
              <a:noFill/>
            </p:spPr>
            <p:txBody>
              <a:bodyPr rot="0" spcFirstLastPara="0" vertOverflow="overflow" horzOverflow="overflow" vert="horz" wrap="square" lIns="63355" tIns="31678" rIns="63355" bIns="31678"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dirty="0">
                    <a:ln>
                      <a:noFill/>
                    </a:ln>
                    <a:solidFill>
                      <a:prstClr val="black"/>
                    </a:solidFill>
                    <a:effectLst/>
                    <a:uLnTx/>
                    <a:uFillTx/>
                    <a:latin typeface="Aptos Light" panose="020B0004020202020204" pitchFamily="34" charset="0"/>
                    <a:ea typeface="+mn-ea"/>
                    <a:cs typeface="+mn-cs"/>
                  </a:rPr>
                  <a:t>Mechanism</a:t>
                </a:r>
                <a:endParaRPr kumimoji="0" lang="en-GB" sz="900" b="0" i="0" u="none" strike="noStrike" kern="1200" cap="none" spc="0" normalizeH="0" baseline="0" noProof="0" dirty="0">
                  <a:ln/>
                  <a:solidFill>
                    <a:prstClr val="black"/>
                  </a:solidFill>
                  <a:effectLst/>
                  <a:uLnTx/>
                  <a:uFillTx/>
                  <a:latin typeface="Aptos Light" panose="020B0004020202020204" pitchFamily="34" charset="0"/>
                  <a:ea typeface="+mn-ea"/>
                  <a:cs typeface="Arial"/>
                  <a:sym typeface="Arial"/>
                  <a:rtl val="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dirty="0">
                    <a:ln/>
                    <a:solidFill>
                      <a:prstClr val="black"/>
                    </a:solidFill>
                    <a:effectLst/>
                    <a:uLnTx/>
                    <a:uFillTx/>
                    <a:latin typeface="Aptos Light" panose="020B0004020202020204" pitchFamily="34" charset="0"/>
                    <a:ea typeface="+mn-ea"/>
                    <a:cs typeface="Arial"/>
                    <a:sym typeface="Arial"/>
                    <a:rtl val="0"/>
                  </a:rPr>
                  <a:t>Non-linear components of chemical reactions synthetize the activation function of a neuron</a:t>
                </a:r>
              </a:p>
            </p:txBody>
          </p:sp>
          <p:sp>
            <p:nvSpPr>
              <p:cNvPr id="159" name="TextBox 158">
                <a:extLst>
                  <a:ext uri="{FF2B5EF4-FFF2-40B4-BE49-F238E27FC236}">
                    <a16:creationId xmlns:a16="http://schemas.microsoft.com/office/drawing/2014/main" id="{73035F6B-4F7F-C07B-97B0-4191AF9D2845}"/>
                  </a:ext>
                </a:extLst>
              </p:cNvPr>
              <p:cNvSpPr txBox="1"/>
              <p:nvPr/>
            </p:nvSpPr>
            <p:spPr>
              <a:xfrm>
                <a:off x="2025263" y="1711291"/>
                <a:ext cx="1183907" cy="131800"/>
              </a:xfrm>
              <a:prstGeom prst="rect">
                <a:avLst/>
              </a:prstGeom>
              <a:noFill/>
            </p:spPr>
            <p:txBody>
              <a:bodyPr rot="0" spcFirstLastPara="0" vertOverflow="overflow" horzOverflow="overflow" vert="horz" wrap="none" lIns="63355" tIns="31678" rIns="63355" bIns="31678"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solidFill>
                      <a:srgbClr val="000000"/>
                    </a:solidFill>
                    <a:effectLst/>
                    <a:uLnTx/>
                    <a:uFillTx/>
                    <a:latin typeface="Arial"/>
                    <a:ea typeface="+mn-ea"/>
                    <a:cs typeface="Arial"/>
                    <a:sym typeface="Arial"/>
                    <a:rtl val="0"/>
                  </a:rPr>
                  <a:t>Acidic-base chemical reaction</a:t>
                </a:r>
              </a:p>
            </p:txBody>
          </p:sp>
        </p:grpSp>
      </p:grpSp>
      <p:cxnSp>
        <p:nvCxnSpPr>
          <p:cNvPr id="161" name="Straight Connector 160">
            <a:extLst>
              <a:ext uri="{FF2B5EF4-FFF2-40B4-BE49-F238E27FC236}">
                <a16:creationId xmlns:a16="http://schemas.microsoft.com/office/drawing/2014/main" id="{D4FFD9B0-290C-0734-3F7F-F0B4A75B35C2}"/>
              </a:ext>
            </a:extLst>
          </p:cNvPr>
          <p:cNvCxnSpPr>
            <a:cxnSpLocks/>
          </p:cNvCxnSpPr>
          <p:nvPr/>
        </p:nvCxnSpPr>
        <p:spPr>
          <a:xfrm flipV="1">
            <a:off x="39817" y="3601774"/>
            <a:ext cx="12152183" cy="4421"/>
          </a:xfrm>
          <a:prstGeom prst="line">
            <a:avLst/>
          </a:prstGeom>
          <a:ln w="6350">
            <a:solidFill>
              <a:schemeClr val="accent2">
                <a:lumMod val="50000"/>
                <a:alpha val="33000"/>
              </a:schemeClr>
            </a:solidFill>
          </a:ln>
        </p:spPr>
        <p:style>
          <a:lnRef idx="2">
            <a:schemeClr val="accent1"/>
          </a:lnRef>
          <a:fillRef idx="0">
            <a:schemeClr val="accent1"/>
          </a:fillRef>
          <a:effectRef idx="1">
            <a:schemeClr val="accent1"/>
          </a:effectRef>
          <a:fontRef idx="minor">
            <a:schemeClr val="tx1"/>
          </a:fontRef>
        </p:style>
      </p:cxnSp>
      <p:sp>
        <p:nvSpPr>
          <p:cNvPr id="162" name="TextBox 161">
            <a:extLst>
              <a:ext uri="{FF2B5EF4-FFF2-40B4-BE49-F238E27FC236}">
                <a16:creationId xmlns:a16="http://schemas.microsoft.com/office/drawing/2014/main" id="{70DE6205-3D4E-0921-9E9F-CC2DD4CB076C}"/>
              </a:ext>
            </a:extLst>
          </p:cNvPr>
          <p:cNvSpPr txBox="1"/>
          <p:nvPr/>
        </p:nvSpPr>
        <p:spPr>
          <a:xfrm>
            <a:off x="-41076" y="3608440"/>
            <a:ext cx="944489" cy="24622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a:ln>
                  <a:noFill/>
                </a:ln>
                <a:solidFill>
                  <a:srgbClr val="E97132">
                    <a:lumMod val="50000"/>
                  </a:srgbClr>
                </a:solidFill>
                <a:effectLst/>
                <a:uLnTx/>
                <a:uFillTx/>
                <a:latin typeface="Arial" panose="020B0604020202020204" pitchFamily="34" charset="0"/>
                <a:ea typeface="+mn-ea"/>
                <a:cs typeface="Arial" panose="020B0604020202020204" pitchFamily="34" charset="0"/>
              </a:rPr>
              <a:t>▪</a:t>
            </a:r>
            <a:r>
              <a:rPr kumimoji="0" lang="en-GB" sz="1000" b="0" i="0" u="none" strike="noStrike" kern="1200" cap="none" spc="0" normalizeH="0" baseline="0" noProof="0" dirty="0">
                <a:ln>
                  <a:noFill/>
                </a:ln>
                <a:solidFill>
                  <a:prstClr val="white">
                    <a:lumMod val="50000"/>
                  </a:prstClr>
                </a:solidFill>
                <a:effectLst/>
                <a:uLnTx/>
                <a:uFillTx/>
                <a:latin typeface="Arial" panose="020B0604020202020204" pitchFamily="34" charset="0"/>
                <a:ea typeface="+mn-ea"/>
                <a:cs typeface="Arial" panose="020B0604020202020204" pitchFamily="34" charset="0"/>
              </a:rPr>
              <a:t>  </a:t>
            </a:r>
            <a:r>
              <a:rPr kumimoji="0" lang="en-GB" sz="1000" b="0" i="0" u="none" strike="noStrike" kern="1200" cap="none" spc="0" normalizeH="0" baseline="0" noProof="0" dirty="0">
                <a:ln>
                  <a:noFill/>
                </a:ln>
                <a:solidFill>
                  <a:prstClr val="white">
                    <a:lumMod val="50000"/>
                  </a:prstClr>
                </a:solidFill>
                <a:effectLst/>
                <a:uLnTx/>
                <a:uFillTx/>
                <a:latin typeface="Arial Nova" panose="020F0502020204030204" pitchFamily="34" charset="0"/>
                <a:ea typeface="+mn-ea"/>
                <a:cs typeface="Arial" panose="020B0604020202020204" pitchFamily="34" charset="0"/>
              </a:rPr>
              <a:t>CHEMICAL</a:t>
            </a:r>
          </a:p>
        </p:txBody>
      </p:sp>
      <p:sp>
        <p:nvSpPr>
          <p:cNvPr id="163" name="TextBox 162">
            <a:extLst>
              <a:ext uri="{FF2B5EF4-FFF2-40B4-BE49-F238E27FC236}">
                <a16:creationId xmlns:a16="http://schemas.microsoft.com/office/drawing/2014/main" id="{8C857024-DC23-D756-01C0-76CDF8ED8436}"/>
              </a:ext>
            </a:extLst>
          </p:cNvPr>
          <p:cNvSpPr txBox="1"/>
          <p:nvPr/>
        </p:nvSpPr>
        <p:spPr>
          <a:xfrm>
            <a:off x="45294" y="3885572"/>
            <a:ext cx="1278903" cy="371752"/>
          </a:xfrm>
          <a:prstGeom prst="rect">
            <a:avLst/>
          </a:prstGeom>
          <a:noFill/>
        </p:spPr>
        <p:txBody>
          <a:bodyPr rot="0" spcFirstLastPara="0" vertOverflow="overflow" horzOverflow="overflow" vert="horz" wrap="none" lIns="63355" tIns="31678" rIns="63355" bIns="31678"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solidFill>
                  <a:srgbClr val="000000"/>
                </a:solidFill>
                <a:effectLst/>
                <a:uLnTx/>
                <a:uFillTx/>
                <a:latin typeface="Arial"/>
                <a:ea typeface="+mn-ea"/>
                <a:cs typeface="Arial"/>
                <a:sym typeface="Arial"/>
                <a:rtl val="0"/>
              </a:rPr>
              <a:t>Chemical</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solidFill>
                  <a:srgbClr val="000000"/>
                </a:solidFill>
                <a:effectLst/>
                <a:uLnTx/>
                <a:uFillTx/>
                <a:latin typeface="Arial"/>
                <a:ea typeface="+mn-ea"/>
                <a:cs typeface="Arial"/>
                <a:sym typeface="Arial"/>
                <a:rtl val="0"/>
              </a:rPr>
              <a:t>Reaction Networks</a:t>
            </a:r>
          </a:p>
        </p:txBody>
      </p:sp>
      <p:sp>
        <p:nvSpPr>
          <p:cNvPr id="164" name="TextBox 163">
            <a:extLst>
              <a:ext uri="{FF2B5EF4-FFF2-40B4-BE49-F238E27FC236}">
                <a16:creationId xmlns:a16="http://schemas.microsoft.com/office/drawing/2014/main" id="{C141E105-023B-C9C9-62FB-BD82E5052233}"/>
              </a:ext>
            </a:extLst>
          </p:cNvPr>
          <p:cNvSpPr txBox="1"/>
          <p:nvPr/>
        </p:nvSpPr>
        <p:spPr>
          <a:xfrm>
            <a:off x="26946" y="2760680"/>
            <a:ext cx="1481154"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1" u="none" strike="noStrike" kern="1200" cap="none" spc="0" normalizeH="0" baseline="0" noProof="0" dirty="0">
                <a:ln>
                  <a:noFill/>
                </a:ln>
                <a:solidFill>
                  <a:prstClr val="white">
                    <a:lumMod val="50000"/>
                  </a:prstClr>
                </a:solidFill>
                <a:effectLst/>
                <a:uLnTx/>
                <a:uFillTx/>
                <a:latin typeface="Aptos Light" panose="020B0004020202020204" pitchFamily="34" charset="0"/>
                <a:ea typeface="+mn-ea"/>
                <a:cs typeface="+mn-cs"/>
              </a:rPr>
              <a:t>Geometry of microfluidic pipes sets the weights, chemistry sets non-linearity</a:t>
            </a:r>
            <a:endParaRPr kumimoji="0" lang="en-GB" sz="900" b="0" i="1" u="none" strike="noStrike" kern="1200" cap="none" spc="0" normalizeH="0" baseline="0" noProof="0" dirty="0">
              <a:ln>
                <a:noFill/>
              </a:ln>
              <a:solidFill>
                <a:prstClr val="black"/>
              </a:solidFill>
              <a:effectLst/>
              <a:uLnTx/>
              <a:uFillTx/>
              <a:latin typeface="Aptos Light" panose="020B0004020202020204" pitchFamily="34" charset="0"/>
              <a:ea typeface="+mn-ea"/>
              <a:cs typeface="+mn-cs"/>
            </a:endParaRPr>
          </a:p>
        </p:txBody>
      </p:sp>
      <p:cxnSp>
        <p:nvCxnSpPr>
          <p:cNvPr id="165" name="Straight Connector 164">
            <a:extLst>
              <a:ext uri="{FF2B5EF4-FFF2-40B4-BE49-F238E27FC236}">
                <a16:creationId xmlns:a16="http://schemas.microsoft.com/office/drawing/2014/main" id="{2F6BE3B3-5736-9747-4514-B63203F8B9A6}"/>
              </a:ext>
            </a:extLst>
          </p:cNvPr>
          <p:cNvCxnSpPr>
            <a:cxnSpLocks/>
          </p:cNvCxnSpPr>
          <p:nvPr/>
        </p:nvCxnSpPr>
        <p:spPr>
          <a:xfrm flipV="1">
            <a:off x="29018" y="5237265"/>
            <a:ext cx="7117256" cy="19277"/>
          </a:xfrm>
          <a:prstGeom prst="line">
            <a:avLst/>
          </a:prstGeom>
          <a:ln w="6350">
            <a:solidFill>
              <a:schemeClr val="accent2">
                <a:lumMod val="50000"/>
                <a:alpha val="33000"/>
              </a:schemeClr>
            </a:solidFill>
          </a:ln>
        </p:spPr>
        <p:style>
          <a:lnRef idx="2">
            <a:schemeClr val="accent1"/>
          </a:lnRef>
          <a:fillRef idx="0">
            <a:schemeClr val="accent1"/>
          </a:fillRef>
          <a:effectRef idx="1">
            <a:schemeClr val="accent1"/>
          </a:effectRef>
          <a:fontRef idx="minor">
            <a:schemeClr val="tx1"/>
          </a:fontRef>
        </p:style>
      </p:cxnSp>
      <p:pic>
        <p:nvPicPr>
          <p:cNvPr id="166" name="Graphic 165" descr="Germ outline">
            <a:extLst>
              <a:ext uri="{FF2B5EF4-FFF2-40B4-BE49-F238E27FC236}">
                <a16:creationId xmlns:a16="http://schemas.microsoft.com/office/drawing/2014/main" id="{035C4910-AFCE-3102-AD60-3D2E28DE151F}"/>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3019911" y="4458473"/>
            <a:ext cx="375261" cy="375261"/>
          </a:xfrm>
          <a:prstGeom prst="rect">
            <a:avLst/>
          </a:prstGeom>
        </p:spPr>
      </p:pic>
      <p:pic>
        <p:nvPicPr>
          <p:cNvPr id="167" name="Graphic 166" descr="Germ outline">
            <a:extLst>
              <a:ext uri="{FF2B5EF4-FFF2-40B4-BE49-F238E27FC236}">
                <a16:creationId xmlns:a16="http://schemas.microsoft.com/office/drawing/2014/main" id="{15DD93CA-3AF5-A511-6889-0B92F4810C18}"/>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rot="1246808">
            <a:off x="3395135" y="4379803"/>
            <a:ext cx="273249" cy="273249"/>
          </a:xfrm>
          <a:prstGeom prst="rect">
            <a:avLst/>
          </a:prstGeom>
        </p:spPr>
      </p:pic>
      <p:pic>
        <p:nvPicPr>
          <p:cNvPr id="168" name="Graphic 167" descr="Germ outline">
            <a:extLst>
              <a:ext uri="{FF2B5EF4-FFF2-40B4-BE49-F238E27FC236}">
                <a16:creationId xmlns:a16="http://schemas.microsoft.com/office/drawing/2014/main" id="{76FFF162-052E-8EE8-2451-3DC8632B5F3C}"/>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rot="20600580">
            <a:off x="3405942" y="4656702"/>
            <a:ext cx="173113" cy="173113"/>
          </a:xfrm>
          <a:prstGeom prst="rect">
            <a:avLst/>
          </a:prstGeom>
        </p:spPr>
      </p:pic>
      <p:sp>
        <p:nvSpPr>
          <p:cNvPr id="180" name="TextBox 179">
            <a:extLst>
              <a:ext uri="{FF2B5EF4-FFF2-40B4-BE49-F238E27FC236}">
                <a16:creationId xmlns:a16="http://schemas.microsoft.com/office/drawing/2014/main" id="{55B55172-0FC4-AE73-E90F-FA12042C8EA2}"/>
              </a:ext>
            </a:extLst>
          </p:cNvPr>
          <p:cNvSpPr txBox="1"/>
          <p:nvPr/>
        </p:nvSpPr>
        <p:spPr>
          <a:xfrm>
            <a:off x="-41076" y="5301377"/>
            <a:ext cx="1181734" cy="24622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GB" sz="1000" b="1" i="0" u="none" strike="noStrike" kern="1200" cap="none" spc="0" normalizeH="0" baseline="0" noProof="0" dirty="0">
                <a:ln>
                  <a:noFill/>
                </a:ln>
                <a:solidFill>
                  <a:prstClr val="black"/>
                </a:solidFill>
                <a:effectLst/>
                <a:uLnTx/>
                <a:uFillTx/>
                <a:latin typeface="Arial Nova" panose="020F0502020204030204" pitchFamily="34" charset="0"/>
                <a:ea typeface="+mn-ea"/>
                <a:cs typeface="Arial" panose="020B0604020202020204" pitchFamily="34" charset="0"/>
              </a:rPr>
              <a:t>CELLULAR / WET</a:t>
            </a:r>
          </a:p>
        </p:txBody>
      </p:sp>
      <p:sp>
        <p:nvSpPr>
          <p:cNvPr id="184" name="Rectangle: Rounded Corners 183">
            <a:extLst>
              <a:ext uri="{FF2B5EF4-FFF2-40B4-BE49-F238E27FC236}">
                <a16:creationId xmlns:a16="http://schemas.microsoft.com/office/drawing/2014/main" id="{1E761648-1B92-86E2-4621-3C910175B084}"/>
              </a:ext>
            </a:extLst>
          </p:cNvPr>
          <p:cNvSpPr/>
          <p:nvPr/>
        </p:nvSpPr>
        <p:spPr>
          <a:xfrm>
            <a:off x="1882979" y="5320556"/>
            <a:ext cx="2432087" cy="1369807"/>
          </a:xfrm>
          <a:prstGeom prst="roundRect">
            <a:avLst>
              <a:gd name="adj" fmla="val 4351"/>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pic>
        <p:nvPicPr>
          <p:cNvPr id="185" name="Graphic 184" descr="Germ outline">
            <a:extLst>
              <a:ext uri="{FF2B5EF4-FFF2-40B4-BE49-F238E27FC236}">
                <a16:creationId xmlns:a16="http://schemas.microsoft.com/office/drawing/2014/main" id="{5C5CB5F8-9C5A-50B0-8C36-172DF2958B89}"/>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2794897" y="5949342"/>
            <a:ext cx="645204" cy="645204"/>
          </a:xfrm>
          <a:prstGeom prst="rect">
            <a:avLst/>
          </a:prstGeom>
        </p:spPr>
      </p:pic>
      <p:sp>
        <p:nvSpPr>
          <p:cNvPr id="186" name="Oval 185">
            <a:extLst>
              <a:ext uri="{FF2B5EF4-FFF2-40B4-BE49-F238E27FC236}">
                <a16:creationId xmlns:a16="http://schemas.microsoft.com/office/drawing/2014/main" id="{64006236-D74E-7B08-2DA2-F9A40D980D73}"/>
              </a:ext>
            </a:extLst>
          </p:cNvPr>
          <p:cNvSpPr>
            <a:spLocks noChangeAspect="1"/>
          </p:cNvSpPr>
          <p:nvPr/>
        </p:nvSpPr>
        <p:spPr>
          <a:xfrm>
            <a:off x="2042089" y="6359831"/>
            <a:ext cx="54224" cy="54224"/>
          </a:xfrm>
          <a:prstGeom prst="ellipse">
            <a:avLst/>
          </a:prstGeom>
          <a:solidFill>
            <a:srgbClr val="C29B4E"/>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87" name="Oval 186">
            <a:extLst>
              <a:ext uri="{FF2B5EF4-FFF2-40B4-BE49-F238E27FC236}">
                <a16:creationId xmlns:a16="http://schemas.microsoft.com/office/drawing/2014/main" id="{65178AFB-6522-64C6-E8FC-AFA7195BA3B2}"/>
              </a:ext>
            </a:extLst>
          </p:cNvPr>
          <p:cNvSpPr>
            <a:spLocks noChangeAspect="1"/>
          </p:cNvSpPr>
          <p:nvPr/>
        </p:nvSpPr>
        <p:spPr>
          <a:xfrm>
            <a:off x="2491286" y="6460289"/>
            <a:ext cx="54224" cy="54224"/>
          </a:xfrm>
          <a:prstGeom prst="ellipse">
            <a:avLst/>
          </a:prstGeom>
          <a:solidFill>
            <a:srgbClr val="C29B4E"/>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88" name="Oval 187">
            <a:extLst>
              <a:ext uri="{FF2B5EF4-FFF2-40B4-BE49-F238E27FC236}">
                <a16:creationId xmlns:a16="http://schemas.microsoft.com/office/drawing/2014/main" id="{9113D17F-E4EA-2F5A-030E-E1487342FEBD}"/>
              </a:ext>
            </a:extLst>
          </p:cNvPr>
          <p:cNvSpPr>
            <a:spLocks noChangeAspect="1"/>
          </p:cNvSpPr>
          <p:nvPr/>
        </p:nvSpPr>
        <p:spPr>
          <a:xfrm>
            <a:off x="2098841" y="6514513"/>
            <a:ext cx="54224" cy="54224"/>
          </a:xfrm>
          <a:prstGeom prst="ellipse">
            <a:avLst/>
          </a:prstGeom>
          <a:solidFill>
            <a:srgbClr val="C29B4E"/>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89" name="Oval 188">
            <a:extLst>
              <a:ext uri="{FF2B5EF4-FFF2-40B4-BE49-F238E27FC236}">
                <a16:creationId xmlns:a16="http://schemas.microsoft.com/office/drawing/2014/main" id="{353C4922-089D-59FB-23B4-9E73E92D4A44}"/>
              </a:ext>
            </a:extLst>
          </p:cNvPr>
          <p:cNvSpPr>
            <a:spLocks noChangeAspect="1"/>
          </p:cNvSpPr>
          <p:nvPr/>
        </p:nvSpPr>
        <p:spPr>
          <a:xfrm>
            <a:off x="2590351" y="6293118"/>
            <a:ext cx="54224" cy="54224"/>
          </a:xfrm>
          <a:prstGeom prst="ellipse">
            <a:avLst/>
          </a:prstGeom>
          <a:solidFill>
            <a:srgbClr val="C29B4E"/>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90" name="Oval 189">
            <a:extLst>
              <a:ext uri="{FF2B5EF4-FFF2-40B4-BE49-F238E27FC236}">
                <a16:creationId xmlns:a16="http://schemas.microsoft.com/office/drawing/2014/main" id="{BF09D3F7-7E8E-10CB-0D9F-BC3B757D07F2}"/>
              </a:ext>
            </a:extLst>
          </p:cNvPr>
          <p:cNvSpPr>
            <a:spLocks noChangeAspect="1"/>
          </p:cNvSpPr>
          <p:nvPr/>
        </p:nvSpPr>
        <p:spPr>
          <a:xfrm>
            <a:off x="2245214" y="6414055"/>
            <a:ext cx="54224" cy="54224"/>
          </a:xfrm>
          <a:prstGeom prst="ellipse">
            <a:avLst/>
          </a:prstGeom>
          <a:solidFill>
            <a:srgbClr val="C29B4E"/>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91" name="Oval 190">
            <a:extLst>
              <a:ext uri="{FF2B5EF4-FFF2-40B4-BE49-F238E27FC236}">
                <a16:creationId xmlns:a16="http://schemas.microsoft.com/office/drawing/2014/main" id="{1D5F6524-841D-E128-5E34-B03CD55E61E6}"/>
              </a:ext>
            </a:extLst>
          </p:cNvPr>
          <p:cNvSpPr>
            <a:spLocks noChangeAspect="1"/>
          </p:cNvSpPr>
          <p:nvPr/>
        </p:nvSpPr>
        <p:spPr>
          <a:xfrm>
            <a:off x="2190990" y="6274843"/>
            <a:ext cx="54224" cy="54224"/>
          </a:xfrm>
          <a:prstGeom prst="ellipse">
            <a:avLst/>
          </a:prstGeom>
          <a:solidFill>
            <a:srgbClr val="C29B4E"/>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92" name="Oval 191">
            <a:extLst>
              <a:ext uri="{FF2B5EF4-FFF2-40B4-BE49-F238E27FC236}">
                <a16:creationId xmlns:a16="http://schemas.microsoft.com/office/drawing/2014/main" id="{CCEF6627-5B37-62F9-785E-C4BD276633EB}"/>
              </a:ext>
            </a:extLst>
          </p:cNvPr>
          <p:cNvSpPr>
            <a:spLocks noChangeAspect="1"/>
          </p:cNvSpPr>
          <p:nvPr/>
        </p:nvSpPr>
        <p:spPr>
          <a:xfrm>
            <a:off x="2697661" y="6179549"/>
            <a:ext cx="54224" cy="54224"/>
          </a:xfrm>
          <a:prstGeom prst="ellipse">
            <a:avLst/>
          </a:prstGeom>
          <a:solidFill>
            <a:srgbClr val="C29B4E"/>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nvGrpSpPr>
          <p:cNvPr id="193" name="Group 192">
            <a:extLst>
              <a:ext uri="{FF2B5EF4-FFF2-40B4-BE49-F238E27FC236}">
                <a16:creationId xmlns:a16="http://schemas.microsoft.com/office/drawing/2014/main" id="{2A93B71D-4FED-4E58-9790-321B62D798F3}"/>
              </a:ext>
            </a:extLst>
          </p:cNvPr>
          <p:cNvGrpSpPr/>
          <p:nvPr/>
        </p:nvGrpSpPr>
        <p:grpSpPr>
          <a:xfrm>
            <a:off x="1845762" y="5295846"/>
            <a:ext cx="1885791" cy="674688"/>
            <a:chOff x="43766" y="2027777"/>
            <a:chExt cx="1140844" cy="408165"/>
          </a:xfrm>
        </p:grpSpPr>
        <p:sp>
          <p:nvSpPr>
            <p:cNvPr id="194" name="TextBox 193">
              <a:extLst>
                <a:ext uri="{FF2B5EF4-FFF2-40B4-BE49-F238E27FC236}">
                  <a16:creationId xmlns:a16="http://schemas.microsoft.com/office/drawing/2014/main" id="{6AD386EC-DD14-DA17-D173-08D9D4B2FD11}"/>
                </a:ext>
              </a:extLst>
            </p:cNvPr>
            <p:cNvSpPr txBox="1"/>
            <p:nvPr/>
          </p:nvSpPr>
          <p:spPr>
            <a:xfrm>
              <a:off x="43766" y="2027777"/>
              <a:ext cx="763998" cy="131800"/>
            </a:xfrm>
            <a:prstGeom prst="rect">
              <a:avLst/>
            </a:prstGeom>
            <a:noFill/>
          </p:spPr>
          <p:txBody>
            <a:bodyPr rot="0" spcFirstLastPara="0" vertOverflow="overflow" horzOverflow="overflow" vert="horz" wrap="none" lIns="63355" tIns="31678" rIns="63355" bIns="31678"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solidFill>
                    <a:srgbClr val="000000"/>
                  </a:solidFill>
                  <a:effectLst/>
                  <a:uLnTx/>
                  <a:uFillTx/>
                  <a:latin typeface="Arial"/>
                  <a:ea typeface="+mn-ea"/>
                  <a:cs typeface="Arial"/>
                  <a:sym typeface="Arial"/>
                  <a:rtl val="0"/>
                </a:rPr>
                <a:t>Chemical inducers</a:t>
              </a:r>
            </a:p>
          </p:txBody>
        </p:sp>
        <p:sp>
          <p:nvSpPr>
            <p:cNvPr id="195" name="TextBox 194">
              <a:extLst>
                <a:ext uri="{FF2B5EF4-FFF2-40B4-BE49-F238E27FC236}">
                  <a16:creationId xmlns:a16="http://schemas.microsoft.com/office/drawing/2014/main" id="{4D1142B8-A858-4D76-92FA-31B06CCEDA53}"/>
                </a:ext>
              </a:extLst>
            </p:cNvPr>
            <p:cNvSpPr txBox="1"/>
            <p:nvPr/>
          </p:nvSpPr>
          <p:spPr>
            <a:xfrm>
              <a:off x="50754" y="2145876"/>
              <a:ext cx="1133856" cy="290066"/>
            </a:xfrm>
            <a:prstGeom prst="rect">
              <a:avLst/>
            </a:prstGeom>
            <a:noFill/>
          </p:spPr>
          <p:txBody>
            <a:bodyPr rot="0" spcFirstLastPara="0" vertOverflow="overflow" horzOverflow="overflow" vert="horz" wrap="square" lIns="63355" tIns="31678" rIns="63355" bIns="31678"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dirty="0">
                  <a:ln>
                    <a:noFill/>
                  </a:ln>
                  <a:solidFill>
                    <a:prstClr val="black"/>
                  </a:solidFill>
                  <a:effectLst/>
                  <a:uLnTx/>
                  <a:uFillTx/>
                  <a:latin typeface="Aptos Light" panose="020B0004020202020204" pitchFamily="34" charset="0"/>
                  <a:ea typeface="+mn-ea"/>
                  <a:cs typeface="+mn-cs"/>
                </a:rPr>
                <a:t>Mechanism</a:t>
              </a:r>
              <a:endParaRPr kumimoji="0" lang="en-GB" sz="900" b="0" i="0" u="none" strike="noStrike" kern="1200" cap="none" spc="0" normalizeH="0" baseline="0" noProof="0" dirty="0">
                <a:ln/>
                <a:solidFill>
                  <a:prstClr val="black"/>
                </a:solidFill>
                <a:effectLst/>
                <a:uLnTx/>
                <a:uFillTx/>
                <a:latin typeface="Aptos Light" panose="020B0004020202020204" pitchFamily="34" charset="0"/>
                <a:ea typeface="+mn-ea"/>
                <a:cs typeface="Arial"/>
                <a:sym typeface="Arial"/>
                <a:rtl val="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dirty="0">
                  <a:ln/>
                  <a:solidFill>
                    <a:prstClr val="black"/>
                  </a:solidFill>
                  <a:effectLst/>
                  <a:uLnTx/>
                  <a:uFillTx/>
                  <a:latin typeface="Aptos Light" panose="020B0004020202020204" pitchFamily="34" charset="0"/>
                  <a:ea typeface="+mn-ea"/>
                  <a:cs typeface="Arial"/>
                  <a:sym typeface="Arial"/>
                  <a:rtl val="0"/>
                </a:rPr>
                <a:t>Chemical inducers activate bacteria to release signalling molecules</a:t>
              </a:r>
            </a:p>
          </p:txBody>
        </p:sp>
      </p:grpSp>
      <p:sp>
        <p:nvSpPr>
          <p:cNvPr id="196" name="Rectangle: Rounded Corners 195">
            <a:extLst>
              <a:ext uri="{FF2B5EF4-FFF2-40B4-BE49-F238E27FC236}">
                <a16:creationId xmlns:a16="http://schemas.microsoft.com/office/drawing/2014/main" id="{D88627F7-8098-211C-D863-61133DBD942A}"/>
              </a:ext>
            </a:extLst>
          </p:cNvPr>
          <p:cNvSpPr/>
          <p:nvPr/>
        </p:nvSpPr>
        <p:spPr>
          <a:xfrm>
            <a:off x="4676249" y="3735519"/>
            <a:ext cx="2272775" cy="1369807"/>
          </a:xfrm>
          <a:prstGeom prst="roundRect">
            <a:avLst>
              <a:gd name="adj" fmla="val 4351"/>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mc:AlternateContent xmlns:mc="http://schemas.openxmlformats.org/markup-compatibility/2006" xmlns:a14="http://schemas.microsoft.com/office/drawing/2010/main">
        <mc:Choice Requires="a14">
          <p:sp>
            <p:nvSpPr>
              <p:cNvPr id="197" name="TextBox 196">
                <a:extLst>
                  <a:ext uri="{FF2B5EF4-FFF2-40B4-BE49-F238E27FC236}">
                    <a16:creationId xmlns:a16="http://schemas.microsoft.com/office/drawing/2014/main" id="{3348EF75-704D-74B9-B2CE-113DFBFBE043}"/>
                  </a:ext>
                </a:extLst>
              </p:cNvPr>
              <p:cNvSpPr txBox="1"/>
              <p:nvPr/>
            </p:nvSpPr>
            <p:spPr>
              <a:xfrm>
                <a:off x="4779829" y="4787274"/>
                <a:ext cx="120353" cy="138498"/>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sSub>
                        <m:sSubPr>
                          <m:ctrlPr>
                            <a:rPr kumimoji="0" lang="de-DE" sz="9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r>
                            <a:rPr kumimoji="0" lang="de-DE" sz="9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𝑥</m:t>
                          </m:r>
                        </m:e>
                        <m:sub>
                          <m:r>
                            <a:rPr kumimoji="0" lang="de-DE" sz="9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𝑖</m:t>
                          </m:r>
                        </m:sub>
                      </m:sSub>
                    </m:oMath>
                  </m:oMathPara>
                </a14:m>
                <a:endParaRPr kumimoji="0" lang="en-US" sz="9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mc:Choice>
        <mc:Fallback xmlns="">
          <p:sp>
            <p:nvSpPr>
              <p:cNvPr id="197" name="TextBox 196">
                <a:extLst>
                  <a:ext uri="{FF2B5EF4-FFF2-40B4-BE49-F238E27FC236}">
                    <a16:creationId xmlns:a16="http://schemas.microsoft.com/office/drawing/2014/main" id="{3348EF75-704D-74B9-B2CE-113DFBFBE043}"/>
                  </a:ext>
                </a:extLst>
              </p:cNvPr>
              <p:cNvSpPr txBox="1">
                <a:spLocks noRot="1" noChangeAspect="1" noMove="1" noResize="1" noEditPoints="1" noAdjustHandles="1" noChangeArrowheads="1" noChangeShapeType="1" noTextEdit="1"/>
              </p:cNvSpPr>
              <p:nvPr/>
            </p:nvSpPr>
            <p:spPr>
              <a:xfrm>
                <a:off x="4779829" y="4787274"/>
                <a:ext cx="120353" cy="138498"/>
              </a:xfrm>
              <a:prstGeom prst="rect">
                <a:avLst/>
              </a:prstGeom>
              <a:blipFill>
                <a:blip r:embed="rId12"/>
                <a:stretch>
                  <a:fillRect l="-15000" r="-10000" b="-13043"/>
                </a:stretch>
              </a:blipFill>
            </p:spPr>
            <p:txBody>
              <a:bodyPr/>
              <a:lstStyle/>
              <a:p>
                <a:r>
                  <a:rPr lang="en-US">
                    <a:noFill/>
                  </a:rPr>
                  <a:t> </a:t>
                </a:r>
              </a:p>
            </p:txBody>
          </p:sp>
        </mc:Fallback>
      </mc:AlternateContent>
      <p:grpSp>
        <p:nvGrpSpPr>
          <p:cNvPr id="198" name="Group 197">
            <a:extLst>
              <a:ext uri="{FF2B5EF4-FFF2-40B4-BE49-F238E27FC236}">
                <a16:creationId xmlns:a16="http://schemas.microsoft.com/office/drawing/2014/main" id="{E9965EB8-A058-CAE8-E146-F221BB68A9CC}"/>
              </a:ext>
            </a:extLst>
          </p:cNvPr>
          <p:cNvGrpSpPr>
            <a:grpSpLocks noChangeAspect="1"/>
          </p:cNvGrpSpPr>
          <p:nvPr/>
        </p:nvGrpSpPr>
        <p:grpSpPr>
          <a:xfrm>
            <a:off x="6083456" y="4633990"/>
            <a:ext cx="381678" cy="403044"/>
            <a:chOff x="951888" y="2657006"/>
            <a:chExt cx="397322" cy="348607"/>
          </a:xfrm>
        </p:grpSpPr>
        <p:grpSp>
          <p:nvGrpSpPr>
            <p:cNvPr id="199" name="Group 198">
              <a:extLst>
                <a:ext uri="{FF2B5EF4-FFF2-40B4-BE49-F238E27FC236}">
                  <a16:creationId xmlns:a16="http://schemas.microsoft.com/office/drawing/2014/main" id="{6812E0B7-96C7-90E6-2594-28DB1C5E0321}"/>
                </a:ext>
              </a:extLst>
            </p:cNvPr>
            <p:cNvGrpSpPr>
              <a:grpSpLocks noChangeAspect="1"/>
            </p:cNvGrpSpPr>
            <p:nvPr/>
          </p:nvGrpSpPr>
          <p:grpSpPr>
            <a:xfrm>
              <a:off x="951888" y="2657006"/>
              <a:ext cx="397322" cy="348607"/>
              <a:chOff x="951884" y="2656998"/>
              <a:chExt cx="480489" cy="421577"/>
            </a:xfrm>
          </p:grpSpPr>
          <p:sp>
            <p:nvSpPr>
              <p:cNvPr id="203" name="Flowchart: Delay 964">
                <a:extLst>
                  <a:ext uri="{FF2B5EF4-FFF2-40B4-BE49-F238E27FC236}">
                    <a16:creationId xmlns:a16="http://schemas.microsoft.com/office/drawing/2014/main" id="{D9A7E9F5-AAD2-0A6D-8AE3-DA18868CBB7E}"/>
                  </a:ext>
                </a:extLst>
              </p:cNvPr>
              <p:cNvSpPr/>
              <p:nvPr/>
            </p:nvSpPr>
            <p:spPr>
              <a:xfrm rot="5400000">
                <a:off x="1063960" y="2710162"/>
                <a:ext cx="256337" cy="480489"/>
              </a:xfrm>
              <a:custGeom>
                <a:avLst/>
                <a:gdLst>
                  <a:gd name="csX0" fmla="*/ 0 w 382704"/>
                  <a:gd name="csY0" fmla="*/ 0 h 761999"/>
                  <a:gd name="csX1" fmla="*/ 191352 w 382704"/>
                  <a:gd name="csY1" fmla="*/ 0 h 761999"/>
                  <a:gd name="csX2" fmla="*/ 382704 w 382704"/>
                  <a:gd name="csY2" fmla="*/ 381000 h 761999"/>
                  <a:gd name="csX3" fmla="*/ 191352 w 382704"/>
                  <a:gd name="csY3" fmla="*/ 762000 h 761999"/>
                  <a:gd name="csX4" fmla="*/ 0 w 382704"/>
                  <a:gd name="csY4" fmla="*/ 761999 h 761999"/>
                  <a:gd name="csX5" fmla="*/ 0 w 382704"/>
                  <a:gd name="csY5" fmla="*/ 0 h 761999"/>
                  <a:gd name="csX0" fmla="*/ 0 w 382704"/>
                  <a:gd name="csY0" fmla="*/ 0 h 762000"/>
                  <a:gd name="csX1" fmla="*/ 191352 w 382704"/>
                  <a:gd name="csY1" fmla="*/ 0 h 762000"/>
                  <a:gd name="csX2" fmla="*/ 382704 w 382704"/>
                  <a:gd name="csY2" fmla="*/ 381000 h 762000"/>
                  <a:gd name="csX3" fmla="*/ 191352 w 382704"/>
                  <a:gd name="csY3" fmla="*/ 762000 h 762000"/>
                  <a:gd name="csX4" fmla="*/ 3 w 382704"/>
                  <a:gd name="csY4" fmla="*/ 721518 h 762000"/>
                  <a:gd name="csX5" fmla="*/ 0 w 382704"/>
                  <a:gd name="csY5" fmla="*/ 0 h 762000"/>
                  <a:gd name="csX0" fmla="*/ 0 w 382704"/>
                  <a:gd name="csY0" fmla="*/ 0 h 762000"/>
                  <a:gd name="csX1" fmla="*/ 191352 w 382704"/>
                  <a:gd name="csY1" fmla="*/ 0 h 762000"/>
                  <a:gd name="csX2" fmla="*/ 382704 w 382704"/>
                  <a:gd name="csY2" fmla="*/ 381000 h 762000"/>
                  <a:gd name="csX3" fmla="*/ 191352 w 382704"/>
                  <a:gd name="csY3" fmla="*/ 762000 h 762000"/>
                  <a:gd name="csX4" fmla="*/ 2384 w 382704"/>
                  <a:gd name="csY4" fmla="*/ 707231 h 762000"/>
                  <a:gd name="csX5" fmla="*/ 0 w 382704"/>
                  <a:gd name="csY5" fmla="*/ 0 h 762000"/>
                  <a:gd name="csX0" fmla="*/ 0 w 382704"/>
                  <a:gd name="csY0" fmla="*/ 57150 h 762000"/>
                  <a:gd name="csX1" fmla="*/ 191352 w 382704"/>
                  <a:gd name="csY1" fmla="*/ 0 h 762000"/>
                  <a:gd name="csX2" fmla="*/ 382704 w 382704"/>
                  <a:gd name="csY2" fmla="*/ 381000 h 762000"/>
                  <a:gd name="csX3" fmla="*/ 191352 w 382704"/>
                  <a:gd name="csY3" fmla="*/ 762000 h 762000"/>
                  <a:gd name="csX4" fmla="*/ 2384 w 382704"/>
                  <a:gd name="csY4" fmla="*/ 707231 h 762000"/>
                  <a:gd name="csX5" fmla="*/ 0 w 382704"/>
                  <a:gd name="csY5" fmla="*/ 57150 h 762000"/>
                  <a:gd name="csX0" fmla="*/ 0 w 382704"/>
                  <a:gd name="csY0" fmla="*/ 57150 h 762000"/>
                  <a:gd name="csX1" fmla="*/ 191352 w 382704"/>
                  <a:gd name="csY1" fmla="*/ 0 h 762000"/>
                  <a:gd name="csX2" fmla="*/ 382704 w 382704"/>
                  <a:gd name="csY2" fmla="*/ 381000 h 762000"/>
                  <a:gd name="csX3" fmla="*/ 191352 w 382704"/>
                  <a:gd name="csY3" fmla="*/ 762000 h 762000"/>
                  <a:gd name="csX4" fmla="*/ 8227 w 382704"/>
                  <a:gd name="csY4" fmla="*/ 652462 h 762000"/>
                  <a:gd name="csX5" fmla="*/ 0 w 382704"/>
                  <a:gd name="csY5" fmla="*/ 57150 h 762000"/>
                  <a:gd name="csX0" fmla="*/ 0 w 376862"/>
                  <a:gd name="csY0" fmla="*/ 130969 h 762000"/>
                  <a:gd name="csX1" fmla="*/ 185510 w 376862"/>
                  <a:gd name="csY1" fmla="*/ 0 h 762000"/>
                  <a:gd name="csX2" fmla="*/ 376862 w 376862"/>
                  <a:gd name="csY2" fmla="*/ 381000 h 762000"/>
                  <a:gd name="csX3" fmla="*/ 185510 w 376862"/>
                  <a:gd name="csY3" fmla="*/ 762000 h 762000"/>
                  <a:gd name="csX4" fmla="*/ 2385 w 376862"/>
                  <a:gd name="csY4" fmla="*/ 652462 h 762000"/>
                  <a:gd name="csX5" fmla="*/ 0 w 376862"/>
                  <a:gd name="csY5" fmla="*/ 130969 h 762000"/>
                </a:gdLst>
                <a:ahLst/>
                <a:cxnLst>
                  <a:cxn ang="0">
                    <a:pos x="csX0" y="csY0"/>
                  </a:cxn>
                  <a:cxn ang="0">
                    <a:pos x="csX1" y="csY1"/>
                  </a:cxn>
                  <a:cxn ang="0">
                    <a:pos x="csX2" y="csY2"/>
                  </a:cxn>
                  <a:cxn ang="0">
                    <a:pos x="csX3" y="csY3"/>
                  </a:cxn>
                  <a:cxn ang="0">
                    <a:pos x="csX4" y="csY4"/>
                  </a:cxn>
                  <a:cxn ang="0">
                    <a:pos x="csX5" y="csY5"/>
                  </a:cxn>
                </a:cxnLst>
                <a:rect l="l" t="t" r="r" b="b"/>
                <a:pathLst>
                  <a:path w="376862" h="762000">
                    <a:moveTo>
                      <a:pt x="0" y="130969"/>
                    </a:moveTo>
                    <a:lnTo>
                      <a:pt x="185510" y="0"/>
                    </a:lnTo>
                    <a:cubicBezTo>
                      <a:pt x="291191" y="0"/>
                      <a:pt x="376862" y="170580"/>
                      <a:pt x="376862" y="381000"/>
                    </a:cubicBezTo>
                    <a:cubicBezTo>
                      <a:pt x="376862" y="591420"/>
                      <a:pt x="291191" y="762000"/>
                      <a:pt x="185510" y="762000"/>
                    </a:cubicBezTo>
                    <a:lnTo>
                      <a:pt x="2385" y="652462"/>
                    </a:lnTo>
                    <a:cubicBezTo>
                      <a:pt x="1590" y="416718"/>
                      <a:pt x="795" y="366713"/>
                      <a:pt x="0" y="130969"/>
                    </a:cubicBezTo>
                    <a:close/>
                  </a:path>
                </a:pathLst>
              </a:custGeom>
              <a:solidFill>
                <a:srgbClr val="F2EADA"/>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204" name="Rectangle 203">
                <a:extLst>
                  <a:ext uri="{FF2B5EF4-FFF2-40B4-BE49-F238E27FC236}">
                    <a16:creationId xmlns:a16="http://schemas.microsoft.com/office/drawing/2014/main" id="{1ACBA385-BAF7-1ED5-3276-080E46183FA9}"/>
                  </a:ext>
                </a:extLst>
              </p:cNvPr>
              <p:cNvSpPr/>
              <p:nvPr/>
            </p:nvSpPr>
            <p:spPr>
              <a:xfrm>
                <a:off x="1023249" y="2656998"/>
                <a:ext cx="323537" cy="166997"/>
              </a:xfrm>
              <a:prstGeom prst="rect">
                <a:avLst/>
              </a:prstGeom>
              <a:solidFill>
                <a:schemeClr val="bg1"/>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cxnSp>
            <p:nvCxnSpPr>
              <p:cNvPr id="205" name="Straight Connector 204">
                <a:extLst>
                  <a:ext uri="{FF2B5EF4-FFF2-40B4-BE49-F238E27FC236}">
                    <a16:creationId xmlns:a16="http://schemas.microsoft.com/office/drawing/2014/main" id="{82589BA6-DF2A-5632-5F06-5746EBEFF645}"/>
                  </a:ext>
                </a:extLst>
              </p:cNvPr>
              <p:cNvCxnSpPr/>
              <p:nvPr/>
            </p:nvCxnSpPr>
            <p:spPr>
              <a:xfrm>
                <a:off x="1030392" y="2827360"/>
                <a:ext cx="310897" cy="0"/>
              </a:xfrm>
              <a:prstGeom prst="line">
                <a:avLst/>
              </a:prstGeom>
              <a:ln w="19050">
                <a:solidFill>
                  <a:srgbClr val="F2EADA"/>
                </a:solidFill>
              </a:ln>
            </p:spPr>
            <p:style>
              <a:lnRef idx="2">
                <a:schemeClr val="accent1"/>
              </a:lnRef>
              <a:fillRef idx="0">
                <a:schemeClr val="accent1"/>
              </a:fillRef>
              <a:effectRef idx="1">
                <a:schemeClr val="accent1"/>
              </a:effectRef>
              <a:fontRef idx="minor">
                <a:schemeClr val="tx1"/>
              </a:fontRef>
            </p:style>
          </p:cxnSp>
        </p:grpSp>
        <p:pic>
          <p:nvPicPr>
            <p:cNvPr id="200" name="Graphic 199" descr="DNA outline">
              <a:extLst>
                <a:ext uri="{FF2B5EF4-FFF2-40B4-BE49-F238E27FC236}">
                  <a16:creationId xmlns:a16="http://schemas.microsoft.com/office/drawing/2014/main" id="{5D633688-ECC5-05DC-5CB3-E7321F97B0A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7372733">
              <a:off x="1214764" y="2804071"/>
              <a:ext cx="82296" cy="82296"/>
            </a:xfrm>
            <a:prstGeom prst="rect">
              <a:avLst/>
            </a:prstGeom>
          </p:spPr>
        </p:pic>
        <p:pic>
          <p:nvPicPr>
            <p:cNvPr id="201" name="Graphic 200" descr="DNA outline">
              <a:extLst>
                <a:ext uri="{FF2B5EF4-FFF2-40B4-BE49-F238E27FC236}">
                  <a16:creationId xmlns:a16="http://schemas.microsoft.com/office/drawing/2014/main" id="{2A752ED9-3AB3-33D8-47A8-4550BE29029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9420000">
              <a:off x="1132889" y="2873662"/>
              <a:ext cx="82296" cy="82296"/>
            </a:xfrm>
            <a:prstGeom prst="rect">
              <a:avLst/>
            </a:prstGeom>
          </p:spPr>
        </p:pic>
        <p:pic>
          <p:nvPicPr>
            <p:cNvPr id="202" name="Graphic 201" descr="DNA outline">
              <a:extLst>
                <a:ext uri="{FF2B5EF4-FFF2-40B4-BE49-F238E27FC236}">
                  <a16:creationId xmlns:a16="http://schemas.microsoft.com/office/drawing/2014/main" id="{F264364B-CE06-69EA-7015-B046FF41A94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5091502">
              <a:off x="1007773" y="2854551"/>
              <a:ext cx="100584" cy="100584"/>
            </a:xfrm>
            <a:prstGeom prst="rect">
              <a:avLst/>
            </a:prstGeom>
          </p:spPr>
        </p:pic>
      </p:grpSp>
      <p:grpSp>
        <p:nvGrpSpPr>
          <p:cNvPr id="206" name="Group 205">
            <a:extLst>
              <a:ext uri="{FF2B5EF4-FFF2-40B4-BE49-F238E27FC236}">
                <a16:creationId xmlns:a16="http://schemas.microsoft.com/office/drawing/2014/main" id="{F43FA819-0F09-7FDE-B5FB-4332ADF07D81}"/>
              </a:ext>
            </a:extLst>
          </p:cNvPr>
          <p:cNvGrpSpPr/>
          <p:nvPr/>
        </p:nvGrpSpPr>
        <p:grpSpPr>
          <a:xfrm>
            <a:off x="4606773" y="3690033"/>
            <a:ext cx="1981019" cy="951688"/>
            <a:chOff x="43766" y="2027777"/>
            <a:chExt cx="1198454" cy="575741"/>
          </a:xfrm>
        </p:grpSpPr>
        <p:sp>
          <p:nvSpPr>
            <p:cNvPr id="207" name="TextBox 206">
              <a:extLst>
                <a:ext uri="{FF2B5EF4-FFF2-40B4-BE49-F238E27FC236}">
                  <a16:creationId xmlns:a16="http://schemas.microsoft.com/office/drawing/2014/main" id="{67C270F8-B1C4-7A9E-DEB8-177C2C0E52A8}"/>
                </a:ext>
              </a:extLst>
            </p:cNvPr>
            <p:cNvSpPr txBox="1"/>
            <p:nvPr/>
          </p:nvSpPr>
          <p:spPr>
            <a:xfrm>
              <a:off x="43766" y="2027777"/>
              <a:ext cx="1198454" cy="131800"/>
            </a:xfrm>
            <a:prstGeom prst="rect">
              <a:avLst/>
            </a:prstGeom>
            <a:noFill/>
          </p:spPr>
          <p:txBody>
            <a:bodyPr rot="0" spcFirstLastPara="0" vertOverflow="overflow" horzOverflow="overflow" vert="horz" wrap="none" lIns="63355" tIns="31678" rIns="63355" bIns="31678"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solidFill>
                    <a:srgbClr val="000000"/>
                  </a:solidFill>
                  <a:effectLst/>
                  <a:uLnTx/>
                  <a:uFillTx/>
                  <a:latin typeface="Arial"/>
                  <a:ea typeface="+mn-ea"/>
                  <a:cs typeface="Arial"/>
                  <a:sym typeface="Arial"/>
                  <a:rtl val="0"/>
                </a:rPr>
                <a:t>Metabolic-enzymatic reactions</a:t>
              </a:r>
            </a:p>
          </p:txBody>
        </p:sp>
        <p:sp>
          <p:nvSpPr>
            <p:cNvPr id="208" name="TextBox 207">
              <a:extLst>
                <a:ext uri="{FF2B5EF4-FFF2-40B4-BE49-F238E27FC236}">
                  <a16:creationId xmlns:a16="http://schemas.microsoft.com/office/drawing/2014/main" id="{518F10E3-EF65-20A1-82E9-4A54167B78BA}"/>
                </a:ext>
              </a:extLst>
            </p:cNvPr>
            <p:cNvSpPr txBox="1"/>
            <p:nvPr/>
          </p:nvSpPr>
          <p:spPr>
            <a:xfrm>
              <a:off x="50753" y="2145876"/>
              <a:ext cx="1168899" cy="457642"/>
            </a:xfrm>
            <a:prstGeom prst="rect">
              <a:avLst/>
            </a:prstGeom>
            <a:noFill/>
          </p:spPr>
          <p:txBody>
            <a:bodyPr rot="0" spcFirstLastPara="0" vertOverflow="overflow" horzOverflow="overflow" vert="horz" wrap="square" lIns="63355" tIns="31678" rIns="63355" bIns="31678"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dirty="0">
                  <a:ln>
                    <a:noFill/>
                  </a:ln>
                  <a:solidFill>
                    <a:prstClr val="black"/>
                  </a:solidFill>
                  <a:effectLst/>
                  <a:uLnTx/>
                  <a:uFillTx/>
                  <a:latin typeface="Aptos Light" panose="020B0004020202020204" pitchFamily="34" charset="0"/>
                  <a:ea typeface="+mn-ea"/>
                  <a:cs typeface="+mn-cs"/>
                </a:rPr>
                <a:t>Mechanism</a:t>
              </a:r>
              <a:endParaRPr kumimoji="0" lang="en-GB" sz="900" b="0" i="0" u="none" strike="noStrike" kern="1200" cap="none" spc="0" normalizeH="0" baseline="0" noProof="0" dirty="0">
                <a:ln/>
                <a:solidFill>
                  <a:prstClr val="black"/>
                </a:solidFill>
                <a:effectLst/>
                <a:uLnTx/>
                <a:uFillTx/>
                <a:latin typeface="Aptos Light" panose="020B0004020202020204" pitchFamily="34" charset="0"/>
                <a:ea typeface="+mn-ea"/>
                <a:cs typeface="Arial"/>
                <a:sym typeface="Arial"/>
                <a:rtl val="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solidFill>
                    <a:prstClr val="black"/>
                  </a:solidFill>
                  <a:effectLst/>
                  <a:uLnTx/>
                  <a:uFillTx/>
                  <a:latin typeface="Aptos Light" panose="020B0004020202020204" pitchFamily="34" charset="0"/>
                  <a:ea typeface="+mn-ea"/>
                  <a:cs typeface="Arial"/>
                  <a:sym typeface="Arial"/>
                  <a:rtl val="0"/>
                </a:rPr>
                <a:t>DNA template concentrations tune enzyme expression, and the resulting reaction fluxes of input metabolites define the linear coefficients.</a:t>
              </a:r>
              <a:endParaRPr kumimoji="0" lang="en-GB" sz="900" b="0" i="0" u="none" strike="noStrike" kern="1200" cap="none" spc="0" normalizeH="0" baseline="0" noProof="0" dirty="0">
                <a:ln/>
                <a:solidFill>
                  <a:prstClr val="black"/>
                </a:solidFill>
                <a:effectLst/>
                <a:uLnTx/>
                <a:uFillTx/>
                <a:latin typeface="Aptos Light" panose="020B0004020202020204" pitchFamily="34" charset="0"/>
                <a:ea typeface="+mn-ea"/>
                <a:cs typeface="Arial"/>
                <a:sym typeface="Arial"/>
                <a:rtl val="0"/>
              </a:endParaRPr>
            </a:p>
          </p:txBody>
        </p:sp>
      </p:grpSp>
      <mc:AlternateContent xmlns:mc="http://schemas.openxmlformats.org/markup-compatibility/2006" xmlns:a14="http://schemas.microsoft.com/office/drawing/2010/main">
        <mc:Choice Requires="a14">
          <p:sp>
            <p:nvSpPr>
              <p:cNvPr id="209" name="TextBox 208">
                <a:extLst>
                  <a:ext uri="{FF2B5EF4-FFF2-40B4-BE49-F238E27FC236}">
                    <a16:creationId xmlns:a16="http://schemas.microsoft.com/office/drawing/2014/main" id="{00917365-D001-F00A-DF32-9BAAB1DD542A}"/>
                  </a:ext>
                </a:extLst>
              </p:cNvPr>
              <p:cNvSpPr txBox="1"/>
              <p:nvPr/>
            </p:nvSpPr>
            <p:spPr>
              <a:xfrm>
                <a:off x="5041308" y="4700339"/>
                <a:ext cx="362150" cy="138498"/>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kumimoji="0" lang="de-DE" sz="9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𝑘</m:t>
                      </m:r>
                      <m:r>
                        <a:rPr kumimoji="0" lang="de-DE" sz="9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sSub>
                        <m:sSubPr>
                          <m:ctrlPr>
                            <a:rPr kumimoji="0" lang="de-DE" sz="9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ctrlPr>
                        </m:sSubPr>
                        <m:e>
                          <m:r>
                            <a:rPr kumimoji="0" lang="de-DE" sz="9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𝜔</m:t>
                          </m:r>
                        </m:e>
                        <m:sub>
                          <m:r>
                            <a:rPr kumimoji="0" lang="de-DE" sz="9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𝑖</m:t>
                          </m:r>
                        </m:sub>
                      </m:sSub>
                    </m:oMath>
                  </m:oMathPara>
                </a14:m>
                <a:endParaRPr kumimoji="0" lang="en-US" sz="9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mc:Choice>
        <mc:Fallback xmlns="">
          <p:sp>
            <p:nvSpPr>
              <p:cNvPr id="209" name="TextBox 208">
                <a:extLst>
                  <a:ext uri="{FF2B5EF4-FFF2-40B4-BE49-F238E27FC236}">
                    <a16:creationId xmlns:a16="http://schemas.microsoft.com/office/drawing/2014/main" id="{00917365-D001-F00A-DF32-9BAAB1DD542A}"/>
                  </a:ext>
                </a:extLst>
              </p:cNvPr>
              <p:cNvSpPr txBox="1">
                <a:spLocks noRot="1" noChangeAspect="1" noMove="1" noResize="1" noEditPoints="1" noAdjustHandles="1" noChangeArrowheads="1" noChangeShapeType="1" noTextEdit="1"/>
              </p:cNvSpPr>
              <p:nvPr/>
            </p:nvSpPr>
            <p:spPr>
              <a:xfrm>
                <a:off x="5041308" y="4700339"/>
                <a:ext cx="362150" cy="138498"/>
              </a:xfrm>
              <a:prstGeom prst="rect">
                <a:avLst/>
              </a:prstGeom>
              <a:blipFill>
                <a:blip r:embed="rId13"/>
                <a:stretch>
                  <a:fillRect l="-8475" r="-5085" b="-13043"/>
                </a:stretch>
              </a:blipFill>
            </p:spPr>
            <p:txBody>
              <a:bodyPr/>
              <a:lstStyle/>
              <a:p>
                <a:r>
                  <a:rPr lang="en-US">
                    <a:noFill/>
                  </a:rPr>
                  <a:t> </a:t>
                </a:r>
              </a:p>
            </p:txBody>
          </p:sp>
        </mc:Fallback>
      </mc:AlternateContent>
      <p:cxnSp>
        <p:nvCxnSpPr>
          <p:cNvPr id="210" name="Straight Arrow Connector 209">
            <a:extLst>
              <a:ext uri="{FF2B5EF4-FFF2-40B4-BE49-F238E27FC236}">
                <a16:creationId xmlns:a16="http://schemas.microsoft.com/office/drawing/2014/main" id="{A125D2C5-E024-DF04-BABF-94D2C2888A77}"/>
              </a:ext>
            </a:extLst>
          </p:cNvPr>
          <p:cNvCxnSpPr>
            <a:cxnSpLocks/>
          </p:cNvCxnSpPr>
          <p:nvPr/>
        </p:nvCxnSpPr>
        <p:spPr>
          <a:xfrm>
            <a:off x="4979378" y="4868029"/>
            <a:ext cx="481002" cy="0"/>
          </a:xfrm>
          <a:prstGeom prst="straightConnector1">
            <a:avLst/>
          </a:prstGeom>
          <a:ln w="3175">
            <a:solidFill>
              <a:schemeClr val="tx1"/>
            </a:solidFill>
            <a:headEnd w="sm" len="sm"/>
            <a:tailEnd type="triangle" w="sm" len="sm"/>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11" name="TextBox 210">
                <a:extLst>
                  <a:ext uri="{FF2B5EF4-FFF2-40B4-BE49-F238E27FC236}">
                    <a16:creationId xmlns:a16="http://schemas.microsoft.com/office/drawing/2014/main" id="{F32EBF95-AA4E-CC76-7F22-CDF215EC1995}"/>
                  </a:ext>
                </a:extLst>
              </p:cNvPr>
              <p:cNvSpPr txBox="1"/>
              <p:nvPr/>
            </p:nvSpPr>
            <p:spPr>
              <a:xfrm>
                <a:off x="5521345" y="4799382"/>
                <a:ext cx="240259" cy="138498"/>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sSub>
                        <m:sSubPr>
                          <m:ctrlPr>
                            <a:rPr kumimoji="0" lang="de-DE" sz="9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ctrlPr>
                        </m:sSubPr>
                        <m:e>
                          <m:r>
                            <a:rPr kumimoji="0" lang="de-DE" sz="9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𝜔</m:t>
                          </m:r>
                        </m:e>
                        <m:sub>
                          <m:r>
                            <a:rPr kumimoji="0" lang="de-DE" sz="9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𝑖</m:t>
                          </m:r>
                        </m:sub>
                      </m:sSub>
                      <m:sSub>
                        <m:sSubPr>
                          <m:ctrlPr>
                            <a:rPr kumimoji="0" lang="de-DE" sz="9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r>
                            <a:rPr kumimoji="0" lang="de-DE" sz="9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𝑥</m:t>
                          </m:r>
                        </m:e>
                        <m:sub>
                          <m:r>
                            <a:rPr kumimoji="0" lang="de-DE" sz="9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𝑖</m:t>
                          </m:r>
                        </m:sub>
                      </m:sSub>
                    </m:oMath>
                  </m:oMathPara>
                </a14:m>
                <a:endParaRPr kumimoji="0" lang="en-US" sz="9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mc:Choice>
        <mc:Fallback xmlns="">
          <p:sp>
            <p:nvSpPr>
              <p:cNvPr id="211" name="TextBox 210">
                <a:extLst>
                  <a:ext uri="{FF2B5EF4-FFF2-40B4-BE49-F238E27FC236}">
                    <a16:creationId xmlns:a16="http://schemas.microsoft.com/office/drawing/2014/main" id="{F32EBF95-AA4E-CC76-7F22-CDF215EC1995}"/>
                  </a:ext>
                </a:extLst>
              </p:cNvPr>
              <p:cNvSpPr txBox="1">
                <a:spLocks noRot="1" noChangeAspect="1" noMove="1" noResize="1" noEditPoints="1" noAdjustHandles="1" noChangeArrowheads="1" noChangeShapeType="1" noTextEdit="1"/>
              </p:cNvSpPr>
              <p:nvPr/>
            </p:nvSpPr>
            <p:spPr>
              <a:xfrm>
                <a:off x="5521345" y="4799382"/>
                <a:ext cx="240259" cy="138498"/>
              </a:xfrm>
              <a:prstGeom prst="rect">
                <a:avLst/>
              </a:prstGeom>
              <a:blipFill>
                <a:blip r:embed="rId14"/>
                <a:stretch>
                  <a:fillRect l="-7692" r="-7692" b="-13043"/>
                </a:stretch>
              </a:blipFill>
            </p:spPr>
            <p:txBody>
              <a:bodyPr/>
              <a:lstStyle/>
              <a:p>
                <a:r>
                  <a:rPr lang="en-US">
                    <a:noFill/>
                  </a:rPr>
                  <a:t> </a:t>
                </a:r>
              </a:p>
            </p:txBody>
          </p:sp>
        </mc:Fallback>
      </mc:AlternateContent>
      <p:grpSp>
        <p:nvGrpSpPr>
          <p:cNvPr id="212" name="Group 211">
            <a:extLst>
              <a:ext uri="{FF2B5EF4-FFF2-40B4-BE49-F238E27FC236}">
                <a16:creationId xmlns:a16="http://schemas.microsoft.com/office/drawing/2014/main" id="{2DBA955C-9CAA-0852-E940-796EC39C9103}"/>
              </a:ext>
            </a:extLst>
          </p:cNvPr>
          <p:cNvGrpSpPr/>
          <p:nvPr/>
        </p:nvGrpSpPr>
        <p:grpSpPr>
          <a:xfrm>
            <a:off x="7287280" y="4606983"/>
            <a:ext cx="2316157" cy="844724"/>
            <a:chOff x="43766" y="1989677"/>
            <a:chExt cx="1401202" cy="511031"/>
          </a:xfrm>
        </p:grpSpPr>
        <p:sp>
          <p:nvSpPr>
            <p:cNvPr id="213" name="TextBox 212">
              <a:extLst>
                <a:ext uri="{FF2B5EF4-FFF2-40B4-BE49-F238E27FC236}">
                  <a16:creationId xmlns:a16="http://schemas.microsoft.com/office/drawing/2014/main" id="{88854BE0-3F9D-40A2-7B86-01DDBED38955}"/>
                </a:ext>
              </a:extLst>
            </p:cNvPr>
            <p:cNvSpPr txBox="1"/>
            <p:nvPr/>
          </p:nvSpPr>
          <p:spPr>
            <a:xfrm>
              <a:off x="43766" y="1989677"/>
              <a:ext cx="988015" cy="131800"/>
            </a:xfrm>
            <a:prstGeom prst="rect">
              <a:avLst/>
            </a:prstGeom>
            <a:noFill/>
          </p:spPr>
          <p:txBody>
            <a:bodyPr rot="0" spcFirstLastPara="0" vertOverflow="overflow" horzOverflow="overflow" vert="horz" wrap="none" lIns="63355" tIns="31678" rIns="63355" bIns="31678"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solidFill>
                    <a:srgbClr val="000000"/>
                  </a:solidFill>
                  <a:effectLst/>
                  <a:uLnTx/>
                  <a:uFillTx/>
                  <a:latin typeface="Arial"/>
                  <a:ea typeface="+mn-ea"/>
                  <a:cs typeface="Arial"/>
                  <a:sym typeface="Arial"/>
                  <a:rtl val="0"/>
                </a:rPr>
                <a:t>Gene regulatory network</a:t>
              </a:r>
            </a:p>
          </p:txBody>
        </p:sp>
        <p:sp>
          <p:nvSpPr>
            <p:cNvPr id="214" name="TextBox 213">
              <a:extLst>
                <a:ext uri="{FF2B5EF4-FFF2-40B4-BE49-F238E27FC236}">
                  <a16:creationId xmlns:a16="http://schemas.microsoft.com/office/drawing/2014/main" id="{8E7C5DAB-CB2C-A0CA-7EB2-9067206A4E02}"/>
                </a:ext>
              </a:extLst>
            </p:cNvPr>
            <p:cNvSpPr txBox="1"/>
            <p:nvPr/>
          </p:nvSpPr>
          <p:spPr>
            <a:xfrm>
              <a:off x="50754" y="2126854"/>
              <a:ext cx="1394214" cy="373854"/>
            </a:xfrm>
            <a:prstGeom prst="rect">
              <a:avLst/>
            </a:prstGeom>
            <a:noFill/>
          </p:spPr>
          <p:txBody>
            <a:bodyPr rot="0" spcFirstLastPara="0" vertOverflow="overflow" horzOverflow="overflow" vert="horz" wrap="square" lIns="63355" tIns="31678" rIns="63355" bIns="31678"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dirty="0">
                  <a:ln>
                    <a:noFill/>
                  </a:ln>
                  <a:solidFill>
                    <a:prstClr val="black"/>
                  </a:solidFill>
                  <a:effectLst/>
                  <a:uLnTx/>
                  <a:uFillTx/>
                  <a:latin typeface="Aptos Light" panose="020B0004020202020204" pitchFamily="34" charset="0"/>
                  <a:ea typeface="+mn-ea"/>
                  <a:cs typeface="+mn-cs"/>
                </a:rPr>
                <a:t>Mechanism</a:t>
              </a:r>
              <a:endParaRPr kumimoji="0" lang="en-GB" sz="900" b="0" i="0" u="none" strike="noStrike" kern="1200" cap="none" spc="0" normalizeH="0" baseline="0" noProof="0" dirty="0">
                <a:ln/>
                <a:solidFill>
                  <a:prstClr val="black"/>
                </a:solidFill>
                <a:effectLst/>
                <a:uLnTx/>
                <a:uFillTx/>
                <a:latin typeface="Aptos Light" panose="020B0004020202020204" pitchFamily="34" charset="0"/>
                <a:ea typeface="+mn-ea"/>
                <a:cs typeface="Arial"/>
                <a:sym typeface="Arial"/>
                <a:rtl val="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solidFill>
                    <a:prstClr val="black"/>
                  </a:solidFill>
                  <a:effectLst/>
                  <a:uLnTx/>
                  <a:uFillTx/>
                  <a:latin typeface="Aptos Light" panose="020B0004020202020204" pitchFamily="34" charset="0"/>
                  <a:ea typeface="+mn-ea"/>
                  <a:cs typeface="Arial"/>
                  <a:sym typeface="Arial"/>
                  <a:rtl val="0"/>
                </a:rPr>
                <a:t>A gene-regulatory module senses the accumulated chemical signal and converts it into nonlinear reporter expression.</a:t>
              </a:r>
              <a:endParaRPr kumimoji="0" lang="en-GB" sz="900" b="0" i="0" u="none" strike="noStrike" kern="1200" cap="none" spc="0" normalizeH="0" baseline="0" noProof="0" dirty="0">
                <a:ln/>
                <a:solidFill>
                  <a:prstClr val="black"/>
                </a:solidFill>
                <a:effectLst/>
                <a:uLnTx/>
                <a:uFillTx/>
                <a:latin typeface="Aptos Light" panose="020B0004020202020204" pitchFamily="34" charset="0"/>
                <a:ea typeface="+mn-ea"/>
                <a:cs typeface="Arial"/>
                <a:sym typeface="Arial"/>
                <a:rtl val="0"/>
              </a:endParaRPr>
            </a:p>
          </p:txBody>
        </p:sp>
      </p:grpSp>
      <p:sp>
        <p:nvSpPr>
          <p:cNvPr id="215" name="TextBox 214">
            <a:extLst>
              <a:ext uri="{FF2B5EF4-FFF2-40B4-BE49-F238E27FC236}">
                <a16:creationId xmlns:a16="http://schemas.microsoft.com/office/drawing/2014/main" id="{C685342F-ED55-966C-EEF8-20ABEDA9B53C}"/>
              </a:ext>
            </a:extLst>
          </p:cNvPr>
          <p:cNvSpPr txBox="1"/>
          <p:nvPr/>
        </p:nvSpPr>
        <p:spPr>
          <a:xfrm>
            <a:off x="4825545" y="6358690"/>
            <a:ext cx="627096" cy="338553"/>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dirty="0">
                <a:ln>
                  <a:noFill/>
                </a:ln>
                <a:solidFill>
                  <a:prstClr val="black"/>
                </a:solidFill>
                <a:effectLst/>
                <a:uLnTx/>
                <a:uFillTx/>
                <a:latin typeface="Aptos" panose="02110004020202020204"/>
                <a:ea typeface="+mn-ea"/>
                <a:cs typeface="+mn-cs"/>
              </a:rPr>
              <a:t>Sender</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dirty="0" err="1">
                <a:ln>
                  <a:noFill/>
                </a:ln>
                <a:solidFill>
                  <a:prstClr val="black"/>
                </a:solidFill>
                <a:effectLst/>
                <a:uLnTx/>
                <a:uFillTx/>
                <a:latin typeface="Aptos" panose="02110004020202020204"/>
                <a:ea typeface="+mn-ea"/>
                <a:cs typeface="+mn-cs"/>
              </a:rPr>
              <a:t>bacteria</a:t>
            </a:r>
            <a:r>
              <a:rPr kumimoji="0" lang="de-DE" sz="800" b="0" i="0" u="none" strike="noStrike" kern="1200" cap="none" spc="0" normalizeH="0" baseline="0" noProof="0" dirty="0">
                <a:ln>
                  <a:noFill/>
                </a:ln>
                <a:solidFill>
                  <a:prstClr val="black"/>
                </a:solidFill>
                <a:effectLst/>
                <a:uLnTx/>
                <a:uFillTx/>
                <a:latin typeface="Aptos" panose="02110004020202020204"/>
                <a:ea typeface="+mn-ea"/>
                <a:cs typeface="+mn-cs"/>
              </a:rPr>
              <a:t> 1</a:t>
            </a:r>
            <a:endParaRPr kumimoji="0" lang="en-US" sz="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217" name="Rectangle: Rounded Corners 216">
            <a:extLst>
              <a:ext uri="{FF2B5EF4-FFF2-40B4-BE49-F238E27FC236}">
                <a16:creationId xmlns:a16="http://schemas.microsoft.com/office/drawing/2014/main" id="{48B98D5C-88F5-53FA-592F-AE69E7FD0CCB}"/>
              </a:ext>
            </a:extLst>
          </p:cNvPr>
          <p:cNvSpPr/>
          <p:nvPr/>
        </p:nvSpPr>
        <p:spPr>
          <a:xfrm>
            <a:off x="4664333" y="5341073"/>
            <a:ext cx="2284695" cy="1369808"/>
          </a:xfrm>
          <a:prstGeom prst="roundRect">
            <a:avLst>
              <a:gd name="adj" fmla="val 4351"/>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nvGrpSpPr>
          <p:cNvPr id="218" name="Group 217">
            <a:extLst>
              <a:ext uri="{FF2B5EF4-FFF2-40B4-BE49-F238E27FC236}">
                <a16:creationId xmlns:a16="http://schemas.microsoft.com/office/drawing/2014/main" id="{11C2536A-542E-E347-6B44-D9CC77F8D2FF}"/>
              </a:ext>
            </a:extLst>
          </p:cNvPr>
          <p:cNvGrpSpPr>
            <a:grpSpLocks noChangeAspect="1"/>
          </p:cNvGrpSpPr>
          <p:nvPr/>
        </p:nvGrpSpPr>
        <p:grpSpPr>
          <a:xfrm>
            <a:off x="5424077" y="6486020"/>
            <a:ext cx="412332" cy="208122"/>
            <a:chOff x="2274482" y="3759370"/>
            <a:chExt cx="520920" cy="262930"/>
          </a:xfrm>
        </p:grpSpPr>
        <p:sp>
          <p:nvSpPr>
            <p:cNvPr id="229" name="Rectangle: Rounded Corners 228">
              <a:extLst>
                <a:ext uri="{FF2B5EF4-FFF2-40B4-BE49-F238E27FC236}">
                  <a16:creationId xmlns:a16="http://schemas.microsoft.com/office/drawing/2014/main" id="{4D8AA89A-4E2F-F879-9E70-99AD9F2FA0B4}"/>
                </a:ext>
              </a:extLst>
            </p:cNvPr>
            <p:cNvSpPr/>
            <p:nvPr/>
          </p:nvSpPr>
          <p:spPr>
            <a:xfrm>
              <a:off x="2274482" y="3759370"/>
              <a:ext cx="520920" cy="262930"/>
            </a:xfrm>
            <a:prstGeom prst="roundRect">
              <a:avLst>
                <a:gd name="adj" fmla="val 26328"/>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cxnSp>
          <p:nvCxnSpPr>
            <p:cNvPr id="230" name="Straight Connector 229">
              <a:extLst>
                <a:ext uri="{FF2B5EF4-FFF2-40B4-BE49-F238E27FC236}">
                  <a16:creationId xmlns:a16="http://schemas.microsoft.com/office/drawing/2014/main" id="{2CD30255-9D8F-13B7-59F5-07191505507D}"/>
                </a:ext>
              </a:extLst>
            </p:cNvPr>
            <p:cNvCxnSpPr/>
            <p:nvPr/>
          </p:nvCxnSpPr>
          <p:spPr>
            <a:xfrm>
              <a:off x="2337933" y="3964876"/>
              <a:ext cx="352424"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1" name="Connector: Elbow 230">
              <a:extLst>
                <a:ext uri="{FF2B5EF4-FFF2-40B4-BE49-F238E27FC236}">
                  <a16:creationId xmlns:a16="http://schemas.microsoft.com/office/drawing/2014/main" id="{9316526E-0D8F-1EAF-3F6D-4B0E99A0E95D}"/>
                </a:ext>
              </a:extLst>
            </p:cNvPr>
            <p:cNvCxnSpPr>
              <a:cxnSpLocks/>
            </p:cNvCxnSpPr>
            <p:nvPr/>
          </p:nvCxnSpPr>
          <p:spPr>
            <a:xfrm flipV="1">
              <a:off x="2392700" y="3834431"/>
              <a:ext cx="221457" cy="123781"/>
            </a:xfrm>
            <a:prstGeom prst="bentConnector3">
              <a:avLst>
                <a:gd name="adj1" fmla="val 1613"/>
              </a:avLst>
            </a:prstGeom>
            <a:ln w="6350">
              <a:solidFill>
                <a:schemeClr val="tx1"/>
              </a:solidFill>
              <a:tailEnd type="triangle" w="sm" len="sm"/>
            </a:ln>
          </p:spPr>
          <p:style>
            <a:lnRef idx="2">
              <a:schemeClr val="accent1"/>
            </a:lnRef>
            <a:fillRef idx="0">
              <a:schemeClr val="accent1"/>
            </a:fillRef>
            <a:effectRef idx="1">
              <a:schemeClr val="accent1"/>
            </a:effectRef>
            <a:fontRef idx="minor">
              <a:schemeClr val="tx1"/>
            </a:fontRef>
          </p:style>
        </p:cxnSp>
      </p:grpSp>
      <p:grpSp>
        <p:nvGrpSpPr>
          <p:cNvPr id="219" name="Group 218">
            <a:extLst>
              <a:ext uri="{FF2B5EF4-FFF2-40B4-BE49-F238E27FC236}">
                <a16:creationId xmlns:a16="http://schemas.microsoft.com/office/drawing/2014/main" id="{F623CC60-F138-85F3-386B-E04DB0AEE79C}"/>
              </a:ext>
            </a:extLst>
          </p:cNvPr>
          <p:cNvGrpSpPr/>
          <p:nvPr/>
        </p:nvGrpSpPr>
        <p:grpSpPr>
          <a:xfrm>
            <a:off x="4653749" y="5320968"/>
            <a:ext cx="2266866" cy="951688"/>
            <a:chOff x="43766" y="2027777"/>
            <a:chExt cx="1371382" cy="575741"/>
          </a:xfrm>
        </p:grpSpPr>
        <p:sp>
          <p:nvSpPr>
            <p:cNvPr id="227" name="TextBox 226">
              <a:extLst>
                <a:ext uri="{FF2B5EF4-FFF2-40B4-BE49-F238E27FC236}">
                  <a16:creationId xmlns:a16="http://schemas.microsoft.com/office/drawing/2014/main" id="{B8E5C4A2-89B1-E6E9-3B4B-CA56F8FC3D26}"/>
                </a:ext>
              </a:extLst>
            </p:cNvPr>
            <p:cNvSpPr txBox="1"/>
            <p:nvPr/>
          </p:nvSpPr>
          <p:spPr>
            <a:xfrm>
              <a:off x="43766" y="2027777"/>
              <a:ext cx="692235" cy="131800"/>
            </a:xfrm>
            <a:prstGeom prst="rect">
              <a:avLst/>
            </a:prstGeom>
            <a:noFill/>
          </p:spPr>
          <p:txBody>
            <a:bodyPr rot="0" spcFirstLastPara="0" vertOverflow="overflow" horzOverflow="overflow" vert="horz" wrap="none" lIns="63355" tIns="31678" rIns="63355" bIns="31678"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solidFill>
                    <a:srgbClr val="000000"/>
                  </a:solidFill>
                  <a:effectLst/>
                  <a:uLnTx/>
                  <a:uFillTx/>
                  <a:latin typeface="Arial"/>
                  <a:ea typeface="+mn-ea"/>
                  <a:cs typeface="Arial"/>
                  <a:sym typeface="Arial"/>
                  <a:rtl val="0"/>
                </a:rPr>
                <a:t>Quorum sensing</a:t>
              </a:r>
            </a:p>
          </p:txBody>
        </p:sp>
        <p:sp>
          <p:nvSpPr>
            <p:cNvPr id="228" name="TextBox 227">
              <a:extLst>
                <a:ext uri="{FF2B5EF4-FFF2-40B4-BE49-F238E27FC236}">
                  <a16:creationId xmlns:a16="http://schemas.microsoft.com/office/drawing/2014/main" id="{9D15F91E-29B9-3820-8187-404244CE2A96}"/>
                </a:ext>
              </a:extLst>
            </p:cNvPr>
            <p:cNvSpPr txBox="1"/>
            <p:nvPr/>
          </p:nvSpPr>
          <p:spPr>
            <a:xfrm>
              <a:off x="50753" y="2145876"/>
              <a:ext cx="1364395" cy="457642"/>
            </a:xfrm>
            <a:prstGeom prst="rect">
              <a:avLst/>
            </a:prstGeom>
            <a:noFill/>
          </p:spPr>
          <p:txBody>
            <a:bodyPr rot="0" spcFirstLastPara="0" vertOverflow="overflow" horzOverflow="overflow" vert="horz" wrap="square" lIns="63355" tIns="31678" rIns="63355" bIns="31678"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dirty="0">
                  <a:ln>
                    <a:noFill/>
                  </a:ln>
                  <a:solidFill>
                    <a:prstClr val="black"/>
                  </a:solidFill>
                  <a:effectLst/>
                  <a:uLnTx/>
                  <a:uFillTx/>
                  <a:latin typeface="Aptos Light" panose="020B0004020202020204" pitchFamily="34" charset="0"/>
                  <a:ea typeface="+mn-ea"/>
                  <a:cs typeface="+mn-cs"/>
                </a:rPr>
                <a:t>Mechanism</a:t>
              </a:r>
              <a:endParaRPr kumimoji="0" lang="en-GB" sz="900" b="0" i="0" u="none" strike="noStrike" kern="1200" cap="none" spc="0" normalizeH="0" baseline="0" noProof="0" dirty="0">
                <a:ln/>
                <a:solidFill>
                  <a:prstClr val="black"/>
                </a:solidFill>
                <a:effectLst/>
                <a:uLnTx/>
                <a:uFillTx/>
                <a:latin typeface="Aptos Light" panose="020B0004020202020204" pitchFamily="34" charset="0"/>
                <a:ea typeface="+mn-ea"/>
                <a:cs typeface="Arial"/>
                <a:sym typeface="Arial"/>
                <a:rtl val="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solidFill>
                    <a:prstClr val="black"/>
                  </a:solidFill>
                  <a:effectLst/>
                  <a:uLnTx/>
                  <a:uFillTx/>
                  <a:latin typeface="Aptos Light" panose="020B0004020202020204" pitchFamily="34" charset="0"/>
                  <a:ea typeface="+mn-ea"/>
                  <a:cs typeface="Arial"/>
                  <a:sym typeface="Arial"/>
                  <a:rtl val="0"/>
                </a:rPr>
                <a:t>Sender bacteria convert chemical inducers into quorum-sensing signals with promoter-tuned amplitudes, whose accumulation realizes the weighted sum.</a:t>
              </a:r>
              <a:endParaRPr kumimoji="0" lang="en-GB" sz="900" b="0" i="0" u="none" strike="noStrike" kern="1200" cap="none" spc="0" normalizeH="0" baseline="0" noProof="0" dirty="0">
                <a:ln/>
                <a:solidFill>
                  <a:prstClr val="black"/>
                </a:solidFill>
                <a:effectLst/>
                <a:uLnTx/>
                <a:uFillTx/>
                <a:latin typeface="Aptos Light" panose="020B0004020202020204" pitchFamily="34" charset="0"/>
                <a:ea typeface="+mn-ea"/>
                <a:cs typeface="Arial"/>
                <a:sym typeface="Arial"/>
                <a:rtl val="0"/>
              </a:endParaRPr>
            </a:p>
          </p:txBody>
        </p:sp>
      </p:grpSp>
      <p:grpSp>
        <p:nvGrpSpPr>
          <p:cNvPr id="220" name="Group 219">
            <a:extLst>
              <a:ext uri="{FF2B5EF4-FFF2-40B4-BE49-F238E27FC236}">
                <a16:creationId xmlns:a16="http://schemas.microsoft.com/office/drawing/2014/main" id="{143BB94F-AB38-9AB9-C0F3-0E44ED9DBAC4}"/>
              </a:ext>
            </a:extLst>
          </p:cNvPr>
          <p:cNvGrpSpPr>
            <a:grpSpLocks noChangeAspect="1"/>
          </p:cNvGrpSpPr>
          <p:nvPr/>
        </p:nvGrpSpPr>
        <p:grpSpPr>
          <a:xfrm>
            <a:off x="6387607" y="6446118"/>
            <a:ext cx="375056" cy="189308"/>
            <a:chOff x="2242626" y="3775944"/>
            <a:chExt cx="520920" cy="262930"/>
          </a:xfrm>
        </p:grpSpPr>
        <p:sp>
          <p:nvSpPr>
            <p:cNvPr id="224" name="Rectangle: Rounded Corners 223">
              <a:extLst>
                <a:ext uri="{FF2B5EF4-FFF2-40B4-BE49-F238E27FC236}">
                  <a16:creationId xmlns:a16="http://schemas.microsoft.com/office/drawing/2014/main" id="{E2724D1D-01B9-17F7-387E-B1F4FE72B2C0}"/>
                </a:ext>
              </a:extLst>
            </p:cNvPr>
            <p:cNvSpPr/>
            <p:nvPr/>
          </p:nvSpPr>
          <p:spPr>
            <a:xfrm>
              <a:off x="2242626" y="3775944"/>
              <a:ext cx="520920" cy="262930"/>
            </a:xfrm>
            <a:prstGeom prst="roundRect">
              <a:avLst>
                <a:gd name="adj" fmla="val 26328"/>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cxnSp>
          <p:nvCxnSpPr>
            <p:cNvPr id="225" name="Straight Connector 224">
              <a:extLst>
                <a:ext uri="{FF2B5EF4-FFF2-40B4-BE49-F238E27FC236}">
                  <a16:creationId xmlns:a16="http://schemas.microsoft.com/office/drawing/2014/main" id="{74615159-015A-0D3B-8556-96DBC7A2073B}"/>
                </a:ext>
              </a:extLst>
            </p:cNvPr>
            <p:cNvCxnSpPr/>
            <p:nvPr/>
          </p:nvCxnSpPr>
          <p:spPr>
            <a:xfrm>
              <a:off x="2306076" y="3981451"/>
              <a:ext cx="352426"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26" name="Connector: Elbow 225">
              <a:extLst>
                <a:ext uri="{FF2B5EF4-FFF2-40B4-BE49-F238E27FC236}">
                  <a16:creationId xmlns:a16="http://schemas.microsoft.com/office/drawing/2014/main" id="{3ED03A8B-891A-1A54-CA14-3B371E6B6B29}"/>
                </a:ext>
              </a:extLst>
            </p:cNvPr>
            <p:cNvCxnSpPr>
              <a:cxnSpLocks/>
            </p:cNvCxnSpPr>
            <p:nvPr/>
          </p:nvCxnSpPr>
          <p:spPr>
            <a:xfrm flipV="1">
              <a:off x="2360846" y="3851004"/>
              <a:ext cx="221457" cy="123782"/>
            </a:xfrm>
            <a:prstGeom prst="bentConnector3">
              <a:avLst>
                <a:gd name="adj1" fmla="val 1613"/>
              </a:avLst>
            </a:prstGeom>
            <a:ln w="6350">
              <a:solidFill>
                <a:schemeClr val="tx1"/>
              </a:solidFill>
              <a:tailEnd type="triangle" w="sm" len="sm"/>
            </a:ln>
          </p:spPr>
          <p:style>
            <a:lnRef idx="2">
              <a:schemeClr val="accent1"/>
            </a:lnRef>
            <a:fillRef idx="0">
              <a:schemeClr val="accent1"/>
            </a:fillRef>
            <a:effectRef idx="1">
              <a:schemeClr val="accent1"/>
            </a:effectRef>
            <a:fontRef idx="minor">
              <a:schemeClr val="tx1"/>
            </a:fontRef>
          </p:style>
        </p:cxnSp>
      </p:grpSp>
      <mc:AlternateContent xmlns:mc="http://schemas.openxmlformats.org/markup-compatibility/2006" xmlns:a14="http://schemas.microsoft.com/office/drawing/2010/main">
        <mc:Choice Requires="a14">
          <p:sp>
            <p:nvSpPr>
              <p:cNvPr id="221" name="TextBox 220">
                <a:extLst>
                  <a:ext uri="{FF2B5EF4-FFF2-40B4-BE49-F238E27FC236}">
                    <a16:creationId xmlns:a16="http://schemas.microsoft.com/office/drawing/2014/main" id="{48D06FDE-8074-C1E7-DE1B-F9E0E29CB7D6}"/>
                  </a:ext>
                </a:extLst>
              </p:cNvPr>
              <p:cNvSpPr txBox="1"/>
              <p:nvPr/>
            </p:nvSpPr>
            <p:spPr>
              <a:xfrm>
                <a:off x="5550909" y="6332955"/>
                <a:ext cx="157607" cy="138498"/>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sSub>
                        <m:sSubPr>
                          <m:ctrlPr>
                            <a:rPr kumimoji="0" lang="de-DE" sz="9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ctrlPr>
                        </m:sSubPr>
                        <m:e>
                          <m:r>
                            <a:rPr kumimoji="0" lang="de-DE" sz="9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𝜔</m:t>
                          </m:r>
                        </m:e>
                        <m:sub>
                          <m:r>
                            <a:rPr kumimoji="0" lang="de-DE" sz="9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1</m:t>
                          </m:r>
                        </m:sub>
                      </m:sSub>
                    </m:oMath>
                  </m:oMathPara>
                </a14:m>
                <a:endParaRPr kumimoji="0" lang="en-US" sz="9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mc:Choice>
        <mc:Fallback xmlns="">
          <p:sp>
            <p:nvSpPr>
              <p:cNvPr id="221" name="TextBox 220">
                <a:extLst>
                  <a:ext uri="{FF2B5EF4-FFF2-40B4-BE49-F238E27FC236}">
                    <a16:creationId xmlns:a16="http://schemas.microsoft.com/office/drawing/2014/main" id="{48D06FDE-8074-C1E7-DE1B-F9E0E29CB7D6}"/>
                  </a:ext>
                </a:extLst>
              </p:cNvPr>
              <p:cNvSpPr txBox="1">
                <a:spLocks noRot="1" noChangeAspect="1" noMove="1" noResize="1" noEditPoints="1" noAdjustHandles="1" noChangeArrowheads="1" noChangeShapeType="1" noTextEdit="1"/>
              </p:cNvSpPr>
              <p:nvPr/>
            </p:nvSpPr>
            <p:spPr>
              <a:xfrm>
                <a:off x="5550909" y="6332955"/>
                <a:ext cx="157607" cy="138498"/>
              </a:xfrm>
              <a:prstGeom prst="rect">
                <a:avLst/>
              </a:prstGeom>
              <a:blipFill>
                <a:blip r:embed="rId6"/>
                <a:stretch>
                  <a:fillRect l="-12000" r="-16000" b="-130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2" name="TextBox 221">
                <a:extLst>
                  <a:ext uri="{FF2B5EF4-FFF2-40B4-BE49-F238E27FC236}">
                    <a16:creationId xmlns:a16="http://schemas.microsoft.com/office/drawing/2014/main" id="{8646095B-36E8-5BF5-123C-1C4B1DA61004}"/>
                  </a:ext>
                </a:extLst>
              </p:cNvPr>
              <p:cNvSpPr txBox="1"/>
              <p:nvPr/>
            </p:nvSpPr>
            <p:spPr>
              <a:xfrm>
                <a:off x="6518996" y="6281230"/>
                <a:ext cx="160299" cy="138498"/>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sSub>
                        <m:sSubPr>
                          <m:ctrlPr>
                            <a:rPr kumimoji="0" lang="de-DE" sz="9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ctrlPr>
                        </m:sSubPr>
                        <m:e>
                          <m:r>
                            <a:rPr kumimoji="0" lang="de-DE" sz="9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𝜔</m:t>
                          </m:r>
                        </m:e>
                        <m:sub>
                          <m:r>
                            <a:rPr kumimoji="0" lang="de-DE" sz="9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2</m:t>
                          </m:r>
                        </m:sub>
                      </m:sSub>
                    </m:oMath>
                  </m:oMathPara>
                </a14:m>
                <a:endParaRPr kumimoji="0" lang="en-US" sz="9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mc:Choice>
        <mc:Fallback xmlns="">
          <p:sp>
            <p:nvSpPr>
              <p:cNvPr id="222" name="TextBox 221">
                <a:extLst>
                  <a:ext uri="{FF2B5EF4-FFF2-40B4-BE49-F238E27FC236}">
                    <a16:creationId xmlns:a16="http://schemas.microsoft.com/office/drawing/2014/main" id="{8646095B-36E8-5BF5-123C-1C4B1DA61004}"/>
                  </a:ext>
                </a:extLst>
              </p:cNvPr>
              <p:cNvSpPr txBox="1">
                <a:spLocks noRot="1" noChangeAspect="1" noMove="1" noResize="1" noEditPoints="1" noAdjustHandles="1" noChangeArrowheads="1" noChangeShapeType="1" noTextEdit="1"/>
              </p:cNvSpPr>
              <p:nvPr/>
            </p:nvSpPr>
            <p:spPr>
              <a:xfrm>
                <a:off x="6518996" y="6281230"/>
                <a:ext cx="160299" cy="138498"/>
              </a:xfrm>
              <a:prstGeom prst="rect">
                <a:avLst/>
              </a:prstGeom>
              <a:blipFill>
                <a:blip r:embed="rId7"/>
                <a:stretch>
                  <a:fillRect l="-11111" r="-7407" b="-13043"/>
                </a:stretch>
              </a:blipFill>
            </p:spPr>
            <p:txBody>
              <a:bodyPr/>
              <a:lstStyle/>
              <a:p>
                <a:r>
                  <a:rPr lang="en-US">
                    <a:noFill/>
                  </a:rPr>
                  <a:t> </a:t>
                </a:r>
              </a:p>
            </p:txBody>
          </p:sp>
        </mc:Fallback>
      </mc:AlternateContent>
      <p:sp>
        <p:nvSpPr>
          <p:cNvPr id="223" name="TextBox 222">
            <a:extLst>
              <a:ext uri="{FF2B5EF4-FFF2-40B4-BE49-F238E27FC236}">
                <a16:creationId xmlns:a16="http://schemas.microsoft.com/office/drawing/2014/main" id="{EB3C6183-785D-2B0B-7138-70AA5B9B54AB}"/>
              </a:ext>
            </a:extLst>
          </p:cNvPr>
          <p:cNvSpPr txBox="1"/>
          <p:nvPr/>
        </p:nvSpPr>
        <p:spPr>
          <a:xfrm>
            <a:off x="5744871" y="6347072"/>
            <a:ext cx="747755" cy="338553"/>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dirty="0">
                <a:ln>
                  <a:noFill/>
                </a:ln>
                <a:solidFill>
                  <a:prstClr val="black"/>
                </a:solidFill>
                <a:effectLst/>
                <a:uLnTx/>
                <a:uFillTx/>
                <a:latin typeface="Aptos" panose="02110004020202020204"/>
                <a:ea typeface="+mn-ea"/>
                <a:cs typeface="+mn-cs"/>
              </a:rPr>
              <a:t>Sender</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dirty="0" err="1">
                <a:ln>
                  <a:noFill/>
                </a:ln>
                <a:solidFill>
                  <a:prstClr val="black"/>
                </a:solidFill>
                <a:effectLst/>
                <a:uLnTx/>
                <a:uFillTx/>
                <a:latin typeface="Aptos" panose="02110004020202020204"/>
                <a:ea typeface="+mn-ea"/>
                <a:cs typeface="+mn-cs"/>
              </a:rPr>
              <a:t>bacterium</a:t>
            </a:r>
            <a:r>
              <a:rPr kumimoji="0" lang="de-DE" sz="800" b="0" i="0" u="none" strike="noStrike" kern="1200" cap="none" spc="0" normalizeH="0" baseline="0" noProof="0" dirty="0">
                <a:ln>
                  <a:noFill/>
                </a:ln>
                <a:solidFill>
                  <a:prstClr val="black"/>
                </a:solidFill>
                <a:effectLst/>
                <a:uLnTx/>
                <a:uFillTx/>
                <a:latin typeface="Aptos" panose="02110004020202020204"/>
                <a:ea typeface="+mn-ea"/>
                <a:cs typeface="+mn-cs"/>
              </a:rPr>
              <a:t> 2</a:t>
            </a:r>
            <a:endParaRPr kumimoji="0" lang="en-US" sz="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grpSp>
        <p:nvGrpSpPr>
          <p:cNvPr id="232" name="Group 231">
            <a:extLst>
              <a:ext uri="{FF2B5EF4-FFF2-40B4-BE49-F238E27FC236}">
                <a16:creationId xmlns:a16="http://schemas.microsoft.com/office/drawing/2014/main" id="{FE637121-55B6-2083-601E-FE71CF748057}"/>
              </a:ext>
            </a:extLst>
          </p:cNvPr>
          <p:cNvGrpSpPr>
            <a:grpSpLocks noChangeAspect="1"/>
          </p:cNvGrpSpPr>
          <p:nvPr/>
        </p:nvGrpSpPr>
        <p:grpSpPr>
          <a:xfrm>
            <a:off x="8336310" y="5571806"/>
            <a:ext cx="568266" cy="286827"/>
            <a:chOff x="2191594" y="3775944"/>
            <a:chExt cx="520920" cy="262930"/>
          </a:xfrm>
        </p:grpSpPr>
        <p:sp>
          <p:nvSpPr>
            <p:cNvPr id="233" name="Rectangle: Rounded Corners 232">
              <a:extLst>
                <a:ext uri="{FF2B5EF4-FFF2-40B4-BE49-F238E27FC236}">
                  <a16:creationId xmlns:a16="http://schemas.microsoft.com/office/drawing/2014/main" id="{C37C3BA3-DF28-EAC8-0148-FA16D2B328B1}"/>
                </a:ext>
              </a:extLst>
            </p:cNvPr>
            <p:cNvSpPr/>
            <p:nvPr/>
          </p:nvSpPr>
          <p:spPr>
            <a:xfrm>
              <a:off x="2191594" y="3775944"/>
              <a:ext cx="520920" cy="262930"/>
            </a:xfrm>
            <a:prstGeom prst="roundRect">
              <a:avLst>
                <a:gd name="adj" fmla="val 26328"/>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cxnSp>
          <p:nvCxnSpPr>
            <p:cNvPr id="234" name="Straight Connector 233">
              <a:extLst>
                <a:ext uri="{FF2B5EF4-FFF2-40B4-BE49-F238E27FC236}">
                  <a16:creationId xmlns:a16="http://schemas.microsoft.com/office/drawing/2014/main" id="{D643E51D-EC85-C71F-747D-F69B6B14CF57}"/>
                </a:ext>
              </a:extLst>
            </p:cNvPr>
            <p:cNvCxnSpPr/>
            <p:nvPr/>
          </p:nvCxnSpPr>
          <p:spPr>
            <a:xfrm>
              <a:off x="2255044" y="3981450"/>
              <a:ext cx="352425"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5" name="Connector: Elbow 234">
              <a:extLst>
                <a:ext uri="{FF2B5EF4-FFF2-40B4-BE49-F238E27FC236}">
                  <a16:creationId xmlns:a16="http://schemas.microsoft.com/office/drawing/2014/main" id="{890EE34A-4300-B5F0-6349-B2DDBC5EB611}"/>
                </a:ext>
              </a:extLst>
            </p:cNvPr>
            <p:cNvCxnSpPr>
              <a:cxnSpLocks/>
            </p:cNvCxnSpPr>
            <p:nvPr/>
          </p:nvCxnSpPr>
          <p:spPr>
            <a:xfrm flipV="1">
              <a:off x="2309813" y="3851005"/>
              <a:ext cx="221456" cy="123782"/>
            </a:xfrm>
            <a:prstGeom prst="bentConnector3">
              <a:avLst>
                <a:gd name="adj1" fmla="val 1613"/>
              </a:avLst>
            </a:prstGeom>
            <a:ln w="6350">
              <a:solidFill>
                <a:schemeClr val="tx1"/>
              </a:solidFill>
              <a:tailEnd type="triangle" w="sm" len="sm"/>
            </a:ln>
          </p:spPr>
          <p:style>
            <a:lnRef idx="2">
              <a:schemeClr val="accent1"/>
            </a:lnRef>
            <a:fillRef idx="0">
              <a:schemeClr val="accent1"/>
            </a:fillRef>
            <a:effectRef idx="1">
              <a:schemeClr val="accent1"/>
            </a:effectRef>
            <a:fontRef idx="minor">
              <a:schemeClr val="tx1"/>
            </a:fontRef>
          </p:style>
        </p:cxnSp>
      </p:grpSp>
      <mc:AlternateContent xmlns:mc="http://schemas.openxmlformats.org/markup-compatibility/2006" xmlns:a14="http://schemas.microsoft.com/office/drawing/2010/main">
        <mc:Choice Requires="a14">
          <p:sp>
            <p:nvSpPr>
              <p:cNvPr id="236" name="TextBox 235">
                <a:extLst>
                  <a:ext uri="{FF2B5EF4-FFF2-40B4-BE49-F238E27FC236}">
                    <a16:creationId xmlns:a16="http://schemas.microsoft.com/office/drawing/2014/main" id="{8113A304-AFE2-369E-104B-69A0904FADE3}"/>
                  </a:ext>
                </a:extLst>
              </p:cNvPr>
              <p:cNvSpPr txBox="1"/>
              <p:nvPr/>
            </p:nvSpPr>
            <p:spPr>
              <a:xfrm>
                <a:off x="8565056" y="5423073"/>
                <a:ext cx="104131" cy="153887"/>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kumimoji="0" lang="en-GB" sz="1000" b="0" i="1" u="none" strike="noStrike" kern="1200" cap="none" spc="0" normalizeH="0" baseline="0" noProof="0">
                          <a:ln>
                            <a:noFill/>
                          </a:ln>
                          <a:solidFill>
                            <a:prstClr val="white">
                              <a:lumMod val="50000"/>
                            </a:prstClr>
                          </a:solidFill>
                          <a:effectLst/>
                          <a:uLnTx/>
                          <a:uFillTx/>
                          <a:latin typeface="Cambria Math" panose="02040503050406030204" pitchFamily="18" charset="0"/>
                          <a:ea typeface="Cambria Math" panose="02040503050406030204" pitchFamily="18" charset="0"/>
                          <a:cs typeface="+mn-cs"/>
                        </a:rPr>
                        <m:t>𝜎</m:t>
                      </m:r>
                    </m:oMath>
                  </m:oMathPara>
                </a14:m>
                <a:endParaRPr kumimoji="0" lang="en-US" sz="9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mc:Choice>
        <mc:Fallback xmlns="">
          <p:sp>
            <p:nvSpPr>
              <p:cNvPr id="236" name="TextBox 235">
                <a:extLst>
                  <a:ext uri="{FF2B5EF4-FFF2-40B4-BE49-F238E27FC236}">
                    <a16:creationId xmlns:a16="http://schemas.microsoft.com/office/drawing/2014/main" id="{8113A304-AFE2-369E-104B-69A0904FADE3}"/>
                  </a:ext>
                </a:extLst>
              </p:cNvPr>
              <p:cNvSpPr txBox="1">
                <a:spLocks noRot="1" noChangeAspect="1" noMove="1" noResize="1" noEditPoints="1" noAdjustHandles="1" noChangeArrowheads="1" noChangeShapeType="1" noTextEdit="1"/>
              </p:cNvSpPr>
              <p:nvPr/>
            </p:nvSpPr>
            <p:spPr>
              <a:xfrm>
                <a:off x="8565056" y="5423073"/>
                <a:ext cx="104131" cy="153887"/>
              </a:xfrm>
              <a:prstGeom prst="rect">
                <a:avLst/>
              </a:prstGeom>
              <a:blipFill>
                <a:blip r:embed="rId15"/>
                <a:stretch>
                  <a:fillRect l="-17647" r="-17647"/>
                </a:stretch>
              </a:blipFill>
            </p:spPr>
            <p:txBody>
              <a:bodyPr/>
              <a:lstStyle/>
              <a:p>
                <a:r>
                  <a:rPr lang="en-US">
                    <a:noFill/>
                  </a:rPr>
                  <a:t> </a:t>
                </a:r>
              </a:p>
            </p:txBody>
          </p:sp>
        </mc:Fallback>
      </mc:AlternateContent>
      <p:sp>
        <p:nvSpPr>
          <p:cNvPr id="237" name="TextBox 236">
            <a:extLst>
              <a:ext uri="{FF2B5EF4-FFF2-40B4-BE49-F238E27FC236}">
                <a16:creationId xmlns:a16="http://schemas.microsoft.com/office/drawing/2014/main" id="{6497369D-D25D-11BA-5C1C-CD5BEFED52E6}"/>
              </a:ext>
            </a:extLst>
          </p:cNvPr>
          <p:cNvSpPr txBox="1"/>
          <p:nvPr/>
        </p:nvSpPr>
        <p:spPr>
          <a:xfrm>
            <a:off x="26946" y="4344304"/>
            <a:ext cx="1481154" cy="5078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1" u="none" strike="noStrike" kern="1200" cap="none" spc="0" normalizeH="0" baseline="0" noProof="0" dirty="0">
                <a:ln>
                  <a:noFill/>
                </a:ln>
                <a:solidFill>
                  <a:prstClr val="white">
                    <a:lumMod val="50000"/>
                  </a:prstClr>
                </a:solidFill>
                <a:effectLst/>
                <a:uLnTx/>
                <a:uFillTx/>
                <a:latin typeface="Aptos Light" panose="020B0004020202020204" pitchFamily="34" charset="0"/>
                <a:ea typeface="+mn-ea"/>
                <a:cs typeface="+mn-cs"/>
              </a:rPr>
              <a:t>Computation lives in stoichiometry and reaction-rate ratios.</a:t>
            </a:r>
          </a:p>
        </p:txBody>
      </p:sp>
      <p:sp>
        <p:nvSpPr>
          <p:cNvPr id="238" name="TextBox 237">
            <a:extLst>
              <a:ext uri="{FF2B5EF4-FFF2-40B4-BE49-F238E27FC236}">
                <a16:creationId xmlns:a16="http://schemas.microsoft.com/office/drawing/2014/main" id="{F2163A7F-3A16-27FE-6552-604BB84A98F6}"/>
              </a:ext>
            </a:extLst>
          </p:cNvPr>
          <p:cNvSpPr txBox="1"/>
          <p:nvPr/>
        </p:nvSpPr>
        <p:spPr>
          <a:xfrm>
            <a:off x="26946" y="5603338"/>
            <a:ext cx="1481154" cy="5078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1" u="none" strike="noStrike" kern="1200" cap="none" spc="0" normalizeH="0" baseline="0" noProof="0" dirty="0">
                <a:ln>
                  <a:noFill/>
                </a:ln>
                <a:solidFill>
                  <a:prstClr val="white">
                    <a:lumMod val="50000"/>
                  </a:prstClr>
                </a:solidFill>
                <a:effectLst/>
                <a:uLnTx/>
                <a:uFillTx/>
                <a:latin typeface="Aptos Light" panose="020B0004020202020204" pitchFamily="34" charset="0"/>
                <a:ea typeface="+mn-ea"/>
                <a:cs typeface="+mn-cs"/>
              </a:rPr>
              <a:t>Computation embedded in living gene-regulatory networks.</a:t>
            </a:r>
          </a:p>
        </p:txBody>
      </p:sp>
      <p:grpSp>
        <p:nvGrpSpPr>
          <p:cNvPr id="3" name="Group 2">
            <a:extLst>
              <a:ext uri="{FF2B5EF4-FFF2-40B4-BE49-F238E27FC236}">
                <a16:creationId xmlns:a16="http://schemas.microsoft.com/office/drawing/2014/main" id="{AE26645E-1ECF-921C-BCD5-BCB7B91702DC}"/>
              </a:ext>
            </a:extLst>
          </p:cNvPr>
          <p:cNvGrpSpPr/>
          <p:nvPr/>
        </p:nvGrpSpPr>
        <p:grpSpPr>
          <a:xfrm>
            <a:off x="6756666" y="366895"/>
            <a:ext cx="992978" cy="1438688"/>
            <a:chOff x="6214404" y="366895"/>
            <a:chExt cx="992978" cy="1438688"/>
          </a:xfrm>
        </p:grpSpPr>
        <p:pic>
          <p:nvPicPr>
            <p:cNvPr id="36" name="Graphic 35" descr="Processor outline">
              <a:extLst>
                <a:ext uri="{FF2B5EF4-FFF2-40B4-BE49-F238E27FC236}">
                  <a16:creationId xmlns:a16="http://schemas.microsoft.com/office/drawing/2014/main" id="{6AD315DB-4535-0053-150C-A212980D6677}"/>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6318283" y="1082673"/>
              <a:ext cx="526132" cy="526132"/>
            </a:xfrm>
            <a:prstGeom prst="rect">
              <a:avLst/>
            </a:prstGeom>
          </p:spPr>
        </p:pic>
        <p:cxnSp>
          <p:nvCxnSpPr>
            <p:cNvPr id="106" name="Straight Connector 105">
              <a:extLst>
                <a:ext uri="{FF2B5EF4-FFF2-40B4-BE49-F238E27FC236}">
                  <a16:creationId xmlns:a16="http://schemas.microsoft.com/office/drawing/2014/main" id="{D1EE5C7A-A7DA-8693-D969-B1D249DF59CC}"/>
                </a:ext>
              </a:extLst>
            </p:cNvPr>
            <p:cNvCxnSpPr>
              <a:cxnSpLocks/>
            </p:cNvCxnSpPr>
            <p:nvPr/>
          </p:nvCxnSpPr>
          <p:spPr>
            <a:xfrm>
              <a:off x="6559610" y="366895"/>
              <a:ext cx="0" cy="302297"/>
            </a:xfrm>
            <a:prstGeom prst="line">
              <a:avLst/>
            </a:prstGeom>
            <a:ln w="6350">
              <a:solidFill>
                <a:schemeClr val="accent2">
                  <a:lumMod val="50000"/>
                  <a:alpha val="33000"/>
                </a:schemeClr>
              </a:solidFill>
            </a:ln>
          </p:spPr>
          <p:style>
            <a:lnRef idx="2">
              <a:schemeClr val="accent1"/>
            </a:lnRef>
            <a:fillRef idx="0">
              <a:schemeClr val="accent1"/>
            </a:fillRef>
            <a:effectRef idx="1">
              <a:schemeClr val="accent1"/>
            </a:effectRef>
            <a:fontRef idx="minor">
              <a:schemeClr val="tx1"/>
            </a:fontRef>
          </p:style>
        </p:cxnSp>
        <p:sp>
          <p:nvSpPr>
            <p:cNvPr id="240" name="TextBox 239">
              <a:extLst>
                <a:ext uri="{FF2B5EF4-FFF2-40B4-BE49-F238E27FC236}">
                  <a16:creationId xmlns:a16="http://schemas.microsoft.com/office/drawing/2014/main" id="{E90DA650-1DB8-3403-19D2-0FED38377054}"/>
                </a:ext>
              </a:extLst>
            </p:cNvPr>
            <p:cNvSpPr txBox="1"/>
            <p:nvPr/>
          </p:nvSpPr>
          <p:spPr>
            <a:xfrm>
              <a:off x="6214404" y="1559362"/>
              <a:ext cx="992978" cy="24622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a:ln/>
                  <a:solidFill>
                    <a:prstClr val="white">
                      <a:lumMod val="50000"/>
                    </a:prstClr>
                  </a:solidFill>
                  <a:effectLst/>
                  <a:uLnTx/>
                  <a:uFillTx/>
                  <a:latin typeface="Arial"/>
                  <a:ea typeface="+mn-ea"/>
                  <a:cs typeface="Arial"/>
                  <a:sym typeface="Arial"/>
                  <a:rtl val="0"/>
                </a:rPr>
                <a:t>DSP circuit</a:t>
              </a:r>
              <a:endParaRPr kumimoji="0" lang="en-US" sz="2400" b="0" i="0" u="none" strike="noStrike" kern="1200" cap="none" spc="0" normalizeH="0" baseline="0" noProof="0" dirty="0">
                <a:ln>
                  <a:noFill/>
                </a:ln>
                <a:solidFill>
                  <a:prstClr val="white">
                    <a:lumMod val="50000"/>
                  </a:prstClr>
                </a:solidFill>
                <a:effectLst/>
                <a:uLnTx/>
                <a:uFillTx/>
                <a:latin typeface="Aptos" panose="02110004020202020204"/>
                <a:ea typeface="+mn-ea"/>
                <a:cs typeface="+mn-cs"/>
              </a:endParaRPr>
            </a:p>
          </p:txBody>
        </p:sp>
      </p:grpSp>
      <p:sp>
        <p:nvSpPr>
          <p:cNvPr id="257" name="TextBox 256">
            <a:extLst>
              <a:ext uri="{FF2B5EF4-FFF2-40B4-BE49-F238E27FC236}">
                <a16:creationId xmlns:a16="http://schemas.microsoft.com/office/drawing/2014/main" id="{2A6AC06E-027A-A8D9-C3A5-6230F2BBE6B1}"/>
              </a:ext>
            </a:extLst>
          </p:cNvPr>
          <p:cNvSpPr txBox="1"/>
          <p:nvPr/>
        </p:nvSpPr>
        <p:spPr>
          <a:xfrm>
            <a:off x="3168980" y="1735704"/>
            <a:ext cx="643287" cy="2308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dirty="0">
                <a:ln>
                  <a:noFill/>
                </a:ln>
                <a:solidFill>
                  <a:prstClr val="black"/>
                </a:solidFill>
                <a:effectLst/>
                <a:uLnTx/>
                <a:uFillTx/>
                <a:latin typeface="Aptos Light" panose="020B0004020202020204" pitchFamily="34" charset="0"/>
                <a:ea typeface="+mn-ea"/>
                <a:cs typeface="+mn-cs"/>
              </a:rPr>
              <a:t>bio</a:t>
            </a:r>
            <a:r>
              <a:rPr kumimoji="0" lang="de-DE" sz="900" b="0" i="0" u="none" strike="noStrike" kern="1200" cap="none" spc="0" normalizeH="0" baseline="0" noProof="0" dirty="0">
                <a:ln>
                  <a:noFill/>
                </a:ln>
                <a:solidFill>
                  <a:prstClr val="black"/>
                </a:solidFill>
                <a:effectLst/>
                <a:uLnTx/>
                <a:uFillTx/>
                <a:latin typeface="Aptos Light" panose="020B0004020202020204" pitchFamily="34" charset="0"/>
                <a:ea typeface="+mn-ea"/>
                <a:cs typeface="+mn-cs"/>
              </a:rPr>
              <a:t>-FET</a:t>
            </a:r>
            <a:r>
              <a:rPr kumimoji="0" lang="en-GB" sz="900" b="0" i="0" u="none" strike="noStrike" kern="1200" cap="none" spc="0" normalizeH="0" baseline="0" noProof="0" dirty="0">
                <a:ln>
                  <a:noFill/>
                </a:ln>
                <a:solidFill>
                  <a:prstClr val="black"/>
                </a:solidFill>
                <a:effectLst/>
                <a:uLnTx/>
                <a:uFillTx/>
                <a:latin typeface="Aptos Light" panose="020B0004020202020204" pitchFamily="34" charset="0"/>
                <a:ea typeface="+mn-ea"/>
                <a:cs typeface="+mn-cs"/>
              </a:rPr>
              <a:t> </a:t>
            </a:r>
            <a:endParaRPr kumimoji="0" lang="en-US" sz="9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cxnSp>
        <p:nvCxnSpPr>
          <p:cNvPr id="258" name="Straight Arrow Connector 257">
            <a:extLst>
              <a:ext uri="{FF2B5EF4-FFF2-40B4-BE49-F238E27FC236}">
                <a16:creationId xmlns:a16="http://schemas.microsoft.com/office/drawing/2014/main" id="{208037C5-2427-C6FB-866B-C643D7412F97}"/>
              </a:ext>
            </a:extLst>
          </p:cNvPr>
          <p:cNvCxnSpPr>
            <a:cxnSpLocks/>
          </p:cNvCxnSpPr>
          <p:nvPr/>
        </p:nvCxnSpPr>
        <p:spPr>
          <a:xfrm rot="2220000">
            <a:off x="3227852" y="1608805"/>
            <a:ext cx="262771" cy="98027"/>
          </a:xfrm>
          <a:prstGeom prst="straightConnector1">
            <a:avLst/>
          </a:prstGeom>
          <a:ln w="6350">
            <a:solidFill>
              <a:schemeClr val="bg1">
                <a:lumMod val="50000"/>
              </a:schemeClr>
            </a:solidFill>
            <a:tailEnd type="triangle" w="sm" len="sm"/>
          </a:ln>
        </p:spPr>
        <p:style>
          <a:lnRef idx="2">
            <a:schemeClr val="accent1"/>
          </a:lnRef>
          <a:fillRef idx="0">
            <a:schemeClr val="accent1"/>
          </a:fillRef>
          <a:effectRef idx="1">
            <a:schemeClr val="accent1"/>
          </a:effectRef>
          <a:fontRef idx="minor">
            <a:schemeClr val="tx1"/>
          </a:fontRef>
        </p:style>
      </p:cxnSp>
      <p:sp>
        <p:nvSpPr>
          <p:cNvPr id="259" name="TextBox 258">
            <a:extLst>
              <a:ext uri="{FF2B5EF4-FFF2-40B4-BE49-F238E27FC236}">
                <a16:creationId xmlns:a16="http://schemas.microsoft.com/office/drawing/2014/main" id="{2755F957-72F8-DB4B-22D0-0E596263951F}"/>
              </a:ext>
            </a:extLst>
          </p:cNvPr>
          <p:cNvSpPr txBox="1"/>
          <p:nvPr/>
        </p:nvSpPr>
        <p:spPr>
          <a:xfrm>
            <a:off x="4757527" y="6410392"/>
            <a:ext cx="718466" cy="338553"/>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dirty="0">
                <a:ln>
                  <a:noFill/>
                </a:ln>
                <a:solidFill>
                  <a:prstClr val="black"/>
                </a:solidFill>
                <a:effectLst/>
                <a:uLnTx/>
                <a:uFillTx/>
                <a:latin typeface="Aptos" panose="02110004020202020204"/>
                <a:ea typeface="+mn-ea"/>
                <a:cs typeface="+mn-cs"/>
              </a:rPr>
              <a:t>Sender</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dirty="0" err="1">
                <a:ln>
                  <a:noFill/>
                </a:ln>
                <a:solidFill>
                  <a:prstClr val="black"/>
                </a:solidFill>
                <a:effectLst/>
                <a:uLnTx/>
                <a:uFillTx/>
                <a:latin typeface="Aptos" panose="02110004020202020204"/>
                <a:ea typeface="+mn-ea"/>
                <a:cs typeface="+mn-cs"/>
              </a:rPr>
              <a:t>bacterium</a:t>
            </a:r>
            <a:r>
              <a:rPr kumimoji="0" lang="de-DE" sz="800" b="0" i="0" u="none" strike="noStrike" kern="1200" cap="none" spc="0" normalizeH="0" baseline="0" noProof="0" dirty="0">
                <a:ln>
                  <a:noFill/>
                </a:ln>
                <a:solidFill>
                  <a:prstClr val="black"/>
                </a:solidFill>
                <a:effectLst/>
                <a:uLnTx/>
                <a:uFillTx/>
                <a:latin typeface="Aptos" panose="02110004020202020204"/>
                <a:ea typeface="+mn-ea"/>
                <a:cs typeface="+mn-cs"/>
              </a:rPr>
              <a:t> 1</a:t>
            </a:r>
            <a:endParaRPr kumimoji="0" lang="en-US" sz="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260" name="TextBox 259">
            <a:extLst>
              <a:ext uri="{FF2B5EF4-FFF2-40B4-BE49-F238E27FC236}">
                <a16:creationId xmlns:a16="http://schemas.microsoft.com/office/drawing/2014/main" id="{15541C19-E071-F0B8-F8B3-D049FD5DAE3A}"/>
              </a:ext>
            </a:extLst>
          </p:cNvPr>
          <p:cNvSpPr txBox="1"/>
          <p:nvPr/>
        </p:nvSpPr>
        <p:spPr>
          <a:xfrm>
            <a:off x="2962281" y="6427188"/>
            <a:ext cx="709434" cy="2308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dirty="0">
                <a:ln/>
                <a:solidFill>
                  <a:prstClr val="black"/>
                </a:solidFill>
                <a:effectLst/>
                <a:uLnTx/>
                <a:uFillTx/>
                <a:latin typeface="Aptos Light" panose="020B0004020202020204" pitchFamily="34" charset="0"/>
                <a:ea typeface="+mn-ea"/>
                <a:cs typeface="Arial"/>
                <a:sym typeface="Arial"/>
                <a:rtl val="0"/>
              </a:rPr>
              <a:t>bacteria</a:t>
            </a:r>
            <a:endParaRPr kumimoji="0" lang="en-US" sz="9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261" name="TextBox 260">
            <a:extLst>
              <a:ext uri="{FF2B5EF4-FFF2-40B4-BE49-F238E27FC236}">
                <a16:creationId xmlns:a16="http://schemas.microsoft.com/office/drawing/2014/main" id="{CA2D5776-2ADA-8A9D-BF6A-60FC57F51379}"/>
              </a:ext>
            </a:extLst>
          </p:cNvPr>
          <p:cNvSpPr txBox="1"/>
          <p:nvPr/>
        </p:nvSpPr>
        <p:spPr>
          <a:xfrm>
            <a:off x="1829066" y="6008245"/>
            <a:ext cx="709434" cy="2308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dirty="0">
                <a:ln/>
                <a:solidFill>
                  <a:prstClr val="black"/>
                </a:solidFill>
                <a:effectLst/>
                <a:uLnTx/>
                <a:uFillTx/>
                <a:latin typeface="Aptos Light" panose="020B0004020202020204" pitchFamily="34" charset="0"/>
                <a:ea typeface="+mn-ea"/>
                <a:cs typeface="Arial"/>
                <a:sym typeface="Arial"/>
                <a:rtl val="0"/>
              </a:rPr>
              <a:t>inducers</a:t>
            </a:r>
            <a:endParaRPr kumimoji="0" lang="en-US" sz="9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262" name="Oval 261">
            <a:extLst>
              <a:ext uri="{FF2B5EF4-FFF2-40B4-BE49-F238E27FC236}">
                <a16:creationId xmlns:a16="http://schemas.microsoft.com/office/drawing/2014/main" id="{3764D523-7810-3FCC-3D3B-0E94EF3D1987}"/>
              </a:ext>
            </a:extLst>
          </p:cNvPr>
          <p:cNvSpPr>
            <a:spLocks noChangeAspect="1"/>
          </p:cNvSpPr>
          <p:nvPr/>
        </p:nvSpPr>
        <p:spPr>
          <a:xfrm>
            <a:off x="3058856" y="6414055"/>
            <a:ext cx="54224" cy="54224"/>
          </a:xfrm>
          <a:prstGeom prst="ellipse">
            <a:avLst/>
          </a:prstGeom>
          <a:solidFill>
            <a:srgbClr val="C29B4E"/>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63" name="Oval 262">
            <a:extLst>
              <a:ext uri="{FF2B5EF4-FFF2-40B4-BE49-F238E27FC236}">
                <a16:creationId xmlns:a16="http://schemas.microsoft.com/office/drawing/2014/main" id="{FF2BA11F-3BEF-3CB4-E114-5ABBA4C3A336}"/>
              </a:ext>
            </a:extLst>
          </p:cNvPr>
          <p:cNvSpPr>
            <a:spLocks noChangeAspect="1"/>
          </p:cNvSpPr>
          <p:nvPr/>
        </p:nvSpPr>
        <p:spPr>
          <a:xfrm>
            <a:off x="3168588" y="6179549"/>
            <a:ext cx="54224" cy="54224"/>
          </a:xfrm>
          <a:prstGeom prst="ellipse">
            <a:avLst/>
          </a:prstGeom>
          <a:solidFill>
            <a:srgbClr val="C29B4E"/>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64" name="Oval 263">
            <a:extLst>
              <a:ext uri="{FF2B5EF4-FFF2-40B4-BE49-F238E27FC236}">
                <a16:creationId xmlns:a16="http://schemas.microsoft.com/office/drawing/2014/main" id="{8A4BA597-16A2-8B2F-008B-EE95EFD45175}"/>
              </a:ext>
            </a:extLst>
          </p:cNvPr>
          <p:cNvSpPr>
            <a:spLocks noChangeAspect="1"/>
          </p:cNvSpPr>
          <p:nvPr/>
        </p:nvSpPr>
        <p:spPr>
          <a:xfrm>
            <a:off x="2349548" y="6293118"/>
            <a:ext cx="54224" cy="54224"/>
          </a:xfrm>
          <a:prstGeom prst="ellipse">
            <a:avLst/>
          </a:prstGeom>
          <a:solidFill>
            <a:srgbClr val="C29B4E"/>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65" name="Oval 264">
            <a:extLst>
              <a:ext uri="{FF2B5EF4-FFF2-40B4-BE49-F238E27FC236}">
                <a16:creationId xmlns:a16="http://schemas.microsoft.com/office/drawing/2014/main" id="{ACABC49F-B577-8949-94D7-F26151970888}"/>
              </a:ext>
            </a:extLst>
          </p:cNvPr>
          <p:cNvSpPr>
            <a:spLocks noChangeAspect="1"/>
          </p:cNvSpPr>
          <p:nvPr/>
        </p:nvSpPr>
        <p:spPr>
          <a:xfrm>
            <a:off x="2245510" y="6541626"/>
            <a:ext cx="54224" cy="54224"/>
          </a:xfrm>
          <a:prstGeom prst="ellipse">
            <a:avLst/>
          </a:prstGeom>
          <a:solidFill>
            <a:srgbClr val="C29B4E"/>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28778891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gradFill>
          <a:gsLst>
            <a:gs pos="0">
              <a:srgbClr val="F2EADA">
                <a:alpha val="61000"/>
              </a:srgbClr>
            </a:gs>
            <a:gs pos="80000">
              <a:srgbClr val="DFCBA2">
                <a:alpha val="61000"/>
              </a:srgbClr>
            </a:gs>
            <a:gs pos="100000">
              <a:srgbClr val="E1CEA9">
                <a:alpha val="61000"/>
              </a:srgbClr>
            </a:gs>
          </a:gsLst>
          <a:lin ang="2700000" scaled="1"/>
        </a:gradFill>
        <a:effectLst/>
      </p:bgPr>
    </p:bg>
    <p:spTree>
      <p:nvGrpSpPr>
        <p:cNvPr id="1" name="">
          <a:extLst>
            <a:ext uri="{FF2B5EF4-FFF2-40B4-BE49-F238E27FC236}">
              <a16:creationId xmlns:a16="http://schemas.microsoft.com/office/drawing/2014/main" id="{7AEA52CC-E19E-C348-9869-35E90E9279E3}"/>
            </a:ext>
          </a:extLst>
        </p:cNvPr>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C2F25500-95D5-FB30-FA87-9F701DDED16C}"/>
              </a:ext>
            </a:extLst>
          </p:cNvPr>
          <p:cNvSpPr/>
          <p:nvPr/>
        </p:nvSpPr>
        <p:spPr>
          <a:xfrm>
            <a:off x="1865524" y="3730283"/>
            <a:ext cx="2449543" cy="1369807"/>
          </a:xfrm>
          <a:prstGeom prst="roundRect">
            <a:avLst>
              <a:gd name="adj" fmla="val 4351"/>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cxnSp>
        <p:nvCxnSpPr>
          <p:cNvPr id="6" name="Straight Connector 5">
            <a:extLst>
              <a:ext uri="{FF2B5EF4-FFF2-40B4-BE49-F238E27FC236}">
                <a16:creationId xmlns:a16="http://schemas.microsoft.com/office/drawing/2014/main" id="{8EC7D5FE-FB6E-C16E-42E1-B95E0DF6C616}"/>
              </a:ext>
            </a:extLst>
          </p:cNvPr>
          <p:cNvCxnSpPr>
            <a:cxnSpLocks/>
          </p:cNvCxnSpPr>
          <p:nvPr/>
        </p:nvCxnSpPr>
        <p:spPr>
          <a:xfrm flipH="1">
            <a:off x="1746380" y="14192"/>
            <a:ext cx="12495" cy="6801680"/>
          </a:xfrm>
          <a:prstGeom prst="line">
            <a:avLst/>
          </a:prstGeom>
          <a:ln w="6350">
            <a:solidFill>
              <a:schemeClr val="accent2">
                <a:lumMod val="50000"/>
                <a:alpha val="33000"/>
              </a:schemeClr>
            </a:solidFill>
          </a:ln>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A75159A6-49F7-363F-EB36-BFDF807E30BE}"/>
              </a:ext>
            </a:extLst>
          </p:cNvPr>
          <p:cNvCxnSpPr>
            <a:cxnSpLocks/>
          </p:cNvCxnSpPr>
          <p:nvPr/>
        </p:nvCxnSpPr>
        <p:spPr>
          <a:xfrm>
            <a:off x="4456194" y="521812"/>
            <a:ext cx="0" cy="6294059"/>
          </a:xfrm>
          <a:prstGeom prst="line">
            <a:avLst/>
          </a:prstGeom>
          <a:ln w="6350">
            <a:solidFill>
              <a:schemeClr val="accent2">
                <a:lumMod val="50000"/>
                <a:alpha val="33000"/>
              </a:schemeClr>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21A5E77D-E04E-AB6A-5A82-86EBFD179191}"/>
              </a:ext>
            </a:extLst>
          </p:cNvPr>
          <p:cNvCxnSpPr>
            <a:cxnSpLocks/>
          </p:cNvCxnSpPr>
          <p:nvPr/>
        </p:nvCxnSpPr>
        <p:spPr>
          <a:xfrm>
            <a:off x="7133889" y="1978422"/>
            <a:ext cx="0" cy="4837449"/>
          </a:xfrm>
          <a:prstGeom prst="line">
            <a:avLst/>
          </a:prstGeom>
          <a:ln w="6350">
            <a:solidFill>
              <a:schemeClr val="accent2">
                <a:lumMod val="50000"/>
                <a:alpha val="33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CCA0C260-F036-A245-5764-6648D05C3C03}"/>
              </a:ext>
            </a:extLst>
          </p:cNvPr>
          <p:cNvCxnSpPr>
            <a:cxnSpLocks/>
          </p:cNvCxnSpPr>
          <p:nvPr/>
        </p:nvCxnSpPr>
        <p:spPr>
          <a:xfrm flipH="1">
            <a:off x="9709514" y="504540"/>
            <a:ext cx="0" cy="6311331"/>
          </a:xfrm>
          <a:prstGeom prst="line">
            <a:avLst/>
          </a:prstGeom>
          <a:ln w="6350">
            <a:solidFill>
              <a:schemeClr val="accent2">
                <a:lumMod val="50000"/>
                <a:alpha val="33000"/>
              </a:schemeClr>
            </a:solidFill>
          </a:ln>
        </p:spPr>
        <p:style>
          <a:lnRef idx="2">
            <a:schemeClr val="accent1"/>
          </a:lnRef>
          <a:fillRef idx="0">
            <a:schemeClr val="accent1"/>
          </a:fillRef>
          <a:effectRef idx="1">
            <a:schemeClr val="accent1"/>
          </a:effectRef>
          <a:fontRef idx="minor">
            <a:schemeClr val="tx1"/>
          </a:fontRef>
        </p:style>
      </p:cxnSp>
      <p:sp>
        <p:nvSpPr>
          <p:cNvPr id="10" name="Rectangle: Rounded Corners 9">
            <a:extLst>
              <a:ext uri="{FF2B5EF4-FFF2-40B4-BE49-F238E27FC236}">
                <a16:creationId xmlns:a16="http://schemas.microsoft.com/office/drawing/2014/main" id="{64325C20-CA5F-C30C-211A-260F1631F086}"/>
              </a:ext>
            </a:extLst>
          </p:cNvPr>
          <p:cNvSpPr/>
          <p:nvPr/>
        </p:nvSpPr>
        <p:spPr>
          <a:xfrm>
            <a:off x="7269240" y="4564930"/>
            <a:ext cx="2357475" cy="1369807"/>
          </a:xfrm>
          <a:prstGeom prst="roundRect">
            <a:avLst>
              <a:gd name="adj" fmla="val 4351"/>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 name="Rectangle: Rounded Corners 10">
            <a:extLst>
              <a:ext uri="{FF2B5EF4-FFF2-40B4-BE49-F238E27FC236}">
                <a16:creationId xmlns:a16="http://schemas.microsoft.com/office/drawing/2014/main" id="{6F4E23E0-160F-A728-EF3B-7D86B3C5919D}"/>
              </a:ext>
            </a:extLst>
          </p:cNvPr>
          <p:cNvSpPr/>
          <p:nvPr/>
        </p:nvSpPr>
        <p:spPr>
          <a:xfrm>
            <a:off x="1877759" y="2141070"/>
            <a:ext cx="2447209" cy="1369807"/>
          </a:xfrm>
          <a:prstGeom prst="roundRect">
            <a:avLst>
              <a:gd name="adj" fmla="val 4351"/>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nvGrpSpPr>
          <p:cNvPr id="12" name="Group 11">
            <a:extLst>
              <a:ext uri="{FF2B5EF4-FFF2-40B4-BE49-F238E27FC236}">
                <a16:creationId xmlns:a16="http://schemas.microsoft.com/office/drawing/2014/main" id="{89F1B497-7580-9AF2-E513-9CB9B4BC9DCF}"/>
              </a:ext>
            </a:extLst>
          </p:cNvPr>
          <p:cNvGrpSpPr/>
          <p:nvPr/>
        </p:nvGrpSpPr>
        <p:grpSpPr>
          <a:xfrm>
            <a:off x="1808379" y="3694592"/>
            <a:ext cx="2506686" cy="674688"/>
            <a:chOff x="43766" y="2027777"/>
            <a:chExt cx="1516466" cy="408165"/>
          </a:xfrm>
        </p:grpSpPr>
        <p:sp>
          <p:nvSpPr>
            <p:cNvPr id="13" name="TextBox 12">
              <a:extLst>
                <a:ext uri="{FF2B5EF4-FFF2-40B4-BE49-F238E27FC236}">
                  <a16:creationId xmlns:a16="http://schemas.microsoft.com/office/drawing/2014/main" id="{1E4F3537-8533-5374-DF1D-0AF2E159A983}"/>
                </a:ext>
              </a:extLst>
            </p:cNvPr>
            <p:cNvSpPr txBox="1"/>
            <p:nvPr/>
          </p:nvSpPr>
          <p:spPr>
            <a:xfrm>
              <a:off x="43766" y="2027777"/>
              <a:ext cx="863885" cy="131800"/>
            </a:xfrm>
            <a:prstGeom prst="rect">
              <a:avLst/>
            </a:prstGeom>
            <a:noFill/>
          </p:spPr>
          <p:txBody>
            <a:bodyPr rot="0" spcFirstLastPara="0" vertOverflow="overflow" horzOverflow="overflow" vert="horz" wrap="none" lIns="63355" tIns="31678" rIns="63355" bIns="31678"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solidFill>
                    <a:srgbClr val="000000"/>
                  </a:solidFill>
                  <a:effectLst/>
                  <a:uLnTx/>
                  <a:uFillTx/>
                  <a:latin typeface="Arial"/>
                  <a:ea typeface="+mn-ea"/>
                  <a:cs typeface="Arial"/>
                  <a:sym typeface="Arial"/>
                  <a:rtl val="0"/>
                </a:rPr>
                <a:t>Metabolites as inputs</a:t>
              </a:r>
            </a:p>
          </p:txBody>
        </p:sp>
        <p:sp>
          <p:nvSpPr>
            <p:cNvPr id="14" name="TextBox 13">
              <a:extLst>
                <a:ext uri="{FF2B5EF4-FFF2-40B4-BE49-F238E27FC236}">
                  <a16:creationId xmlns:a16="http://schemas.microsoft.com/office/drawing/2014/main" id="{D297932F-A035-8E2B-4393-7A871B0BF151}"/>
                </a:ext>
              </a:extLst>
            </p:cNvPr>
            <p:cNvSpPr txBox="1"/>
            <p:nvPr/>
          </p:nvSpPr>
          <p:spPr>
            <a:xfrm>
              <a:off x="50754" y="2145876"/>
              <a:ext cx="1509478" cy="290066"/>
            </a:xfrm>
            <a:prstGeom prst="rect">
              <a:avLst/>
            </a:prstGeom>
            <a:noFill/>
          </p:spPr>
          <p:txBody>
            <a:bodyPr rot="0" spcFirstLastPara="0" vertOverflow="overflow" horzOverflow="overflow" vert="horz" wrap="square" lIns="63355" tIns="31678" rIns="63355" bIns="31678"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dirty="0">
                  <a:ln>
                    <a:noFill/>
                  </a:ln>
                  <a:solidFill>
                    <a:prstClr val="black"/>
                  </a:solidFill>
                  <a:effectLst/>
                  <a:uLnTx/>
                  <a:uFillTx/>
                  <a:latin typeface="Aptos Light" panose="020B0004020202020204" pitchFamily="34" charset="0"/>
                  <a:ea typeface="+mn-ea"/>
                  <a:cs typeface="+mn-cs"/>
                </a:rPr>
                <a:t>Mechanism</a:t>
              </a:r>
              <a:endParaRPr kumimoji="0" lang="en-GB" sz="900" b="0" i="0" u="none" strike="noStrike" kern="1200" cap="none" spc="0" normalizeH="0" baseline="0" noProof="0" dirty="0">
                <a:ln/>
                <a:solidFill>
                  <a:prstClr val="black"/>
                </a:solidFill>
                <a:effectLst/>
                <a:uLnTx/>
                <a:uFillTx/>
                <a:latin typeface="Aptos Light" panose="020B0004020202020204" pitchFamily="34" charset="0"/>
                <a:ea typeface="+mn-ea"/>
                <a:cs typeface="Arial"/>
                <a:sym typeface="Arial"/>
                <a:rtl val="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dirty="0">
                  <a:ln/>
                  <a:solidFill>
                    <a:prstClr val="black"/>
                  </a:solidFill>
                  <a:effectLst/>
                  <a:uLnTx/>
                  <a:uFillTx/>
                  <a:latin typeface="Aptos Light" panose="020B0004020202020204" pitchFamily="34" charset="0"/>
                  <a:ea typeface="+mn-ea"/>
                  <a:cs typeface="Arial"/>
                  <a:sym typeface="Arial"/>
                  <a:rtl val="0"/>
                </a:rPr>
                <a:t>Inputs are encoded in the concentration level of metabolites</a:t>
              </a:r>
            </a:p>
          </p:txBody>
        </p:sp>
      </p:grpSp>
      <p:sp>
        <p:nvSpPr>
          <p:cNvPr id="15" name="Rectangle: Rounded Corners 14">
            <a:extLst>
              <a:ext uri="{FF2B5EF4-FFF2-40B4-BE49-F238E27FC236}">
                <a16:creationId xmlns:a16="http://schemas.microsoft.com/office/drawing/2014/main" id="{2094C8C0-3E85-EBFD-18ED-320BA5F0D104}"/>
              </a:ext>
            </a:extLst>
          </p:cNvPr>
          <p:cNvSpPr/>
          <p:nvPr/>
        </p:nvSpPr>
        <p:spPr>
          <a:xfrm>
            <a:off x="1878609" y="679688"/>
            <a:ext cx="2467325" cy="1369807"/>
          </a:xfrm>
          <a:prstGeom prst="roundRect">
            <a:avLst>
              <a:gd name="adj" fmla="val 4351"/>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6" name="TextBox 15">
            <a:extLst>
              <a:ext uri="{FF2B5EF4-FFF2-40B4-BE49-F238E27FC236}">
                <a16:creationId xmlns:a16="http://schemas.microsoft.com/office/drawing/2014/main" id="{68A5DDC6-D645-399F-B1E6-254726520A82}"/>
              </a:ext>
            </a:extLst>
          </p:cNvPr>
          <p:cNvSpPr txBox="1"/>
          <p:nvPr/>
        </p:nvSpPr>
        <p:spPr>
          <a:xfrm>
            <a:off x="-52323" y="275098"/>
            <a:ext cx="1756598" cy="248641"/>
          </a:xfrm>
          <a:prstGeom prst="rect">
            <a:avLst/>
          </a:prstGeom>
          <a:noFill/>
        </p:spPr>
        <p:txBody>
          <a:bodyPr rot="0" spcFirstLastPara="0" vertOverflow="overflow" horzOverflow="overflow" vert="horz" wrap="none" lIns="63355" tIns="31678" rIns="63355" bIns="31678"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a:ln/>
                <a:solidFill>
                  <a:srgbClr val="000000"/>
                </a:solidFill>
                <a:effectLst/>
                <a:uLnTx/>
                <a:uFillTx/>
                <a:latin typeface="Arial"/>
                <a:ea typeface="+mn-ea"/>
                <a:cs typeface="Arial"/>
                <a:sym typeface="Arial"/>
                <a:rtl val="0"/>
              </a:rPr>
              <a:t>Substrate ↓ ▪  Stage →</a:t>
            </a:r>
          </a:p>
        </p:txBody>
      </p:sp>
      <p:sp>
        <p:nvSpPr>
          <p:cNvPr id="17" name="TextBox 16">
            <a:extLst>
              <a:ext uri="{FF2B5EF4-FFF2-40B4-BE49-F238E27FC236}">
                <a16:creationId xmlns:a16="http://schemas.microsoft.com/office/drawing/2014/main" id="{2B93E2DE-EE89-332D-912A-CC37983ACBEB}"/>
              </a:ext>
            </a:extLst>
          </p:cNvPr>
          <p:cNvSpPr txBox="1"/>
          <p:nvPr/>
        </p:nvSpPr>
        <p:spPr>
          <a:xfrm>
            <a:off x="2406406" y="36999"/>
            <a:ext cx="1402335" cy="248641"/>
          </a:xfrm>
          <a:prstGeom prst="rect">
            <a:avLst/>
          </a:prstGeom>
          <a:noFill/>
        </p:spPr>
        <p:txBody>
          <a:bodyPr rot="0" spcFirstLastPara="0" vertOverflow="overflow" horzOverflow="overflow" vert="horz" wrap="none" lIns="63355" tIns="31678" rIns="63355" bIns="31678"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a:ln/>
                <a:solidFill>
                  <a:srgbClr val="000000"/>
                </a:solidFill>
                <a:effectLst/>
                <a:uLnTx/>
                <a:uFillTx/>
                <a:latin typeface="Arial"/>
                <a:ea typeface="+mn-ea"/>
                <a:cs typeface="Arial"/>
                <a:sym typeface="Arial"/>
                <a:rtl val="0"/>
              </a:rPr>
              <a:t>Input </a:t>
            </a:r>
            <a:r>
              <a:rPr kumimoji="0" lang="en-GB" sz="1200" b="1" i="0" u="none" strike="noStrike" kern="1200" cap="none" spc="0" normalizeH="0" baseline="0" noProof="0" dirty="0">
                <a:ln/>
                <a:solidFill>
                  <a:srgbClr val="000000"/>
                </a:solidFill>
                <a:effectLst/>
                <a:uLnTx/>
                <a:uFillTx/>
                <a:latin typeface="Arial"/>
                <a:ea typeface="+mn-ea"/>
                <a:cs typeface="Arial"/>
                <a:sym typeface="Symbol" panose="05050102010706020507" pitchFamily="18" charset="2"/>
                <a:rtl val="0"/>
              </a:rPr>
              <a:t> </a:t>
            </a:r>
            <a:r>
              <a:rPr kumimoji="0" lang="en-GB" sz="1200" b="1" i="0" u="none" strike="noStrike" kern="1200" cap="none" spc="0" normalizeH="0" baseline="0" noProof="0" dirty="0">
                <a:ln/>
                <a:solidFill>
                  <a:srgbClr val="000000"/>
                </a:solidFill>
                <a:effectLst/>
                <a:uLnTx/>
                <a:uFillTx/>
                <a:latin typeface="Arial"/>
                <a:ea typeface="+mn-ea"/>
                <a:cs typeface="Arial"/>
                <a:sym typeface="Arial"/>
                <a:rtl val="0"/>
              </a:rPr>
              <a:t>Interface</a:t>
            </a:r>
          </a:p>
        </p:txBody>
      </p:sp>
      <p:sp>
        <p:nvSpPr>
          <p:cNvPr id="20" name="TextBox 19">
            <a:extLst>
              <a:ext uri="{FF2B5EF4-FFF2-40B4-BE49-F238E27FC236}">
                <a16:creationId xmlns:a16="http://schemas.microsoft.com/office/drawing/2014/main" id="{A9B04FBB-B808-5FE0-B9FD-097F9F096465}"/>
              </a:ext>
            </a:extLst>
          </p:cNvPr>
          <p:cNvSpPr txBox="1"/>
          <p:nvPr/>
        </p:nvSpPr>
        <p:spPr>
          <a:xfrm>
            <a:off x="6214404" y="-41974"/>
            <a:ext cx="1650800" cy="248641"/>
          </a:xfrm>
          <a:prstGeom prst="rect">
            <a:avLst/>
          </a:prstGeom>
          <a:noFill/>
        </p:spPr>
        <p:txBody>
          <a:bodyPr rot="0" spcFirstLastPara="0" vertOverflow="overflow" horzOverflow="overflow" vert="horz" wrap="none" lIns="63355" tIns="31678" rIns="63355" bIns="31678"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a:ln/>
                <a:solidFill>
                  <a:srgbClr val="000000"/>
                </a:solidFill>
                <a:effectLst/>
                <a:uLnTx/>
                <a:uFillTx/>
                <a:latin typeface="Arial"/>
                <a:ea typeface="+mn-ea"/>
                <a:cs typeface="Arial"/>
                <a:sym typeface="Arial"/>
                <a:rtl val="0"/>
              </a:rPr>
              <a:t>Neuron Components</a:t>
            </a:r>
          </a:p>
        </p:txBody>
      </p:sp>
      <p:cxnSp>
        <p:nvCxnSpPr>
          <p:cNvPr id="21" name="Straight Connector 20">
            <a:extLst>
              <a:ext uri="{FF2B5EF4-FFF2-40B4-BE49-F238E27FC236}">
                <a16:creationId xmlns:a16="http://schemas.microsoft.com/office/drawing/2014/main" id="{3763C5EC-B1DF-F099-D1E7-5A6C424BB4D0}"/>
              </a:ext>
            </a:extLst>
          </p:cNvPr>
          <p:cNvCxnSpPr>
            <a:cxnSpLocks/>
          </p:cNvCxnSpPr>
          <p:nvPr/>
        </p:nvCxnSpPr>
        <p:spPr>
          <a:xfrm>
            <a:off x="34139" y="647339"/>
            <a:ext cx="12157861" cy="32349"/>
          </a:xfrm>
          <a:prstGeom prst="line">
            <a:avLst/>
          </a:prstGeom>
          <a:ln w="6350">
            <a:solidFill>
              <a:schemeClr val="accent2">
                <a:lumMod val="50000"/>
                <a:alpha val="33000"/>
              </a:schemeClr>
            </a:solidFill>
          </a:ln>
        </p:spPr>
        <p:style>
          <a:lnRef idx="2">
            <a:schemeClr val="accent1"/>
          </a:lnRef>
          <a:fillRef idx="0">
            <a:schemeClr val="accent1"/>
          </a:fillRef>
          <a:effectRef idx="1">
            <a:schemeClr val="accent1"/>
          </a:effectRef>
          <a:fontRef idx="minor">
            <a:schemeClr val="tx1"/>
          </a:fontRef>
        </p:style>
      </p:cxnSp>
      <p:grpSp>
        <p:nvGrpSpPr>
          <p:cNvPr id="22" name="Group 21">
            <a:extLst>
              <a:ext uri="{FF2B5EF4-FFF2-40B4-BE49-F238E27FC236}">
                <a16:creationId xmlns:a16="http://schemas.microsoft.com/office/drawing/2014/main" id="{38AE201F-97E3-AD6F-4DBB-9EA97D3EB154}"/>
              </a:ext>
            </a:extLst>
          </p:cNvPr>
          <p:cNvGrpSpPr/>
          <p:nvPr/>
        </p:nvGrpSpPr>
        <p:grpSpPr>
          <a:xfrm>
            <a:off x="4456194" y="305329"/>
            <a:ext cx="135810" cy="216486"/>
            <a:chOff x="2235570" y="366714"/>
            <a:chExt cx="82161" cy="130967"/>
          </a:xfrm>
        </p:grpSpPr>
        <p:cxnSp>
          <p:nvCxnSpPr>
            <p:cNvPr id="23" name="Straight Connector 22">
              <a:extLst>
                <a:ext uri="{FF2B5EF4-FFF2-40B4-BE49-F238E27FC236}">
                  <a16:creationId xmlns:a16="http://schemas.microsoft.com/office/drawing/2014/main" id="{50EDAF82-A4E9-2ED3-28BC-B666325CF5A6}"/>
                </a:ext>
              </a:extLst>
            </p:cNvPr>
            <p:cNvCxnSpPr>
              <a:cxnSpLocks/>
            </p:cNvCxnSpPr>
            <p:nvPr/>
          </p:nvCxnSpPr>
          <p:spPr>
            <a:xfrm>
              <a:off x="2235572" y="366714"/>
              <a:ext cx="82159" cy="69842"/>
            </a:xfrm>
            <a:prstGeom prst="line">
              <a:avLst/>
            </a:prstGeom>
            <a:ln w="6350">
              <a:solidFill>
                <a:schemeClr val="accent2">
                  <a:lumMod val="50000"/>
                  <a:alpha val="33000"/>
                </a:schemeClr>
              </a:solidFill>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88CA7ABB-838F-A49B-06FF-6080B4BA8479}"/>
                </a:ext>
              </a:extLst>
            </p:cNvPr>
            <p:cNvCxnSpPr>
              <a:cxnSpLocks/>
            </p:cNvCxnSpPr>
            <p:nvPr/>
          </p:nvCxnSpPr>
          <p:spPr>
            <a:xfrm flipV="1">
              <a:off x="2235570" y="436556"/>
              <a:ext cx="82161" cy="61125"/>
            </a:xfrm>
            <a:prstGeom prst="line">
              <a:avLst/>
            </a:prstGeom>
            <a:ln w="6350">
              <a:solidFill>
                <a:schemeClr val="accent2">
                  <a:lumMod val="50000"/>
                  <a:alpha val="33000"/>
                </a:schemeClr>
              </a:solidFill>
            </a:ln>
          </p:spPr>
          <p:style>
            <a:lnRef idx="2">
              <a:schemeClr val="accent1"/>
            </a:lnRef>
            <a:fillRef idx="0">
              <a:schemeClr val="accent1"/>
            </a:fillRef>
            <a:effectRef idx="1">
              <a:schemeClr val="accent1"/>
            </a:effectRef>
            <a:fontRef idx="minor">
              <a:schemeClr val="tx1"/>
            </a:fontRef>
          </p:style>
        </p:cxnSp>
      </p:grpSp>
      <p:cxnSp>
        <p:nvCxnSpPr>
          <p:cNvPr id="25" name="Straight Connector 24">
            <a:extLst>
              <a:ext uri="{FF2B5EF4-FFF2-40B4-BE49-F238E27FC236}">
                <a16:creationId xmlns:a16="http://schemas.microsoft.com/office/drawing/2014/main" id="{63B378B7-86D5-8D44-1DAB-EAC2DA6F3BB7}"/>
              </a:ext>
            </a:extLst>
          </p:cNvPr>
          <p:cNvCxnSpPr>
            <a:cxnSpLocks/>
          </p:cNvCxnSpPr>
          <p:nvPr/>
        </p:nvCxnSpPr>
        <p:spPr>
          <a:xfrm>
            <a:off x="4456194" y="14192"/>
            <a:ext cx="0" cy="291138"/>
          </a:xfrm>
          <a:prstGeom prst="line">
            <a:avLst/>
          </a:prstGeom>
          <a:ln w="6350">
            <a:solidFill>
              <a:schemeClr val="accent2">
                <a:lumMod val="50000"/>
                <a:alpha val="33000"/>
              </a:schemeClr>
            </a:solidFill>
          </a:ln>
        </p:spPr>
        <p:style>
          <a:lnRef idx="2">
            <a:schemeClr val="accent1"/>
          </a:lnRef>
          <a:fillRef idx="0">
            <a:schemeClr val="accent1"/>
          </a:fillRef>
          <a:effectRef idx="1">
            <a:schemeClr val="accent1"/>
          </a:effectRef>
          <a:fontRef idx="minor">
            <a:schemeClr val="tx1"/>
          </a:fontRef>
        </p:style>
      </p:cxnSp>
      <p:grpSp>
        <p:nvGrpSpPr>
          <p:cNvPr id="26" name="Group 25">
            <a:extLst>
              <a:ext uri="{FF2B5EF4-FFF2-40B4-BE49-F238E27FC236}">
                <a16:creationId xmlns:a16="http://schemas.microsoft.com/office/drawing/2014/main" id="{E9641AA7-2FD5-05E5-AD9E-97A202656F5E}"/>
              </a:ext>
            </a:extLst>
          </p:cNvPr>
          <p:cNvGrpSpPr/>
          <p:nvPr/>
        </p:nvGrpSpPr>
        <p:grpSpPr>
          <a:xfrm>
            <a:off x="4638639" y="42331"/>
            <a:ext cx="1973741" cy="615553"/>
            <a:chOff x="1999055" y="106448"/>
            <a:chExt cx="1194050" cy="372390"/>
          </a:xfrm>
        </p:grpSpPr>
        <p:sp>
          <p:nvSpPr>
            <p:cNvPr id="27" name="TextBox 26">
              <a:extLst>
                <a:ext uri="{FF2B5EF4-FFF2-40B4-BE49-F238E27FC236}">
                  <a16:creationId xmlns:a16="http://schemas.microsoft.com/office/drawing/2014/main" id="{B01EE683-4E92-6403-A91A-D3930E4B4887}"/>
                </a:ext>
              </a:extLst>
            </p:cNvPr>
            <p:cNvSpPr txBox="1"/>
            <p:nvPr/>
          </p:nvSpPr>
          <p:spPr>
            <a:xfrm>
              <a:off x="1999055" y="194277"/>
              <a:ext cx="712872" cy="150420"/>
            </a:xfrm>
            <a:prstGeom prst="rect">
              <a:avLst/>
            </a:prstGeom>
            <a:noFill/>
          </p:spPr>
          <p:txBody>
            <a:bodyPr rot="0" spcFirstLastPara="0" vertOverflow="overflow" horzOverflow="overflow" vert="horz" wrap="none" lIns="63355" tIns="31678" rIns="63355" bIns="31678"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a:ln/>
                  <a:effectLst/>
                  <a:uLnTx/>
                  <a:uFillTx/>
                  <a:latin typeface="Arial"/>
                  <a:ea typeface="+mn-ea"/>
                  <a:cs typeface="Arial"/>
                  <a:sym typeface="Arial"/>
                  <a:rtl val="0"/>
                </a:rPr>
                <a:t>Weighted </a:t>
              </a:r>
              <a:r>
                <a:rPr kumimoji="0" lang="en-GB" sz="1200" b="1" i="0" u="none" strike="noStrike" kern="1200" cap="none" spc="0" normalizeH="0" baseline="0" noProof="0" dirty="0">
                  <a:ln/>
                  <a:effectLst/>
                  <a:uLnTx/>
                  <a:uFillTx/>
                  <a:latin typeface="Arial"/>
                  <a:ea typeface="+mn-ea"/>
                  <a:cs typeface="Arial"/>
                  <a:sym typeface="Symbol" panose="05050102010706020507" pitchFamily="18" charset="2"/>
                  <a:rtl val="0"/>
                </a:rPr>
                <a:t>sum</a:t>
              </a:r>
              <a:endParaRPr kumimoji="0" lang="en-GB" sz="1200" b="1" i="0" u="none" strike="noStrike" kern="1200" cap="none" spc="0" normalizeH="0" baseline="0" noProof="0" dirty="0">
                <a:ln/>
                <a:effectLst/>
                <a:uLnTx/>
                <a:uFillTx/>
                <a:latin typeface="Arial"/>
                <a:ea typeface="+mn-ea"/>
                <a:cs typeface="Arial"/>
                <a:sym typeface="Arial"/>
                <a:rtl val="0"/>
              </a:endParaRPr>
            </a:p>
          </p:txBody>
        </p: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BB0A2A65-F313-FDA1-45F7-92F179ADFC90}"/>
                    </a:ext>
                  </a:extLst>
                </p:cNvPr>
                <p:cNvSpPr txBox="1"/>
                <p:nvPr/>
              </p:nvSpPr>
              <p:spPr>
                <a:xfrm>
                  <a:off x="2623853" y="106448"/>
                  <a:ext cx="569252" cy="372390"/>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en-GB" sz="1400" b="0" i="1" u="none" strike="noStrike" kern="1200" cap="none" spc="0" normalizeH="0" baseline="0" noProof="0" smtClean="0">
                          <a:ln>
                            <a:noFill/>
                          </a:ln>
                          <a:solidFill>
                            <a:schemeClr val="tx1"/>
                          </a:solidFill>
                          <a:effectLst/>
                          <a:uLnTx/>
                          <a:uFillTx/>
                          <a:latin typeface="Cambria Math" panose="02040503050406030204" pitchFamily="18" charset="0"/>
                          <a:cs typeface="+mn-cs"/>
                        </a:rPr>
                        <m:t>𝑦</m:t>
                      </m:r>
                      <m:r>
                        <a:rPr kumimoji="0" lang="en-GB" sz="1400" b="0" i="1" u="none" strike="noStrike" kern="1200" cap="none" spc="0" normalizeH="0" baseline="0" noProof="0" smtClean="0">
                          <a:ln>
                            <a:noFill/>
                          </a:ln>
                          <a:solidFill>
                            <a:schemeClr val="tx1"/>
                          </a:solidFill>
                          <a:effectLst/>
                          <a:uLnTx/>
                          <a:uFillTx/>
                          <a:latin typeface="Cambria Math" panose="02040503050406030204" pitchFamily="18" charset="0"/>
                          <a:cs typeface="+mn-cs"/>
                        </a:rPr>
                        <m:t>=</m:t>
                      </m:r>
                      <m:nary>
                        <m:naryPr>
                          <m:chr m:val="∑"/>
                          <m:subHide m:val="on"/>
                          <m:supHide m:val="on"/>
                          <m:ctrlPr>
                            <a:rPr kumimoji="0" lang="en-GB" sz="1400" b="0" i="1" u="none" strike="noStrike" kern="1200" cap="none" spc="0" normalizeH="0" baseline="0" noProof="0">
                              <a:ln>
                                <a:noFill/>
                              </a:ln>
                              <a:solidFill>
                                <a:schemeClr val="tx1"/>
                              </a:solidFill>
                              <a:effectLst/>
                              <a:uLnTx/>
                              <a:uFillTx/>
                              <a:latin typeface="Cambria Math" panose="02040503050406030204" pitchFamily="18" charset="0"/>
                              <a:cs typeface="+mn-cs"/>
                            </a:rPr>
                          </m:ctrlPr>
                        </m:naryPr>
                        <m:sub/>
                        <m:sup/>
                        <m:e>
                          <m:sSub>
                            <m:sSubPr>
                              <m:ctrlPr>
                                <a:rPr kumimoji="0" lang="en-GB" sz="1400" b="0" i="1" u="none" strike="noStrike" kern="1200" cap="none" spc="0" normalizeH="0" baseline="0" noProof="0">
                                  <a:ln>
                                    <a:noFill/>
                                  </a:ln>
                                  <a:solidFill>
                                    <a:schemeClr val="tx1"/>
                                  </a:solidFill>
                                  <a:effectLst/>
                                  <a:uLnTx/>
                                  <a:uFillTx/>
                                  <a:latin typeface="Cambria Math" panose="02040503050406030204" pitchFamily="18" charset="0"/>
                                  <a:ea typeface="Cambria Math" panose="02040503050406030204" pitchFamily="18" charset="0"/>
                                  <a:cs typeface="+mn-cs"/>
                                </a:rPr>
                              </m:ctrlPr>
                            </m:sSubPr>
                            <m:e>
                              <m:r>
                                <a:rPr kumimoji="0" lang="en-GB" sz="1400" b="0" i="1" u="none" strike="noStrike" kern="1200" cap="none" spc="0" normalizeH="0" baseline="0" noProof="0">
                                  <a:ln>
                                    <a:noFill/>
                                  </a:ln>
                                  <a:solidFill>
                                    <a:schemeClr val="tx1"/>
                                  </a:solidFill>
                                  <a:effectLst/>
                                  <a:uLnTx/>
                                  <a:uFillTx/>
                                  <a:latin typeface="Cambria Math" panose="02040503050406030204" pitchFamily="18" charset="0"/>
                                  <a:ea typeface="Cambria Math" panose="02040503050406030204" pitchFamily="18" charset="0"/>
                                  <a:cs typeface="+mn-cs"/>
                                </a:rPr>
                                <m:t>𝜔</m:t>
                              </m:r>
                            </m:e>
                            <m:sub>
                              <m:r>
                                <a:rPr kumimoji="0" lang="en-GB" sz="1400" b="0" i="1" u="none" strike="noStrike" kern="1200" cap="none" spc="0" normalizeH="0" baseline="0" noProof="0">
                                  <a:ln>
                                    <a:noFill/>
                                  </a:ln>
                                  <a:solidFill>
                                    <a:schemeClr val="tx1"/>
                                  </a:solidFill>
                                  <a:effectLst/>
                                  <a:uLnTx/>
                                  <a:uFillTx/>
                                  <a:latin typeface="Cambria Math" panose="02040503050406030204" pitchFamily="18" charset="0"/>
                                  <a:cs typeface="+mn-cs"/>
                                </a:rPr>
                                <m:t>𝑖</m:t>
                              </m:r>
                            </m:sub>
                          </m:sSub>
                          <m:sSub>
                            <m:sSubPr>
                              <m:ctrlPr>
                                <a:rPr kumimoji="0" lang="en-GB" sz="1400" b="0" i="1" u="none" strike="noStrike" kern="1200" cap="none" spc="0" normalizeH="0" baseline="0" noProof="0">
                                  <a:ln>
                                    <a:noFill/>
                                  </a:ln>
                                  <a:solidFill>
                                    <a:schemeClr val="tx1"/>
                                  </a:solidFill>
                                  <a:effectLst/>
                                  <a:uLnTx/>
                                  <a:uFillTx/>
                                  <a:latin typeface="Cambria Math" panose="02040503050406030204" pitchFamily="18" charset="0"/>
                                  <a:cs typeface="+mn-cs"/>
                                </a:rPr>
                              </m:ctrlPr>
                            </m:sSubPr>
                            <m:e>
                              <m:r>
                                <a:rPr kumimoji="0" lang="en-GB" sz="1400" b="0" i="1" u="none" strike="noStrike" kern="1200" cap="none" spc="0" normalizeH="0" baseline="0" noProof="0">
                                  <a:ln>
                                    <a:noFill/>
                                  </a:ln>
                                  <a:solidFill>
                                    <a:schemeClr val="tx1"/>
                                  </a:solidFill>
                                  <a:effectLst/>
                                  <a:uLnTx/>
                                  <a:uFillTx/>
                                  <a:latin typeface="Cambria Math" panose="02040503050406030204" pitchFamily="18" charset="0"/>
                                  <a:cs typeface="+mn-cs"/>
                                </a:rPr>
                                <m:t>𝑥</m:t>
                              </m:r>
                            </m:e>
                            <m:sub>
                              <m:r>
                                <a:rPr kumimoji="0" lang="en-GB" sz="1400" b="0" i="1" u="none" strike="noStrike" kern="1200" cap="none" spc="0" normalizeH="0" baseline="0" noProof="0">
                                  <a:ln>
                                    <a:noFill/>
                                  </a:ln>
                                  <a:solidFill>
                                    <a:schemeClr val="tx1"/>
                                  </a:solidFill>
                                  <a:effectLst/>
                                  <a:uLnTx/>
                                  <a:uFillTx/>
                                  <a:latin typeface="Cambria Math" panose="02040503050406030204" pitchFamily="18" charset="0"/>
                                  <a:cs typeface="+mn-cs"/>
                                </a:rPr>
                                <m:t>𝑖</m:t>
                              </m:r>
                            </m:sub>
                          </m:sSub>
                        </m:e>
                      </m:nary>
                    </m:oMath>
                  </a14:m>
                  <a:r>
                    <a:rPr kumimoji="0" lang="en-GB" sz="4000" b="0" i="0" u="none" strike="noStrike" kern="1200" cap="none" spc="0" normalizeH="0" baseline="0" noProof="0" dirty="0">
                      <a:ln>
                        <a:noFill/>
                      </a:ln>
                      <a:solidFill>
                        <a:schemeClr val="tx1"/>
                      </a:solidFill>
                      <a:effectLst/>
                      <a:uLnTx/>
                      <a:uFillTx/>
                      <a:latin typeface="Aptos" panose="02110004020202020204"/>
                      <a:ea typeface="+mn-ea"/>
                      <a:cs typeface="+mn-cs"/>
                    </a:rPr>
                    <a:t> </a:t>
                  </a:r>
                </a:p>
              </p:txBody>
            </p:sp>
          </mc:Choice>
          <mc:Fallback xmlns="">
            <p:sp>
              <p:nvSpPr>
                <p:cNvPr id="28" name="TextBox 27">
                  <a:extLst>
                    <a:ext uri="{FF2B5EF4-FFF2-40B4-BE49-F238E27FC236}">
                      <a16:creationId xmlns:a16="http://schemas.microsoft.com/office/drawing/2014/main" id="{BB0A2A65-F313-FDA1-45F7-92F179ADFC90}"/>
                    </a:ext>
                  </a:extLst>
                </p:cNvPr>
                <p:cNvSpPr txBox="1">
                  <a:spLocks noRot="1" noChangeAspect="1" noMove="1" noResize="1" noEditPoints="1" noAdjustHandles="1" noChangeArrowheads="1" noChangeShapeType="1" noTextEdit="1"/>
                </p:cNvSpPr>
                <p:nvPr/>
              </p:nvSpPr>
              <p:spPr>
                <a:xfrm>
                  <a:off x="2623853" y="106448"/>
                  <a:ext cx="569252" cy="372390"/>
                </a:xfrm>
                <a:prstGeom prst="rect">
                  <a:avLst/>
                </a:prstGeom>
                <a:blipFill>
                  <a:blip r:embed="rId2"/>
                  <a:stretch>
                    <a:fillRect/>
                  </a:stretch>
                </a:blipFill>
              </p:spPr>
              <p:txBody>
                <a:bodyPr/>
                <a:lstStyle/>
                <a:p>
                  <a:r>
                    <a:rPr lang="en-US">
                      <a:noFill/>
                    </a:rPr>
                    <a:t> </a:t>
                  </a:r>
                </a:p>
              </p:txBody>
            </p:sp>
          </mc:Fallback>
        </mc:AlternateContent>
      </p:grpSp>
      <p:grpSp>
        <p:nvGrpSpPr>
          <p:cNvPr id="2" name="Group 1">
            <a:extLst>
              <a:ext uri="{FF2B5EF4-FFF2-40B4-BE49-F238E27FC236}">
                <a16:creationId xmlns:a16="http://schemas.microsoft.com/office/drawing/2014/main" id="{CD2659D8-47B2-7E48-9CC3-2C82B6D2B462}"/>
              </a:ext>
            </a:extLst>
          </p:cNvPr>
          <p:cNvGrpSpPr/>
          <p:nvPr/>
        </p:nvGrpSpPr>
        <p:grpSpPr>
          <a:xfrm>
            <a:off x="7252232" y="293087"/>
            <a:ext cx="2271869" cy="267390"/>
            <a:chOff x="7252232" y="293087"/>
            <a:chExt cx="2271869" cy="267390"/>
          </a:xfrm>
        </p:grpSpPr>
        <p:sp>
          <p:nvSpPr>
            <p:cNvPr id="18" name="TextBox 17">
              <a:extLst>
                <a:ext uri="{FF2B5EF4-FFF2-40B4-BE49-F238E27FC236}">
                  <a16:creationId xmlns:a16="http://schemas.microsoft.com/office/drawing/2014/main" id="{9A602A1A-DB5F-60CE-EDA7-35E43272D60C}"/>
                </a:ext>
              </a:extLst>
            </p:cNvPr>
            <p:cNvSpPr txBox="1"/>
            <p:nvPr/>
          </p:nvSpPr>
          <p:spPr>
            <a:xfrm>
              <a:off x="7252232" y="293087"/>
              <a:ext cx="1745378" cy="248641"/>
            </a:xfrm>
            <a:prstGeom prst="rect">
              <a:avLst/>
            </a:prstGeom>
            <a:noFill/>
          </p:spPr>
          <p:txBody>
            <a:bodyPr rot="0" spcFirstLastPara="0" vertOverflow="overflow" horzOverflow="overflow" vert="horz" wrap="none" lIns="63355" tIns="31678" rIns="63355" bIns="31678"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a:ln/>
                  <a:solidFill>
                    <a:srgbClr val="000000"/>
                  </a:solidFill>
                  <a:effectLst/>
                  <a:uLnTx/>
                  <a:uFillTx/>
                  <a:latin typeface="Arial"/>
                  <a:ea typeface="+mn-ea"/>
                  <a:cs typeface="Arial"/>
                  <a:sym typeface="Symbol" panose="05050102010706020507" pitchFamily="18" charset="2"/>
                  <a:rtl val="0"/>
                </a:rPr>
                <a:t>Activation component</a:t>
              </a:r>
              <a:endParaRPr kumimoji="0" lang="en-GB" sz="1200" b="1" i="0" u="none" strike="noStrike" kern="1200" cap="none" spc="0" normalizeH="0" baseline="0" noProof="0" dirty="0">
                <a:ln/>
                <a:solidFill>
                  <a:srgbClr val="000000"/>
                </a:solidFill>
                <a:effectLst/>
                <a:uLnTx/>
                <a:uFillTx/>
                <a:latin typeface="Arial"/>
                <a:ea typeface="+mn-ea"/>
                <a:cs typeface="Arial"/>
                <a:sym typeface="Arial"/>
                <a:rtl val="0"/>
              </a:endParaRPr>
            </a:p>
          </p:txBody>
        </p: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78C83254-82C6-65D1-6B30-69DDDB378B2C}"/>
                    </a:ext>
                  </a:extLst>
                </p:cNvPr>
                <p:cNvSpPr txBox="1"/>
                <p:nvPr/>
              </p:nvSpPr>
              <p:spPr>
                <a:xfrm>
                  <a:off x="9067950" y="314256"/>
                  <a:ext cx="456151" cy="246221"/>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kumimoji="0" lang="en-GB" sz="1600" b="0" i="1" u="none" strike="noStrike" kern="1200" cap="none" spc="0" normalizeH="0" baseline="0" noProof="0" smtClean="0">
                            <a:ln>
                              <a:noFill/>
                            </a:ln>
                            <a:solidFill>
                              <a:schemeClr val="tx1"/>
                            </a:solidFill>
                            <a:effectLst/>
                            <a:uLnTx/>
                            <a:uFillTx/>
                            <a:latin typeface="Cambria Math" panose="02040503050406030204" pitchFamily="18" charset="0"/>
                            <a:ea typeface="Cambria Math" panose="02040503050406030204" pitchFamily="18" charset="0"/>
                            <a:cs typeface="+mn-cs"/>
                          </a:rPr>
                          <m:t>𝜎</m:t>
                        </m:r>
                        <m:d>
                          <m:dPr>
                            <m:ctrlPr>
                              <a:rPr kumimoji="0" lang="en-GB" sz="1600" b="0" i="1" u="none" strike="noStrike" kern="1200" cap="none" spc="0" normalizeH="0" baseline="0" noProof="0">
                                <a:ln>
                                  <a:noFill/>
                                </a:ln>
                                <a:solidFill>
                                  <a:schemeClr val="tx1"/>
                                </a:solidFill>
                                <a:effectLst/>
                                <a:uLnTx/>
                                <a:uFillTx/>
                                <a:latin typeface="Cambria Math" panose="02040503050406030204" pitchFamily="18" charset="0"/>
                                <a:ea typeface="Cambria Math" panose="02040503050406030204" pitchFamily="18" charset="0"/>
                                <a:cs typeface="+mn-cs"/>
                              </a:rPr>
                            </m:ctrlPr>
                          </m:dPr>
                          <m:e>
                            <m:r>
                              <a:rPr kumimoji="0" lang="en-GB" sz="1600" b="0" i="1" u="none" strike="noStrike" kern="1200" cap="none" spc="0" normalizeH="0" baseline="0" noProof="0">
                                <a:ln>
                                  <a:noFill/>
                                </a:ln>
                                <a:solidFill>
                                  <a:schemeClr val="tx1"/>
                                </a:solidFill>
                                <a:effectLst/>
                                <a:uLnTx/>
                                <a:uFillTx/>
                                <a:latin typeface="Cambria Math" panose="02040503050406030204" pitchFamily="18" charset="0"/>
                                <a:ea typeface="Cambria Math" panose="02040503050406030204" pitchFamily="18" charset="0"/>
                                <a:cs typeface="+mn-cs"/>
                              </a:rPr>
                              <m:t>𝑦</m:t>
                            </m:r>
                          </m:e>
                        </m:d>
                      </m:oMath>
                    </m:oMathPara>
                  </a14:m>
                  <a:endParaRPr kumimoji="0" lang="en-GB" sz="4400" b="0" i="0" u="none" strike="noStrike" kern="1200" cap="none" spc="0" normalizeH="0" baseline="0" noProof="0" dirty="0">
                    <a:ln>
                      <a:noFill/>
                    </a:ln>
                    <a:solidFill>
                      <a:schemeClr val="tx1"/>
                    </a:solidFill>
                    <a:effectLst/>
                    <a:uLnTx/>
                    <a:uFillTx/>
                    <a:latin typeface="Aptos" panose="02110004020202020204"/>
                    <a:ea typeface="+mn-ea"/>
                    <a:cs typeface="+mn-cs"/>
                  </a:endParaRPr>
                </a:p>
              </p:txBody>
            </p:sp>
          </mc:Choice>
          <mc:Fallback xmlns="">
            <p:sp>
              <p:nvSpPr>
                <p:cNvPr id="29" name="TextBox 28">
                  <a:extLst>
                    <a:ext uri="{FF2B5EF4-FFF2-40B4-BE49-F238E27FC236}">
                      <a16:creationId xmlns:a16="http://schemas.microsoft.com/office/drawing/2014/main" id="{78C83254-82C6-65D1-6B30-69DDDB378B2C}"/>
                    </a:ext>
                  </a:extLst>
                </p:cNvPr>
                <p:cNvSpPr txBox="1">
                  <a:spLocks noRot="1" noChangeAspect="1" noMove="1" noResize="1" noEditPoints="1" noAdjustHandles="1" noChangeArrowheads="1" noChangeShapeType="1" noTextEdit="1"/>
                </p:cNvSpPr>
                <p:nvPr/>
              </p:nvSpPr>
              <p:spPr>
                <a:xfrm>
                  <a:off x="9067950" y="314256"/>
                  <a:ext cx="456151" cy="246221"/>
                </a:xfrm>
                <a:prstGeom prst="rect">
                  <a:avLst/>
                </a:prstGeom>
                <a:blipFill>
                  <a:blip r:embed="rId3"/>
                  <a:stretch>
                    <a:fillRect l="-6757" b="-25000"/>
                  </a:stretch>
                </a:blipFill>
              </p:spPr>
              <p:txBody>
                <a:bodyPr/>
                <a:lstStyle/>
                <a:p>
                  <a:r>
                    <a:rPr lang="en-US">
                      <a:noFill/>
                    </a:rPr>
                    <a:t> </a:t>
                  </a:r>
                </a:p>
              </p:txBody>
            </p:sp>
          </mc:Fallback>
        </mc:AlternateContent>
      </p:grpSp>
      <p:sp>
        <p:nvSpPr>
          <p:cNvPr id="31" name="TextBox 30">
            <a:extLst>
              <a:ext uri="{FF2B5EF4-FFF2-40B4-BE49-F238E27FC236}">
                <a16:creationId xmlns:a16="http://schemas.microsoft.com/office/drawing/2014/main" id="{D2ED0CF4-DC74-DA6F-8FE4-D1F86F4BF681}"/>
              </a:ext>
            </a:extLst>
          </p:cNvPr>
          <p:cNvSpPr txBox="1"/>
          <p:nvPr/>
        </p:nvSpPr>
        <p:spPr>
          <a:xfrm>
            <a:off x="-41076" y="669192"/>
            <a:ext cx="1087158" cy="24622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a:ln>
                  <a:noFill/>
                </a:ln>
                <a:solidFill>
                  <a:srgbClr val="E97132">
                    <a:lumMod val="50000"/>
                  </a:srgbClr>
                </a:solidFill>
                <a:effectLst/>
                <a:uLnTx/>
                <a:uFillTx/>
                <a:latin typeface="Arial" panose="020B0604020202020204" pitchFamily="34" charset="0"/>
                <a:ea typeface="+mn-ea"/>
                <a:cs typeface="Arial" panose="020B0604020202020204" pitchFamily="34" charset="0"/>
              </a:rPr>
              <a:t>▪</a:t>
            </a:r>
            <a:r>
              <a:rPr kumimoji="0" lang="en-GB" sz="1000" b="0" i="0" u="none" strike="noStrike" kern="1200" cap="none" spc="0" normalizeH="0" baseline="0" noProof="0" dirty="0">
                <a:ln>
                  <a:noFill/>
                </a:ln>
                <a:solidFill>
                  <a:prstClr val="white">
                    <a:lumMod val="50000"/>
                  </a:prstClr>
                </a:solidFill>
                <a:effectLst/>
                <a:uLnTx/>
                <a:uFillTx/>
                <a:latin typeface="Arial" panose="020B0604020202020204" pitchFamily="34" charset="0"/>
                <a:ea typeface="+mn-ea"/>
                <a:cs typeface="Arial" panose="020B0604020202020204" pitchFamily="34" charset="0"/>
              </a:rPr>
              <a:t>  </a:t>
            </a:r>
            <a:r>
              <a:rPr kumimoji="0" lang="en-GB" sz="1000" b="0" i="0" u="none" strike="noStrike" kern="1200" cap="none" spc="0" normalizeH="0" baseline="0" noProof="0" dirty="0">
                <a:ln>
                  <a:noFill/>
                </a:ln>
                <a:solidFill>
                  <a:prstClr val="white">
                    <a:lumMod val="50000"/>
                  </a:prstClr>
                </a:solidFill>
                <a:effectLst/>
                <a:uLnTx/>
                <a:uFillTx/>
                <a:latin typeface="Arial Nova" panose="020F0502020204030204" pitchFamily="34" charset="0"/>
                <a:ea typeface="+mn-ea"/>
                <a:cs typeface="+mn-cs"/>
              </a:rPr>
              <a:t>ELECTRONIC</a:t>
            </a:r>
          </a:p>
        </p:txBody>
      </p: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CBB1CE38-A0BA-2915-699A-40968CB4B121}"/>
                  </a:ext>
                </a:extLst>
              </p:cNvPr>
              <p:cNvSpPr txBox="1"/>
              <p:nvPr/>
            </p:nvSpPr>
            <p:spPr>
              <a:xfrm>
                <a:off x="3034104" y="314256"/>
                <a:ext cx="244876" cy="161584"/>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d>
                        <m:dPr>
                          <m:begChr m:val="{"/>
                          <m:endChr m:val="}"/>
                          <m:ctrlPr>
                            <a:rPr kumimoji="0" lang="en-GB" sz="105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dPr>
                        <m:e>
                          <m:sSub>
                            <m:sSubPr>
                              <m:ctrlPr>
                                <a:rPr kumimoji="0" lang="en-GB" sz="105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r>
                                <a:rPr kumimoji="0" lang="en-GB" sz="105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𝑥</m:t>
                              </m:r>
                            </m:e>
                            <m:sub>
                              <m:r>
                                <a:rPr kumimoji="0" lang="en-GB" sz="105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𝑖</m:t>
                              </m:r>
                            </m:sub>
                          </m:sSub>
                        </m:e>
                      </m:d>
                    </m:oMath>
                  </m:oMathPara>
                </a14:m>
                <a:endParaRPr kumimoji="0" lang="en-GB" sz="2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mc:Choice>
        <mc:Fallback xmlns="">
          <p:sp>
            <p:nvSpPr>
              <p:cNvPr id="32" name="TextBox 31">
                <a:extLst>
                  <a:ext uri="{FF2B5EF4-FFF2-40B4-BE49-F238E27FC236}">
                    <a16:creationId xmlns:a16="http://schemas.microsoft.com/office/drawing/2014/main" id="{CBB1CE38-A0BA-2915-699A-40968CB4B121}"/>
                  </a:ext>
                </a:extLst>
              </p:cNvPr>
              <p:cNvSpPr txBox="1">
                <a:spLocks noRot="1" noChangeAspect="1" noMove="1" noResize="1" noEditPoints="1" noAdjustHandles="1" noChangeArrowheads="1" noChangeShapeType="1" noTextEdit="1"/>
              </p:cNvSpPr>
              <p:nvPr/>
            </p:nvSpPr>
            <p:spPr>
              <a:xfrm>
                <a:off x="3034104" y="314256"/>
                <a:ext cx="244876" cy="161584"/>
              </a:xfrm>
              <a:prstGeom prst="rect">
                <a:avLst/>
              </a:prstGeom>
              <a:blipFill>
                <a:blip r:embed="rId4"/>
                <a:stretch>
                  <a:fillRect b="-15385"/>
                </a:stretch>
              </a:blipFill>
            </p:spPr>
            <p:txBody>
              <a:bodyPr/>
              <a:lstStyle/>
              <a:p>
                <a:r>
                  <a:rPr lang="en-US">
                    <a:noFill/>
                  </a:rPr>
                  <a:t> </a:t>
                </a:r>
              </a:p>
            </p:txBody>
          </p:sp>
        </mc:Fallback>
      </mc:AlternateContent>
      <p:cxnSp>
        <p:nvCxnSpPr>
          <p:cNvPr id="33" name="Straight Connector 32">
            <a:extLst>
              <a:ext uri="{FF2B5EF4-FFF2-40B4-BE49-F238E27FC236}">
                <a16:creationId xmlns:a16="http://schemas.microsoft.com/office/drawing/2014/main" id="{30E6E233-D45E-4170-D4B3-10B78064DBD6}"/>
              </a:ext>
            </a:extLst>
          </p:cNvPr>
          <p:cNvCxnSpPr>
            <a:cxnSpLocks/>
          </p:cNvCxnSpPr>
          <p:nvPr/>
        </p:nvCxnSpPr>
        <p:spPr>
          <a:xfrm flipV="1">
            <a:off x="34139" y="2078423"/>
            <a:ext cx="12157861" cy="14865"/>
          </a:xfrm>
          <a:prstGeom prst="line">
            <a:avLst/>
          </a:prstGeom>
          <a:ln w="6350">
            <a:solidFill>
              <a:schemeClr val="accent2">
                <a:lumMod val="50000"/>
                <a:alpha val="33000"/>
              </a:schemeClr>
            </a:solidFill>
          </a:ln>
        </p:spPr>
        <p:style>
          <a:lnRef idx="2">
            <a:schemeClr val="accent1"/>
          </a:lnRef>
          <a:fillRef idx="0">
            <a:schemeClr val="accent1"/>
          </a:fillRef>
          <a:effectRef idx="1">
            <a:schemeClr val="accent1"/>
          </a:effectRef>
          <a:fontRef idx="minor">
            <a:schemeClr val="tx1"/>
          </a:fontRef>
        </p:style>
      </p:cxnSp>
      <p:sp>
        <p:nvSpPr>
          <p:cNvPr id="34" name="TextBox 33">
            <a:extLst>
              <a:ext uri="{FF2B5EF4-FFF2-40B4-BE49-F238E27FC236}">
                <a16:creationId xmlns:a16="http://schemas.microsoft.com/office/drawing/2014/main" id="{3F1C61D1-AD66-AE20-E49F-DD83DC6232BB}"/>
              </a:ext>
            </a:extLst>
          </p:cNvPr>
          <p:cNvSpPr txBox="1"/>
          <p:nvPr/>
        </p:nvSpPr>
        <p:spPr>
          <a:xfrm>
            <a:off x="34220" y="975191"/>
            <a:ext cx="1237225" cy="371752"/>
          </a:xfrm>
          <a:prstGeom prst="rect">
            <a:avLst/>
          </a:prstGeom>
          <a:noFill/>
        </p:spPr>
        <p:txBody>
          <a:bodyPr rot="0" spcFirstLastPara="0" vertOverflow="overflow" horzOverflow="overflow" vert="horz" wrap="none" lIns="63355" tIns="31678" rIns="63355" bIns="31678"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solidFill>
                  <a:srgbClr val="000000"/>
                </a:solidFill>
                <a:effectLst/>
                <a:uLnTx/>
                <a:uFillTx/>
                <a:latin typeface="Arial"/>
                <a:ea typeface="+mn-ea"/>
                <a:cs typeface="Arial"/>
                <a:sym typeface="Arial"/>
                <a:rtl val="0"/>
              </a:rPr>
              <a:t>Graphene bio-FET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solidFill>
                  <a:srgbClr val="000000"/>
                </a:solidFill>
                <a:effectLst/>
                <a:uLnTx/>
                <a:uFillTx/>
                <a:latin typeface="Arial"/>
                <a:ea typeface="+mn-ea"/>
                <a:cs typeface="Arial"/>
                <a:sym typeface="Arial"/>
                <a:rtl val="0"/>
              </a:rPr>
              <a:t>+ DSP circuit</a:t>
            </a:r>
          </a:p>
        </p:txBody>
      </p:sp>
      <p:sp>
        <p:nvSpPr>
          <p:cNvPr id="35" name="TextBox 34">
            <a:extLst>
              <a:ext uri="{FF2B5EF4-FFF2-40B4-BE49-F238E27FC236}">
                <a16:creationId xmlns:a16="http://schemas.microsoft.com/office/drawing/2014/main" id="{979ACC42-84B8-0225-CFDA-3489EA7C2C04}"/>
              </a:ext>
            </a:extLst>
          </p:cNvPr>
          <p:cNvSpPr txBox="1"/>
          <p:nvPr/>
        </p:nvSpPr>
        <p:spPr>
          <a:xfrm>
            <a:off x="26946" y="1318103"/>
            <a:ext cx="1303283"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1" u="none" strike="noStrike" kern="1200" cap="none" spc="0" normalizeH="0" baseline="0" noProof="0" dirty="0">
                <a:ln>
                  <a:noFill/>
                </a:ln>
                <a:solidFill>
                  <a:prstClr val="white">
                    <a:lumMod val="50000"/>
                  </a:prstClr>
                </a:solidFill>
                <a:effectLst/>
                <a:uLnTx/>
                <a:uFillTx/>
                <a:latin typeface="Aptos Light" panose="020B0004020202020204" pitchFamily="34" charset="0"/>
                <a:ea typeface="+mn-ea"/>
                <a:cs typeface="+mn-cs"/>
              </a:rPr>
              <a:t>Bridge the chemical and electric domains,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1" u="none" strike="noStrike" kern="1200" cap="none" spc="0" normalizeH="0" baseline="0" noProof="0" dirty="0">
                <a:ln>
                  <a:noFill/>
                </a:ln>
                <a:solidFill>
                  <a:prstClr val="white">
                    <a:lumMod val="50000"/>
                  </a:prstClr>
                </a:solidFill>
                <a:effectLst/>
                <a:uLnTx/>
                <a:uFillTx/>
                <a:latin typeface="Aptos Light" panose="020B0004020202020204" pitchFamily="34" charset="0"/>
                <a:ea typeface="+mn-ea"/>
                <a:cs typeface="+mn-cs"/>
              </a:rPr>
              <a:t>then computation in the electric domain.</a:t>
            </a:r>
            <a:endParaRPr kumimoji="0" lang="en-GB" sz="900" b="0" i="1" u="none" strike="noStrike" kern="1200" cap="none" spc="0" normalizeH="0" baseline="0" noProof="0" dirty="0">
              <a:ln>
                <a:noFill/>
              </a:ln>
              <a:solidFill>
                <a:prstClr val="black"/>
              </a:solidFill>
              <a:effectLst/>
              <a:uLnTx/>
              <a:uFillTx/>
              <a:latin typeface="Aptos Light" panose="020B0004020202020204" pitchFamily="34" charset="0"/>
              <a:ea typeface="+mn-ea"/>
              <a:cs typeface="+mn-cs"/>
            </a:endParaRPr>
          </a:p>
        </p:txBody>
      </p:sp>
      <p:grpSp>
        <p:nvGrpSpPr>
          <p:cNvPr id="37" name="Group 36">
            <a:extLst>
              <a:ext uri="{FF2B5EF4-FFF2-40B4-BE49-F238E27FC236}">
                <a16:creationId xmlns:a16="http://schemas.microsoft.com/office/drawing/2014/main" id="{1181D70C-E8D3-3204-5406-934F44E1E1D5}"/>
              </a:ext>
            </a:extLst>
          </p:cNvPr>
          <p:cNvGrpSpPr/>
          <p:nvPr/>
        </p:nvGrpSpPr>
        <p:grpSpPr>
          <a:xfrm>
            <a:off x="1871988" y="960694"/>
            <a:ext cx="1572755" cy="1089616"/>
            <a:chOff x="832080" y="441050"/>
            <a:chExt cx="951467" cy="659183"/>
          </a:xfrm>
        </p:grpSpPr>
        <p:sp>
          <p:nvSpPr>
            <p:cNvPr id="38" name="Cylinder 37">
              <a:extLst>
                <a:ext uri="{FF2B5EF4-FFF2-40B4-BE49-F238E27FC236}">
                  <a16:creationId xmlns:a16="http://schemas.microsoft.com/office/drawing/2014/main" id="{8386D30F-359B-80DC-58E2-14AB317C871D}"/>
                </a:ext>
              </a:extLst>
            </p:cNvPr>
            <p:cNvSpPr/>
            <p:nvPr/>
          </p:nvSpPr>
          <p:spPr>
            <a:xfrm rot="5400000">
              <a:off x="1209082" y="272381"/>
              <a:ext cx="252336" cy="896594"/>
            </a:xfrm>
            <a:prstGeom prst="can">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9" name="TextBox 38">
              <a:extLst>
                <a:ext uri="{FF2B5EF4-FFF2-40B4-BE49-F238E27FC236}">
                  <a16:creationId xmlns:a16="http://schemas.microsoft.com/office/drawing/2014/main" id="{61F61D60-9222-4B06-47A7-B84550785DA1}"/>
                </a:ext>
              </a:extLst>
            </p:cNvPr>
            <p:cNvSpPr txBox="1"/>
            <p:nvPr/>
          </p:nvSpPr>
          <p:spPr>
            <a:xfrm>
              <a:off x="832080" y="441050"/>
              <a:ext cx="687497" cy="13964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dirty="0">
                  <a:ln>
                    <a:noFill/>
                  </a:ln>
                  <a:solidFill>
                    <a:prstClr val="black"/>
                  </a:solidFill>
                  <a:effectLst/>
                  <a:uLnTx/>
                  <a:uFillTx/>
                  <a:latin typeface="Aptos Light" panose="020B0004020202020204" pitchFamily="34" charset="0"/>
                  <a:ea typeface="+mn-ea"/>
                  <a:cs typeface="+mn-cs"/>
                </a:rPr>
                <a:t>Molecular domain </a:t>
              </a:r>
              <a:endParaRPr kumimoji="0" lang="en-US" sz="9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40" name="TextBox 39">
              <a:extLst>
                <a:ext uri="{FF2B5EF4-FFF2-40B4-BE49-F238E27FC236}">
                  <a16:creationId xmlns:a16="http://schemas.microsoft.com/office/drawing/2014/main" id="{27FDA66D-8E42-4F07-BCB5-03C596AE22DC}"/>
                </a:ext>
              </a:extLst>
            </p:cNvPr>
            <p:cNvSpPr txBox="1"/>
            <p:nvPr/>
          </p:nvSpPr>
          <p:spPr>
            <a:xfrm>
              <a:off x="886882" y="960587"/>
              <a:ext cx="632079" cy="13964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dirty="0">
                  <a:ln>
                    <a:noFill/>
                  </a:ln>
                  <a:solidFill>
                    <a:prstClr val="black"/>
                  </a:solidFill>
                  <a:effectLst/>
                  <a:uLnTx/>
                  <a:uFillTx/>
                  <a:latin typeface="Aptos Light" panose="020B0004020202020204" pitchFamily="34" charset="0"/>
                  <a:ea typeface="+mn-ea"/>
                  <a:cs typeface="+mn-cs"/>
                </a:rPr>
                <a:t>Electric domain </a:t>
              </a:r>
              <a:endParaRPr kumimoji="0" lang="en-US" sz="9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pic>
          <p:nvPicPr>
            <p:cNvPr id="41" name="Graphic 40" descr="DNA outline">
              <a:extLst>
                <a:ext uri="{FF2B5EF4-FFF2-40B4-BE49-F238E27FC236}">
                  <a16:creationId xmlns:a16="http://schemas.microsoft.com/office/drawing/2014/main" id="{2634FE7A-94ED-11A7-09CB-C37EB35345A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2045088">
              <a:off x="934548" y="645118"/>
              <a:ext cx="100584" cy="100584"/>
            </a:xfrm>
            <a:prstGeom prst="rect">
              <a:avLst/>
            </a:prstGeom>
          </p:spPr>
        </p:pic>
        <p:pic>
          <p:nvPicPr>
            <p:cNvPr id="42" name="Graphic 41" descr="DNA outline">
              <a:extLst>
                <a:ext uri="{FF2B5EF4-FFF2-40B4-BE49-F238E27FC236}">
                  <a16:creationId xmlns:a16="http://schemas.microsoft.com/office/drawing/2014/main" id="{1751DDDB-8C4C-04FA-6480-0AFDA0B22CE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7372733">
              <a:off x="1107095" y="624831"/>
              <a:ext cx="100584" cy="100584"/>
            </a:xfrm>
            <a:prstGeom prst="rect">
              <a:avLst/>
            </a:prstGeom>
          </p:spPr>
        </p:pic>
        <p:pic>
          <p:nvPicPr>
            <p:cNvPr id="43" name="Graphic 42" descr="DNA outline">
              <a:extLst>
                <a:ext uri="{FF2B5EF4-FFF2-40B4-BE49-F238E27FC236}">
                  <a16:creationId xmlns:a16="http://schemas.microsoft.com/office/drawing/2014/main" id="{9D793ADB-872C-0C66-C822-1345FD93377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6139420">
              <a:off x="1472103" y="581732"/>
              <a:ext cx="100584" cy="100584"/>
            </a:xfrm>
            <a:prstGeom prst="rect">
              <a:avLst/>
            </a:prstGeom>
          </p:spPr>
        </p:pic>
        <p:grpSp>
          <p:nvGrpSpPr>
            <p:cNvPr id="44" name="Group 43">
              <a:extLst>
                <a:ext uri="{FF2B5EF4-FFF2-40B4-BE49-F238E27FC236}">
                  <a16:creationId xmlns:a16="http://schemas.microsoft.com/office/drawing/2014/main" id="{411B4A2D-4A3D-63CB-9800-3DE073CCB638}"/>
                </a:ext>
              </a:extLst>
            </p:cNvPr>
            <p:cNvGrpSpPr/>
            <p:nvPr/>
          </p:nvGrpSpPr>
          <p:grpSpPr>
            <a:xfrm>
              <a:off x="1415778" y="785765"/>
              <a:ext cx="18819" cy="45720"/>
              <a:chOff x="1639649" y="1052940"/>
              <a:chExt cx="18819" cy="45720"/>
            </a:xfrm>
          </p:grpSpPr>
          <p:cxnSp>
            <p:nvCxnSpPr>
              <p:cNvPr id="93" name="Straight Connector 92">
                <a:extLst>
                  <a:ext uri="{FF2B5EF4-FFF2-40B4-BE49-F238E27FC236}">
                    <a16:creationId xmlns:a16="http://schemas.microsoft.com/office/drawing/2014/main" id="{8C7DC1F4-9DFA-D9EB-E64F-98BBB6FB303F}"/>
                  </a:ext>
                </a:extLst>
              </p:cNvPr>
              <p:cNvCxnSpPr>
                <a:cxnSpLocks/>
              </p:cNvCxnSpPr>
              <p:nvPr/>
            </p:nvCxnSpPr>
            <p:spPr>
              <a:xfrm flipH="1" flipV="1">
                <a:off x="1646956" y="1074296"/>
                <a:ext cx="1754" cy="24364"/>
              </a:xfrm>
              <a:prstGeom prst="line">
                <a:avLst/>
              </a:prstGeom>
              <a:ln w="6350"/>
            </p:spPr>
            <p:style>
              <a:lnRef idx="2">
                <a:schemeClr val="accent1"/>
              </a:lnRef>
              <a:fillRef idx="0">
                <a:schemeClr val="accent1"/>
              </a:fillRef>
              <a:effectRef idx="1">
                <a:schemeClr val="accent1"/>
              </a:effectRef>
              <a:fontRef idx="minor">
                <a:schemeClr val="tx1"/>
              </a:fontRef>
            </p:style>
          </p:cxnSp>
          <p:cxnSp>
            <p:nvCxnSpPr>
              <p:cNvPr id="94" name="Straight Connector 93">
                <a:extLst>
                  <a:ext uri="{FF2B5EF4-FFF2-40B4-BE49-F238E27FC236}">
                    <a16:creationId xmlns:a16="http://schemas.microsoft.com/office/drawing/2014/main" id="{107F2505-481E-376D-4E40-D23DCF214A36}"/>
                  </a:ext>
                </a:extLst>
              </p:cNvPr>
              <p:cNvCxnSpPr>
                <a:cxnSpLocks/>
              </p:cNvCxnSpPr>
              <p:nvPr/>
            </p:nvCxnSpPr>
            <p:spPr>
              <a:xfrm rot="1800000" flipH="1" flipV="1">
                <a:off x="1656714" y="1053096"/>
                <a:ext cx="1754" cy="24364"/>
              </a:xfrm>
              <a:prstGeom prst="line">
                <a:avLst/>
              </a:prstGeom>
              <a:ln w="6350"/>
            </p:spPr>
            <p:style>
              <a:lnRef idx="2">
                <a:schemeClr val="accent1"/>
              </a:lnRef>
              <a:fillRef idx="0">
                <a:schemeClr val="accent1"/>
              </a:fillRef>
              <a:effectRef idx="1">
                <a:schemeClr val="accent1"/>
              </a:effectRef>
              <a:fontRef idx="minor">
                <a:schemeClr val="tx1"/>
              </a:fontRef>
            </p:style>
          </p:cxnSp>
          <p:cxnSp>
            <p:nvCxnSpPr>
              <p:cNvPr id="95" name="Straight Connector 94">
                <a:extLst>
                  <a:ext uri="{FF2B5EF4-FFF2-40B4-BE49-F238E27FC236}">
                    <a16:creationId xmlns:a16="http://schemas.microsoft.com/office/drawing/2014/main" id="{F3E6155B-055F-A044-1B2E-C5D161C38709}"/>
                  </a:ext>
                </a:extLst>
              </p:cNvPr>
              <p:cNvCxnSpPr>
                <a:cxnSpLocks/>
              </p:cNvCxnSpPr>
              <p:nvPr/>
            </p:nvCxnSpPr>
            <p:spPr>
              <a:xfrm rot="19500000" flipH="1">
                <a:off x="1639649" y="1052940"/>
                <a:ext cx="1754" cy="24364"/>
              </a:xfrm>
              <a:prstGeom prst="line">
                <a:avLst/>
              </a:prstGeom>
              <a:ln w="6350"/>
            </p:spPr>
            <p:style>
              <a:lnRef idx="2">
                <a:schemeClr val="accent1"/>
              </a:lnRef>
              <a:fillRef idx="0">
                <a:schemeClr val="accent1"/>
              </a:fillRef>
              <a:effectRef idx="1">
                <a:schemeClr val="accent1"/>
              </a:effectRef>
              <a:fontRef idx="minor">
                <a:schemeClr val="tx1"/>
              </a:fontRef>
            </p:style>
          </p:cxnSp>
        </p:grpSp>
        <p:grpSp>
          <p:nvGrpSpPr>
            <p:cNvPr id="45" name="Group 44">
              <a:extLst>
                <a:ext uri="{FF2B5EF4-FFF2-40B4-BE49-F238E27FC236}">
                  <a16:creationId xmlns:a16="http://schemas.microsoft.com/office/drawing/2014/main" id="{91EAA8D8-70F2-8A03-04CA-47C3B14B7372}"/>
                </a:ext>
              </a:extLst>
            </p:cNvPr>
            <p:cNvGrpSpPr/>
            <p:nvPr/>
          </p:nvGrpSpPr>
          <p:grpSpPr>
            <a:xfrm>
              <a:off x="1442567" y="723305"/>
              <a:ext cx="18819" cy="45720"/>
              <a:chOff x="1639649" y="1052940"/>
              <a:chExt cx="18819" cy="45720"/>
            </a:xfrm>
          </p:grpSpPr>
          <p:cxnSp>
            <p:nvCxnSpPr>
              <p:cNvPr id="90" name="Straight Connector 89">
                <a:extLst>
                  <a:ext uri="{FF2B5EF4-FFF2-40B4-BE49-F238E27FC236}">
                    <a16:creationId xmlns:a16="http://schemas.microsoft.com/office/drawing/2014/main" id="{C788D302-C545-6E3C-AFE8-A3A073C186FF}"/>
                  </a:ext>
                </a:extLst>
              </p:cNvPr>
              <p:cNvCxnSpPr>
                <a:cxnSpLocks/>
              </p:cNvCxnSpPr>
              <p:nvPr/>
            </p:nvCxnSpPr>
            <p:spPr>
              <a:xfrm flipH="1" flipV="1">
                <a:off x="1646956" y="1074296"/>
                <a:ext cx="1754" cy="24364"/>
              </a:xfrm>
              <a:prstGeom prst="line">
                <a:avLst/>
              </a:prstGeom>
              <a:ln w="6350"/>
            </p:spPr>
            <p:style>
              <a:lnRef idx="2">
                <a:schemeClr val="accent1"/>
              </a:lnRef>
              <a:fillRef idx="0">
                <a:schemeClr val="accent1"/>
              </a:fillRef>
              <a:effectRef idx="1">
                <a:schemeClr val="accent1"/>
              </a:effectRef>
              <a:fontRef idx="minor">
                <a:schemeClr val="tx1"/>
              </a:fontRef>
            </p:style>
          </p:cxnSp>
          <p:cxnSp>
            <p:nvCxnSpPr>
              <p:cNvPr id="91" name="Straight Connector 90">
                <a:extLst>
                  <a:ext uri="{FF2B5EF4-FFF2-40B4-BE49-F238E27FC236}">
                    <a16:creationId xmlns:a16="http://schemas.microsoft.com/office/drawing/2014/main" id="{1AB9FFC5-1EB2-7573-B30C-4A083681A34B}"/>
                  </a:ext>
                </a:extLst>
              </p:cNvPr>
              <p:cNvCxnSpPr>
                <a:cxnSpLocks/>
              </p:cNvCxnSpPr>
              <p:nvPr/>
            </p:nvCxnSpPr>
            <p:spPr>
              <a:xfrm rot="1800000" flipH="1" flipV="1">
                <a:off x="1656714" y="1053096"/>
                <a:ext cx="1754" cy="24364"/>
              </a:xfrm>
              <a:prstGeom prst="line">
                <a:avLst/>
              </a:prstGeom>
              <a:ln w="6350"/>
            </p:spPr>
            <p:style>
              <a:lnRef idx="2">
                <a:schemeClr val="accent1"/>
              </a:lnRef>
              <a:fillRef idx="0">
                <a:schemeClr val="accent1"/>
              </a:fillRef>
              <a:effectRef idx="1">
                <a:schemeClr val="accent1"/>
              </a:effectRef>
              <a:fontRef idx="minor">
                <a:schemeClr val="tx1"/>
              </a:fontRef>
            </p:style>
          </p:cxnSp>
          <p:cxnSp>
            <p:nvCxnSpPr>
              <p:cNvPr id="92" name="Straight Connector 91">
                <a:extLst>
                  <a:ext uri="{FF2B5EF4-FFF2-40B4-BE49-F238E27FC236}">
                    <a16:creationId xmlns:a16="http://schemas.microsoft.com/office/drawing/2014/main" id="{C2918F4E-1E3C-0DCB-0423-8226FC137FE4}"/>
                  </a:ext>
                </a:extLst>
              </p:cNvPr>
              <p:cNvCxnSpPr>
                <a:cxnSpLocks/>
              </p:cNvCxnSpPr>
              <p:nvPr/>
            </p:nvCxnSpPr>
            <p:spPr>
              <a:xfrm rot="19500000" flipH="1">
                <a:off x="1639649" y="1052940"/>
                <a:ext cx="1754" cy="24364"/>
              </a:xfrm>
              <a:prstGeom prst="line">
                <a:avLst/>
              </a:prstGeom>
              <a:ln w="6350"/>
            </p:spPr>
            <p:style>
              <a:lnRef idx="2">
                <a:schemeClr val="accent1"/>
              </a:lnRef>
              <a:fillRef idx="0">
                <a:schemeClr val="accent1"/>
              </a:fillRef>
              <a:effectRef idx="1">
                <a:schemeClr val="accent1"/>
              </a:effectRef>
              <a:fontRef idx="minor">
                <a:schemeClr val="tx1"/>
              </a:fontRef>
            </p:style>
          </p:cxnSp>
        </p:grpSp>
        <p:grpSp>
          <p:nvGrpSpPr>
            <p:cNvPr id="46" name="Group 45">
              <a:extLst>
                <a:ext uri="{FF2B5EF4-FFF2-40B4-BE49-F238E27FC236}">
                  <a16:creationId xmlns:a16="http://schemas.microsoft.com/office/drawing/2014/main" id="{78090AFD-0805-0E91-CFF2-C71BDE042645}"/>
                </a:ext>
              </a:extLst>
            </p:cNvPr>
            <p:cNvGrpSpPr/>
            <p:nvPr/>
          </p:nvGrpSpPr>
          <p:grpSpPr>
            <a:xfrm>
              <a:off x="1468617" y="663272"/>
              <a:ext cx="18819" cy="45720"/>
              <a:chOff x="1639649" y="1052940"/>
              <a:chExt cx="18819" cy="45720"/>
            </a:xfrm>
          </p:grpSpPr>
          <p:cxnSp>
            <p:nvCxnSpPr>
              <p:cNvPr id="87" name="Straight Connector 86">
                <a:extLst>
                  <a:ext uri="{FF2B5EF4-FFF2-40B4-BE49-F238E27FC236}">
                    <a16:creationId xmlns:a16="http://schemas.microsoft.com/office/drawing/2014/main" id="{4F71EEE0-6A06-9188-2CA3-5C496CE7C05E}"/>
                  </a:ext>
                </a:extLst>
              </p:cNvPr>
              <p:cNvCxnSpPr>
                <a:cxnSpLocks/>
              </p:cNvCxnSpPr>
              <p:nvPr/>
            </p:nvCxnSpPr>
            <p:spPr>
              <a:xfrm flipH="1" flipV="1">
                <a:off x="1646956" y="1074296"/>
                <a:ext cx="1754" cy="24364"/>
              </a:xfrm>
              <a:prstGeom prst="line">
                <a:avLst/>
              </a:prstGeom>
              <a:ln w="6350"/>
            </p:spPr>
            <p:style>
              <a:lnRef idx="2">
                <a:schemeClr val="accent1"/>
              </a:lnRef>
              <a:fillRef idx="0">
                <a:schemeClr val="accent1"/>
              </a:fillRef>
              <a:effectRef idx="1">
                <a:schemeClr val="accent1"/>
              </a:effectRef>
              <a:fontRef idx="minor">
                <a:schemeClr val="tx1"/>
              </a:fontRef>
            </p:style>
          </p:cxnSp>
          <p:cxnSp>
            <p:nvCxnSpPr>
              <p:cNvPr id="88" name="Straight Connector 87">
                <a:extLst>
                  <a:ext uri="{FF2B5EF4-FFF2-40B4-BE49-F238E27FC236}">
                    <a16:creationId xmlns:a16="http://schemas.microsoft.com/office/drawing/2014/main" id="{4BC14109-B447-E1A8-0CC3-80BEEB496E68}"/>
                  </a:ext>
                </a:extLst>
              </p:cNvPr>
              <p:cNvCxnSpPr>
                <a:cxnSpLocks/>
              </p:cNvCxnSpPr>
              <p:nvPr/>
            </p:nvCxnSpPr>
            <p:spPr>
              <a:xfrm rot="1800000" flipH="1" flipV="1">
                <a:off x="1656714" y="1053096"/>
                <a:ext cx="1754" cy="24364"/>
              </a:xfrm>
              <a:prstGeom prst="line">
                <a:avLst/>
              </a:prstGeom>
              <a:ln w="6350"/>
            </p:spPr>
            <p:style>
              <a:lnRef idx="2">
                <a:schemeClr val="accent1"/>
              </a:lnRef>
              <a:fillRef idx="0">
                <a:schemeClr val="accent1"/>
              </a:fillRef>
              <a:effectRef idx="1">
                <a:schemeClr val="accent1"/>
              </a:effectRef>
              <a:fontRef idx="minor">
                <a:schemeClr val="tx1"/>
              </a:fontRef>
            </p:style>
          </p:cxnSp>
          <p:cxnSp>
            <p:nvCxnSpPr>
              <p:cNvPr id="89" name="Straight Connector 88">
                <a:extLst>
                  <a:ext uri="{FF2B5EF4-FFF2-40B4-BE49-F238E27FC236}">
                    <a16:creationId xmlns:a16="http://schemas.microsoft.com/office/drawing/2014/main" id="{F7936183-1A33-B9CC-1C29-88F25D65CF47}"/>
                  </a:ext>
                </a:extLst>
              </p:cNvPr>
              <p:cNvCxnSpPr>
                <a:cxnSpLocks/>
              </p:cNvCxnSpPr>
              <p:nvPr/>
            </p:nvCxnSpPr>
            <p:spPr>
              <a:xfrm rot="19500000" flipH="1">
                <a:off x="1639649" y="1052940"/>
                <a:ext cx="1754" cy="24364"/>
              </a:xfrm>
              <a:prstGeom prst="line">
                <a:avLst/>
              </a:prstGeom>
              <a:ln w="6350"/>
            </p:spPr>
            <p:style>
              <a:lnRef idx="2">
                <a:schemeClr val="accent1"/>
              </a:lnRef>
              <a:fillRef idx="0">
                <a:schemeClr val="accent1"/>
              </a:fillRef>
              <a:effectRef idx="1">
                <a:schemeClr val="accent1"/>
              </a:effectRef>
              <a:fontRef idx="minor">
                <a:schemeClr val="tx1"/>
              </a:fontRef>
            </p:style>
          </p:cxnSp>
        </p:grpSp>
        <p:pic>
          <p:nvPicPr>
            <p:cNvPr id="47" name="Graphic 46" descr="DNA outline">
              <a:extLst>
                <a:ext uri="{FF2B5EF4-FFF2-40B4-BE49-F238E27FC236}">
                  <a16:creationId xmlns:a16="http://schemas.microsoft.com/office/drawing/2014/main" id="{0460A6E7-7A7D-0A4B-9072-214A4D83445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4081304">
              <a:off x="1302122" y="731095"/>
              <a:ext cx="100584" cy="100584"/>
            </a:xfrm>
            <a:prstGeom prst="rect">
              <a:avLst/>
            </a:prstGeom>
          </p:spPr>
        </p:pic>
        <p:grpSp>
          <p:nvGrpSpPr>
            <p:cNvPr id="48" name="Group 47">
              <a:extLst>
                <a:ext uri="{FF2B5EF4-FFF2-40B4-BE49-F238E27FC236}">
                  <a16:creationId xmlns:a16="http://schemas.microsoft.com/office/drawing/2014/main" id="{0962ADF0-8E22-8F83-7542-6EB2F1513771}"/>
                </a:ext>
              </a:extLst>
            </p:cNvPr>
            <p:cNvGrpSpPr/>
            <p:nvPr/>
          </p:nvGrpSpPr>
          <p:grpSpPr>
            <a:xfrm>
              <a:off x="1489388" y="785765"/>
              <a:ext cx="18819" cy="45720"/>
              <a:chOff x="1639649" y="1052940"/>
              <a:chExt cx="18819" cy="45720"/>
            </a:xfrm>
          </p:grpSpPr>
          <p:cxnSp>
            <p:nvCxnSpPr>
              <p:cNvPr id="84" name="Straight Connector 83">
                <a:extLst>
                  <a:ext uri="{FF2B5EF4-FFF2-40B4-BE49-F238E27FC236}">
                    <a16:creationId xmlns:a16="http://schemas.microsoft.com/office/drawing/2014/main" id="{58BF0672-66FD-840D-2BCD-A460DFCA96CE}"/>
                  </a:ext>
                </a:extLst>
              </p:cNvPr>
              <p:cNvCxnSpPr>
                <a:cxnSpLocks/>
              </p:cNvCxnSpPr>
              <p:nvPr/>
            </p:nvCxnSpPr>
            <p:spPr>
              <a:xfrm flipH="1" flipV="1">
                <a:off x="1646956" y="1074296"/>
                <a:ext cx="1754" cy="24364"/>
              </a:xfrm>
              <a:prstGeom prst="line">
                <a:avLst/>
              </a:prstGeom>
              <a:ln w="6350"/>
            </p:spPr>
            <p:style>
              <a:lnRef idx="2">
                <a:schemeClr val="accent1"/>
              </a:lnRef>
              <a:fillRef idx="0">
                <a:schemeClr val="accent1"/>
              </a:fillRef>
              <a:effectRef idx="1">
                <a:schemeClr val="accent1"/>
              </a:effectRef>
              <a:fontRef idx="minor">
                <a:schemeClr val="tx1"/>
              </a:fontRef>
            </p:style>
          </p:cxnSp>
          <p:cxnSp>
            <p:nvCxnSpPr>
              <p:cNvPr id="85" name="Straight Connector 84">
                <a:extLst>
                  <a:ext uri="{FF2B5EF4-FFF2-40B4-BE49-F238E27FC236}">
                    <a16:creationId xmlns:a16="http://schemas.microsoft.com/office/drawing/2014/main" id="{062EF3F0-1FDB-CD48-46E8-7939A631BC7E}"/>
                  </a:ext>
                </a:extLst>
              </p:cNvPr>
              <p:cNvCxnSpPr>
                <a:cxnSpLocks/>
              </p:cNvCxnSpPr>
              <p:nvPr/>
            </p:nvCxnSpPr>
            <p:spPr>
              <a:xfrm rot="1800000" flipH="1" flipV="1">
                <a:off x="1656714" y="1053096"/>
                <a:ext cx="1754" cy="24364"/>
              </a:xfrm>
              <a:prstGeom prst="line">
                <a:avLst/>
              </a:prstGeom>
              <a:ln w="6350"/>
            </p:spPr>
            <p:style>
              <a:lnRef idx="2">
                <a:schemeClr val="accent1"/>
              </a:lnRef>
              <a:fillRef idx="0">
                <a:schemeClr val="accent1"/>
              </a:fillRef>
              <a:effectRef idx="1">
                <a:schemeClr val="accent1"/>
              </a:effectRef>
              <a:fontRef idx="minor">
                <a:schemeClr val="tx1"/>
              </a:fontRef>
            </p:style>
          </p:cxnSp>
          <p:cxnSp>
            <p:nvCxnSpPr>
              <p:cNvPr id="86" name="Straight Connector 85">
                <a:extLst>
                  <a:ext uri="{FF2B5EF4-FFF2-40B4-BE49-F238E27FC236}">
                    <a16:creationId xmlns:a16="http://schemas.microsoft.com/office/drawing/2014/main" id="{F42A6B4B-EE8D-AAB9-8BF3-A7FEAD4BB145}"/>
                  </a:ext>
                </a:extLst>
              </p:cNvPr>
              <p:cNvCxnSpPr>
                <a:cxnSpLocks/>
              </p:cNvCxnSpPr>
              <p:nvPr/>
            </p:nvCxnSpPr>
            <p:spPr>
              <a:xfrm rot="19500000" flipH="1">
                <a:off x="1639649" y="1052940"/>
                <a:ext cx="1754" cy="24364"/>
              </a:xfrm>
              <a:prstGeom prst="line">
                <a:avLst/>
              </a:prstGeom>
              <a:ln w="6350"/>
            </p:spPr>
            <p:style>
              <a:lnRef idx="2">
                <a:schemeClr val="accent1"/>
              </a:lnRef>
              <a:fillRef idx="0">
                <a:schemeClr val="accent1"/>
              </a:fillRef>
              <a:effectRef idx="1">
                <a:schemeClr val="accent1"/>
              </a:effectRef>
              <a:fontRef idx="minor">
                <a:schemeClr val="tx1"/>
              </a:fontRef>
            </p:style>
          </p:cxnSp>
        </p:grpSp>
        <p:grpSp>
          <p:nvGrpSpPr>
            <p:cNvPr id="49" name="Group 48">
              <a:extLst>
                <a:ext uri="{FF2B5EF4-FFF2-40B4-BE49-F238E27FC236}">
                  <a16:creationId xmlns:a16="http://schemas.microsoft.com/office/drawing/2014/main" id="{35C2BDE0-482F-4B20-6852-05BB32EDE828}"/>
                </a:ext>
              </a:extLst>
            </p:cNvPr>
            <p:cNvGrpSpPr/>
            <p:nvPr/>
          </p:nvGrpSpPr>
          <p:grpSpPr>
            <a:xfrm>
              <a:off x="1516177" y="723305"/>
              <a:ext cx="18819" cy="45720"/>
              <a:chOff x="1639649" y="1052940"/>
              <a:chExt cx="18819" cy="45720"/>
            </a:xfrm>
          </p:grpSpPr>
          <p:cxnSp>
            <p:nvCxnSpPr>
              <p:cNvPr id="81" name="Straight Connector 80">
                <a:extLst>
                  <a:ext uri="{FF2B5EF4-FFF2-40B4-BE49-F238E27FC236}">
                    <a16:creationId xmlns:a16="http://schemas.microsoft.com/office/drawing/2014/main" id="{5345F4CA-23AC-F813-AE23-CFB65DFB11D6}"/>
                  </a:ext>
                </a:extLst>
              </p:cNvPr>
              <p:cNvCxnSpPr>
                <a:cxnSpLocks/>
              </p:cNvCxnSpPr>
              <p:nvPr/>
            </p:nvCxnSpPr>
            <p:spPr>
              <a:xfrm flipH="1" flipV="1">
                <a:off x="1646956" y="1074296"/>
                <a:ext cx="1754" cy="24364"/>
              </a:xfrm>
              <a:prstGeom prst="line">
                <a:avLst/>
              </a:prstGeom>
              <a:ln w="6350"/>
            </p:spPr>
            <p:style>
              <a:lnRef idx="2">
                <a:schemeClr val="accent1"/>
              </a:lnRef>
              <a:fillRef idx="0">
                <a:schemeClr val="accent1"/>
              </a:fillRef>
              <a:effectRef idx="1">
                <a:schemeClr val="accent1"/>
              </a:effectRef>
              <a:fontRef idx="minor">
                <a:schemeClr val="tx1"/>
              </a:fontRef>
            </p:style>
          </p:cxnSp>
          <p:cxnSp>
            <p:nvCxnSpPr>
              <p:cNvPr id="82" name="Straight Connector 81">
                <a:extLst>
                  <a:ext uri="{FF2B5EF4-FFF2-40B4-BE49-F238E27FC236}">
                    <a16:creationId xmlns:a16="http://schemas.microsoft.com/office/drawing/2014/main" id="{7489AE19-F327-93B4-909B-2697C1636D1A}"/>
                  </a:ext>
                </a:extLst>
              </p:cNvPr>
              <p:cNvCxnSpPr>
                <a:cxnSpLocks/>
              </p:cNvCxnSpPr>
              <p:nvPr/>
            </p:nvCxnSpPr>
            <p:spPr>
              <a:xfrm rot="1800000" flipH="1" flipV="1">
                <a:off x="1656714" y="1053096"/>
                <a:ext cx="1754" cy="24364"/>
              </a:xfrm>
              <a:prstGeom prst="line">
                <a:avLst/>
              </a:prstGeom>
              <a:ln w="6350"/>
            </p:spPr>
            <p:style>
              <a:lnRef idx="2">
                <a:schemeClr val="accent1"/>
              </a:lnRef>
              <a:fillRef idx="0">
                <a:schemeClr val="accent1"/>
              </a:fillRef>
              <a:effectRef idx="1">
                <a:schemeClr val="accent1"/>
              </a:effectRef>
              <a:fontRef idx="minor">
                <a:schemeClr val="tx1"/>
              </a:fontRef>
            </p:style>
          </p:cxnSp>
          <p:cxnSp>
            <p:nvCxnSpPr>
              <p:cNvPr id="83" name="Straight Connector 82">
                <a:extLst>
                  <a:ext uri="{FF2B5EF4-FFF2-40B4-BE49-F238E27FC236}">
                    <a16:creationId xmlns:a16="http://schemas.microsoft.com/office/drawing/2014/main" id="{4B090C36-2AF2-8C65-6206-9274888927CB}"/>
                  </a:ext>
                </a:extLst>
              </p:cNvPr>
              <p:cNvCxnSpPr>
                <a:cxnSpLocks/>
              </p:cNvCxnSpPr>
              <p:nvPr/>
            </p:nvCxnSpPr>
            <p:spPr>
              <a:xfrm rot="19500000" flipH="1">
                <a:off x="1639649" y="1052940"/>
                <a:ext cx="1754" cy="24364"/>
              </a:xfrm>
              <a:prstGeom prst="line">
                <a:avLst/>
              </a:prstGeom>
              <a:ln w="6350"/>
            </p:spPr>
            <p:style>
              <a:lnRef idx="2">
                <a:schemeClr val="accent1"/>
              </a:lnRef>
              <a:fillRef idx="0">
                <a:schemeClr val="accent1"/>
              </a:fillRef>
              <a:effectRef idx="1">
                <a:schemeClr val="accent1"/>
              </a:effectRef>
              <a:fontRef idx="minor">
                <a:schemeClr val="tx1"/>
              </a:fontRef>
            </p:style>
          </p:cxnSp>
        </p:grpSp>
        <p:grpSp>
          <p:nvGrpSpPr>
            <p:cNvPr id="50" name="Group 49">
              <a:extLst>
                <a:ext uri="{FF2B5EF4-FFF2-40B4-BE49-F238E27FC236}">
                  <a16:creationId xmlns:a16="http://schemas.microsoft.com/office/drawing/2014/main" id="{F1D5E58E-4D90-C8CE-8C95-455602779771}"/>
                </a:ext>
              </a:extLst>
            </p:cNvPr>
            <p:cNvGrpSpPr/>
            <p:nvPr/>
          </p:nvGrpSpPr>
          <p:grpSpPr>
            <a:xfrm>
              <a:off x="1542227" y="663272"/>
              <a:ext cx="18819" cy="45720"/>
              <a:chOff x="1639649" y="1052940"/>
              <a:chExt cx="18819" cy="45720"/>
            </a:xfrm>
          </p:grpSpPr>
          <p:cxnSp>
            <p:nvCxnSpPr>
              <p:cNvPr id="78" name="Straight Connector 77">
                <a:extLst>
                  <a:ext uri="{FF2B5EF4-FFF2-40B4-BE49-F238E27FC236}">
                    <a16:creationId xmlns:a16="http://schemas.microsoft.com/office/drawing/2014/main" id="{86AF7E2C-F0C2-23F8-7C80-EB531BCB747F}"/>
                  </a:ext>
                </a:extLst>
              </p:cNvPr>
              <p:cNvCxnSpPr>
                <a:cxnSpLocks/>
              </p:cNvCxnSpPr>
              <p:nvPr/>
            </p:nvCxnSpPr>
            <p:spPr>
              <a:xfrm flipH="1" flipV="1">
                <a:off x="1646956" y="1074296"/>
                <a:ext cx="1754" cy="24364"/>
              </a:xfrm>
              <a:prstGeom prst="line">
                <a:avLst/>
              </a:prstGeom>
              <a:ln w="6350"/>
            </p:spPr>
            <p:style>
              <a:lnRef idx="2">
                <a:schemeClr val="accent1"/>
              </a:lnRef>
              <a:fillRef idx="0">
                <a:schemeClr val="accent1"/>
              </a:fillRef>
              <a:effectRef idx="1">
                <a:schemeClr val="accent1"/>
              </a:effectRef>
              <a:fontRef idx="minor">
                <a:schemeClr val="tx1"/>
              </a:fontRef>
            </p:style>
          </p:cxnSp>
          <p:cxnSp>
            <p:nvCxnSpPr>
              <p:cNvPr id="79" name="Straight Connector 78">
                <a:extLst>
                  <a:ext uri="{FF2B5EF4-FFF2-40B4-BE49-F238E27FC236}">
                    <a16:creationId xmlns:a16="http://schemas.microsoft.com/office/drawing/2014/main" id="{D6FC2248-F47C-1836-52C9-2D591900F639}"/>
                  </a:ext>
                </a:extLst>
              </p:cNvPr>
              <p:cNvCxnSpPr>
                <a:cxnSpLocks/>
              </p:cNvCxnSpPr>
              <p:nvPr/>
            </p:nvCxnSpPr>
            <p:spPr>
              <a:xfrm rot="1800000" flipH="1" flipV="1">
                <a:off x="1656714" y="1053096"/>
                <a:ext cx="1754" cy="24364"/>
              </a:xfrm>
              <a:prstGeom prst="line">
                <a:avLst/>
              </a:prstGeom>
              <a:ln w="6350"/>
            </p:spPr>
            <p:style>
              <a:lnRef idx="2">
                <a:schemeClr val="accent1"/>
              </a:lnRef>
              <a:fillRef idx="0">
                <a:schemeClr val="accent1"/>
              </a:fillRef>
              <a:effectRef idx="1">
                <a:schemeClr val="accent1"/>
              </a:effectRef>
              <a:fontRef idx="minor">
                <a:schemeClr val="tx1"/>
              </a:fontRef>
            </p:style>
          </p:cxnSp>
          <p:cxnSp>
            <p:nvCxnSpPr>
              <p:cNvPr id="80" name="Straight Connector 79">
                <a:extLst>
                  <a:ext uri="{FF2B5EF4-FFF2-40B4-BE49-F238E27FC236}">
                    <a16:creationId xmlns:a16="http://schemas.microsoft.com/office/drawing/2014/main" id="{65FAC080-9EC3-18A0-AB0E-577EB35C96BF}"/>
                  </a:ext>
                </a:extLst>
              </p:cNvPr>
              <p:cNvCxnSpPr>
                <a:cxnSpLocks/>
              </p:cNvCxnSpPr>
              <p:nvPr/>
            </p:nvCxnSpPr>
            <p:spPr>
              <a:xfrm rot="19500000" flipH="1">
                <a:off x="1639649" y="1052940"/>
                <a:ext cx="1754" cy="24364"/>
              </a:xfrm>
              <a:prstGeom prst="line">
                <a:avLst/>
              </a:prstGeom>
              <a:ln w="6350"/>
            </p:spPr>
            <p:style>
              <a:lnRef idx="2">
                <a:schemeClr val="accent1"/>
              </a:lnRef>
              <a:fillRef idx="0">
                <a:schemeClr val="accent1"/>
              </a:fillRef>
              <a:effectRef idx="1">
                <a:schemeClr val="accent1"/>
              </a:effectRef>
              <a:fontRef idx="minor">
                <a:schemeClr val="tx1"/>
              </a:fontRef>
            </p:style>
          </p:cxnSp>
        </p:grpSp>
        <p:grpSp>
          <p:nvGrpSpPr>
            <p:cNvPr id="51" name="Group 50">
              <a:extLst>
                <a:ext uri="{FF2B5EF4-FFF2-40B4-BE49-F238E27FC236}">
                  <a16:creationId xmlns:a16="http://schemas.microsoft.com/office/drawing/2014/main" id="{9EBE39FC-0B8F-7FB7-34C7-B3936E13EB74}"/>
                </a:ext>
              </a:extLst>
            </p:cNvPr>
            <p:cNvGrpSpPr/>
            <p:nvPr/>
          </p:nvGrpSpPr>
          <p:grpSpPr>
            <a:xfrm>
              <a:off x="1579486" y="785765"/>
              <a:ext cx="18819" cy="45720"/>
              <a:chOff x="1639649" y="1052940"/>
              <a:chExt cx="18819" cy="45720"/>
            </a:xfrm>
          </p:grpSpPr>
          <p:cxnSp>
            <p:nvCxnSpPr>
              <p:cNvPr id="75" name="Straight Connector 74">
                <a:extLst>
                  <a:ext uri="{FF2B5EF4-FFF2-40B4-BE49-F238E27FC236}">
                    <a16:creationId xmlns:a16="http://schemas.microsoft.com/office/drawing/2014/main" id="{610554D5-D5C2-C63F-74C2-D5AACFB9FAB5}"/>
                  </a:ext>
                </a:extLst>
              </p:cNvPr>
              <p:cNvCxnSpPr>
                <a:cxnSpLocks/>
              </p:cNvCxnSpPr>
              <p:nvPr/>
            </p:nvCxnSpPr>
            <p:spPr>
              <a:xfrm flipH="1" flipV="1">
                <a:off x="1646956" y="1074296"/>
                <a:ext cx="1754" cy="24364"/>
              </a:xfrm>
              <a:prstGeom prst="line">
                <a:avLst/>
              </a:prstGeom>
              <a:ln w="6350"/>
            </p:spPr>
            <p:style>
              <a:lnRef idx="2">
                <a:schemeClr val="accent1"/>
              </a:lnRef>
              <a:fillRef idx="0">
                <a:schemeClr val="accent1"/>
              </a:fillRef>
              <a:effectRef idx="1">
                <a:schemeClr val="accent1"/>
              </a:effectRef>
              <a:fontRef idx="minor">
                <a:schemeClr val="tx1"/>
              </a:fontRef>
            </p:style>
          </p:cxnSp>
          <p:cxnSp>
            <p:nvCxnSpPr>
              <p:cNvPr id="76" name="Straight Connector 75">
                <a:extLst>
                  <a:ext uri="{FF2B5EF4-FFF2-40B4-BE49-F238E27FC236}">
                    <a16:creationId xmlns:a16="http://schemas.microsoft.com/office/drawing/2014/main" id="{9B0F9E52-1E22-3688-94FE-EC6A1C2E03D8}"/>
                  </a:ext>
                </a:extLst>
              </p:cNvPr>
              <p:cNvCxnSpPr>
                <a:cxnSpLocks/>
              </p:cNvCxnSpPr>
              <p:nvPr/>
            </p:nvCxnSpPr>
            <p:spPr>
              <a:xfrm rot="1800000" flipH="1" flipV="1">
                <a:off x="1656714" y="1053096"/>
                <a:ext cx="1754" cy="24364"/>
              </a:xfrm>
              <a:prstGeom prst="line">
                <a:avLst/>
              </a:prstGeom>
              <a:ln w="6350"/>
            </p:spPr>
            <p:style>
              <a:lnRef idx="2">
                <a:schemeClr val="accent1"/>
              </a:lnRef>
              <a:fillRef idx="0">
                <a:schemeClr val="accent1"/>
              </a:fillRef>
              <a:effectRef idx="1">
                <a:schemeClr val="accent1"/>
              </a:effectRef>
              <a:fontRef idx="minor">
                <a:schemeClr val="tx1"/>
              </a:fontRef>
            </p:style>
          </p:cxnSp>
          <p:cxnSp>
            <p:nvCxnSpPr>
              <p:cNvPr id="77" name="Straight Connector 76">
                <a:extLst>
                  <a:ext uri="{FF2B5EF4-FFF2-40B4-BE49-F238E27FC236}">
                    <a16:creationId xmlns:a16="http://schemas.microsoft.com/office/drawing/2014/main" id="{5710E77C-4180-8B7F-A9A0-3E7FDA57D9CD}"/>
                  </a:ext>
                </a:extLst>
              </p:cNvPr>
              <p:cNvCxnSpPr>
                <a:cxnSpLocks/>
              </p:cNvCxnSpPr>
              <p:nvPr/>
            </p:nvCxnSpPr>
            <p:spPr>
              <a:xfrm rot="19500000" flipH="1">
                <a:off x="1639649" y="1052940"/>
                <a:ext cx="1754" cy="24364"/>
              </a:xfrm>
              <a:prstGeom prst="line">
                <a:avLst/>
              </a:prstGeom>
              <a:ln w="6350"/>
            </p:spPr>
            <p:style>
              <a:lnRef idx="2">
                <a:schemeClr val="accent1"/>
              </a:lnRef>
              <a:fillRef idx="0">
                <a:schemeClr val="accent1"/>
              </a:fillRef>
              <a:effectRef idx="1">
                <a:schemeClr val="accent1"/>
              </a:effectRef>
              <a:fontRef idx="minor">
                <a:schemeClr val="tx1"/>
              </a:fontRef>
            </p:style>
          </p:cxnSp>
        </p:grpSp>
        <p:grpSp>
          <p:nvGrpSpPr>
            <p:cNvPr id="52" name="Group 51">
              <a:extLst>
                <a:ext uri="{FF2B5EF4-FFF2-40B4-BE49-F238E27FC236}">
                  <a16:creationId xmlns:a16="http://schemas.microsoft.com/office/drawing/2014/main" id="{9B0AB614-8E49-B82C-0431-C2B30AB58EDC}"/>
                </a:ext>
              </a:extLst>
            </p:cNvPr>
            <p:cNvGrpSpPr/>
            <p:nvPr/>
          </p:nvGrpSpPr>
          <p:grpSpPr>
            <a:xfrm>
              <a:off x="1606275" y="723305"/>
              <a:ext cx="18819" cy="45720"/>
              <a:chOff x="1639649" y="1052940"/>
              <a:chExt cx="18819" cy="45720"/>
            </a:xfrm>
          </p:grpSpPr>
          <p:cxnSp>
            <p:nvCxnSpPr>
              <p:cNvPr id="72" name="Straight Connector 71">
                <a:extLst>
                  <a:ext uri="{FF2B5EF4-FFF2-40B4-BE49-F238E27FC236}">
                    <a16:creationId xmlns:a16="http://schemas.microsoft.com/office/drawing/2014/main" id="{488DDED9-E79E-ED10-1D5C-57D2BD72B490}"/>
                  </a:ext>
                </a:extLst>
              </p:cNvPr>
              <p:cNvCxnSpPr>
                <a:cxnSpLocks/>
              </p:cNvCxnSpPr>
              <p:nvPr/>
            </p:nvCxnSpPr>
            <p:spPr>
              <a:xfrm flipH="1" flipV="1">
                <a:off x="1646956" y="1074296"/>
                <a:ext cx="1754" cy="24364"/>
              </a:xfrm>
              <a:prstGeom prst="line">
                <a:avLst/>
              </a:prstGeom>
              <a:ln w="6350"/>
            </p:spPr>
            <p:style>
              <a:lnRef idx="2">
                <a:schemeClr val="accent1"/>
              </a:lnRef>
              <a:fillRef idx="0">
                <a:schemeClr val="accent1"/>
              </a:fillRef>
              <a:effectRef idx="1">
                <a:schemeClr val="accent1"/>
              </a:effectRef>
              <a:fontRef idx="minor">
                <a:schemeClr val="tx1"/>
              </a:fontRef>
            </p:style>
          </p:cxnSp>
          <p:cxnSp>
            <p:nvCxnSpPr>
              <p:cNvPr id="73" name="Straight Connector 72">
                <a:extLst>
                  <a:ext uri="{FF2B5EF4-FFF2-40B4-BE49-F238E27FC236}">
                    <a16:creationId xmlns:a16="http://schemas.microsoft.com/office/drawing/2014/main" id="{CA72F349-C6FD-78B3-A66F-D29435D2DB5C}"/>
                  </a:ext>
                </a:extLst>
              </p:cNvPr>
              <p:cNvCxnSpPr>
                <a:cxnSpLocks/>
              </p:cNvCxnSpPr>
              <p:nvPr/>
            </p:nvCxnSpPr>
            <p:spPr>
              <a:xfrm rot="1800000" flipH="1" flipV="1">
                <a:off x="1656714" y="1053096"/>
                <a:ext cx="1754" cy="24364"/>
              </a:xfrm>
              <a:prstGeom prst="line">
                <a:avLst/>
              </a:prstGeom>
              <a:ln w="6350"/>
            </p:spPr>
            <p:style>
              <a:lnRef idx="2">
                <a:schemeClr val="accent1"/>
              </a:lnRef>
              <a:fillRef idx="0">
                <a:schemeClr val="accent1"/>
              </a:fillRef>
              <a:effectRef idx="1">
                <a:schemeClr val="accent1"/>
              </a:effectRef>
              <a:fontRef idx="minor">
                <a:schemeClr val="tx1"/>
              </a:fontRef>
            </p:style>
          </p:cxnSp>
          <p:cxnSp>
            <p:nvCxnSpPr>
              <p:cNvPr id="74" name="Straight Connector 73">
                <a:extLst>
                  <a:ext uri="{FF2B5EF4-FFF2-40B4-BE49-F238E27FC236}">
                    <a16:creationId xmlns:a16="http://schemas.microsoft.com/office/drawing/2014/main" id="{19A557B8-4934-0AE0-4994-22A1D0EB41A3}"/>
                  </a:ext>
                </a:extLst>
              </p:cNvPr>
              <p:cNvCxnSpPr>
                <a:cxnSpLocks/>
              </p:cNvCxnSpPr>
              <p:nvPr/>
            </p:nvCxnSpPr>
            <p:spPr>
              <a:xfrm rot="19500000" flipH="1">
                <a:off x="1639649" y="1052940"/>
                <a:ext cx="1754" cy="24364"/>
              </a:xfrm>
              <a:prstGeom prst="line">
                <a:avLst/>
              </a:prstGeom>
              <a:ln w="6350"/>
            </p:spPr>
            <p:style>
              <a:lnRef idx="2">
                <a:schemeClr val="accent1"/>
              </a:lnRef>
              <a:fillRef idx="0">
                <a:schemeClr val="accent1"/>
              </a:fillRef>
              <a:effectRef idx="1">
                <a:schemeClr val="accent1"/>
              </a:effectRef>
              <a:fontRef idx="minor">
                <a:schemeClr val="tx1"/>
              </a:fontRef>
            </p:style>
          </p:cxnSp>
        </p:grpSp>
        <p:grpSp>
          <p:nvGrpSpPr>
            <p:cNvPr id="53" name="Group 52">
              <a:extLst>
                <a:ext uri="{FF2B5EF4-FFF2-40B4-BE49-F238E27FC236}">
                  <a16:creationId xmlns:a16="http://schemas.microsoft.com/office/drawing/2014/main" id="{D3D3372D-4EAE-4328-5D06-03A0FB9909A2}"/>
                </a:ext>
              </a:extLst>
            </p:cNvPr>
            <p:cNvGrpSpPr/>
            <p:nvPr/>
          </p:nvGrpSpPr>
          <p:grpSpPr>
            <a:xfrm>
              <a:off x="1632325" y="663272"/>
              <a:ext cx="18819" cy="45720"/>
              <a:chOff x="1639649" y="1052940"/>
              <a:chExt cx="18819" cy="45720"/>
            </a:xfrm>
          </p:grpSpPr>
          <p:cxnSp>
            <p:nvCxnSpPr>
              <p:cNvPr id="69" name="Straight Connector 68">
                <a:extLst>
                  <a:ext uri="{FF2B5EF4-FFF2-40B4-BE49-F238E27FC236}">
                    <a16:creationId xmlns:a16="http://schemas.microsoft.com/office/drawing/2014/main" id="{931B7982-847A-9B2D-8632-B941C04E976B}"/>
                  </a:ext>
                </a:extLst>
              </p:cNvPr>
              <p:cNvCxnSpPr>
                <a:cxnSpLocks/>
              </p:cNvCxnSpPr>
              <p:nvPr/>
            </p:nvCxnSpPr>
            <p:spPr>
              <a:xfrm flipH="1" flipV="1">
                <a:off x="1646956" y="1074296"/>
                <a:ext cx="1754" cy="24364"/>
              </a:xfrm>
              <a:prstGeom prst="line">
                <a:avLst/>
              </a:prstGeom>
              <a:ln w="6350"/>
            </p:spPr>
            <p:style>
              <a:lnRef idx="2">
                <a:schemeClr val="accent1"/>
              </a:lnRef>
              <a:fillRef idx="0">
                <a:schemeClr val="accent1"/>
              </a:fillRef>
              <a:effectRef idx="1">
                <a:schemeClr val="accent1"/>
              </a:effectRef>
              <a:fontRef idx="minor">
                <a:schemeClr val="tx1"/>
              </a:fontRef>
            </p:style>
          </p:cxnSp>
          <p:cxnSp>
            <p:nvCxnSpPr>
              <p:cNvPr id="70" name="Straight Connector 69">
                <a:extLst>
                  <a:ext uri="{FF2B5EF4-FFF2-40B4-BE49-F238E27FC236}">
                    <a16:creationId xmlns:a16="http://schemas.microsoft.com/office/drawing/2014/main" id="{3B2C52F0-B63B-5D8D-F75C-F8AD9C8FE020}"/>
                  </a:ext>
                </a:extLst>
              </p:cNvPr>
              <p:cNvCxnSpPr>
                <a:cxnSpLocks/>
              </p:cNvCxnSpPr>
              <p:nvPr/>
            </p:nvCxnSpPr>
            <p:spPr>
              <a:xfrm rot="1800000" flipH="1" flipV="1">
                <a:off x="1656714" y="1053096"/>
                <a:ext cx="1754" cy="24364"/>
              </a:xfrm>
              <a:prstGeom prst="line">
                <a:avLst/>
              </a:prstGeom>
              <a:ln w="6350"/>
            </p:spPr>
            <p:style>
              <a:lnRef idx="2">
                <a:schemeClr val="accent1"/>
              </a:lnRef>
              <a:fillRef idx="0">
                <a:schemeClr val="accent1"/>
              </a:fillRef>
              <a:effectRef idx="1">
                <a:schemeClr val="accent1"/>
              </a:effectRef>
              <a:fontRef idx="minor">
                <a:schemeClr val="tx1"/>
              </a:fontRef>
            </p:style>
          </p:cxnSp>
          <p:cxnSp>
            <p:nvCxnSpPr>
              <p:cNvPr id="71" name="Straight Connector 70">
                <a:extLst>
                  <a:ext uri="{FF2B5EF4-FFF2-40B4-BE49-F238E27FC236}">
                    <a16:creationId xmlns:a16="http://schemas.microsoft.com/office/drawing/2014/main" id="{C5AC1988-069B-3942-0500-32B638F49D50}"/>
                  </a:ext>
                </a:extLst>
              </p:cNvPr>
              <p:cNvCxnSpPr>
                <a:cxnSpLocks/>
              </p:cNvCxnSpPr>
              <p:nvPr/>
            </p:nvCxnSpPr>
            <p:spPr>
              <a:xfrm rot="19500000" flipH="1">
                <a:off x="1639649" y="1052940"/>
                <a:ext cx="1754" cy="24364"/>
              </a:xfrm>
              <a:prstGeom prst="line">
                <a:avLst/>
              </a:prstGeom>
              <a:ln w="6350"/>
            </p:spPr>
            <p:style>
              <a:lnRef idx="2">
                <a:schemeClr val="accent1"/>
              </a:lnRef>
              <a:fillRef idx="0">
                <a:schemeClr val="accent1"/>
              </a:fillRef>
              <a:effectRef idx="1">
                <a:schemeClr val="accent1"/>
              </a:effectRef>
              <a:fontRef idx="minor">
                <a:schemeClr val="tx1"/>
              </a:fontRef>
            </p:style>
          </p:cxnSp>
        </p:grpSp>
        <p:cxnSp>
          <p:nvCxnSpPr>
            <p:cNvPr id="54" name="Straight Connector 53">
              <a:extLst>
                <a:ext uri="{FF2B5EF4-FFF2-40B4-BE49-F238E27FC236}">
                  <a16:creationId xmlns:a16="http://schemas.microsoft.com/office/drawing/2014/main" id="{AA2A0D65-DEC1-4CFA-AD38-A1EA31874FB2}"/>
                </a:ext>
              </a:extLst>
            </p:cNvPr>
            <p:cNvCxnSpPr>
              <a:cxnSpLocks/>
            </p:cNvCxnSpPr>
            <p:nvPr/>
          </p:nvCxnSpPr>
          <p:spPr>
            <a:xfrm flipV="1">
              <a:off x="1357047" y="830690"/>
              <a:ext cx="292608" cy="2400"/>
            </a:xfrm>
            <a:prstGeom prst="line">
              <a:avLst/>
            </a:prstGeom>
            <a:ln w="6350">
              <a:solidFill>
                <a:schemeClr val="bg1">
                  <a:lumMod val="50000"/>
                </a:schemeClr>
              </a:solidFill>
              <a:prstDash val="dash"/>
            </a:ln>
          </p:spPr>
          <p:style>
            <a:lnRef idx="2">
              <a:schemeClr val="accent1"/>
            </a:lnRef>
            <a:fillRef idx="0">
              <a:schemeClr val="accent1"/>
            </a:fillRef>
            <a:effectRef idx="1">
              <a:schemeClr val="accent1"/>
            </a:effectRef>
            <a:fontRef idx="minor">
              <a:schemeClr val="tx1"/>
            </a:fontRef>
          </p:style>
        </p:cxnSp>
        <p:cxnSp>
          <p:nvCxnSpPr>
            <p:cNvPr id="55" name="Straight Connector 54">
              <a:extLst>
                <a:ext uri="{FF2B5EF4-FFF2-40B4-BE49-F238E27FC236}">
                  <a16:creationId xmlns:a16="http://schemas.microsoft.com/office/drawing/2014/main" id="{95831F21-1250-B853-3876-483522DF2DE1}"/>
                </a:ext>
              </a:extLst>
            </p:cNvPr>
            <p:cNvCxnSpPr>
              <a:cxnSpLocks/>
            </p:cNvCxnSpPr>
            <p:nvPr/>
          </p:nvCxnSpPr>
          <p:spPr>
            <a:xfrm flipV="1">
              <a:off x="1418728" y="711235"/>
              <a:ext cx="292608" cy="2400"/>
            </a:xfrm>
            <a:prstGeom prst="line">
              <a:avLst/>
            </a:prstGeom>
            <a:ln w="6350">
              <a:solidFill>
                <a:schemeClr val="bg1">
                  <a:lumMod val="50000"/>
                </a:schemeClr>
              </a:solidFill>
              <a:prstDash val="dash"/>
            </a:ln>
          </p:spPr>
          <p:style>
            <a:lnRef idx="2">
              <a:schemeClr val="accent1"/>
            </a:lnRef>
            <a:fillRef idx="0">
              <a:schemeClr val="accent1"/>
            </a:fillRef>
            <a:effectRef idx="1">
              <a:schemeClr val="accent1"/>
            </a:effectRef>
            <a:fontRef idx="minor">
              <a:schemeClr val="tx1"/>
            </a:fontRef>
          </p:style>
        </p:cxnSp>
        <p:sp>
          <p:nvSpPr>
            <p:cNvPr id="56" name="Freeform: Shape 55">
              <a:extLst>
                <a:ext uri="{FF2B5EF4-FFF2-40B4-BE49-F238E27FC236}">
                  <a16:creationId xmlns:a16="http://schemas.microsoft.com/office/drawing/2014/main" id="{3387AC3E-28B0-D5E8-1631-CD8BF5722F1C}"/>
                </a:ext>
              </a:extLst>
            </p:cNvPr>
            <p:cNvSpPr/>
            <p:nvPr/>
          </p:nvSpPr>
          <p:spPr>
            <a:xfrm>
              <a:off x="1357308" y="711977"/>
              <a:ext cx="64294" cy="121444"/>
            </a:xfrm>
            <a:custGeom>
              <a:avLst/>
              <a:gdLst>
                <a:gd name="csX0" fmla="*/ 0 w 64294"/>
                <a:gd name="csY0" fmla="*/ 121444 h 121444"/>
                <a:gd name="csX1" fmla="*/ 35719 w 64294"/>
                <a:gd name="csY1" fmla="*/ 61913 h 121444"/>
                <a:gd name="csX2" fmla="*/ 64294 w 64294"/>
                <a:gd name="csY2" fmla="*/ 0 h 121444"/>
              </a:gdLst>
              <a:ahLst/>
              <a:cxnLst>
                <a:cxn ang="0">
                  <a:pos x="csX0" y="csY0"/>
                </a:cxn>
                <a:cxn ang="0">
                  <a:pos x="csX1" y="csY1"/>
                </a:cxn>
                <a:cxn ang="0">
                  <a:pos x="csX2" y="csY2"/>
                </a:cxn>
              </a:cxnLst>
              <a:rect l="l" t="t" r="r" b="b"/>
              <a:pathLst>
                <a:path w="64294" h="121444">
                  <a:moveTo>
                    <a:pt x="0" y="121444"/>
                  </a:moveTo>
                  <a:cubicBezTo>
                    <a:pt x="12501" y="101799"/>
                    <a:pt x="25003" y="82154"/>
                    <a:pt x="35719" y="61913"/>
                  </a:cubicBezTo>
                  <a:cubicBezTo>
                    <a:pt x="46435" y="41672"/>
                    <a:pt x="55364" y="20836"/>
                    <a:pt x="64294" y="0"/>
                  </a:cubicBezTo>
                </a:path>
              </a:pathLst>
            </a:custGeom>
            <a:noFill/>
            <a:ln w="6350">
              <a:solidFill>
                <a:schemeClr val="bg1">
                  <a:lumMod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7" name="Freeform: Shape 56">
              <a:extLst>
                <a:ext uri="{FF2B5EF4-FFF2-40B4-BE49-F238E27FC236}">
                  <a16:creationId xmlns:a16="http://schemas.microsoft.com/office/drawing/2014/main" id="{8E79B631-7A12-30B2-604B-E4F3F23315BB}"/>
                </a:ext>
              </a:extLst>
            </p:cNvPr>
            <p:cNvSpPr/>
            <p:nvPr/>
          </p:nvSpPr>
          <p:spPr>
            <a:xfrm>
              <a:off x="1643612" y="711977"/>
              <a:ext cx="64294" cy="121444"/>
            </a:xfrm>
            <a:custGeom>
              <a:avLst/>
              <a:gdLst>
                <a:gd name="csX0" fmla="*/ 0 w 64294"/>
                <a:gd name="csY0" fmla="*/ 121444 h 121444"/>
                <a:gd name="csX1" fmla="*/ 35719 w 64294"/>
                <a:gd name="csY1" fmla="*/ 61913 h 121444"/>
                <a:gd name="csX2" fmla="*/ 64294 w 64294"/>
                <a:gd name="csY2" fmla="*/ 0 h 121444"/>
              </a:gdLst>
              <a:ahLst/>
              <a:cxnLst>
                <a:cxn ang="0">
                  <a:pos x="csX0" y="csY0"/>
                </a:cxn>
                <a:cxn ang="0">
                  <a:pos x="csX1" y="csY1"/>
                </a:cxn>
                <a:cxn ang="0">
                  <a:pos x="csX2" y="csY2"/>
                </a:cxn>
              </a:cxnLst>
              <a:rect l="l" t="t" r="r" b="b"/>
              <a:pathLst>
                <a:path w="64294" h="121444">
                  <a:moveTo>
                    <a:pt x="0" y="121444"/>
                  </a:moveTo>
                  <a:cubicBezTo>
                    <a:pt x="12501" y="101799"/>
                    <a:pt x="25003" y="82154"/>
                    <a:pt x="35719" y="61913"/>
                  </a:cubicBezTo>
                  <a:cubicBezTo>
                    <a:pt x="46435" y="41672"/>
                    <a:pt x="55364" y="20836"/>
                    <a:pt x="64294" y="0"/>
                  </a:cubicBezTo>
                </a:path>
              </a:pathLst>
            </a:custGeom>
            <a:noFill/>
            <a:ln w="6350">
              <a:solidFill>
                <a:schemeClr val="bg1">
                  <a:lumMod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nvGrpSpPr>
            <p:cNvPr id="58" name="Group 57">
              <a:extLst>
                <a:ext uri="{FF2B5EF4-FFF2-40B4-BE49-F238E27FC236}">
                  <a16:creationId xmlns:a16="http://schemas.microsoft.com/office/drawing/2014/main" id="{B89D7155-C0E3-13CD-D5ED-4C15B8B71730}"/>
                </a:ext>
              </a:extLst>
            </p:cNvPr>
            <p:cNvGrpSpPr/>
            <p:nvPr/>
          </p:nvGrpSpPr>
          <p:grpSpPr>
            <a:xfrm flipH="1">
              <a:off x="1511479" y="762715"/>
              <a:ext cx="53435" cy="145529"/>
              <a:chOff x="1640890" y="915718"/>
              <a:chExt cx="0" cy="199245"/>
            </a:xfrm>
          </p:grpSpPr>
          <p:cxnSp>
            <p:nvCxnSpPr>
              <p:cNvPr id="67" name="Straight Connector 66">
                <a:extLst>
                  <a:ext uri="{FF2B5EF4-FFF2-40B4-BE49-F238E27FC236}">
                    <a16:creationId xmlns:a16="http://schemas.microsoft.com/office/drawing/2014/main" id="{30BB5A3C-1FD9-4203-A06C-D2A8743E3280}"/>
                  </a:ext>
                </a:extLst>
              </p:cNvPr>
              <p:cNvCxnSpPr>
                <a:cxnSpLocks/>
              </p:cNvCxnSpPr>
              <p:nvPr/>
            </p:nvCxnSpPr>
            <p:spPr>
              <a:xfrm>
                <a:off x="1640890" y="915718"/>
                <a:ext cx="0" cy="132830"/>
              </a:xfrm>
              <a:prstGeom prst="line">
                <a:avLst/>
              </a:prstGeom>
              <a:ln w="6350">
                <a:solidFill>
                  <a:schemeClr val="bg1">
                    <a:lumMod val="50000"/>
                  </a:schemeClr>
                </a:solidFill>
                <a:prstDash val="dash"/>
              </a:ln>
            </p:spPr>
            <p:style>
              <a:lnRef idx="2">
                <a:schemeClr val="accent1"/>
              </a:lnRef>
              <a:fillRef idx="0">
                <a:schemeClr val="accent1"/>
              </a:fillRef>
              <a:effectRef idx="1">
                <a:schemeClr val="accent1"/>
              </a:effectRef>
              <a:fontRef idx="minor">
                <a:schemeClr val="tx1"/>
              </a:fontRef>
            </p:style>
          </p:cxnSp>
          <p:cxnSp>
            <p:nvCxnSpPr>
              <p:cNvPr id="68" name="Straight Connector 67">
                <a:extLst>
                  <a:ext uri="{FF2B5EF4-FFF2-40B4-BE49-F238E27FC236}">
                    <a16:creationId xmlns:a16="http://schemas.microsoft.com/office/drawing/2014/main" id="{A13468FA-ADD0-DDA8-4D22-DCD08F11A3CB}"/>
                  </a:ext>
                </a:extLst>
              </p:cNvPr>
              <p:cNvCxnSpPr>
                <a:cxnSpLocks/>
              </p:cNvCxnSpPr>
              <p:nvPr/>
            </p:nvCxnSpPr>
            <p:spPr>
              <a:xfrm>
                <a:off x="1640890" y="982133"/>
                <a:ext cx="0" cy="132830"/>
              </a:xfrm>
              <a:prstGeom prst="line">
                <a:avLst/>
              </a:prstGeom>
              <a:ln w="6350">
                <a:solidFill>
                  <a:schemeClr val="bg1">
                    <a:lumMod val="50000"/>
                  </a:schemeClr>
                </a:solidFill>
                <a:prstDash val="solid"/>
              </a:ln>
            </p:spPr>
            <p:style>
              <a:lnRef idx="2">
                <a:schemeClr val="accent1"/>
              </a:lnRef>
              <a:fillRef idx="0">
                <a:schemeClr val="accent1"/>
              </a:fillRef>
              <a:effectRef idx="1">
                <a:schemeClr val="accent1"/>
              </a:effectRef>
              <a:fontRef idx="minor">
                <a:schemeClr val="tx1"/>
              </a:fontRef>
            </p:style>
          </p:cxnSp>
        </p:grpSp>
        <p:grpSp>
          <p:nvGrpSpPr>
            <p:cNvPr id="59" name="Group 58">
              <a:extLst>
                <a:ext uri="{FF2B5EF4-FFF2-40B4-BE49-F238E27FC236}">
                  <a16:creationId xmlns:a16="http://schemas.microsoft.com/office/drawing/2014/main" id="{565DA141-054E-B03B-5779-7286F790993E}"/>
                </a:ext>
              </a:extLst>
            </p:cNvPr>
            <p:cNvGrpSpPr/>
            <p:nvPr/>
          </p:nvGrpSpPr>
          <p:grpSpPr>
            <a:xfrm>
              <a:off x="1470798" y="758412"/>
              <a:ext cx="53435" cy="150410"/>
              <a:chOff x="1475910" y="909035"/>
              <a:chExt cx="0" cy="205928"/>
            </a:xfrm>
          </p:grpSpPr>
          <p:cxnSp>
            <p:nvCxnSpPr>
              <p:cNvPr id="65" name="Straight Connector 64">
                <a:extLst>
                  <a:ext uri="{FF2B5EF4-FFF2-40B4-BE49-F238E27FC236}">
                    <a16:creationId xmlns:a16="http://schemas.microsoft.com/office/drawing/2014/main" id="{AAA7DC37-DC2D-BFF9-E724-23D29F41EEB7}"/>
                  </a:ext>
                </a:extLst>
              </p:cNvPr>
              <p:cNvCxnSpPr>
                <a:cxnSpLocks/>
              </p:cNvCxnSpPr>
              <p:nvPr/>
            </p:nvCxnSpPr>
            <p:spPr>
              <a:xfrm>
                <a:off x="1475910" y="909035"/>
                <a:ext cx="0" cy="132830"/>
              </a:xfrm>
              <a:prstGeom prst="line">
                <a:avLst/>
              </a:prstGeom>
              <a:ln w="6350">
                <a:solidFill>
                  <a:schemeClr val="bg1">
                    <a:lumMod val="50000"/>
                  </a:schemeClr>
                </a:solidFill>
                <a:prstDash val="dash"/>
              </a:ln>
            </p:spPr>
            <p:style>
              <a:lnRef idx="2">
                <a:schemeClr val="accent1"/>
              </a:lnRef>
              <a:fillRef idx="0">
                <a:schemeClr val="accent1"/>
              </a:fillRef>
              <a:effectRef idx="1">
                <a:schemeClr val="accent1"/>
              </a:effectRef>
              <a:fontRef idx="minor">
                <a:schemeClr val="tx1"/>
              </a:fontRef>
            </p:style>
          </p:cxnSp>
          <p:cxnSp>
            <p:nvCxnSpPr>
              <p:cNvPr id="66" name="Straight Connector 65">
                <a:extLst>
                  <a:ext uri="{FF2B5EF4-FFF2-40B4-BE49-F238E27FC236}">
                    <a16:creationId xmlns:a16="http://schemas.microsoft.com/office/drawing/2014/main" id="{EDA29E3E-BC8F-96E0-A69E-5393DD601DA7}"/>
                  </a:ext>
                </a:extLst>
              </p:cNvPr>
              <p:cNvCxnSpPr>
                <a:cxnSpLocks/>
              </p:cNvCxnSpPr>
              <p:nvPr/>
            </p:nvCxnSpPr>
            <p:spPr>
              <a:xfrm>
                <a:off x="1475910" y="982133"/>
                <a:ext cx="0" cy="132830"/>
              </a:xfrm>
              <a:prstGeom prst="line">
                <a:avLst/>
              </a:prstGeom>
              <a:ln w="6350">
                <a:solidFill>
                  <a:schemeClr val="bg1">
                    <a:lumMod val="50000"/>
                  </a:schemeClr>
                </a:solidFill>
                <a:prstDash val="solid"/>
              </a:ln>
            </p:spPr>
            <p:style>
              <a:lnRef idx="2">
                <a:schemeClr val="accent1"/>
              </a:lnRef>
              <a:fillRef idx="0">
                <a:schemeClr val="accent1"/>
              </a:fillRef>
              <a:effectRef idx="1">
                <a:schemeClr val="accent1"/>
              </a:effectRef>
              <a:fontRef idx="minor">
                <a:schemeClr val="tx1"/>
              </a:fontRef>
            </p:style>
          </p:cxnSp>
        </p:grpSp>
        <p:sp>
          <p:nvSpPr>
            <p:cNvPr id="60" name="Oval 59">
              <a:extLst>
                <a:ext uri="{FF2B5EF4-FFF2-40B4-BE49-F238E27FC236}">
                  <a16:creationId xmlns:a16="http://schemas.microsoft.com/office/drawing/2014/main" id="{65F71877-7CB2-050A-B9FA-F65FCDD76B97}"/>
                </a:ext>
              </a:extLst>
            </p:cNvPr>
            <p:cNvSpPr>
              <a:spLocks noChangeAspect="1"/>
            </p:cNvSpPr>
            <p:nvPr/>
          </p:nvSpPr>
          <p:spPr>
            <a:xfrm>
              <a:off x="1547151" y="1052005"/>
              <a:ext cx="32804" cy="32804"/>
            </a:xfrm>
            <a:prstGeom prst="ellipse">
              <a:avLst/>
            </a:prstGeom>
            <a:no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1" name="Isosceles Triangle 60">
              <a:extLst>
                <a:ext uri="{FF2B5EF4-FFF2-40B4-BE49-F238E27FC236}">
                  <a16:creationId xmlns:a16="http://schemas.microsoft.com/office/drawing/2014/main" id="{1985A41A-7FD5-ADAB-E851-05A81095958D}"/>
                </a:ext>
              </a:extLst>
            </p:cNvPr>
            <p:cNvSpPr/>
            <p:nvPr/>
          </p:nvSpPr>
          <p:spPr>
            <a:xfrm flipV="1">
              <a:off x="1426547" y="905177"/>
              <a:ext cx="182880" cy="127249"/>
            </a:xfrm>
            <a:prstGeom prst="triangle">
              <a:avLst/>
            </a:prstGeom>
            <a:no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2" name="Oval 61">
              <a:extLst>
                <a:ext uri="{FF2B5EF4-FFF2-40B4-BE49-F238E27FC236}">
                  <a16:creationId xmlns:a16="http://schemas.microsoft.com/office/drawing/2014/main" id="{38DAA719-29B4-991F-B491-98EEC80A4563}"/>
                </a:ext>
              </a:extLst>
            </p:cNvPr>
            <p:cNvSpPr>
              <a:spLocks noChangeAspect="1"/>
            </p:cNvSpPr>
            <p:nvPr/>
          </p:nvSpPr>
          <p:spPr>
            <a:xfrm>
              <a:off x="1459682" y="1051011"/>
              <a:ext cx="32804" cy="32804"/>
            </a:xfrm>
            <a:prstGeom prst="ellipse">
              <a:avLst/>
            </a:prstGeom>
            <a:no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cxnSp>
          <p:nvCxnSpPr>
            <p:cNvPr id="63" name="Straight Connector 62">
              <a:extLst>
                <a:ext uri="{FF2B5EF4-FFF2-40B4-BE49-F238E27FC236}">
                  <a16:creationId xmlns:a16="http://schemas.microsoft.com/office/drawing/2014/main" id="{2CBE58A6-951E-37B4-A5EE-9980CC94FB75}"/>
                </a:ext>
              </a:extLst>
            </p:cNvPr>
            <p:cNvCxnSpPr>
              <a:cxnSpLocks/>
            </p:cNvCxnSpPr>
            <p:nvPr/>
          </p:nvCxnSpPr>
          <p:spPr>
            <a:xfrm>
              <a:off x="1478305" y="980105"/>
              <a:ext cx="0" cy="73152"/>
            </a:xfrm>
            <a:prstGeom prst="line">
              <a:avLst/>
            </a:prstGeom>
            <a:ln w="6350">
              <a:solidFill>
                <a:schemeClr val="bg1">
                  <a:lumMod val="50000"/>
                </a:schemeClr>
              </a:solidFill>
              <a:prstDash val="solid"/>
            </a:ln>
          </p:spPr>
          <p:style>
            <a:lnRef idx="2">
              <a:schemeClr val="accent1"/>
            </a:lnRef>
            <a:fillRef idx="0">
              <a:schemeClr val="accent1"/>
            </a:fillRef>
            <a:effectRef idx="1">
              <a:schemeClr val="accent1"/>
            </a:effectRef>
            <a:fontRef idx="minor">
              <a:schemeClr val="tx1"/>
            </a:fontRef>
          </p:style>
        </p:cxnSp>
        <p:cxnSp>
          <p:nvCxnSpPr>
            <p:cNvPr id="64" name="Straight Connector 63">
              <a:extLst>
                <a:ext uri="{FF2B5EF4-FFF2-40B4-BE49-F238E27FC236}">
                  <a16:creationId xmlns:a16="http://schemas.microsoft.com/office/drawing/2014/main" id="{9B4A1938-E420-C393-8F4D-A454CB0CEFAF}"/>
                </a:ext>
              </a:extLst>
            </p:cNvPr>
            <p:cNvCxnSpPr>
              <a:cxnSpLocks/>
            </p:cNvCxnSpPr>
            <p:nvPr/>
          </p:nvCxnSpPr>
          <p:spPr>
            <a:xfrm>
              <a:off x="1561811" y="979348"/>
              <a:ext cx="0" cy="73152"/>
            </a:xfrm>
            <a:prstGeom prst="line">
              <a:avLst/>
            </a:prstGeom>
            <a:ln w="6350">
              <a:solidFill>
                <a:schemeClr val="bg1">
                  <a:lumMod val="50000"/>
                </a:schemeClr>
              </a:solidFill>
              <a:prstDash val="solid"/>
            </a:ln>
          </p:spPr>
          <p:style>
            <a:lnRef idx="2">
              <a:schemeClr val="accent1"/>
            </a:lnRef>
            <a:fillRef idx="0">
              <a:schemeClr val="accent1"/>
            </a:fillRef>
            <a:effectRef idx="1">
              <a:schemeClr val="accent1"/>
            </a:effectRef>
            <a:fontRef idx="minor">
              <a:schemeClr val="tx1"/>
            </a:fontRef>
          </p:style>
        </p:cxnSp>
      </p:grpSp>
      <p:sp>
        <p:nvSpPr>
          <p:cNvPr id="96" name="TextBox 95">
            <a:extLst>
              <a:ext uri="{FF2B5EF4-FFF2-40B4-BE49-F238E27FC236}">
                <a16:creationId xmlns:a16="http://schemas.microsoft.com/office/drawing/2014/main" id="{7725F77F-A338-9271-AF0E-5C4E1989B7C6}"/>
              </a:ext>
            </a:extLst>
          </p:cNvPr>
          <p:cNvSpPr txBox="1"/>
          <p:nvPr/>
        </p:nvSpPr>
        <p:spPr>
          <a:xfrm>
            <a:off x="1954862" y="715458"/>
            <a:ext cx="2130098" cy="217863"/>
          </a:xfrm>
          <a:prstGeom prst="rect">
            <a:avLst/>
          </a:prstGeom>
          <a:noFill/>
        </p:spPr>
        <p:txBody>
          <a:bodyPr rot="0" spcFirstLastPara="0" vertOverflow="overflow" horzOverflow="overflow" vert="horz" wrap="none" lIns="63355" tIns="31678" rIns="63355" bIns="31678"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solidFill>
                  <a:srgbClr val="000000"/>
                </a:solidFill>
                <a:effectLst/>
                <a:uLnTx/>
                <a:uFillTx/>
                <a:latin typeface="Arial"/>
                <a:ea typeface="+mn-ea"/>
                <a:cs typeface="Arial"/>
                <a:sym typeface="Arial"/>
                <a:rtl val="0"/>
              </a:rPr>
              <a:t>Molecular-electrical transduction</a:t>
            </a:r>
          </a:p>
        </p:txBody>
      </p:sp>
      <p:grpSp>
        <p:nvGrpSpPr>
          <p:cNvPr id="97" name="Group 96">
            <a:extLst>
              <a:ext uri="{FF2B5EF4-FFF2-40B4-BE49-F238E27FC236}">
                <a16:creationId xmlns:a16="http://schemas.microsoft.com/office/drawing/2014/main" id="{FA22C253-A3C4-1743-4441-78354AA56A61}"/>
              </a:ext>
            </a:extLst>
          </p:cNvPr>
          <p:cNvGrpSpPr/>
          <p:nvPr/>
        </p:nvGrpSpPr>
        <p:grpSpPr>
          <a:xfrm>
            <a:off x="4410093" y="595340"/>
            <a:ext cx="2209681" cy="389789"/>
            <a:chOff x="2209212" y="977577"/>
            <a:chExt cx="1336787" cy="235810"/>
          </a:xfrm>
        </p:grpSpPr>
        <p:sp>
          <p:nvSpPr>
            <p:cNvPr id="98" name="TextBox 97">
              <a:extLst>
                <a:ext uri="{FF2B5EF4-FFF2-40B4-BE49-F238E27FC236}">
                  <a16:creationId xmlns:a16="http://schemas.microsoft.com/office/drawing/2014/main" id="{CB47216C-8447-7041-9DCC-A43F78F51A03}"/>
                </a:ext>
              </a:extLst>
            </p:cNvPr>
            <p:cNvSpPr txBox="1"/>
            <p:nvPr/>
          </p:nvSpPr>
          <p:spPr>
            <a:xfrm>
              <a:off x="2228264" y="1081587"/>
              <a:ext cx="1317735" cy="131800"/>
            </a:xfrm>
            <a:prstGeom prst="rect">
              <a:avLst/>
            </a:prstGeom>
            <a:noFill/>
          </p:spPr>
          <p:txBody>
            <a:bodyPr rot="0" spcFirstLastPara="0" vertOverflow="overflow" horzOverflow="overflow" vert="horz" wrap="none" lIns="63355" tIns="31678" rIns="63355" bIns="31678"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solidFill>
                    <a:srgbClr val="000000"/>
                  </a:solidFill>
                  <a:effectLst/>
                  <a:uLnTx/>
                  <a:uFillTx/>
                  <a:latin typeface="Arial"/>
                  <a:ea typeface="+mn-ea"/>
                  <a:cs typeface="Arial"/>
                  <a:sym typeface="Arial"/>
                  <a:rtl val="0"/>
                </a:rPr>
                <a:t>Digital Signal Processing pipeline</a:t>
              </a:r>
            </a:p>
          </p:txBody>
        </p:sp>
        <p:sp>
          <p:nvSpPr>
            <p:cNvPr id="99" name="TextBox 98">
              <a:extLst>
                <a:ext uri="{FF2B5EF4-FFF2-40B4-BE49-F238E27FC236}">
                  <a16:creationId xmlns:a16="http://schemas.microsoft.com/office/drawing/2014/main" id="{7B2545A9-CD9E-C490-9629-B2736D30E5E5}"/>
                </a:ext>
              </a:extLst>
            </p:cNvPr>
            <p:cNvSpPr txBox="1"/>
            <p:nvPr/>
          </p:nvSpPr>
          <p:spPr>
            <a:xfrm>
              <a:off x="2209212" y="977577"/>
              <a:ext cx="632079" cy="13964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dirty="0">
                  <a:ln>
                    <a:noFill/>
                  </a:ln>
                  <a:solidFill>
                    <a:prstClr val="white">
                      <a:lumMod val="50000"/>
                    </a:prstClr>
                  </a:solidFill>
                  <a:effectLst/>
                  <a:uLnTx/>
                  <a:uFillTx/>
                  <a:latin typeface="Aptos Light" panose="020B0004020202020204" pitchFamily="34" charset="0"/>
                  <a:ea typeface="+mn-ea"/>
                  <a:cs typeface="+mn-cs"/>
                </a:rPr>
                <a:t>Mechanism</a:t>
              </a:r>
              <a:endParaRPr kumimoji="0" lang="en-US" sz="9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grpSp>
      <p:grpSp>
        <p:nvGrpSpPr>
          <p:cNvPr id="100" name="Group 99">
            <a:extLst>
              <a:ext uri="{FF2B5EF4-FFF2-40B4-BE49-F238E27FC236}">
                <a16:creationId xmlns:a16="http://schemas.microsoft.com/office/drawing/2014/main" id="{7DFF09B2-0028-5718-36C3-D084DFA477F0}"/>
              </a:ext>
            </a:extLst>
          </p:cNvPr>
          <p:cNvGrpSpPr/>
          <p:nvPr/>
        </p:nvGrpSpPr>
        <p:grpSpPr>
          <a:xfrm>
            <a:off x="7151346" y="608340"/>
            <a:ext cx="1840458" cy="369367"/>
            <a:chOff x="3281496" y="1029155"/>
            <a:chExt cx="1113419" cy="223455"/>
          </a:xfrm>
        </p:grpSpPr>
        <p:sp>
          <p:nvSpPr>
            <p:cNvPr id="101" name="TextBox 100">
              <a:extLst>
                <a:ext uri="{FF2B5EF4-FFF2-40B4-BE49-F238E27FC236}">
                  <a16:creationId xmlns:a16="http://schemas.microsoft.com/office/drawing/2014/main" id="{FB248BBA-EE91-4A41-E1DF-37130EE97FB8}"/>
                </a:ext>
              </a:extLst>
            </p:cNvPr>
            <p:cNvSpPr txBox="1"/>
            <p:nvPr/>
          </p:nvSpPr>
          <p:spPr>
            <a:xfrm>
              <a:off x="3302166" y="1120810"/>
              <a:ext cx="1092749" cy="131800"/>
            </a:xfrm>
            <a:prstGeom prst="rect">
              <a:avLst/>
            </a:prstGeom>
            <a:noFill/>
          </p:spPr>
          <p:txBody>
            <a:bodyPr rot="0" spcFirstLastPara="0" vertOverflow="overflow" horzOverflow="overflow" vert="horz" wrap="none" lIns="63355" tIns="31678" rIns="63355" bIns="31678"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solidFill>
                    <a:srgbClr val="000000"/>
                  </a:solidFill>
                  <a:effectLst/>
                  <a:uLnTx/>
                  <a:uFillTx/>
                  <a:latin typeface="Arial"/>
                  <a:ea typeface="+mn-ea"/>
                  <a:cs typeface="Arial"/>
                  <a:sym typeface="Arial"/>
                  <a:rtl val="0"/>
                </a:rPr>
                <a:t>In-silico non-linear function</a:t>
              </a:r>
            </a:p>
          </p:txBody>
        </p:sp>
        <p:sp>
          <p:nvSpPr>
            <p:cNvPr id="102" name="TextBox 101">
              <a:extLst>
                <a:ext uri="{FF2B5EF4-FFF2-40B4-BE49-F238E27FC236}">
                  <a16:creationId xmlns:a16="http://schemas.microsoft.com/office/drawing/2014/main" id="{47D3DB4C-90D0-6A9E-78E4-BF68921DB0C8}"/>
                </a:ext>
              </a:extLst>
            </p:cNvPr>
            <p:cNvSpPr txBox="1"/>
            <p:nvPr/>
          </p:nvSpPr>
          <p:spPr>
            <a:xfrm>
              <a:off x="3281496" y="1029155"/>
              <a:ext cx="632079" cy="13964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dirty="0">
                  <a:ln>
                    <a:noFill/>
                  </a:ln>
                  <a:solidFill>
                    <a:prstClr val="white">
                      <a:lumMod val="50000"/>
                    </a:prstClr>
                  </a:solidFill>
                  <a:effectLst/>
                  <a:uLnTx/>
                  <a:uFillTx/>
                  <a:latin typeface="Aptos Light" panose="020B0004020202020204" pitchFamily="34" charset="0"/>
                  <a:ea typeface="+mn-ea"/>
                  <a:cs typeface="+mn-cs"/>
                </a:rPr>
                <a:t>Mechanism</a:t>
              </a:r>
              <a:endParaRPr kumimoji="0" lang="en-US" sz="9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grpSp>
      <p:grpSp>
        <p:nvGrpSpPr>
          <p:cNvPr id="103" name="Group 102">
            <a:extLst>
              <a:ext uri="{FF2B5EF4-FFF2-40B4-BE49-F238E27FC236}">
                <a16:creationId xmlns:a16="http://schemas.microsoft.com/office/drawing/2014/main" id="{1E1362DB-36E7-EF1A-5FCE-77A31CC1B771}"/>
              </a:ext>
            </a:extLst>
          </p:cNvPr>
          <p:cNvGrpSpPr/>
          <p:nvPr/>
        </p:nvGrpSpPr>
        <p:grpSpPr>
          <a:xfrm>
            <a:off x="7142010" y="285214"/>
            <a:ext cx="135810" cy="216486"/>
            <a:chOff x="2235570" y="366714"/>
            <a:chExt cx="82161" cy="130967"/>
          </a:xfrm>
        </p:grpSpPr>
        <p:cxnSp>
          <p:nvCxnSpPr>
            <p:cNvPr id="104" name="Straight Connector 103">
              <a:extLst>
                <a:ext uri="{FF2B5EF4-FFF2-40B4-BE49-F238E27FC236}">
                  <a16:creationId xmlns:a16="http://schemas.microsoft.com/office/drawing/2014/main" id="{BD1E5DC9-B566-AB40-2C3A-A83C046EFF2A}"/>
                </a:ext>
              </a:extLst>
            </p:cNvPr>
            <p:cNvCxnSpPr>
              <a:cxnSpLocks/>
            </p:cNvCxnSpPr>
            <p:nvPr/>
          </p:nvCxnSpPr>
          <p:spPr>
            <a:xfrm>
              <a:off x="2235572" y="366714"/>
              <a:ext cx="82159" cy="69842"/>
            </a:xfrm>
            <a:prstGeom prst="line">
              <a:avLst/>
            </a:prstGeom>
            <a:ln w="6350">
              <a:solidFill>
                <a:schemeClr val="accent2">
                  <a:lumMod val="50000"/>
                  <a:alpha val="33000"/>
                </a:schemeClr>
              </a:solidFill>
            </a:ln>
          </p:spPr>
          <p:style>
            <a:lnRef idx="2">
              <a:schemeClr val="accent1"/>
            </a:lnRef>
            <a:fillRef idx="0">
              <a:schemeClr val="accent1"/>
            </a:fillRef>
            <a:effectRef idx="1">
              <a:schemeClr val="accent1"/>
            </a:effectRef>
            <a:fontRef idx="minor">
              <a:schemeClr val="tx1"/>
            </a:fontRef>
          </p:style>
        </p:cxnSp>
        <p:cxnSp>
          <p:nvCxnSpPr>
            <p:cNvPr id="105" name="Straight Connector 104">
              <a:extLst>
                <a:ext uri="{FF2B5EF4-FFF2-40B4-BE49-F238E27FC236}">
                  <a16:creationId xmlns:a16="http://schemas.microsoft.com/office/drawing/2014/main" id="{712128DE-D82E-B843-BF6F-B310020B36FB}"/>
                </a:ext>
              </a:extLst>
            </p:cNvPr>
            <p:cNvCxnSpPr>
              <a:cxnSpLocks/>
            </p:cNvCxnSpPr>
            <p:nvPr/>
          </p:nvCxnSpPr>
          <p:spPr>
            <a:xfrm flipV="1">
              <a:off x="2235570" y="436556"/>
              <a:ext cx="82161" cy="61125"/>
            </a:xfrm>
            <a:prstGeom prst="line">
              <a:avLst/>
            </a:prstGeom>
            <a:ln w="6350">
              <a:solidFill>
                <a:schemeClr val="accent2">
                  <a:lumMod val="50000"/>
                  <a:alpha val="33000"/>
                </a:schemeClr>
              </a:solidFill>
            </a:ln>
          </p:spPr>
          <p:style>
            <a:lnRef idx="2">
              <a:schemeClr val="accent1"/>
            </a:lnRef>
            <a:fillRef idx="0">
              <a:schemeClr val="accent1"/>
            </a:fillRef>
            <a:effectRef idx="1">
              <a:schemeClr val="accent1"/>
            </a:effectRef>
            <a:fontRef idx="minor">
              <a:schemeClr val="tx1"/>
            </a:fontRef>
          </p:style>
        </p:cxnSp>
      </p:grpSp>
      <p:sp>
        <p:nvSpPr>
          <p:cNvPr id="120" name="TextBox 119">
            <a:extLst>
              <a:ext uri="{FF2B5EF4-FFF2-40B4-BE49-F238E27FC236}">
                <a16:creationId xmlns:a16="http://schemas.microsoft.com/office/drawing/2014/main" id="{4601237C-3B80-10D8-BDFA-776C337414C0}"/>
              </a:ext>
            </a:extLst>
          </p:cNvPr>
          <p:cNvSpPr txBox="1"/>
          <p:nvPr/>
        </p:nvSpPr>
        <p:spPr>
          <a:xfrm>
            <a:off x="-41076" y="2103158"/>
            <a:ext cx="1192955" cy="24622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a:ln>
                  <a:noFill/>
                </a:ln>
                <a:solidFill>
                  <a:srgbClr val="E97132">
                    <a:lumMod val="50000"/>
                  </a:srgbClr>
                </a:solidFill>
                <a:effectLst/>
                <a:uLnTx/>
                <a:uFillTx/>
                <a:latin typeface="Arial" panose="020B0604020202020204" pitchFamily="34" charset="0"/>
                <a:ea typeface="+mn-ea"/>
                <a:cs typeface="Arial" panose="020B0604020202020204" pitchFamily="34" charset="0"/>
              </a:rPr>
              <a:t>▪</a:t>
            </a:r>
            <a:r>
              <a:rPr kumimoji="0" lang="en-GB" sz="1000" b="0" i="0" u="none" strike="noStrike" kern="1200" cap="none" spc="0" normalizeH="0" baseline="0" noProof="0" dirty="0">
                <a:ln>
                  <a:noFill/>
                </a:ln>
                <a:solidFill>
                  <a:prstClr val="white">
                    <a:lumMod val="50000"/>
                  </a:prstClr>
                </a:solidFill>
                <a:effectLst/>
                <a:uLnTx/>
                <a:uFillTx/>
                <a:latin typeface="Arial" panose="020B0604020202020204" pitchFamily="34" charset="0"/>
                <a:ea typeface="+mn-ea"/>
                <a:cs typeface="Arial" panose="020B0604020202020204" pitchFamily="34" charset="0"/>
              </a:rPr>
              <a:t>  </a:t>
            </a:r>
            <a:r>
              <a:rPr kumimoji="0" lang="en-GB" sz="1000" b="0" i="0" u="none" strike="noStrike" kern="1200" cap="none" spc="0" normalizeH="0" baseline="0" noProof="0" dirty="0">
                <a:ln>
                  <a:noFill/>
                </a:ln>
                <a:solidFill>
                  <a:prstClr val="white">
                    <a:lumMod val="50000"/>
                  </a:prstClr>
                </a:solidFill>
                <a:effectLst/>
                <a:uLnTx/>
                <a:uFillTx/>
                <a:latin typeface="Arial Nova" panose="020F0502020204030204" pitchFamily="34" charset="0"/>
                <a:ea typeface="+mn-ea"/>
                <a:cs typeface="Arial" panose="020B0604020202020204" pitchFamily="34" charset="0"/>
              </a:rPr>
              <a:t>MICROFLUIDIC</a:t>
            </a:r>
            <a:endParaRPr kumimoji="0" lang="en-GB" sz="1000" b="0" i="0" u="none" strike="noStrike" kern="1200" cap="none" spc="0" normalizeH="0" baseline="0" noProof="0" dirty="0">
              <a:ln>
                <a:noFill/>
              </a:ln>
              <a:solidFill>
                <a:prstClr val="white">
                  <a:lumMod val="50000"/>
                </a:prstClr>
              </a:solidFill>
              <a:effectLst/>
              <a:uLnTx/>
              <a:uFillTx/>
              <a:latin typeface="Arial Nova" panose="020F0502020204030204" pitchFamily="34" charset="0"/>
              <a:ea typeface="+mn-ea"/>
              <a:cs typeface="+mn-cs"/>
            </a:endParaRPr>
          </a:p>
        </p:txBody>
      </p:sp>
      <p:sp>
        <p:nvSpPr>
          <p:cNvPr id="121" name="TextBox 120">
            <a:extLst>
              <a:ext uri="{FF2B5EF4-FFF2-40B4-BE49-F238E27FC236}">
                <a16:creationId xmlns:a16="http://schemas.microsoft.com/office/drawing/2014/main" id="{5082391E-5787-2748-AF2E-6C081D0575EA}"/>
              </a:ext>
            </a:extLst>
          </p:cNvPr>
          <p:cNvSpPr txBox="1"/>
          <p:nvPr/>
        </p:nvSpPr>
        <p:spPr>
          <a:xfrm>
            <a:off x="-28037" y="2400654"/>
            <a:ext cx="1480883" cy="371752"/>
          </a:xfrm>
          <a:prstGeom prst="rect">
            <a:avLst/>
          </a:prstGeom>
          <a:noFill/>
        </p:spPr>
        <p:txBody>
          <a:bodyPr rot="0" spcFirstLastPara="0" vertOverflow="overflow" horzOverflow="overflow" vert="horz" wrap="none" lIns="63355" tIns="31678" rIns="63355" bIns="31678"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solidFill>
                  <a:srgbClr val="000000"/>
                </a:solidFill>
                <a:effectLst/>
                <a:uLnTx/>
                <a:uFillTx/>
                <a:latin typeface="Arial"/>
                <a:ea typeface="+mn-ea"/>
                <a:cs typeface="Arial"/>
                <a:sym typeface="Arial"/>
                <a:rtl val="0"/>
              </a:rPr>
              <a:t>FIR-shaped channels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solidFill>
                  <a:srgbClr val="000000"/>
                </a:solidFill>
                <a:effectLst/>
                <a:uLnTx/>
                <a:uFillTx/>
                <a:latin typeface="Arial"/>
                <a:ea typeface="+mn-ea"/>
                <a:cs typeface="Arial"/>
                <a:sym typeface="Arial"/>
                <a:rtl val="0"/>
              </a:rPr>
              <a:t>+ in-channel reactions</a:t>
            </a:r>
          </a:p>
        </p:txBody>
      </p:sp>
      <p:grpSp>
        <p:nvGrpSpPr>
          <p:cNvPr id="122" name="Group 121">
            <a:extLst>
              <a:ext uri="{FF2B5EF4-FFF2-40B4-BE49-F238E27FC236}">
                <a16:creationId xmlns:a16="http://schemas.microsoft.com/office/drawing/2014/main" id="{AE7530A5-C60C-A367-A296-A1F09765846C}"/>
              </a:ext>
            </a:extLst>
          </p:cNvPr>
          <p:cNvGrpSpPr/>
          <p:nvPr/>
        </p:nvGrpSpPr>
        <p:grpSpPr>
          <a:xfrm>
            <a:off x="2055272" y="2952382"/>
            <a:ext cx="1482051" cy="417106"/>
            <a:chOff x="902563" y="1366361"/>
            <a:chExt cx="896594" cy="252336"/>
          </a:xfrm>
        </p:grpSpPr>
        <p:sp>
          <p:nvSpPr>
            <p:cNvPr id="123" name="Cylinder 122">
              <a:extLst>
                <a:ext uri="{FF2B5EF4-FFF2-40B4-BE49-F238E27FC236}">
                  <a16:creationId xmlns:a16="http://schemas.microsoft.com/office/drawing/2014/main" id="{BF18BF72-A769-181C-60C3-522C31DA7D74}"/>
                </a:ext>
              </a:extLst>
            </p:cNvPr>
            <p:cNvSpPr/>
            <p:nvPr/>
          </p:nvSpPr>
          <p:spPr>
            <a:xfrm rot="5400000">
              <a:off x="1224692" y="1044232"/>
              <a:ext cx="252336" cy="896594"/>
            </a:xfrm>
            <a:prstGeom prst="can">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4" name="Oval 123">
              <a:extLst>
                <a:ext uri="{FF2B5EF4-FFF2-40B4-BE49-F238E27FC236}">
                  <a16:creationId xmlns:a16="http://schemas.microsoft.com/office/drawing/2014/main" id="{FAE55ED9-9497-3E93-09F0-B2C0B26E448D}"/>
                </a:ext>
              </a:extLst>
            </p:cNvPr>
            <p:cNvSpPr>
              <a:spLocks noChangeAspect="1"/>
            </p:cNvSpPr>
            <p:nvPr/>
          </p:nvSpPr>
          <p:spPr>
            <a:xfrm>
              <a:off x="987864" y="1421561"/>
              <a:ext cx="32804" cy="32804"/>
            </a:xfrm>
            <a:prstGeom prst="ellipse">
              <a:avLst/>
            </a:prstGeom>
            <a:solidFill>
              <a:srgbClr val="C29B4E"/>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5" name="Oval 124">
              <a:extLst>
                <a:ext uri="{FF2B5EF4-FFF2-40B4-BE49-F238E27FC236}">
                  <a16:creationId xmlns:a16="http://schemas.microsoft.com/office/drawing/2014/main" id="{2A15F849-C78B-0D40-8ADE-9189B2AEB059}"/>
                </a:ext>
              </a:extLst>
            </p:cNvPr>
            <p:cNvSpPr>
              <a:spLocks noChangeAspect="1"/>
            </p:cNvSpPr>
            <p:nvPr/>
          </p:nvSpPr>
          <p:spPr>
            <a:xfrm>
              <a:off x="987864" y="1498610"/>
              <a:ext cx="32804" cy="32804"/>
            </a:xfrm>
            <a:prstGeom prst="ellipse">
              <a:avLst/>
            </a:prstGeom>
            <a:solidFill>
              <a:srgbClr val="C29B4E"/>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6" name="Oval 125">
              <a:extLst>
                <a:ext uri="{FF2B5EF4-FFF2-40B4-BE49-F238E27FC236}">
                  <a16:creationId xmlns:a16="http://schemas.microsoft.com/office/drawing/2014/main" id="{13C98C39-DA11-C8FE-B20D-CC51E46709B3}"/>
                </a:ext>
              </a:extLst>
            </p:cNvPr>
            <p:cNvSpPr>
              <a:spLocks noChangeAspect="1"/>
            </p:cNvSpPr>
            <p:nvPr/>
          </p:nvSpPr>
          <p:spPr>
            <a:xfrm>
              <a:off x="952163" y="1460510"/>
              <a:ext cx="32804" cy="32804"/>
            </a:xfrm>
            <a:prstGeom prst="ellipse">
              <a:avLst/>
            </a:prstGeom>
            <a:solidFill>
              <a:srgbClr val="C29B4E"/>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7" name="Oval 126">
              <a:extLst>
                <a:ext uri="{FF2B5EF4-FFF2-40B4-BE49-F238E27FC236}">
                  <a16:creationId xmlns:a16="http://schemas.microsoft.com/office/drawing/2014/main" id="{66B65AC2-A494-1652-51EC-E25FEADB6CBE}"/>
                </a:ext>
              </a:extLst>
            </p:cNvPr>
            <p:cNvSpPr>
              <a:spLocks noChangeAspect="1"/>
            </p:cNvSpPr>
            <p:nvPr/>
          </p:nvSpPr>
          <p:spPr>
            <a:xfrm>
              <a:off x="958349" y="1553810"/>
              <a:ext cx="32804" cy="32804"/>
            </a:xfrm>
            <a:prstGeom prst="ellipse">
              <a:avLst/>
            </a:prstGeom>
            <a:solidFill>
              <a:srgbClr val="C29B4E"/>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8" name="Oval 127">
              <a:extLst>
                <a:ext uri="{FF2B5EF4-FFF2-40B4-BE49-F238E27FC236}">
                  <a16:creationId xmlns:a16="http://schemas.microsoft.com/office/drawing/2014/main" id="{4F2A4C6A-2609-6AB0-DD6D-00F2B7248EBE}"/>
                </a:ext>
              </a:extLst>
            </p:cNvPr>
            <p:cNvSpPr>
              <a:spLocks noChangeAspect="1"/>
            </p:cNvSpPr>
            <p:nvPr/>
          </p:nvSpPr>
          <p:spPr>
            <a:xfrm>
              <a:off x="1068946" y="1459256"/>
              <a:ext cx="32804" cy="32804"/>
            </a:xfrm>
            <a:prstGeom prst="ellipse">
              <a:avLst/>
            </a:prstGeom>
            <a:solidFill>
              <a:srgbClr val="C29B4E"/>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9" name="Oval 128">
              <a:extLst>
                <a:ext uri="{FF2B5EF4-FFF2-40B4-BE49-F238E27FC236}">
                  <a16:creationId xmlns:a16="http://schemas.microsoft.com/office/drawing/2014/main" id="{0F7D27A9-31C7-1501-FC0C-A46B0362986C}"/>
                </a:ext>
              </a:extLst>
            </p:cNvPr>
            <p:cNvSpPr>
              <a:spLocks noChangeAspect="1"/>
            </p:cNvSpPr>
            <p:nvPr/>
          </p:nvSpPr>
          <p:spPr>
            <a:xfrm>
              <a:off x="1057404" y="1522575"/>
              <a:ext cx="32804" cy="32804"/>
            </a:xfrm>
            <a:prstGeom prst="ellipse">
              <a:avLst/>
            </a:prstGeom>
            <a:solidFill>
              <a:srgbClr val="C29B4E"/>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0" name="Oval 129">
              <a:extLst>
                <a:ext uri="{FF2B5EF4-FFF2-40B4-BE49-F238E27FC236}">
                  <a16:creationId xmlns:a16="http://schemas.microsoft.com/office/drawing/2014/main" id="{33AD8924-6228-D00E-888B-85BDA717B4DE}"/>
                </a:ext>
              </a:extLst>
            </p:cNvPr>
            <p:cNvSpPr>
              <a:spLocks noChangeAspect="1"/>
            </p:cNvSpPr>
            <p:nvPr/>
          </p:nvSpPr>
          <p:spPr>
            <a:xfrm>
              <a:off x="1152176" y="1480419"/>
              <a:ext cx="32804" cy="32804"/>
            </a:xfrm>
            <a:prstGeom prst="ellipse">
              <a:avLst/>
            </a:prstGeom>
            <a:solidFill>
              <a:srgbClr val="C29B4E"/>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cxnSp>
          <p:nvCxnSpPr>
            <p:cNvPr id="131" name="Straight Arrow Connector 130">
              <a:extLst>
                <a:ext uri="{FF2B5EF4-FFF2-40B4-BE49-F238E27FC236}">
                  <a16:creationId xmlns:a16="http://schemas.microsoft.com/office/drawing/2014/main" id="{1FD16A6D-5347-5A7E-B6D9-05FEEFA00EAC}"/>
                </a:ext>
              </a:extLst>
            </p:cNvPr>
            <p:cNvCxnSpPr/>
            <p:nvPr/>
          </p:nvCxnSpPr>
          <p:spPr>
            <a:xfrm>
              <a:off x="1470423" y="1492807"/>
              <a:ext cx="182880" cy="0"/>
            </a:xfrm>
            <a:prstGeom prst="straightConnector1">
              <a:avLst/>
            </a:prstGeom>
            <a:ln w="6350">
              <a:solidFill>
                <a:schemeClr val="tx1"/>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132" name="Straight Arrow Connector 131">
              <a:extLst>
                <a:ext uri="{FF2B5EF4-FFF2-40B4-BE49-F238E27FC236}">
                  <a16:creationId xmlns:a16="http://schemas.microsoft.com/office/drawing/2014/main" id="{5914BE68-D547-6E30-0E53-9E1D08EB318D}"/>
                </a:ext>
              </a:extLst>
            </p:cNvPr>
            <p:cNvCxnSpPr/>
            <p:nvPr/>
          </p:nvCxnSpPr>
          <p:spPr>
            <a:xfrm>
              <a:off x="1470423" y="1421561"/>
              <a:ext cx="91440" cy="0"/>
            </a:xfrm>
            <a:prstGeom prst="straightConnector1">
              <a:avLst/>
            </a:prstGeom>
            <a:ln w="6350">
              <a:solidFill>
                <a:schemeClr val="tx1"/>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133" name="Straight Arrow Connector 132">
              <a:extLst>
                <a:ext uri="{FF2B5EF4-FFF2-40B4-BE49-F238E27FC236}">
                  <a16:creationId xmlns:a16="http://schemas.microsoft.com/office/drawing/2014/main" id="{DCFD7C4B-6B49-67B6-4772-15E9646DB88D}"/>
                </a:ext>
              </a:extLst>
            </p:cNvPr>
            <p:cNvCxnSpPr/>
            <p:nvPr/>
          </p:nvCxnSpPr>
          <p:spPr>
            <a:xfrm>
              <a:off x="1470423" y="1564803"/>
              <a:ext cx="91440" cy="0"/>
            </a:xfrm>
            <a:prstGeom prst="straightConnector1">
              <a:avLst/>
            </a:prstGeom>
            <a:ln w="6350">
              <a:solidFill>
                <a:schemeClr val="tx1"/>
              </a:solidFill>
              <a:tailEnd type="triangle" w="sm" len="sm"/>
            </a:ln>
          </p:spPr>
          <p:style>
            <a:lnRef idx="2">
              <a:schemeClr val="accent1"/>
            </a:lnRef>
            <a:fillRef idx="0">
              <a:schemeClr val="accent1"/>
            </a:fillRef>
            <a:effectRef idx="1">
              <a:schemeClr val="accent1"/>
            </a:effectRef>
            <a:fontRef idx="minor">
              <a:schemeClr val="tx1"/>
            </a:fontRef>
          </p:style>
        </p:cxnSp>
      </p:grpSp>
      <p:grpSp>
        <p:nvGrpSpPr>
          <p:cNvPr id="134" name="Group 133">
            <a:extLst>
              <a:ext uri="{FF2B5EF4-FFF2-40B4-BE49-F238E27FC236}">
                <a16:creationId xmlns:a16="http://schemas.microsoft.com/office/drawing/2014/main" id="{38170F39-5CFF-2F3F-C3F7-B2514ACC3F0A}"/>
              </a:ext>
            </a:extLst>
          </p:cNvPr>
          <p:cNvGrpSpPr/>
          <p:nvPr/>
        </p:nvGrpSpPr>
        <p:grpSpPr>
          <a:xfrm>
            <a:off x="1824994" y="2132544"/>
            <a:ext cx="2380426" cy="674688"/>
            <a:chOff x="43766" y="2027777"/>
            <a:chExt cx="1440082" cy="408165"/>
          </a:xfrm>
        </p:grpSpPr>
        <p:sp>
          <p:nvSpPr>
            <p:cNvPr id="135" name="TextBox 134">
              <a:extLst>
                <a:ext uri="{FF2B5EF4-FFF2-40B4-BE49-F238E27FC236}">
                  <a16:creationId xmlns:a16="http://schemas.microsoft.com/office/drawing/2014/main" id="{83243B78-59F5-7A4C-FE0B-9236D3517764}"/>
                </a:ext>
              </a:extLst>
            </p:cNvPr>
            <p:cNvSpPr txBox="1"/>
            <p:nvPr/>
          </p:nvSpPr>
          <p:spPr>
            <a:xfrm>
              <a:off x="43766" y="2027777"/>
              <a:ext cx="1237244" cy="131800"/>
            </a:xfrm>
            <a:prstGeom prst="rect">
              <a:avLst/>
            </a:prstGeom>
            <a:noFill/>
          </p:spPr>
          <p:txBody>
            <a:bodyPr rot="0" spcFirstLastPara="0" vertOverflow="overflow" horzOverflow="overflow" vert="horz" wrap="none" lIns="63355" tIns="31678" rIns="63355" bIns="31678"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solidFill>
                    <a:srgbClr val="000000"/>
                  </a:solidFill>
                  <a:effectLst/>
                  <a:uLnTx/>
                  <a:uFillTx/>
                  <a:latin typeface="Arial"/>
                  <a:ea typeface="+mn-ea"/>
                  <a:cs typeface="Arial"/>
                  <a:sym typeface="Arial"/>
                  <a:rtl val="0"/>
                </a:rPr>
                <a:t>Molecular concentration pulses</a:t>
              </a:r>
            </a:p>
          </p:txBody>
        </p:sp>
        <p:sp>
          <p:nvSpPr>
            <p:cNvPr id="136" name="TextBox 135">
              <a:extLst>
                <a:ext uri="{FF2B5EF4-FFF2-40B4-BE49-F238E27FC236}">
                  <a16:creationId xmlns:a16="http://schemas.microsoft.com/office/drawing/2014/main" id="{331BAC6E-5260-4433-6250-A6F9E98BD0CD}"/>
                </a:ext>
              </a:extLst>
            </p:cNvPr>
            <p:cNvSpPr txBox="1"/>
            <p:nvPr/>
          </p:nvSpPr>
          <p:spPr>
            <a:xfrm>
              <a:off x="50753" y="2145876"/>
              <a:ext cx="1433095" cy="290066"/>
            </a:xfrm>
            <a:prstGeom prst="rect">
              <a:avLst/>
            </a:prstGeom>
            <a:noFill/>
          </p:spPr>
          <p:txBody>
            <a:bodyPr rot="0" spcFirstLastPara="0" vertOverflow="overflow" horzOverflow="overflow" vert="horz" wrap="square" lIns="63355" tIns="31678" rIns="63355" bIns="31678"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dirty="0">
                  <a:ln>
                    <a:noFill/>
                  </a:ln>
                  <a:solidFill>
                    <a:prstClr val="black"/>
                  </a:solidFill>
                  <a:effectLst/>
                  <a:uLnTx/>
                  <a:uFillTx/>
                  <a:latin typeface="Aptos Light" panose="020B0004020202020204" pitchFamily="34" charset="0"/>
                  <a:ea typeface="+mn-ea"/>
                  <a:cs typeface="+mn-cs"/>
                </a:rPr>
                <a:t>Mechanism</a:t>
              </a:r>
              <a:endParaRPr kumimoji="0" lang="en-GB" sz="900" b="0" i="0" u="none" strike="noStrike" kern="1200" cap="none" spc="0" normalizeH="0" baseline="0" noProof="0" dirty="0">
                <a:ln/>
                <a:solidFill>
                  <a:prstClr val="black"/>
                </a:solidFill>
                <a:effectLst/>
                <a:uLnTx/>
                <a:uFillTx/>
                <a:latin typeface="Aptos Light" panose="020B0004020202020204" pitchFamily="34" charset="0"/>
                <a:ea typeface="+mn-ea"/>
                <a:cs typeface="Arial"/>
                <a:sym typeface="Arial"/>
                <a:rtl val="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dirty="0">
                  <a:ln/>
                  <a:solidFill>
                    <a:prstClr val="black"/>
                  </a:solidFill>
                  <a:effectLst/>
                  <a:uLnTx/>
                  <a:uFillTx/>
                  <a:latin typeface="Aptos Light" panose="020B0004020202020204" pitchFamily="34" charset="0"/>
                  <a:ea typeface="+mn-ea"/>
                  <a:cs typeface="Arial"/>
                  <a:sym typeface="Arial"/>
                  <a:rtl val="0"/>
                </a:rPr>
                <a:t>Signalling molecules are injected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dirty="0">
                  <a:ln/>
                  <a:solidFill>
                    <a:prstClr val="black"/>
                  </a:solidFill>
                  <a:effectLst/>
                  <a:uLnTx/>
                  <a:uFillTx/>
                  <a:latin typeface="Aptos Light" panose="020B0004020202020204" pitchFamily="34" charset="0"/>
                  <a:ea typeface="+mn-ea"/>
                  <a:cs typeface="Arial"/>
                  <a:sym typeface="Arial"/>
                  <a:rtl val="0"/>
                </a:rPr>
                <a:t>into a laminar-flow channel</a:t>
              </a:r>
            </a:p>
          </p:txBody>
        </p:sp>
      </p:grpSp>
      <p:grpSp>
        <p:nvGrpSpPr>
          <p:cNvPr id="137" name="Group 136">
            <a:extLst>
              <a:ext uri="{FF2B5EF4-FFF2-40B4-BE49-F238E27FC236}">
                <a16:creationId xmlns:a16="http://schemas.microsoft.com/office/drawing/2014/main" id="{61222085-47E4-9F2F-401B-D8DD7EBB3278}"/>
              </a:ext>
            </a:extLst>
          </p:cNvPr>
          <p:cNvGrpSpPr/>
          <p:nvPr/>
        </p:nvGrpSpPr>
        <p:grpSpPr>
          <a:xfrm>
            <a:off x="4671805" y="2120497"/>
            <a:ext cx="2277215" cy="1390804"/>
            <a:chOff x="2122252" y="1293298"/>
            <a:chExt cx="1377643" cy="841392"/>
          </a:xfrm>
        </p:grpSpPr>
        <p:sp>
          <p:nvSpPr>
            <p:cNvPr id="138" name="Rectangle: Rounded Corners 137">
              <a:extLst>
                <a:ext uri="{FF2B5EF4-FFF2-40B4-BE49-F238E27FC236}">
                  <a16:creationId xmlns:a16="http://schemas.microsoft.com/office/drawing/2014/main" id="{CD786B61-22EF-8DE7-335C-B97F619054D2}"/>
                </a:ext>
              </a:extLst>
            </p:cNvPr>
            <p:cNvSpPr/>
            <p:nvPr/>
          </p:nvSpPr>
          <p:spPr>
            <a:xfrm>
              <a:off x="2143073" y="1306000"/>
              <a:ext cx="1356822" cy="828690"/>
            </a:xfrm>
            <a:prstGeom prst="roundRect">
              <a:avLst>
                <a:gd name="adj" fmla="val 4351"/>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nvGrpSpPr>
            <p:cNvPr id="139" name="Group 138">
              <a:extLst>
                <a:ext uri="{FF2B5EF4-FFF2-40B4-BE49-F238E27FC236}">
                  <a16:creationId xmlns:a16="http://schemas.microsoft.com/office/drawing/2014/main" id="{DCBDE1E1-B85E-FC1B-D818-6FE96E75F7D0}"/>
                </a:ext>
              </a:extLst>
            </p:cNvPr>
            <p:cNvGrpSpPr/>
            <p:nvPr/>
          </p:nvGrpSpPr>
          <p:grpSpPr>
            <a:xfrm>
              <a:off x="2218053" y="1690969"/>
              <a:ext cx="1007081" cy="427675"/>
              <a:chOff x="2096814" y="1275711"/>
              <a:chExt cx="1007081" cy="427675"/>
            </a:xfrm>
          </p:grpSpPr>
          <p:cxnSp>
            <p:nvCxnSpPr>
              <p:cNvPr id="143" name="Straight Connector 142">
                <a:extLst>
                  <a:ext uri="{FF2B5EF4-FFF2-40B4-BE49-F238E27FC236}">
                    <a16:creationId xmlns:a16="http://schemas.microsoft.com/office/drawing/2014/main" id="{ADD2A8F5-8D41-71E3-8742-9E71C6413FBD}"/>
                  </a:ext>
                </a:extLst>
              </p:cNvPr>
              <p:cNvCxnSpPr>
                <a:cxnSpLocks/>
              </p:cNvCxnSpPr>
              <p:nvPr/>
            </p:nvCxnSpPr>
            <p:spPr>
              <a:xfrm>
                <a:off x="2096814" y="1533518"/>
                <a:ext cx="998535"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4" name="Straight Connector 143">
                <a:extLst>
                  <a:ext uri="{FF2B5EF4-FFF2-40B4-BE49-F238E27FC236}">
                    <a16:creationId xmlns:a16="http://schemas.microsoft.com/office/drawing/2014/main" id="{63C95732-C2DF-5741-BE97-D9F88B481F15}"/>
                  </a:ext>
                </a:extLst>
              </p:cNvPr>
              <p:cNvCxnSpPr>
                <a:cxnSpLocks/>
              </p:cNvCxnSpPr>
              <p:nvPr/>
            </p:nvCxnSpPr>
            <p:spPr>
              <a:xfrm flipV="1">
                <a:off x="2309277" y="1368465"/>
                <a:ext cx="263775" cy="16505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5" name="Straight Connector 144">
                <a:extLst>
                  <a:ext uri="{FF2B5EF4-FFF2-40B4-BE49-F238E27FC236}">
                    <a16:creationId xmlns:a16="http://schemas.microsoft.com/office/drawing/2014/main" id="{92BBFAD7-B1B4-B6B7-A0F7-429F70597E94}"/>
                  </a:ext>
                </a:extLst>
              </p:cNvPr>
              <p:cNvCxnSpPr>
                <a:cxnSpLocks/>
              </p:cNvCxnSpPr>
              <p:nvPr/>
            </p:nvCxnSpPr>
            <p:spPr>
              <a:xfrm flipV="1">
                <a:off x="2573052" y="1366846"/>
                <a:ext cx="266861"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6" name="Straight Connector 145">
                <a:extLst>
                  <a:ext uri="{FF2B5EF4-FFF2-40B4-BE49-F238E27FC236}">
                    <a16:creationId xmlns:a16="http://schemas.microsoft.com/office/drawing/2014/main" id="{CFEDDFE2-42D1-FA00-0611-5AC148AB0241}"/>
                  </a:ext>
                </a:extLst>
              </p:cNvPr>
              <p:cNvCxnSpPr>
                <a:cxnSpLocks/>
              </p:cNvCxnSpPr>
              <p:nvPr/>
            </p:nvCxnSpPr>
            <p:spPr>
              <a:xfrm flipH="1" flipV="1">
                <a:off x="2840120" y="1368464"/>
                <a:ext cx="263775" cy="16505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grpSp>
            <p:nvGrpSpPr>
              <p:cNvPr id="147" name="Group 146">
                <a:extLst>
                  <a:ext uri="{FF2B5EF4-FFF2-40B4-BE49-F238E27FC236}">
                    <a16:creationId xmlns:a16="http://schemas.microsoft.com/office/drawing/2014/main" id="{09A7CD7A-7902-0EBD-8300-D6943D524481}"/>
                  </a:ext>
                </a:extLst>
              </p:cNvPr>
              <p:cNvGrpSpPr/>
              <p:nvPr/>
            </p:nvGrpSpPr>
            <p:grpSpPr>
              <a:xfrm flipV="1">
                <a:off x="2308268" y="1536714"/>
                <a:ext cx="792237" cy="166672"/>
                <a:chOff x="2450838" y="1647010"/>
                <a:chExt cx="792237" cy="166672"/>
              </a:xfrm>
            </p:grpSpPr>
            <p:cxnSp>
              <p:nvCxnSpPr>
                <p:cNvPr id="151" name="Straight Connector 150">
                  <a:extLst>
                    <a:ext uri="{FF2B5EF4-FFF2-40B4-BE49-F238E27FC236}">
                      <a16:creationId xmlns:a16="http://schemas.microsoft.com/office/drawing/2014/main" id="{C45A54F8-A583-423C-2FC6-3AA8599C5EC4}"/>
                    </a:ext>
                  </a:extLst>
                </p:cNvPr>
                <p:cNvCxnSpPr>
                  <a:cxnSpLocks/>
                </p:cNvCxnSpPr>
                <p:nvPr/>
              </p:nvCxnSpPr>
              <p:spPr>
                <a:xfrm flipV="1">
                  <a:off x="2450838" y="1648629"/>
                  <a:ext cx="263775" cy="16505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2" name="Straight Connector 151">
                  <a:extLst>
                    <a:ext uri="{FF2B5EF4-FFF2-40B4-BE49-F238E27FC236}">
                      <a16:creationId xmlns:a16="http://schemas.microsoft.com/office/drawing/2014/main" id="{813FCA84-49BE-FFCC-2BF1-FCA8F1D93C73}"/>
                    </a:ext>
                  </a:extLst>
                </p:cNvPr>
                <p:cNvCxnSpPr>
                  <a:cxnSpLocks/>
                </p:cNvCxnSpPr>
                <p:nvPr/>
              </p:nvCxnSpPr>
              <p:spPr>
                <a:xfrm flipV="1">
                  <a:off x="2714613" y="1647010"/>
                  <a:ext cx="266861"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3" name="Straight Connector 152">
                  <a:extLst>
                    <a:ext uri="{FF2B5EF4-FFF2-40B4-BE49-F238E27FC236}">
                      <a16:creationId xmlns:a16="http://schemas.microsoft.com/office/drawing/2014/main" id="{C46EFED9-CA03-1C17-4DE7-E9F1C3DBB41D}"/>
                    </a:ext>
                  </a:extLst>
                </p:cNvPr>
                <p:cNvCxnSpPr>
                  <a:cxnSpLocks/>
                </p:cNvCxnSpPr>
                <p:nvPr/>
              </p:nvCxnSpPr>
              <p:spPr>
                <a:xfrm flipH="1" flipV="1">
                  <a:off x="2979300" y="1648628"/>
                  <a:ext cx="263775" cy="16505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grpSp>
          <mc:AlternateContent xmlns:mc="http://schemas.openxmlformats.org/markup-compatibility/2006" xmlns:a14="http://schemas.microsoft.com/office/drawing/2010/main">
            <mc:Choice Requires="a14">
              <p:sp>
                <p:nvSpPr>
                  <p:cNvPr id="148" name="TextBox 147">
                    <a:extLst>
                      <a:ext uri="{FF2B5EF4-FFF2-40B4-BE49-F238E27FC236}">
                        <a16:creationId xmlns:a16="http://schemas.microsoft.com/office/drawing/2014/main" id="{D74DF62C-50C9-CFFA-3201-00A977EC9F16}"/>
                      </a:ext>
                    </a:extLst>
                  </p:cNvPr>
                  <p:cNvSpPr txBox="1"/>
                  <p:nvPr/>
                </p:nvSpPr>
                <p:spPr>
                  <a:xfrm>
                    <a:off x="2648508" y="1439062"/>
                    <a:ext cx="95347" cy="83787"/>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sSub>
                            <m:sSubPr>
                              <m:ctrlPr>
                                <a:rPr kumimoji="0" lang="de-DE" sz="9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ctrlPr>
                            </m:sSubPr>
                            <m:e>
                              <m:r>
                                <a:rPr kumimoji="0" lang="de-DE" sz="9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𝜔</m:t>
                              </m:r>
                            </m:e>
                            <m:sub>
                              <m:r>
                                <a:rPr kumimoji="0" lang="de-DE" sz="9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1</m:t>
                              </m:r>
                            </m:sub>
                          </m:sSub>
                        </m:oMath>
                      </m:oMathPara>
                    </a14:m>
                    <a:endParaRPr kumimoji="0" lang="en-US" sz="9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mc:Choice>
            <mc:Fallback xmlns="">
              <p:sp>
                <p:nvSpPr>
                  <p:cNvPr id="148" name="TextBox 147">
                    <a:extLst>
                      <a:ext uri="{FF2B5EF4-FFF2-40B4-BE49-F238E27FC236}">
                        <a16:creationId xmlns:a16="http://schemas.microsoft.com/office/drawing/2014/main" id="{D74DF62C-50C9-CFFA-3201-00A977EC9F16}"/>
                      </a:ext>
                    </a:extLst>
                  </p:cNvPr>
                  <p:cNvSpPr txBox="1">
                    <a:spLocks noRot="1" noChangeAspect="1" noMove="1" noResize="1" noEditPoints="1" noAdjustHandles="1" noChangeArrowheads="1" noChangeShapeType="1" noTextEdit="1"/>
                  </p:cNvSpPr>
                  <p:nvPr/>
                </p:nvSpPr>
                <p:spPr>
                  <a:xfrm>
                    <a:off x="2648508" y="1439062"/>
                    <a:ext cx="95347" cy="83787"/>
                  </a:xfrm>
                  <a:prstGeom prst="rect">
                    <a:avLst/>
                  </a:prstGeom>
                  <a:blipFill>
                    <a:blip r:embed="rId6"/>
                    <a:stretch>
                      <a:fillRect l="-11538" r="-11538" b="-130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9" name="TextBox 148">
                    <a:extLst>
                      <a:ext uri="{FF2B5EF4-FFF2-40B4-BE49-F238E27FC236}">
                        <a16:creationId xmlns:a16="http://schemas.microsoft.com/office/drawing/2014/main" id="{0284CF5D-47B5-F1CF-0C29-E96AAD5A0F57}"/>
                      </a:ext>
                    </a:extLst>
                  </p:cNvPr>
                  <p:cNvSpPr txBox="1"/>
                  <p:nvPr/>
                </p:nvSpPr>
                <p:spPr>
                  <a:xfrm>
                    <a:off x="2647771" y="1275711"/>
                    <a:ext cx="96976" cy="83787"/>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sSub>
                            <m:sSubPr>
                              <m:ctrlPr>
                                <a:rPr kumimoji="0" lang="de-DE" sz="9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ctrlPr>
                            </m:sSubPr>
                            <m:e>
                              <m:r>
                                <a:rPr kumimoji="0" lang="de-DE" sz="9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𝜔</m:t>
                              </m:r>
                            </m:e>
                            <m:sub>
                              <m:r>
                                <a:rPr kumimoji="0" lang="de-DE" sz="9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2</m:t>
                              </m:r>
                            </m:sub>
                          </m:sSub>
                        </m:oMath>
                      </m:oMathPara>
                    </a14:m>
                    <a:endParaRPr kumimoji="0" lang="en-US" sz="9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mc:Choice>
            <mc:Fallback xmlns="">
              <p:sp>
                <p:nvSpPr>
                  <p:cNvPr id="149" name="TextBox 148">
                    <a:extLst>
                      <a:ext uri="{FF2B5EF4-FFF2-40B4-BE49-F238E27FC236}">
                        <a16:creationId xmlns:a16="http://schemas.microsoft.com/office/drawing/2014/main" id="{0284CF5D-47B5-F1CF-0C29-E96AAD5A0F57}"/>
                      </a:ext>
                    </a:extLst>
                  </p:cNvPr>
                  <p:cNvSpPr txBox="1">
                    <a:spLocks noRot="1" noChangeAspect="1" noMove="1" noResize="1" noEditPoints="1" noAdjustHandles="1" noChangeArrowheads="1" noChangeShapeType="1" noTextEdit="1"/>
                  </p:cNvSpPr>
                  <p:nvPr/>
                </p:nvSpPr>
                <p:spPr>
                  <a:xfrm>
                    <a:off x="2647771" y="1275711"/>
                    <a:ext cx="96976" cy="83787"/>
                  </a:xfrm>
                  <a:prstGeom prst="rect">
                    <a:avLst/>
                  </a:prstGeom>
                  <a:blipFill>
                    <a:blip r:embed="rId7"/>
                    <a:stretch>
                      <a:fillRect l="-11538" r="-11538" b="-1818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0" name="TextBox 149">
                    <a:extLst>
                      <a:ext uri="{FF2B5EF4-FFF2-40B4-BE49-F238E27FC236}">
                        <a16:creationId xmlns:a16="http://schemas.microsoft.com/office/drawing/2014/main" id="{BBDE8404-923F-47C6-7E6D-B6F0BB4C3BEA}"/>
                      </a:ext>
                    </a:extLst>
                  </p:cNvPr>
                  <p:cNvSpPr txBox="1"/>
                  <p:nvPr/>
                </p:nvSpPr>
                <p:spPr>
                  <a:xfrm>
                    <a:off x="2647771" y="1613336"/>
                    <a:ext cx="96976" cy="83787"/>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sSub>
                            <m:sSubPr>
                              <m:ctrlPr>
                                <a:rPr kumimoji="0" lang="de-DE" sz="9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ctrlPr>
                            </m:sSubPr>
                            <m:e>
                              <m:r>
                                <a:rPr kumimoji="0" lang="de-DE" sz="9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𝜔</m:t>
                              </m:r>
                            </m:e>
                            <m:sub>
                              <m:r>
                                <a:rPr kumimoji="0" lang="de-DE" sz="9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3</m:t>
                              </m:r>
                            </m:sub>
                          </m:sSub>
                        </m:oMath>
                      </m:oMathPara>
                    </a14:m>
                    <a:endParaRPr kumimoji="0" lang="en-US" sz="9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mc:Choice>
            <mc:Fallback xmlns="">
              <p:sp>
                <p:nvSpPr>
                  <p:cNvPr id="150" name="TextBox 149">
                    <a:extLst>
                      <a:ext uri="{FF2B5EF4-FFF2-40B4-BE49-F238E27FC236}">
                        <a16:creationId xmlns:a16="http://schemas.microsoft.com/office/drawing/2014/main" id="{BBDE8404-923F-47C6-7E6D-B6F0BB4C3BEA}"/>
                      </a:ext>
                    </a:extLst>
                  </p:cNvPr>
                  <p:cNvSpPr txBox="1">
                    <a:spLocks noRot="1" noChangeAspect="1" noMove="1" noResize="1" noEditPoints="1" noAdjustHandles="1" noChangeArrowheads="1" noChangeShapeType="1" noTextEdit="1"/>
                  </p:cNvSpPr>
                  <p:nvPr/>
                </p:nvSpPr>
                <p:spPr>
                  <a:xfrm>
                    <a:off x="2647771" y="1613336"/>
                    <a:ext cx="96976" cy="83787"/>
                  </a:xfrm>
                  <a:prstGeom prst="rect">
                    <a:avLst/>
                  </a:prstGeom>
                  <a:blipFill>
                    <a:blip r:embed="rId8"/>
                    <a:stretch>
                      <a:fillRect l="-11538" r="-11538" b="-13043"/>
                    </a:stretch>
                  </a:blipFill>
                </p:spPr>
                <p:txBody>
                  <a:bodyPr/>
                  <a:lstStyle/>
                  <a:p>
                    <a:r>
                      <a:rPr lang="en-US">
                        <a:noFill/>
                      </a:rPr>
                      <a:t> </a:t>
                    </a:r>
                  </a:p>
                </p:txBody>
              </p:sp>
            </mc:Fallback>
          </mc:AlternateContent>
        </p:grpSp>
        <p:grpSp>
          <p:nvGrpSpPr>
            <p:cNvPr id="140" name="Group 139">
              <a:extLst>
                <a:ext uri="{FF2B5EF4-FFF2-40B4-BE49-F238E27FC236}">
                  <a16:creationId xmlns:a16="http://schemas.microsoft.com/office/drawing/2014/main" id="{D22091FA-2CBB-E4B8-6357-3FD144E641A8}"/>
                </a:ext>
              </a:extLst>
            </p:cNvPr>
            <p:cNvGrpSpPr/>
            <p:nvPr/>
          </p:nvGrpSpPr>
          <p:grpSpPr>
            <a:xfrm>
              <a:off x="2122252" y="1293298"/>
              <a:ext cx="1087900" cy="420475"/>
              <a:chOff x="1974463" y="1711291"/>
              <a:chExt cx="1087900" cy="420475"/>
            </a:xfrm>
          </p:grpSpPr>
          <p:sp>
            <p:nvSpPr>
              <p:cNvPr id="141" name="TextBox 140">
                <a:extLst>
                  <a:ext uri="{FF2B5EF4-FFF2-40B4-BE49-F238E27FC236}">
                    <a16:creationId xmlns:a16="http://schemas.microsoft.com/office/drawing/2014/main" id="{5F6B834D-0EA3-51E1-AAE1-77BE5F836341}"/>
                  </a:ext>
                </a:extLst>
              </p:cNvPr>
              <p:cNvSpPr txBox="1"/>
              <p:nvPr/>
            </p:nvSpPr>
            <p:spPr>
              <a:xfrm>
                <a:off x="1987863" y="1841700"/>
                <a:ext cx="1052988" cy="290066"/>
              </a:xfrm>
              <a:prstGeom prst="rect">
                <a:avLst/>
              </a:prstGeom>
              <a:noFill/>
            </p:spPr>
            <p:txBody>
              <a:bodyPr rot="0" spcFirstLastPara="0" vertOverflow="overflow" horzOverflow="overflow" vert="horz" wrap="none" lIns="63355" tIns="31678" rIns="63355" bIns="31678"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dirty="0">
                    <a:ln>
                      <a:noFill/>
                    </a:ln>
                    <a:solidFill>
                      <a:prstClr val="white">
                        <a:lumMod val="50000"/>
                      </a:prstClr>
                    </a:solidFill>
                    <a:effectLst/>
                    <a:uLnTx/>
                    <a:uFillTx/>
                    <a:latin typeface="Aptos Light" panose="020B0004020202020204" pitchFamily="34" charset="0"/>
                    <a:ea typeface="+mn-ea"/>
                    <a:cs typeface="+mn-cs"/>
                  </a:rPr>
                  <a:t>Mechanism</a:t>
                </a:r>
                <a:endParaRPr kumimoji="0" lang="en-GB" sz="900" b="0" i="0" u="none" strike="noStrike" kern="1200" cap="none" spc="0" normalizeH="0" baseline="0" noProof="0" dirty="0">
                  <a:ln/>
                  <a:solidFill>
                    <a:prstClr val="white">
                      <a:lumMod val="50000"/>
                    </a:prstClr>
                  </a:solidFill>
                  <a:effectLst/>
                  <a:uLnTx/>
                  <a:uFillTx/>
                  <a:latin typeface="Aptos Light" panose="020B0004020202020204" pitchFamily="34" charset="0"/>
                  <a:ea typeface="+mn-ea"/>
                  <a:cs typeface="Arial"/>
                  <a:sym typeface="Arial"/>
                  <a:rtl val="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dirty="0">
                    <a:ln/>
                    <a:solidFill>
                      <a:prstClr val="white">
                        <a:lumMod val="50000"/>
                      </a:prstClr>
                    </a:solidFill>
                    <a:effectLst/>
                    <a:uLnTx/>
                    <a:uFillTx/>
                    <a:latin typeface="Aptos Light" panose="020B0004020202020204" pitchFamily="34" charset="0"/>
                    <a:ea typeface="+mn-ea"/>
                    <a:cs typeface="Arial"/>
                    <a:sym typeface="Arial"/>
                    <a:rtl val="0"/>
                  </a:rPr>
                  <a:t>Interconnected pipes realizes the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dirty="0">
                    <a:ln/>
                    <a:solidFill>
                      <a:prstClr val="white">
                        <a:lumMod val="50000"/>
                      </a:prstClr>
                    </a:solidFill>
                    <a:effectLst/>
                    <a:uLnTx/>
                    <a:uFillTx/>
                    <a:latin typeface="Aptos Light" panose="020B0004020202020204" pitchFamily="34" charset="0"/>
                    <a:ea typeface="+mn-ea"/>
                    <a:cs typeface="Arial"/>
                    <a:sym typeface="Arial"/>
                    <a:rtl val="0"/>
                  </a:rPr>
                  <a:t>linear operation of a neuron </a:t>
                </a:r>
              </a:p>
            </p:txBody>
          </p:sp>
          <p:sp>
            <p:nvSpPr>
              <p:cNvPr id="142" name="TextBox 141">
                <a:extLst>
                  <a:ext uri="{FF2B5EF4-FFF2-40B4-BE49-F238E27FC236}">
                    <a16:creationId xmlns:a16="http://schemas.microsoft.com/office/drawing/2014/main" id="{31D6DFE2-3852-A638-AC60-665D21CFC11E}"/>
                  </a:ext>
                </a:extLst>
              </p:cNvPr>
              <p:cNvSpPr txBox="1"/>
              <p:nvPr/>
            </p:nvSpPr>
            <p:spPr>
              <a:xfrm>
                <a:off x="1974463" y="1711291"/>
                <a:ext cx="1087900" cy="131800"/>
              </a:xfrm>
              <a:prstGeom prst="rect">
                <a:avLst/>
              </a:prstGeom>
              <a:noFill/>
            </p:spPr>
            <p:txBody>
              <a:bodyPr rot="0" spcFirstLastPara="0" vertOverflow="overflow" horzOverflow="overflow" vert="horz" wrap="none" lIns="63355" tIns="31678" rIns="63355" bIns="31678"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solidFill>
                      <a:srgbClr val="000000"/>
                    </a:solidFill>
                    <a:effectLst/>
                    <a:uLnTx/>
                    <a:uFillTx/>
                    <a:latin typeface="Arial"/>
                    <a:ea typeface="+mn-ea"/>
                    <a:cs typeface="Arial"/>
                    <a:sym typeface="Arial"/>
                    <a:rtl val="0"/>
                  </a:rPr>
                  <a:t>Branched-channel FIR filter</a:t>
                </a:r>
              </a:p>
            </p:txBody>
          </p:sp>
        </p:grpSp>
      </p:grpSp>
      <p:grpSp>
        <p:nvGrpSpPr>
          <p:cNvPr id="154" name="Group 153">
            <a:extLst>
              <a:ext uri="{FF2B5EF4-FFF2-40B4-BE49-F238E27FC236}">
                <a16:creationId xmlns:a16="http://schemas.microsoft.com/office/drawing/2014/main" id="{715C7D09-F8E8-440D-2019-559D038369B8}"/>
              </a:ext>
            </a:extLst>
          </p:cNvPr>
          <p:cNvGrpSpPr/>
          <p:nvPr/>
        </p:nvGrpSpPr>
        <p:grpSpPr>
          <a:xfrm>
            <a:off x="7252233" y="2151073"/>
            <a:ext cx="2326055" cy="1369807"/>
            <a:chOff x="3398647" y="1292745"/>
            <a:chExt cx="1407189" cy="828690"/>
          </a:xfrm>
        </p:grpSpPr>
        <p:sp>
          <p:nvSpPr>
            <p:cNvPr id="155" name="Rectangle: Rounded Corners 154">
              <a:extLst>
                <a:ext uri="{FF2B5EF4-FFF2-40B4-BE49-F238E27FC236}">
                  <a16:creationId xmlns:a16="http://schemas.microsoft.com/office/drawing/2014/main" id="{2B6C059A-F550-2FCD-5E38-5461096F1DF8}"/>
                </a:ext>
              </a:extLst>
            </p:cNvPr>
            <p:cNvSpPr/>
            <p:nvPr/>
          </p:nvSpPr>
          <p:spPr>
            <a:xfrm>
              <a:off x="3430313" y="1292745"/>
              <a:ext cx="1375523" cy="828690"/>
            </a:xfrm>
            <a:prstGeom prst="roundRect">
              <a:avLst>
                <a:gd name="adj" fmla="val 4351"/>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156" name="Graphic 155" descr="Flask outline">
              <a:extLst>
                <a:ext uri="{FF2B5EF4-FFF2-40B4-BE49-F238E27FC236}">
                  <a16:creationId xmlns:a16="http://schemas.microsoft.com/office/drawing/2014/main" id="{C7B2B87D-639A-A0DF-CB61-E191998DFB5C}"/>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4195640" y="1740930"/>
              <a:ext cx="338974" cy="338974"/>
            </a:xfrm>
            <a:prstGeom prst="rect">
              <a:avLst/>
            </a:prstGeom>
          </p:spPr>
        </p:pic>
        <p:grpSp>
          <p:nvGrpSpPr>
            <p:cNvPr id="157" name="Group 156">
              <a:extLst>
                <a:ext uri="{FF2B5EF4-FFF2-40B4-BE49-F238E27FC236}">
                  <a16:creationId xmlns:a16="http://schemas.microsoft.com/office/drawing/2014/main" id="{2CB725F7-24B3-41CD-26FD-6BDF828B2D60}"/>
                </a:ext>
              </a:extLst>
            </p:cNvPr>
            <p:cNvGrpSpPr/>
            <p:nvPr/>
          </p:nvGrpSpPr>
          <p:grpSpPr>
            <a:xfrm>
              <a:off x="3398647" y="1298979"/>
              <a:ext cx="1407188" cy="504263"/>
              <a:chOff x="2025263" y="1711291"/>
              <a:chExt cx="1407188" cy="504263"/>
            </a:xfrm>
          </p:grpSpPr>
          <p:sp>
            <p:nvSpPr>
              <p:cNvPr id="158" name="TextBox 157">
                <a:extLst>
                  <a:ext uri="{FF2B5EF4-FFF2-40B4-BE49-F238E27FC236}">
                    <a16:creationId xmlns:a16="http://schemas.microsoft.com/office/drawing/2014/main" id="{DC27549F-50DF-A6ED-74FA-C4E02AC88135}"/>
                  </a:ext>
                </a:extLst>
              </p:cNvPr>
              <p:cNvSpPr txBox="1"/>
              <p:nvPr/>
            </p:nvSpPr>
            <p:spPr>
              <a:xfrm>
                <a:off x="2025963" y="1841700"/>
                <a:ext cx="1406488" cy="373854"/>
              </a:xfrm>
              <a:prstGeom prst="rect">
                <a:avLst/>
              </a:prstGeom>
              <a:noFill/>
            </p:spPr>
            <p:txBody>
              <a:bodyPr rot="0" spcFirstLastPara="0" vertOverflow="overflow" horzOverflow="overflow" vert="horz" wrap="square" lIns="63355" tIns="31678" rIns="63355" bIns="31678"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dirty="0">
                    <a:ln>
                      <a:noFill/>
                    </a:ln>
                    <a:solidFill>
                      <a:prstClr val="black"/>
                    </a:solidFill>
                    <a:effectLst/>
                    <a:uLnTx/>
                    <a:uFillTx/>
                    <a:latin typeface="Aptos Light" panose="020B0004020202020204" pitchFamily="34" charset="0"/>
                    <a:ea typeface="+mn-ea"/>
                    <a:cs typeface="+mn-cs"/>
                  </a:rPr>
                  <a:t>Mechanism</a:t>
                </a:r>
                <a:endParaRPr kumimoji="0" lang="en-GB" sz="900" b="0" i="0" u="none" strike="noStrike" kern="1200" cap="none" spc="0" normalizeH="0" baseline="0" noProof="0" dirty="0">
                  <a:ln/>
                  <a:solidFill>
                    <a:prstClr val="black"/>
                  </a:solidFill>
                  <a:effectLst/>
                  <a:uLnTx/>
                  <a:uFillTx/>
                  <a:latin typeface="Aptos Light" panose="020B0004020202020204" pitchFamily="34" charset="0"/>
                  <a:ea typeface="+mn-ea"/>
                  <a:cs typeface="Arial"/>
                  <a:sym typeface="Arial"/>
                  <a:rtl val="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dirty="0">
                    <a:ln/>
                    <a:solidFill>
                      <a:prstClr val="black"/>
                    </a:solidFill>
                    <a:effectLst/>
                    <a:uLnTx/>
                    <a:uFillTx/>
                    <a:latin typeface="Aptos Light" panose="020B0004020202020204" pitchFamily="34" charset="0"/>
                    <a:ea typeface="+mn-ea"/>
                    <a:cs typeface="Arial"/>
                    <a:sym typeface="Arial"/>
                    <a:rtl val="0"/>
                  </a:rPr>
                  <a:t>Non-linear components of chemical reactions synthetize the activation function of a neuron</a:t>
                </a:r>
              </a:p>
            </p:txBody>
          </p:sp>
          <p:sp>
            <p:nvSpPr>
              <p:cNvPr id="159" name="TextBox 158">
                <a:extLst>
                  <a:ext uri="{FF2B5EF4-FFF2-40B4-BE49-F238E27FC236}">
                    <a16:creationId xmlns:a16="http://schemas.microsoft.com/office/drawing/2014/main" id="{EFFD30FA-7C33-E099-0F63-CF71D24621F0}"/>
                  </a:ext>
                </a:extLst>
              </p:cNvPr>
              <p:cNvSpPr txBox="1"/>
              <p:nvPr/>
            </p:nvSpPr>
            <p:spPr>
              <a:xfrm>
                <a:off x="2025263" y="1711291"/>
                <a:ext cx="1183907" cy="131800"/>
              </a:xfrm>
              <a:prstGeom prst="rect">
                <a:avLst/>
              </a:prstGeom>
              <a:noFill/>
            </p:spPr>
            <p:txBody>
              <a:bodyPr rot="0" spcFirstLastPara="0" vertOverflow="overflow" horzOverflow="overflow" vert="horz" wrap="none" lIns="63355" tIns="31678" rIns="63355" bIns="31678"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solidFill>
                      <a:srgbClr val="000000"/>
                    </a:solidFill>
                    <a:effectLst/>
                    <a:uLnTx/>
                    <a:uFillTx/>
                    <a:latin typeface="Arial"/>
                    <a:ea typeface="+mn-ea"/>
                    <a:cs typeface="Arial"/>
                    <a:sym typeface="Arial"/>
                    <a:rtl val="0"/>
                  </a:rPr>
                  <a:t>Acidic-base chemical reaction</a:t>
                </a:r>
              </a:p>
            </p:txBody>
          </p:sp>
        </p:grpSp>
      </p:grpSp>
      <p:cxnSp>
        <p:nvCxnSpPr>
          <p:cNvPr id="161" name="Straight Connector 160">
            <a:extLst>
              <a:ext uri="{FF2B5EF4-FFF2-40B4-BE49-F238E27FC236}">
                <a16:creationId xmlns:a16="http://schemas.microsoft.com/office/drawing/2014/main" id="{4F886EED-FDC5-4324-233D-F1FCA8D711AB}"/>
              </a:ext>
            </a:extLst>
          </p:cNvPr>
          <p:cNvCxnSpPr>
            <a:cxnSpLocks/>
          </p:cNvCxnSpPr>
          <p:nvPr/>
        </p:nvCxnSpPr>
        <p:spPr>
          <a:xfrm flipV="1">
            <a:off x="39817" y="3601774"/>
            <a:ext cx="12152183" cy="4421"/>
          </a:xfrm>
          <a:prstGeom prst="line">
            <a:avLst/>
          </a:prstGeom>
          <a:ln w="6350">
            <a:solidFill>
              <a:schemeClr val="accent2">
                <a:lumMod val="50000"/>
                <a:alpha val="33000"/>
              </a:schemeClr>
            </a:solidFill>
          </a:ln>
        </p:spPr>
        <p:style>
          <a:lnRef idx="2">
            <a:schemeClr val="accent1"/>
          </a:lnRef>
          <a:fillRef idx="0">
            <a:schemeClr val="accent1"/>
          </a:fillRef>
          <a:effectRef idx="1">
            <a:schemeClr val="accent1"/>
          </a:effectRef>
          <a:fontRef idx="minor">
            <a:schemeClr val="tx1"/>
          </a:fontRef>
        </p:style>
      </p:cxnSp>
      <p:sp>
        <p:nvSpPr>
          <p:cNvPr id="162" name="TextBox 161">
            <a:extLst>
              <a:ext uri="{FF2B5EF4-FFF2-40B4-BE49-F238E27FC236}">
                <a16:creationId xmlns:a16="http://schemas.microsoft.com/office/drawing/2014/main" id="{50BCE6D0-8A62-3BF3-F2AD-D56CD256D44B}"/>
              </a:ext>
            </a:extLst>
          </p:cNvPr>
          <p:cNvSpPr txBox="1"/>
          <p:nvPr/>
        </p:nvSpPr>
        <p:spPr>
          <a:xfrm>
            <a:off x="-41076" y="3608440"/>
            <a:ext cx="944489" cy="24622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a:ln>
                  <a:noFill/>
                </a:ln>
                <a:solidFill>
                  <a:srgbClr val="E97132">
                    <a:lumMod val="50000"/>
                  </a:srgbClr>
                </a:solidFill>
                <a:effectLst/>
                <a:uLnTx/>
                <a:uFillTx/>
                <a:latin typeface="Arial" panose="020B0604020202020204" pitchFamily="34" charset="0"/>
                <a:ea typeface="+mn-ea"/>
                <a:cs typeface="Arial" panose="020B0604020202020204" pitchFamily="34" charset="0"/>
              </a:rPr>
              <a:t>▪</a:t>
            </a:r>
            <a:r>
              <a:rPr kumimoji="0" lang="en-GB" sz="1000" b="0" i="0" u="none" strike="noStrike" kern="1200" cap="none" spc="0" normalizeH="0" baseline="0" noProof="0" dirty="0">
                <a:ln>
                  <a:noFill/>
                </a:ln>
                <a:solidFill>
                  <a:prstClr val="white">
                    <a:lumMod val="50000"/>
                  </a:prstClr>
                </a:solidFill>
                <a:effectLst/>
                <a:uLnTx/>
                <a:uFillTx/>
                <a:latin typeface="Arial" panose="020B0604020202020204" pitchFamily="34" charset="0"/>
                <a:ea typeface="+mn-ea"/>
                <a:cs typeface="Arial" panose="020B0604020202020204" pitchFamily="34" charset="0"/>
              </a:rPr>
              <a:t>  </a:t>
            </a:r>
            <a:r>
              <a:rPr kumimoji="0" lang="en-GB" sz="1000" b="0" i="0" u="none" strike="noStrike" kern="1200" cap="none" spc="0" normalizeH="0" baseline="0" noProof="0" dirty="0">
                <a:ln>
                  <a:noFill/>
                </a:ln>
                <a:solidFill>
                  <a:prstClr val="white">
                    <a:lumMod val="50000"/>
                  </a:prstClr>
                </a:solidFill>
                <a:effectLst/>
                <a:uLnTx/>
                <a:uFillTx/>
                <a:latin typeface="Arial Nova" panose="020F0502020204030204" pitchFamily="34" charset="0"/>
                <a:ea typeface="+mn-ea"/>
                <a:cs typeface="Arial" panose="020B0604020202020204" pitchFamily="34" charset="0"/>
              </a:rPr>
              <a:t>CHEMICAL</a:t>
            </a:r>
          </a:p>
        </p:txBody>
      </p:sp>
      <p:sp>
        <p:nvSpPr>
          <p:cNvPr id="163" name="TextBox 162">
            <a:extLst>
              <a:ext uri="{FF2B5EF4-FFF2-40B4-BE49-F238E27FC236}">
                <a16:creationId xmlns:a16="http://schemas.microsoft.com/office/drawing/2014/main" id="{7063533F-5272-2991-ED66-4325B577867A}"/>
              </a:ext>
            </a:extLst>
          </p:cNvPr>
          <p:cNvSpPr txBox="1"/>
          <p:nvPr/>
        </p:nvSpPr>
        <p:spPr>
          <a:xfrm>
            <a:off x="45294" y="3885572"/>
            <a:ext cx="1278903" cy="371752"/>
          </a:xfrm>
          <a:prstGeom prst="rect">
            <a:avLst/>
          </a:prstGeom>
          <a:noFill/>
        </p:spPr>
        <p:txBody>
          <a:bodyPr rot="0" spcFirstLastPara="0" vertOverflow="overflow" horzOverflow="overflow" vert="horz" wrap="none" lIns="63355" tIns="31678" rIns="63355" bIns="31678"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solidFill>
                  <a:srgbClr val="000000"/>
                </a:solidFill>
                <a:effectLst/>
                <a:uLnTx/>
                <a:uFillTx/>
                <a:latin typeface="Arial"/>
                <a:ea typeface="+mn-ea"/>
                <a:cs typeface="Arial"/>
                <a:sym typeface="Arial"/>
                <a:rtl val="0"/>
              </a:rPr>
              <a:t>Chemical</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solidFill>
                  <a:srgbClr val="000000"/>
                </a:solidFill>
                <a:effectLst/>
                <a:uLnTx/>
                <a:uFillTx/>
                <a:latin typeface="Arial"/>
                <a:ea typeface="+mn-ea"/>
                <a:cs typeface="Arial"/>
                <a:sym typeface="Arial"/>
                <a:rtl val="0"/>
              </a:rPr>
              <a:t>Reaction Networks</a:t>
            </a:r>
          </a:p>
        </p:txBody>
      </p:sp>
      <p:sp>
        <p:nvSpPr>
          <p:cNvPr id="164" name="TextBox 163">
            <a:extLst>
              <a:ext uri="{FF2B5EF4-FFF2-40B4-BE49-F238E27FC236}">
                <a16:creationId xmlns:a16="http://schemas.microsoft.com/office/drawing/2014/main" id="{87A41012-CC0A-12D3-75BB-6BE8578B9F08}"/>
              </a:ext>
            </a:extLst>
          </p:cNvPr>
          <p:cNvSpPr txBox="1"/>
          <p:nvPr/>
        </p:nvSpPr>
        <p:spPr>
          <a:xfrm>
            <a:off x="26946" y="2760680"/>
            <a:ext cx="1481154"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1" u="none" strike="noStrike" kern="1200" cap="none" spc="0" normalizeH="0" baseline="0" noProof="0" dirty="0">
                <a:ln>
                  <a:noFill/>
                </a:ln>
                <a:solidFill>
                  <a:prstClr val="white">
                    <a:lumMod val="50000"/>
                  </a:prstClr>
                </a:solidFill>
                <a:effectLst/>
                <a:uLnTx/>
                <a:uFillTx/>
                <a:latin typeface="Aptos Light" panose="020B0004020202020204" pitchFamily="34" charset="0"/>
                <a:ea typeface="+mn-ea"/>
                <a:cs typeface="+mn-cs"/>
              </a:rPr>
              <a:t>Geometry of microfluidic pipes sets the weights, chemistry sets non-linearity</a:t>
            </a:r>
            <a:endParaRPr kumimoji="0" lang="en-GB" sz="900" b="0" i="1" u="none" strike="noStrike" kern="1200" cap="none" spc="0" normalizeH="0" baseline="0" noProof="0" dirty="0">
              <a:ln>
                <a:noFill/>
              </a:ln>
              <a:solidFill>
                <a:prstClr val="black"/>
              </a:solidFill>
              <a:effectLst/>
              <a:uLnTx/>
              <a:uFillTx/>
              <a:latin typeface="Aptos Light" panose="020B0004020202020204" pitchFamily="34" charset="0"/>
              <a:ea typeface="+mn-ea"/>
              <a:cs typeface="+mn-cs"/>
            </a:endParaRPr>
          </a:p>
        </p:txBody>
      </p:sp>
      <p:cxnSp>
        <p:nvCxnSpPr>
          <p:cNvPr id="165" name="Straight Connector 164">
            <a:extLst>
              <a:ext uri="{FF2B5EF4-FFF2-40B4-BE49-F238E27FC236}">
                <a16:creationId xmlns:a16="http://schemas.microsoft.com/office/drawing/2014/main" id="{E15AD936-F949-6E8A-007B-F2946CB70F49}"/>
              </a:ext>
            </a:extLst>
          </p:cNvPr>
          <p:cNvCxnSpPr>
            <a:cxnSpLocks/>
          </p:cNvCxnSpPr>
          <p:nvPr/>
        </p:nvCxnSpPr>
        <p:spPr>
          <a:xfrm flipV="1">
            <a:off x="29018" y="5237265"/>
            <a:ext cx="7117256" cy="19277"/>
          </a:xfrm>
          <a:prstGeom prst="line">
            <a:avLst/>
          </a:prstGeom>
          <a:ln w="6350">
            <a:solidFill>
              <a:schemeClr val="accent2">
                <a:lumMod val="50000"/>
                <a:alpha val="33000"/>
              </a:schemeClr>
            </a:solidFill>
          </a:ln>
        </p:spPr>
        <p:style>
          <a:lnRef idx="2">
            <a:schemeClr val="accent1"/>
          </a:lnRef>
          <a:fillRef idx="0">
            <a:schemeClr val="accent1"/>
          </a:fillRef>
          <a:effectRef idx="1">
            <a:schemeClr val="accent1"/>
          </a:effectRef>
          <a:fontRef idx="minor">
            <a:schemeClr val="tx1"/>
          </a:fontRef>
        </p:style>
      </p:cxnSp>
      <p:pic>
        <p:nvPicPr>
          <p:cNvPr id="166" name="Graphic 165" descr="Germ outline">
            <a:extLst>
              <a:ext uri="{FF2B5EF4-FFF2-40B4-BE49-F238E27FC236}">
                <a16:creationId xmlns:a16="http://schemas.microsoft.com/office/drawing/2014/main" id="{62EF713F-126E-7E90-B631-CDDE6DA09A96}"/>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3019911" y="4458473"/>
            <a:ext cx="375261" cy="375261"/>
          </a:xfrm>
          <a:prstGeom prst="rect">
            <a:avLst/>
          </a:prstGeom>
        </p:spPr>
      </p:pic>
      <p:pic>
        <p:nvPicPr>
          <p:cNvPr id="167" name="Graphic 166" descr="Germ outline">
            <a:extLst>
              <a:ext uri="{FF2B5EF4-FFF2-40B4-BE49-F238E27FC236}">
                <a16:creationId xmlns:a16="http://schemas.microsoft.com/office/drawing/2014/main" id="{F39DE605-B15E-AF11-A074-04AECF3F1CA0}"/>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rot="1246808">
            <a:off x="3395135" y="4379803"/>
            <a:ext cx="273249" cy="273249"/>
          </a:xfrm>
          <a:prstGeom prst="rect">
            <a:avLst/>
          </a:prstGeom>
        </p:spPr>
      </p:pic>
      <p:pic>
        <p:nvPicPr>
          <p:cNvPr id="168" name="Graphic 167" descr="Germ outline">
            <a:extLst>
              <a:ext uri="{FF2B5EF4-FFF2-40B4-BE49-F238E27FC236}">
                <a16:creationId xmlns:a16="http://schemas.microsoft.com/office/drawing/2014/main" id="{2C4937D4-9F18-BEB7-FF03-CD7D9C7AF1DA}"/>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rot="20600580">
            <a:off x="3405942" y="4656702"/>
            <a:ext cx="173113" cy="173113"/>
          </a:xfrm>
          <a:prstGeom prst="rect">
            <a:avLst/>
          </a:prstGeom>
        </p:spPr>
      </p:pic>
      <p:sp>
        <p:nvSpPr>
          <p:cNvPr id="180" name="TextBox 179">
            <a:extLst>
              <a:ext uri="{FF2B5EF4-FFF2-40B4-BE49-F238E27FC236}">
                <a16:creationId xmlns:a16="http://schemas.microsoft.com/office/drawing/2014/main" id="{4D35B308-71A6-3785-14D9-DE9D63F8EBBC}"/>
              </a:ext>
            </a:extLst>
          </p:cNvPr>
          <p:cNvSpPr txBox="1"/>
          <p:nvPr/>
        </p:nvSpPr>
        <p:spPr>
          <a:xfrm>
            <a:off x="-41076" y="5301377"/>
            <a:ext cx="1181734" cy="24622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GB" sz="1000" b="1" i="0" u="none" strike="noStrike" kern="1200" cap="none" spc="0" normalizeH="0" baseline="0" noProof="0" dirty="0">
                <a:ln>
                  <a:noFill/>
                </a:ln>
                <a:solidFill>
                  <a:prstClr val="black"/>
                </a:solidFill>
                <a:effectLst/>
                <a:uLnTx/>
                <a:uFillTx/>
                <a:latin typeface="Arial Nova" panose="020F0502020204030204" pitchFamily="34" charset="0"/>
                <a:ea typeface="+mn-ea"/>
                <a:cs typeface="Arial" panose="020B0604020202020204" pitchFamily="34" charset="0"/>
              </a:rPr>
              <a:t>CELLULAR / WET</a:t>
            </a:r>
          </a:p>
        </p:txBody>
      </p:sp>
      <p:sp>
        <p:nvSpPr>
          <p:cNvPr id="184" name="Rectangle: Rounded Corners 183">
            <a:extLst>
              <a:ext uri="{FF2B5EF4-FFF2-40B4-BE49-F238E27FC236}">
                <a16:creationId xmlns:a16="http://schemas.microsoft.com/office/drawing/2014/main" id="{BA28CC9F-B2CB-DA84-DF38-9735CBB109C4}"/>
              </a:ext>
            </a:extLst>
          </p:cNvPr>
          <p:cNvSpPr/>
          <p:nvPr/>
        </p:nvSpPr>
        <p:spPr>
          <a:xfrm>
            <a:off x="1882979" y="5320556"/>
            <a:ext cx="2432087" cy="1369807"/>
          </a:xfrm>
          <a:prstGeom prst="roundRect">
            <a:avLst>
              <a:gd name="adj" fmla="val 4351"/>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pic>
        <p:nvPicPr>
          <p:cNvPr id="185" name="Graphic 184" descr="Germ outline">
            <a:extLst>
              <a:ext uri="{FF2B5EF4-FFF2-40B4-BE49-F238E27FC236}">
                <a16:creationId xmlns:a16="http://schemas.microsoft.com/office/drawing/2014/main" id="{5B684311-A546-86B3-7975-EF9E942A9AB3}"/>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2794897" y="5949342"/>
            <a:ext cx="645204" cy="645204"/>
          </a:xfrm>
          <a:prstGeom prst="rect">
            <a:avLst/>
          </a:prstGeom>
        </p:spPr>
      </p:pic>
      <p:sp>
        <p:nvSpPr>
          <p:cNvPr id="186" name="Oval 185">
            <a:extLst>
              <a:ext uri="{FF2B5EF4-FFF2-40B4-BE49-F238E27FC236}">
                <a16:creationId xmlns:a16="http://schemas.microsoft.com/office/drawing/2014/main" id="{A72275C1-AEF2-29D7-2330-98BD3D3BC1DB}"/>
              </a:ext>
            </a:extLst>
          </p:cNvPr>
          <p:cNvSpPr>
            <a:spLocks noChangeAspect="1"/>
          </p:cNvSpPr>
          <p:nvPr/>
        </p:nvSpPr>
        <p:spPr>
          <a:xfrm>
            <a:off x="2042089" y="6359831"/>
            <a:ext cx="54224" cy="54224"/>
          </a:xfrm>
          <a:prstGeom prst="ellipse">
            <a:avLst/>
          </a:prstGeom>
          <a:solidFill>
            <a:srgbClr val="C29B4E"/>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87" name="Oval 186">
            <a:extLst>
              <a:ext uri="{FF2B5EF4-FFF2-40B4-BE49-F238E27FC236}">
                <a16:creationId xmlns:a16="http://schemas.microsoft.com/office/drawing/2014/main" id="{BA6C10F9-B1D2-2A0F-A5EC-801ABE08B3E6}"/>
              </a:ext>
            </a:extLst>
          </p:cNvPr>
          <p:cNvSpPr>
            <a:spLocks noChangeAspect="1"/>
          </p:cNvSpPr>
          <p:nvPr/>
        </p:nvSpPr>
        <p:spPr>
          <a:xfrm>
            <a:off x="2491286" y="6460289"/>
            <a:ext cx="54224" cy="54224"/>
          </a:xfrm>
          <a:prstGeom prst="ellipse">
            <a:avLst/>
          </a:prstGeom>
          <a:solidFill>
            <a:srgbClr val="C29B4E"/>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88" name="Oval 187">
            <a:extLst>
              <a:ext uri="{FF2B5EF4-FFF2-40B4-BE49-F238E27FC236}">
                <a16:creationId xmlns:a16="http://schemas.microsoft.com/office/drawing/2014/main" id="{C9A2D5DD-F762-C458-C69E-0E2AB97B4DCC}"/>
              </a:ext>
            </a:extLst>
          </p:cNvPr>
          <p:cNvSpPr>
            <a:spLocks noChangeAspect="1"/>
          </p:cNvSpPr>
          <p:nvPr/>
        </p:nvSpPr>
        <p:spPr>
          <a:xfrm>
            <a:off x="2098841" y="6514513"/>
            <a:ext cx="54224" cy="54224"/>
          </a:xfrm>
          <a:prstGeom prst="ellipse">
            <a:avLst/>
          </a:prstGeom>
          <a:solidFill>
            <a:srgbClr val="C29B4E"/>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89" name="Oval 188">
            <a:extLst>
              <a:ext uri="{FF2B5EF4-FFF2-40B4-BE49-F238E27FC236}">
                <a16:creationId xmlns:a16="http://schemas.microsoft.com/office/drawing/2014/main" id="{975E7AA4-4B1B-AEFC-8986-1FF5E1932CFC}"/>
              </a:ext>
            </a:extLst>
          </p:cNvPr>
          <p:cNvSpPr>
            <a:spLocks noChangeAspect="1"/>
          </p:cNvSpPr>
          <p:nvPr/>
        </p:nvSpPr>
        <p:spPr>
          <a:xfrm>
            <a:off x="2590351" y="6293118"/>
            <a:ext cx="54224" cy="54224"/>
          </a:xfrm>
          <a:prstGeom prst="ellipse">
            <a:avLst/>
          </a:prstGeom>
          <a:solidFill>
            <a:srgbClr val="C29B4E"/>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90" name="Oval 189">
            <a:extLst>
              <a:ext uri="{FF2B5EF4-FFF2-40B4-BE49-F238E27FC236}">
                <a16:creationId xmlns:a16="http://schemas.microsoft.com/office/drawing/2014/main" id="{12F895B1-82E3-60E0-28B0-6ACC6EA02BB6}"/>
              </a:ext>
            </a:extLst>
          </p:cNvPr>
          <p:cNvSpPr>
            <a:spLocks noChangeAspect="1"/>
          </p:cNvSpPr>
          <p:nvPr/>
        </p:nvSpPr>
        <p:spPr>
          <a:xfrm>
            <a:off x="2245214" y="6414055"/>
            <a:ext cx="54224" cy="54224"/>
          </a:xfrm>
          <a:prstGeom prst="ellipse">
            <a:avLst/>
          </a:prstGeom>
          <a:solidFill>
            <a:srgbClr val="C29B4E"/>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91" name="Oval 190">
            <a:extLst>
              <a:ext uri="{FF2B5EF4-FFF2-40B4-BE49-F238E27FC236}">
                <a16:creationId xmlns:a16="http://schemas.microsoft.com/office/drawing/2014/main" id="{6ACF596D-B5D7-3B09-5D98-2FE61A4C233E}"/>
              </a:ext>
            </a:extLst>
          </p:cNvPr>
          <p:cNvSpPr>
            <a:spLocks noChangeAspect="1"/>
          </p:cNvSpPr>
          <p:nvPr/>
        </p:nvSpPr>
        <p:spPr>
          <a:xfrm>
            <a:off x="2190990" y="6274843"/>
            <a:ext cx="54224" cy="54224"/>
          </a:xfrm>
          <a:prstGeom prst="ellipse">
            <a:avLst/>
          </a:prstGeom>
          <a:solidFill>
            <a:srgbClr val="C29B4E"/>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92" name="Oval 191">
            <a:extLst>
              <a:ext uri="{FF2B5EF4-FFF2-40B4-BE49-F238E27FC236}">
                <a16:creationId xmlns:a16="http://schemas.microsoft.com/office/drawing/2014/main" id="{5FB08842-A77F-4B91-87B3-CD59ABB19612}"/>
              </a:ext>
            </a:extLst>
          </p:cNvPr>
          <p:cNvSpPr>
            <a:spLocks noChangeAspect="1"/>
          </p:cNvSpPr>
          <p:nvPr/>
        </p:nvSpPr>
        <p:spPr>
          <a:xfrm>
            <a:off x="2697661" y="6179549"/>
            <a:ext cx="54224" cy="54224"/>
          </a:xfrm>
          <a:prstGeom prst="ellipse">
            <a:avLst/>
          </a:prstGeom>
          <a:solidFill>
            <a:srgbClr val="C29B4E"/>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nvGrpSpPr>
          <p:cNvPr id="193" name="Group 192">
            <a:extLst>
              <a:ext uri="{FF2B5EF4-FFF2-40B4-BE49-F238E27FC236}">
                <a16:creationId xmlns:a16="http://schemas.microsoft.com/office/drawing/2014/main" id="{1C9B162E-AB73-B7EF-545B-D219BDAC30B4}"/>
              </a:ext>
            </a:extLst>
          </p:cNvPr>
          <p:cNvGrpSpPr/>
          <p:nvPr/>
        </p:nvGrpSpPr>
        <p:grpSpPr>
          <a:xfrm>
            <a:off x="1845762" y="5295846"/>
            <a:ext cx="1885791" cy="674688"/>
            <a:chOff x="43766" y="2027777"/>
            <a:chExt cx="1140844" cy="408165"/>
          </a:xfrm>
        </p:grpSpPr>
        <p:sp>
          <p:nvSpPr>
            <p:cNvPr id="194" name="TextBox 193">
              <a:extLst>
                <a:ext uri="{FF2B5EF4-FFF2-40B4-BE49-F238E27FC236}">
                  <a16:creationId xmlns:a16="http://schemas.microsoft.com/office/drawing/2014/main" id="{057392A4-EFCD-550F-338B-707926F7C414}"/>
                </a:ext>
              </a:extLst>
            </p:cNvPr>
            <p:cNvSpPr txBox="1"/>
            <p:nvPr/>
          </p:nvSpPr>
          <p:spPr>
            <a:xfrm>
              <a:off x="43766" y="2027777"/>
              <a:ext cx="763998" cy="131800"/>
            </a:xfrm>
            <a:prstGeom prst="rect">
              <a:avLst/>
            </a:prstGeom>
            <a:noFill/>
          </p:spPr>
          <p:txBody>
            <a:bodyPr rot="0" spcFirstLastPara="0" vertOverflow="overflow" horzOverflow="overflow" vert="horz" wrap="none" lIns="63355" tIns="31678" rIns="63355" bIns="31678"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solidFill>
                    <a:srgbClr val="000000"/>
                  </a:solidFill>
                  <a:effectLst/>
                  <a:uLnTx/>
                  <a:uFillTx/>
                  <a:latin typeface="Arial"/>
                  <a:ea typeface="+mn-ea"/>
                  <a:cs typeface="Arial"/>
                  <a:sym typeface="Arial"/>
                  <a:rtl val="0"/>
                </a:rPr>
                <a:t>Chemical inducers</a:t>
              </a:r>
            </a:p>
          </p:txBody>
        </p:sp>
        <p:sp>
          <p:nvSpPr>
            <p:cNvPr id="195" name="TextBox 194">
              <a:extLst>
                <a:ext uri="{FF2B5EF4-FFF2-40B4-BE49-F238E27FC236}">
                  <a16:creationId xmlns:a16="http://schemas.microsoft.com/office/drawing/2014/main" id="{5E2A5398-2F1F-0A2B-2373-6EFC9E63AC8C}"/>
                </a:ext>
              </a:extLst>
            </p:cNvPr>
            <p:cNvSpPr txBox="1"/>
            <p:nvPr/>
          </p:nvSpPr>
          <p:spPr>
            <a:xfrm>
              <a:off x="50754" y="2145876"/>
              <a:ext cx="1133856" cy="290066"/>
            </a:xfrm>
            <a:prstGeom prst="rect">
              <a:avLst/>
            </a:prstGeom>
            <a:noFill/>
          </p:spPr>
          <p:txBody>
            <a:bodyPr rot="0" spcFirstLastPara="0" vertOverflow="overflow" horzOverflow="overflow" vert="horz" wrap="square" lIns="63355" tIns="31678" rIns="63355" bIns="31678"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dirty="0">
                  <a:ln>
                    <a:noFill/>
                  </a:ln>
                  <a:solidFill>
                    <a:prstClr val="black"/>
                  </a:solidFill>
                  <a:effectLst/>
                  <a:uLnTx/>
                  <a:uFillTx/>
                  <a:latin typeface="Aptos Light" panose="020B0004020202020204" pitchFamily="34" charset="0"/>
                  <a:ea typeface="+mn-ea"/>
                  <a:cs typeface="+mn-cs"/>
                </a:rPr>
                <a:t>Mechanism</a:t>
              </a:r>
              <a:endParaRPr kumimoji="0" lang="en-GB" sz="900" b="0" i="0" u="none" strike="noStrike" kern="1200" cap="none" spc="0" normalizeH="0" baseline="0" noProof="0" dirty="0">
                <a:ln/>
                <a:solidFill>
                  <a:prstClr val="black"/>
                </a:solidFill>
                <a:effectLst/>
                <a:uLnTx/>
                <a:uFillTx/>
                <a:latin typeface="Aptos Light" panose="020B0004020202020204" pitchFamily="34" charset="0"/>
                <a:ea typeface="+mn-ea"/>
                <a:cs typeface="Arial"/>
                <a:sym typeface="Arial"/>
                <a:rtl val="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dirty="0">
                  <a:ln/>
                  <a:solidFill>
                    <a:prstClr val="black"/>
                  </a:solidFill>
                  <a:effectLst/>
                  <a:uLnTx/>
                  <a:uFillTx/>
                  <a:latin typeface="Aptos Light" panose="020B0004020202020204" pitchFamily="34" charset="0"/>
                  <a:ea typeface="+mn-ea"/>
                  <a:cs typeface="Arial"/>
                  <a:sym typeface="Arial"/>
                  <a:rtl val="0"/>
                </a:rPr>
                <a:t>Chemical inducers activate bacteria to release signalling molecules</a:t>
              </a:r>
            </a:p>
          </p:txBody>
        </p:sp>
      </p:grpSp>
      <p:sp>
        <p:nvSpPr>
          <p:cNvPr id="196" name="Rectangle: Rounded Corners 195">
            <a:extLst>
              <a:ext uri="{FF2B5EF4-FFF2-40B4-BE49-F238E27FC236}">
                <a16:creationId xmlns:a16="http://schemas.microsoft.com/office/drawing/2014/main" id="{EA822208-6416-F7F4-26EF-C3D80C2101EA}"/>
              </a:ext>
            </a:extLst>
          </p:cNvPr>
          <p:cNvSpPr/>
          <p:nvPr/>
        </p:nvSpPr>
        <p:spPr>
          <a:xfrm>
            <a:off x="4676249" y="3735519"/>
            <a:ext cx="2272775" cy="1369807"/>
          </a:xfrm>
          <a:prstGeom prst="roundRect">
            <a:avLst>
              <a:gd name="adj" fmla="val 4351"/>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mc:AlternateContent xmlns:mc="http://schemas.openxmlformats.org/markup-compatibility/2006" xmlns:a14="http://schemas.microsoft.com/office/drawing/2010/main">
        <mc:Choice Requires="a14">
          <p:sp>
            <p:nvSpPr>
              <p:cNvPr id="197" name="TextBox 196">
                <a:extLst>
                  <a:ext uri="{FF2B5EF4-FFF2-40B4-BE49-F238E27FC236}">
                    <a16:creationId xmlns:a16="http://schemas.microsoft.com/office/drawing/2014/main" id="{5C361E19-7527-0161-4358-C8E3AFF10A7C}"/>
                  </a:ext>
                </a:extLst>
              </p:cNvPr>
              <p:cNvSpPr txBox="1"/>
              <p:nvPr/>
            </p:nvSpPr>
            <p:spPr>
              <a:xfrm>
                <a:off x="4779829" y="4787274"/>
                <a:ext cx="120353" cy="138498"/>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sSub>
                        <m:sSubPr>
                          <m:ctrlPr>
                            <a:rPr kumimoji="0" lang="de-DE" sz="9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r>
                            <a:rPr kumimoji="0" lang="de-DE" sz="9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𝑥</m:t>
                          </m:r>
                        </m:e>
                        <m:sub>
                          <m:r>
                            <a:rPr kumimoji="0" lang="de-DE" sz="9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𝑖</m:t>
                          </m:r>
                        </m:sub>
                      </m:sSub>
                    </m:oMath>
                  </m:oMathPara>
                </a14:m>
                <a:endParaRPr kumimoji="0" lang="en-US" sz="9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mc:Choice>
        <mc:Fallback xmlns="">
          <p:sp>
            <p:nvSpPr>
              <p:cNvPr id="197" name="TextBox 196">
                <a:extLst>
                  <a:ext uri="{FF2B5EF4-FFF2-40B4-BE49-F238E27FC236}">
                    <a16:creationId xmlns:a16="http://schemas.microsoft.com/office/drawing/2014/main" id="{5C361E19-7527-0161-4358-C8E3AFF10A7C}"/>
                  </a:ext>
                </a:extLst>
              </p:cNvPr>
              <p:cNvSpPr txBox="1">
                <a:spLocks noRot="1" noChangeAspect="1" noMove="1" noResize="1" noEditPoints="1" noAdjustHandles="1" noChangeArrowheads="1" noChangeShapeType="1" noTextEdit="1"/>
              </p:cNvSpPr>
              <p:nvPr/>
            </p:nvSpPr>
            <p:spPr>
              <a:xfrm>
                <a:off x="4779829" y="4787274"/>
                <a:ext cx="120353" cy="138498"/>
              </a:xfrm>
              <a:prstGeom prst="rect">
                <a:avLst/>
              </a:prstGeom>
              <a:blipFill>
                <a:blip r:embed="rId12"/>
                <a:stretch>
                  <a:fillRect l="-15000" r="-10000" b="-13043"/>
                </a:stretch>
              </a:blipFill>
            </p:spPr>
            <p:txBody>
              <a:bodyPr/>
              <a:lstStyle/>
              <a:p>
                <a:r>
                  <a:rPr lang="en-US">
                    <a:noFill/>
                  </a:rPr>
                  <a:t> </a:t>
                </a:r>
              </a:p>
            </p:txBody>
          </p:sp>
        </mc:Fallback>
      </mc:AlternateContent>
      <p:grpSp>
        <p:nvGrpSpPr>
          <p:cNvPr id="198" name="Group 197">
            <a:extLst>
              <a:ext uri="{FF2B5EF4-FFF2-40B4-BE49-F238E27FC236}">
                <a16:creationId xmlns:a16="http://schemas.microsoft.com/office/drawing/2014/main" id="{0EED950D-6D2F-5B3A-9F84-88338530A758}"/>
              </a:ext>
            </a:extLst>
          </p:cNvPr>
          <p:cNvGrpSpPr>
            <a:grpSpLocks noChangeAspect="1"/>
          </p:cNvGrpSpPr>
          <p:nvPr/>
        </p:nvGrpSpPr>
        <p:grpSpPr>
          <a:xfrm>
            <a:off x="6083456" y="4633990"/>
            <a:ext cx="381678" cy="403044"/>
            <a:chOff x="951888" y="2657006"/>
            <a:chExt cx="397322" cy="348607"/>
          </a:xfrm>
        </p:grpSpPr>
        <p:grpSp>
          <p:nvGrpSpPr>
            <p:cNvPr id="199" name="Group 198">
              <a:extLst>
                <a:ext uri="{FF2B5EF4-FFF2-40B4-BE49-F238E27FC236}">
                  <a16:creationId xmlns:a16="http://schemas.microsoft.com/office/drawing/2014/main" id="{FF334F18-365A-AD2E-E059-09CDFE700E03}"/>
                </a:ext>
              </a:extLst>
            </p:cNvPr>
            <p:cNvGrpSpPr>
              <a:grpSpLocks noChangeAspect="1"/>
            </p:cNvGrpSpPr>
            <p:nvPr/>
          </p:nvGrpSpPr>
          <p:grpSpPr>
            <a:xfrm>
              <a:off x="951888" y="2657006"/>
              <a:ext cx="397322" cy="348607"/>
              <a:chOff x="951884" y="2656998"/>
              <a:chExt cx="480489" cy="421577"/>
            </a:xfrm>
          </p:grpSpPr>
          <p:sp>
            <p:nvSpPr>
              <p:cNvPr id="203" name="Flowchart: Delay 964">
                <a:extLst>
                  <a:ext uri="{FF2B5EF4-FFF2-40B4-BE49-F238E27FC236}">
                    <a16:creationId xmlns:a16="http://schemas.microsoft.com/office/drawing/2014/main" id="{C4D38303-F82F-2D8E-2421-071ED8744C49}"/>
                  </a:ext>
                </a:extLst>
              </p:cNvPr>
              <p:cNvSpPr/>
              <p:nvPr/>
            </p:nvSpPr>
            <p:spPr>
              <a:xfrm rot="5400000">
                <a:off x="1063960" y="2710162"/>
                <a:ext cx="256337" cy="480489"/>
              </a:xfrm>
              <a:custGeom>
                <a:avLst/>
                <a:gdLst>
                  <a:gd name="csX0" fmla="*/ 0 w 382704"/>
                  <a:gd name="csY0" fmla="*/ 0 h 761999"/>
                  <a:gd name="csX1" fmla="*/ 191352 w 382704"/>
                  <a:gd name="csY1" fmla="*/ 0 h 761999"/>
                  <a:gd name="csX2" fmla="*/ 382704 w 382704"/>
                  <a:gd name="csY2" fmla="*/ 381000 h 761999"/>
                  <a:gd name="csX3" fmla="*/ 191352 w 382704"/>
                  <a:gd name="csY3" fmla="*/ 762000 h 761999"/>
                  <a:gd name="csX4" fmla="*/ 0 w 382704"/>
                  <a:gd name="csY4" fmla="*/ 761999 h 761999"/>
                  <a:gd name="csX5" fmla="*/ 0 w 382704"/>
                  <a:gd name="csY5" fmla="*/ 0 h 761999"/>
                  <a:gd name="csX0" fmla="*/ 0 w 382704"/>
                  <a:gd name="csY0" fmla="*/ 0 h 762000"/>
                  <a:gd name="csX1" fmla="*/ 191352 w 382704"/>
                  <a:gd name="csY1" fmla="*/ 0 h 762000"/>
                  <a:gd name="csX2" fmla="*/ 382704 w 382704"/>
                  <a:gd name="csY2" fmla="*/ 381000 h 762000"/>
                  <a:gd name="csX3" fmla="*/ 191352 w 382704"/>
                  <a:gd name="csY3" fmla="*/ 762000 h 762000"/>
                  <a:gd name="csX4" fmla="*/ 3 w 382704"/>
                  <a:gd name="csY4" fmla="*/ 721518 h 762000"/>
                  <a:gd name="csX5" fmla="*/ 0 w 382704"/>
                  <a:gd name="csY5" fmla="*/ 0 h 762000"/>
                  <a:gd name="csX0" fmla="*/ 0 w 382704"/>
                  <a:gd name="csY0" fmla="*/ 0 h 762000"/>
                  <a:gd name="csX1" fmla="*/ 191352 w 382704"/>
                  <a:gd name="csY1" fmla="*/ 0 h 762000"/>
                  <a:gd name="csX2" fmla="*/ 382704 w 382704"/>
                  <a:gd name="csY2" fmla="*/ 381000 h 762000"/>
                  <a:gd name="csX3" fmla="*/ 191352 w 382704"/>
                  <a:gd name="csY3" fmla="*/ 762000 h 762000"/>
                  <a:gd name="csX4" fmla="*/ 2384 w 382704"/>
                  <a:gd name="csY4" fmla="*/ 707231 h 762000"/>
                  <a:gd name="csX5" fmla="*/ 0 w 382704"/>
                  <a:gd name="csY5" fmla="*/ 0 h 762000"/>
                  <a:gd name="csX0" fmla="*/ 0 w 382704"/>
                  <a:gd name="csY0" fmla="*/ 57150 h 762000"/>
                  <a:gd name="csX1" fmla="*/ 191352 w 382704"/>
                  <a:gd name="csY1" fmla="*/ 0 h 762000"/>
                  <a:gd name="csX2" fmla="*/ 382704 w 382704"/>
                  <a:gd name="csY2" fmla="*/ 381000 h 762000"/>
                  <a:gd name="csX3" fmla="*/ 191352 w 382704"/>
                  <a:gd name="csY3" fmla="*/ 762000 h 762000"/>
                  <a:gd name="csX4" fmla="*/ 2384 w 382704"/>
                  <a:gd name="csY4" fmla="*/ 707231 h 762000"/>
                  <a:gd name="csX5" fmla="*/ 0 w 382704"/>
                  <a:gd name="csY5" fmla="*/ 57150 h 762000"/>
                  <a:gd name="csX0" fmla="*/ 0 w 382704"/>
                  <a:gd name="csY0" fmla="*/ 57150 h 762000"/>
                  <a:gd name="csX1" fmla="*/ 191352 w 382704"/>
                  <a:gd name="csY1" fmla="*/ 0 h 762000"/>
                  <a:gd name="csX2" fmla="*/ 382704 w 382704"/>
                  <a:gd name="csY2" fmla="*/ 381000 h 762000"/>
                  <a:gd name="csX3" fmla="*/ 191352 w 382704"/>
                  <a:gd name="csY3" fmla="*/ 762000 h 762000"/>
                  <a:gd name="csX4" fmla="*/ 8227 w 382704"/>
                  <a:gd name="csY4" fmla="*/ 652462 h 762000"/>
                  <a:gd name="csX5" fmla="*/ 0 w 382704"/>
                  <a:gd name="csY5" fmla="*/ 57150 h 762000"/>
                  <a:gd name="csX0" fmla="*/ 0 w 376862"/>
                  <a:gd name="csY0" fmla="*/ 130969 h 762000"/>
                  <a:gd name="csX1" fmla="*/ 185510 w 376862"/>
                  <a:gd name="csY1" fmla="*/ 0 h 762000"/>
                  <a:gd name="csX2" fmla="*/ 376862 w 376862"/>
                  <a:gd name="csY2" fmla="*/ 381000 h 762000"/>
                  <a:gd name="csX3" fmla="*/ 185510 w 376862"/>
                  <a:gd name="csY3" fmla="*/ 762000 h 762000"/>
                  <a:gd name="csX4" fmla="*/ 2385 w 376862"/>
                  <a:gd name="csY4" fmla="*/ 652462 h 762000"/>
                  <a:gd name="csX5" fmla="*/ 0 w 376862"/>
                  <a:gd name="csY5" fmla="*/ 130969 h 762000"/>
                </a:gdLst>
                <a:ahLst/>
                <a:cxnLst>
                  <a:cxn ang="0">
                    <a:pos x="csX0" y="csY0"/>
                  </a:cxn>
                  <a:cxn ang="0">
                    <a:pos x="csX1" y="csY1"/>
                  </a:cxn>
                  <a:cxn ang="0">
                    <a:pos x="csX2" y="csY2"/>
                  </a:cxn>
                  <a:cxn ang="0">
                    <a:pos x="csX3" y="csY3"/>
                  </a:cxn>
                  <a:cxn ang="0">
                    <a:pos x="csX4" y="csY4"/>
                  </a:cxn>
                  <a:cxn ang="0">
                    <a:pos x="csX5" y="csY5"/>
                  </a:cxn>
                </a:cxnLst>
                <a:rect l="l" t="t" r="r" b="b"/>
                <a:pathLst>
                  <a:path w="376862" h="762000">
                    <a:moveTo>
                      <a:pt x="0" y="130969"/>
                    </a:moveTo>
                    <a:lnTo>
                      <a:pt x="185510" y="0"/>
                    </a:lnTo>
                    <a:cubicBezTo>
                      <a:pt x="291191" y="0"/>
                      <a:pt x="376862" y="170580"/>
                      <a:pt x="376862" y="381000"/>
                    </a:cubicBezTo>
                    <a:cubicBezTo>
                      <a:pt x="376862" y="591420"/>
                      <a:pt x="291191" y="762000"/>
                      <a:pt x="185510" y="762000"/>
                    </a:cubicBezTo>
                    <a:lnTo>
                      <a:pt x="2385" y="652462"/>
                    </a:lnTo>
                    <a:cubicBezTo>
                      <a:pt x="1590" y="416718"/>
                      <a:pt x="795" y="366713"/>
                      <a:pt x="0" y="130969"/>
                    </a:cubicBezTo>
                    <a:close/>
                  </a:path>
                </a:pathLst>
              </a:custGeom>
              <a:solidFill>
                <a:srgbClr val="F2EADA"/>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204" name="Rectangle 203">
                <a:extLst>
                  <a:ext uri="{FF2B5EF4-FFF2-40B4-BE49-F238E27FC236}">
                    <a16:creationId xmlns:a16="http://schemas.microsoft.com/office/drawing/2014/main" id="{B9B4E094-5B3C-C21E-1C62-93D90D9EF3AB}"/>
                  </a:ext>
                </a:extLst>
              </p:cNvPr>
              <p:cNvSpPr/>
              <p:nvPr/>
            </p:nvSpPr>
            <p:spPr>
              <a:xfrm>
                <a:off x="1023249" y="2656998"/>
                <a:ext cx="323537" cy="166997"/>
              </a:xfrm>
              <a:prstGeom prst="rect">
                <a:avLst/>
              </a:prstGeom>
              <a:solidFill>
                <a:schemeClr val="bg1"/>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cxnSp>
            <p:nvCxnSpPr>
              <p:cNvPr id="205" name="Straight Connector 204">
                <a:extLst>
                  <a:ext uri="{FF2B5EF4-FFF2-40B4-BE49-F238E27FC236}">
                    <a16:creationId xmlns:a16="http://schemas.microsoft.com/office/drawing/2014/main" id="{BB4C9852-C331-4689-31FA-1830AC22A66F}"/>
                  </a:ext>
                </a:extLst>
              </p:cNvPr>
              <p:cNvCxnSpPr/>
              <p:nvPr/>
            </p:nvCxnSpPr>
            <p:spPr>
              <a:xfrm>
                <a:off x="1030392" y="2827360"/>
                <a:ext cx="310897" cy="0"/>
              </a:xfrm>
              <a:prstGeom prst="line">
                <a:avLst/>
              </a:prstGeom>
              <a:ln w="19050">
                <a:solidFill>
                  <a:srgbClr val="F2EADA"/>
                </a:solidFill>
              </a:ln>
            </p:spPr>
            <p:style>
              <a:lnRef idx="2">
                <a:schemeClr val="accent1"/>
              </a:lnRef>
              <a:fillRef idx="0">
                <a:schemeClr val="accent1"/>
              </a:fillRef>
              <a:effectRef idx="1">
                <a:schemeClr val="accent1"/>
              </a:effectRef>
              <a:fontRef idx="minor">
                <a:schemeClr val="tx1"/>
              </a:fontRef>
            </p:style>
          </p:cxnSp>
        </p:grpSp>
        <p:pic>
          <p:nvPicPr>
            <p:cNvPr id="200" name="Graphic 199" descr="DNA outline">
              <a:extLst>
                <a:ext uri="{FF2B5EF4-FFF2-40B4-BE49-F238E27FC236}">
                  <a16:creationId xmlns:a16="http://schemas.microsoft.com/office/drawing/2014/main" id="{7C541439-230B-02C6-69D5-BBAEC954F20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7372733">
              <a:off x="1214764" y="2804071"/>
              <a:ext cx="82296" cy="82296"/>
            </a:xfrm>
            <a:prstGeom prst="rect">
              <a:avLst/>
            </a:prstGeom>
          </p:spPr>
        </p:pic>
        <p:pic>
          <p:nvPicPr>
            <p:cNvPr id="201" name="Graphic 200" descr="DNA outline">
              <a:extLst>
                <a:ext uri="{FF2B5EF4-FFF2-40B4-BE49-F238E27FC236}">
                  <a16:creationId xmlns:a16="http://schemas.microsoft.com/office/drawing/2014/main" id="{1D24AFB3-B7FE-EEBB-15AD-E9847365410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9420000">
              <a:off x="1132889" y="2873662"/>
              <a:ext cx="82296" cy="82296"/>
            </a:xfrm>
            <a:prstGeom prst="rect">
              <a:avLst/>
            </a:prstGeom>
          </p:spPr>
        </p:pic>
        <p:pic>
          <p:nvPicPr>
            <p:cNvPr id="202" name="Graphic 201" descr="DNA outline">
              <a:extLst>
                <a:ext uri="{FF2B5EF4-FFF2-40B4-BE49-F238E27FC236}">
                  <a16:creationId xmlns:a16="http://schemas.microsoft.com/office/drawing/2014/main" id="{7FAFBFFD-33DC-3AC4-E5FA-8EB084F21BB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5091502">
              <a:off x="1007773" y="2854551"/>
              <a:ext cx="100584" cy="100584"/>
            </a:xfrm>
            <a:prstGeom prst="rect">
              <a:avLst/>
            </a:prstGeom>
          </p:spPr>
        </p:pic>
      </p:grpSp>
      <p:grpSp>
        <p:nvGrpSpPr>
          <p:cNvPr id="206" name="Group 205">
            <a:extLst>
              <a:ext uri="{FF2B5EF4-FFF2-40B4-BE49-F238E27FC236}">
                <a16:creationId xmlns:a16="http://schemas.microsoft.com/office/drawing/2014/main" id="{023738F7-655E-F17F-467A-185E867C6B48}"/>
              </a:ext>
            </a:extLst>
          </p:cNvPr>
          <p:cNvGrpSpPr/>
          <p:nvPr/>
        </p:nvGrpSpPr>
        <p:grpSpPr>
          <a:xfrm>
            <a:off x="4606773" y="3690033"/>
            <a:ext cx="1981019" cy="951688"/>
            <a:chOff x="43766" y="2027777"/>
            <a:chExt cx="1198454" cy="575741"/>
          </a:xfrm>
        </p:grpSpPr>
        <p:sp>
          <p:nvSpPr>
            <p:cNvPr id="207" name="TextBox 206">
              <a:extLst>
                <a:ext uri="{FF2B5EF4-FFF2-40B4-BE49-F238E27FC236}">
                  <a16:creationId xmlns:a16="http://schemas.microsoft.com/office/drawing/2014/main" id="{D5D27DAC-43DF-7BA1-6FDA-A9F832E1337E}"/>
                </a:ext>
              </a:extLst>
            </p:cNvPr>
            <p:cNvSpPr txBox="1"/>
            <p:nvPr/>
          </p:nvSpPr>
          <p:spPr>
            <a:xfrm>
              <a:off x="43766" y="2027777"/>
              <a:ext cx="1198454" cy="131800"/>
            </a:xfrm>
            <a:prstGeom prst="rect">
              <a:avLst/>
            </a:prstGeom>
            <a:noFill/>
          </p:spPr>
          <p:txBody>
            <a:bodyPr rot="0" spcFirstLastPara="0" vertOverflow="overflow" horzOverflow="overflow" vert="horz" wrap="none" lIns="63355" tIns="31678" rIns="63355" bIns="31678"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solidFill>
                    <a:srgbClr val="000000"/>
                  </a:solidFill>
                  <a:effectLst/>
                  <a:uLnTx/>
                  <a:uFillTx/>
                  <a:latin typeface="Arial"/>
                  <a:ea typeface="+mn-ea"/>
                  <a:cs typeface="Arial"/>
                  <a:sym typeface="Arial"/>
                  <a:rtl val="0"/>
                </a:rPr>
                <a:t>Metabolic-enzymatic reactions</a:t>
              </a:r>
            </a:p>
          </p:txBody>
        </p:sp>
        <p:sp>
          <p:nvSpPr>
            <p:cNvPr id="208" name="TextBox 207">
              <a:extLst>
                <a:ext uri="{FF2B5EF4-FFF2-40B4-BE49-F238E27FC236}">
                  <a16:creationId xmlns:a16="http://schemas.microsoft.com/office/drawing/2014/main" id="{445A4681-8504-60FE-0D92-E656BB0D6D53}"/>
                </a:ext>
              </a:extLst>
            </p:cNvPr>
            <p:cNvSpPr txBox="1"/>
            <p:nvPr/>
          </p:nvSpPr>
          <p:spPr>
            <a:xfrm>
              <a:off x="50753" y="2145876"/>
              <a:ext cx="1168899" cy="457642"/>
            </a:xfrm>
            <a:prstGeom prst="rect">
              <a:avLst/>
            </a:prstGeom>
            <a:noFill/>
          </p:spPr>
          <p:txBody>
            <a:bodyPr rot="0" spcFirstLastPara="0" vertOverflow="overflow" horzOverflow="overflow" vert="horz" wrap="square" lIns="63355" tIns="31678" rIns="63355" bIns="31678"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dirty="0">
                  <a:ln>
                    <a:noFill/>
                  </a:ln>
                  <a:solidFill>
                    <a:prstClr val="black"/>
                  </a:solidFill>
                  <a:effectLst/>
                  <a:uLnTx/>
                  <a:uFillTx/>
                  <a:latin typeface="Aptos Light" panose="020B0004020202020204" pitchFamily="34" charset="0"/>
                  <a:ea typeface="+mn-ea"/>
                  <a:cs typeface="+mn-cs"/>
                </a:rPr>
                <a:t>Mechanism</a:t>
              </a:r>
              <a:endParaRPr kumimoji="0" lang="en-GB" sz="900" b="0" i="0" u="none" strike="noStrike" kern="1200" cap="none" spc="0" normalizeH="0" baseline="0" noProof="0" dirty="0">
                <a:ln/>
                <a:solidFill>
                  <a:prstClr val="black"/>
                </a:solidFill>
                <a:effectLst/>
                <a:uLnTx/>
                <a:uFillTx/>
                <a:latin typeface="Aptos Light" panose="020B0004020202020204" pitchFamily="34" charset="0"/>
                <a:ea typeface="+mn-ea"/>
                <a:cs typeface="Arial"/>
                <a:sym typeface="Arial"/>
                <a:rtl val="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solidFill>
                    <a:prstClr val="black"/>
                  </a:solidFill>
                  <a:effectLst/>
                  <a:uLnTx/>
                  <a:uFillTx/>
                  <a:latin typeface="Aptos Light" panose="020B0004020202020204" pitchFamily="34" charset="0"/>
                  <a:ea typeface="+mn-ea"/>
                  <a:cs typeface="Arial"/>
                  <a:sym typeface="Arial"/>
                  <a:rtl val="0"/>
                </a:rPr>
                <a:t>DNA template concentrations tune enzyme expression, and the resulting reaction fluxes of input metabolites define the linear coefficients.</a:t>
              </a:r>
              <a:endParaRPr kumimoji="0" lang="en-GB" sz="900" b="0" i="0" u="none" strike="noStrike" kern="1200" cap="none" spc="0" normalizeH="0" baseline="0" noProof="0" dirty="0">
                <a:ln/>
                <a:solidFill>
                  <a:prstClr val="black"/>
                </a:solidFill>
                <a:effectLst/>
                <a:uLnTx/>
                <a:uFillTx/>
                <a:latin typeface="Aptos Light" panose="020B0004020202020204" pitchFamily="34" charset="0"/>
                <a:ea typeface="+mn-ea"/>
                <a:cs typeface="Arial"/>
                <a:sym typeface="Arial"/>
                <a:rtl val="0"/>
              </a:endParaRPr>
            </a:p>
          </p:txBody>
        </p:sp>
      </p:grpSp>
      <mc:AlternateContent xmlns:mc="http://schemas.openxmlformats.org/markup-compatibility/2006" xmlns:a14="http://schemas.microsoft.com/office/drawing/2010/main">
        <mc:Choice Requires="a14">
          <p:sp>
            <p:nvSpPr>
              <p:cNvPr id="209" name="TextBox 208">
                <a:extLst>
                  <a:ext uri="{FF2B5EF4-FFF2-40B4-BE49-F238E27FC236}">
                    <a16:creationId xmlns:a16="http://schemas.microsoft.com/office/drawing/2014/main" id="{E4EBCE12-4D1C-CF91-C02E-89E941016194}"/>
                  </a:ext>
                </a:extLst>
              </p:cNvPr>
              <p:cNvSpPr txBox="1"/>
              <p:nvPr/>
            </p:nvSpPr>
            <p:spPr>
              <a:xfrm>
                <a:off x="5041308" y="4700339"/>
                <a:ext cx="362150" cy="138498"/>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kumimoji="0" lang="de-DE" sz="9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𝑘</m:t>
                      </m:r>
                      <m:r>
                        <a:rPr kumimoji="0" lang="de-DE" sz="9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sSub>
                        <m:sSubPr>
                          <m:ctrlPr>
                            <a:rPr kumimoji="0" lang="de-DE" sz="9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ctrlPr>
                        </m:sSubPr>
                        <m:e>
                          <m:r>
                            <a:rPr kumimoji="0" lang="de-DE" sz="9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𝜔</m:t>
                          </m:r>
                        </m:e>
                        <m:sub>
                          <m:r>
                            <a:rPr kumimoji="0" lang="de-DE" sz="9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𝑖</m:t>
                          </m:r>
                        </m:sub>
                      </m:sSub>
                    </m:oMath>
                  </m:oMathPara>
                </a14:m>
                <a:endParaRPr kumimoji="0" lang="en-US" sz="9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mc:Choice>
        <mc:Fallback xmlns="">
          <p:sp>
            <p:nvSpPr>
              <p:cNvPr id="209" name="TextBox 208">
                <a:extLst>
                  <a:ext uri="{FF2B5EF4-FFF2-40B4-BE49-F238E27FC236}">
                    <a16:creationId xmlns:a16="http://schemas.microsoft.com/office/drawing/2014/main" id="{E4EBCE12-4D1C-CF91-C02E-89E941016194}"/>
                  </a:ext>
                </a:extLst>
              </p:cNvPr>
              <p:cNvSpPr txBox="1">
                <a:spLocks noRot="1" noChangeAspect="1" noMove="1" noResize="1" noEditPoints="1" noAdjustHandles="1" noChangeArrowheads="1" noChangeShapeType="1" noTextEdit="1"/>
              </p:cNvSpPr>
              <p:nvPr/>
            </p:nvSpPr>
            <p:spPr>
              <a:xfrm>
                <a:off x="5041308" y="4700339"/>
                <a:ext cx="362150" cy="138498"/>
              </a:xfrm>
              <a:prstGeom prst="rect">
                <a:avLst/>
              </a:prstGeom>
              <a:blipFill>
                <a:blip r:embed="rId13"/>
                <a:stretch>
                  <a:fillRect l="-8475" r="-5085" b="-13043"/>
                </a:stretch>
              </a:blipFill>
            </p:spPr>
            <p:txBody>
              <a:bodyPr/>
              <a:lstStyle/>
              <a:p>
                <a:r>
                  <a:rPr lang="en-US">
                    <a:noFill/>
                  </a:rPr>
                  <a:t> </a:t>
                </a:r>
              </a:p>
            </p:txBody>
          </p:sp>
        </mc:Fallback>
      </mc:AlternateContent>
      <p:cxnSp>
        <p:nvCxnSpPr>
          <p:cNvPr id="210" name="Straight Arrow Connector 209">
            <a:extLst>
              <a:ext uri="{FF2B5EF4-FFF2-40B4-BE49-F238E27FC236}">
                <a16:creationId xmlns:a16="http://schemas.microsoft.com/office/drawing/2014/main" id="{5309AD57-11CF-987B-44A2-9BD2BA7DE210}"/>
              </a:ext>
            </a:extLst>
          </p:cNvPr>
          <p:cNvCxnSpPr>
            <a:cxnSpLocks/>
          </p:cNvCxnSpPr>
          <p:nvPr/>
        </p:nvCxnSpPr>
        <p:spPr>
          <a:xfrm>
            <a:off x="4979378" y="4868029"/>
            <a:ext cx="481002" cy="0"/>
          </a:xfrm>
          <a:prstGeom prst="straightConnector1">
            <a:avLst/>
          </a:prstGeom>
          <a:ln w="3175">
            <a:solidFill>
              <a:schemeClr val="tx1"/>
            </a:solidFill>
            <a:headEnd w="sm" len="sm"/>
            <a:tailEnd type="triangle" w="sm" len="sm"/>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11" name="TextBox 210">
                <a:extLst>
                  <a:ext uri="{FF2B5EF4-FFF2-40B4-BE49-F238E27FC236}">
                    <a16:creationId xmlns:a16="http://schemas.microsoft.com/office/drawing/2014/main" id="{074123C3-34ED-179C-6EE7-8C71A172AFDF}"/>
                  </a:ext>
                </a:extLst>
              </p:cNvPr>
              <p:cNvSpPr txBox="1"/>
              <p:nvPr/>
            </p:nvSpPr>
            <p:spPr>
              <a:xfrm>
                <a:off x="5521345" y="4799382"/>
                <a:ext cx="240259" cy="138498"/>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sSub>
                        <m:sSubPr>
                          <m:ctrlPr>
                            <a:rPr kumimoji="0" lang="de-DE" sz="9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ctrlPr>
                        </m:sSubPr>
                        <m:e>
                          <m:r>
                            <a:rPr kumimoji="0" lang="de-DE" sz="9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𝜔</m:t>
                          </m:r>
                        </m:e>
                        <m:sub>
                          <m:r>
                            <a:rPr kumimoji="0" lang="de-DE" sz="9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𝑖</m:t>
                          </m:r>
                        </m:sub>
                      </m:sSub>
                      <m:sSub>
                        <m:sSubPr>
                          <m:ctrlPr>
                            <a:rPr kumimoji="0" lang="de-DE" sz="9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r>
                            <a:rPr kumimoji="0" lang="de-DE" sz="9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𝑥</m:t>
                          </m:r>
                        </m:e>
                        <m:sub>
                          <m:r>
                            <a:rPr kumimoji="0" lang="de-DE" sz="9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𝑖</m:t>
                          </m:r>
                        </m:sub>
                      </m:sSub>
                    </m:oMath>
                  </m:oMathPara>
                </a14:m>
                <a:endParaRPr kumimoji="0" lang="en-US" sz="9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mc:Choice>
        <mc:Fallback xmlns="">
          <p:sp>
            <p:nvSpPr>
              <p:cNvPr id="211" name="TextBox 210">
                <a:extLst>
                  <a:ext uri="{FF2B5EF4-FFF2-40B4-BE49-F238E27FC236}">
                    <a16:creationId xmlns:a16="http://schemas.microsoft.com/office/drawing/2014/main" id="{074123C3-34ED-179C-6EE7-8C71A172AFDF}"/>
                  </a:ext>
                </a:extLst>
              </p:cNvPr>
              <p:cNvSpPr txBox="1">
                <a:spLocks noRot="1" noChangeAspect="1" noMove="1" noResize="1" noEditPoints="1" noAdjustHandles="1" noChangeArrowheads="1" noChangeShapeType="1" noTextEdit="1"/>
              </p:cNvSpPr>
              <p:nvPr/>
            </p:nvSpPr>
            <p:spPr>
              <a:xfrm>
                <a:off x="5521345" y="4799382"/>
                <a:ext cx="240259" cy="138498"/>
              </a:xfrm>
              <a:prstGeom prst="rect">
                <a:avLst/>
              </a:prstGeom>
              <a:blipFill>
                <a:blip r:embed="rId14"/>
                <a:stretch>
                  <a:fillRect l="-7692" r="-7692" b="-13043"/>
                </a:stretch>
              </a:blipFill>
            </p:spPr>
            <p:txBody>
              <a:bodyPr/>
              <a:lstStyle/>
              <a:p>
                <a:r>
                  <a:rPr lang="en-US">
                    <a:noFill/>
                  </a:rPr>
                  <a:t> </a:t>
                </a:r>
              </a:p>
            </p:txBody>
          </p:sp>
        </mc:Fallback>
      </mc:AlternateContent>
      <p:grpSp>
        <p:nvGrpSpPr>
          <p:cNvPr id="212" name="Group 211">
            <a:extLst>
              <a:ext uri="{FF2B5EF4-FFF2-40B4-BE49-F238E27FC236}">
                <a16:creationId xmlns:a16="http://schemas.microsoft.com/office/drawing/2014/main" id="{734C9DF0-C546-8CB6-8276-55F660A9A6EF}"/>
              </a:ext>
            </a:extLst>
          </p:cNvPr>
          <p:cNvGrpSpPr/>
          <p:nvPr/>
        </p:nvGrpSpPr>
        <p:grpSpPr>
          <a:xfrm>
            <a:off x="7287280" y="4606983"/>
            <a:ext cx="2316157" cy="844724"/>
            <a:chOff x="43766" y="1989677"/>
            <a:chExt cx="1401202" cy="511031"/>
          </a:xfrm>
        </p:grpSpPr>
        <p:sp>
          <p:nvSpPr>
            <p:cNvPr id="213" name="TextBox 212">
              <a:extLst>
                <a:ext uri="{FF2B5EF4-FFF2-40B4-BE49-F238E27FC236}">
                  <a16:creationId xmlns:a16="http://schemas.microsoft.com/office/drawing/2014/main" id="{8F376152-9AE3-7BA7-E0B0-481AC5CC1CDA}"/>
                </a:ext>
              </a:extLst>
            </p:cNvPr>
            <p:cNvSpPr txBox="1"/>
            <p:nvPr/>
          </p:nvSpPr>
          <p:spPr>
            <a:xfrm>
              <a:off x="43766" y="1989677"/>
              <a:ext cx="988015" cy="131800"/>
            </a:xfrm>
            <a:prstGeom prst="rect">
              <a:avLst/>
            </a:prstGeom>
            <a:noFill/>
          </p:spPr>
          <p:txBody>
            <a:bodyPr rot="0" spcFirstLastPara="0" vertOverflow="overflow" horzOverflow="overflow" vert="horz" wrap="none" lIns="63355" tIns="31678" rIns="63355" bIns="31678"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solidFill>
                    <a:srgbClr val="000000"/>
                  </a:solidFill>
                  <a:effectLst/>
                  <a:uLnTx/>
                  <a:uFillTx/>
                  <a:latin typeface="Arial"/>
                  <a:ea typeface="+mn-ea"/>
                  <a:cs typeface="Arial"/>
                  <a:sym typeface="Arial"/>
                  <a:rtl val="0"/>
                </a:rPr>
                <a:t>Gene regulatory network</a:t>
              </a:r>
            </a:p>
          </p:txBody>
        </p:sp>
        <p:sp>
          <p:nvSpPr>
            <p:cNvPr id="214" name="TextBox 213">
              <a:extLst>
                <a:ext uri="{FF2B5EF4-FFF2-40B4-BE49-F238E27FC236}">
                  <a16:creationId xmlns:a16="http://schemas.microsoft.com/office/drawing/2014/main" id="{13C7D1AB-9D7A-A765-1DCB-261EE84E4A40}"/>
                </a:ext>
              </a:extLst>
            </p:cNvPr>
            <p:cNvSpPr txBox="1"/>
            <p:nvPr/>
          </p:nvSpPr>
          <p:spPr>
            <a:xfrm>
              <a:off x="50754" y="2126854"/>
              <a:ext cx="1394214" cy="373854"/>
            </a:xfrm>
            <a:prstGeom prst="rect">
              <a:avLst/>
            </a:prstGeom>
            <a:noFill/>
          </p:spPr>
          <p:txBody>
            <a:bodyPr rot="0" spcFirstLastPara="0" vertOverflow="overflow" horzOverflow="overflow" vert="horz" wrap="square" lIns="63355" tIns="31678" rIns="63355" bIns="31678"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dirty="0">
                  <a:ln>
                    <a:noFill/>
                  </a:ln>
                  <a:solidFill>
                    <a:prstClr val="black"/>
                  </a:solidFill>
                  <a:effectLst/>
                  <a:uLnTx/>
                  <a:uFillTx/>
                  <a:latin typeface="Aptos Light" panose="020B0004020202020204" pitchFamily="34" charset="0"/>
                  <a:ea typeface="+mn-ea"/>
                  <a:cs typeface="+mn-cs"/>
                </a:rPr>
                <a:t>Mechanism</a:t>
              </a:r>
              <a:endParaRPr kumimoji="0" lang="en-GB" sz="900" b="0" i="0" u="none" strike="noStrike" kern="1200" cap="none" spc="0" normalizeH="0" baseline="0" noProof="0" dirty="0">
                <a:ln/>
                <a:solidFill>
                  <a:prstClr val="black"/>
                </a:solidFill>
                <a:effectLst/>
                <a:uLnTx/>
                <a:uFillTx/>
                <a:latin typeface="Aptos Light" panose="020B0004020202020204" pitchFamily="34" charset="0"/>
                <a:ea typeface="+mn-ea"/>
                <a:cs typeface="Arial"/>
                <a:sym typeface="Arial"/>
                <a:rtl val="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solidFill>
                    <a:prstClr val="black"/>
                  </a:solidFill>
                  <a:effectLst/>
                  <a:uLnTx/>
                  <a:uFillTx/>
                  <a:latin typeface="Aptos Light" panose="020B0004020202020204" pitchFamily="34" charset="0"/>
                  <a:ea typeface="+mn-ea"/>
                  <a:cs typeface="Arial"/>
                  <a:sym typeface="Arial"/>
                  <a:rtl val="0"/>
                </a:rPr>
                <a:t>A gene-regulatory module senses the accumulated chemical signal and converts it into nonlinear reporter expression.</a:t>
              </a:r>
              <a:endParaRPr kumimoji="0" lang="en-GB" sz="900" b="0" i="0" u="none" strike="noStrike" kern="1200" cap="none" spc="0" normalizeH="0" baseline="0" noProof="0" dirty="0">
                <a:ln/>
                <a:solidFill>
                  <a:prstClr val="black"/>
                </a:solidFill>
                <a:effectLst/>
                <a:uLnTx/>
                <a:uFillTx/>
                <a:latin typeface="Aptos Light" panose="020B0004020202020204" pitchFamily="34" charset="0"/>
                <a:ea typeface="+mn-ea"/>
                <a:cs typeface="Arial"/>
                <a:sym typeface="Arial"/>
                <a:rtl val="0"/>
              </a:endParaRPr>
            </a:p>
          </p:txBody>
        </p:sp>
      </p:grpSp>
      <p:sp>
        <p:nvSpPr>
          <p:cNvPr id="215" name="TextBox 214">
            <a:extLst>
              <a:ext uri="{FF2B5EF4-FFF2-40B4-BE49-F238E27FC236}">
                <a16:creationId xmlns:a16="http://schemas.microsoft.com/office/drawing/2014/main" id="{D3871770-8F06-56EE-2AAC-81A3DE46F046}"/>
              </a:ext>
            </a:extLst>
          </p:cNvPr>
          <p:cNvSpPr txBox="1"/>
          <p:nvPr/>
        </p:nvSpPr>
        <p:spPr>
          <a:xfrm>
            <a:off x="4825545" y="6358690"/>
            <a:ext cx="627096" cy="338553"/>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dirty="0">
                <a:ln>
                  <a:noFill/>
                </a:ln>
                <a:solidFill>
                  <a:prstClr val="black"/>
                </a:solidFill>
                <a:effectLst/>
                <a:uLnTx/>
                <a:uFillTx/>
                <a:latin typeface="Aptos" panose="02110004020202020204"/>
                <a:ea typeface="+mn-ea"/>
                <a:cs typeface="+mn-cs"/>
              </a:rPr>
              <a:t>Sender</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dirty="0" err="1">
                <a:ln>
                  <a:noFill/>
                </a:ln>
                <a:solidFill>
                  <a:prstClr val="black"/>
                </a:solidFill>
                <a:effectLst/>
                <a:uLnTx/>
                <a:uFillTx/>
                <a:latin typeface="Aptos" panose="02110004020202020204"/>
                <a:ea typeface="+mn-ea"/>
                <a:cs typeface="+mn-cs"/>
              </a:rPr>
              <a:t>bacteria</a:t>
            </a:r>
            <a:r>
              <a:rPr kumimoji="0" lang="de-DE" sz="800" b="0" i="0" u="none" strike="noStrike" kern="1200" cap="none" spc="0" normalizeH="0" baseline="0" noProof="0" dirty="0">
                <a:ln>
                  <a:noFill/>
                </a:ln>
                <a:solidFill>
                  <a:prstClr val="black"/>
                </a:solidFill>
                <a:effectLst/>
                <a:uLnTx/>
                <a:uFillTx/>
                <a:latin typeface="Aptos" panose="02110004020202020204"/>
                <a:ea typeface="+mn-ea"/>
                <a:cs typeface="+mn-cs"/>
              </a:rPr>
              <a:t> 1</a:t>
            </a:r>
            <a:endParaRPr kumimoji="0" lang="en-US" sz="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217" name="Rectangle: Rounded Corners 216">
            <a:extLst>
              <a:ext uri="{FF2B5EF4-FFF2-40B4-BE49-F238E27FC236}">
                <a16:creationId xmlns:a16="http://schemas.microsoft.com/office/drawing/2014/main" id="{82C6A24D-9D8B-22AE-213B-829006BFEA46}"/>
              </a:ext>
            </a:extLst>
          </p:cNvPr>
          <p:cNvSpPr/>
          <p:nvPr/>
        </p:nvSpPr>
        <p:spPr>
          <a:xfrm>
            <a:off x="4664333" y="5341073"/>
            <a:ext cx="2284695" cy="1369808"/>
          </a:xfrm>
          <a:prstGeom prst="roundRect">
            <a:avLst>
              <a:gd name="adj" fmla="val 4351"/>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nvGrpSpPr>
          <p:cNvPr id="218" name="Group 217">
            <a:extLst>
              <a:ext uri="{FF2B5EF4-FFF2-40B4-BE49-F238E27FC236}">
                <a16:creationId xmlns:a16="http://schemas.microsoft.com/office/drawing/2014/main" id="{51D73950-1A76-C6E6-3E32-1D0FAA4C32A2}"/>
              </a:ext>
            </a:extLst>
          </p:cNvPr>
          <p:cNvGrpSpPr>
            <a:grpSpLocks noChangeAspect="1"/>
          </p:cNvGrpSpPr>
          <p:nvPr/>
        </p:nvGrpSpPr>
        <p:grpSpPr>
          <a:xfrm>
            <a:off x="5424077" y="6486020"/>
            <a:ext cx="412332" cy="208122"/>
            <a:chOff x="2274482" y="3759370"/>
            <a:chExt cx="520920" cy="262930"/>
          </a:xfrm>
        </p:grpSpPr>
        <p:sp>
          <p:nvSpPr>
            <p:cNvPr id="229" name="Rectangle: Rounded Corners 228">
              <a:extLst>
                <a:ext uri="{FF2B5EF4-FFF2-40B4-BE49-F238E27FC236}">
                  <a16:creationId xmlns:a16="http://schemas.microsoft.com/office/drawing/2014/main" id="{D9B7D5BB-D7B6-C31A-DB1D-08B563400B75}"/>
                </a:ext>
              </a:extLst>
            </p:cNvPr>
            <p:cNvSpPr/>
            <p:nvPr/>
          </p:nvSpPr>
          <p:spPr>
            <a:xfrm>
              <a:off x="2274482" y="3759370"/>
              <a:ext cx="520920" cy="262930"/>
            </a:xfrm>
            <a:prstGeom prst="roundRect">
              <a:avLst>
                <a:gd name="adj" fmla="val 26328"/>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cxnSp>
          <p:nvCxnSpPr>
            <p:cNvPr id="230" name="Straight Connector 229">
              <a:extLst>
                <a:ext uri="{FF2B5EF4-FFF2-40B4-BE49-F238E27FC236}">
                  <a16:creationId xmlns:a16="http://schemas.microsoft.com/office/drawing/2014/main" id="{0229966B-6870-518B-0EBB-4B999742F762}"/>
                </a:ext>
              </a:extLst>
            </p:cNvPr>
            <p:cNvCxnSpPr/>
            <p:nvPr/>
          </p:nvCxnSpPr>
          <p:spPr>
            <a:xfrm>
              <a:off x="2337933" y="3964876"/>
              <a:ext cx="352424"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1" name="Connector: Elbow 230">
              <a:extLst>
                <a:ext uri="{FF2B5EF4-FFF2-40B4-BE49-F238E27FC236}">
                  <a16:creationId xmlns:a16="http://schemas.microsoft.com/office/drawing/2014/main" id="{C73E3671-8199-E764-481D-F10E1614603D}"/>
                </a:ext>
              </a:extLst>
            </p:cNvPr>
            <p:cNvCxnSpPr>
              <a:cxnSpLocks/>
            </p:cNvCxnSpPr>
            <p:nvPr/>
          </p:nvCxnSpPr>
          <p:spPr>
            <a:xfrm flipV="1">
              <a:off x="2392700" y="3834431"/>
              <a:ext cx="221457" cy="123781"/>
            </a:xfrm>
            <a:prstGeom prst="bentConnector3">
              <a:avLst>
                <a:gd name="adj1" fmla="val 1613"/>
              </a:avLst>
            </a:prstGeom>
            <a:ln w="6350">
              <a:solidFill>
                <a:schemeClr val="tx1"/>
              </a:solidFill>
              <a:tailEnd type="triangle" w="sm" len="sm"/>
            </a:ln>
          </p:spPr>
          <p:style>
            <a:lnRef idx="2">
              <a:schemeClr val="accent1"/>
            </a:lnRef>
            <a:fillRef idx="0">
              <a:schemeClr val="accent1"/>
            </a:fillRef>
            <a:effectRef idx="1">
              <a:schemeClr val="accent1"/>
            </a:effectRef>
            <a:fontRef idx="minor">
              <a:schemeClr val="tx1"/>
            </a:fontRef>
          </p:style>
        </p:cxnSp>
      </p:grpSp>
      <p:grpSp>
        <p:nvGrpSpPr>
          <p:cNvPr id="219" name="Group 218">
            <a:extLst>
              <a:ext uri="{FF2B5EF4-FFF2-40B4-BE49-F238E27FC236}">
                <a16:creationId xmlns:a16="http://schemas.microsoft.com/office/drawing/2014/main" id="{650A1809-B307-976B-C206-B054657AFA9D}"/>
              </a:ext>
            </a:extLst>
          </p:cNvPr>
          <p:cNvGrpSpPr/>
          <p:nvPr/>
        </p:nvGrpSpPr>
        <p:grpSpPr>
          <a:xfrm>
            <a:off x="4653749" y="5320968"/>
            <a:ext cx="2266866" cy="951688"/>
            <a:chOff x="43766" y="2027777"/>
            <a:chExt cx="1371382" cy="575741"/>
          </a:xfrm>
        </p:grpSpPr>
        <p:sp>
          <p:nvSpPr>
            <p:cNvPr id="227" name="TextBox 226">
              <a:extLst>
                <a:ext uri="{FF2B5EF4-FFF2-40B4-BE49-F238E27FC236}">
                  <a16:creationId xmlns:a16="http://schemas.microsoft.com/office/drawing/2014/main" id="{67A4A4A9-DA7B-9ADB-ED21-E109E3645240}"/>
                </a:ext>
              </a:extLst>
            </p:cNvPr>
            <p:cNvSpPr txBox="1"/>
            <p:nvPr/>
          </p:nvSpPr>
          <p:spPr>
            <a:xfrm>
              <a:off x="43766" y="2027777"/>
              <a:ext cx="692235" cy="131800"/>
            </a:xfrm>
            <a:prstGeom prst="rect">
              <a:avLst/>
            </a:prstGeom>
            <a:noFill/>
          </p:spPr>
          <p:txBody>
            <a:bodyPr rot="0" spcFirstLastPara="0" vertOverflow="overflow" horzOverflow="overflow" vert="horz" wrap="none" lIns="63355" tIns="31678" rIns="63355" bIns="31678"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solidFill>
                    <a:srgbClr val="000000"/>
                  </a:solidFill>
                  <a:effectLst/>
                  <a:uLnTx/>
                  <a:uFillTx/>
                  <a:latin typeface="Arial"/>
                  <a:ea typeface="+mn-ea"/>
                  <a:cs typeface="Arial"/>
                  <a:sym typeface="Arial"/>
                  <a:rtl val="0"/>
                </a:rPr>
                <a:t>Quorum sensing</a:t>
              </a:r>
            </a:p>
          </p:txBody>
        </p:sp>
        <p:sp>
          <p:nvSpPr>
            <p:cNvPr id="228" name="TextBox 227">
              <a:extLst>
                <a:ext uri="{FF2B5EF4-FFF2-40B4-BE49-F238E27FC236}">
                  <a16:creationId xmlns:a16="http://schemas.microsoft.com/office/drawing/2014/main" id="{66B8D122-5A22-04B2-CB10-5CFE9E28D85E}"/>
                </a:ext>
              </a:extLst>
            </p:cNvPr>
            <p:cNvSpPr txBox="1"/>
            <p:nvPr/>
          </p:nvSpPr>
          <p:spPr>
            <a:xfrm>
              <a:off x="50753" y="2145876"/>
              <a:ext cx="1364395" cy="457642"/>
            </a:xfrm>
            <a:prstGeom prst="rect">
              <a:avLst/>
            </a:prstGeom>
            <a:noFill/>
          </p:spPr>
          <p:txBody>
            <a:bodyPr rot="0" spcFirstLastPara="0" vertOverflow="overflow" horzOverflow="overflow" vert="horz" wrap="square" lIns="63355" tIns="31678" rIns="63355" bIns="31678"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dirty="0">
                  <a:ln>
                    <a:noFill/>
                  </a:ln>
                  <a:solidFill>
                    <a:prstClr val="black"/>
                  </a:solidFill>
                  <a:effectLst/>
                  <a:uLnTx/>
                  <a:uFillTx/>
                  <a:latin typeface="Aptos Light" panose="020B0004020202020204" pitchFamily="34" charset="0"/>
                  <a:ea typeface="+mn-ea"/>
                  <a:cs typeface="+mn-cs"/>
                </a:rPr>
                <a:t>Mechanism</a:t>
              </a:r>
              <a:endParaRPr kumimoji="0" lang="en-GB" sz="900" b="0" i="0" u="none" strike="noStrike" kern="1200" cap="none" spc="0" normalizeH="0" baseline="0" noProof="0" dirty="0">
                <a:ln/>
                <a:solidFill>
                  <a:prstClr val="black"/>
                </a:solidFill>
                <a:effectLst/>
                <a:uLnTx/>
                <a:uFillTx/>
                <a:latin typeface="Aptos Light" panose="020B0004020202020204" pitchFamily="34" charset="0"/>
                <a:ea typeface="+mn-ea"/>
                <a:cs typeface="Arial"/>
                <a:sym typeface="Arial"/>
                <a:rtl val="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solidFill>
                    <a:prstClr val="black"/>
                  </a:solidFill>
                  <a:effectLst/>
                  <a:uLnTx/>
                  <a:uFillTx/>
                  <a:latin typeface="Aptos Light" panose="020B0004020202020204" pitchFamily="34" charset="0"/>
                  <a:ea typeface="+mn-ea"/>
                  <a:cs typeface="Arial"/>
                  <a:sym typeface="Arial"/>
                  <a:rtl val="0"/>
                </a:rPr>
                <a:t>Sender bacteria convert chemical inducers into quorum-sensing signals with promoter-tuned amplitudes, whose accumulation realizes the weighted sum.</a:t>
              </a:r>
              <a:endParaRPr kumimoji="0" lang="en-GB" sz="900" b="0" i="0" u="none" strike="noStrike" kern="1200" cap="none" spc="0" normalizeH="0" baseline="0" noProof="0" dirty="0">
                <a:ln/>
                <a:solidFill>
                  <a:prstClr val="black"/>
                </a:solidFill>
                <a:effectLst/>
                <a:uLnTx/>
                <a:uFillTx/>
                <a:latin typeface="Aptos Light" panose="020B0004020202020204" pitchFamily="34" charset="0"/>
                <a:ea typeface="+mn-ea"/>
                <a:cs typeface="Arial"/>
                <a:sym typeface="Arial"/>
                <a:rtl val="0"/>
              </a:endParaRPr>
            </a:p>
          </p:txBody>
        </p:sp>
      </p:grpSp>
      <p:grpSp>
        <p:nvGrpSpPr>
          <p:cNvPr id="220" name="Group 219">
            <a:extLst>
              <a:ext uri="{FF2B5EF4-FFF2-40B4-BE49-F238E27FC236}">
                <a16:creationId xmlns:a16="http://schemas.microsoft.com/office/drawing/2014/main" id="{ABA9F418-3369-C93E-324B-DE0E5287C0E7}"/>
              </a:ext>
            </a:extLst>
          </p:cNvPr>
          <p:cNvGrpSpPr>
            <a:grpSpLocks noChangeAspect="1"/>
          </p:cNvGrpSpPr>
          <p:nvPr/>
        </p:nvGrpSpPr>
        <p:grpSpPr>
          <a:xfrm>
            <a:off x="6387607" y="6446118"/>
            <a:ext cx="375056" cy="189308"/>
            <a:chOff x="2242626" y="3775944"/>
            <a:chExt cx="520920" cy="262930"/>
          </a:xfrm>
        </p:grpSpPr>
        <p:sp>
          <p:nvSpPr>
            <p:cNvPr id="224" name="Rectangle: Rounded Corners 223">
              <a:extLst>
                <a:ext uri="{FF2B5EF4-FFF2-40B4-BE49-F238E27FC236}">
                  <a16:creationId xmlns:a16="http://schemas.microsoft.com/office/drawing/2014/main" id="{E6827A61-9BAA-8FD3-9305-68CFA31907EF}"/>
                </a:ext>
              </a:extLst>
            </p:cNvPr>
            <p:cNvSpPr/>
            <p:nvPr/>
          </p:nvSpPr>
          <p:spPr>
            <a:xfrm>
              <a:off x="2242626" y="3775944"/>
              <a:ext cx="520920" cy="262930"/>
            </a:xfrm>
            <a:prstGeom prst="roundRect">
              <a:avLst>
                <a:gd name="adj" fmla="val 26328"/>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cxnSp>
          <p:nvCxnSpPr>
            <p:cNvPr id="225" name="Straight Connector 224">
              <a:extLst>
                <a:ext uri="{FF2B5EF4-FFF2-40B4-BE49-F238E27FC236}">
                  <a16:creationId xmlns:a16="http://schemas.microsoft.com/office/drawing/2014/main" id="{2476393A-5E58-19CC-962E-2456EAAF03B0}"/>
                </a:ext>
              </a:extLst>
            </p:cNvPr>
            <p:cNvCxnSpPr/>
            <p:nvPr/>
          </p:nvCxnSpPr>
          <p:spPr>
            <a:xfrm>
              <a:off x="2306076" y="3981451"/>
              <a:ext cx="352426"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26" name="Connector: Elbow 225">
              <a:extLst>
                <a:ext uri="{FF2B5EF4-FFF2-40B4-BE49-F238E27FC236}">
                  <a16:creationId xmlns:a16="http://schemas.microsoft.com/office/drawing/2014/main" id="{865C02F0-98CA-B4EA-51C1-6C47136F1034}"/>
                </a:ext>
              </a:extLst>
            </p:cNvPr>
            <p:cNvCxnSpPr>
              <a:cxnSpLocks/>
            </p:cNvCxnSpPr>
            <p:nvPr/>
          </p:nvCxnSpPr>
          <p:spPr>
            <a:xfrm flipV="1">
              <a:off x="2360846" y="3851004"/>
              <a:ext cx="221457" cy="123782"/>
            </a:xfrm>
            <a:prstGeom prst="bentConnector3">
              <a:avLst>
                <a:gd name="adj1" fmla="val 1613"/>
              </a:avLst>
            </a:prstGeom>
            <a:ln w="6350">
              <a:solidFill>
                <a:schemeClr val="tx1"/>
              </a:solidFill>
              <a:tailEnd type="triangle" w="sm" len="sm"/>
            </a:ln>
          </p:spPr>
          <p:style>
            <a:lnRef idx="2">
              <a:schemeClr val="accent1"/>
            </a:lnRef>
            <a:fillRef idx="0">
              <a:schemeClr val="accent1"/>
            </a:fillRef>
            <a:effectRef idx="1">
              <a:schemeClr val="accent1"/>
            </a:effectRef>
            <a:fontRef idx="minor">
              <a:schemeClr val="tx1"/>
            </a:fontRef>
          </p:style>
        </p:cxnSp>
      </p:grpSp>
      <mc:AlternateContent xmlns:mc="http://schemas.openxmlformats.org/markup-compatibility/2006" xmlns:a14="http://schemas.microsoft.com/office/drawing/2010/main">
        <mc:Choice Requires="a14">
          <p:sp>
            <p:nvSpPr>
              <p:cNvPr id="221" name="TextBox 220">
                <a:extLst>
                  <a:ext uri="{FF2B5EF4-FFF2-40B4-BE49-F238E27FC236}">
                    <a16:creationId xmlns:a16="http://schemas.microsoft.com/office/drawing/2014/main" id="{8C8C749E-15B8-7618-9494-340DF642A2B8}"/>
                  </a:ext>
                </a:extLst>
              </p:cNvPr>
              <p:cNvSpPr txBox="1"/>
              <p:nvPr/>
            </p:nvSpPr>
            <p:spPr>
              <a:xfrm>
                <a:off x="5550909" y="6332955"/>
                <a:ext cx="157607" cy="138498"/>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sSub>
                        <m:sSubPr>
                          <m:ctrlPr>
                            <a:rPr kumimoji="0" lang="de-DE" sz="9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ctrlPr>
                        </m:sSubPr>
                        <m:e>
                          <m:r>
                            <a:rPr kumimoji="0" lang="de-DE" sz="9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𝜔</m:t>
                          </m:r>
                        </m:e>
                        <m:sub>
                          <m:r>
                            <a:rPr kumimoji="0" lang="de-DE" sz="9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1</m:t>
                          </m:r>
                        </m:sub>
                      </m:sSub>
                    </m:oMath>
                  </m:oMathPara>
                </a14:m>
                <a:endParaRPr kumimoji="0" lang="en-US" sz="9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mc:Choice>
        <mc:Fallback xmlns="">
          <p:sp>
            <p:nvSpPr>
              <p:cNvPr id="221" name="TextBox 220">
                <a:extLst>
                  <a:ext uri="{FF2B5EF4-FFF2-40B4-BE49-F238E27FC236}">
                    <a16:creationId xmlns:a16="http://schemas.microsoft.com/office/drawing/2014/main" id="{8C8C749E-15B8-7618-9494-340DF642A2B8}"/>
                  </a:ext>
                </a:extLst>
              </p:cNvPr>
              <p:cNvSpPr txBox="1">
                <a:spLocks noRot="1" noChangeAspect="1" noMove="1" noResize="1" noEditPoints="1" noAdjustHandles="1" noChangeArrowheads="1" noChangeShapeType="1" noTextEdit="1"/>
              </p:cNvSpPr>
              <p:nvPr/>
            </p:nvSpPr>
            <p:spPr>
              <a:xfrm>
                <a:off x="5550909" y="6332955"/>
                <a:ext cx="157607" cy="138498"/>
              </a:xfrm>
              <a:prstGeom prst="rect">
                <a:avLst/>
              </a:prstGeom>
              <a:blipFill>
                <a:blip r:embed="rId6"/>
                <a:stretch>
                  <a:fillRect l="-12000" r="-16000" b="-130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2" name="TextBox 221">
                <a:extLst>
                  <a:ext uri="{FF2B5EF4-FFF2-40B4-BE49-F238E27FC236}">
                    <a16:creationId xmlns:a16="http://schemas.microsoft.com/office/drawing/2014/main" id="{E1E8C947-7C7E-65BF-A588-19E1C4217649}"/>
                  </a:ext>
                </a:extLst>
              </p:cNvPr>
              <p:cNvSpPr txBox="1"/>
              <p:nvPr/>
            </p:nvSpPr>
            <p:spPr>
              <a:xfrm>
                <a:off x="6518996" y="6281230"/>
                <a:ext cx="160299" cy="138498"/>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sSub>
                        <m:sSubPr>
                          <m:ctrlPr>
                            <a:rPr kumimoji="0" lang="de-DE" sz="9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ctrlPr>
                        </m:sSubPr>
                        <m:e>
                          <m:r>
                            <a:rPr kumimoji="0" lang="de-DE" sz="9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𝜔</m:t>
                          </m:r>
                        </m:e>
                        <m:sub>
                          <m:r>
                            <a:rPr kumimoji="0" lang="de-DE" sz="9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2</m:t>
                          </m:r>
                        </m:sub>
                      </m:sSub>
                    </m:oMath>
                  </m:oMathPara>
                </a14:m>
                <a:endParaRPr kumimoji="0" lang="en-US" sz="9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mc:Choice>
        <mc:Fallback xmlns="">
          <p:sp>
            <p:nvSpPr>
              <p:cNvPr id="222" name="TextBox 221">
                <a:extLst>
                  <a:ext uri="{FF2B5EF4-FFF2-40B4-BE49-F238E27FC236}">
                    <a16:creationId xmlns:a16="http://schemas.microsoft.com/office/drawing/2014/main" id="{E1E8C947-7C7E-65BF-A588-19E1C4217649}"/>
                  </a:ext>
                </a:extLst>
              </p:cNvPr>
              <p:cNvSpPr txBox="1">
                <a:spLocks noRot="1" noChangeAspect="1" noMove="1" noResize="1" noEditPoints="1" noAdjustHandles="1" noChangeArrowheads="1" noChangeShapeType="1" noTextEdit="1"/>
              </p:cNvSpPr>
              <p:nvPr/>
            </p:nvSpPr>
            <p:spPr>
              <a:xfrm>
                <a:off x="6518996" y="6281230"/>
                <a:ext cx="160299" cy="138498"/>
              </a:xfrm>
              <a:prstGeom prst="rect">
                <a:avLst/>
              </a:prstGeom>
              <a:blipFill>
                <a:blip r:embed="rId7"/>
                <a:stretch>
                  <a:fillRect l="-11111" r="-7407" b="-13043"/>
                </a:stretch>
              </a:blipFill>
            </p:spPr>
            <p:txBody>
              <a:bodyPr/>
              <a:lstStyle/>
              <a:p>
                <a:r>
                  <a:rPr lang="en-US">
                    <a:noFill/>
                  </a:rPr>
                  <a:t> </a:t>
                </a:r>
              </a:p>
            </p:txBody>
          </p:sp>
        </mc:Fallback>
      </mc:AlternateContent>
      <p:sp>
        <p:nvSpPr>
          <p:cNvPr id="223" name="TextBox 222">
            <a:extLst>
              <a:ext uri="{FF2B5EF4-FFF2-40B4-BE49-F238E27FC236}">
                <a16:creationId xmlns:a16="http://schemas.microsoft.com/office/drawing/2014/main" id="{0E094B1E-E1A8-0502-6832-EB9D7A18D9C2}"/>
              </a:ext>
            </a:extLst>
          </p:cNvPr>
          <p:cNvSpPr txBox="1"/>
          <p:nvPr/>
        </p:nvSpPr>
        <p:spPr>
          <a:xfrm>
            <a:off x="5744871" y="6347072"/>
            <a:ext cx="747755" cy="338553"/>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dirty="0">
                <a:ln>
                  <a:noFill/>
                </a:ln>
                <a:solidFill>
                  <a:prstClr val="black"/>
                </a:solidFill>
                <a:effectLst/>
                <a:uLnTx/>
                <a:uFillTx/>
                <a:latin typeface="Aptos" panose="02110004020202020204"/>
                <a:ea typeface="+mn-ea"/>
                <a:cs typeface="+mn-cs"/>
              </a:rPr>
              <a:t>Sender</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dirty="0" err="1">
                <a:ln>
                  <a:noFill/>
                </a:ln>
                <a:solidFill>
                  <a:prstClr val="black"/>
                </a:solidFill>
                <a:effectLst/>
                <a:uLnTx/>
                <a:uFillTx/>
                <a:latin typeface="Aptos" panose="02110004020202020204"/>
                <a:ea typeface="+mn-ea"/>
                <a:cs typeface="+mn-cs"/>
              </a:rPr>
              <a:t>bacterium</a:t>
            </a:r>
            <a:r>
              <a:rPr kumimoji="0" lang="de-DE" sz="800" b="0" i="0" u="none" strike="noStrike" kern="1200" cap="none" spc="0" normalizeH="0" baseline="0" noProof="0" dirty="0">
                <a:ln>
                  <a:noFill/>
                </a:ln>
                <a:solidFill>
                  <a:prstClr val="black"/>
                </a:solidFill>
                <a:effectLst/>
                <a:uLnTx/>
                <a:uFillTx/>
                <a:latin typeface="Aptos" panose="02110004020202020204"/>
                <a:ea typeface="+mn-ea"/>
                <a:cs typeface="+mn-cs"/>
              </a:rPr>
              <a:t> 2</a:t>
            </a:r>
            <a:endParaRPr kumimoji="0" lang="en-US" sz="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grpSp>
        <p:nvGrpSpPr>
          <p:cNvPr id="232" name="Group 231">
            <a:extLst>
              <a:ext uri="{FF2B5EF4-FFF2-40B4-BE49-F238E27FC236}">
                <a16:creationId xmlns:a16="http://schemas.microsoft.com/office/drawing/2014/main" id="{BE66C77C-7D6F-90FF-D498-199C536F4BCC}"/>
              </a:ext>
            </a:extLst>
          </p:cNvPr>
          <p:cNvGrpSpPr>
            <a:grpSpLocks noChangeAspect="1"/>
          </p:cNvGrpSpPr>
          <p:nvPr/>
        </p:nvGrpSpPr>
        <p:grpSpPr>
          <a:xfrm>
            <a:off x="8336310" y="5571806"/>
            <a:ext cx="568266" cy="286827"/>
            <a:chOff x="2191594" y="3775944"/>
            <a:chExt cx="520920" cy="262930"/>
          </a:xfrm>
        </p:grpSpPr>
        <p:sp>
          <p:nvSpPr>
            <p:cNvPr id="233" name="Rectangle: Rounded Corners 232">
              <a:extLst>
                <a:ext uri="{FF2B5EF4-FFF2-40B4-BE49-F238E27FC236}">
                  <a16:creationId xmlns:a16="http://schemas.microsoft.com/office/drawing/2014/main" id="{9FA3C556-91CE-61E7-EB0F-4B28B5EC740A}"/>
                </a:ext>
              </a:extLst>
            </p:cNvPr>
            <p:cNvSpPr/>
            <p:nvPr/>
          </p:nvSpPr>
          <p:spPr>
            <a:xfrm>
              <a:off x="2191594" y="3775944"/>
              <a:ext cx="520920" cy="262930"/>
            </a:xfrm>
            <a:prstGeom prst="roundRect">
              <a:avLst>
                <a:gd name="adj" fmla="val 26328"/>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cxnSp>
          <p:nvCxnSpPr>
            <p:cNvPr id="234" name="Straight Connector 233">
              <a:extLst>
                <a:ext uri="{FF2B5EF4-FFF2-40B4-BE49-F238E27FC236}">
                  <a16:creationId xmlns:a16="http://schemas.microsoft.com/office/drawing/2014/main" id="{6CCE4C60-B1EF-5000-6E69-676E28BBC24C}"/>
                </a:ext>
              </a:extLst>
            </p:cNvPr>
            <p:cNvCxnSpPr/>
            <p:nvPr/>
          </p:nvCxnSpPr>
          <p:spPr>
            <a:xfrm>
              <a:off x="2255044" y="3981450"/>
              <a:ext cx="352425"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5" name="Connector: Elbow 234">
              <a:extLst>
                <a:ext uri="{FF2B5EF4-FFF2-40B4-BE49-F238E27FC236}">
                  <a16:creationId xmlns:a16="http://schemas.microsoft.com/office/drawing/2014/main" id="{3CDB19DB-69E6-A93C-ACC9-16796BD74112}"/>
                </a:ext>
              </a:extLst>
            </p:cNvPr>
            <p:cNvCxnSpPr>
              <a:cxnSpLocks/>
            </p:cNvCxnSpPr>
            <p:nvPr/>
          </p:nvCxnSpPr>
          <p:spPr>
            <a:xfrm flipV="1">
              <a:off x="2309813" y="3851005"/>
              <a:ext cx="221456" cy="123782"/>
            </a:xfrm>
            <a:prstGeom prst="bentConnector3">
              <a:avLst>
                <a:gd name="adj1" fmla="val 1613"/>
              </a:avLst>
            </a:prstGeom>
            <a:ln w="6350">
              <a:solidFill>
                <a:schemeClr val="tx1"/>
              </a:solidFill>
              <a:tailEnd type="triangle" w="sm" len="sm"/>
            </a:ln>
          </p:spPr>
          <p:style>
            <a:lnRef idx="2">
              <a:schemeClr val="accent1"/>
            </a:lnRef>
            <a:fillRef idx="0">
              <a:schemeClr val="accent1"/>
            </a:fillRef>
            <a:effectRef idx="1">
              <a:schemeClr val="accent1"/>
            </a:effectRef>
            <a:fontRef idx="minor">
              <a:schemeClr val="tx1"/>
            </a:fontRef>
          </p:style>
        </p:cxnSp>
      </p:grpSp>
      <mc:AlternateContent xmlns:mc="http://schemas.openxmlformats.org/markup-compatibility/2006" xmlns:a14="http://schemas.microsoft.com/office/drawing/2010/main">
        <mc:Choice Requires="a14">
          <p:sp>
            <p:nvSpPr>
              <p:cNvPr id="236" name="TextBox 235">
                <a:extLst>
                  <a:ext uri="{FF2B5EF4-FFF2-40B4-BE49-F238E27FC236}">
                    <a16:creationId xmlns:a16="http://schemas.microsoft.com/office/drawing/2014/main" id="{80B6615B-A07E-1C58-FA15-F12288124C20}"/>
                  </a:ext>
                </a:extLst>
              </p:cNvPr>
              <p:cNvSpPr txBox="1"/>
              <p:nvPr/>
            </p:nvSpPr>
            <p:spPr>
              <a:xfrm>
                <a:off x="8565056" y="5423073"/>
                <a:ext cx="104131" cy="153887"/>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kumimoji="0" lang="en-GB" sz="1000" b="0" i="1" u="none" strike="noStrike" kern="1200" cap="none" spc="0" normalizeH="0" baseline="0" noProof="0">
                          <a:ln>
                            <a:noFill/>
                          </a:ln>
                          <a:solidFill>
                            <a:prstClr val="white">
                              <a:lumMod val="50000"/>
                            </a:prstClr>
                          </a:solidFill>
                          <a:effectLst/>
                          <a:uLnTx/>
                          <a:uFillTx/>
                          <a:latin typeface="Cambria Math" panose="02040503050406030204" pitchFamily="18" charset="0"/>
                          <a:ea typeface="Cambria Math" panose="02040503050406030204" pitchFamily="18" charset="0"/>
                          <a:cs typeface="+mn-cs"/>
                        </a:rPr>
                        <m:t>𝜎</m:t>
                      </m:r>
                    </m:oMath>
                  </m:oMathPara>
                </a14:m>
                <a:endParaRPr kumimoji="0" lang="en-US" sz="9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mc:Choice>
        <mc:Fallback xmlns="">
          <p:sp>
            <p:nvSpPr>
              <p:cNvPr id="236" name="TextBox 235">
                <a:extLst>
                  <a:ext uri="{FF2B5EF4-FFF2-40B4-BE49-F238E27FC236}">
                    <a16:creationId xmlns:a16="http://schemas.microsoft.com/office/drawing/2014/main" id="{80B6615B-A07E-1C58-FA15-F12288124C20}"/>
                  </a:ext>
                </a:extLst>
              </p:cNvPr>
              <p:cNvSpPr txBox="1">
                <a:spLocks noRot="1" noChangeAspect="1" noMove="1" noResize="1" noEditPoints="1" noAdjustHandles="1" noChangeArrowheads="1" noChangeShapeType="1" noTextEdit="1"/>
              </p:cNvSpPr>
              <p:nvPr/>
            </p:nvSpPr>
            <p:spPr>
              <a:xfrm>
                <a:off x="8565056" y="5423073"/>
                <a:ext cx="104131" cy="153887"/>
              </a:xfrm>
              <a:prstGeom prst="rect">
                <a:avLst/>
              </a:prstGeom>
              <a:blipFill>
                <a:blip r:embed="rId15"/>
                <a:stretch>
                  <a:fillRect l="-17647" r="-17647"/>
                </a:stretch>
              </a:blipFill>
            </p:spPr>
            <p:txBody>
              <a:bodyPr/>
              <a:lstStyle/>
              <a:p>
                <a:r>
                  <a:rPr lang="en-US">
                    <a:noFill/>
                  </a:rPr>
                  <a:t> </a:t>
                </a:r>
              </a:p>
            </p:txBody>
          </p:sp>
        </mc:Fallback>
      </mc:AlternateContent>
      <p:sp>
        <p:nvSpPr>
          <p:cNvPr id="237" name="TextBox 236">
            <a:extLst>
              <a:ext uri="{FF2B5EF4-FFF2-40B4-BE49-F238E27FC236}">
                <a16:creationId xmlns:a16="http://schemas.microsoft.com/office/drawing/2014/main" id="{28D9FE79-AEC9-D407-A0C2-1D236AAE5E79}"/>
              </a:ext>
            </a:extLst>
          </p:cNvPr>
          <p:cNvSpPr txBox="1"/>
          <p:nvPr/>
        </p:nvSpPr>
        <p:spPr>
          <a:xfrm>
            <a:off x="26946" y="4344304"/>
            <a:ext cx="1481154" cy="5078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1" u="none" strike="noStrike" kern="1200" cap="none" spc="0" normalizeH="0" baseline="0" noProof="0" dirty="0">
                <a:ln>
                  <a:noFill/>
                </a:ln>
                <a:solidFill>
                  <a:prstClr val="white">
                    <a:lumMod val="50000"/>
                  </a:prstClr>
                </a:solidFill>
                <a:effectLst/>
                <a:uLnTx/>
                <a:uFillTx/>
                <a:latin typeface="Aptos Light" panose="020B0004020202020204" pitchFamily="34" charset="0"/>
                <a:ea typeface="+mn-ea"/>
                <a:cs typeface="+mn-cs"/>
              </a:rPr>
              <a:t>Computation lives in stoichiometry and reaction-rate ratios.</a:t>
            </a:r>
          </a:p>
        </p:txBody>
      </p:sp>
      <p:sp>
        <p:nvSpPr>
          <p:cNvPr id="238" name="TextBox 237">
            <a:extLst>
              <a:ext uri="{FF2B5EF4-FFF2-40B4-BE49-F238E27FC236}">
                <a16:creationId xmlns:a16="http://schemas.microsoft.com/office/drawing/2014/main" id="{C3036632-3A21-FED8-0F52-27F5FEC94B69}"/>
              </a:ext>
            </a:extLst>
          </p:cNvPr>
          <p:cNvSpPr txBox="1"/>
          <p:nvPr/>
        </p:nvSpPr>
        <p:spPr>
          <a:xfrm>
            <a:off x="26946" y="5603338"/>
            <a:ext cx="1481154" cy="5078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1" u="none" strike="noStrike" kern="1200" cap="none" spc="0" normalizeH="0" baseline="0" noProof="0" dirty="0">
                <a:ln>
                  <a:noFill/>
                </a:ln>
                <a:solidFill>
                  <a:prstClr val="white">
                    <a:lumMod val="50000"/>
                  </a:prstClr>
                </a:solidFill>
                <a:effectLst/>
                <a:uLnTx/>
                <a:uFillTx/>
                <a:latin typeface="Aptos Light" panose="020B0004020202020204" pitchFamily="34" charset="0"/>
                <a:ea typeface="+mn-ea"/>
                <a:cs typeface="+mn-cs"/>
              </a:rPr>
              <a:t>Computation embedded in living gene-regulatory networks.</a:t>
            </a:r>
          </a:p>
        </p:txBody>
      </p:sp>
      <p:grpSp>
        <p:nvGrpSpPr>
          <p:cNvPr id="3" name="Group 2">
            <a:extLst>
              <a:ext uri="{FF2B5EF4-FFF2-40B4-BE49-F238E27FC236}">
                <a16:creationId xmlns:a16="http://schemas.microsoft.com/office/drawing/2014/main" id="{806A5852-65A8-D25A-63D6-4BCD4D0F1646}"/>
              </a:ext>
            </a:extLst>
          </p:cNvPr>
          <p:cNvGrpSpPr/>
          <p:nvPr/>
        </p:nvGrpSpPr>
        <p:grpSpPr>
          <a:xfrm>
            <a:off x="6756666" y="353391"/>
            <a:ext cx="992978" cy="1452192"/>
            <a:chOff x="6214404" y="353391"/>
            <a:chExt cx="992978" cy="1452192"/>
          </a:xfrm>
        </p:grpSpPr>
        <p:pic>
          <p:nvPicPr>
            <p:cNvPr id="36" name="Graphic 35" descr="Processor outline">
              <a:extLst>
                <a:ext uri="{FF2B5EF4-FFF2-40B4-BE49-F238E27FC236}">
                  <a16:creationId xmlns:a16="http://schemas.microsoft.com/office/drawing/2014/main" id="{968C70C7-482A-F7DC-FDD6-116DE407BC6F}"/>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6318283" y="1082673"/>
              <a:ext cx="526132" cy="526132"/>
            </a:xfrm>
            <a:prstGeom prst="rect">
              <a:avLst/>
            </a:prstGeom>
          </p:spPr>
        </p:pic>
        <p:cxnSp>
          <p:nvCxnSpPr>
            <p:cNvPr id="106" name="Straight Connector 105">
              <a:extLst>
                <a:ext uri="{FF2B5EF4-FFF2-40B4-BE49-F238E27FC236}">
                  <a16:creationId xmlns:a16="http://schemas.microsoft.com/office/drawing/2014/main" id="{93A799AE-72A1-0D7E-EEBF-B7CE846986E6}"/>
                </a:ext>
              </a:extLst>
            </p:cNvPr>
            <p:cNvCxnSpPr>
              <a:cxnSpLocks/>
            </p:cNvCxnSpPr>
            <p:nvPr/>
          </p:nvCxnSpPr>
          <p:spPr>
            <a:xfrm>
              <a:off x="6578464" y="353391"/>
              <a:ext cx="0" cy="302297"/>
            </a:xfrm>
            <a:prstGeom prst="line">
              <a:avLst/>
            </a:prstGeom>
            <a:ln w="6350">
              <a:solidFill>
                <a:schemeClr val="accent2">
                  <a:lumMod val="50000"/>
                  <a:alpha val="33000"/>
                </a:schemeClr>
              </a:solidFill>
            </a:ln>
          </p:spPr>
          <p:style>
            <a:lnRef idx="2">
              <a:schemeClr val="accent1"/>
            </a:lnRef>
            <a:fillRef idx="0">
              <a:schemeClr val="accent1"/>
            </a:fillRef>
            <a:effectRef idx="1">
              <a:schemeClr val="accent1"/>
            </a:effectRef>
            <a:fontRef idx="minor">
              <a:schemeClr val="tx1"/>
            </a:fontRef>
          </p:style>
        </p:cxnSp>
        <p:sp>
          <p:nvSpPr>
            <p:cNvPr id="240" name="TextBox 239">
              <a:extLst>
                <a:ext uri="{FF2B5EF4-FFF2-40B4-BE49-F238E27FC236}">
                  <a16:creationId xmlns:a16="http://schemas.microsoft.com/office/drawing/2014/main" id="{BECA529E-308B-3EA0-726E-500B5DD7FC85}"/>
                </a:ext>
              </a:extLst>
            </p:cNvPr>
            <p:cNvSpPr txBox="1"/>
            <p:nvPr/>
          </p:nvSpPr>
          <p:spPr>
            <a:xfrm>
              <a:off x="6214404" y="1559362"/>
              <a:ext cx="992978" cy="24622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a:ln/>
                  <a:solidFill>
                    <a:prstClr val="white">
                      <a:lumMod val="50000"/>
                    </a:prstClr>
                  </a:solidFill>
                  <a:effectLst/>
                  <a:uLnTx/>
                  <a:uFillTx/>
                  <a:latin typeface="Arial"/>
                  <a:ea typeface="+mn-ea"/>
                  <a:cs typeface="Arial"/>
                  <a:sym typeface="Arial"/>
                  <a:rtl val="0"/>
                </a:rPr>
                <a:t>DSP circuit</a:t>
              </a:r>
              <a:endParaRPr kumimoji="0" lang="en-US" sz="2400" b="0" i="0" u="none" strike="noStrike" kern="1200" cap="none" spc="0" normalizeH="0" baseline="0" noProof="0" dirty="0">
                <a:ln>
                  <a:noFill/>
                </a:ln>
                <a:solidFill>
                  <a:prstClr val="white">
                    <a:lumMod val="50000"/>
                  </a:prstClr>
                </a:solidFill>
                <a:effectLst/>
                <a:uLnTx/>
                <a:uFillTx/>
                <a:latin typeface="Aptos" panose="02110004020202020204"/>
                <a:ea typeface="+mn-ea"/>
                <a:cs typeface="+mn-cs"/>
              </a:endParaRPr>
            </a:p>
          </p:txBody>
        </p:sp>
      </p:grpSp>
      <p:sp>
        <p:nvSpPr>
          <p:cNvPr id="257" name="TextBox 256">
            <a:extLst>
              <a:ext uri="{FF2B5EF4-FFF2-40B4-BE49-F238E27FC236}">
                <a16:creationId xmlns:a16="http://schemas.microsoft.com/office/drawing/2014/main" id="{B8CD4911-62FE-CDFA-2B1C-049ECFE862EB}"/>
              </a:ext>
            </a:extLst>
          </p:cNvPr>
          <p:cNvSpPr txBox="1"/>
          <p:nvPr/>
        </p:nvSpPr>
        <p:spPr>
          <a:xfrm>
            <a:off x="3168980" y="1735704"/>
            <a:ext cx="643287" cy="2308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dirty="0">
                <a:ln>
                  <a:noFill/>
                </a:ln>
                <a:solidFill>
                  <a:prstClr val="black"/>
                </a:solidFill>
                <a:effectLst/>
                <a:uLnTx/>
                <a:uFillTx/>
                <a:latin typeface="Aptos Light" panose="020B0004020202020204" pitchFamily="34" charset="0"/>
                <a:ea typeface="+mn-ea"/>
                <a:cs typeface="+mn-cs"/>
              </a:rPr>
              <a:t>bio</a:t>
            </a:r>
            <a:r>
              <a:rPr kumimoji="0" lang="de-DE" sz="900" b="0" i="0" u="none" strike="noStrike" kern="1200" cap="none" spc="0" normalizeH="0" baseline="0" noProof="0" dirty="0">
                <a:ln>
                  <a:noFill/>
                </a:ln>
                <a:solidFill>
                  <a:prstClr val="black"/>
                </a:solidFill>
                <a:effectLst/>
                <a:uLnTx/>
                <a:uFillTx/>
                <a:latin typeface="Aptos Light" panose="020B0004020202020204" pitchFamily="34" charset="0"/>
                <a:ea typeface="+mn-ea"/>
                <a:cs typeface="+mn-cs"/>
              </a:rPr>
              <a:t>-FET</a:t>
            </a:r>
            <a:r>
              <a:rPr kumimoji="0" lang="en-GB" sz="900" b="0" i="0" u="none" strike="noStrike" kern="1200" cap="none" spc="0" normalizeH="0" baseline="0" noProof="0" dirty="0">
                <a:ln>
                  <a:noFill/>
                </a:ln>
                <a:solidFill>
                  <a:prstClr val="black"/>
                </a:solidFill>
                <a:effectLst/>
                <a:uLnTx/>
                <a:uFillTx/>
                <a:latin typeface="Aptos Light" panose="020B0004020202020204" pitchFamily="34" charset="0"/>
                <a:ea typeface="+mn-ea"/>
                <a:cs typeface="+mn-cs"/>
              </a:rPr>
              <a:t> </a:t>
            </a:r>
            <a:endParaRPr kumimoji="0" lang="en-US" sz="9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cxnSp>
        <p:nvCxnSpPr>
          <p:cNvPr id="258" name="Straight Arrow Connector 257">
            <a:extLst>
              <a:ext uri="{FF2B5EF4-FFF2-40B4-BE49-F238E27FC236}">
                <a16:creationId xmlns:a16="http://schemas.microsoft.com/office/drawing/2014/main" id="{C9215B40-AFF6-6916-265E-3B1BACEB6857}"/>
              </a:ext>
            </a:extLst>
          </p:cNvPr>
          <p:cNvCxnSpPr>
            <a:cxnSpLocks/>
          </p:cNvCxnSpPr>
          <p:nvPr/>
        </p:nvCxnSpPr>
        <p:spPr>
          <a:xfrm rot="2220000">
            <a:off x="3227852" y="1608805"/>
            <a:ext cx="262771" cy="98027"/>
          </a:xfrm>
          <a:prstGeom prst="straightConnector1">
            <a:avLst/>
          </a:prstGeom>
          <a:ln w="6350">
            <a:solidFill>
              <a:schemeClr val="bg1">
                <a:lumMod val="50000"/>
              </a:schemeClr>
            </a:solidFill>
            <a:tailEnd type="triangle" w="sm" len="sm"/>
          </a:ln>
        </p:spPr>
        <p:style>
          <a:lnRef idx="2">
            <a:schemeClr val="accent1"/>
          </a:lnRef>
          <a:fillRef idx="0">
            <a:schemeClr val="accent1"/>
          </a:fillRef>
          <a:effectRef idx="1">
            <a:schemeClr val="accent1"/>
          </a:effectRef>
          <a:fontRef idx="minor">
            <a:schemeClr val="tx1"/>
          </a:fontRef>
        </p:style>
      </p:cxnSp>
      <p:sp>
        <p:nvSpPr>
          <p:cNvPr id="259" name="TextBox 258">
            <a:extLst>
              <a:ext uri="{FF2B5EF4-FFF2-40B4-BE49-F238E27FC236}">
                <a16:creationId xmlns:a16="http://schemas.microsoft.com/office/drawing/2014/main" id="{AB8E7138-A66C-098B-68E1-5AE7AAE10994}"/>
              </a:ext>
            </a:extLst>
          </p:cNvPr>
          <p:cNvSpPr txBox="1"/>
          <p:nvPr/>
        </p:nvSpPr>
        <p:spPr>
          <a:xfrm>
            <a:off x="4757527" y="6410392"/>
            <a:ext cx="718466" cy="338553"/>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dirty="0">
                <a:ln>
                  <a:noFill/>
                </a:ln>
                <a:solidFill>
                  <a:prstClr val="black"/>
                </a:solidFill>
                <a:effectLst/>
                <a:uLnTx/>
                <a:uFillTx/>
                <a:latin typeface="Aptos" panose="02110004020202020204"/>
                <a:ea typeface="+mn-ea"/>
                <a:cs typeface="+mn-cs"/>
              </a:rPr>
              <a:t>Sender</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dirty="0" err="1">
                <a:ln>
                  <a:noFill/>
                </a:ln>
                <a:solidFill>
                  <a:prstClr val="black"/>
                </a:solidFill>
                <a:effectLst/>
                <a:uLnTx/>
                <a:uFillTx/>
                <a:latin typeface="Aptos" panose="02110004020202020204"/>
                <a:ea typeface="+mn-ea"/>
                <a:cs typeface="+mn-cs"/>
              </a:rPr>
              <a:t>bacterium</a:t>
            </a:r>
            <a:r>
              <a:rPr kumimoji="0" lang="de-DE" sz="800" b="0" i="0" u="none" strike="noStrike" kern="1200" cap="none" spc="0" normalizeH="0" baseline="0" noProof="0" dirty="0">
                <a:ln>
                  <a:noFill/>
                </a:ln>
                <a:solidFill>
                  <a:prstClr val="black"/>
                </a:solidFill>
                <a:effectLst/>
                <a:uLnTx/>
                <a:uFillTx/>
                <a:latin typeface="Aptos" panose="02110004020202020204"/>
                <a:ea typeface="+mn-ea"/>
                <a:cs typeface="+mn-cs"/>
              </a:rPr>
              <a:t> 1</a:t>
            </a:r>
            <a:endParaRPr kumimoji="0" lang="en-US" sz="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260" name="TextBox 259">
            <a:extLst>
              <a:ext uri="{FF2B5EF4-FFF2-40B4-BE49-F238E27FC236}">
                <a16:creationId xmlns:a16="http://schemas.microsoft.com/office/drawing/2014/main" id="{00336728-212A-315D-CE41-2C89529B650F}"/>
              </a:ext>
            </a:extLst>
          </p:cNvPr>
          <p:cNvSpPr txBox="1"/>
          <p:nvPr/>
        </p:nvSpPr>
        <p:spPr>
          <a:xfrm>
            <a:off x="2962281" y="6427188"/>
            <a:ext cx="709434" cy="2308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dirty="0">
                <a:ln/>
                <a:solidFill>
                  <a:prstClr val="black"/>
                </a:solidFill>
                <a:effectLst/>
                <a:uLnTx/>
                <a:uFillTx/>
                <a:latin typeface="Aptos Light" panose="020B0004020202020204" pitchFamily="34" charset="0"/>
                <a:ea typeface="+mn-ea"/>
                <a:cs typeface="Arial"/>
                <a:sym typeface="Arial"/>
                <a:rtl val="0"/>
              </a:rPr>
              <a:t>bacteria</a:t>
            </a:r>
            <a:endParaRPr kumimoji="0" lang="en-US" sz="9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261" name="TextBox 260">
            <a:extLst>
              <a:ext uri="{FF2B5EF4-FFF2-40B4-BE49-F238E27FC236}">
                <a16:creationId xmlns:a16="http://schemas.microsoft.com/office/drawing/2014/main" id="{1793B369-32D0-BFB2-544A-9080CD9D75DC}"/>
              </a:ext>
            </a:extLst>
          </p:cNvPr>
          <p:cNvSpPr txBox="1"/>
          <p:nvPr/>
        </p:nvSpPr>
        <p:spPr>
          <a:xfrm>
            <a:off x="1829066" y="6008245"/>
            <a:ext cx="709434" cy="2308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dirty="0">
                <a:ln/>
                <a:solidFill>
                  <a:prstClr val="black"/>
                </a:solidFill>
                <a:effectLst/>
                <a:uLnTx/>
                <a:uFillTx/>
                <a:latin typeface="Aptos Light" panose="020B0004020202020204" pitchFamily="34" charset="0"/>
                <a:ea typeface="+mn-ea"/>
                <a:cs typeface="Arial"/>
                <a:sym typeface="Arial"/>
                <a:rtl val="0"/>
              </a:rPr>
              <a:t>inducers</a:t>
            </a:r>
            <a:endParaRPr kumimoji="0" lang="en-US" sz="9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262" name="Oval 261">
            <a:extLst>
              <a:ext uri="{FF2B5EF4-FFF2-40B4-BE49-F238E27FC236}">
                <a16:creationId xmlns:a16="http://schemas.microsoft.com/office/drawing/2014/main" id="{F817AF70-BFB1-E2A2-A3D0-5B9B24AF308F}"/>
              </a:ext>
            </a:extLst>
          </p:cNvPr>
          <p:cNvSpPr>
            <a:spLocks noChangeAspect="1"/>
          </p:cNvSpPr>
          <p:nvPr/>
        </p:nvSpPr>
        <p:spPr>
          <a:xfrm>
            <a:off x="3058856" y="6414055"/>
            <a:ext cx="54224" cy="54224"/>
          </a:xfrm>
          <a:prstGeom prst="ellipse">
            <a:avLst/>
          </a:prstGeom>
          <a:solidFill>
            <a:srgbClr val="C29B4E"/>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63" name="Oval 262">
            <a:extLst>
              <a:ext uri="{FF2B5EF4-FFF2-40B4-BE49-F238E27FC236}">
                <a16:creationId xmlns:a16="http://schemas.microsoft.com/office/drawing/2014/main" id="{94CF821E-03AA-4966-406D-D8DB1AF91C5E}"/>
              </a:ext>
            </a:extLst>
          </p:cNvPr>
          <p:cNvSpPr>
            <a:spLocks noChangeAspect="1"/>
          </p:cNvSpPr>
          <p:nvPr/>
        </p:nvSpPr>
        <p:spPr>
          <a:xfrm>
            <a:off x="3168588" y="6179549"/>
            <a:ext cx="54224" cy="54224"/>
          </a:xfrm>
          <a:prstGeom prst="ellipse">
            <a:avLst/>
          </a:prstGeom>
          <a:solidFill>
            <a:srgbClr val="C29B4E"/>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64" name="Oval 263">
            <a:extLst>
              <a:ext uri="{FF2B5EF4-FFF2-40B4-BE49-F238E27FC236}">
                <a16:creationId xmlns:a16="http://schemas.microsoft.com/office/drawing/2014/main" id="{365B9E6C-C96D-2F5D-A9B3-EB3F59476CD0}"/>
              </a:ext>
            </a:extLst>
          </p:cNvPr>
          <p:cNvSpPr>
            <a:spLocks noChangeAspect="1"/>
          </p:cNvSpPr>
          <p:nvPr/>
        </p:nvSpPr>
        <p:spPr>
          <a:xfrm>
            <a:off x="2349548" y="6293118"/>
            <a:ext cx="54224" cy="54224"/>
          </a:xfrm>
          <a:prstGeom prst="ellipse">
            <a:avLst/>
          </a:prstGeom>
          <a:solidFill>
            <a:srgbClr val="C29B4E"/>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65" name="Oval 264">
            <a:extLst>
              <a:ext uri="{FF2B5EF4-FFF2-40B4-BE49-F238E27FC236}">
                <a16:creationId xmlns:a16="http://schemas.microsoft.com/office/drawing/2014/main" id="{CC6B84B9-0041-D473-14C7-DEF47B26EE58}"/>
              </a:ext>
            </a:extLst>
          </p:cNvPr>
          <p:cNvSpPr>
            <a:spLocks noChangeAspect="1"/>
          </p:cNvSpPr>
          <p:nvPr/>
        </p:nvSpPr>
        <p:spPr>
          <a:xfrm>
            <a:off x="2245510" y="6541626"/>
            <a:ext cx="54224" cy="54224"/>
          </a:xfrm>
          <a:prstGeom prst="ellipse">
            <a:avLst/>
          </a:prstGeom>
          <a:solidFill>
            <a:srgbClr val="C29B4E"/>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16" name="Rectangle 215">
            <a:extLst>
              <a:ext uri="{FF2B5EF4-FFF2-40B4-BE49-F238E27FC236}">
                <a16:creationId xmlns:a16="http://schemas.microsoft.com/office/drawing/2014/main" id="{6D027128-5759-E669-FB5C-A262B65D5585}"/>
              </a:ext>
            </a:extLst>
          </p:cNvPr>
          <p:cNvSpPr/>
          <p:nvPr/>
        </p:nvSpPr>
        <p:spPr>
          <a:xfrm>
            <a:off x="34139" y="647339"/>
            <a:ext cx="4514733" cy="6228311"/>
          </a:xfrm>
          <a:prstGeom prst="rect">
            <a:avLst/>
          </a:prstGeom>
          <a:solidFill>
            <a:srgbClr val="EBDFC6">
              <a:alpha val="93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7" name="Rectangle 266">
            <a:extLst>
              <a:ext uri="{FF2B5EF4-FFF2-40B4-BE49-F238E27FC236}">
                <a16:creationId xmlns:a16="http://schemas.microsoft.com/office/drawing/2014/main" id="{981FA36D-FE40-01A1-824B-AAF5738E8B33}"/>
              </a:ext>
            </a:extLst>
          </p:cNvPr>
          <p:cNvSpPr/>
          <p:nvPr/>
        </p:nvSpPr>
        <p:spPr>
          <a:xfrm>
            <a:off x="4519403" y="3652842"/>
            <a:ext cx="5630506" cy="3173389"/>
          </a:xfrm>
          <a:prstGeom prst="rect">
            <a:avLst/>
          </a:prstGeom>
          <a:solidFill>
            <a:srgbClr val="EBDFC6">
              <a:alpha val="9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18">
            <a:extLst>
              <a:ext uri="{FF2B5EF4-FFF2-40B4-BE49-F238E27FC236}">
                <a16:creationId xmlns:a16="http://schemas.microsoft.com/office/drawing/2014/main" id="{5234D99F-346B-2CF9-DC88-B6A0989F0AA7}"/>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228403" y="1151681"/>
            <a:ext cx="3822562" cy="2866922"/>
          </a:xfrm>
          <a:prstGeom prst="rect">
            <a:avLst/>
          </a:prstGeom>
        </p:spPr>
      </p:pic>
      <p:pic>
        <p:nvPicPr>
          <p:cNvPr id="30" name="Picture 29">
            <a:extLst>
              <a:ext uri="{FF2B5EF4-FFF2-40B4-BE49-F238E27FC236}">
                <a16:creationId xmlns:a16="http://schemas.microsoft.com/office/drawing/2014/main" id="{2DCCAA47-2EC9-89E2-9906-4FE91F21ADD6}"/>
              </a:ext>
            </a:extLst>
          </p:cNvPr>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348790" y="4273015"/>
            <a:ext cx="3070249" cy="2302686"/>
          </a:xfrm>
          <a:prstGeom prst="rect">
            <a:avLst/>
          </a:prstGeom>
        </p:spPr>
      </p:pic>
      <p:cxnSp>
        <p:nvCxnSpPr>
          <p:cNvPr id="107" name="Straight Arrow Connector 106">
            <a:extLst>
              <a:ext uri="{FF2B5EF4-FFF2-40B4-BE49-F238E27FC236}">
                <a16:creationId xmlns:a16="http://schemas.microsoft.com/office/drawing/2014/main" id="{213F6F15-BE97-97C1-8037-886C66F6252D}"/>
              </a:ext>
            </a:extLst>
          </p:cNvPr>
          <p:cNvCxnSpPr>
            <a:cxnSpLocks/>
            <a:endCxn id="30" idx="0"/>
          </p:cNvCxnSpPr>
          <p:nvPr/>
        </p:nvCxnSpPr>
        <p:spPr>
          <a:xfrm flipH="1">
            <a:off x="1883915" y="3048168"/>
            <a:ext cx="825342" cy="1224847"/>
          </a:xfrm>
          <a:prstGeom prst="straightConnector1">
            <a:avLst/>
          </a:prstGeom>
          <a:ln w="25400">
            <a:tailEnd type="triangle" w="lg" len="lg"/>
          </a:ln>
        </p:spPr>
        <p:style>
          <a:lnRef idx="2">
            <a:schemeClr val="accent1"/>
          </a:lnRef>
          <a:fillRef idx="0">
            <a:schemeClr val="accent1"/>
          </a:fillRef>
          <a:effectRef idx="1">
            <a:schemeClr val="accent1"/>
          </a:effectRef>
          <a:fontRef idx="minor">
            <a:schemeClr val="tx1"/>
          </a:fontRef>
        </p:style>
      </p:cxnSp>
      <p:pic>
        <p:nvPicPr>
          <p:cNvPr id="110" name="Picture 109">
            <a:extLst>
              <a:ext uri="{FF2B5EF4-FFF2-40B4-BE49-F238E27FC236}">
                <a16:creationId xmlns:a16="http://schemas.microsoft.com/office/drawing/2014/main" id="{246190F0-4B4B-7DB5-5D76-7CAF02D6E225}"/>
              </a:ext>
            </a:extLst>
          </p:cNvPr>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5593767" y="3677648"/>
            <a:ext cx="4095062" cy="3071297"/>
          </a:xfrm>
          <a:prstGeom prst="rect">
            <a:avLst/>
          </a:prstGeom>
        </p:spPr>
      </p:pic>
      <mc:AlternateContent xmlns:mc="http://schemas.openxmlformats.org/markup-compatibility/2006" xmlns:a14="http://schemas.microsoft.com/office/drawing/2010/main">
        <mc:Choice Requires="a14">
          <p:sp>
            <p:nvSpPr>
              <p:cNvPr id="111" name="TextBox 110">
                <a:extLst>
                  <a:ext uri="{FF2B5EF4-FFF2-40B4-BE49-F238E27FC236}">
                    <a16:creationId xmlns:a16="http://schemas.microsoft.com/office/drawing/2014/main" id="{A2176967-EFA6-EB30-A0D9-6199A215E9E5}"/>
                  </a:ext>
                </a:extLst>
              </p:cNvPr>
              <p:cNvSpPr txBox="1"/>
              <p:nvPr/>
            </p:nvSpPr>
            <p:spPr>
              <a:xfrm>
                <a:off x="6743990" y="5994029"/>
                <a:ext cx="1272784" cy="276999"/>
              </a:xfrm>
              <a:prstGeom prst="rect">
                <a:avLst/>
              </a:prstGeom>
              <a:noFill/>
              <a:ln>
                <a:solidFill>
                  <a:srgbClr val="C00000"/>
                </a:solidFill>
              </a:ln>
            </p:spPr>
            <p:txBody>
              <a:bodyPr wrap="none" lIns="0" tIns="0" rIns="0" bIns="0" rtlCol="0">
                <a:spAutoFit/>
              </a:bodyPr>
              <a:lstStyle/>
              <a:p>
                <a:r>
                  <a:rPr lang="de-DE" i="0" dirty="0">
                    <a:latin typeface="+mj-lt"/>
                  </a:rPr>
                  <a:t> </a:t>
                </a:r>
                <a:r>
                  <a:rPr lang="de-DE" i="0" dirty="0" err="1">
                    <a:latin typeface="+mj-lt"/>
                  </a:rPr>
                  <a:t>Readout</a:t>
                </a:r>
                <a:r>
                  <a:rPr lang="de-DE" i="0" dirty="0">
                    <a:latin typeface="+mj-lt"/>
                  </a:rPr>
                  <a:t>: </a:t>
                </a:r>
                <a14:m>
                  <m:oMath xmlns:m="http://schemas.openxmlformats.org/officeDocument/2006/math">
                    <m:r>
                      <m:rPr>
                        <m:sty m:val="p"/>
                      </m:rPr>
                      <a:rPr lang="de-DE" b="0" i="0" smtClean="0">
                        <a:latin typeface="Cambria Math" panose="02040503050406030204" pitchFamily="18" charset="0"/>
                      </a:rPr>
                      <m:t>pH</m:t>
                    </m:r>
                    <m:r>
                      <a:rPr lang="de-DE" b="0" i="0" smtClean="0">
                        <a:latin typeface="Cambria Math" panose="02040503050406030204" pitchFamily="18" charset="0"/>
                      </a:rPr>
                      <m:t> </m:t>
                    </m:r>
                  </m:oMath>
                </a14:m>
                <a:endParaRPr lang="en-US" dirty="0"/>
              </a:p>
            </p:txBody>
          </p:sp>
        </mc:Choice>
        <mc:Fallback xmlns="">
          <p:sp>
            <p:nvSpPr>
              <p:cNvPr id="111" name="TextBox 110">
                <a:extLst>
                  <a:ext uri="{FF2B5EF4-FFF2-40B4-BE49-F238E27FC236}">
                    <a16:creationId xmlns:a16="http://schemas.microsoft.com/office/drawing/2014/main" id="{A2176967-EFA6-EB30-A0D9-6199A215E9E5}"/>
                  </a:ext>
                </a:extLst>
              </p:cNvPr>
              <p:cNvSpPr txBox="1">
                <a:spLocks noRot="1" noChangeAspect="1" noMove="1" noResize="1" noEditPoints="1" noAdjustHandles="1" noChangeArrowheads="1" noChangeShapeType="1" noTextEdit="1"/>
              </p:cNvSpPr>
              <p:nvPr/>
            </p:nvSpPr>
            <p:spPr>
              <a:xfrm>
                <a:off x="6743990" y="5994029"/>
                <a:ext cx="1272784" cy="276999"/>
              </a:xfrm>
              <a:prstGeom prst="rect">
                <a:avLst/>
              </a:prstGeom>
              <a:blipFill>
                <a:blip r:embed="rId20"/>
                <a:stretch>
                  <a:fillRect l="-7109" t="-22917" r="-3318" b="-47917"/>
                </a:stretch>
              </a:blipFill>
              <a:ln>
                <a:solidFill>
                  <a:srgbClr val="C00000"/>
                </a:solidFill>
              </a:ln>
            </p:spPr>
            <p:txBody>
              <a:bodyPr/>
              <a:lstStyle/>
              <a:p>
                <a:r>
                  <a:rPr lang="en-US">
                    <a:noFill/>
                  </a:rPr>
                  <a:t> </a:t>
                </a:r>
              </a:p>
            </p:txBody>
          </p:sp>
        </mc:Fallback>
      </mc:AlternateContent>
      <p:cxnSp>
        <p:nvCxnSpPr>
          <p:cNvPr id="112" name="Connector: Elbow 111">
            <a:extLst>
              <a:ext uri="{FF2B5EF4-FFF2-40B4-BE49-F238E27FC236}">
                <a16:creationId xmlns:a16="http://schemas.microsoft.com/office/drawing/2014/main" id="{D2D8E6B6-C68C-5788-8F7D-6156186CA9E7}"/>
              </a:ext>
            </a:extLst>
          </p:cNvPr>
          <p:cNvCxnSpPr>
            <a:cxnSpLocks/>
            <a:endCxn id="111" idx="2"/>
          </p:cNvCxnSpPr>
          <p:nvPr/>
        </p:nvCxnSpPr>
        <p:spPr>
          <a:xfrm rot="5400000">
            <a:off x="7964574" y="5652306"/>
            <a:ext cx="34530" cy="1202914"/>
          </a:xfrm>
          <a:prstGeom prst="bentConnector3">
            <a:avLst>
              <a:gd name="adj1" fmla="val 762033"/>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57974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2"/>
                                        </p:tgtEl>
                                        <p:attrNameLst>
                                          <p:attrName>style.visibility</p:attrName>
                                        </p:attrNameLst>
                                      </p:cBhvr>
                                      <p:to>
                                        <p:strVal val="visible"/>
                                      </p:to>
                                    </p:set>
                                    <p:animEffect transition="in" filter="fade">
                                      <p:cBhvr>
                                        <p:cTn id="7" dur="500"/>
                                        <p:tgtEl>
                                          <p:spTgt spid="1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1"/>
                                        </p:tgtEl>
                                        <p:attrNameLst>
                                          <p:attrName>style.visibility</p:attrName>
                                        </p:attrNameLst>
                                      </p:cBhvr>
                                      <p:to>
                                        <p:strVal val="visible"/>
                                      </p:to>
                                    </p:set>
                                    <p:animEffect transition="in" filter="fade">
                                      <p:cBhvr>
                                        <p:cTn id="10" dur="500"/>
                                        <p:tgtEl>
                                          <p:spTgt spid="111"/>
                                        </p:tgtEl>
                                      </p:cBhvr>
                                    </p:animEffect>
                                  </p:childTnLst>
                                </p:cTn>
                              </p:par>
                              <p:par>
                                <p:cTn id="11" presetID="10" presetClass="entr" presetSubtype="0" fill="hold" nodeType="withEffect">
                                  <p:stCondLst>
                                    <p:cond delay="0"/>
                                  </p:stCondLst>
                                  <p:childTnLst>
                                    <p:set>
                                      <p:cBhvr>
                                        <p:cTn id="12" dur="1" fill="hold">
                                          <p:stCondLst>
                                            <p:cond delay="0"/>
                                          </p:stCondLst>
                                        </p:cTn>
                                        <p:tgtEl>
                                          <p:spTgt spid="110"/>
                                        </p:tgtEl>
                                        <p:attrNameLst>
                                          <p:attrName>style.visibility</p:attrName>
                                        </p:attrNameLst>
                                      </p:cBhvr>
                                      <p:to>
                                        <p:strVal val="visible"/>
                                      </p:to>
                                    </p:set>
                                    <p:animEffect transition="in" filter="fade">
                                      <p:cBhvr>
                                        <p:cTn id="13" dur="500"/>
                                        <p:tgtEl>
                                          <p:spTgt spid="1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bg>
      <p:bgPr>
        <a:gradFill>
          <a:gsLst>
            <a:gs pos="0">
              <a:srgbClr val="F2EADA">
                <a:alpha val="61000"/>
              </a:srgbClr>
            </a:gs>
            <a:gs pos="80000">
              <a:srgbClr val="DFCBA2">
                <a:alpha val="61000"/>
              </a:srgbClr>
            </a:gs>
            <a:gs pos="100000">
              <a:srgbClr val="E1CEA9">
                <a:alpha val="61000"/>
              </a:srgbClr>
            </a:gs>
          </a:gsLst>
          <a:lin ang="2700000" scaled="1"/>
        </a:gradFill>
        <a:effectLst/>
      </p:bgPr>
    </p:bg>
    <p:spTree>
      <p:nvGrpSpPr>
        <p:cNvPr id="1" name="">
          <a:extLst>
            <a:ext uri="{FF2B5EF4-FFF2-40B4-BE49-F238E27FC236}">
              <a16:creationId xmlns:a16="http://schemas.microsoft.com/office/drawing/2014/main" id="{1AC207F1-8999-EAD2-590A-B684DBD1DA8E}"/>
            </a:ext>
          </a:extLst>
        </p:cNvPr>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66FFC2BE-D548-AA71-6DE2-2D668F788E0C}"/>
              </a:ext>
            </a:extLst>
          </p:cNvPr>
          <p:cNvSpPr/>
          <p:nvPr/>
        </p:nvSpPr>
        <p:spPr>
          <a:xfrm>
            <a:off x="1865524" y="3730283"/>
            <a:ext cx="2449543" cy="1369807"/>
          </a:xfrm>
          <a:prstGeom prst="roundRect">
            <a:avLst>
              <a:gd name="adj" fmla="val 4351"/>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cxnSp>
        <p:nvCxnSpPr>
          <p:cNvPr id="6" name="Straight Connector 5">
            <a:extLst>
              <a:ext uri="{FF2B5EF4-FFF2-40B4-BE49-F238E27FC236}">
                <a16:creationId xmlns:a16="http://schemas.microsoft.com/office/drawing/2014/main" id="{2A51C444-FB1A-0DD0-D3D8-550665FF4C57}"/>
              </a:ext>
            </a:extLst>
          </p:cNvPr>
          <p:cNvCxnSpPr>
            <a:cxnSpLocks/>
          </p:cNvCxnSpPr>
          <p:nvPr/>
        </p:nvCxnSpPr>
        <p:spPr>
          <a:xfrm flipH="1">
            <a:off x="1746380" y="14192"/>
            <a:ext cx="12495" cy="6801680"/>
          </a:xfrm>
          <a:prstGeom prst="line">
            <a:avLst/>
          </a:prstGeom>
          <a:ln w="6350">
            <a:solidFill>
              <a:schemeClr val="accent2">
                <a:lumMod val="50000"/>
                <a:alpha val="33000"/>
              </a:schemeClr>
            </a:solidFill>
          </a:ln>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7AB25717-3DE3-CD18-91FB-FA287708CF36}"/>
              </a:ext>
            </a:extLst>
          </p:cNvPr>
          <p:cNvCxnSpPr>
            <a:cxnSpLocks/>
          </p:cNvCxnSpPr>
          <p:nvPr/>
        </p:nvCxnSpPr>
        <p:spPr>
          <a:xfrm>
            <a:off x="4456194" y="521812"/>
            <a:ext cx="0" cy="6294059"/>
          </a:xfrm>
          <a:prstGeom prst="line">
            <a:avLst/>
          </a:prstGeom>
          <a:ln w="6350">
            <a:solidFill>
              <a:schemeClr val="accent2">
                <a:lumMod val="50000"/>
                <a:alpha val="33000"/>
              </a:schemeClr>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7E2A400E-4494-B1A7-8932-D846A90B81E6}"/>
              </a:ext>
            </a:extLst>
          </p:cNvPr>
          <p:cNvCxnSpPr>
            <a:cxnSpLocks/>
          </p:cNvCxnSpPr>
          <p:nvPr/>
        </p:nvCxnSpPr>
        <p:spPr>
          <a:xfrm>
            <a:off x="7133889" y="1978422"/>
            <a:ext cx="0" cy="4837449"/>
          </a:xfrm>
          <a:prstGeom prst="line">
            <a:avLst/>
          </a:prstGeom>
          <a:ln w="6350">
            <a:solidFill>
              <a:schemeClr val="accent2">
                <a:lumMod val="50000"/>
                <a:alpha val="33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BE1A3541-F8D5-14E4-E05F-A1707C264E26}"/>
              </a:ext>
            </a:extLst>
          </p:cNvPr>
          <p:cNvCxnSpPr>
            <a:cxnSpLocks/>
          </p:cNvCxnSpPr>
          <p:nvPr/>
        </p:nvCxnSpPr>
        <p:spPr>
          <a:xfrm flipH="1">
            <a:off x="9709514" y="504540"/>
            <a:ext cx="0" cy="6311331"/>
          </a:xfrm>
          <a:prstGeom prst="line">
            <a:avLst/>
          </a:prstGeom>
          <a:ln w="6350">
            <a:solidFill>
              <a:schemeClr val="accent2">
                <a:lumMod val="50000"/>
                <a:alpha val="33000"/>
              </a:schemeClr>
            </a:solidFill>
          </a:ln>
        </p:spPr>
        <p:style>
          <a:lnRef idx="2">
            <a:schemeClr val="accent1"/>
          </a:lnRef>
          <a:fillRef idx="0">
            <a:schemeClr val="accent1"/>
          </a:fillRef>
          <a:effectRef idx="1">
            <a:schemeClr val="accent1"/>
          </a:effectRef>
          <a:fontRef idx="minor">
            <a:schemeClr val="tx1"/>
          </a:fontRef>
        </p:style>
      </p:cxnSp>
      <p:sp>
        <p:nvSpPr>
          <p:cNvPr id="10" name="Rectangle: Rounded Corners 9">
            <a:extLst>
              <a:ext uri="{FF2B5EF4-FFF2-40B4-BE49-F238E27FC236}">
                <a16:creationId xmlns:a16="http://schemas.microsoft.com/office/drawing/2014/main" id="{FF941262-5BAE-BC34-70B1-7B517F0B3B0B}"/>
              </a:ext>
            </a:extLst>
          </p:cNvPr>
          <p:cNvSpPr/>
          <p:nvPr/>
        </p:nvSpPr>
        <p:spPr>
          <a:xfrm>
            <a:off x="7269240" y="4564930"/>
            <a:ext cx="2357475" cy="1369807"/>
          </a:xfrm>
          <a:prstGeom prst="roundRect">
            <a:avLst>
              <a:gd name="adj" fmla="val 4351"/>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 name="Rectangle: Rounded Corners 10">
            <a:extLst>
              <a:ext uri="{FF2B5EF4-FFF2-40B4-BE49-F238E27FC236}">
                <a16:creationId xmlns:a16="http://schemas.microsoft.com/office/drawing/2014/main" id="{D450CA51-5939-4E21-11A4-6E5D55EC72F7}"/>
              </a:ext>
            </a:extLst>
          </p:cNvPr>
          <p:cNvSpPr/>
          <p:nvPr/>
        </p:nvSpPr>
        <p:spPr>
          <a:xfrm>
            <a:off x="1877759" y="2141070"/>
            <a:ext cx="2447209" cy="1369807"/>
          </a:xfrm>
          <a:prstGeom prst="roundRect">
            <a:avLst>
              <a:gd name="adj" fmla="val 4351"/>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nvGrpSpPr>
          <p:cNvPr id="12" name="Group 11">
            <a:extLst>
              <a:ext uri="{FF2B5EF4-FFF2-40B4-BE49-F238E27FC236}">
                <a16:creationId xmlns:a16="http://schemas.microsoft.com/office/drawing/2014/main" id="{02609E56-8D61-132F-15F7-E75A9B1B5FFB}"/>
              </a:ext>
            </a:extLst>
          </p:cNvPr>
          <p:cNvGrpSpPr/>
          <p:nvPr/>
        </p:nvGrpSpPr>
        <p:grpSpPr>
          <a:xfrm>
            <a:off x="1808379" y="3694592"/>
            <a:ext cx="2506686" cy="674688"/>
            <a:chOff x="43766" y="2027777"/>
            <a:chExt cx="1516466" cy="408165"/>
          </a:xfrm>
        </p:grpSpPr>
        <p:sp>
          <p:nvSpPr>
            <p:cNvPr id="13" name="TextBox 12">
              <a:extLst>
                <a:ext uri="{FF2B5EF4-FFF2-40B4-BE49-F238E27FC236}">
                  <a16:creationId xmlns:a16="http://schemas.microsoft.com/office/drawing/2014/main" id="{4F65246C-2A75-A317-C548-DF0609A25884}"/>
                </a:ext>
              </a:extLst>
            </p:cNvPr>
            <p:cNvSpPr txBox="1"/>
            <p:nvPr/>
          </p:nvSpPr>
          <p:spPr>
            <a:xfrm>
              <a:off x="43766" y="2027777"/>
              <a:ext cx="863885" cy="131800"/>
            </a:xfrm>
            <a:prstGeom prst="rect">
              <a:avLst/>
            </a:prstGeom>
            <a:noFill/>
          </p:spPr>
          <p:txBody>
            <a:bodyPr rot="0" spcFirstLastPara="0" vertOverflow="overflow" horzOverflow="overflow" vert="horz" wrap="none" lIns="63355" tIns="31678" rIns="63355" bIns="31678"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solidFill>
                    <a:srgbClr val="000000"/>
                  </a:solidFill>
                  <a:effectLst/>
                  <a:uLnTx/>
                  <a:uFillTx/>
                  <a:latin typeface="Arial"/>
                  <a:ea typeface="+mn-ea"/>
                  <a:cs typeface="Arial"/>
                  <a:sym typeface="Arial"/>
                  <a:rtl val="0"/>
                </a:rPr>
                <a:t>Metabolites as inputs</a:t>
              </a:r>
            </a:p>
          </p:txBody>
        </p:sp>
        <p:sp>
          <p:nvSpPr>
            <p:cNvPr id="14" name="TextBox 13">
              <a:extLst>
                <a:ext uri="{FF2B5EF4-FFF2-40B4-BE49-F238E27FC236}">
                  <a16:creationId xmlns:a16="http://schemas.microsoft.com/office/drawing/2014/main" id="{99FC1760-4A40-D3CF-A5A3-900529823F27}"/>
                </a:ext>
              </a:extLst>
            </p:cNvPr>
            <p:cNvSpPr txBox="1"/>
            <p:nvPr/>
          </p:nvSpPr>
          <p:spPr>
            <a:xfrm>
              <a:off x="50754" y="2145876"/>
              <a:ext cx="1509478" cy="290066"/>
            </a:xfrm>
            <a:prstGeom prst="rect">
              <a:avLst/>
            </a:prstGeom>
            <a:noFill/>
          </p:spPr>
          <p:txBody>
            <a:bodyPr rot="0" spcFirstLastPara="0" vertOverflow="overflow" horzOverflow="overflow" vert="horz" wrap="square" lIns="63355" tIns="31678" rIns="63355" bIns="31678"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dirty="0">
                  <a:ln>
                    <a:noFill/>
                  </a:ln>
                  <a:solidFill>
                    <a:prstClr val="black"/>
                  </a:solidFill>
                  <a:effectLst/>
                  <a:uLnTx/>
                  <a:uFillTx/>
                  <a:latin typeface="Aptos Light" panose="020B0004020202020204" pitchFamily="34" charset="0"/>
                  <a:ea typeface="+mn-ea"/>
                  <a:cs typeface="+mn-cs"/>
                </a:rPr>
                <a:t>Mechanism</a:t>
              </a:r>
              <a:endParaRPr kumimoji="0" lang="en-GB" sz="900" b="0" i="0" u="none" strike="noStrike" kern="1200" cap="none" spc="0" normalizeH="0" baseline="0" noProof="0" dirty="0">
                <a:ln/>
                <a:solidFill>
                  <a:prstClr val="black"/>
                </a:solidFill>
                <a:effectLst/>
                <a:uLnTx/>
                <a:uFillTx/>
                <a:latin typeface="Aptos Light" panose="020B0004020202020204" pitchFamily="34" charset="0"/>
                <a:ea typeface="+mn-ea"/>
                <a:cs typeface="Arial"/>
                <a:sym typeface="Arial"/>
                <a:rtl val="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dirty="0">
                  <a:ln/>
                  <a:solidFill>
                    <a:prstClr val="black"/>
                  </a:solidFill>
                  <a:effectLst/>
                  <a:uLnTx/>
                  <a:uFillTx/>
                  <a:latin typeface="Aptos Light" panose="020B0004020202020204" pitchFamily="34" charset="0"/>
                  <a:ea typeface="+mn-ea"/>
                  <a:cs typeface="Arial"/>
                  <a:sym typeface="Arial"/>
                  <a:rtl val="0"/>
                </a:rPr>
                <a:t>Inputs are encoded in the concentration level of metabolites</a:t>
              </a:r>
            </a:p>
          </p:txBody>
        </p:sp>
      </p:grpSp>
      <p:sp>
        <p:nvSpPr>
          <p:cNvPr id="15" name="Rectangle: Rounded Corners 14">
            <a:extLst>
              <a:ext uri="{FF2B5EF4-FFF2-40B4-BE49-F238E27FC236}">
                <a16:creationId xmlns:a16="http://schemas.microsoft.com/office/drawing/2014/main" id="{3E48A32B-7DDF-E070-AE72-20F78B1826B5}"/>
              </a:ext>
            </a:extLst>
          </p:cNvPr>
          <p:cNvSpPr/>
          <p:nvPr/>
        </p:nvSpPr>
        <p:spPr>
          <a:xfrm>
            <a:off x="1878609" y="679688"/>
            <a:ext cx="2467325" cy="1369807"/>
          </a:xfrm>
          <a:prstGeom prst="roundRect">
            <a:avLst>
              <a:gd name="adj" fmla="val 4351"/>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6" name="TextBox 15">
            <a:extLst>
              <a:ext uri="{FF2B5EF4-FFF2-40B4-BE49-F238E27FC236}">
                <a16:creationId xmlns:a16="http://schemas.microsoft.com/office/drawing/2014/main" id="{9DB99BF9-8B3E-EC37-979B-071001AA4072}"/>
              </a:ext>
            </a:extLst>
          </p:cNvPr>
          <p:cNvSpPr txBox="1"/>
          <p:nvPr/>
        </p:nvSpPr>
        <p:spPr>
          <a:xfrm>
            <a:off x="-52323" y="275098"/>
            <a:ext cx="1756598" cy="248641"/>
          </a:xfrm>
          <a:prstGeom prst="rect">
            <a:avLst/>
          </a:prstGeom>
          <a:noFill/>
        </p:spPr>
        <p:txBody>
          <a:bodyPr rot="0" spcFirstLastPara="0" vertOverflow="overflow" horzOverflow="overflow" vert="horz" wrap="none" lIns="63355" tIns="31678" rIns="63355" bIns="31678"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a:ln/>
                <a:solidFill>
                  <a:srgbClr val="000000"/>
                </a:solidFill>
                <a:effectLst/>
                <a:uLnTx/>
                <a:uFillTx/>
                <a:latin typeface="Arial"/>
                <a:ea typeface="+mn-ea"/>
                <a:cs typeface="Arial"/>
                <a:sym typeface="Arial"/>
                <a:rtl val="0"/>
              </a:rPr>
              <a:t>Substrate ↓ ▪  Stage →</a:t>
            </a:r>
          </a:p>
        </p:txBody>
      </p:sp>
      <p:sp>
        <p:nvSpPr>
          <p:cNvPr id="17" name="TextBox 16">
            <a:extLst>
              <a:ext uri="{FF2B5EF4-FFF2-40B4-BE49-F238E27FC236}">
                <a16:creationId xmlns:a16="http://schemas.microsoft.com/office/drawing/2014/main" id="{6F6C4931-1571-A750-E675-D0F598FF7018}"/>
              </a:ext>
            </a:extLst>
          </p:cNvPr>
          <p:cNvSpPr txBox="1"/>
          <p:nvPr/>
        </p:nvSpPr>
        <p:spPr>
          <a:xfrm>
            <a:off x="2406406" y="36999"/>
            <a:ext cx="1402335" cy="248641"/>
          </a:xfrm>
          <a:prstGeom prst="rect">
            <a:avLst/>
          </a:prstGeom>
          <a:noFill/>
        </p:spPr>
        <p:txBody>
          <a:bodyPr rot="0" spcFirstLastPara="0" vertOverflow="overflow" horzOverflow="overflow" vert="horz" wrap="none" lIns="63355" tIns="31678" rIns="63355" bIns="31678"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a:ln/>
                <a:solidFill>
                  <a:srgbClr val="000000"/>
                </a:solidFill>
                <a:effectLst/>
                <a:uLnTx/>
                <a:uFillTx/>
                <a:latin typeface="Arial"/>
                <a:ea typeface="+mn-ea"/>
                <a:cs typeface="Arial"/>
                <a:sym typeface="Arial"/>
                <a:rtl val="0"/>
              </a:rPr>
              <a:t>Input </a:t>
            </a:r>
            <a:r>
              <a:rPr kumimoji="0" lang="en-GB" sz="1200" b="1" i="0" u="none" strike="noStrike" kern="1200" cap="none" spc="0" normalizeH="0" baseline="0" noProof="0" dirty="0">
                <a:ln/>
                <a:solidFill>
                  <a:srgbClr val="000000"/>
                </a:solidFill>
                <a:effectLst/>
                <a:uLnTx/>
                <a:uFillTx/>
                <a:latin typeface="Arial"/>
                <a:ea typeface="+mn-ea"/>
                <a:cs typeface="Arial"/>
                <a:sym typeface="Symbol" panose="05050102010706020507" pitchFamily="18" charset="2"/>
                <a:rtl val="0"/>
              </a:rPr>
              <a:t> </a:t>
            </a:r>
            <a:r>
              <a:rPr kumimoji="0" lang="en-GB" sz="1200" b="1" i="0" u="none" strike="noStrike" kern="1200" cap="none" spc="0" normalizeH="0" baseline="0" noProof="0" dirty="0">
                <a:ln/>
                <a:solidFill>
                  <a:srgbClr val="000000"/>
                </a:solidFill>
                <a:effectLst/>
                <a:uLnTx/>
                <a:uFillTx/>
                <a:latin typeface="Arial"/>
                <a:ea typeface="+mn-ea"/>
                <a:cs typeface="Arial"/>
                <a:sym typeface="Arial"/>
                <a:rtl val="0"/>
              </a:rPr>
              <a:t>Interface</a:t>
            </a:r>
          </a:p>
        </p:txBody>
      </p:sp>
      <p:sp>
        <p:nvSpPr>
          <p:cNvPr id="18" name="TextBox 17">
            <a:extLst>
              <a:ext uri="{FF2B5EF4-FFF2-40B4-BE49-F238E27FC236}">
                <a16:creationId xmlns:a16="http://schemas.microsoft.com/office/drawing/2014/main" id="{07B38918-028B-3C42-15C7-049459ABDDD4}"/>
              </a:ext>
            </a:extLst>
          </p:cNvPr>
          <p:cNvSpPr txBox="1"/>
          <p:nvPr/>
        </p:nvSpPr>
        <p:spPr>
          <a:xfrm>
            <a:off x="7252232" y="293087"/>
            <a:ext cx="1472867" cy="217863"/>
          </a:xfrm>
          <a:prstGeom prst="rect">
            <a:avLst/>
          </a:prstGeom>
          <a:noFill/>
        </p:spPr>
        <p:txBody>
          <a:bodyPr rot="0" spcFirstLastPara="0" vertOverflow="overflow" horzOverflow="overflow" vert="horz" wrap="none" lIns="63355" tIns="31678" rIns="63355" bIns="31678"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solidFill>
                  <a:srgbClr val="000000"/>
                </a:solidFill>
                <a:effectLst/>
                <a:uLnTx/>
                <a:uFillTx/>
                <a:latin typeface="Arial"/>
                <a:ea typeface="+mn-ea"/>
                <a:cs typeface="Arial"/>
                <a:sym typeface="Symbol" panose="05050102010706020507" pitchFamily="18" charset="2"/>
                <a:rtl val="0"/>
              </a:rPr>
              <a:t>Activation component</a:t>
            </a:r>
            <a:endParaRPr kumimoji="0" lang="en-GB" sz="1000" b="1" i="0" u="none" strike="noStrike" kern="1200" cap="none" spc="0" normalizeH="0" baseline="0" noProof="0" dirty="0">
              <a:ln/>
              <a:solidFill>
                <a:srgbClr val="000000"/>
              </a:solidFill>
              <a:effectLst/>
              <a:uLnTx/>
              <a:uFillTx/>
              <a:latin typeface="Arial"/>
              <a:ea typeface="+mn-ea"/>
              <a:cs typeface="Arial"/>
              <a:sym typeface="Arial"/>
              <a:rtl val="0"/>
            </a:endParaRPr>
          </a:p>
        </p:txBody>
      </p:sp>
      <p:sp>
        <p:nvSpPr>
          <p:cNvPr id="19" name="TextBox 18">
            <a:extLst>
              <a:ext uri="{FF2B5EF4-FFF2-40B4-BE49-F238E27FC236}">
                <a16:creationId xmlns:a16="http://schemas.microsoft.com/office/drawing/2014/main" id="{03BF7A72-2013-50D2-BC03-90539697DE71}"/>
              </a:ext>
            </a:extLst>
          </p:cNvPr>
          <p:cNvSpPr txBox="1"/>
          <p:nvPr/>
        </p:nvSpPr>
        <p:spPr>
          <a:xfrm>
            <a:off x="10252919" y="-1127"/>
            <a:ext cx="1530575" cy="248641"/>
          </a:xfrm>
          <a:prstGeom prst="rect">
            <a:avLst/>
          </a:prstGeom>
          <a:noFill/>
        </p:spPr>
        <p:txBody>
          <a:bodyPr rot="0" spcFirstLastPara="0" vertOverflow="overflow" horzOverflow="overflow" vert="horz" wrap="none" lIns="63355" tIns="31678" rIns="63355" bIns="31678"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a:ln/>
                <a:solidFill>
                  <a:srgbClr val="000000"/>
                </a:solidFill>
                <a:effectLst/>
                <a:uLnTx/>
                <a:uFillTx/>
                <a:latin typeface="Arial"/>
                <a:ea typeface="+mn-ea"/>
                <a:cs typeface="Arial"/>
                <a:sym typeface="Arial"/>
                <a:rtl val="0"/>
              </a:rPr>
              <a:t>Output </a:t>
            </a:r>
            <a:r>
              <a:rPr kumimoji="0" lang="en-GB" sz="1200" b="1" i="0" u="none" strike="noStrike" kern="1200" cap="none" spc="0" normalizeH="0" baseline="0" noProof="0" dirty="0">
                <a:ln/>
                <a:solidFill>
                  <a:srgbClr val="000000"/>
                </a:solidFill>
                <a:effectLst/>
                <a:uLnTx/>
                <a:uFillTx/>
                <a:latin typeface="Arial"/>
                <a:ea typeface="+mn-ea"/>
                <a:cs typeface="Arial"/>
                <a:sym typeface="Symbol" panose="05050102010706020507" pitchFamily="18" charset="2"/>
                <a:rtl val="0"/>
              </a:rPr>
              <a:t> </a:t>
            </a:r>
            <a:r>
              <a:rPr kumimoji="0" lang="en-GB" sz="1200" b="1" i="0" u="none" strike="noStrike" kern="1200" cap="none" spc="0" normalizeH="0" baseline="0" noProof="0" dirty="0">
                <a:ln/>
                <a:solidFill>
                  <a:srgbClr val="000000"/>
                </a:solidFill>
                <a:effectLst/>
                <a:uLnTx/>
                <a:uFillTx/>
                <a:latin typeface="Arial"/>
                <a:ea typeface="+mn-ea"/>
                <a:cs typeface="Arial"/>
                <a:sym typeface="Arial"/>
                <a:rtl val="0"/>
              </a:rPr>
              <a:t>Interface</a:t>
            </a:r>
          </a:p>
        </p:txBody>
      </p:sp>
      <p:sp>
        <p:nvSpPr>
          <p:cNvPr id="20" name="TextBox 19">
            <a:extLst>
              <a:ext uri="{FF2B5EF4-FFF2-40B4-BE49-F238E27FC236}">
                <a16:creationId xmlns:a16="http://schemas.microsoft.com/office/drawing/2014/main" id="{4FA6E2AD-DCCA-1680-EE2D-864EDD147BE9}"/>
              </a:ext>
            </a:extLst>
          </p:cNvPr>
          <p:cNvSpPr txBox="1"/>
          <p:nvPr/>
        </p:nvSpPr>
        <p:spPr>
          <a:xfrm>
            <a:off x="6214404" y="-41974"/>
            <a:ext cx="1650800" cy="248641"/>
          </a:xfrm>
          <a:prstGeom prst="rect">
            <a:avLst/>
          </a:prstGeom>
          <a:noFill/>
        </p:spPr>
        <p:txBody>
          <a:bodyPr rot="0" spcFirstLastPara="0" vertOverflow="overflow" horzOverflow="overflow" vert="horz" wrap="none" lIns="63355" tIns="31678" rIns="63355" bIns="31678"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a:ln/>
                <a:solidFill>
                  <a:srgbClr val="000000"/>
                </a:solidFill>
                <a:effectLst/>
                <a:uLnTx/>
                <a:uFillTx/>
                <a:latin typeface="Arial"/>
                <a:ea typeface="+mn-ea"/>
                <a:cs typeface="Arial"/>
                <a:sym typeface="Arial"/>
                <a:rtl val="0"/>
              </a:rPr>
              <a:t>Neuron Components</a:t>
            </a:r>
          </a:p>
        </p:txBody>
      </p:sp>
      <p:cxnSp>
        <p:nvCxnSpPr>
          <p:cNvPr id="21" name="Straight Connector 20">
            <a:extLst>
              <a:ext uri="{FF2B5EF4-FFF2-40B4-BE49-F238E27FC236}">
                <a16:creationId xmlns:a16="http://schemas.microsoft.com/office/drawing/2014/main" id="{2AB3C0FF-E5A3-4D46-8043-6C32C04BA3E6}"/>
              </a:ext>
            </a:extLst>
          </p:cNvPr>
          <p:cNvCxnSpPr>
            <a:cxnSpLocks/>
          </p:cNvCxnSpPr>
          <p:nvPr/>
        </p:nvCxnSpPr>
        <p:spPr>
          <a:xfrm>
            <a:off x="34139" y="647339"/>
            <a:ext cx="12157861" cy="32349"/>
          </a:xfrm>
          <a:prstGeom prst="line">
            <a:avLst/>
          </a:prstGeom>
          <a:ln w="6350">
            <a:solidFill>
              <a:schemeClr val="accent2">
                <a:lumMod val="50000"/>
                <a:alpha val="33000"/>
              </a:schemeClr>
            </a:solidFill>
          </a:ln>
        </p:spPr>
        <p:style>
          <a:lnRef idx="2">
            <a:schemeClr val="accent1"/>
          </a:lnRef>
          <a:fillRef idx="0">
            <a:schemeClr val="accent1"/>
          </a:fillRef>
          <a:effectRef idx="1">
            <a:schemeClr val="accent1"/>
          </a:effectRef>
          <a:fontRef idx="minor">
            <a:schemeClr val="tx1"/>
          </a:fontRef>
        </p:style>
      </p:cxnSp>
      <p:grpSp>
        <p:nvGrpSpPr>
          <p:cNvPr id="22" name="Group 21">
            <a:extLst>
              <a:ext uri="{FF2B5EF4-FFF2-40B4-BE49-F238E27FC236}">
                <a16:creationId xmlns:a16="http://schemas.microsoft.com/office/drawing/2014/main" id="{42EABDE7-6BE4-B815-9BEB-3D63E3C1747D}"/>
              </a:ext>
            </a:extLst>
          </p:cNvPr>
          <p:cNvGrpSpPr/>
          <p:nvPr/>
        </p:nvGrpSpPr>
        <p:grpSpPr>
          <a:xfrm>
            <a:off x="4456194" y="305329"/>
            <a:ext cx="135810" cy="216486"/>
            <a:chOff x="2235570" y="366714"/>
            <a:chExt cx="82161" cy="130967"/>
          </a:xfrm>
        </p:grpSpPr>
        <p:cxnSp>
          <p:nvCxnSpPr>
            <p:cNvPr id="23" name="Straight Connector 22">
              <a:extLst>
                <a:ext uri="{FF2B5EF4-FFF2-40B4-BE49-F238E27FC236}">
                  <a16:creationId xmlns:a16="http://schemas.microsoft.com/office/drawing/2014/main" id="{64CF5F3B-655C-CF09-EB24-5C880B7F5B08}"/>
                </a:ext>
              </a:extLst>
            </p:cNvPr>
            <p:cNvCxnSpPr>
              <a:cxnSpLocks/>
            </p:cNvCxnSpPr>
            <p:nvPr/>
          </p:nvCxnSpPr>
          <p:spPr>
            <a:xfrm>
              <a:off x="2235572" y="366714"/>
              <a:ext cx="82159" cy="69842"/>
            </a:xfrm>
            <a:prstGeom prst="line">
              <a:avLst/>
            </a:prstGeom>
            <a:ln w="6350">
              <a:solidFill>
                <a:schemeClr val="accent2">
                  <a:lumMod val="50000"/>
                  <a:alpha val="33000"/>
                </a:schemeClr>
              </a:solidFill>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8EDCB0B8-F1B5-F33C-B823-69E60E300A65}"/>
                </a:ext>
              </a:extLst>
            </p:cNvPr>
            <p:cNvCxnSpPr>
              <a:cxnSpLocks/>
            </p:cNvCxnSpPr>
            <p:nvPr/>
          </p:nvCxnSpPr>
          <p:spPr>
            <a:xfrm flipV="1">
              <a:off x="2235570" y="436556"/>
              <a:ext cx="82161" cy="61125"/>
            </a:xfrm>
            <a:prstGeom prst="line">
              <a:avLst/>
            </a:prstGeom>
            <a:ln w="6350">
              <a:solidFill>
                <a:schemeClr val="accent2">
                  <a:lumMod val="50000"/>
                  <a:alpha val="33000"/>
                </a:schemeClr>
              </a:solidFill>
            </a:ln>
          </p:spPr>
          <p:style>
            <a:lnRef idx="2">
              <a:schemeClr val="accent1"/>
            </a:lnRef>
            <a:fillRef idx="0">
              <a:schemeClr val="accent1"/>
            </a:fillRef>
            <a:effectRef idx="1">
              <a:schemeClr val="accent1"/>
            </a:effectRef>
            <a:fontRef idx="minor">
              <a:schemeClr val="tx1"/>
            </a:fontRef>
          </p:style>
        </p:cxnSp>
      </p:grpSp>
      <p:cxnSp>
        <p:nvCxnSpPr>
          <p:cNvPr id="25" name="Straight Connector 24">
            <a:extLst>
              <a:ext uri="{FF2B5EF4-FFF2-40B4-BE49-F238E27FC236}">
                <a16:creationId xmlns:a16="http://schemas.microsoft.com/office/drawing/2014/main" id="{CD18D8FF-17B0-8341-4999-24BA7E14D741}"/>
              </a:ext>
            </a:extLst>
          </p:cNvPr>
          <p:cNvCxnSpPr>
            <a:cxnSpLocks/>
          </p:cNvCxnSpPr>
          <p:nvPr/>
        </p:nvCxnSpPr>
        <p:spPr>
          <a:xfrm>
            <a:off x="4456194" y="14192"/>
            <a:ext cx="0" cy="291138"/>
          </a:xfrm>
          <a:prstGeom prst="line">
            <a:avLst/>
          </a:prstGeom>
          <a:ln w="6350">
            <a:solidFill>
              <a:schemeClr val="accent2">
                <a:lumMod val="50000"/>
                <a:alpha val="33000"/>
              </a:schemeClr>
            </a:solidFill>
          </a:ln>
        </p:spPr>
        <p:style>
          <a:lnRef idx="2">
            <a:schemeClr val="accent1"/>
          </a:lnRef>
          <a:fillRef idx="0">
            <a:schemeClr val="accent1"/>
          </a:fillRef>
          <a:effectRef idx="1">
            <a:schemeClr val="accent1"/>
          </a:effectRef>
          <a:fontRef idx="minor">
            <a:schemeClr val="tx1"/>
          </a:fontRef>
        </p:style>
      </p:cxnSp>
      <p:grpSp>
        <p:nvGrpSpPr>
          <p:cNvPr id="26" name="Group 25">
            <a:extLst>
              <a:ext uri="{FF2B5EF4-FFF2-40B4-BE49-F238E27FC236}">
                <a16:creationId xmlns:a16="http://schemas.microsoft.com/office/drawing/2014/main" id="{24F13260-D774-B6EB-C755-BAF87AEF5CDD}"/>
              </a:ext>
            </a:extLst>
          </p:cNvPr>
          <p:cNvGrpSpPr/>
          <p:nvPr/>
        </p:nvGrpSpPr>
        <p:grpSpPr>
          <a:xfrm>
            <a:off x="4638637" y="169927"/>
            <a:ext cx="1731496" cy="430887"/>
            <a:chOff x="1999055" y="106448"/>
            <a:chExt cx="1047500" cy="260673"/>
          </a:xfrm>
        </p:grpSpPr>
        <p:sp>
          <p:nvSpPr>
            <p:cNvPr id="27" name="TextBox 26">
              <a:extLst>
                <a:ext uri="{FF2B5EF4-FFF2-40B4-BE49-F238E27FC236}">
                  <a16:creationId xmlns:a16="http://schemas.microsoft.com/office/drawing/2014/main" id="{49499B8E-4C18-2B68-7FB4-A3D582596614}"/>
                </a:ext>
              </a:extLst>
            </p:cNvPr>
            <p:cNvSpPr txBox="1"/>
            <p:nvPr/>
          </p:nvSpPr>
          <p:spPr>
            <a:xfrm>
              <a:off x="1999055" y="194277"/>
              <a:ext cx="606896" cy="131800"/>
            </a:xfrm>
            <a:prstGeom prst="rect">
              <a:avLst/>
            </a:prstGeom>
            <a:noFill/>
          </p:spPr>
          <p:txBody>
            <a:bodyPr rot="0" spcFirstLastPara="0" vertOverflow="overflow" horzOverflow="overflow" vert="horz" wrap="none" lIns="63355" tIns="31678" rIns="63355" bIns="31678"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solidFill>
                    <a:srgbClr val="000000"/>
                  </a:solidFill>
                  <a:effectLst/>
                  <a:uLnTx/>
                  <a:uFillTx/>
                  <a:latin typeface="Arial"/>
                  <a:ea typeface="+mn-ea"/>
                  <a:cs typeface="Arial"/>
                  <a:sym typeface="Arial"/>
                  <a:rtl val="0"/>
                </a:rPr>
                <a:t>Weighted </a:t>
              </a:r>
              <a:r>
                <a:rPr kumimoji="0" lang="en-GB" sz="1000" b="1" i="0" u="none" strike="noStrike" kern="1200" cap="none" spc="0" normalizeH="0" baseline="0" noProof="0" dirty="0">
                  <a:ln/>
                  <a:solidFill>
                    <a:srgbClr val="000000"/>
                  </a:solidFill>
                  <a:effectLst/>
                  <a:uLnTx/>
                  <a:uFillTx/>
                  <a:latin typeface="Arial"/>
                  <a:ea typeface="+mn-ea"/>
                  <a:cs typeface="Arial"/>
                  <a:sym typeface="Symbol" panose="05050102010706020507" pitchFamily="18" charset="2"/>
                  <a:rtl val="0"/>
                </a:rPr>
                <a:t>sum</a:t>
              </a:r>
              <a:endParaRPr kumimoji="0" lang="en-GB" sz="1000" b="1" i="0" u="none" strike="noStrike" kern="1200" cap="none" spc="0" normalizeH="0" baseline="0" noProof="0" dirty="0">
                <a:ln/>
                <a:solidFill>
                  <a:srgbClr val="000000"/>
                </a:solidFill>
                <a:effectLst/>
                <a:uLnTx/>
                <a:uFillTx/>
                <a:latin typeface="Arial"/>
                <a:ea typeface="+mn-ea"/>
                <a:cs typeface="Arial"/>
                <a:sym typeface="Arial"/>
                <a:rtl val="0"/>
              </a:endParaRPr>
            </a:p>
          </p:txBody>
        </p: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80B47CA9-4ED8-7D91-0F1E-7B249264E685}"/>
                    </a:ext>
                  </a:extLst>
                </p:cNvPr>
                <p:cNvSpPr txBox="1"/>
                <p:nvPr/>
              </p:nvSpPr>
              <p:spPr>
                <a:xfrm>
                  <a:off x="2623853" y="106448"/>
                  <a:ext cx="422702" cy="260673"/>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en-GB" sz="1050" b="0" i="1" u="none" strike="noStrike" kern="1200" cap="none" spc="0" normalizeH="0" baseline="0" noProof="0">
                          <a:ln>
                            <a:noFill/>
                          </a:ln>
                          <a:solidFill>
                            <a:prstClr val="white">
                              <a:lumMod val="50000"/>
                            </a:prstClr>
                          </a:solidFill>
                          <a:effectLst/>
                          <a:uLnTx/>
                          <a:uFillTx/>
                          <a:latin typeface="Cambria Math" panose="02040503050406030204" pitchFamily="18" charset="0"/>
                          <a:ea typeface="+mn-ea"/>
                          <a:cs typeface="+mn-cs"/>
                        </a:rPr>
                        <m:t>𝑦</m:t>
                      </m:r>
                      <m:r>
                        <a:rPr kumimoji="0" lang="en-GB" sz="1050" b="0" i="1" u="none" strike="noStrike" kern="1200" cap="none" spc="0" normalizeH="0" baseline="0" noProof="0">
                          <a:ln>
                            <a:noFill/>
                          </a:ln>
                          <a:solidFill>
                            <a:prstClr val="white">
                              <a:lumMod val="50000"/>
                            </a:prstClr>
                          </a:solidFill>
                          <a:effectLst/>
                          <a:uLnTx/>
                          <a:uFillTx/>
                          <a:latin typeface="Cambria Math" panose="02040503050406030204" pitchFamily="18" charset="0"/>
                          <a:ea typeface="+mn-ea"/>
                          <a:cs typeface="+mn-cs"/>
                        </a:rPr>
                        <m:t>=</m:t>
                      </m:r>
                      <m:nary>
                        <m:naryPr>
                          <m:chr m:val="∑"/>
                          <m:subHide m:val="on"/>
                          <m:supHide m:val="on"/>
                          <m:ctrlPr>
                            <a:rPr kumimoji="0" lang="en-GB" sz="1050" b="0" i="1" u="none" strike="noStrike" kern="1200" cap="none" spc="0" normalizeH="0" baseline="0" noProof="0">
                              <a:ln>
                                <a:noFill/>
                              </a:ln>
                              <a:solidFill>
                                <a:prstClr val="white">
                                  <a:lumMod val="50000"/>
                                </a:prstClr>
                              </a:solidFill>
                              <a:effectLst/>
                              <a:uLnTx/>
                              <a:uFillTx/>
                              <a:latin typeface="Cambria Math" panose="02040503050406030204" pitchFamily="18" charset="0"/>
                              <a:ea typeface="+mn-ea"/>
                              <a:cs typeface="+mn-cs"/>
                            </a:rPr>
                          </m:ctrlPr>
                        </m:naryPr>
                        <m:sub/>
                        <m:sup/>
                        <m:e>
                          <m:sSub>
                            <m:sSubPr>
                              <m:ctrlPr>
                                <a:rPr kumimoji="0" lang="en-GB" sz="1050" b="0" i="1" u="none" strike="noStrike" kern="1200" cap="none" spc="0" normalizeH="0" baseline="0" noProof="0">
                                  <a:ln>
                                    <a:noFill/>
                                  </a:ln>
                                  <a:solidFill>
                                    <a:prstClr val="white">
                                      <a:lumMod val="50000"/>
                                    </a:prstClr>
                                  </a:solidFill>
                                  <a:effectLst/>
                                  <a:uLnTx/>
                                  <a:uFillTx/>
                                  <a:latin typeface="Cambria Math" panose="02040503050406030204" pitchFamily="18" charset="0"/>
                                  <a:ea typeface="Cambria Math" panose="02040503050406030204" pitchFamily="18" charset="0"/>
                                  <a:cs typeface="+mn-cs"/>
                                </a:rPr>
                              </m:ctrlPr>
                            </m:sSubPr>
                            <m:e>
                              <m:r>
                                <a:rPr kumimoji="0" lang="en-GB" sz="1050" b="0" i="1" u="none" strike="noStrike" kern="1200" cap="none" spc="0" normalizeH="0" baseline="0" noProof="0">
                                  <a:ln>
                                    <a:noFill/>
                                  </a:ln>
                                  <a:solidFill>
                                    <a:prstClr val="white">
                                      <a:lumMod val="50000"/>
                                    </a:prstClr>
                                  </a:solidFill>
                                  <a:effectLst/>
                                  <a:uLnTx/>
                                  <a:uFillTx/>
                                  <a:latin typeface="Cambria Math" panose="02040503050406030204" pitchFamily="18" charset="0"/>
                                  <a:ea typeface="Cambria Math" panose="02040503050406030204" pitchFamily="18" charset="0"/>
                                  <a:cs typeface="+mn-cs"/>
                                </a:rPr>
                                <m:t>𝜔</m:t>
                              </m:r>
                            </m:e>
                            <m:sub>
                              <m:r>
                                <a:rPr kumimoji="0" lang="en-GB" sz="1050" b="0" i="1" u="none" strike="noStrike" kern="1200" cap="none" spc="0" normalizeH="0" baseline="0" noProof="0">
                                  <a:ln>
                                    <a:noFill/>
                                  </a:ln>
                                  <a:solidFill>
                                    <a:prstClr val="white">
                                      <a:lumMod val="50000"/>
                                    </a:prstClr>
                                  </a:solidFill>
                                  <a:effectLst/>
                                  <a:uLnTx/>
                                  <a:uFillTx/>
                                  <a:latin typeface="Cambria Math" panose="02040503050406030204" pitchFamily="18" charset="0"/>
                                  <a:ea typeface="+mn-ea"/>
                                  <a:cs typeface="+mn-cs"/>
                                </a:rPr>
                                <m:t>𝑖</m:t>
                              </m:r>
                            </m:sub>
                          </m:sSub>
                          <m:sSub>
                            <m:sSubPr>
                              <m:ctrlPr>
                                <a:rPr kumimoji="0" lang="en-GB" sz="1050" b="0" i="1" u="none" strike="noStrike" kern="1200" cap="none" spc="0" normalizeH="0" baseline="0" noProof="0">
                                  <a:ln>
                                    <a:noFill/>
                                  </a:ln>
                                  <a:solidFill>
                                    <a:prstClr val="white">
                                      <a:lumMod val="50000"/>
                                    </a:prstClr>
                                  </a:solidFill>
                                  <a:effectLst/>
                                  <a:uLnTx/>
                                  <a:uFillTx/>
                                  <a:latin typeface="Cambria Math" panose="02040503050406030204" pitchFamily="18" charset="0"/>
                                  <a:ea typeface="+mn-ea"/>
                                  <a:cs typeface="+mn-cs"/>
                                </a:rPr>
                              </m:ctrlPr>
                            </m:sSubPr>
                            <m:e>
                              <m:r>
                                <a:rPr kumimoji="0" lang="en-GB" sz="1050" b="0" i="1" u="none" strike="noStrike" kern="1200" cap="none" spc="0" normalizeH="0" baseline="0" noProof="0">
                                  <a:ln>
                                    <a:noFill/>
                                  </a:ln>
                                  <a:solidFill>
                                    <a:prstClr val="white">
                                      <a:lumMod val="50000"/>
                                    </a:prstClr>
                                  </a:solidFill>
                                  <a:effectLst/>
                                  <a:uLnTx/>
                                  <a:uFillTx/>
                                  <a:latin typeface="Cambria Math" panose="02040503050406030204" pitchFamily="18" charset="0"/>
                                  <a:ea typeface="+mn-ea"/>
                                  <a:cs typeface="+mn-cs"/>
                                </a:rPr>
                                <m:t>𝑥</m:t>
                              </m:r>
                            </m:e>
                            <m:sub>
                              <m:r>
                                <a:rPr kumimoji="0" lang="en-GB" sz="1050" b="0" i="1" u="none" strike="noStrike" kern="1200" cap="none" spc="0" normalizeH="0" baseline="0" noProof="0">
                                  <a:ln>
                                    <a:noFill/>
                                  </a:ln>
                                  <a:solidFill>
                                    <a:prstClr val="white">
                                      <a:lumMod val="50000"/>
                                    </a:prstClr>
                                  </a:solidFill>
                                  <a:effectLst/>
                                  <a:uLnTx/>
                                  <a:uFillTx/>
                                  <a:latin typeface="Cambria Math" panose="02040503050406030204" pitchFamily="18" charset="0"/>
                                  <a:ea typeface="+mn-ea"/>
                                  <a:cs typeface="+mn-cs"/>
                                </a:rPr>
                                <m:t>𝑖</m:t>
                              </m:r>
                            </m:sub>
                          </m:sSub>
                        </m:e>
                      </m:nary>
                    </m:oMath>
                  </a14:m>
                  <a:r>
                    <a:rPr kumimoji="0" lang="en-GB" sz="2800" b="0" i="0" u="none" strike="noStrike" kern="1200" cap="none" spc="0" normalizeH="0" baseline="0" noProof="0" dirty="0">
                      <a:ln>
                        <a:noFill/>
                      </a:ln>
                      <a:solidFill>
                        <a:prstClr val="white">
                          <a:lumMod val="50000"/>
                        </a:prstClr>
                      </a:solidFill>
                      <a:effectLst/>
                      <a:uLnTx/>
                      <a:uFillTx/>
                      <a:latin typeface="Aptos" panose="02110004020202020204"/>
                      <a:ea typeface="+mn-ea"/>
                      <a:cs typeface="+mn-cs"/>
                    </a:rPr>
                    <a:t> </a:t>
                  </a:r>
                </a:p>
              </p:txBody>
            </p:sp>
          </mc:Choice>
          <mc:Fallback xmlns="">
            <p:sp>
              <p:nvSpPr>
                <p:cNvPr id="28" name="TextBox 27">
                  <a:extLst>
                    <a:ext uri="{FF2B5EF4-FFF2-40B4-BE49-F238E27FC236}">
                      <a16:creationId xmlns:a16="http://schemas.microsoft.com/office/drawing/2014/main" id="{80B47CA9-4ED8-7D91-0F1E-7B249264E685}"/>
                    </a:ext>
                  </a:extLst>
                </p:cNvPr>
                <p:cNvSpPr txBox="1">
                  <a:spLocks noRot="1" noChangeAspect="1" noMove="1" noResize="1" noEditPoints="1" noAdjustHandles="1" noChangeArrowheads="1" noChangeShapeType="1" noTextEdit="1"/>
                </p:cNvSpPr>
                <p:nvPr/>
              </p:nvSpPr>
              <p:spPr>
                <a:xfrm>
                  <a:off x="2623853" y="106448"/>
                  <a:ext cx="422702" cy="260673"/>
                </a:xfrm>
                <a:prstGeom prst="rect">
                  <a:avLst/>
                </a:prstGeom>
                <a:blipFill>
                  <a:blip r:embed="rId2"/>
                  <a:stretch>
                    <a:fillRect/>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1CEF9230-CDA5-170D-34BE-28AD746BDE95}"/>
                  </a:ext>
                </a:extLst>
              </p:cNvPr>
              <p:cNvSpPr txBox="1"/>
              <p:nvPr/>
            </p:nvSpPr>
            <p:spPr>
              <a:xfrm>
                <a:off x="8757420" y="326478"/>
                <a:ext cx="298543" cy="161584"/>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kumimoji="0" lang="en-GB" sz="1050" b="0" i="1" u="none" strike="noStrike" kern="1200" cap="none" spc="0" normalizeH="0" baseline="0" noProof="0">
                          <a:ln>
                            <a:noFill/>
                          </a:ln>
                          <a:solidFill>
                            <a:prstClr val="white">
                              <a:lumMod val="50000"/>
                            </a:prstClr>
                          </a:solidFill>
                          <a:effectLst/>
                          <a:uLnTx/>
                          <a:uFillTx/>
                          <a:latin typeface="Cambria Math" panose="02040503050406030204" pitchFamily="18" charset="0"/>
                          <a:ea typeface="Cambria Math" panose="02040503050406030204" pitchFamily="18" charset="0"/>
                          <a:cs typeface="+mn-cs"/>
                        </a:rPr>
                        <m:t>𝜎</m:t>
                      </m:r>
                      <m:d>
                        <m:dPr>
                          <m:ctrlPr>
                            <a:rPr kumimoji="0" lang="en-GB" sz="1050" b="0" i="1" u="none" strike="noStrike" kern="1200" cap="none" spc="0" normalizeH="0" baseline="0" noProof="0">
                              <a:ln>
                                <a:noFill/>
                              </a:ln>
                              <a:solidFill>
                                <a:prstClr val="white">
                                  <a:lumMod val="50000"/>
                                </a:prstClr>
                              </a:solidFill>
                              <a:effectLst/>
                              <a:uLnTx/>
                              <a:uFillTx/>
                              <a:latin typeface="Cambria Math" panose="02040503050406030204" pitchFamily="18" charset="0"/>
                              <a:ea typeface="Cambria Math" panose="02040503050406030204" pitchFamily="18" charset="0"/>
                              <a:cs typeface="+mn-cs"/>
                            </a:rPr>
                          </m:ctrlPr>
                        </m:dPr>
                        <m:e>
                          <m:r>
                            <a:rPr kumimoji="0" lang="en-GB" sz="1050" b="0" i="1" u="none" strike="noStrike" kern="1200" cap="none" spc="0" normalizeH="0" baseline="0" noProof="0">
                              <a:ln>
                                <a:noFill/>
                              </a:ln>
                              <a:solidFill>
                                <a:prstClr val="white">
                                  <a:lumMod val="50000"/>
                                </a:prstClr>
                              </a:solidFill>
                              <a:effectLst/>
                              <a:uLnTx/>
                              <a:uFillTx/>
                              <a:latin typeface="Cambria Math" panose="02040503050406030204" pitchFamily="18" charset="0"/>
                              <a:ea typeface="Cambria Math" panose="02040503050406030204" pitchFamily="18" charset="0"/>
                              <a:cs typeface="+mn-cs"/>
                            </a:rPr>
                            <m:t>𝑦</m:t>
                          </m:r>
                        </m:e>
                      </m:d>
                    </m:oMath>
                  </m:oMathPara>
                </a14:m>
                <a:endParaRPr kumimoji="0" lang="en-GB" sz="2800" b="0" i="0" u="none" strike="noStrike" kern="1200" cap="none" spc="0" normalizeH="0" baseline="0" noProof="0" dirty="0">
                  <a:ln>
                    <a:noFill/>
                  </a:ln>
                  <a:solidFill>
                    <a:prstClr val="white">
                      <a:lumMod val="50000"/>
                    </a:prstClr>
                  </a:solidFill>
                  <a:effectLst/>
                  <a:uLnTx/>
                  <a:uFillTx/>
                  <a:latin typeface="Aptos" panose="02110004020202020204"/>
                  <a:ea typeface="+mn-ea"/>
                  <a:cs typeface="+mn-cs"/>
                </a:endParaRPr>
              </a:p>
            </p:txBody>
          </p:sp>
        </mc:Choice>
        <mc:Fallback xmlns="">
          <p:sp>
            <p:nvSpPr>
              <p:cNvPr id="29" name="TextBox 28">
                <a:extLst>
                  <a:ext uri="{FF2B5EF4-FFF2-40B4-BE49-F238E27FC236}">
                    <a16:creationId xmlns:a16="http://schemas.microsoft.com/office/drawing/2014/main" id="{1CEF9230-CDA5-170D-34BE-28AD746BDE95}"/>
                  </a:ext>
                </a:extLst>
              </p:cNvPr>
              <p:cNvSpPr txBox="1">
                <a:spLocks noRot="1" noChangeAspect="1" noMove="1" noResize="1" noEditPoints="1" noAdjustHandles="1" noChangeArrowheads="1" noChangeShapeType="1" noTextEdit="1"/>
              </p:cNvSpPr>
              <p:nvPr/>
            </p:nvSpPr>
            <p:spPr>
              <a:xfrm>
                <a:off x="8757420" y="326478"/>
                <a:ext cx="298543" cy="161584"/>
              </a:xfrm>
              <a:prstGeom prst="rect">
                <a:avLst/>
              </a:prstGeom>
              <a:blipFill>
                <a:blip r:embed="rId3"/>
                <a:stretch>
                  <a:fillRect l="-8163" b="-2692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D6755271-93A5-6931-20DF-C27D7D2500A4}"/>
                  </a:ext>
                </a:extLst>
              </p:cNvPr>
              <p:cNvSpPr txBox="1"/>
              <p:nvPr/>
            </p:nvSpPr>
            <p:spPr>
              <a:xfrm>
                <a:off x="10459968" y="266428"/>
                <a:ext cx="919739" cy="391326"/>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kumimoji="0" lang="en-GB" sz="105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𝑧</m:t>
                      </m:r>
                      <m:r>
                        <a:rPr kumimoji="0" lang="en-GB" sz="105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GB" sz="105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𝜎</m:t>
                      </m:r>
                      <m:r>
                        <a:rPr kumimoji="0" lang="en-GB" sz="105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nary>
                        <m:naryPr>
                          <m:chr m:val="∑"/>
                          <m:subHide m:val="on"/>
                          <m:supHide m:val="on"/>
                          <m:ctrlPr>
                            <a:rPr kumimoji="0" lang="en-GB" sz="105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naryPr>
                        <m:sub/>
                        <m:sup/>
                        <m:e>
                          <m:sSub>
                            <m:sSubPr>
                              <m:ctrlPr>
                                <a:rPr kumimoji="0" lang="en-GB" sz="105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ctrlPr>
                            </m:sSubPr>
                            <m:e>
                              <m:r>
                                <a:rPr kumimoji="0" lang="en-GB" sz="105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𝜔</m:t>
                              </m:r>
                            </m:e>
                            <m:sub>
                              <m:r>
                                <a:rPr kumimoji="0" lang="en-GB" sz="105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𝑖</m:t>
                              </m:r>
                            </m:sub>
                          </m:sSub>
                          <m:sSub>
                            <m:sSubPr>
                              <m:ctrlPr>
                                <a:rPr kumimoji="0" lang="en-GB" sz="105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r>
                                <a:rPr kumimoji="0" lang="en-GB" sz="105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𝑥</m:t>
                              </m:r>
                            </m:e>
                            <m:sub>
                              <m:r>
                                <a:rPr kumimoji="0" lang="en-GB" sz="105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𝑖</m:t>
                              </m:r>
                            </m:sub>
                          </m:sSub>
                        </m:e>
                      </m:nary>
                      <m:r>
                        <a:rPr kumimoji="0" lang="en-GB" sz="105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oMath>
                  </m:oMathPara>
                </a14:m>
                <a:endParaRPr kumimoji="0" lang="en-GB" sz="2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mc:Choice>
        <mc:Fallback xmlns="">
          <p:sp>
            <p:nvSpPr>
              <p:cNvPr id="30" name="TextBox 29">
                <a:extLst>
                  <a:ext uri="{FF2B5EF4-FFF2-40B4-BE49-F238E27FC236}">
                    <a16:creationId xmlns:a16="http://schemas.microsoft.com/office/drawing/2014/main" id="{D6755271-93A5-6931-20DF-C27D7D2500A4}"/>
                  </a:ext>
                </a:extLst>
              </p:cNvPr>
              <p:cNvSpPr txBox="1">
                <a:spLocks noRot="1" noChangeAspect="1" noMove="1" noResize="1" noEditPoints="1" noAdjustHandles="1" noChangeArrowheads="1" noChangeShapeType="1" noTextEdit="1"/>
              </p:cNvSpPr>
              <p:nvPr/>
            </p:nvSpPr>
            <p:spPr>
              <a:xfrm>
                <a:off x="10459968" y="266428"/>
                <a:ext cx="919739" cy="391326"/>
              </a:xfrm>
              <a:prstGeom prst="rect">
                <a:avLst/>
              </a:prstGeom>
              <a:blipFill>
                <a:blip r:embed="rId4"/>
                <a:stretch>
                  <a:fillRect l="-13245" t="-153125" r="-72848" b="-207813"/>
                </a:stretch>
              </a:blipFill>
            </p:spPr>
            <p:txBody>
              <a:bodyPr/>
              <a:lstStyle/>
              <a:p>
                <a:r>
                  <a:rPr lang="en-US">
                    <a:noFill/>
                  </a:rPr>
                  <a:t> </a:t>
                </a:r>
              </a:p>
            </p:txBody>
          </p:sp>
        </mc:Fallback>
      </mc:AlternateContent>
      <p:sp>
        <p:nvSpPr>
          <p:cNvPr id="31" name="TextBox 30">
            <a:extLst>
              <a:ext uri="{FF2B5EF4-FFF2-40B4-BE49-F238E27FC236}">
                <a16:creationId xmlns:a16="http://schemas.microsoft.com/office/drawing/2014/main" id="{59A168FC-0C02-9282-20F9-A8734300599E}"/>
              </a:ext>
            </a:extLst>
          </p:cNvPr>
          <p:cNvSpPr txBox="1"/>
          <p:nvPr/>
        </p:nvSpPr>
        <p:spPr>
          <a:xfrm>
            <a:off x="-41076" y="669192"/>
            <a:ext cx="1087158" cy="24622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a:ln>
                  <a:noFill/>
                </a:ln>
                <a:solidFill>
                  <a:srgbClr val="E97132">
                    <a:lumMod val="50000"/>
                  </a:srgbClr>
                </a:solidFill>
                <a:effectLst/>
                <a:uLnTx/>
                <a:uFillTx/>
                <a:latin typeface="Arial" panose="020B0604020202020204" pitchFamily="34" charset="0"/>
                <a:ea typeface="+mn-ea"/>
                <a:cs typeface="Arial" panose="020B0604020202020204" pitchFamily="34" charset="0"/>
              </a:rPr>
              <a:t>▪</a:t>
            </a:r>
            <a:r>
              <a:rPr kumimoji="0" lang="en-GB" sz="1000" b="0" i="0" u="none" strike="noStrike" kern="1200" cap="none" spc="0" normalizeH="0" baseline="0" noProof="0" dirty="0">
                <a:ln>
                  <a:noFill/>
                </a:ln>
                <a:solidFill>
                  <a:prstClr val="white">
                    <a:lumMod val="50000"/>
                  </a:prstClr>
                </a:solidFill>
                <a:effectLst/>
                <a:uLnTx/>
                <a:uFillTx/>
                <a:latin typeface="Arial" panose="020B0604020202020204" pitchFamily="34" charset="0"/>
                <a:ea typeface="+mn-ea"/>
                <a:cs typeface="Arial" panose="020B0604020202020204" pitchFamily="34" charset="0"/>
              </a:rPr>
              <a:t>  </a:t>
            </a:r>
            <a:r>
              <a:rPr kumimoji="0" lang="en-GB" sz="1000" b="0" i="0" u="none" strike="noStrike" kern="1200" cap="none" spc="0" normalizeH="0" baseline="0" noProof="0" dirty="0">
                <a:ln>
                  <a:noFill/>
                </a:ln>
                <a:solidFill>
                  <a:prstClr val="white">
                    <a:lumMod val="50000"/>
                  </a:prstClr>
                </a:solidFill>
                <a:effectLst/>
                <a:uLnTx/>
                <a:uFillTx/>
                <a:latin typeface="Arial Nova" panose="020F0502020204030204" pitchFamily="34" charset="0"/>
                <a:ea typeface="+mn-ea"/>
                <a:cs typeface="+mn-cs"/>
              </a:rPr>
              <a:t>ELECTRONIC</a:t>
            </a:r>
          </a:p>
        </p:txBody>
      </p: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4022A280-BAE7-8A80-B9E8-DCB515B024DE}"/>
                  </a:ext>
                </a:extLst>
              </p:cNvPr>
              <p:cNvSpPr txBox="1"/>
              <p:nvPr/>
            </p:nvSpPr>
            <p:spPr>
              <a:xfrm>
                <a:off x="3034104" y="314256"/>
                <a:ext cx="244876" cy="161584"/>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d>
                        <m:dPr>
                          <m:begChr m:val="{"/>
                          <m:endChr m:val="}"/>
                          <m:ctrlPr>
                            <a:rPr kumimoji="0" lang="en-GB" sz="105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dPr>
                        <m:e>
                          <m:sSub>
                            <m:sSubPr>
                              <m:ctrlPr>
                                <a:rPr kumimoji="0" lang="en-GB" sz="105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r>
                                <a:rPr kumimoji="0" lang="en-GB" sz="105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𝑥</m:t>
                              </m:r>
                            </m:e>
                            <m:sub>
                              <m:r>
                                <a:rPr kumimoji="0" lang="en-GB" sz="105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𝑖</m:t>
                              </m:r>
                            </m:sub>
                          </m:sSub>
                        </m:e>
                      </m:d>
                    </m:oMath>
                  </m:oMathPara>
                </a14:m>
                <a:endParaRPr kumimoji="0" lang="en-GB" sz="2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mc:Choice>
        <mc:Fallback xmlns="">
          <p:sp>
            <p:nvSpPr>
              <p:cNvPr id="32" name="TextBox 31">
                <a:extLst>
                  <a:ext uri="{FF2B5EF4-FFF2-40B4-BE49-F238E27FC236}">
                    <a16:creationId xmlns:a16="http://schemas.microsoft.com/office/drawing/2014/main" id="{4022A280-BAE7-8A80-B9E8-DCB515B024DE}"/>
                  </a:ext>
                </a:extLst>
              </p:cNvPr>
              <p:cNvSpPr txBox="1">
                <a:spLocks noRot="1" noChangeAspect="1" noMove="1" noResize="1" noEditPoints="1" noAdjustHandles="1" noChangeArrowheads="1" noChangeShapeType="1" noTextEdit="1"/>
              </p:cNvSpPr>
              <p:nvPr/>
            </p:nvSpPr>
            <p:spPr>
              <a:xfrm>
                <a:off x="3034104" y="314256"/>
                <a:ext cx="244876" cy="161584"/>
              </a:xfrm>
              <a:prstGeom prst="rect">
                <a:avLst/>
              </a:prstGeom>
              <a:blipFill>
                <a:blip r:embed="rId5"/>
                <a:stretch>
                  <a:fillRect b="-15385"/>
                </a:stretch>
              </a:blipFill>
            </p:spPr>
            <p:txBody>
              <a:bodyPr/>
              <a:lstStyle/>
              <a:p>
                <a:r>
                  <a:rPr lang="en-US">
                    <a:noFill/>
                  </a:rPr>
                  <a:t> </a:t>
                </a:r>
              </a:p>
            </p:txBody>
          </p:sp>
        </mc:Fallback>
      </mc:AlternateContent>
      <p:cxnSp>
        <p:nvCxnSpPr>
          <p:cNvPr id="33" name="Straight Connector 32">
            <a:extLst>
              <a:ext uri="{FF2B5EF4-FFF2-40B4-BE49-F238E27FC236}">
                <a16:creationId xmlns:a16="http://schemas.microsoft.com/office/drawing/2014/main" id="{43C8EAC2-C65A-97F0-9CD9-AB236C8CF0C7}"/>
              </a:ext>
            </a:extLst>
          </p:cNvPr>
          <p:cNvCxnSpPr>
            <a:cxnSpLocks/>
          </p:cNvCxnSpPr>
          <p:nvPr/>
        </p:nvCxnSpPr>
        <p:spPr>
          <a:xfrm flipV="1">
            <a:off x="34139" y="2078423"/>
            <a:ext cx="12157861" cy="14865"/>
          </a:xfrm>
          <a:prstGeom prst="line">
            <a:avLst/>
          </a:prstGeom>
          <a:ln w="6350">
            <a:solidFill>
              <a:schemeClr val="accent2">
                <a:lumMod val="50000"/>
                <a:alpha val="33000"/>
              </a:schemeClr>
            </a:solidFill>
          </a:ln>
        </p:spPr>
        <p:style>
          <a:lnRef idx="2">
            <a:schemeClr val="accent1"/>
          </a:lnRef>
          <a:fillRef idx="0">
            <a:schemeClr val="accent1"/>
          </a:fillRef>
          <a:effectRef idx="1">
            <a:schemeClr val="accent1"/>
          </a:effectRef>
          <a:fontRef idx="minor">
            <a:schemeClr val="tx1"/>
          </a:fontRef>
        </p:style>
      </p:cxnSp>
      <p:sp>
        <p:nvSpPr>
          <p:cNvPr id="34" name="TextBox 33">
            <a:extLst>
              <a:ext uri="{FF2B5EF4-FFF2-40B4-BE49-F238E27FC236}">
                <a16:creationId xmlns:a16="http://schemas.microsoft.com/office/drawing/2014/main" id="{E30A77DD-22DD-9D18-84B6-9C59CE8486D9}"/>
              </a:ext>
            </a:extLst>
          </p:cNvPr>
          <p:cNvSpPr txBox="1"/>
          <p:nvPr/>
        </p:nvSpPr>
        <p:spPr>
          <a:xfrm>
            <a:off x="34220" y="975191"/>
            <a:ext cx="1237225" cy="371752"/>
          </a:xfrm>
          <a:prstGeom prst="rect">
            <a:avLst/>
          </a:prstGeom>
          <a:noFill/>
        </p:spPr>
        <p:txBody>
          <a:bodyPr rot="0" spcFirstLastPara="0" vertOverflow="overflow" horzOverflow="overflow" vert="horz" wrap="none" lIns="63355" tIns="31678" rIns="63355" bIns="31678"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solidFill>
                  <a:srgbClr val="000000"/>
                </a:solidFill>
                <a:effectLst/>
                <a:uLnTx/>
                <a:uFillTx/>
                <a:latin typeface="Arial"/>
                <a:ea typeface="+mn-ea"/>
                <a:cs typeface="Arial"/>
                <a:sym typeface="Arial"/>
                <a:rtl val="0"/>
              </a:rPr>
              <a:t>Graphene bio-FET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solidFill>
                  <a:srgbClr val="000000"/>
                </a:solidFill>
                <a:effectLst/>
                <a:uLnTx/>
                <a:uFillTx/>
                <a:latin typeface="Arial"/>
                <a:ea typeface="+mn-ea"/>
                <a:cs typeface="Arial"/>
                <a:sym typeface="Arial"/>
                <a:rtl val="0"/>
              </a:rPr>
              <a:t>+ DSP circuit</a:t>
            </a:r>
          </a:p>
        </p:txBody>
      </p:sp>
      <p:sp>
        <p:nvSpPr>
          <p:cNvPr id="35" name="TextBox 34">
            <a:extLst>
              <a:ext uri="{FF2B5EF4-FFF2-40B4-BE49-F238E27FC236}">
                <a16:creationId xmlns:a16="http://schemas.microsoft.com/office/drawing/2014/main" id="{EAA7823B-93D2-BCB5-B984-0E9A2D2BC2C8}"/>
              </a:ext>
            </a:extLst>
          </p:cNvPr>
          <p:cNvSpPr txBox="1"/>
          <p:nvPr/>
        </p:nvSpPr>
        <p:spPr>
          <a:xfrm>
            <a:off x="26946" y="1318103"/>
            <a:ext cx="1303283"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1" u="none" strike="noStrike" kern="1200" cap="none" spc="0" normalizeH="0" baseline="0" noProof="0" dirty="0">
                <a:ln>
                  <a:noFill/>
                </a:ln>
                <a:solidFill>
                  <a:prstClr val="white">
                    <a:lumMod val="50000"/>
                  </a:prstClr>
                </a:solidFill>
                <a:effectLst/>
                <a:uLnTx/>
                <a:uFillTx/>
                <a:latin typeface="Aptos Light" panose="020B0004020202020204" pitchFamily="34" charset="0"/>
                <a:ea typeface="+mn-ea"/>
                <a:cs typeface="+mn-cs"/>
              </a:rPr>
              <a:t>Bridge the chemical and electric domains,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1" u="none" strike="noStrike" kern="1200" cap="none" spc="0" normalizeH="0" baseline="0" noProof="0" dirty="0">
                <a:ln>
                  <a:noFill/>
                </a:ln>
                <a:solidFill>
                  <a:prstClr val="white">
                    <a:lumMod val="50000"/>
                  </a:prstClr>
                </a:solidFill>
                <a:effectLst/>
                <a:uLnTx/>
                <a:uFillTx/>
                <a:latin typeface="Aptos Light" panose="020B0004020202020204" pitchFamily="34" charset="0"/>
                <a:ea typeface="+mn-ea"/>
                <a:cs typeface="+mn-cs"/>
              </a:rPr>
              <a:t>then computation in the electric domain.</a:t>
            </a:r>
            <a:endParaRPr kumimoji="0" lang="en-GB" sz="900" b="0" i="1" u="none" strike="noStrike" kern="1200" cap="none" spc="0" normalizeH="0" baseline="0" noProof="0" dirty="0">
              <a:ln>
                <a:noFill/>
              </a:ln>
              <a:solidFill>
                <a:prstClr val="black"/>
              </a:solidFill>
              <a:effectLst/>
              <a:uLnTx/>
              <a:uFillTx/>
              <a:latin typeface="Aptos Light" panose="020B0004020202020204" pitchFamily="34" charset="0"/>
              <a:ea typeface="+mn-ea"/>
              <a:cs typeface="+mn-cs"/>
            </a:endParaRPr>
          </a:p>
        </p:txBody>
      </p:sp>
      <p:pic>
        <p:nvPicPr>
          <p:cNvPr id="36" name="Graphic 35" descr="Processor outline">
            <a:extLst>
              <a:ext uri="{FF2B5EF4-FFF2-40B4-BE49-F238E27FC236}">
                <a16:creationId xmlns:a16="http://schemas.microsoft.com/office/drawing/2014/main" id="{40F2BB9E-5A24-D76E-316A-4B5E2C7FCF7C}"/>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318283" y="1082673"/>
            <a:ext cx="526132" cy="526132"/>
          </a:xfrm>
          <a:prstGeom prst="rect">
            <a:avLst/>
          </a:prstGeom>
        </p:spPr>
      </p:pic>
      <p:grpSp>
        <p:nvGrpSpPr>
          <p:cNvPr id="37" name="Group 36">
            <a:extLst>
              <a:ext uri="{FF2B5EF4-FFF2-40B4-BE49-F238E27FC236}">
                <a16:creationId xmlns:a16="http://schemas.microsoft.com/office/drawing/2014/main" id="{264B3C7B-F80A-1104-93E6-860981EC8368}"/>
              </a:ext>
            </a:extLst>
          </p:cNvPr>
          <p:cNvGrpSpPr/>
          <p:nvPr/>
        </p:nvGrpSpPr>
        <p:grpSpPr>
          <a:xfrm>
            <a:off x="1871988" y="960694"/>
            <a:ext cx="1572755" cy="1089616"/>
            <a:chOff x="832080" y="441050"/>
            <a:chExt cx="951467" cy="659183"/>
          </a:xfrm>
        </p:grpSpPr>
        <p:sp>
          <p:nvSpPr>
            <p:cNvPr id="38" name="Cylinder 37">
              <a:extLst>
                <a:ext uri="{FF2B5EF4-FFF2-40B4-BE49-F238E27FC236}">
                  <a16:creationId xmlns:a16="http://schemas.microsoft.com/office/drawing/2014/main" id="{B8EAB234-83AB-9095-824C-F9898BDDAC01}"/>
                </a:ext>
              </a:extLst>
            </p:cNvPr>
            <p:cNvSpPr/>
            <p:nvPr/>
          </p:nvSpPr>
          <p:spPr>
            <a:xfrm rot="5400000">
              <a:off x="1209082" y="272381"/>
              <a:ext cx="252336" cy="896594"/>
            </a:xfrm>
            <a:prstGeom prst="can">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9" name="TextBox 38">
              <a:extLst>
                <a:ext uri="{FF2B5EF4-FFF2-40B4-BE49-F238E27FC236}">
                  <a16:creationId xmlns:a16="http://schemas.microsoft.com/office/drawing/2014/main" id="{051A3EC8-3C58-04A0-89A6-409DB52A12F6}"/>
                </a:ext>
              </a:extLst>
            </p:cNvPr>
            <p:cNvSpPr txBox="1"/>
            <p:nvPr/>
          </p:nvSpPr>
          <p:spPr>
            <a:xfrm>
              <a:off x="832080" y="441050"/>
              <a:ext cx="687497" cy="13964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dirty="0">
                  <a:ln>
                    <a:noFill/>
                  </a:ln>
                  <a:solidFill>
                    <a:prstClr val="black"/>
                  </a:solidFill>
                  <a:effectLst/>
                  <a:uLnTx/>
                  <a:uFillTx/>
                  <a:latin typeface="Aptos Light" panose="020B0004020202020204" pitchFamily="34" charset="0"/>
                  <a:ea typeface="+mn-ea"/>
                  <a:cs typeface="+mn-cs"/>
                </a:rPr>
                <a:t>Molecular domain </a:t>
              </a:r>
              <a:endParaRPr kumimoji="0" lang="en-US" sz="9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40" name="TextBox 39">
              <a:extLst>
                <a:ext uri="{FF2B5EF4-FFF2-40B4-BE49-F238E27FC236}">
                  <a16:creationId xmlns:a16="http://schemas.microsoft.com/office/drawing/2014/main" id="{F5BAF3EB-0443-E943-62E7-839ADD749ED9}"/>
                </a:ext>
              </a:extLst>
            </p:cNvPr>
            <p:cNvSpPr txBox="1"/>
            <p:nvPr/>
          </p:nvSpPr>
          <p:spPr>
            <a:xfrm>
              <a:off x="886882" y="960587"/>
              <a:ext cx="632079" cy="13964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dirty="0">
                  <a:ln>
                    <a:noFill/>
                  </a:ln>
                  <a:solidFill>
                    <a:prstClr val="black"/>
                  </a:solidFill>
                  <a:effectLst/>
                  <a:uLnTx/>
                  <a:uFillTx/>
                  <a:latin typeface="Aptos Light" panose="020B0004020202020204" pitchFamily="34" charset="0"/>
                  <a:ea typeface="+mn-ea"/>
                  <a:cs typeface="+mn-cs"/>
                </a:rPr>
                <a:t>Electric domain </a:t>
              </a:r>
              <a:endParaRPr kumimoji="0" lang="en-US" sz="9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pic>
          <p:nvPicPr>
            <p:cNvPr id="41" name="Graphic 40" descr="DNA outline">
              <a:extLst>
                <a:ext uri="{FF2B5EF4-FFF2-40B4-BE49-F238E27FC236}">
                  <a16:creationId xmlns:a16="http://schemas.microsoft.com/office/drawing/2014/main" id="{8A949DA8-8143-C40B-D7EB-5C40DA6F7FE2}"/>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rot="2045088">
              <a:off x="934548" y="645118"/>
              <a:ext cx="100584" cy="100584"/>
            </a:xfrm>
            <a:prstGeom prst="rect">
              <a:avLst/>
            </a:prstGeom>
          </p:spPr>
        </p:pic>
        <p:pic>
          <p:nvPicPr>
            <p:cNvPr id="42" name="Graphic 41" descr="DNA outline">
              <a:extLst>
                <a:ext uri="{FF2B5EF4-FFF2-40B4-BE49-F238E27FC236}">
                  <a16:creationId xmlns:a16="http://schemas.microsoft.com/office/drawing/2014/main" id="{CD4D9B28-4297-57F4-F094-E4B089E1B4D5}"/>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rot="7372733">
              <a:off x="1107095" y="624831"/>
              <a:ext cx="100584" cy="100584"/>
            </a:xfrm>
            <a:prstGeom prst="rect">
              <a:avLst/>
            </a:prstGeom>
          </p:spPr>
        </p:pic>
        <p:pic>
          <p:nvPicPr>
            <p:cNvPr id="43" name="Graphic 42" descr="DNA outline">
              <a:extLst>
                <a:ext uri="{FF2B5EF4-FFF2-40B4-BE49-F238E27FC236}">
                  <a16:creationId xmlns:a16="http://schemas.microsoft.com/office/drawing/2014/main" id="{56246AD3-AB5E-0E1F-4A24-7050B58CE0BA}"/>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rot="6139420">
              <a:off x="1472103" y="581732"/>
              <a:ext cx="100584" cy="100584"/>
            </a:xfrm>
            <a:prstGeom prst="rect">
              <a:avLst/>
            </a:prstGeom>
          </p:spPr>
        </p:pic>
        <p:grpSp>
          <p:nvGrpSpPr>
            <p:cNvPr id="44" name="Group 43">
              <a:extLst>
                <a:ext uri="{FF2B5EF4-FFF2-40B4-BE49-F238E27FC236}">
                  <a16:creationId xmlns:a16="http://schemas.microsoft.com/office/drawing/2014/main" id="{0B507C15-D255-D0C3-2CD6-7568006B6D6D}"/>
                </a:ext>
              </a:extLst>
            </p:cNvPr>
            <p:cNvGrpSpPr/>
            <p:nvPr/>
          </p:nvGrpSpPr>
          <p:grpSpPr>
            <a:xfrm>
              <a:off x="1415778" y="785765"/>
              <a:ext cx="18819" cy="45720"/>
              <a:chOff x="1639649" y="1052940"/>
              <a:chExt cx="18819" cy="45720"/>
            </a:xfrm>
          </p:grpSpPr>
          <p:cxnSp>
            <p:nvCxnSpPr>
              <p:cNvPr id="93" name="Straight Connector 92">
                <a:extLst>
                  <a:ext uri="{FF2B5EF4-FFF2-40B4-BE49-F238E27FC236}">
                    <a16:creationId xmlns:a16="http://schemas.microsoft.com/office/drawing/2014/main" id="{111B4884-C857-256A-68C9-360D4CEC1079}"/>
                  </a:ext>
                </a:extLst>
              </p:cNvPr>
              <p:cNvCxnSpPr>
                <a:cxnSpLocks/>
              </p:cNvCxnSpPr>
              <p:nvPr/>
            </p:nvCxnSpPr>
            <p:spPr>
              <a:xfrm flipH="1" flipV="1">
                <a:off x="1646956" y="1074296"/>
                <a:ext cx="1754" cy="24364"/>
              </a:xfrm>
              <a:prstGeom prst="line">
                <a:avLst/>
              </a:prstGeom>
              <a:ln w="6350"/>
            </p:spPr>
            <p:style>
              <a:lnRef idx="2">
                <a:schemeClr val="accent1"/>
              </a:lnRef>
              <a:fillRef idx="0">
                <a:schemeClr val="accent1"/>
              </a:fillRef>
              <a:effectRef idx="1">
                <a:schemeClr val="accent1"/>
              </a:effectRef>
              <a:fontRef idx="minor">
                <a:schemeClr val="tx1"/>
              </a:fontRef>
            </p:style>
          </p:cxnSp>
          <p:cxnSp>
            <p:nvCxnSpPr>
              <p:cNvPr id="94" name="Straight Connector 93">
                <a:extLst>
                  <a:ext uri="{FF2B5EF4-FFF2-40B4-BE49-F238E27FC236}">
                    <a16:creationId xmlns:a16="http://schemas.microsoft.com/office/drawing/2014/main" id="{AAF11239-30ED-D40A-BE32-678F42D538B4}"/>
                  </a:ext>
                </a:extLst>
              </p:cNvPr>
              <p:cNvCxnSpPr>
                <a:cxnSpLocks/>
              </p:cNvCxnSpPr>
              <p:nvPr/>
            </p:nvCxnSpPr>
            <p:spPr>
              <a:xfrm rot="1800000" flipH="1" flipV="1">
                <a:off x="1656714" y="1053096"/>
                <a:ext cx="1754" cy="24364"/>
              </a:xfrm>
              <a:prstGeom prst="line">
                <a:avLst/>
              </a:prstGeom>
              <a:ln w="6350"/>
            </p:spPr>
            <p:style>
              <a:lnRef idx="2">
                <a:schemeClr val="accent1"/>
              </a:lnRef>
              <a:fillRef idx="0">
                <a:schemeClr val="accent1"/>
              </a:fillRef>
              <a:effectRef idx="1">
                <a:schemeClr val="accent1"/>
              </a:effectRef>
              <a:fontRef idx="minor">
                <a:schemeClr val="tx1"/>
              </a:fontRef>
            </p:style>
          </p:cxnSp>
          <p:cxnSp>
            <p:nvCxnSpPr>
              <p:cNvPr id="95" name="Straight Connector 94">
                <a:extLst>
                  <a:ext uri="{FF2B5EF4-FFF2-40B4-BE49-F238E27FC236}">
                    <a16:creationId xmlns:a16="http://schemas.microsoft.com/office/drawing/2014/main" id="{79F9F109-E64C-CE14-48F3-2F699BC767BB}"/>
                  </a:ext>
                </a:extLst>
              </p:cNvPr>
              <p:cNvCxnSpPr>
                <a:cxnSpLocks/>
              </p:cNvCxnSpPr>
              <p:nvPr/>
            </p:nvCxnSpPr>
            <p:spPr>
              <a:xfrm rot="19500000" flipH="1">
                <a:off x="1639649" y="1052940"/>
                <a:ext cx="1754" cy="24364"/>
              </a:xfrm>
              <a:prstGeom prst="line">
                <a:avLst/>
              </a:prstGeom>
              <a:ln w="6350"/>
            </p:spPr>
            <p:style>
              <a:lnRef idx="2">
                <a:schemeClr val="accent1"/>
              </a:lnRef>
              <a:fillRef idx="0">
                <a:schemeClr val="accent1"/>
              </a:fillRef>
              <a:effectRef idx="1">
                <a:schemeClr val="accent1"/>
              </a:effectRef>
              <a:fontRef idx="minor">
                <a:schemeClr val="tx1"/>
              </a:fontRef>
            </p:style>
          </p:cxnSp>
        </p:grpSp>
        <p:grpSp>
          <p:nvGrpSpPr>
            <p:cNvPr id="45" name="Group 44">
              <a:extLst>
                <a:ext uri="{FF2B5EF4-FFF2-40B4-BE49-F238E27FC236}">
                  <a16:creationId xmlns:a16="http://schemas.microsoft.com/office/drawing/2014/main" id="{FBE4774A-7FB4-83F4-102B-1ED7D5B0774F}"/>
                </a:ext>
              </a:extLst>
            </p:cNvPr>
            <p:cNvGrpSpPr/>
            <p:nvPr/>
          </p:nvGrpSpPr>
          <p:grpSpPr>
            <a:xfrm>
              <a:off x="1442567" y="723305"/>
              <a:ext cx="18819" cy="45720"/>
              <a:chOff x="1639649" y="1052940"/>
              <a:chExt cx="18819" cy="45720"/>
            </a:xfrm>
          </p:grpSpPr>
          <p:cxnSp>
            <p:nvCxnSpPr>
              <p:cNvPr id="90" name="Straight Connector 89">
                <a:extLst>
                  <a:ext uri="{FF2B5EF4-FFF2-40B4-BE49-F238E27FC236}">
                    <a16:creationId xmlns:a16="http://schemas.microsoft.com/office/drawing/2014/main" id="{FC5CD3C5-EECB-08B9-5BAC-BFA3158274CF}"/>
                  </a:ext>
                </a:extLst>
              </p:cNvPr>
              <p:cNvCxnSpPr>
                <a:cxnSpLocks/>
              </p:cNvCxnSpPr>
              <p:nvPr/>
            </p:nvCxnSpPr>
            <p:spPr>
              <a:xfrm flipH="1" flipV="1">
                <a:off x="1646956" y="1074296"/>
                <a:ext cx="1754" cy="24364"/>
              </a:xfrm>
              <a:prstGeom prst="line">
                <a:avLst/>
              </a:prstGeom>
              <a:ln w="6350"/>
            </p:spPr>
            <p:style>
              <a:lnRef idx="2">
                <a:schemeClr val="accent1"/>
              </a:lnRef>
              <a:fillRef idx="0">
                <a:schemeClr val="accent1"/>
              </a:fillRef>
              <a:effectRef idx="1">
                <a:schemeClr val="accent1"/>
              </a:effectRef>
              <a:fontRef idx="minor">
                <a:schemeClr val="tx1"/>
              </a:fontRef>
            </p:style>
          </p:cxnSp>
          <p:cxnSp>
            <p:nvCxnSpPr>
              <p:cNvPr id="91" name="Straight Connector 90">
                <a:extLst>
                  <a:ext uri="{FF2B5EF4-FFF2-40B4-BE49-F238E27FC236}">
                    <a16:creationId xmlns:a16="http://schemas.microsoft.com/office/drawing/2014/main" id="{BB171B57-4E74-A76D-24F6-8395E02732CE}"/>
                  </a:ext>
                </a:extLst>
              </p:cNvPr>
              <p:cNvCxnSpPr>
                <a:cxnSpLocks/>
              </p:cNvCxnSpPr>
              <p:nvPr/>
            </p:nvCxnSpPr>
            <p:spPr>
              <a:xfrm rot="1800000" flipH="1" flipV="1">
                <a:off x="1656714" y="1053096"/>
                <a:ext cx="1754" cy="24364"/>
              </a:xfrm>
              <a:prstGeom prst="line">
                <a:avLst/>
              </a:prstGeom>
              <a:ln w="6350"/>
            </p:spPr>
            <p:style>
              <a:lnRef idx="2">
                <a:schemeClr val="accent1"/>
              </a:lnRef>
              <a:fillRef idx="0">
                <a:schemeClr val="accent1"/>
              </a:fillRef>
              <a:effectRef idx="1">
                <a:schemeClr val="accent1"/>
              </a:effectRef>
              <a:fontRef idx="minor">
                <a:schemeClr val="tx1"/>
              </a:fontRef>
            </p:style>
          </p:cxnSp>
          <p:cxnSp>
            <p:nvCxnSpPr>
              <p:cNvPr id="92" name="Straight Connector 91">
                <a:extLst>
                  <a:ext uri="{FF2B5EF4-FFF2-40B4-BE49-F238E27FC236}">
                    <a16:creationId xmlns:a16="http://schemas.microsoft.com/office/drawing/2014/main" id="{055A2BCC-3BF2-ABD9-1900-D7E7A3F2B298}"/>
                  </a:ext>
                </a:extLst>
              </p:cNvPr>
              <p:cNvCxnSpPr>
                <a:cxnSpLocks/>
              </p:cNvCxnSpPr>
              <p:nvPr/>
            </p:nvCxnSpPr>
            <p:spPr>
              <a:xfrm rot="19500000" flipH="1">
                <a:off x="1639649" y="1052940"/>
                <a:ext cx="1754" cy="24364"/>
              </a:xfrm>
              <a:prstGeom prst="line">
                <a:avLst/>
              </a:prstGeom>
              <a:ln w="6350"/>
            </p:spPr>
            <p:style>
              <a:lnRef idx="2">
                <a:schemeClr val="accent1"/>
              </a:lnRef>
              <a:fillRef idx="0">
                <a:schemeClr val="accent1"/>
              </a:fillRef>
              <a:effectRef idx="1">
                <a:schemeClr val="accent1"/>
              </a:effectRef>
              <a:fontRef idx="minor">
                <a:schemeClr val="tx1"/>
              </a:fontRef>
            </p:style>
          </p:cxnSp>
        </p:grpSp>
        <p:grpSp>
          <p:nvGrpSpPr>
            <p:cNvPr id="46" name="Group 45">
              <a:extLst>
                <a:ext uri="{FF2B5EF4-FFF2-40B4-BE49-F238E27FC236}">
                  <a16:creationId xmlns:a16="http://schemas.microsoft.com/office/drawing/2014/main" id="{3D9C86B9-4323-5088-1309-D034198A43B0}"/>
                </a:ext>
              </a:extLst>
            </p:cNvPr>
            <p:cNvGrpSpPr/>
            <p:nvPr/>
          </p:nvGrpSpPr>
          <p:grpSpPr>
            <a:xfrm>
              <a:off x="1468617" y="663272"/>
              <a:ext cx="18819" cy="45720"/>
              <a:chOff x="1639649" y="1052940"/>
              <a:chExt cx="18819" cy="45720"/>
            </a:xfrm>
          </p:grpSpPr>
          <p:cxnSp>
            <p:nvCxnSpPr>
              <p:cNvPr id="87" name="Straight Connector 86">
                <a:extLst>
                  <a:ext uri="{FF2B5EF4-FFF2-40B4-BE49-F238E27FC236}">
                    <a16:creationId xmlns:a16="http://schemas.microsoft.com/office/drawing/2014/main" id="{02DD12A0-E38F-6747-233D-434FCD95AA4E}"/>
                  </a:ext>
                </a:extLst>
              </p:cNvPr>
              <p:cNvCxnSpPr>
                <a:cxnSpLocks/>
              </p:cNvCxnSpPr>
              <p:nvPr/>
            </p:nvCxnSpPr>
            <p:spPr>
              <a:xfrm flipH="1" flipV="1">
                <a:off x="1646956" y="1074296"/>
                <a:ext cx="1754" cy="24364"/>
              </a:xfrm>
              <a:prstGeom prst="line">
                <a:avLst/>
              </a:prstGeom>
              <a:ln w="6350"/>
            </p:spPr>
            <p:style>
              <a:lnRef idx="2">
                <a:schemeClr val="accent1"/>
              </a:lnRef>
              <a:fillRef idx="0">
                <a:schemeClr val="accent1"/>
              </a:fillRef>
              <a:effectRef idx="1">
                <a:schemeClr val="accent1"/>
              </a:effectRef>
              <a:fontRef idx="minor">
                <a:schemeClr val="tx1"/>
              </a:fontRef>
            </p:style>
          </p:cxnSp>
          <p:cxnSp>
            <p:nvCxnSpPr>
              <p:cNvPr id="88" name="Straight Connector 87">
                <a:extLst>
                  <a:ext uri="{FF2B5EF4-FFF2-40B4-BE49-F238E27FC236}">
                    <a16:creationId xmlns:a16="http://schemas.microsoft.com/office/drawing/2014/main" id="{6E340FEF-5719-54D1-A3F7-B043FF005489}"/>
                  </a:ext>
                </a:extLst>
              </p:cNvPr>
              <p:cNvCxnSpPr>
                <a:cxnSpLocks/>
              </p:cNvCxnSpPr>
              <p:nvPr/>
            </p:nvCxnSpPr>
            <p:spPr>
              <a:xfrm rot="1800000" flipH="1" flipV="1">
                <a:off x="1656714" y="1053096"/>
                <a:ext cx="1754" cy="24364"/>
              </a:xfrm>
              <a:prstGeom prst="line">
                <a:avLst/>
              </a:prstGeom>
              <a:ln w="6350"/>
            </p:spPr>
            <p:style>
              <a:lnRef idx="2">
                <a:schemeClr val="accent1"/>
              </a:lnRef>
              <a:fillRef idx="0">
                <a:schemeClr val="accent1"/>
              </a:fillRef>
              <a:effectRef idx="1">
                <a:schemeClr val="accent1"/>
              </a:effectRef>
              <a:fontRef idx="minor">
                <a:schemeClr val="tx1"/>
              </a:fontRef>
            </p:style>
          </p:cxnSp>
          <p:cxnSp>
            <p:nvCxnSpPr>
              <p:cNvPr id="89" name="Straight Connector 88">
                <a:extLst>
                  <a:ext uri="{FF2B5EF4-FFF2-40B4-BE49-F238E27FC236}">
                    <a16:creationId xmlns:a16="http://schemas.microsoft.com/office/drawing/2014/main" id="{79A21A4B-B8BD-7058-0C79-10EAFC2537ED}"/>
                  </a:ext>
                </a:extLst>
              </p:cNvPr>
              <p:cNvCxnSpPr>
                <a:cxnSpLocks/>
              </p:cNvCxnSpPr>
              <p:nvPr/>
            </p:nvCxnSpPr>
            <p:spPr>
              <a:xfrm rot="19500000" flipH="1">
                <a:off x="1639649" y="1052940"/>
                <a:ext cx="1754" cy="24364"/>
              </a:xfrm>
              <a:prstGeom prst="line">
                <a:avLst/>
              </a:prstGeom>
              <a:ln w="6350"/>
            </p:spPr>
            <p:style>
              <a:lnRef idx="2">
                <a:schemeClr val="accent1"/>
              </a:lnRef>
              <a:fillRef idx="0">
                <a:schemeClr val="accent1"/>
              </a:fillRef>
              <a:effectRef idx="1">
                <a:schemeClr val="accent1"/>
              </a:effectRef>
              <a:fontRef idx="minor">
                <a:schemeClr val="tx1"/>
              </a:fontRef>
            </p:style>
          </p:cxnSp>
        </p:grpSp>
        <p:pic>
          <p:nvPicPr>
            <p:cNvPr id="47" name="Graphic 46" descr="DNA outline">
              <a:extLst>
                <a:ext uri="{FF2B5EF4-FFF2-40B4-BE49-F238E27FC236}">
                  <a16:creationId xmlns:a16="http://schemas.microsoft.com/office/drawing/2014/main" id="{EB96991C-9F1E-716C-3572-7A5FE820B195}"/>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rot="4081304">
              <a:off x="1302122" y="731095"/>
              <a:ext cx="100584" cy="100584"/>
            </a:xfrm>
            <a:prstGeom prst="rect">
              <a:avLst/>
            </a:prstGeom>
          </p:spPr>
        </p:pic>
        <p:grpSp>
          <p:nvGrpSpPr>
            <p:cNvPr id="48" name="Group 47">
              <a:extLst>
                <a:ext uri="{FF2B5EF4-FFF2-40B4-BE49-F238E27FC236}">
                  <a16:creationId xmlns:a16="http://schemas.microsoft.com/office/drawing/2014/main" id="{C914BB64-6533-83DA-9311-88645E49B079}"/>
                </a:ext>
              </a:extLst>
            </p:cNvPr>
            <p:cNvGrpSpPr/>
            <p:nvPr/>
          </p:nvGrpSpPr>
          <p:grpSpPr>
            <a:xfrm>
              <a:off x="1489388" y="785765"/>
              <a:ext cx="18819" cy="45720"/>
              <a:chOff x="1639649" y="1052940"/>
              <a:chExt cx="18819" cy="45720"/>
            </a:xfrm>
          </p:grpSpPr>
          <p:cxnSp>
            <p:nvCxnSpPr>
              <p:cNvPr id="84" name="Straight Connector 83">
                <a:extLst>
                  <a:ext uri="{FF2B5EF4-FFF2-40B4-BE49-F238E27FC236}">
                    <a16:creationId xmlns:a16="http://schemas.microsoft.com/office/drawing/2014/main" id="{17E94C6E-E0C6-9261-2E5D-4DE45465E2BE}"/>
                  </a:ext>
                </a:extLst>
              </p:cNvPr>
              <p:cNvCxnSpPr>
                <a:cxnSpLocks/>
              </p:cNvCxnSpPr>
              <p:nvPr/>
            </p:nvCxnSpPr>
            <p:spPr>
              <a:xfrm flipH="1" flipV="1">
                <a:off x="1646956" y="1074296"/>
                <a:ext cx="1754" cy="24364"/>
              </a:xfrm>
              <a:prstGeom prst="line">
                <a:avLst/>
              </a:prstGeom>
              <a:ln w="6350"/>
            </p:spPr>
            <p:style>
              <a:lnRef idx="2">
                <a:schemeClr val="accent1"/>
              </a:lnRef>
              <a:fillRef idx="0">
                <a:schemeClr val="accent1"/>
              </a:fillRef>
              <a:effectRef idx="1">
                <a:schemeClr val="accent1"/>
              </a:effectRef>
              <a:fontRef idx="minor">
                <a:schemeClr val="tx1"/>
              </a:fontRef>
            </p:style>
          </p:cxnSp>
          <p:cxnSp>
            <p:nvCxnSpPr>
              <p:cNvPr id="85" name="Straight Connector 84">
                <a:extLst>
                  <a:ext uri="{FF2B5EF4-FFF2-40B4-BE49-F238E27FC236}">
                    <a16:creationId xmlns:a16="http://schemas.microsoft.com/office/drawing/2014/main" id="{3DAC323D-9EF6-97D6-43FD-374981CE17B8}"/>
                  </a:ext>
                </a:extLst>
              </p:cNvPr>
              <p:cNvCxnSpPr>
                <a:cxnSpLocks/>
              </p:cNvCxnSpPr>
              <p:nvPr/>
            </p:nvCxnSpPr>
            <p:spPr>
              <a:xfrm rot="1800000" flipH="1" flipV="1">
                <a:off x="1656714" y="1053096"/>
                <a:ext cx="1754" cy="24364"/>
              </a:xfrm>
              <a:prstGeom prst="line">
                <a:avLst/>
              </a:prstGeom>
              <a:ln w="6350"/>
            </p:spPr>
            <p:style>
              <a:lnRef idx="2">
                <a:schemeClr val="accent1"/>
              </a:lnRef>
              <a:fillRef idx="0">
                <a:schemeClr val="accent1"/>
              </a:fillRef>
              <a:effectRef idx="1">
                <a:schemeClr val="accent1"/>
              </a:effectRef>
              <a:fontRef idx="minor">
                <a:schemeClr val="tx1"/>
              </a:fontRef>
            </p:style>
          </p:cxnSp>
          <p:cxnSp>
            <p:nvCxnSpPr>
              <p:cNvPr id="86" name="Straight Connector 85">
                <a:extLst>
                  <a:ext uri="{FF2B5EF4-FFF2-40B4-BE49-F238E27FC236}">
                    <a16:creationId xmlns:a16="http://schemas.microsoft.com/office/drawing/2014/main" id="{1B7115F9-04CD-DFF5-FAAA-E347FA82FB13}"/>
                  </a:ext>
                </a:extLst>
              </p:cNvPr>
              <p:cNvCxnSpPr>
                <a:cxnSpLocks/>
              </p:cNvCxnSpPr>
              <p:nvPr/>
            </p:nvCxnSpPr>
            <p:spPr>
              <a:xfrm rot="19500000" flipH="1">
                <a:off x="1639649" y="1052940"/>
                <a:ext cx="1754" cy="24364"/>
              </a:xfrm>
              <a:prstGeom prst="line">
                <a:avLst/>
              </a:prstGeom>
              <a:ln w="6350"/>
            </p:spPr>
            <p:style>
              <a:lnRef idx="2">
                <a:schemeClr val="accent1"/>
              </a:lnRef>
              <a:fillRef idx="0">
                <a:schemeClr val="accent1"/>
              </a:fillRef>
              <a:effectRef idx="1">
                <a:schemeClr val="accent1"/>
              </a:effectRef>
              <a:fontRef idx="minor">
                <a:schemeClr val="tx1"/>
              </a:fontRef>
            </p:style>
          </p:cxnSp>
        </p:grpSp>
        <p:grpSp>
          <p:nvGrpSpPr>
            <p:cNvPr id="49" name="Group 48">
              <a:extLst>
                <a:ext uri="{FF2B5EF4-FFF2-40B4-BE49-F238E27FC236}">
                  <a16:creationId xmlns:a16="http://schemas.microsoft.com/office/drawing/2014/main" id="{51B2DA1C-5AA7-D60E-4B4C-153DA8876C1B}"/>
                </a:ext>
              </a:extLst>
            </p:cNvPr>
            <p:cNvGrpSpPr/>
            <p:nvPr/>
          </p:nvGrpSpPr>
          <p:grpSpPr>
            <a:xfrm>
              <a:off x="1516177" y="723305"/>
              <a:ext cx="18819" cy="45720"/>
              <a:chOff x="1639649" y="1052940"/>
              <a:chExt cx="18819" cy="45720"/>
            </a:xfrm>
          </p:grpSpPr>
          <p:cxnSp>
            <p:nvCxnSpPr>
              <p:cNvPr id="81" name="Straight Connector 80">
                <a:extLst>
                  <a:ext uri="{FF2B5EF4-FFF2-40B4-BE49-F238E27FC236}">
                    <a16:creationId xmlns:a16="http://schemas.microsoft.com/office/drawing/2014/main" id="{23A9CF18-0AE5-A757-0E8D-4D9BFD3932EB}"/>
                  </a:ext>
                </a:extLst>
              </p:cNvPr>
              <p:cNvCxnSpPr>
                <a:cxnSpLocks/>
              </p:cNvCxnSpPr>
              <p:nvPr/>
            </p:nvCxnSpPr>
            <p:spPr>
              <a:xfrm flipH="1" flipV="1">
                <a:off x="1646956" y="1074296"/>
                <a:ext cx="1754" cy="24364"/>
              </a:xfrm>
              <a:prstGeom prst="line">
                <a:avLst/>
              </a:prstGeom>
              <a:ln w="6350"/>
            </p:spPr>
            <p:style>
              <a:lnRef idx="2">
                <a:schemeClr val="accent1"/>
              </a:lnRef>
              <a:fillRef idx="0">
                <a:schemeClr val="accent1"/>
              </a:fillRef>
              <a:effectRef idx="1">
                <a:schemeClr val="accent1"/>
              </a:effectRef>
              <a:fontRef idx="minor">
                <a:schemeClr val="tx1"/>
              </a:fontRef>
            </p:style>
          </p:cxnSp>
          <p:cxnSp>
            <p:nvCxnSpPr>
              <p:cNvPr id="82" name="Straight Connector 81">
                <a:extLst>
                  <a:ext uri="{FF2B5EF4-FFF2-40B4-BE49-F238E27FC236}">
                    <a16:creationId xmlns:a16="http://schemas.microsoft.com/office/drawing/2014/main" id="{EB0F56EA-A73B-B32D-45ED-E63ED9B1A4A7}"/>
                  </a:ext>
                </a:extLst>
              </p:cNvPr>
              <p:cNvCxnSpPr>
                <a:cxnSpLocks/>
              </p:cNvCxnSpPr>
              <p:nvPr/>
            </p:nvCxnSpPr>
            <p:spPr>
              <a:xfrm rot="1800000" flipH="1" flipV="1">
                <a:off x="1656714" y="1053096"/>
                <a:ext cx="1754" cy="24364"/>
              </a:xfrm>
              <a:prstGeom prst="line">
                <a:avLst/>
              </a:prstGeom>
              <a:ln w="6350"/>
            </p:spPr>
            <p:style>
              <a:lnRef idx="2">
                <a:schemeClr val="accent1"/>
              </a:lnRef>
              <a:fillRef idx="0">
                <a:schemeClr val="accent1"/>
              </a:fillRef>
              <a:effectRef idx="1">
                <a:schemeClr val="accent1"/>
              </a:effectRef>
              <a:fontRef idx="minor">
                <a:schemeClr val="tx1"/>
              </a:fontRef>
            </p:style>
          </p:cxnSp>
          <p:cxnSp>
            <p:nvCxnSpPr>
              <p:cNvPr id="83" name="Straight Connector 82">
                <a:extLst>
                  <a:ext uri="{FF2B5EF4-FFF2-40B4-BE49-F238E27FC236}">
                    <a16:creationId xmlns:a16="http://schemas.microsoft.com/office/drawing/2014/main" id="{E25C91F5-756D-6B63-7B7B-F61EA652DBE0}"/>
                  </a:ext>
                </a:extLst>
              </p:cNvPr>
              <p:cNvCxnSpPr>
                <a:cxnSpLocks/>
              </p:cNvCxnSpPr>
              <p:nvPr/>
            </p:nvCxnSpPr>
            <p:spPr>
              <a:xfrm rot="19500000" flipH="1">
                <a:off x="1639649" y="1052940"/>
                <a:ext cx="1754" cy="24364"/>
              </a:xfrm>
              <a:prstGeom prst="line">
                <a:avLst/>
              </a:prstGeom>
              <a:ln w="6350"/>
            </p:spPr>
            <p:style>
              <a:lnRef idx="2">
                <a:schemeClr val="accent1"/>
              </a:lnRef>
              <a:fillRef idx="0">
                <a:schemeClr val="accent1"/>
              </a:fillRef>
              <a:effectRef idx="1">
                <a:schemeClr val="accent1"/>
              </a:effectRef>
              <a:fontRef idx="minor">
                <a:schemeClr val="tx1"/>
              </a:fontRef>
            </p:style>
          </p:cxnSp>
        </p:grpSp>
        <p:grpSp>
          <p:nvGrpSpPr>
            <p:cNvPr id="50" name="Group 49">
              <a:extLst>
                <a:ext uri="{FF2B5EF4-FFF2-40B4-BE49-F238E27FC236}">
                  <a16:creationId xmlns:a16="http://schemas.microsoft.com/office/drawing/2014/main" id="{99C6D234-FE0C-EEF9-F4A2-4489C241BECA}"/>
                </a:ext>
              </a:extLst>
            </p:cNvPr>
            <p:cNvGrpSpPr/>
            <p:nvPr/>
          </p:nvGrpSpPr>
          <p:grpSpPr>
            <a:xfrm>
              <a:off x="1542227" y="663272"/>
              <a:ext cx="18819" cy="45720"/>
              <a:chOff x="1639649" y="1052940"/>
              <a:chExt cx="18819" cy="45720"/>
            </a:xfrm>
          </p:grpSpPr>
          <p:cxnSp>
            <p:nvCxnSpPr>
              <p:cNvPr id="78" name="Straight Connector 77">
                <a:extLst>
                  <a:ext uri="{FF2B5EF4-FFF2-40B4-BE49-F238E27FC236}">
                    <a16:creationId xmlns:a16="http://schemas.microsoft.com/office/drawing/2014/main" id="{AFAF0376-9C30-A72A-CA44-4C857E6FAB24}"/>
                  </a:ext>
                </a:extLst>
              </p:cNvPr>
              <p:cNvCxnSpPr>
                <a:cxnSpLocks/>
              </p:cNvCxnSpPr>
              <p:nvPr/>
            </p:nvCxnSpPr>
            <p:spPr>
              <a:xfrm flipH="1" flipV="1">
                <a:off x="1646956" y="1074296"/>
                <a:ext cx="1754" cy="24364"/>
              </a:xfrm>
              <a:prstGeom prst="line">
                <a:avLst/>
              </a:prstGeom>
              <a:ln w="6350"/>
            </p:spPr>
            <p:style>
              <a:lnRef idx="2">
                <a:schemeClr val="accent1"/>
              </a:lnRef>
              <a:fillRef idx="0">
                <a:schemeClr val="accent1"/>
              </a:fillRef>
              <a:effectRef idx="1">
                <a:schemeClr val="accent1"/>
              </a:effectRef>
              <a:fontRef idx="minor">
                <a:schemeClr val="tx1"/>
              </a:fontRef>
            </p:style>
          </p:cxnSp>
          <p:cxnSp>
            <p:nvCxnSpPr>
              <p:cNvPr id="79" name="Straight Connector 78">
                <a:extLst>
                  <a:ext uri="{FF2B5EF4-FFF2-40B4-BE49-F238E27FC236}">
                    <a16:creationId xmlns:a16="http://schemas.microsoft.com/office/drawing/2014/main" id="{B7D53C51-AC30-92EC-98E2-3129A8DC5918}"/>
                  </a:ext>
                </a:extLst>
              </p:cNvPr>
              <p:cNvCxnSpPr>
                <a:cxnSpLocks/>
              </p:cNvCxnSpPr>
              <p:nvPr/>
            </p:nvCxnSpPr>
            <p:spPr>
              <a:xfrm rot="1800000" flipH="1" flipV="1">
                <a:off x="1656714" y="1053096"/>
                <a:ext cx="1754" cy="24364"/>
              </a:xfrm>
              <a:prstGeom prst="line">
                <a:avLst/>
              </a:prstGeom>
              <a:ln w="6350"/>
            </p:spPr>
            <p:style>
              <a:lnRef idx="2">
                <a:schemeClr val="accent1"/>
              </a:lnRef>
              <a:fillRef idx="0">
                <a:schemeClr val="accent1"/>
              </a:fillRef>
              <a:effectRef idx="1">
                <a:schemeClr val="accent1"/>
              </a:effectRef>
              <a:fontRef idx="minor">
                <a:schemeClr val="tx1"/>
              </a:fontRef>
            </p:style>
          </p:cxnSp>
          <p:cxnSp>
            <p:nvCxnSpPr>
              <p:cNvPr id="80" name="Straight Connector 79">
                <a:extLst>
                  <a:ext uri="{FF2B5EF4-FFF2-40B4-BE49-F238E27FC236}">
                    <a16:creationId xmlns:a16="http://schemas.microsoft.com/office/drawing/2014/main" id="{03AA899F-5D77-05B5-1205-78866DF27D9E}"/>
                  </a:ext>
                </a:extLst>
              </p:cNvPr>
              <p:cNvCxnSpPr>
                <a:cxnSpLocks/>
              </p:cNvCxnSpPr>
              <p:nvPr/>
            </p:nvCxnSpPr>
            <p:spPr>
              <a:xfrm rot="19500000" flipH="1">
                <a:off x="1639649" y="1052940"/>
                <a:ext cx="1754" cy="24364"/>
              </a:xfrm>
              <a:prstGeom prst="line">
                <a:avLst/>
              </a:prstGeom>
              <a:ln w="6350"/>
            </p:spPr>
            <p:style>
              <a:lnRef idx="2">
                <a:schemeClr val="accent1"/>
              </a:lnRef>
              <a:fillRef idx="0">
                <a:schemeClr val="accent1"/>
              </a:fillRef>
              <a:effectRef idx="1">
                <a:schemeClr val="accent1"/>
              </a:effectRef>
              <a:fontRef idx="minor">
                <a:schemeClr val="tx1"/>
              </a:fontRef>
            </p:style>
          </p:cxnSp>
        </p:grpSp>
        <p:grpSp>
          <p:nvGrpSpPr>
            <p:cNvPr id="51" name="Group 50">
              <a:extLst>
                <a:ext uri="{FF2B5EF4-FFF2-40B4-BE49-F238E27FC236}">
                  <a16:creationId xmlns:a16="http://schemas.microsoft.com/office/drawing/2014/main" id="{7D6AB578-AC0D-19FC-08C9-C823E647F8FF}"/>
                </a:ext>
              </a:extLst>
            </p:cNvPr>
            <p:cNvGrpSpPr/>
            <p:nvPr/>
          </p:nvGrpSpPr>
          <p:grpSpPr>
            <a:xfrm>
              <a:off x="1579486" y="785765"/>
              <a:ext cx="18819" cy="45720"/>
              <a:chOff x="1639649" y="1052940"/>
              <a:chExt cx="18819" cy="45720"/>
            </a:xfrm>
          </p:grpSpPr>
          <p:cxnSp>
            <p:nvCxnSpPr>
              <p:cNvPr id="75" name="Straight Connector 74">
                <a:extLst>
                  <a:ext uri="{FF2B5EF4-FFF2-40B4-BE49-F238E27FC236}">
                    <a16:creationId xmlns:a16="http://schemas.microsoft.com/office/drawing/2014/main" id="{505EC453-36B6-C069-4926-3A7A7B458D2A}"/>
                  </a:ext>
                </a:extLst>
              </p:cNvPr>
              <p:cNvCxnSpPr>
                <a:cxnSpLocks/>
              </p:cNvCxnSpPr>
              <p:nvPr/>
            </p:nvCxnSpPr>
            <p:spPr>
              <a:xfrm flipH="1" flipV="1">
                <a:off x="1646956" y="1074296"/>
                <a:ext cx="1754" cy="24364"/>
              </a:xfrm>
              <a:prstGeom prst="line">
                <a:avLst/>
              </a:prstGeom>
              <a:ln w="6350"/>
            </p:spPr>
            <p:style>
              <a:lnRef idx="2">
                <a:schemeClr val="accent1"/>
              </a:lnRef>
              <a:fillRef idx="0">
                <a:schemeClr val="accent1"/>
              </a:fillRef>
              <a:effectRef idx="1">
                <a:schemeClr val="accent1"/>
              </a:effectRef>
              <a:fontRef idx="minor">
                <a:schemeClr val="tx1"/>
              </a:fontRef>
            </p:style>
          </p:cxnSp>
          <p:cxnSp>
            <p:nvCxnSpPr>
              <p:cNvPr id="76" name="Straight Connector 75">
                <a:extLst>
                  <a:ext uri="{FF2B5EF4-FFF2-40B4-BE49-F238E27FC236}">
                    <a16:creationId xmlns:a16="http://schemas.microsoft.com/office/drawing/2014/main" id="{24CA5795-0558-6FD8-A6B1-AB0C89AFC77F}"/>
                  </a:ext>
                </a:extLst>
              </p:cNvPr>
              <p:cNvCxnSpPr>
                <a:cxnSpLocks/>
              </p:cNvCxnSpPr>
              <p:nvPr/>
            </p:nvCxnSpPr>
            <p:spPr>
              <a:xfrm rot="1800000" flipH="1" flipV="1">
                <a:off x="1656714" y="1053096"/>
                <a:ext cx="1754" cy="24364"/>
              </a:xfrm>
              <a:prstGeom prst="line">
                <a:avLst/>
              </a:prstGeom>
              <a:ln w="6350"/>
            </p:spPr>
            <p:style>
              <a:lnRef idx="2">
                <a:schemeClr val="accent1"/>
              </a:lnRef>
              <a:fillRef idx="0">
                <a:schemeClr val="accent1"/>
              </a:fillRef>
              <a:effectRef idx="1">
                <a:schemeClr val="accent1"/>
              </a:effectRef>
              <a:fontRef idx="minor">
                <a:schemeClr val="tx1"/>
              </a:fontRef>
            </p:style>
          </p:cxnSp>
          <p:cxnSp>
            <p:nvCxnSpPr>
              <p:cNvPr id="77" name="Straight Connector 76">
                <a:extLst>
                  <a:ext uri="{FF2B5EF4-FFF2-40B4-BE49-F238E27FC236}">
                    <a16:creationId xmlns:a16="http://schemas.microsoft.com/office/drawing/2014/main" id="{8FEAE89C-1F2B-57BB-0BF6-3B50B593FD28}"/>
                  </a:ext>
                </a:extLst>
              </p:cNvPr>
              <p:cNvCxnSpPr>
                <a:cxnSpLocks/>
              </p:cNvCxnSpPr>
              <p:nvPr/>
            </p:nvCxnSpPr>
            <p:spPr>
              <a:xfrm rot="19500000" flipH="1">
                <a:off x="1639649" y="1052940"/>
                <a:ext cx="1754" cy="24364"/>
              </a:xfrm>
              <a:prstGeom prst="line">
                <a:avLst/>
              </a:prstGeom>
              <a:ln w="6350"/>
            </p:spPr>
            <p:style>
              <a:lnRef idx="2">
                <a:schemeClr val="accent1"/>
              </a:lnRef>
              <a:fillRef idx="0">
                <a:schemeClr val="accent1"/>
              </a:fillRef>
              <a:effectRef idx="1">
                <a:schemeClr val="accent1"/>
              </a:effectRef>
              <a:fontRef idx="minor">
                <a:schemeClr val="tx1"/>
              </a:fontRef>
            </p:style>
          </p:cxnSp>
        </p:grpSp>
        <p:grpSp>
          <p:nvGrpSpPr>
            <p:cNvPr id="52" name="Group 51">
              <a:extLst>
                <a:ext uri="{FF2B5EF4-FFF2-40B4-BE49-F238E27FC236}">
                  <a16:creationId xmlns:a16="http://schemas.microsoft.com/office/drawing/2014/main" id="{3C6CFB14-388C-121E-5845-D366BF87C31C}"/>
                </a:ext>
              </a:extLst>
            </p:cNvPr>
            <p:cNvGrpSpPr/>
            <p:nvPr/>
          </p:nvGrpSpPr>
          <p:grpSpPr>
            <a:xfrm>
              <a:off x="1606275" y="723305"/>
              <a:ext cx="18819" cy="45720"/>
              <a:chOff x="1639649" y="1052940"/>
              <a:chExt cx="18819" cy="45720"/>
            </a:xfrm>
          </p:grpSpPr>
          <p:cxnSp>
            <p:nvCxnSpPr>
              <p:cNvPr id="72" name="Straight Connector 71">
                <a:extLst>
                  <a:ext uri="{FF2B5EF4-FFF2-40B4-BE49-F238E27FC236}">
                    <a16:creationId xmlns:a16="http://schemas.microsoft.com/office/drawing/2014/main" id="{054AF680-1845-66B5-17C1-0E7A4C198897}"/>
                  </a:ext>
                </a:extLst>
              </p:cNvPr>
              <p:cNvCxnSpPr>
                <a:cxnSpLocks/>
              </p:cNvCxnSpPr>
              <p:nvPr/>
            </p:nvCxnSpPr>
            <p:spPr>
              <a:xfrm flipH="1" flipV="1">
                <a:off x="1646956" y="1074296"/>
                <a:ext cx="1754" cy="24364"/>
              </a:xfrm>
              <a:prstGeom prst="line">
                <a:avLst/>
              </a:prstGeom>
              <a:ln w="6350"/>
            </p:spPr>
            <p:style>
              <a:lnRef idx="2">
                <a:schemeClr val="accent1"/>
              </a:lnRef>
              <a:fillRef idx="0">
                <a:schemeClr val="accent1"/>
              </a:fillRef>
              <a:effectRef idx="1">
                <a:schemeClr val="accent1"/>
              </a:effectRef>
              <a:fontRef idx="minor">
                <a:schemeClr val="tx1"/>
              </a:fontRef>
            </p:style>
          </p:cxnSp>
          <p:cxnSp>
            <p:nvCxnSpPr>
              <p:cNvPr id="73" name="Straight Connector 72">
                <a:extLst>
                  <a:ext uri="{FF2B5EF4-FFF2-40B4-BE49-F238E27FC236}">
                    <a16:creationId xmlns:a16="http://schemas.microsoft.com/office/drawing/2014/main" id="{70A8FC71-FCF7-1C4C-6092-FCF91B52B802}"/>
                  </a:ext>
                </a:extLst>
              </p:cNvPr>
              <p:cNvCxnSpPr>
                <a:cxnSpLocks/>
              </p:cNvCxnSpPr>
              <p:nvPr/>
            </p:nvCxnSpPr>
            <p:spPr>
              <a:xfrm rot="1800000" flipH="1" flipV="1">
                <a:off x="1656714" y="1053096"/>
                <a:ext cx="1754" cy="24364"/>
              </a:xfrm>
              <a:prstGeom prst="line">
                <a:avLst/>
              </a:prstGeom>
              <a:ln w="6350"/>
            </p:spPr>
            <p:style>
              <a:lnRef idx="2">
                <a:schemeClr val="accent1"/>
              </a:lnRef>
              <a:fillRef idx="0">
                <a:schemeClr val="accent1"/>
              </a:fillRef>
              <a:effectRef idx="1">
                <a:schemeClr val="accent1"/>
              </a:effectRef>
              <a:fontRef idx="minor">
                <a:schemeClr val="tx1"/>
              </a:fontRef>
            </p:style>
          </p:cxnSp>
          <p:cxnSp>
            <p:nvCxnSpPr>
              <p:cNvPr id="74" name="Straight Connector 73">
                <a:extLst>
                  <a:ext uri="{FF2B5EF4-FFF2-40B4-BE49-F238E27FC236}">
                    <a16:creationId xmlns:a16="http://schemas.microsoft.com/office/drawing/2014/main" id="{6A76648B-3CB7-7A1B-2666-610C18F026F1}"/>
                  </a:ext>
                </a:extLst>
              </p:cNvPr>
              <p:cNvCxnSpPr>
                <a:cxnSpLocks/>
              </p:cNvCxnSpPr>
              <p:nvPr/>
            </p:nvCxnSpPr>
            <p:spPr>
              <a:xfrm rot="19500000" flipH="1">
                <a:off x="1639649" y="1052940"/>
                <a:ext cx="1754" cy="24364"/>
              </a:xfrm>
              <a:prstGeom prst="line">
                <a:avLst/>
              </a:prstGeom>
              <a:ln w="6350"/>
            </p:spPr>
            <p:style>
              <a:lnRef idx="2">
                <a:schemeClr val="accent1"/>
              </a:lnRef>
              <a:fillRef idx="0">
                <a:schemeClr val="accent1"/>
              </a:fillRef>
              <a:effectRef idx="1">
                <a:schemeClr val="accent1"/>
              </a:effectRef>
              <a:fontRef idx="minor">
                <a:schemeClr val="tx1"/>
              </a:fontRef>
            </p:style>
          </p:cxnSp>
        </p:grpSp>
        <p:grpSp>
          <p:nvGrpSpPr>
            <p:cNvPr id="53" name="Group 52">
              <a:extLst>
                <a:ext uri="{FF2B5EF4-FFF2-40B4-BE49-F238E27FC236}">
                  <a16:creationId xmlns:a16="http://schemas.microsoft.com/office/drawing/2014/main" id="{C2AC6EB9-055A-6944-3B53-2A3AD7B89C11}"/>
                </a:ext>
              </a:extLst>
            </p:cNvPr>
            <p:cNvGrpSpPr/>
            <p:nvPr/>
          </p:nvGrpSpPr>
          <p:grpSpPr>
            <a:xfrm>
              <a:off x="1632325" y="663272"/>
              <a:ext cx="18819" cy="45720"/>
              <a:chOff x="1639649" y="1052940"/>
              <a:chExt cx="18819" cy="45720"/>
            </a:xfrm>
          </p:grpSpPr>
          <p:cxnSp>
            <p:nvCxnSpPr>
              <p:cNvPr id="69" name="Straight Connector 68">
                <a:extLst>
                  <a:ext uri="{FF2B5EF4-FFF2-40B4-BE49-F238E27FC236}">
                    <a16:creationId xmlns:a16="http://schemas.microsoft.com/office/drawing/2014/main" id="{E798B467-D911-9D95-E647-9C996F897CAD}"/>
                  </a:ext>
                </a:extLst>
              </p:cNvPr>
              <p:cNvCxnSpPr>
                <a:cxnSpLocks/>
              </p:cNvCxnSpPr>
              <p:nvPr/>
            </p:nvCxnSpPr>
            <p:spPr>
              <a:xfrm flipH="1" flipV="1">
                <a:off x="1646956" y="1074296"/>
                <a:ext cx="1754" cy="24364"/>
              </a:xfrm>
              <a:prstGeom prst="line">
                <a:avLst/>
              </a:prstGeom>
              <a:ln w="6350"/>
            </p:spPr>
            <p:style>
              <a:lnRef idx="2">
                <a:schemeClr val="accent1"/>
              </a:lnRef>
              <a:fillRef idx="0">
                <a:schemeClr val="accent1"/>
              </a:fillRef>
              <a:effectRef idx="1">
                <a:schemeClr val="accent1"/>
              </a:effectRef>
              <a:fontRef idx="minor">
                <a:schemeClr val="tx1"/>
              </a:fontRef>
            </p:style>
          </p:cxnSp>
          <p:cxnSp>
            <p:nvCxnSpPr>
              <p:cNvPr id="70" name="Straight Connector 69">
                <a:extLst>
                  <a:ext uri="{FF2B5EF4-FFF2-40B4-BE49-F238E27FC236}">
                    <a16:creationId xmlns:a16="http://schemas.microsoft.com/office/drawing/2014/main" id="{CC770F2A-46E7-64D0-1E11-74F6BCB8ED1D}"/>
                  </a:ext>
                </a:extLst>
              </p:cNvPr>
              <p:cNvCxnSpPr>
                <a:cxnSpLocks/>
              </p:cNvCxnSpPr>
              <p:nvPr/>
            </p:nvCxnSpPr>
            <p:spPr>
              <a:xfrm rot="1800000" flipH="1" flipV="1">
                <a:off x="1656714" y="1053096"/>
                <a:ext cx="1754" cy="24364"/>
              </a:xfrm>
              <a:prstGeom prst="line">
                <a:avLst/>
              </a:prstGeom>
              <a:ln w="6350"/>
            </p:spPr>
            <p:style>
              <a:lnRef idx="2">
                <a:schemeClr val="accent1"/>
              </a:lnRef>
              <a:fillRef idx="0">
                <a:schemeClr val="accent1"/>
              </a:fillRef>
              <a:effectRef idx="1">
                <a:schemeClr val="accent1"/>
              </a:effectRef>
              <a:fontRef idx="minor">
                <a:schemeClr val="tx1"/>
              </a:fontRef>
            </p:style>
          </p:cxnSp>
          <p:cxnSp>
            <p:nvCxnSpPr>
              <p:cNvPr id="71" name="Straight Connector 70">
                <a:extLst>
                  <a:ext uri="{FF2B5EF4-FFF2-40B4-BE49-F238E27FC236}">
                    <a16:creationId xmlns:a16="http://schemas.microsoft.com/office/drawing/2014/main" id="{7BE51932-5E30-94A3-B23A-3A6726369C75}"/>
                  </a:ext>
                </a:extLst>
              </p:cNvPr>
              <p:cNvCxnSpPr>
                <a:cxnSpLocks/>
              </p:cNvCxnSpPr>
              <p:nvPr/>
            </p:nvCxnSpPr>
            <p:spPr>
              <a:xfrm rot="19500000" flipH="1">
                <a:off x="1639649" y="1052940"/>
                <a:ext cx="1754" cy="24364"/>
              </a:xfrm>
              <a:prstGeom prst="line">
                <a:avLst/>
              </a:prstGeom>
              <a:ln w="6350"/>
            </p:spPr>
            <p:style>
              <a:lnRef idx="2">
                <a:schemeClr val="accent1"/>
              </a:lnRef>
              <a:fillRef idx="0">
                <a:schemeClr val="accent1"/>
              </a:fillRef>
              <a:effectRef idx="1">
                <a:schemeClr val="accent1"/>
              </a:effectRef>
              <a:fontRef idx="minor">
                <a:schemeClr val="tx1"/>
              </a:fontRef>
            </p:style>
          </p:cxnSp>
        </p:grpSp>
        <p:cxnSp>
          <p:nvCxnSpPr>
            <p:cNvPr id="54" name="Straight Connector 53">
              <a:extLst>
                <a:ext uri="{FF2B5EF4-FFF2-40B4-BE49-F238E27FC236}">
                  <a16:creationId xmlns:a16="http://schemas.microsoft.com/office/drawing/2014/main" id="{4AA30C27-97CB-17AD-9F85-F44514CC44DB}"/>
                </a:ext>
              </a:extLst>
            </p:cNvPr>
            <p:cNvCxnSpPr>
              <a:cxnSpLocks/>
            </p:cNvCxnSpPr>
            <p:nvPr/>
          </p:nvCxnSpPr>
          <p:spPr>
            <a:xfrm flipV="1">
              <a:off x="1357047" y="830690"/>
              <a:ext cx="292608" cy="2400"/>
            </a:xfrm>
            <a:prstGeom prst="line">
              <a:avLst/>
            </a:prstGeom>
            <a:ln w="6350">
              <a:solidFill>
                <a:schemeClr val="bg1">
                  <a:lumMod val="50000"/>
                </a:schemeClr>
              </a:solidFill>
              <a:prstDash val="dash"/>
            </a:ln>
          </p:spPr>
          <p:style>
            <a:lnRef idx="2">
              <a:schemeClr val="accent1"/>
            </a:lnRef>
            <a:fillRef idx="0">
              <a:schemeClr val="accent1"/>
            </a:fillRef>
            <a:effectRef idx="1">
              <a:schemeClr val="accent1"/>
            </a:effectRef>
            <a:fontRef idx="minor">
              <a:schemeClr val="tx1"/>
            </a:fontRef>
          </p:style>
        </p:cxnSp>
        <p:cxnSp>
          <p:nvCxnSpPr>
            <p:cNvPr id="55" name="Straight Connector 54">
              <a:extLst>
                <a:ext uri="{FF2B5EF4-FFF2-40B4-BE49-F238E27FC236}">
                  <a16:creationId xmlns:a16="http://schemas.microsoft.com/office/drawing/2014/main" id="{181D5431-CD5A-6261-DB4A-F88FD1ACAC39}"/>
                </a:ext>
              </a:extLst>
            </p:cNvPr>
            <p:cNvCxnSpPr>
              <a:cxnSpLocks/>
            </p:cNvCxnSpPr>
            <p:nvPr/>
          </p:nvCxnSpPr>
          <p:spPr>
            <a:xfrm flipV="1">
              <a:off x="1418728" y="711235"/>
              <a:ext cx="292608" cy="2400"/>
            </a:xfrm>
            <a:prstGeom prst="line">
              <a:avLst/>
            </a:prstGeom>
            <a:ln w="6350">
              <a:solidFill>
                <a:schemeClr val="bg1">
                  <a:lumMod val="50000"/>
                </a:schemeClr>
              </a:solidFill>
              <a:prstDash val="dash"/>
            </a:ln>
          </p:spPr>
          <p:style>
            <a:lnRef idx="2">
              <a:schemeClr val="accent1"/>
            </a:lnRef>
            <a:fillRef idx="0">
              <a:schemeClr val="accent1"/>
            </a:fillRef>
            <a:effectRef idx="1">
              <a:schemeClr val="accent1"/>
            </a:effectRef>
            <a:fontRef idx="minor">
              <a:schemeClr val="tx1"/>
            </a:fontRef>
          </p:style>
        </p:cxnSp>
        <p:sp>
          <p:nvSpPr>
            <p:cNvPr id="56" name="Freeform: Shape 55">
              <a:extLst>
                <a:ext uri="{FF2B5EF4-FFF2-40B4-BE49-F238E27FC236}">
                  <a16:creationId xmlns:a16="http://schemas.microsoft.com/office/drawing/2014/main" id="{5C958AD1-C322-AD77-D7A8-4F9136DE6181}"/>
                </a:ext>
              </a:extLst>
            </p:cNvPr>
            <p:cNvSpPr/>
            <p:nvPr/>
          </p:nvSpPr>
          <p:spPr>
            <a:xfrm>
              <a:off x="1357308" y="711977"/>
              <a:ext cx="64294" cy="121444"/>
            </a:xfrm>
            <a:custGeom>
              <a:avLst/>
              <a:gdLst>
                <a:gd name="csX0" fmla="*/ 0 w 64294"/>
                <a:gd name="csY0" fmla="*/ 121444 h 121444"/>
                <a:gd name="csX1" fmla="*/ 35719 w 64294"/>
                <a:gd name="csY1" fmla="*/ 61913 h 121444"/>
                <a:gd name="csX2" fmla="*/ 64294 w 64294"/>
                <a:gd name="csY2" fmla="*/ 0 h 121444"/>
              </a:gdLst>
              <a:ahLst/>
              <a:cxnLst>
                <a:cxn ang="0">
                  <a:pos x="csX0" y="csY0"/>
                </a:cxn>
                <a:cxn ang="0">
                  <a:pos x="csX1" y="csY1"/>
                </a:cxn>
                <a:cxn ang="0">
                  <a:pos x="csX2" y="csY2"/>
                </a:cxn>
              </a:cxnLst>
              <a:rect l="l" t="t" r="r" b="b"/>
              <a:pathLst>
                <a:path w="64294" h="121444">
                  <a:moveTo>
                    <a:pt x="0" y="121444"/>
                  </a:moveTo>
                  <a:cubicBezTo>
                    <a:pt x="12501" y="101799"/>
                    <a:pt x="25003" y="82154"/>
                    <a:pt x="35719" y="61913"/>
                  </a:cubicBezTo>
                  <a:cubicBezTo>
                    <a:pt x="46435" y="41672"/>
                    <a:pt x="55364" y="20836"/>
                    <a:pt x="64294" y="0"/>
                  </a:cubicBezTo>
                </a:path>
              </a:pathLst>
            </a:custGeom>
            <a:noFill/>
            <a:ln w="6350">
              <a:solidFill>
                <a:schemeClr val="bg1">
                  <a:lumMod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7" name="Freeform: Shape 56">
              <a:extLst>
                <a:ext uri="{FF2B5EF4-FFF2-40B4-BE49-F238E27FC236}">
                  <a16:creationId xmlns:a16="http://schemas.microsoft.com/office/drawing/2014/main" id="{AA7CE86C-C0FF-2C02-3C77-A8C1921F68C8}"/>
                </a:ext>
              </a:extLst>
            </p:cNvPr>
            <p:cNvSpPr/>
            <p:nvPr/>
          </p:nvSpPr>
          <p:spPr>
            <a:xfrm>
              <a:off x="1643612" y="711977"/>
              <a:ext cx="64294" cy="121444"/>
            </a:xfrm>
            <a:custGeom>
              <a:avLst/>
              <a:gdLst>
                <a:gd name="csX0" fmla="*/ 0 w 64294"/>
                <a:gd name="csY0" fmla="*/ 121444 h 121444"/>
                <a:gd name="csX1" fmla="*/ 35719 w 64294"/>
                <a:gd name="csY1" fmla="*/ 61913 h 121444"/>
                <a:gd name="csX2" fmla="*/ 64294 w 64294"/>
                <a:gd name="csY2" fmla="*/ 0 h 121444"/>
              </a:gdLst>
              <a:ahLst/>
              <a:cxnLst>
                <a:cxn ang="0">
                  <a:pos x="csX0" y="csY0"/>
                </a:cxn>
                <a:cxn ang="0">
                  <a:pos x="csX1" y="csY1"/>
                </a:cxn>
                <a:cxn ang="0">
                  <a:pos x="csX2" y="csY2"/>
                </a:cxn>
              </a:cxnLst>
              <a:rect l="l" t="t" r="r" b="b"/>
              <a:pathLst>
                <a:path w="64294" h="121444">
                  <a:moveTo>
                    <a:pt x="0" y="121444"/>
                  </a:moveTo>
                  <a:cubicBezTo>
                    <a:pt x="12501" y="101799"/>
                    <a:pt x="25003" y="82154"/>
                    <a:pt x="35719" y="61913"/>
                  </a:cubicBezTo>
                  <a:cubicBezTo>
                    <a:pt x="46435" y="41672"/>
                    <a:pt x="55364" y="20836"/>
                    <a:pt x="64294" y="0"/>
                  </a:cubicBezTo>
                </a:path>
              </a:pathLst>
            </a:custGeom>
            <a:noFill/>
            <a:ln w="6350">
              <a:solidFill>
                <a:schemeClr val="bg1">
                  <a:lumMod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nvGrpSpPr>
            <p:cNvPr id="58" name="Group 57">
              <a:extLst>
                <a:ext uri="{FF2B5EF4-FFF2-40B4-BE49-F238E27FC236}">
                  <a16:creationId xmlns:a16="http://schemas.microsoft.com/office/drawing/2014/main" id="{3DC281D7-474F-5990-2884-6BAC877E57D8}"/>
                </a:ext>
              </a:extLst>
            </p:cNvPr>
            <p:cNvGrpSpPr/>
            <p:nvPr/>
          </p:nvGrpSpPr>
          <p:grpSpPr>
            <a:xfrm flipH="1">
              <a:off x="1511479" y="762715"/>
              <a:ext cx="53435" cy="145529"/>
              <a:chOff x="1640890" y="915718"/>
              <a:chExt cx="0" cy="199245"/>
            </a:xfrm>
          </p:grpSpPr>
          <p:cxnSp>
            <p:nvCxnSpPr>
              <p:cNvPr id="67" name="Straight Connector 66">
                <a:extLst>
                  <a:ext uri="{FF2B5EF4-FFF2-40B4-BE49-F238E27FC236}">
                    <a16:creationId xmlns:a16="http://schemas.microsoft.com/office/drawing/2014/main" id="{23D289AC-0E45-6B75-C188-B50B7A77232E}"/>
                  </a:ext>
                </a:extLst>
              </p:cNvPr>
              <p:cNvCxnSpPr>
                <a:cxnSpLocks/>
              </p:cNvCxnSpPr>
              <p:nvPr/>
            </p:nvCxnSpPr>
            <p:spPr>
              <a:xfrm>
                <a:off x="1640890" y="915718"/>
                <a:ext cx="0" cy="132830"/>
              </a:xfrm>
              <a:prstGeom prst="line">
                <a:avLst/>
              </a:prstGeom>
              <a:ln w="6350">
                <a:solidFill>
                  <a:schemeClr val="bg1">
                    <a:lumMod val="50000"/>
                  </a:schemeClr>
                </a:solidFill>
                <a:prstDash val="dash"/>
              </a:ln>
            </p:spPr>
            <p:style>
              <a:lnRef idx="2">
                <a:schemeClr val="accent1"/>
              </a:lnRef>
              <a:fillRef idx="0">
                <a:schemeClr val="accent1"/>
              </a:fillRef>
              <a:effectRef idx="1">
                <a:schemeClr val="accent1"/>
              </a:effectRef>
              <a:fontRef idx="minor">
                <a:schemeClr val="tx1"/>
              </a:fontRef>
            </p:style>
          </p:cxnSp>
          <p:cxnSp>
            <p:nvCxnSpPr>
              <p:cNvPr id="68" name="Straight Connector 67">
                <a:extLst>
                  <a:ext uri="{FF2B5EF4-FFF2-40B4-BE49-F238E27FC236}">
                    <a16:creationId xmlns:a16="http://schemas.microsoft.com/office/drawing/2014/main" id="{2131715E-7E07-B0C8-5A14-7324287CEE9E}"/>
                  </a:ext>
                </a:extLst>
              </p:cNvPr>
              <p:cNvCxnSpPr>
                <a:cxnSpLocks/>
              </p:cNvCxnSpPr>
              <p:nvPr/>
            </p:nvCxnSpPr>
            <p:spPr>
              <a:xfrm>
                <a:off x="1640890" y="982133"/>
                <a:ext cx="0" cy="132830"/>
              </a:xfrm>
              <a:prstGeom prst="line">
                <a:avLst/>
              </a:prstGeom>
              <a:ln w="6350">
                <a:solidFill>
                  <a:schemeClr val="bg1">
                    <a:lumMod val="50000"/>
                  </a:schemeClr>
                </a:solidFill>
                <a:prstDash val="solid"/>
              </a:ln>
            </p:spPr>
            <p:style>
              <a:lnRef idx="2">
                <a:schemeClr val="accent1"/>
              </a:lnRef>
              <a:fillRef idx="0">
                <a:schemeClr val="accent1"/>
              </a:fillRef>
              <a:effectRef idx="1">
                <a:schemeClr val="accent1"/>
              </a:effectRef>
              <a:fontRef idx="minor">
                <a:schemeClr val="tx1"/>
              </a:fontRef>
            </p:style>
          </p:cxnSp>
        </p:grpSp>
        <p:grpSp>
          <p:nvGrpSpPr>
            <p:cNvPr id="59" name="Group 58">
              <a:extLst>
                <a:ext uri="{FF2B5EF4-FFF2-40B4-BE49-F238E27FC236}">
                  <a16:creationId xmlns:a16="http://schemas.microsoft.com/office/drawing/2014/main" id="{97067BC5-9D79-B494-D66C-7BE9E60241D4}"/>
                </a:ext>
              </a:extLst>
            </p:cNvPr>
            <p:cNvGrpSpPr/>
            <p:nvPr/>
          </p:nvGrpSpPr>
          <p:grpSpPr>
            <a:xfrm>
              <a:off x="1470798" y="758412"/>
              <a:ext cx="53435" cy="150410"/>
              <a:chOff x="1475910" y="909035"/>
              <a:chExt cx="0" cy="205928"/>
            </a:xfrm>
          </p:grpSpPr>
          <p:cxnSp>
            <p:nvCxnSpPr>
              <p:cNvPr id="65" name="Straight Connector 64">
                <a:extLst>
                  <a:ext uri="{FF2B5EF4-FFF2-40B4-BE49-F238E27FC236}">
                    <a16:creationId xmlns:a16="http://schemas.microsoft.com/office/drawing/2014/main" id="{C6458759-0AD9-0D0D-6608-A012C98E9DE8}"/>
                  </a:ext>
                </a:extLst>
              </p:cNvPr>
              <p:cNvCxnSpPr>
                <a:cxnSpLocks/>
              </p:cNvCxnSpPr>
              <p:nvPr/>
            </p:nvCxnSpPr>
            <p:spPr>
              <a:xfrm>
                <a:off x="1475910" y="909035"/>
                <a:ext cx="0" cy="132830"/>
              </a:xfrm>
              <a:prstGeom prst="line">
                <a:avLst/>
              </a:prstGeom>
              <a:ln w="6350">
                <a:solidFill>
                  <a:schemeClr val="bg1">
                    <a:lumMod val="50000"/>
                  </a:schemeClr>
                </a:solidFill>
                <a:prstDash val="dash"/>
              </a:ln>
            </p:spPr>
            <p:style>
              <a:lnRef idx="2">
                <a:schemeClr val="accent1"/>
              </a:lnRef>
              <a:fillRef idx="0">
                <a:schemeClr val="accent1"/>
              </a:fillRef>
              <a:effectRef idx="1">
                <a:schemeClr val="accent1"/>
              </a:effectRef>
              <a:fontRef idx="minor">
                <a:schemeClr val="tx1"/>
              </a:fontRef>
            </p:style>
          </p:cxnSp>
          <p:cxnSp>
            <p:nvCxnSpPr>
              <p:cNvPr id="66" name="Straight Connector 65">
                <a:extLst>
                  <a:ext uri="{FF2B5EF4-FFF2-40B4-BE49-F238E27FC236}">
                    <a16:creationId xmlns:a16="http://schemas.microsoft.com/office/drawing/2014/main" id="{16B7E220-F137-39DA-D968-A77DDDA9E8F1}"/>
                  </a:ext>
                </a:extLst>
              </p:cNvPr>
              <p:cNvCxnSpPr>
                <a:cxnSpLocks/>
              </p:cNvCxnSpPr>
              <p:nvPr/>
            </p:nvCxnSpPr>
            <p:spPr>
              <a:xfrm>
                <a:off x="1475910" y="982133"/>
                <a:ext cx="0" cy="132830"/>
              </a:xfrm>
              <a:prstGeom prst="line">
                <a:avLst/>
              </a:prstGeom>
              <a:ln w="6350">
                <a:solidFill>
                  <a:schemeClr val="bg1">
                    <a:lumMod val="50000"/>
                  </a:schemeClr>
                </a:solidFill>
                <a:prstDash val="solid"/>
              </a:ln>
            </p:spPr>
            <p:style>
              <a:lnRef idx="2">
                <a:schemeClr val="accent1"/>
              </a:lnRef>
              <a:fillRef idx="0">
                <a:schemeClr val="accent1"/>
              </a:fillRef>
              <a:effectRef idx="1">
                <a:schemeClr val="accent1"/>
              </a:effectRef>
              <a:fontRef idx="minor">
                <a:schemeClr val="tx1"/>
              </a:fontRef>
            </p:style>
          </p:cxnSp>
        </p:grpSp>
        <p:sp>
          <p:nvSpPr>
            <p:cNvPr id="60" name="Oval 59">
              <a:extLst>
                <a:ext uri="{FF2B5EF4-FFF2-40B4-BE49-F238E27FC236}">
                  <a16:creationId xmlns:a16="http://schemas.microsoft.com/office/drawing/2014/main" id="{E3D56256-E8FE-F535-B743-E440146A6349}"/>
                </a:ext>
              </a:extLst>
            </p:cNvPr>
            <p:cNvSpPr>
              <a:spLocks noChangeAspect="1"/>
            </p:cNvSpPr>
            <p:nvPr/>
          </p:nvSpPr>
          <p:spPr>
            <a:xfrm>
              <a:off x="1547151" y="1052005"/>
              <a:ext cx="32804" cy="32804"/>
            </a:xfrm>
            <a:prstGeom prst="ellipse">
              <a:avLst/>
            </a:prstGeom>
            <a:no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1" name="Isosceles Triangle 60">
              <a:extLst>
                <a:ext uri="{FF2B5EF4-FFF2-40B4-BE49-F238E27FC236}">
                  <a16:creationId xmlns:a16="http://schemas.microsoft.com/office/drawing/2014/main" id="{7F3D3250-07BA-100D-37F6-6020A9F665CD}"/>
                </a:ext>
              </a:extLst>
            </p:cNvPr>
            <p:cNvSpPr/>
            <p:nvPr/>
          </p:nvSpPr>
          <p:spPr>
            <a:xfrm flipV="1">
              <a:off x="1426547" y="905177"/>
              <a:ext cx="182880" cy="127249"/>
            </a:xfrm>
            <a:prstGeom prst="triangle">
              <a:avLst/>
            </a:prstGeom>
            <a:no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2" name="Oval 61">
              <a:extLst>
                <a:ext uri="{FF2B5EF4-FFF2-40B4-BE49-F238E27FC236}">
                  <a16:creationId xmlns:a16="http://schemas.microsoft.com/office/drawing/2014/main" id="{B70F7E26-CD99-DDF5-8AD7-19CFAEAF2CF0}"/>
                </a:ext>
              </a:extLst>
            </p:cNvPr>
            <p:cNvSpPr>
              <a:spLocks noChangeAspect="1"/>
            </p:cNvSpPr>
            <p:nvPr/>
          </p:nvSpPr>
          <p:spPr>
            <a:xfrm>
              <a:off x="1459682" y="1051011"/>
              <a:ext cx="32804" cy="32804"/>
            </a:xfrm>
            <a:prstGeom prst="ellipse">
              <a:avLst/>
            </a:prstGeom>
            <a:no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cxnSp>
          <p:nvCxnSpPr>
            <p:cNvPr id="63" name="Straight Connector 62">
              <a:extLst>
                <a:ext uri="{FF2B5EF4-FFF2-40B4-BE49-F238E27FC236}">
                  <a16:creationId xmlns:a16="http://schemas.microsoft.com/office/drawing/2014/main" id="{1A0C5BDD-703E-B98D-ACB2-7EFD597D52DD}"/>
                </a:ext>
              </a:extLst>
            </p:cNvPr>
            <p:cNvCxnSpPr>
              <a:cxnSpLocks/>
            </p:cNvCxnSpPr>
            <p:nvPr/>
          </p:nvCxnSpPr>
          <p:spPr>
            <a:xfrm>
              <a:off x="1478305" y="980105"/>
              <a:ext cx="0" cy="73152"/>
            </a:xfrm>
            <a:prstGeom prst="line">
              <a:avLst/>
            </a:prstGeom>
            <a:ln w="6350">
              <a:solidFill>
                <a:schemeClr val="bg1">
                  <a:lumMod val="50000"/>
                </a:schemeClr>
              </a:solidFill>
              <a:prstDash val="solid"/>
            </a:ln>
          </p:spPr>
          <p:style>
            <a:lnRef idx="2">
              <a:schemeClr val="accent1"/>
            </a:lnRef>
            <a:fillRef idx="0">
              <a:schemeClr val="accent1"/>
            </a:fillRef>
            <a:effectRef idx="1">
              <a:schemeClr val="accent1"/>
            </a:effectRef>
            <a:fontRef idx="minor">
              <a:schemeClr val="tx1"/>
            </a:fontRef>
          </p:style>
        </p:cxnSp>
        <p:cxnSp>
          <p:nvCxnSpPr>
            <p:cNvPr id="64" name="Straight Connector 63">
              <a:extLst>
                <a:ext uri="{FF2B5EF4-FFF2-40B4-BE49-F238E27FC236}">
                  <a16:creationId xmlns:a16="http://schemas.microsoft.com/office/drawing/2014/main" id="{61EB4138-88B2-27F9-2BBF-2086756A8EB1}"/>
                </a:ext>
              </a:extLst>
            </p:cNvPr>
            <p:cNvCxnSpPr>
              <a:cxnSpLocks/>
            </p:cNvCxnSpPr>
            <p:nvPr/>
          </p:nvCxnSpPr>
          <p:spPr>
            <a:xfrm>
              <a:off x="1561811" y="979348"/>
              <a:ext cx="0" cy="73152"/>
            </a:xfrm>
            <a:prstGeom prst="line">
              <a:avLst/>
            </a:prstGeom>
            <a:ln w="6350">
              <a:solidFill>
                <a:schemeClr val="bg1">
                  <a:lumMod val="50000"/>
                </a:schemeClr>
              </a:solidFill>
              <a:prstDash val="solid"/>
            </a:ln>
          </p:spPr>
          <p:style>
            <a:lnRef idx="2">
              <a:schemeClr val="accent1"/>
            </a:lnRef>
            <a:fillRef idx="0">
              <a:schemeClr val="accent1"/>
            </a:fillRef>
            <a:effectRef idx="1">
              <a:schemeClr val="accent1"/>
            </a:effectRef>
            <a:fontRef idx="minor">
              <a:schemeClr val="tx1"/>
            </a:fontRef>
          </p:style>
        </p:cxnSp>
      </p:grpSp>
      <p:sp>
        <p:nvSpPr>
          <p:cNvPr id="96" name="TextBox 95">
            <a:extLst>
              <a:ext uri="{FF2B5EF4-FFF2-40B4-BE49-F238E27FC236}">
                <a16:creationId xmlns:a16="http://schemas.microsoft.com/office/drawing/2014/main" id="{38AF0629-0F1B-DAC6-C64C-4353A89522E1}"/>
              </a:ext>
            </a:extLst>
          </p:cNvPr>
          <p:cNvSpPr txBox="1"/>
          <p:nvPr/>
        </p:nvSpPr>
        <p:spPr>
          <a:xfrm>
            <a:off x="1954862" y="715458"/>
            <a:ext cx="2130098" cy="217863"/>
          </a:xfrm>
          <a:prstGeom prst="rect">
            <a:avLst/>
          </a:prstGeom>
          <a:noFill/>
        </p:spPr>
        <p:txBody>
          <a:bodyPr rot="0" spcFirstLastPara="0" vertOverflow="overflow" horzOverflow="overflow" vert="horz" wrap="none" lIns="63355" tIns="31678" rIns="63355" bIns="31678"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solidFill>
                  <a:srgbClr val="000000"/>
                </a:solidFill>
                <a:effectLst/>
                <a:uLnTx/>
                <a:uFillTx/>
                <a:latin typeface="Arial"/>
                <a:ea typeface="+mn-ea"/>
                <a:cs typeface="Arial"/>
                <a:sym typeface="Arial"/>
                <a:rtl val="0"/>
              </a:rPr>
              <a:t>Molecular-electrical transduction</a:t>
            </a:r>
          </a:p>
        </p:txBody>
      </p:sp>
      <p:grpSp>
        <p:nvGrpSpPr>
          <p:cNvPr id="97" name="Group 96">
            <a:extLst>
              <a:ext uri="{FF2B5EF4-FFF2-40B4-BE49-F238E27FC236}">
                <a16:creationId xmlns:a16="http://schemas.microsoft.com/office/drawing/2014/main" id="{3656C183-A5CC-64E4-D4AA-991A5AA06FF2}"/>
              </a:ext>
            </a:extLst>
          </p:cNvPr>
          <p:cNvGrpSpPr/>
          <p:nvPr/>
        </p:nvGrpSpPr>
        <p:grpSpPr>
          <a:xfrm>
            <a:off x="4410093" y="595340"/>
            <a:ext cx="2209681" cy="389789"/>
            <a:chOff x="2209212" y="977577"/>
            <a:chExt cx="1336787" cy="235810"/>
          </a:xfrm>
        </p:grpSpPr>
        <p:sp>
          <p:nvSpPr>
            <p:cNvPr id="98" name="TextBox 97">
              <a:extLst>
                <a:ext uri="{FF2B5EF4-FFF2-40B4-BE49-F238E27FC236}">
                  <a16:creationId xmlns:a16="http://schemas.microsoft.com/office/drawing/2014/main" id="{E1AFDBBC-D3B0-706C-2778-2A4B7BAC9414}"/>
                </a:ext>
              </a:extLst>
            </p:cNvPr>
            <p:cNvSpPr txBox="1"/>
            <p:nvPr/>
          </p:nvSpPr>
          <p:spPr>
            <a:xfrm>
              <a:off x="2228264" y="1081587"/>
              <a:ext cx="1317735" cy="131800"/>
            </a:xfrm>
            <a:prstGeom prst="rect">
              <a:avLst/>
            </a:prstGeom>
            <a:noFill/>
          </p:spPr>
          <p:txBody>
            <a:bodyPr rot="0" spcFirstLastPara="0" vertOverflow="overflow" horzOverflow="overflow" vert="horz" wrap="none" lIns="63355" tIns="31678" rIns="63355" bIns="31678"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solidFill>
                    <a:srgbClr val="000000"/>
                  </a:solidFill>
                  <a:effectLst/>
                  <a:uLnTx/>
                  <a:uFillTx/>
                  <a:latin typeface="Arial"/>
                  <a:ea typeface="+mn-ea"/>
                  <a:cs typeface="Arial"/>
                  <a:sym typeface="Arial"/>
                  <a:rtl val="0"/>
                </a:rPr>
                <a:t>Digital Signal Processing pipeline</a:t>
              </a:r>
            </a:p>
          </p:txBody>
        </p:sp>
        <p:sp>
          <p:nvSpPr>
            <p:cNvPr id="99" name="TextBox 98">
              <a:extLst>
                <a:ext uri="{FF2B5EF4-FFF2-40B4-BE49-F238E27FC236}">
                  <a16:creationId xmlns:a16="http://schemas.microsoft.com/office/drawing/2014/main" id="{B36CCBDB-3DCA-2BC2-DD02-ECC9629E2D97}"/>
                </a:ext>
              </a:extLst>
            </p:cNvPr>
            <p:cNvSpPr txBox="1"/>
            <p:nvPr/>
          </p:nvSpPr>
          <p:spPr>
            <a:xfrm>
              <a:off x="2209212" y="977577"/>
              <a:ext cx="632079" cy="13964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dirty="0">
                  <a:ln>
                    <a:noFill/>
                  </a:ln>
                  <a:solidFill>
                    <a:prstClr val="white">
                      <a:lumMod val="50000"/>
                    </a:prstClr>
                  </a:solidFill>
                  <a:effectLst/>
                  <a:uLnTx/>
                  <a:uFillTx/>
                  <a:latin typeface="Aptos Light" panose="020B0004020202020204" pitchFamily="34" charset="0"/>
                  <a:ea typeface="+mn-ea"/>
                  <a:cs typeface="+mn-cs"/>
                </a:rPr>
                <a:t>Mechanism</a:t>
              </a:r>
              <a:endParaRPr kumimoji="0" lang="en-US" sz="9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grpSp>
      <p:grpSp>
        <p:nvGrpSpPr>
          <p:cNvPr id="100" name="Group 99">
            <a:extLst>
              <a:ext uri="{FF2B5EF4-FFF2-40B4-BE49-F238E27FC236}">
                <a16:creationId xmlns:a16="http://schemas.microsoft.com/office/drawing/2014/main" id="{43059074-7DF3-6CA0-B815-03581E7AA1CD}"/>
              </a:ext>
            </a:extLst>
          </p:cNvPr>
          <p:cNvGrpSpPr/>
          <p:nvPr/>
        </p:nvGrpSpPr>
        <p:grpSpPr>
          <a:xfrm>
            <a:off x="7151346" y="608340"/>
            <a:ext cx="1840458" cy="369367"/>
            <a:chOff x="3281496" y="1029155"/>
            <a:chExt cx="1113419" cy="223455"/>
          </a:xfrm>
        </p:grpSpPr>
        <p:sp>
          <p:nvSpPr>
            <p:cNvPr id="101" name="TextBox 100">
              <a:extLst>
                <a:ext uri="{FF2B5EF4-FFF2-40B4-BE49-F238E27FC236}">
                  <a16:creationId xmlns:a16="http://schemas.microsoft.com/office/drawing/2014/main" id="{660ED4BA-8468-D570-8C96-DCB55C6C0879}"/>
                </a:ext>
              </a:extLst>
            </p:cNvPr>
            <p:cNvSpPr txBox="1"/>
            <p:nvPr/>
          </p:nvSpPr>
          <p:spPr>
            <a:xfrm>
              <a:off x="3302166" y="1120810"/>
              <a:ext cx="1092749" cy="131800"/>
            </a:xfrm>
            <a:prstGeom prst="rect">
              <a:avLst/>
            </a:prstGeom>
            <a:noFill/>
          </p:spPr>
          <p:txBody>
            <a:bodyPr rot="0" spcFirstLastPara="0" vertOverflow="overflow" horzOverflow="overflow" vert="horz" wrap="none" lIns="63355" tIns="31678" rIns="63355" bIns="31678"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solidFill>
                    <a:srgbClr val="000000"/>
                  </a:solidFill>
                  <a:effectLst/>
                  <a:uLnTx/>
                  <a:uFillTx/>
                  <a:latin typeface="Arial"/>
                  <a:ea typeface="+mn-ea"/>
                  <a:cs typeface="Arial"/>
                  <a:sym typeface="Arial"/>
                  <a:rtl val="0"/>
                </a:rPr>
                <a:t>In-silico non-linear function</a:t>
              </a:r>
            </a:p>
          </p:txBody>
        </p:sp>
        <p:sp>
          <p:nvSpPr>
            <p:cNvPr id="102" name="TextBox 101">
              <a:extLst>
                <a:ext uri="{FF2B5EF4-FFF2-40B4-BE49-F238E27FC236}">
                  <a16:creationId xmlns:a16="http://schemas.microsoft.com/office/drawing/2014/main" id="{D9C177F4-1BEB-3E18-8258-BA57E06EBC89}"/>
                </a:ext>
              </a:extLst>
            </p:cNvPr>
            <p:cNvSpPr txBox="1"/>
            <p:nvPr/>
          </p:nvSpPr>
          <p:spPr>
            <a:xfrm>
              <a:off x="3281496" y="1029155"/>
              <a:ext cx="632079" cy="13964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dirty="0">
                  <a:ln>
                    <a:noFill/>
                  </a:ln>
                  <a:solidFill>
                    <a:prstClr val="white">
                      <a:lumMod val="50000"/>
                    </a:prstClr>
                  </a:solidFill>
                  <a:effectLst/>
                  <a:uLnTx/>
                  <a:uFillTx/>
                  <a:latin typeface="Aptos Light" panose="020B0004020202020204" pitchFamily="34" charset="0"/>
                  <a:ea typeface="+mn-ea"/>
                  <a:cs typeface="+mn-cs"/>
                </a:rPr>
                <a:t>Mechanism</a:t>
              </a:r>
              <a:endParaRPr kumimoji="0" lang="en-US" sz="9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grpSp>
      <p:grpSp>
        <p:nvGrpSpPr>
          <p:cNvPr id="103" name="Group 102">
            <a:extLst>
              <a:ext uri="{FF2B5EF4-FFF2-40B4-BE49-F238E27FC236}">
                <a16:creationId xmlns:a16="http://schemas.microsoft.com/office/drawing/2014/main" id="{C2C88A39-274E-60AA-CB3C-95A4D3447CCA}"/>
              </a:ext>
            </a:extLst>
          </p:cNvPr>
          <p:cNvGrpSpPr/>
          <p:nvPr/>
        </p:nvGrpSpPr>
        <p:grpSpPr>
          <a:xfrm>
            <a:off x="7142010" y="285214"/>
            <a:ext cx="135810" cy="216486"/>
            <a:chOff x="2235570" y="366714"/>
            <a:chExt cx="82161" cy="130967"/>
          </a:xfrm>
        </p:grpSpPr>
        <p:cxnSp>
          <p:nvCxnSpPr>
            <p:cNvPr id="104" name="Straight Connector 103">
              <a:extLst>
                <a:ext uri="{FF2B5EF4-FFF2-40B4-BE49-F238E27FC236}">
                  <a16:creationId xmlns:a16="http://schemas.microsoft.com/office/drawing/2014/main" id="{5F802E2B-082C-B3E4-9C3E-0A4921E27A4E}"/>
                </a:ext>
              </a:extLst>
            </p:cNvPr>
            <p:cNvCxnSpPr>
              <a:cxnSpLocks/>
            </p:cNvCxnSpPr>
            <p:nvPr/>
          </p:nvCxnSpPr>
          <p:spPr>
            <a:xfrm>
              <a:off x="2235572" y="366714"/>
              <a:ext cx="82159" cy="69842"/>
            </a:xfrm>
            <a:prstGeom prst="line">
              <a:avLst/>
            </a:prstGeom>
            <a:ln w="6350">
              <a:solidFill>
                <a:schemeClr val="accent2">
                  <a:lumMod val="50000"/>
                  <a:alpha val="33000"/>
                </a:schemeClr>
              </a:solidFill>
            </a:ln>
          </p:spPr>
          <p:style>
            <a:lnRef idx="2">
              <a:schemeClr val="accent1"/>
            </a:lnRef>
            <a:fillRef idx="0">
              <a:schemeClr val="accent1"/>
            </a:fillRef>
            <a:effectRef idx="1">
              <a:schemeClr val="accent1"/>
            </a:effectRef>
            <a:fontRef idx="minor">
              <a:schemeClr val="tx1"/>
            </a:fontRef>
          </p:style>
        </p:cxnSp>
        <p:cxnSp>
          <p:nvCxnSpPr>
            <p:cNvPr id="105" name="Straight Connector 104">
              <a:extLst>
                <a:ext uri="{FF2B5EF4-FFF2-40B4-BE49-F238E27FC236}">
                  <a16:creationId xmlns:a16="http://schemas.microsoft.com/office/drawing/2014/main" id="{40629789-BF8B-1124-CE2E-BB1DCD10BECF}"/>
                </a:ext>
              </a:extLst>
            </p:cNvPr>
            <p:cNvCxnSpPr>
              <a:cxnSpLocks/>
            </p:cNvCxnSpPr>
            <p:nvPr/>
          </p:nvCxnSpPr>
          <p:spPr>
            <a:xfrm flipV="1">
              <a:off x="2235570" y="436556"/>
              <a:ext cx="82161" cy="61125"/>
            </a:xfrm>
            <a:prstGeom prst="line">
              <a:avLst/>
            </a:prstGeom>
            <a:ln w="6350">
              <a:solidFill>
                <a:schemeClr val="accent2">
                  <a:lumMod val="50000"/>
                  <a:alpha val="33000"/>
                </a:schemeClr>
              </a:solidFill>
            </a:ln>
          </p:spPr>
          <p:style>
            <a:lnRef idx="2">
              <a:schemeClr val="accent1"/>
            </a:lnRef>
            <a:fillRef idx="0">
              <a:schemeClr val="accent1"/>
            </a:fillRef>
            <a:effectRef idx="1">
              <a:schemeClr val="accent1"/>
            </a:effectRef>
            <a:fontRef idx="minor">
              <a:schemeClr val="tx1"/>
            </a:fontRef>
          </p:style>
        </p:cxnSp>
      </p:grpSp>
      <p:cxnSp>
        <p:nvCxnSpPr>
          <p:cNvPr id="106" name="Straight Connector 105">
            <a:extLst>
              <a:ext uri="{FF2B5EF4-FFF2-40B4-BE49-F238E27FC236}">
                <a16:creationId xmlns:a16="http://schemas.microsoft.com/office/drawing/2014/main" id="{393A02B5-EF1B-7876-0D13-CA363D0185E6}"/>
              </a:ext>
            </a:extLst>
          </p:cNvPr>
          <p:cNvCxnSpPr>
            <a:cxnSpLocks/>
          </p:cNvCxnSpPr>
          <p:nvPr/>
        </p:nvCxnSpPr>
        <p:spPr>
          <a:xfrm>
            <a:off x="7146274" y="497979"/>
            <a:ext cx="0" cy="302297"/>
          </a:xfrm>
          <a:prstGeom prst="line">
            <a:avLst/>
          </a:prstGeom>
          <a:ln w="6350">
            <a:solidFill>
              <a:schemeClr val="accent2">
                <a:lumMod val="50000"/>
                <a:alpha val="33000"/>
              </a:schemeClr>
            </a:solidFill>
          </a:ln>
        </p:spPr>
        <p:style>
          <a:lnRef idx="2">
            <a:schemeClr val="accent1"/>
          </a:lnRef>
          <a:fillRef idx="0">
            <a:schemeClr val="accent1"/>
          </a:fillRef>
          <a:effectRef idx="1">
            <a:schemeClr val="accent1"/>
          </a:effectRef>
          <a:fontRef idx="minor">
            <a:schemeClr val="tx1"/>
          </a:fontRef>
        </p:style>
      </p:cxnSp>
      <p:grpSp>
        <p:nvGrpSpPr>
          <p:cNvPr id="107" name="Group 106">
            <a:extLst>
              <a:ext uri="{FF2B5EF4-FFF2-40B4-BE49-F238E27FC236}">
                <a16:creationId xmlns:a16="http://schemas.microsoft.com/office/drawing/2014/main" id="{E9D0DE8A-CC76-B9DA-A425-6680942EC280}"/>
              </a:ext>
            </a:extLst>
          </p:cNvPr>
          <p:cNvGrpSpPr/>
          <p:nvPr/>
        </p:nvGrpSpPr>
        <p:grpSpPr>
          <a:xfrm rot="16200000">
            <a:off x="11221114" y="1278934"/>
            <a:ext cx="302297" cy="534598"/>
            <a:chOff x="5228606" y="737149"/>
            <a:chExt cx="182880" cy="323415"/>
          </a:xfrm>
        </p:grpSpPr>
        <p:cxnSp>
          <p:nvCxnSpPr>
            <p:cNvPr id="108" name="Straight Connector 107">
              <a:extLst>
                <a:ext uri="{FF2B5EF4-FFF2-40B4-BE49-F238E27FC236}">
                  <a16:creationId xmlns:a16="http://schemas.microsoft.com/office/drawing/2014/main" id="{08A4561A-3611-9829-7F61-BACB5BFA8454}"/>
                </a:ext>
              </a:extLst>
            </p:cNvPr>
            <p:cNvCxnSpPr>
              <a:cxnSpLocks/>
            </p:cNvCxnSpPr>
            <p:nvPr/>
          </p:nvCxnSpPr>
          <p:spPr>
            <a:xfrm flipH="1">
              <a:off x="5365421" y="772694"/>
              <a:ext cx="0" cy="97019"/>
            </a:xfrm>
            <a:prstGeom prst="line">
              <a:avLst/>
            </a:prstGeom>
            <a:ln w="6350">
              <a:solidFill>
                <a:schemeClr val="tx1"/>
              </a:solidFill>
              <a:prstDash val="solid"/>
            </a:ln>
          </p:spPr>
          <p:style>
            <a:lnRef idx="2">
              <a:schemeClr val="accent1"/>
            </a:lnRef>
            <a:fillRef idx="0">
              <a:schemeClr val="accent1"/>
            </a:fillRef>
            <a:effectRef idx="1">
              <a:schemeClr val="accent1"/>
            </a:effectRef>
            <a:fontRef idx="minor">
              <a:schemeClr val="tx1"/>
            </a:fontRef>
          </p:style>
        </p:cxnSp>
        <p:cxnSp>
          <p:nvCxnSpPr>
            <p:cNvPr id="109" name="Straight Connector 108">
              <a:extLst>
                <a:ext uri="{FF2B5EF4-FFF2-40B4-BE49-F238E27FC236}">
                  <a16:creationId xmlns:a16="http://schemas.microsoft.com/office/drawing/2014/main" id="{0B9B7581-39F9-E4F7-D6A4-7941E06F9DDE}"/>
                </a:ext>
              </a:extLst>
            </p:cNvPr>
            <p:cNvCxnSpPr>
              <a:cxnSpLocks/>
            </p:cNvCxnSpPr>
            <p:nvPr/>
          </p:nvCxnSpPr>
          <p:spPr>
            <a:xfrm>
              <a:off x="5273381" y="773272"/>
              <a:ext cx="0" cy="97019"/>
            </a:xfrm>
            <a:prstGeom prst="line">
              <a:avLst/>
            </a:prstGeom>
            <a:ln w="6350">
              <a:solidFill>
                <a:schemeClr val="tx1"/>
              </a:solidFill>
              <a:prstDash val="solid"/>
            </a:ln>
          </p:spPr>
          <p:style>
            <a:lnRef idx="2">
              <a:schemeClr val="accent1"/>
            </a:lnRef>
            <a:fillRef idx="0">
              <a:schemeClr val="accent1"/>
            </a:fillRef>
            <a:effectRef idx="1">
              <a:schemeClr val="accent1"/>
            </a:effectRef>
            <a:fontRef idx="minor">
              <a:schemeClr val="tx1"/>
            </a:fontRef>
          </p:style>
        </p:cxnSp>
        <p:sp>
          <p:nvSpPr>
            <p:cNvPr id="110" name="Oval 109">
              <a:extLst>
                <a:ext uri="{FF2B5EF4-FFF2-40B4-BE49-F238E27FC236}">
                  <a16:creationId xmlns:a16="http://schemas.microsoft.com/office/drawing/2014/main" id="{D26F1544-2D3C-5C89-DB6A-81DF0FA04AB1}"/>
                </a:ext>
              </a:extLst>
            </p:cNvPr>
            <p:cNvSpPr>
              <a:spLocks noChangeAspect="1"/>
            </p:cNvSpPr>
            <p:nvPr/>
          </p:nvSpPr>
          <p:spPr>
            <a:xfrm>
              <a:off x="5349210" y="1027760"/>
              <a:ext cx="32804" cy="32804"/>
            </a:xfrm>
            <a:prstGeom prst="ellipse">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1" name="Isosceles Triangle 110">
              <a:extLst>
                <a:ext uri="{FF2B5EF4-FFF2-40B4-BE49-F238E27FC236}">
                  <a16:creationId xmlns:a16="http://schemas.microsoft.com/office/drawing/2014/main" id="{797EAAEC-56D8-03A8-9725-A9FF8D6AD3D3}"/>
                </a:ext>
              </a:extLst>
            </p:cNvPr>
            <p:cNvSpPr/>
            <p:nvPr/>
          </p:nvSpPr>
          <p:spPr>
            <a:xfrm flipV="1">
              <a:off x="5228606" y="866646"/>
              <a:ext cx="182880" cy="127249"/>
            </a:xfrm>
            <a:prstGeom prst="triangle">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2" name="Oval 111">
              <a:extLst>
                <a:ext uri="{FF2B5EF4-FFF2-40B4-BE49-F238E27FC236}">
                  <a16:creationId xmlns:a16="http://schemas.microsoft.com/office/drawing/2014/main" id="{DB73FC32-BF64-67F0-10EC-AEB55F98B1B8}"/>
                </a:ext>
              </a:extLst>
            </p:cNvPr>
            <p:cNvSpPr>
              <a:spLocks noChangeAspect="1"/>
            </p:cNvSpPr>
            <p:nvPr/>
          </p:nvSpPr>
          <p:spPr>
            <a:xfrm>
              <a:off x="5261741" y="1026766"/>
              <a:ext cx="32804" cy="32804"/>
            </a:xfrm>
            <a:prstGeom prst="ellipse">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cxnSp>
          <p:nvCxnSpPr>
            <p:cNvPr id="113" name="Straight Connector 112">
              <a:extLst>
                <a:ext uri="{FF2B5EF4-FFF2-40B4-BE49-F238E27FC236}">
                  <a16:creationId xmlns:a16="http://schemas.microsoft.com/office/drawing/2014/main" id="{56EE39CC-B78B-B6E8-AC4F-F13809652C18}"/>
                </a:ext>
              </a:extLst>
            </p:cNvPr>
            <p:cNvCxnSpPr>
              <a:cxnSpLocks/>
            </p:cNvCxnSpPr>
            <p:nvPr/>
          </p:nvCxnSpPr>
          <p:spPr>
            <a:xfrm>
              <a:off x="5276610" y="939193"/>
              <a:ext cx="0" cy="91440"/>
            </a:xfrm>
            <a:prstGeom prst="line">
              <a:avLst/>
            </a:prstGeom>
            <a:ln w="6350">
              <a:solidFill>
                <a:schemeClr val="tx1"/>
              </a:solidFill>
              <a:prstDash val="solid"/>
            </a:ln>
          </p:spPr>
          <p:style>
            <a:lnRef idx="2">
              <a:schemeClr val="accent1"/>
            </a:lnRef>
            <a:fillRef idx="0">
              <a:schemeClr val="accent1"/>
            </a:fillRef>
            <a:effectRef idx="1">
              <a:schemeClr val="accent1"/>
            </a:effectRef>
            <a:fontRef idx="minor">
              <a:schemeClr val="tx1"/>
            </a:fontRef>
          </p:style>
        </p:cxnSp>
        <p:cxnSp>
          <p:nvCxnSpPr>
            <p:cNvPr id="114" name="Straight Connector 113">
              <a:extLst>
                <a:ext uri="{FF2B5EF4-FFF2-40B4-BE49-F238E27FC236}">
                  <a16:creationId xmlns:a16="http://schemas.microsoft.com/office/drawing/2014/main" id="{CC4CADCB-5405-C401-F378-F73AE2A6FB4F}"/>
                </a:ext>
              </a:extLst>
            </p:cNvPr>
            <p:cNvCxnSpPr>
              <a:cxnSpLocks/>
            </p:cNvCxnSpPr>
            <p:nvPr/>
          </p:nvCxnSpPr>
          <p:spPr>
            <a:xfrm>
              <a:off x="5365421" y="938436"/>
              <a:ext cx="0" cy="91440"/>
            </a:xfrm>
            <a:prstGeom prst="line">
              <a:avLst/>
            </a:prstGeom>
            <a:ln w="6350">
              <a:solidFill>
                <a:schemeClr val="tx1"/>
              </a:solidFill>
              <a:prstDash val="solid"/>
            </a:ln>
          </p:spPr>
          <p:style>
            <a:lnRef idx="2">
              <a:schemeClr val="accent1"/>
            </a:lnRef>
            <a:fillRef idx="0">
              <a:schemeClr val="accent1"/>
            </a:fillRef>
            <a:effectRef idx="1">
              <a:schemeClr val="accent1"/>
            </a:effectRef>
            <a:fontRef idx="minor">
              <a:schemeClr val="tx1"/>
            </a:fontRef>
          </p:style>
        </p:cxnSp>
        <p:sp>
          <p:nvSpPr>
            <p:cNvPr id="115" name="Oval 114">
              <a:extLst>
                <a:ext uri="{FF2B5EF4-FFF2-40B4-BE49-F238E27FC236}">
                  <a16:creationId xmlns:a16="http://schemas.microsoft.com/office/drawing/2014/main" id="{0B780AAA-889D-1662-F1BD-A68C50E3134A}"/>
                </a:ext>
              </a:extLst>
            </p:cNvPr>
            <p:cNvSpPr>
              <a:spLocks noChangeAspect="1"/>
            </p:cNvSpPr>
            <p:nvPr/>
          </p:nvSpPr>
          <p:spPr>
            <a:xfrm>
              <a:off x="5351591" y="738143"/>
              <a:ext cx="32804" cy="32804"/>
            </a:xfrm>
            <a:prstGeom prst="ellipse">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6" name="Oval 115">
              <a:extLst>
                <a:ext uri="{FF2B5EF4-FFF2-40B4-BE49-F238E27FC236}">
                  <a16:creationId xmlns:a16="http://schemas.microsoft.com/office/drawing/2014/main" id="{4BC9B7D9-19C8-1046-8016-29A05E4FB564}"/>
                </a:ext>
              </a:extLst>
            </p:cNvPr>
            <p:cNvSpPr>
              <a:spLocks noChangeAspect="1"/>
            </p:cNvSpPr>
            <p:nvPr/>
          </p:nvSpPr>
          <p:spPr>
            <a:xfrm>
              <a:off x="5256979" y="737149"/>
              <a:ext cx="32804" cy="32804"/>
            </a:xfrm>
            <a:prstGeom prst="ellipse">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grpSp>
        <p:nvGrpSpPr>
          <p:cNvPr id="117" name="Group 116">
            <a:extLst>
              <a:ext uri="{FF2B5EF4-FFF2-40B4-BE49-F238E27FC236}">
                <a16:creationId xmlns:a16="http://schemas.microsoft.com/office/drawing/2014/main" id="{B3DFD90B-E180-4B4F-C74D-1831861158DF}"/>
              </a:ext>
            </a:extLst>
          </p:cNvPr>
          <p:cNvGrpSpPr/>
          <p:nvPr/>
        </p:nvGrpSpPr>
        <p:grpSpPr>
          <a:xfrm>
            <a:off x="9825628" y="607101"/>
            <a:ext cx="1430090" cy="369367"/>
            <a:chOff x="4628939" y="1005796"/>
            <a:chExt cx="865159" cy="223455"/>
          </a:xfrm>
        </p:grpSpPr>
        <p:sp>
          <p:nvSpPr>
            <p:cNvPr id="118" name="TextBox 117">
              <a:extLst>
                <a:ext uri="{FF2B5EF4-FFF2-40B4-BE49-F238E27FC236}">
                  <a16:creationId xmlns:a16="http://schemas.microsoft.com/office/drawing/2014/main" id="{B46C40E0-A353-B837-C705-BC3CC0164BFC}"/>
                </a:ext>
              </a:extLst>
            </p:cNvPr>
            <p:cNvSpPr txBox="1"/>
            <p:nvPr/>
          </p:nvSpPr>
          <p:spPr>
            <a:xfrm>
              <a:off x="4649609" y="1097451"/>
              <a:ext cx="844489" cy="131800"/>
            </a:xfrm>
            <a:prstGeom prst="rect">
              <a:avLst/>
            </a:prstGeom>
            <a:noFill/>
          </p:spPr>
          <p:txBody>
            <a:bodyPr rot="0" spcFirstLastPara="0" vertOverflow="overflow" horzOverflow="overflow" vert="horz" wrap="none" lIns="63355" tIns="31678" rIns="63355" bIns="31678"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solidFill>
                    <a:srgbClr val="000000"/>
                  </a:solidFill>
                  <a:effectLst/>
                  <a:uLnTx/>
                  <a:uFillTx/>
                  <a:latin typeface="Arial"/>
                  <a:ea typeface="+mn-ea"/>
                  <a:cs typeface="Arial"/>
                  <a:sym typeface="Arial"/>
                  <a:rtl val="0"/>
                </a:rPr>
                <a:t>Electrical waveforms</a:t>
              </a:r>
            </a:p>
          </p:txBody>
        </p:sp>
        <p:sp>
          <p:nvSpPr>
            <p:cNvPr id="119" name="TextBox 118">
              <a:extLst>
                <a:ext uri="{FF2B5EF4-FFF2-40B4-BE49-F238E27FC236}">
                  <a16:creationId xmlns:a16="http://schemas.microsoft.com/office/drawing/2014/main" id="{58DA6DAD-602B-83EF-57F7-9DA11AB00DF4}"/>
                </a:ext>
              </a:extLst>
            </p:cNvPr>
            <p:cNvSpPr txBox="1"/>
            <p:nvPr/>
          </p:nvSpPr>
          <p:spPr>
            <a:xfrm>
              <a:off x="4628939" y="1005796"/>
              <a:ext cx="632079" cy="13964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dirty="0">
                  <a:ln>
                    <a:noFill/>
                  </a:ln>
                  <a:solidFill>
                    <a:prstClr val="white">
                      <a:lumMod val="50000"/>
                    </a:prstClr>
                  </a:solidFill>
                  <a:effectLst/>
                  <a:uLnTx/>
                  <a:uFillTx/>
                  <a:latin typeface="Aptos Light" panose="020B0004020202020204" pitchFamily="34" charset="0"/>
                  <a:ea typeface="+mn-ea"/>
                  <a:cs typeface="+mn-cs"/>
                </a:rPr>
                <a:t>Readout</a:t>
              </a:r>
              <a:endParaRPr kumimoji="0" lang="en-US" sz="9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grpSp>
      <p:sp>
        <p:nvSpPr>
          <p:cNvPr id="120" name="TextBox 119">
            <a:extLst>
              <a:ext uri="{FF2B5EF4-FFF2-40B4-BE49-F238E27FC236}">
                <a16:creationId xmlns:a16="http://schemas.microsoft.com/office/drawing/2014/main" id="{8EF5AB16-5004-F348-5996-4E8CD80B1974}"/>
              </a:ext>
            </a:extLst>
          </p:cNvPr>
          <p:cNvSpPr txBox="1"/>
          <p:nvPr/>
        </p:nvSpPr>
        <p:spPr>
          <a:xfrm>
            <a:off x="-41076" y="2103158"/>
            <a:ext cx="1192955" cy="24622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a:ln>
                  <a:noFill/>
                </a:ln>
                <a:solidFill>
                  <a:srgbClr val="E97132">
                    <a:lumMod val="50000"/>
                  </a:srgbClr>
                </a:solidFill>
                <a:effectLst/>
                <a:uLnTx/>
                <a:uFillTx/>
                <a:latin typeface="Arial" panose="020B0604020202020204" pitchFamily="34" charset="0"/>
                <a:ea typeface="+mn-ea"/>
                <a:cs typeface="Arial" panose="020B0604020202020204" pitchFamily="34" charset="0"/>
              </a:rPr>
              <a:t>▪</a:t>
            </a:r>
            <a:r>
              <a:rPr kumimoji="0" lang="en-GB" sz="1000" b="0" i="0" u="none" strike="noStrike" kern="1200" cap="none" spc="0" normalizeH="0" baseline="0" noProof="0" dirty="0">
                <a:ln>
                  <a:noFill/>
                </a:ln>
                <a:solidFill>
                  <a:prstClr val="white">
                    <a:lumMod val="50000"/>
                  </a:prstClr>
                </a:solidFill>
                <a:effectLst/>
                <a:uLnTx/>
                <a:uFillTx/>
                <a:latin typeface="Arial" panose="020B0604020202020204" pitchFamily="34" charset="0"/>
                <a:ea typeface="+mn-ea"/>
                <a:cs typeface="Arial" panose="020B0604020202020204" pitchFamily="34" charset="0"/>
              </a:rPr>
              <a:t>  </a:t>
            </a:r>
            <a:r>
              <a:rPr kumimoji="0" lang="en-GB" sz="1000" b="0" i="0" u="none" strike="noStrike" kern="1200" cap="none" spc="0" normalizeH="0" baseline="0" noProof="0" dirty="0">
                <a:ln>
                  <a:noFill/>
                </a:ln>
                <a:solidFill>
                  <a:prstClr val="white">
                    <a:lumMod val="50000"/>
                  </a:prstClr>
                </a:solidFill>
                <a:effectLst/>
                <a:uLnTx/>
                <a:uFillTx/>
                <a:latin typeface="Arial Nova" panose="020F0502020204030204" pitchFamily="34" charset="0"/>
                <a:ea typeface="+mn-ea"/>
                <a:cs typeface="Arial" panose="020B0604020202020204" pitchFamily="34" charset="0"/>
              </a:rPr>
              <a:t>MICROFLUIDIC</a:t>
            </a:r>
            <a:endParaRPr kumimoji="0" lang="en-GB" sz="1000" b="0" i="0" u="none" strike="noStrike" kern="1200" cap="none" spc="0" normalizeH="0" baseline="0" noProof="0" dirty="0">
              <a:ln>
                <a:noFill/>
              </a:ln>
              <a:solidFill>
                <a:prstClr val="white">
                  <a:lumMod val="50000"/>
                </a:prstClr>
              </a:solidFill>
              <a:effectLst/>
              <a:uLnTx/>
              <a:uFillTx/>
              <a:latin typeface="Arial Nova" panose="020F0502020204030204" pitchFamily="34" charset="0"/>
              <a:ea typeface="+mn-ea"/>
              <a:cs typeface="+mn-cs"/>
            </a:endParaRPr>
          </a:p>
        </p:txBody>
      </p:sp>
      <p:sp>
        <p:nvSpPr>
          <p:cNvPr id="121" name="TextBox 120">
            <a:extLst>
              <a:ext uri="{FF2B5EF4-FFF2-40B4-BE49-F238E27FC236}">
                <a16:creationId xmlns:a16="http://schemas.microsoft.com/office/drawing/2014/main" id="{B5BAA676-5D5F-2EF9-FC18-17BC7BF8DAFE}"/>
              </a:ext>
            </a:extLst>
          </p:cNvPr>
          <p:cNvSpPr txBox="1"/>
          <p:nvPr/>
        </p:nvSpPr>
        <p:spPr>
          <a:xfrm>
            <a:off x="-28037" y="2400654"/>
            <a:ext cx="1480883" cy="371752"/>
          </a:xfrm>
          <a:prstGeom prst="rect">
            <a:avLst/>
          </a:prstGeom>
          <a:noFill/>
        </p:spPr>
        <p:txBody>
          <a:bodyPr rot="0" spcFirstLastPara="0" vertOverflow="overflow" horzOverflow="overflow" vert="horz" wrap="none" lIns="63355" tIns="31678" rIns="63355" bIns="31678"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solidFill>
                  <a:srgbClr val="000000"/>
                </a:solidFill>
                <a:effectLst/>
                <a:uLnTx/>
                <a:uFillTx/>
                <a:latin typeface="Arial"/>
                <a:ea typeface="+mn-ea"/>
                <a:cs typeface="Arial"/>
                <a:sym typeface="Arial"/>
                <a:rtl val="0"/>
              </a:rPr>
              <a:t>FIR-shaped channels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solidFill>
                  <a:srgbClr val="000000"/>
                </a:solidFill>
                <a:effectLst/>
                <a:uLnTx/>
                <a:uFillTx/>
                <a:latin typeface="Arial"/>
                <a:ea typeface="+mn-ea"/>
                <a:cs typeface="Arial"/>
                <a:sym typeface="Arial"/>
                <a:rtl val="0"/>
              </a:rPr>
              <a:t>+ in-channel reactions</a:t>
            </a:r>
          </a:p>
        </p:txBody>
      </p:sp>
      <p:grpSp>
        <p:nvGrpSpPr>
          <p:cNvPr id="122" name="Group 121">
            <a:extLst>
              <a:ext uri="{FF2B5EF4-FFF2-40B4-BE49-F238E27FC236}">
                <a16:creationId xmlns:a16="http://schemas.microsoft.com/office/drawing/2014/main" id="{D5112CEF-5FF4-7456-C9D4-390A6508D853}"/>
              </a:ext>
            </a:extLst>
          </p:cNvPr>
          <p:cNvGrpSpPr/>
          <p:nvPr/>
        </p:nvGrpSpPr>
        <p:grpSpPr>
          <a:xfrm>
            <a:off x="2055272" y="2952382"/>
            <a:ext cx="1482051" cy="417106"/>
            <a:chOff x="902563" y="1366361"/>
            <a:chExt cx="896594" cy="252336"/>
          </a:xfrm>
        </p:grpSpPr>
        <p:sp>
          <p:nvSpPr>
            <p:cNvPr id="123" name="Cylinder 122">
              <a:extLst>
                <a:ext uri="{FF2B5EF4-FFF2-40B4-BE49-F238E27FC236}">
                  <a16:creationId xmlns:a16="http://schemas.microsoft.com/office/drawing/2014/main" id="{5C399457-8E5A-1D62-5D7D-F1AE70D824D4}"/>
                </a:ext>
              </a:extLst>
            </p:cNvPr>
            <p:cNvSpPr/>
            <p:nvPr/>
          </p:nvSpPr>
          <p:spPr>
            <a:xfrm rot="5400000">
              <a:off x="1224692" y="1044232"/>
              <a:ext cx="252336" cy="896594"/>
            </a:xfrm>
            <a:prstGeom prst="can">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4" name="Oval 123">
              <a:extLst>
                <a:ext uri="{FF2B5EF4-FFF2-40B4-BE49-F238E27FC236}">
                  <a16:creationId xmlns:a16="http://schemas.microsoft.com/office/drawing/2014/main" id="{36B6D9CB-B20C-E37E-85F6-A91D4853833C}"/>
                </a:ext>
              </a:extLst>
            </p:cNvPr>
            <p:cNvSpPr>
              <a:spLocks noChangeAspect="1"/>
            </p:cNvSpPr>
            <p:nvPr/>
          </p:nvSpPr>
          <p:spPr>
            <a:xfrm>
              <a:off x="987864" y="1421561"/>
              <a:ext cx="32804" cy="32804"/>
            </a:xfrm>
            <a:prstGeom prst="ellipse">
              <a:avLst/>
            </a:prstGeom>
            <a:solidFill>
              <a:srgbClr val="C29B4E"/>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5" name="Oval 124">
              <a:extLst>
                <a:ext uri="{FF2B5EF4-FFF2-40B4-BE49-F238E27FC236}">
                  <a16:creationId xmlns:a16="http://schemas.microsoft.com/office/drawing/2014/main" id="{6C8E21B8-EF1B-5E24-E6A2-B4C52D7B399A}"/>
                </a:ext>
              </a:extLst>
            </p:cNvPr>
            <p:cNvSpPr>
              <a:spLocks noChangeAspect="1"/>
            </p:cNvSpPr>
            <p:nvPr/>
          </p:nvSpPr>
          <p:spPr>
            <a:xfrm>
              <a:off x="987864" y="1498610"/>
              <a:ext cx="32804" cy="32804"/>
            </a:xfrm>
            <a:prstGeom prst="ellipse">
              <a:avLst/>
            </a:prstGeom>
            <a:solidFill>
              <a:srgbClr val="C29B4E"/>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6" name="Oval 125">
              <a:extLst>
                <a:ext uri="{FF2B5EF4-FFF2-40B4-BE49-F238E27FC236}">
                  <a16:creationId xmlns:a16="http://schemas.microsoft.com/office/drawing/2014/main" id="{899273A3-F1B6-AC1F-F0CB-3A31AC179CC6}"/>
                </a:ext>
              </a:extLst>
            </p:cNvPr>
            <p:cNvSpPr>
              <a:spLocks noChangeAspect="1"/>
            </p:cNvSpPr>
            <p:nvPr/>
          </p:nvSpPr>
          <p:spPr>
            <a:xfrm>
              <a:off x="952163" y="1460510"/>
              <a:ext cx="32804" cy="32804"/>
            </a:xfrm>
            <a:prstGeom prst="ellipse">
              <a:avLst/>
            </a:prstGeom>
            <a:solidFill>
              <a:srgbClr val="C29B4E"/>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7" name="Oval 126">
              <a:extLst>
                <a:ext uri="{FF2B5EF4-FFF2-40B4-BE49-F238E27FC236}">
                  <a16:creationId xmlns:a16="http://schemas.microsoft.com/office/drawing/2014/main" id="{ADACE2B3-0FE5-DB40-B174-BE5FDC845EAC}"/>
                </a:ext>
              </a:extLst>
            </p:cNvPr>
            <p:cNvSpPr>
              <a:spLocks noChangeAspect="1"/>
            </p:cNvSpPr>
            <p:nvPr/>
          </p:nvSpPr>
          <p:spPr>
            <a:xfrm>
              <a:off x="958349" y="1553810"/>
              <a:ext cx="32804" cy="32804"/>
            </a:xfrm>
            <a:prstGeom prst="ellipse">
              <a:avLst/>
            </a:prstGeom>
            <a:solidFill>
              <a:srgbClr val="C29B4E"/>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8" name="Oval 127">
              <a:extLst>
                <a:ext uri="{FF2B5EF4-FFF2-40B4-BE49-F238E27FC236}">
                  <a16:creationId xmlns:a16="http://schemas.microsoft.com/office/drawing/2014/main" id="{55D32115-07B1-0BDC-EC12-568E30EDDB60}"/>
                </a:ext>
              </a:extLst>
            </p:cNvPr>
            <p:cNvSpPr>
              <a:spLocks noChangeAspect="1"/>
            </p:cNvSpPr>
            <p:nvPr/>
          </p:nvSpPr>
          <p:spPr>
            <a:xfrm>
              <a:off x="1068946" y="1459256"/>
              <a:ext cx="32804" cy="32804"/>
            </a:xfrm>
            <a:prstGeom prst="ellipse">
              <a:avLst/>
            </a:prstGeom>
            <a:solidFill>
              <a:srgbClr val="C29B4E"/>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9" name="Oval 128">
              <a:extLst>
                <a:ext uri="{FF2B5EF4-FFF2-40B4-BE49-F238E27FC236}">
                  <a16:creationId xmlns:a16="http://schemas.microsoft.com/office/drawing/2014/main" id="{F9B70C6A-6ED3-B2FE-9162-3A7B356C591B}"/>
                </a:ext>
              </a:extLst>
            </p:cNvPr>
            <p:cNvSpPr>
              <a:spLocks noChangeAspect="1"/>
            </p:cNvSpPr>
            <p:nvPr/>
          </p:nvSpPr>
          <p:spPr>
            <a:xfrm>
              <a:off x="1057404" y="1522575"/>
              <a:ext cx="32804" cy="32804"/>
            </a:xfrm>
            <a:prstGeom prst="ellipse">
              <a:avLst/>
            </a:prstGeom>
            <a:solidFill>
              <a:srgbClr val="C29B4E"/>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0" name="Oval 129">
              <a:extLst>
                <a:ext uri="{FF2B5EF4-FFF2-40B4-BE49-F238E27FC236}">
                  <a16:creationId xmlns:a16="http://schemas.microsoft.com/office/drawing/2014/main" id="{A5BB2995-9FE5-F6DC-AA57-9E7E9F55D136}"/>
                </a:ext>
              </a:extLst>
            </p:cNvPr>
            <p:cNvSpPr>
              <a:spLocks noChangeAspect="1"/>
            </p:cNvSpPr>
            <p:nvPr/>
          </p:nvSpPr>
          <p:spPr>
            <a:xfrm>
              <a:off x="1152176" y="1480419"/>
              <a:ext cx="32804" cy="32804"/>
            </a:xfrm>
            <a:prstGeom prst="ellipse">
              <a:avLst/>
            </a:prstGeom>
            <a:solidFill>
              <a:srgbClr val="C29B4E"/>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cxnSp>
          <p:nvCxnSpPr>
            <p:cNvPr id="131" name="Straight Arrow Connector 130">
              <a:extLst>
                <a:ext uri="{FF2B5EF4-FFF2-40B4-BE49-F238E27FC236}">
                  <a16:creationId xmlns:a16="http://schemas.microsoft.com/office/drawing/2014/main" id="{75D31D29-47B3-84D1-73EF-53D78C34CBB5}"/>
                </a:ext>
              </a:extLst>
            </p:cNvPr>
            <p:cNvCxnSpPr/>
            <p:nvPr/>
          </p:nvCxnSpPr>
          <p:spPr>
            <a:xfrm>
              <a:off x="1470423" y="1492807"/>
              <a:ext cx="182880" cy="0"/>
            </a:xfrm>
            <a:prstGeom prst="straightConnector1">
              <a:avLst/>
            </a:prstGeom>
            <a:ln w="6350">
              <a:solidFill>
                <a:schemeClr val="tx1"/>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132" name="Straight Arrow Connector 131">
              <a:extLst>
                <a:ext uri="{FF2B5EF4-FFF2-40B4-BE49-F238E27FC236}">
                  <a16:creationId xmlns:a16="http://schemas.microsoft.com/office/drawing/2014/main" id="{AD660AC2-9A21-36FD-5F5F-FE5BCE217D1C}"/>
                </a:ext>
              </a:extLst>
            </p:cNvPr>
            <p:cNvCxnSpPr/>
            <p:nvPr/>
          </p:nvCxnSpPr>
          <p:spPr>
            <a:xfrm>
              <a:off x="1470423" y="1421561"/>
              <a:ext cx="91440" cy="0"/>
            </a:xfrm>
            <a:prstGeom prst="straightConnector1">
              <a:avLst/>
            </a:prstGeom>
            <a:ln w="6350">
              <a:solidFill>
                <a:schemeClr val="tx1"/>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133" name="Straight Arrow Connector 132">
              <a:extLst>
                <a:ext uri="{FF2B5EF4-FFF2-40B4-BE49-F238E27FC236}">
                  <a16:creationId xmlns:a16="http://schemas.microsoft.com/office/drawing/2014/main" id="{673AA8B6-49DB-DE17-1EB9-DA1061E51423}"/>
                </a:ext>
              </a:extLst>
            </p:cNvPr>
            <p:cNvCxnSpPr/>
            <p:nvPr/>
          </p:nvCxnSpPr>
          <p:spPr>
            <a:xfrm>
              <a:off x="1470423" y="1564803"/>
              <a:ext cx="91440" cy="0"/>
            </a:xfrm>
            <a:prstGeom prst="straightConnector1">
              <a:avLst/>
            </a:prstGeom>
            <a:ln w="6350">
              <a:solidFill>
                <a:schemeClr val="tx1"/>
              </a:solidFill>
              <a:tailEnd type="triangle" w="sm" len="sm"/>
            </a:ln>
          </p:spPr>
          <p:style>
            <a:lnRef idx="2">
              <a:schemeClr val="accent1"/>
            </a:lnRef>
            <a:fillRef idx="0">
              <a:schemeClr val="accent1"/>
            </a:fillRef>
            <a:effectRef idx="1">
              <a:schemeClr val="accent1"/>
            </a:effectRef>
            <a:fontRef idx="minor">
              <a:schemeClr val="tx1"/>
            </a:fontRef>
          </p:style>
        </p:cxnSp>
      </p:grpSp>
      <p:grpSp>
        <p:nvGrpSpPr>
          <p:cNvPr id="134" name="Group 133">
            <a:extLst>
              <a:ext uri="{FF2B5EF4-FFF2-40B4-BE49-F238E27FC236}">
                <a16:creationId xmlns:a16="http://schemas.microsoft.com/office/drawing/2014/main" id="{94E77089-D219-0345-2060-8204BD07E350}"/>
              </a:ext>
            </a:extLst>
          </p:cNvPr>
          <p:cNvGrpSpPr/>
          <p:nvPr/>
        </p:nvGrpSpPr>
        <p:grpSpPr>
          <a:xfrm>
            <a:off x="1824994" y="2132544"/>
            <a:ext cx="2380426" cy="674688"/>
            <a:chOff x="43766" y="2027777"/>
            <a:chExt cx="1440082" cy="408165"/>
          </a:xfrm>
        </p:grpSpPr>
        <p:sp>
          <p:nvSpPr>
            <p:cNvPr id="135" name="TextBox 134">
              <a:extLst>
                <a:ext uri="{FF2B5EF4-FFF2-40B4-BE49-F238E27FC236}">
                  <a16:creationId xmlns:a16="http://schemas.microsoft.com/office/drawing/2014/main" id="{D975BFA2-34F6-9216-B7A3-9900E7A1BFF6}"/>
                </a:ext>
              </a:extLst>
            </p:cNvPr>
            <p:cNvSpPr txBox="1"/>
            <p:nvPr/>
          </p:nvSpPr>
          <p:spPr>
            <a:xfrm>
              <a:off x="43766" y="2027777"/>
              <a:ext cx="1237244" cy="131800"/>
            </a:xfrm>
            <a:prstGeom prst="rect">
              <a:avLst/>
            </a:prstGeom>
            <a:noFill/>
          </p:spPr>
          <p:txBody>
            <a:bodyPr rot="0" spcFirstLastPara="0" vertOverflow="overflow" horzOverflow="overflow" vert="horz" wrap="none" lIns="63355" tIns="31678" rIns="63355" bIns="31678"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solidFill>
                    <a:srgbClr val="000000"/>
                  </a:solidFill>
                  <a:effectLst/>
                  <a:uLnTx/>
                  <a:uFillTx/>
                  <a:latin typeface="Arial"/>
                  <a:ea typeface="+mn-ea"/>
                  <a:cs typeface="Arial"/>
                  <a:sym typeface="Arial"/>
                  <a:rtl val="0"/>
                </a:rPr>
                <a:t>Molecular concentration pulses</a:t>
              </a:r>
            </a:p>
          </p:txBody>
        </p:sp>
        <p:sp>
          <p:nvSpPr>
            <p:cNvPr id="136" name="TextBox 135">
              <a:extLst>
                <a:ext uri="{FF2B5EF4-FFF2-40B4-BE49-F238E27FC236}">
                  <a16:creationId xmlns:a16="http://schemas.microsoft.com/office/drawing/2014/main" id="{F37D926C-6FFE-383D-08B6-3E382CBE2CF1}"/>
                </a:ext>
              </a:extLst>
            </p:cNvPr>
            <p:cNvSpPr txBox="1"/>
            <p:nvPr/>
          </p:nvSpPr>
          <p:spPr>
            <a:xfrm>
              <a:off x="50753" y="2145876"/>
              <a:ext cx="1433095" cy="290066"/>
            </a:xfrm>
            <a:prstGeom prst="rect">
              <a:avLst/>
            </a:prstGeom>
            <a:noFill/>
          </p:spPr>
          <p:txBody>
            <a:bodyPr rot="0" spcFirstLastPara="0" vertOverflow="overflow" horzOverflow="overflow" vert="horz" wrap="square" lIns="63355" tIns="31678" rIns="63355" bIns="31678"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dirty="0">
                  <a:ln>
                    <a:noFill/>
                  </a:ln>
                  <a:solidFill>
                    <a:prstClr val="black"/>
                  </a:solidFill>
                  <a:effectLst/>
                  <a:uLnTx/>
                  <a:uFillTx/>
                  <a:latin typeface="Aptos Light" panose="020B0004020202020204" pitchFamily="34" charset="0"/>
                  <a:ea typeface="+mn-ea"/>
                  <a:cs typeface="+mn-cs"/>
                </a:rPr>
                <a:t>Mechanism</a:t>
              </a:r>
              <a:endParaRPr kumimoji="0" lang="en-GB" sz="900" b="0" i="0" u="none" strike="noStrike" kern="1200" cap="none" spc="0" normalizeH="0" baseline="0" noProof="0" dirty="0">
                <a:ln/>
                <a:solidFill>
                  <a:prstClr val="black"/>
                </a:solidFill>
                <a:effectLst/>
                <a:uLnTx/>
                <a:uFillTx/>
                <a:latin typeface="Aptos Light" panose="020B0004020202020204" pitchFamily="34" charset="0"/>
                <a:ea typeface="+mn-ea"/>
                <a:cs typeface="Arial"/>
                <a:sym typeface="Arial"/>
                <a:rtl val="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dirty="0">
                  <a:ln/>
                  <a:solidFill>
                    <a:prstClr val="black"/>
                  </a:solidFill>
                  <a:effectLst/>
                  <a:uLnTx/>
                  <a:uFillTx/>
                  <a:latin typeface="Aptos Light" panose="020B0004020202020204" pitchFamily="34" charset="0"/>
                  <a:ea typeface="+mn-ea"/>
                  <a:cs typeface="Arial"/>
                  <a:sym typeface="Arial"/>
                  <a:rtl val="0"/>
                </a:rPr>
                <a:t>Signalling molecules are injected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dirty="0">
                  <a:ln/>
                  <a:solidFill>
                    <a:prstClr val="black"/>
                  </a:solidFill>
                  <a:effectLst/>
                  <a:uLnTx/>
                  <a:uFillTx/>
                  <a:latin typeface="Aptos Light" panose="020B0004020202020204" pitchFamily="34" charset="0"/>
                  <a:ea typeface="+mn-ea"/>
                  <a:cs typeface="Arial"/>
                  <a:sym typeface="Arial"/>
                  <a:rtl val="0"/>
                </a:rPr>
                <a:t>into a laminar-flow channel</a:t>
              </a:r>
            </a:p>
          </p:txBody>
        </p:sp>
      </p:grpSp>
      <p:grpSp>
        <p:nvGrpSpPr>
          <p:cNvPr id="137" name="Group 136">
            <a:extLst>
              <a:ext uri="{FF2B5EF4-FFF2-40B4-BE49-F238E27FC236}">
                <a16:creationId xmlns:a16="http://schemas.microsoft.com/office/drawing/2014/main" id="{330A0029-02A6-2643-97A9-72BB97F3BA98}"/>
              </a:ext>
            </a:extLst>
          </p:cNvPr>
          <p:cNvGrpSpPr/>
          <p:nvPr/>
        </p:nvGrpSpPr>
        <p:grpSpPr>
          <a:xfrm>
            <a:off x="4671805" y="2120497"/>
            <a:ext cx="2277215" cy="1390804"/>
            <a:chOff x="2122252" y="1293298"/>
            <a:chExt cx="1377643" cy="841392"/>
          </a:xfrm>
        </p:grpSpPr>
        <p:sp>
          <p:nvSpPr>
            <p:cNvPr id="138" name="Rectangle: Rounded Corners 137">
              <a:extLst>
                <a:ext uri="{FF2B5EF4-FFF2-40B4-BE49-F238E27FC236}">
                  <a16:creationId xmlns:a16="http://schemas.microsoft.com/office/drawing/2014/main" id="{9E029314-9D79-AF04-0D57-E0A748FAD0EC}"/>
                </a:ext>
              </a:extLst>
            </p:cNvPr>
            <p:cNvSpPr/>
            <p:nvPr/>
          </p:nvSpPr>
          <p:spPr>
            <a:xfrm>
              <a:off x="2143073" y="1306000"/>
              <a:ext cx="1356822" cy="828690"/>
            </a:xfrm>
            <a:prstGeom prst="roundRect">
              <a:avLst>
                <a:gd name="adj" fmla="val 4351"/>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nvGrpSpPr>
            <p:cNvPr id="139" name="Group 138">
              <a:extLst>
                <a:ext uri="{FF2B5EF4-FFF2-40B4-BE49-F238E27FC236}">
                  <a16:creationId xmlns:a16="http://schemas.microsoft.com/office/drawing/2014/main" id="{0BE7E7BC-280D-ED25-F69C-1DC30AAB30E5}"/>
                </a:ext>
              </a:extLst>
            </p:cNvPr>
            <p:cNvGrpSpPr/>
            <p:nvPr/>
          </p:nvGrpSpPr>
          <p:grpSpPr>
            <a:xfrm>
              <a:off x="2218053" y="1690969"/>
              <a:ext cx="1007081" cy="427675"/>
              <a:chOff x="2096814" y="1275711"/>
              <a:chExt cx="1007081" cy="427675"/>
            </a:xfrm>
          </p:grpSpPr>
          <p:cxnSp>
            <p:nvCxnSpPr>
              <p:cNvPr id="143" name="Straight Connector 142">
                <a:extLst>
                  <a:ext uri="{FF2B5EF4-FFF2-40B4-BE49-F238E27FC236}">
                    <a16:creationId xmlns:a16="http://schemas.microsoft.com/office/drawing/2014/main" id="{3A5F8E16-54DC-6D85-7906-9B1E246F8640}"/>
                  </a:ext>
                </a:extLst>
              </p:cNvPr>
              <p:cNvCxnSpPr>
                <a:cxnSpLocks/>
              </p:cNvCxnSpPr>
              <p:nvPr/>
            </p:nvCxnSpPr>
            <p:spPr>
              <a:xfrm>
                <a:off x="2096814" y="1533518"/>
                <a:ext cx="998535"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4" name="Straight Connector 143">
                <a:extLst>
                  <a:ext uri="{FF2B5EF4-FFF2-40B4-BE49-F238E27FC236}">
                    <a16:creationId xmlns:a16="http://schemas.microsoft.com/office/drawing/2014/main" id="{BBD44880-9706-2CF7-AD9F-BA8031B9452F}"/>
                  </a:ext>
                </a:extLst>
              </p:cNvPr>
              <p:cNvCxnSpPr>
                <a:cxnSpLocks/>
              </p:cNvCxnSpPr>
              <p:nvPr/>
            </p:nvCxnSpPr>
            <p:spPr>
              <a:xfrm flipV="1">
                <a:off x="2309277" y="1368465"/>
                <a:ext cx="263775" cy="16505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5" name="Straight Connector 144">
                <a:extLst>
                  <a:ext uri="{FF2B5EF4-FFF2-40B4-BE49-F238E27FC236}">
                    <a16:creationId xmlns:a16="http://schemas.microsoft.com/office/drawing/2014/main" id="{A215BB00-DF85-CDA5-6821-7531E95CBB06}"/>
                  </a:ext>
                </a:extLst>
              </p:cNvPr>
              <p:cNvCxnSpPr>
                <a:cxnSpLocks/>
              </p:cNvCxnSpPr>
              <p:nvPr/>
            </p:nvCxnSpPr>
            <p:spPr>
              <a:xfrm flipV="1">
                <a:off x="2573052" y="1366846"/>
                <a:ext cx="266861"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6" name="Straight Connector 145">
                <a:extLst>
                  <a:ext uri="{FF2B5EF4-FFF2-40B4-BE49-F238E27FC236}">
                    <a16:creationId xmlns:a16="http://schemas.microsoft.com/office/drawing/2014/main" id="{B9E59B7E-B633-EBE7-BAE0-66BE7634178A}"/>
                  </a:ext>
                </a:extLst>
              </p:cNvPr>
              <p:cNvCxnSpPr>
                <a:cxnSpLocks/>
              </p:cNvCxnSpPr>
              <p:nvPr/>
            </p:nvCxnSpPr>
            <p:spPr>
              <a:xfrm flipH="1" flipV="1">
                <a:off x="2840120" y="1368464"/>
                <a:ext cx="263775" cy="16505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grpSp>
            <p:nvGrpSpPr>
              <p:cNvPr id="147" name="Group 146">
                <a:extLst>
                  <a:ext uri="{FF2B5EF4-FFF2-40B4-BE49-F238E27FC236}">
                    <a16:creationId xmlns:a16="http://schemas.microsoft.com/office/drawing/2014/main" id="{153A3EE8-C8BF-9309-5B99-343C4D4E9EBB}"/>
                  </a:ext>
                </a:extLst>
              </p:cNvPr>
              <p:cNvGrpSpPr/>
              <p:nvPr/>
            </p:nvGrpSpPr>
            <p:grpSpPr>
              <a:xfrm flipV="1">
                <a:off x="2308268" y="1536714"/>
                <a:ext cx="792237" cy="166672"/>
                <a:chOff x="2450838" y="1647010"/>
                <a:chExt cx="792237" cy="166672"/>
              </a:xfrm>
            </p:grpSpPr>
            <p:cxnSp>
              <p:nvCxnSpPr>
                <p:cNvPr id="151" name="Straight Connector 150">
                  <a:extLst>
                    <a:ext uri="{FF2B5EF4-FFF2-40B4-BE49-F238E27FC236}">
                      <a16:creationId xmlns:a16="http://schemas.microsoft.com/office/drawing/2014/main" id="{B6DF3891-5EA3-DA73-4B6F-B9A918643A28}"/>
                    </a:ext>
                  </a:extLst>
                </p:cNvPr>
                <p:cNvCxnSpPr>
                  <a:cxnSpLocks/>
                </p:cNvCxnSpPr>
                <p:nvPr/>
              </p:nvCxnSpPr>
              <p:spPr>
                <a:xfrm flipV="1">
                  <a:off x="2450838" y="1648629"/>
                  <a:ext cx="263775" cy="16505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2" name="Straight Connector 151">
                  <a:extLst>
                    <a:ext uri="{FF2B5EF4-FFF2-40B4-BE49-F238E27FC236}">
                      <a16:creationId xmlns:a16="http://schemas.microsoft.com/office/drawing/2014/main" id="{670A3208-2B07-7E01-E80F-D5E771E6563F}"/>
                    </a:ext>
                  </a:extLst>
                </p:cNvPr>
                <p:cNvCxnSpPr>
                  <a:cxnSpLocks/>
                </p:cNvCxnSpPr>
                <p:nvPr/>
              </p:nvCxnSpPr>
              <p:spPr>
                <a:xfrm flipV="1">
                  <a:off x="2714613" y="1647010"/>
                  <a:ext cx="266861"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3" name="Straight Connector 152">
                  <a:extLst>
                    <a:ext uri="{FF2B5EF4-FFF2-40B4-BE49-F238E27FC236}">
                      <a16:creationId xmlns:a16="http://schemas.microsoft.com/office/drawing/2014/main" id="{552307EF-BDA9-3BCE-B69F-8714927FFE6A}"/>
                    </a:ext>
                  </a:extLst>
                </p:cNvPr>
                <p:cNvCxnSpPr>
                  <a:cxnSpLocks/>
                </p:cNvCxnSpPr>
                <p:nvPr/>
              </p:nvCxnSpPr>
              <p:spPr>
                <a:xfrm flipH="1" flipV="1">
                  <a:off x="2979300" y="1648628"/>
                  <a:ext cx="263775" cy="16505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grpSp>
          <mc:AlternateContent xmlns:mc="http://schemas.openxmlformats.org/markup-compatibility/2006" xmlns:a14="http://schemas.microsoft.com/office/drawing/2010/main">
            <mc:Choice Requires="a14">
              <p:sp>
                <p:nvSpPr>
                  <p:cNvPr id="148" name="TextBox 147">
                    <a:extLst>
                      <a:ext uri="{FF2B5EF4-FFF2-40B4-BE49-F238E27FC236}">
                        <a16:creationId xmlns:a16="http://schemas.microsoft.com/office/drawing/2014/main" id="{70334F05-0F93-7A98-9682-FAED5A8713DD}"/>
                      </a:ext>
                    </a:extLst>
                  </p:cNvPr>
                  <p:cNvSpPr txBox="1"/>
                  <p:nvPr/>
                </p:nvSpPr>
                <p:spPr>
                  <a:xfrm>
                    <a:off x="2648508" y="1439062"/>
                    <a:ext cx="95347" cy="83787"/>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sSub>
                            <m:sSubPr>
                              <m:ctrlPr>
                                <a:rPr kumimoji="0" lang="de-DE" sz="9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ctrlPr>
                            </m:sSubPr>
                            <m:e>
                              <m:r>
                                <a:rPr kumimoji="0" lang="de-DE" sz="9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𝜔</m:t>
                              </m:r>
                            </m:e>
                            <m:sub>
                              <m:r>
                                <a:rPr kumimoji="0" lang="de-DE" sz="9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1</m:t>
                              </m:r>
                            </m:sub>
                          </m:sSub>
                        </m:oMath>
                      </m:oMathPara>
                    </a14:m>
                    <a:endParaRPr kumimoji="0" lang="en-US" sz="9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mc:Choice>
            <mc:Fallback xmlns="">
              <p:sp>
                <p:nvSpPr>
                  <p:cNvPr id="148" name="TextBox 147">
                    <a:extLst>
                      <a:ext uri="{FF2B5EF4-FFF2-40B4-BE49-F238E27FC236}">
                        <a16:creationId xmlns:a16="http://schemas.microsoft.com/office/drawing/2014/main" id="{70334F05-0F93-7A98-9682-FAED5A8713DD}"/>
                      </a:ext>
                    </a:extLst>
                  </p:cNvPr>
                  <p:cNvSpPr txBox="1">
                    <a:spLocks noRot="1" noChangeAspect="1" noMove="1" noResize="1" noEditPoints="1" noAdjustHandles="1" noChangeArrowheads="1" noChangeShapeType="1" noTextEdit="1"/>
                  </p:cNvSpPr>
                  <p:nvPr/>
                </p:nvSpPr>
                <p:spPr>
                  <a:xfrm>
                    <a:off x="2648508" y="1439062"/>
                    <a:ext cx="95347" cy="83787"/>
                  </a:xfrm>
                  <a:prstGeom prst="rect">
                    <a:avLst/>
                  </a:prstGeom>
                  <a:blipFill>
                    <a:blip r:embed="rId8"/>
                    <a:stretch>
                      <a:fillRect l="-11538" r="-11538" b="-130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9" name="TextBox 148">
                    <a:extLst>
                      <a:ext uri="{FF2B5EF4-FFF2-40B4-BE49-F238E27FC236}">
                        <a16:creationId xmlns:a16="http://schemas.microsoft.com/office/drawing/2014/main" id="{EAE7C697-F7EE-A2B2-161D-5AA0A918944E}"/>
                      </a:ext>
                    </a:extLst>
                  </p:cNvPr>
                  <p:cNvSpPr txBox="1"/>
                  <p:nvPr/>
                </p:nvSpPr>
                <p:spPr>
                  <a:xfrm>
                    <a:off x="2647771" y="1275711"/>
                    <a:ext cx="96976" cy="83787"/>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sSub>
                            <m:sSubPr>
                              <m:ctrlPr>
                                <a:rPr kumimoji="0" lang="de-DE" sz="9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ctrlPr>
                            </m:sSubPr>
                            <m:e>
                              <m:r>
                                <a:rPr kumimoji="0" lang="de-DE" sz="9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𝜔</m:t>
                              </m:r>
                            </m:e>
                            <m:sub>
                              <m:r>
                                <a:rPr kumimoji="0" lang="de-DE" sz="9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2</m:t>
                              </m:r>
                            </m:sub>
                          </m:sSub>
                        </m:oMath>
                      </m:oMathPara>
                    </a14:m>
                    <a:endParaRPr kumimoji="0" lang="en-US" sz="9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mc:Choice>
            <mc:Fallback xmlns="">
              <p:sp>
                <p:nvSpPr>
                  <p:cNvPr id="149" name="TextBox 148">
                    <a:extLst>
                      <a:ext uri="{FF2B5EF4-FFF2-40B4-BE49-F238E27FC236}">
                        <a16:creationId xmlns:a16="http://schemas.microsoft.com/office/drawing/2014/main" id="{EAE7C697-F7EE-A2B2-161D-5AA0A918944E}"/>
                      </a:ext>
                    </a:extLst>
                  </p:cNvPr>
                  <p:cNvSpPr txBox="1">
                    <a:spLocks noRot="1" noChangeAspect="1" noMove="1" noResize="1" noEditPoints="1" noAdjustHandles="1" noChangeArrowheads="1" noChangeShapeType="1" noTextEdit="1"/>
                  </p:cNvSpPr>
                  <p:nvPr/>
                </p:nvSpPr>
                <p:spPr>
                  <a:xfrm>
                    <a:off x="2647771" y="1275711"/>
                    <a:ext cx="96976" cy="83787"/>
                  </a:xfrm>
                  <a:prstGeom prst="rect">
                    <a:avLst/>
                  </a:prstGeom>
                  <a:blipFill>
                    <a:blip r:embed="rId9"/>
                    <a:stretch>
                      <a:fillRect l="-11538" r="-11538" b="-1818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0" name="TextBox 149">
                    <a:extLst>
                      <a:ext uri="{FF2B5EF4-FFF2-40B4-BE49-F238E27FC236}">
                        <a16:creationId xmlns:a16="http://schemas.microsoft.com/office/drawing/2014/main" id="{CC1F9FCC-4FE1-30E7-9340-7F647E41D2E2}"/>
                      </a:ext>
                    </a:extLst>
                  </p:cNvPr>
                  <p:cNvSpPr txBox="1"/>
                  <p:nvPr/>
                </p:nvSpPr>
                <p:spPr>
                  <a:xfrm>
                    <a:off x="2647771" y="1613336"/>
                    <a:ext cx="96976" cy="83787"/>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sSub>
                            <m:sSubPr>
                              <m:ctrlPr>
                                <a:rPr kumimoji="0" lang="de-DE" sz="9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ctrlPr>
                            </m:sSubPr>
                            <m:e>
                              <m:r>
                                <a:rPr kumimoji="0" lang="de-DE" sz="9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𝜔</m:t>
                              </m:r>
                            </m:e>
                            <m:sub>
                              <m:r>
                                <a:rPr kumimoji="0" lang="de-DE" sz="9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3</m:t>
                              </m:r>
                            </m:sub>
                          </m:sSub>
                        </m:oMath>
                      </m:oMathPara>
                    </a14:m>
                    <a:endParaRPr kumimoji="0" lang="en-US" sz="9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mc:Choice>
            <mc:Fallback xmlns="">
              <p:sp>
                <p:nvSpPr>
                  <p:cNvPr id="150" name="TextBox 149">
                    <a:extLst>
                      <a:ext uri="{FF2B5EF4-FFF2-40B4-BE49-F238E27FC236}">
                        <a16:creationId xmlns:a16="http://schemas.microsoft.com/office/drawing/2014/main" id="{CC1F9FCC-4FE1-30E7-9340-7F647E41D2E2}"/>
                      </a:ext>
                    </a:extLst>
                  </p:cNvPr>
                  <p:cNvSpPr txBox="1">
                    <a:spLocks noRot="1" noChangeAspect="1" noMove="1" noResize="1" noEditPoints="1" noAdjustHandles="1" noChangeArrowheads="1" noChangeShapeType="1" noTextEdit="1"/>
                  </p:cNvSpPr>
                  <p:nvPr/>
                </p:nvSpPr>
                <p:spPr>
                  <a:xfrm>
                    <a:off x="2647771" y="1613336"/>
                    <a:ext cx="96976" cy="83787"/>
                  </a:xfrm>
                  <a:prstGeom prst="rect">
                    <a:avLst/>
                  </a:prstGeom>
                  <a:blipFill>
                    <a:blip r:embed="rId10"/>
                    <a:stretch>
                      <a:fillRect l="-11538" r="-11538" b="-13043"/>
                    </a:stretch>
                  </a:blipFill>
                </p:spPr>
                <p:txBody>
                  <a:bodyPr/>
                  <a:lstStyle/>
                  <a:p>
                    <a:r>
                      <a:rPr lang="en-US">
                        <a:noFill/>
                      </a:rPr>
                      <a:t> </a:t>
                    </a:r>
                  </a:p>
                </p:txBody>
              </p:sp>
            </mc:Fallback>
          </mc:AlternateContent>
        </p:grpSp>
        <p:grpSp>
          <p:nvGrpSpPr>
            <p:cNvPr id="140" name="Group 139">
              <a:extLst>
                <a:ext uri="{FF2B5EF4-FFF2-40B4-BE49-F238E27FC236}">
                  <a16:creationId xmlns:a16="http://schemas.microsoft.com/office/drawing/2014/main" id="{1019A678-AEAF-44EC-88DA-13FCA94F29F6}"/>
                </a:ext>
              </a:extLst>
            </p:cNvPr>
            <p:cNvGrpSpPr/>
            <p:nvPr/>
          </p:nvGrpSpPr>
          <p:grpSpPr>
            <a:xfrm>
              <a:off x="2122252" y="1293298"/>
              <a:ext cx="1087900" cy="420475"/>
              <a:chOff x="1974463" y="1711291"/>
              <a:chExt cx="1087900" cy="420475"/>
            </a:xfrm>
          </p:grpSpPr>
          <p:sp>
            <p:nvSpPr>
              <p:cNvPr id="141" name="TextBox 140">
                <a:extLst>
                  <a:ext uri="{FF2B5EF4-FFF2-40B4-BE49-F238E27FC236}">
                    <a16:creationId xmlns:a16="http://schemas.microsoft.com/office/drawing/2014/main" id="{EEA54EB4-1C9C-3DFE-4C8B-09A6720AACF5}"/>
                  </a:ext>
                </a:extLst>
              </p:cNvPr>
              <p:cNvSpPr txBox="1"/>
              <p:nvPr/>
            </p:nvSpPr>
            <p:spPr>
              <a:xfrm>
                <a:off x="1987863" y="1841700"/>
                <a:ext cx="1052988" cy="290066"/>
              </a:xfrm>
              <a:prstGeom prst="rect">
                <a:avLst/>
              </a:prstGeom>
              <a:noFill/>
            </p:spPr>
            <p:txBody>
              <a:bodyPr rot="0" spcFirstLastPara="0" vertOverflow="overflow" horzOverflow="overflow" vert="horz" wrap="none" lIns="63355" tIns="31678" rIns="63355" bIns="31678"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dirty="0">
                    <a:ln>
                      <a:noFill/>
                    </a:ln>
                    <a:solidFill>
                      <a:prstClr val="white">
                        <a:lumMod val="50000"/>
                      </a:prstClr>
                    </a:solidFill>
                    <a:effectLst/>
                    <a:uLnTx/>
                    <a:uFillTx/>
                    <a:latin typeface="Aptos Light" panose="020B0004020202020204" pitchFamily="34" charset="0"/>
                    <a:ea typeface="+mn-ea"/>
                    <a:cs typeface="+mn-cs"/>
                  </a:rPr>
                  <a:t>Mechanism</a:t>
                </a:r>
                <a:endParaRPr kumimoji="0" lang="en-GB" sz="900" b="0" i="0" u="none" strike="noStrike" kern="1200" cap="none" spc="0" normalizeH="0" baseline="0" noProof="0" dirty="0">
                  <a:ln/>
                  <a:solidFill>
                    <a:prstClr val="white">
                      <a:lumMod val="50000"/>
                    </a:prstClr>
                  </a:solidFill>
                  <a:effectLst/>
                  <a:uLnTx/>
                  <a:uFillTx/>
                  <a:latin typeface="Aptos Light" panose="020B0004020202020204" pitchFamily="34" charset="0"/>
                  <a:ea typeface="+mn-ea"/>
                  <a:cs typeface="Arial"/>
                  <a:sym typeface="Arial"/>
                  <a:rtl val="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dirty="0">
                    <a:ln/>
                    <a:solidFill>
                      <a:prstClr val="white">
                        <a:lumMod val="50000"/>
                      </a:prstClr>
                    </a:solidFill>
                    <a:effectLst/>
                    <a:uLnTx/>
                    <a:uFillTx/>
                    <a:latin typeface="Aptos Light" panose="020B0004020202020204" pitchFamily="34" charset="0"/>
                    <a:ea typeface="+mn-ea"/>
                    <a:cs typeface="Arial"/>
                    <a:sym typeface="Arial"/>
                    <a:rtl val="0"/>
                  </a:rPr>
                  <a:t>Interconnected pipes realizes the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dirty="0">
                    <a:ln/>
                    <a:solidFill>
                      <a:prstClr val="white">
                        <a:lumMod val="50000"/>
                      </a:prstClr>
                    </a:solidFill>
                    <a:effectLst/>
                    <a:uLnTx/>
                    <a:uFillTx/>
                    <a:latin typeface="Aptos Light" panose="020B0004020202020204" pitchFamily="34" charset="0"/>
                    <a:ea typeface="+mn-ea"/>
                    <a:cs typeface="Arial"/>
                    <a:sym typeface="Arial"/>
                    <a:rtl val="0"/>
                  </a:rPr>
                  <a:t>linear operation of a neuron </a:t>
                </a:r>
              </a:p>
            </p:txBody>
          </p:sp>
          <p:sp>
            <p:nvSpPr>
              <p:cNvPr id="142" name="TextBox 141">
                <a:extLst>
                  <a:ext uri="{FF2B5EF4-FFF2-40B4-BE49-F238E27FC236}">
                    <a16:creationId xmlns:a16="http://schemas.microsoft.com/office/drawing/2014/main" id="{B78BEA88-1076-C427-4AB2-A3C708594440}"/>
                  </a:ext>
                </a:extLst>
              </p:cNvPr>
              <p:cNvSpPr txBox="1"/>
              <p:nvPr/>
            </p:nvSpPr>
            <p:spPr>
              <a:xfrm>
                <a:off x="1974463" y="1711291"/>
                <a:ext cx="1087900" cy="131800"/>
              </a:xfrm>
              <a:prstGeom prst="rect">
                <a:avLst/>
              </a:prstGeom>
              <a:noFill/>
            </p:spPr>
            <p:txBody>
              <a:bodyPr rot="0" spcFirstLastPara="0" vertOverflow="overflow" horzOverflow="overflow" vert="horz" wrap="none" lIns="63355" tIns="31678" rIns="63355" bIns="31678"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solidFill>
                      <a:srgbClr val="000000"/>
                    </a:solidFill>
                    <a:effectLst/>
                    <a:uLnTx/>
                    <a:uFillTx/>
                    <a:latin typeface="Arial"/>
                    <a:ea typeface="+mn-ea"/>
                    <a:cs typeface="Arial"/>
                    <a:sym typeface="Arial"/>
                    <a:rtl val="0"/>
                  </a:rPr>
                  <a:t>Branched-channel FIR filter</a:t>
                </a:r>
              </a:p>
            </p:txBody>
          </p:sp>
        </p:grpSp>
      </p:grpSp>
      <p:grpSp>
        <p:nvGrpSpPr>
          <p:cNvPr id="154" name="Group 153">
            <a:extLst>
              <a:ext uri="{FF2B5EF4-FFF2-40B4-BE49-F238E27FC236}">
                <a16:creationId xmlns:a16="http://schemas.microsoft.com/office/drawing/2014/main" id="{47FC31C8-F78E-CD05-EA6F-821291575B29}"/>
              </a:ext>
            </a:extLst>
          </p:cNvPr>
          <p:cNvGrpSpPr/>
          <p:nvPr/>
        </p:nvGrpSpPr>
        <p:grpSpPr>
          <a:xfrm>
            <a:off x="7252233" y="2151073"/>
            <a:ext cx="2326055" cy="1369807"/>
            <a:chOff x="3398647" y="1292745"/>
            <a:chExt cx="1407189" cy="828690"/>
          </a:xfrm>
        </p:grpSpPr>
        <p:sp>
          <p:nvSpPr>
            <p:cNvPr id="155" name="Rectangle: Rounded Corners 154">
              <a:extLst>
                <a:ext uri="{FF2B5EF4-FFF2-40B4-BE49-F238E27FC236}">
                  <a16:creationId xmlns:a16="http://schemas.microsoft.com/office/drawing/2014/main" id="{3B52B297-BBB3-FD8E-477F-DA612C34218B}"/>
                </a:ext>
              </a:extLst>
            </p:cNvPr>
            <p:cNvSpPr/>
            <p:nvPr/>
          </p:nvSpPr>
          <p:spPr>
            <a:xfrm>
              <a:off x="3430313" y="1292745"/>
              <a:ext cx="1375523" cy="828690"/>
            </a:xfrm>
            <a:prstGeom prst="roundRect">
              <a:avLst>
                <a:gd name="adj" fmla="val 4351"/>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156" name="Graphic 155" descr="Flask outline">
              <a:extLst>
                <a:ext uri="{FF2B5EF4-FFF2-40B4-BE49-F238E27FC236}">
                  <a16:creationId xmlns:a16="http://schemas.microsoft.com/office/drawing/2014/main" id="{05B34F88-F72B-90F0-63AA-1D2D42456ABA}"/>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4195640" y="1740930"/>
              <a:ext cx="338974" cy="338974"/>
            </a:xfrm>
            <a:prstGeom prst="rect">
              <a:avLst/>
            </a:prstGeom>
          </p:spPr>
        </p:pic>
        <p:grpSp>
          <p:nvGrpSpPr>
            <p:cNvPr id="157" name="Group 156">
              <a:extLst>
                <a:ext uri="{FF2B5EF4-FFF2-40B4-BE49-F238E27FC236}">
                  <a16:creationId xmlns:a16="http://schemas.microsoft.com/office/drawing/2014/main" id="{F77FE924-9DC9-08B0-0A9B-C104A188CE10}"/>
                </a:ext>
              </a:extLst>
            </p:cNvPr>
            <p:cNvGrpSpPr/>
            <p:nvPr/>
          </p:nvGrpSpPr>
          <p:grpSpPr>
            <a:xfrm>
              <a:off x="3398647" y="1298979"/>
              <a:ext cx="1407188" cy="504263"/>
              <a:chOff x="2025263" y="1711291"/>
              <a:chExt cx="1407188" cy="504263"/>
            </a:xfrm>
          </p:grpSpPr>
          <p:sp>
            <p:nvSpPr>
              <p:cNvPr id="158" name="TextBox 157">
                <a:extLst>
                  <a:ext uri="{FF2B5EF4-FFF2-40B4-BE49-F238E27FC236}">
                    <a16:creationId xmlns:a16="http://schemas.microsoft.com/office/drawing/2014/main" id="{A8F13AEC-3C19-B60F-18C8-4FE419641636}"/>
                  </a:ext>
                </a:extLst>
              </p:cNvPr>
              <p:cNvSpPr txBox="1"/>
              <p:nvPr/>
            </p:nvSpPr>
            <p:spPr>
              <a:xfrm>
                <a:off x="2025963" y="1841700"/>
                <a:ext cx="1406488" cy="373854"/>
              </a:xfrm>
              <a:prstGeom prst="rect">
                <a:avLst/>
              </a:prstGeom>
              <a:noFill/>
            </p:spPr>
            <p:txBody>
              <a:bodyPr rot="0" spcFirstLastPara="0" vertOverflow="overflow" horzOverflow="overflow" vert="horz" wrap="square" lIns="63355" tIns="31678" rIns="63355" bIns="31678"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dirty="0">
                    <a:ln>
                      <a:noFill/>
                    </a:ln>
                    <a:solidFill>
                      <a:prstClr val="black"/>
                    </a:solidFill>
                    <a:effectLst/>
                    <a:uLnTx/>
                    <a:uFillTx/>
                    <a:latin typeface="Aptos Light" panose="020B0004020202020204" pitchFamily="34" charset="0"/>
                    <a:ea typeface="+mn-ea"/>
                    <a:cs typeface="+mn-cs"/>
                  </a:rPr>
                  <a:t>Mechanism</a:t>
                </a:r>
                <a:endParaRPr kumimoji="0" lang="en-GB" sz="900" b="0" i="0" u="none" strike="noStrike" kern="1200" cap="none" spc="0" normalizeH="0" baseline="0" noProof="0" dirty="0">
                  <a:ln/>
                  <a:solidFill>
                    <a:prstClr val="black"/>
                  </a:solidFill>
                  <a:effectLst/>
                  <a:uLnTx/>
                  <a:uFillTx/>
                  <a:latin typeface="Aptos Light" panose="020B0004020202020204" pitchFamily="34" charset="0"/>
                  <a:ea typeface="+mn-ea"/>
                  <a:cs typeface="Arial"/>
                  <a:sym typeface="Arial"/>
                  <a:rtl val="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dirty="0">
                    <a:ln/>
                    <a:solidFill>
                      <a:prstClr val="black"/>
                    </a:solidFill>
                    <a:effectLst/>
                    <a:uLnTx/>
                    <a:uFillTx/>
                    <a:latin typeface="Aptos Light" panose="020B0004020202020204" pitchFamily="34" charset="0"/>
                    <a:ea typeface="+mn-ea"/>
                    <a:cs typeface="Arial"/>
                    <a:sym typeface="Arial"/>
                    <a:rtl val="0"/>
                  </a:rPr>
                  <a:t>Non-linear components of chemical reactions synthetize the activation function of a neuron</a:t>
                </a:r>
              </a:p>
            </p:txBody>
          </p:sp>
          <p:sp>
            <p:nvSpPr>
              <p:cNvPr id="159" name="TextBox 158">
                <a:extLst>
                  <a:ext uri="{FF2B5EF4-FFF2-40B4-BE49-F238E27FC236}">
                    <a16:creationId xmlns:a16="http://schemas.microsoft.com/office/drawing/2014/main" id="{D260692B-2EDB-D6A6-312D-CE09D3836CDA}"/>
                  </a:ext>
                </a:extLst>
              </p:cNvPr>
              <p:cNvSpPr txBox="1"/>
              <p:nvPr/>
            </p:nvSpPr>
            <p:spPr>
              <a:xfrm>
                <a:off x="2025263" y="1711291"/>
                <a:ext cx="1183907" cy="131800"/>
              </a:xfrm>
              <a:prstGeom prst="rect">
                <a:avLst/>
              </a:prstGeom>
              <a:noFill/>
            </p:spPr>
            <p:txBody>
              <a:bodyPr rot="0" spcFirstLastPara="0" vertOverflow="overflow" horzOverflow="overflow" vert="horz" wrap="none" lIns="63355" tIns="31678" rIns="63355" bIns="31678"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solidFill>
                      <a:srgbClr val="000000"/>
                    </a:solidFill>
                    <a:effectLst/>
                    <a:uLnTx/>
                    <a:uFillTx/>
                    <a:latin typeface="Arial"/>
                    <a:ea typeface="+mn-ea"/>
                    <a:cs typeface="Arial"/>
                    <a:sym typeface="Arial"/>
                    <a:rtl val="0"/>
                  </a:rPr>
                  <a:t>Acidic-base chemical reaction</a:t>
                </a:r>
              </a:p>
            </p:txBody>
          </p:sp>
        </p:grpSp>
      </p:grpSp>
      <p:sp>
        <p:nvSpPr>
          <p:cNvPr id="160" name="TextBox 159">
            <a:extLst>
              <a:ext uri="{FF2B5EF4-FFF2-40B4-BE49-F238E27FC236}">
                <a16:creationId xmlns:a16="http://schemas.microsoft.com/office/drawing/2014/main" id="{B2FBC1FF-68FA-13EF-2135-65D039FC3BB7}"/>
              </a:ext>
            </a:extLst>
          </p:cNvPr>
          <p:cNvSpPr txBox="1"/>
          <p:nvPr/>
        </p:nvSpPr>
        <p:spPr>
          <a:xfrm>
            <a:off x="9815592" y="942766"/>
            <a:ext cx="1661381"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dirty="0">
                <a:ln>
                  <a:noFill/>
                </a:ln>
                <a:solidFill>
                  <a:prstClr val="white">
                    <a:lumMod val="50000"/>
                  </a:prstClr>
                </a:solidFill>
                <a:effectLst/>
                <a:uLnTx/>
                <a:uFillTx/>
                <a:latin typeface="Aptos Light" panose="020B0004020202020204" pitchFamily="34" charset="0"/>
                <a:ea typeface="+mn-ea"/>
                <a:cs typeface="+mn-cs"/>
              </a:rPr>
              <a:t>Amplitude of voltage levels at the outlet of DSP circuits</a:t>
            </a:r>
            <a:endParaRPr kumimoji="0" lang="en-US" sz="20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cxnSp>
        <p:nvCxnSpPr>
          <p:cNvPr id="161" name="Straight Connector 160">
            <a:extLst>
              <a:ext uri="{FF2B5EF4-FFF2-40B4-BE49-F238E27FC236}">
                <a16:creationId xmlns:a16="http://schemas.microsoft.com/office/drawing/2014/main" id="{772CAD60-6C64-20C6-1AC5-62ECFBF34925}"/>
              </a:ext>
            </a:extLst>
          </p:cNvPr>
          <p:cNvCxnSpPr>
            <a:cxnSpLocks/>
          </p:cNvCxnSpPr>
          <p:nvPr/>
        </p:nvCxnSpPr>
        <p:spPr>
          <a:xfrm flipV="1">
            <a:off x="39817" y="3601774"/>
            <a:ext cx="12152183" cy="4421"/>
          </a:xfrm>
          <a:prstGeom prst="line">
            <a:avLst/>
          </a:prstGeom>
          <a:ln w="6350">
            <a:solidFill>
              <a:schemeClr val="accent2">
                <a:lumMod val="50000"/>
                <a:alpha val="33000"/>
              </a:schemeClr>
            </a:solidFill>
          </a:ln>
        </p:spPr>
        <p:style>
          <a:lnRef idx="2">
            <a:schemeClr val="accent1"/>
          </a:lnRef>
          <a:fillRef idx="0">
            <a:schemeClr val="accent1"/>
          </a:fillRef>
          <a:effectRef idx="1">
            <a:schemeClr val="accent1"/>
          </a:effectRef>
          <a:fontRef idx="minor">
            <a:schemeClr val="tx1"/>
          </a:fontRef>
        </p:style>
      </p:cxnSp>
      <p:sp>
        <p:nvSpPr>
          <p:cNvPr id="162" name="TextBox 161">
            <a:extLst>
              <a:ext uri="{FF2B5EF4-FFF2-40B4-BE49-F238E27FC236}">
                <a16:creationId xmlns:a16="http://schemas.microsoft.com/office/drawing/2014/main" id="{B383DCC8-6302-2539-37D7-CC717EB33D1E}"/>
              </a:ext>
            </a:extLst>
          </p:cNvPr>
          <p:cNvSpPr txBox="1"/>
          <p:nvPr/>
        </p:nvSpPr>
        <p:spPr>
          <a:xfrm>
            <a:off x="-41076" y="3608440"/>
            <a:ext cx="944489" cy="24622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a:ln>
                  <a:noFill/>
                </a:ln>
                <a:solidFill>
                  <a:srgbClr val="E97132">
                    <a:lumMod val="50000"/>
                  </a:srgbClr>
                </a:solidFill>
                <a:effectLst/>
                <a:uLnTx/>
                <a:uFillTx/>
                <a:latin typeface="Arial" panose="020B0604020202020204" pitchFamily="34" charset="0"/>
                <a:ea typeface="+mn-ea"/>
                <a:cs typeface="Arial" panose="020B0604020202020204" pitchFamily="34" charset="0"/>
              </a:rPr>
              <a:t>▪</a:t>
            </a:r>
            <a:r>
              <a:rPr kumimoji="0" lang="en-GB" sz="1000" b="0" i="0" u="none" strike="noStrike" kern="1200" cap="none" spc="0" normalizeH="0" baseline="0" noProof="0" dirty="0">
                <a:ln>
                  <a:noFill/>
                </a:ln>
                <a:solidFill>
                  <a:prstClr val="white">
                    <a:lumMod val="50000"/>
                  </a:prstClr>
                </a:solidFill>
                <a:effectLst/>
                <a:uLnTx/>
                <a:uFillTx/>
                <a:latin typeface="Arial" panose="020B0604020202020204" pitchFamily="34" charset="0"/>
                <a:ea typeface="+mn-ea"/>
                <a:cs typeface="Arial" panose="020B0604020202020204" pitchFamily="34" charset="0"/>
              </a:rPr>
              <a:t>  </a:t>
            </a:r>
            <a:r>
              <a:rPr kumimoji="0" lang="en-GB" sz="1000" b="0" i="0" u="none" strike="noStrike" kern="1200" cap="none" spc="0" normalizeH="0" baseline="0" noProof="0" dirty="0">
                <a:ln>
                  <a:noFill/>
                </a:ln>
                <a:solidFill>
                  <a:prstClr val="white">
                    <a:lumMod val="50000"/>
                  </a:prstClr>
                </a:solidFill>
                <a:effectLst/>
                <a:uLnTx/>
                <a:uFillTx/>
                <a:latin typeface="Arial Nova" panose="020F0502020204030204" pitchFamily="34" charset="0"/>
                <a:ea typeface="+mn-ea"/>
                <a:cs typeface="Arial" panose="020B0604020202020204" pitchFamily="34" charset="0"/>
              </a:rPr>
              <a:t>CHEMICAL</a:t>
            </a:r>
          </a:p>
        </p:txBody>
      </p:sp>
      <p:sp>
        <p:nvSpPr>
          <p:cNvPr id="163" name="TextBox 162">
            <a:extLst>
              <a:ext uri="{FF2B5EF4-FFF2-40B4-BE49-F238E27FC236}">
                <a16:creationId xmlns:a16="http://schemas.microsoft.com/office/drawing/2014/main" id="{C0E07BEE-01ED-1FB5-25D6-247E44D2A4F7}"/>
              </a:ext>
            </a:extLst>
          </p:cNvPr>
          <p:cNvSpPr txBox="1"/>
          <p:nvPr/>
        </p:nvSpPr>
        <p:spPr>
          <a:xfrm>
            <a:off x="45294" y="3885572"/>
            <a:ext cx="1278903" cy="371752"/>
          </a:xfrm>
          <a:prstGeom prst="rect">
            <a:avLst/>
          </a:prstGeom>
          <a:noFill/>
        </p:spPr>
        <p:txBody>
          <a:bodyPr rot="0" spcFirstLastPara="0" vertOverflow="overflow" horzOverflow="overflow" vert="horz" wrap="none" lIns="63355" tIns="31678" rIns="63355" bIns="31678"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solidFill>
                  <a:srgbClr val="000000"/>
                </a:solidFill>
                <a:effectLst/>
                <a:uLnTx/>
                <a:uFillTx/>
                <a:latin typeface="Arial"/>
                <a:ea typeface="+mn-ea"/>
                <a:cs typeface="Arial"/>
                <a:sym typeface="Arial"/>
                <a:rtl val="0"/>
              </a:rPr>
              <a:t>Chemical</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solidFill>
                  <a:srgbClr val="000000"/>
                </a:solidFill>
                <a:effectLst/>
                <a:uLnTx/>
                <a:uFillTx/>
                <a:latin typeface="Arial"/>
                <a:ea typeface="+mn-ea"/>
                <a:cs typeface="Arial"/>
                <a:sym typeface="Arial"/>
                <a:rtl val="0"/>
              </a:rPr>
              <a:t>Reaction Networks</a:t>
            </a:r>
          </a:p>
        </p:txBody>
      </p:sp>
      <p:sp>
        <p:nvSpPr>
          <p:cNvPr id="164" name="TextBox 163">
            <a:extLst>
              <a:ext uri="{FF2B5EF4-FFF2-40B4-BE49-F238E27FC236}">
                <a16:creationId xmlns:a16="http://schemas.microsoft.com/office/drawing/2014/main" id="{851B893E-F2F3-7625-A524-8CE1E0FDBAA5}"/>
              </a:ext>
            </a:extLst>
          </p:cNvPr>
          <p:cNvSpPr txBox="1"/>
          <p:nvPr/>
        </p:nvSpPr>
        <p:spPr>
          <a:xfrm>
            <a:off x="26946" y="2760680"/>
            <a:ext cx="1481154"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1" u="none" strike="noStrike" kern="1200" cap="none" spc="0" normalizeH="0" baseline="0" noProof="0" dirty="0">
                <a:ln>
                  <a:noFill/>
                </a:ln>
                <a:solidFill>
                  <a:prstClr val="white">
                    <a:lumMod val="50000"/>
                  </a:prstClr>
                </a:solidFill>
                <a:effectLst/>
                <a:uLnTx/>
                <a:uFillTx/>
                <a:latin typeface="Aptos Light" panose="020B0004020202020204" pitchFamily="34" charset="0"/>
                <a:ea typeface="+mn-ea"/>
                <a:cs typeface="+mn-cs"/>
              </a:rPr>
              <a:t>Geometry of microfluidic pipes sets the weights, chemistry sets non-linearity</a:t>
            </a:r>
            <a:endParaRPr kumimoji="0" lang="en-GB" sz="900" b="0" i="1" u="none" strike="noStrike" kern="1200" cap="none" spc="0" normalizeH="0" baseline="0" noProof="0" dirty="0">
              <a:ln>
                <a:noFill/>
              </a:ln>
              <a:solidFill>
                <a:prstClr val="black"/>
              </a:solidFill>
              <a:effectLst/>
              <a:uLnTx/>
              <a:uFillTx/>
              <a:latin typeface="Aptos Light" panose="020B0004020202020204" pitchFamily="34" charset="0"/>
              <a:ea typeface="+mn-ea"/>
              <a:cs typeface="+mn-cs"/>
            </a:endParaRPr>
          </a:p>
        </p:txBody>
      </p:sp>
      <p:cxnSp>
        <p:nvCxnSpPr>
          <p:cNvPr id="165" name="Straight Connector 164">
            <a:extLst>
              <a:ext uri="{FF2B5EF4-FFF2-40B4-BE49-F238E27FC236}">
                <a16:creationId xmlns:a16="http://schemas.microsoft.com/office/drawing/2014/main" id="{AC279038-E747-5A5F-E2F9-615B979647F3}"/>
              </a:ext>
            </a:extLst>
          </p:cNvPr>
          <p:cNvCxnSpPr>
            <a:cxnSpLocks/>
          </p:cNvCxnSpPr>
          <p:nvPr/>
        </p:nvCxnSpPr>
        <p:spPr>
          <a:xfrm flipV="1">
            <a:off x="29018" y="5237265"/>
            <a:ext cx="7117256" cy="19277"/>
          </a:xfrm>
          <a:prstGeom prst="line">
            <a:avLst/>
          </a:prstGeom>
          <a:ln w="6350">
            <a:solidFill>
              <a:schemeClr val="accent2">
                <a:lumMod val="50000"/>
                <a:alpha val="33000"/>
              </a:schemeClr>
            </a:solidFill>
          </a:ln>
        </p:spPr>
        <p:style>
          <a:lnRef idx="2">
            <a:schemeClr val="accent1"/>
          </a:lnRef>
          <a:fillRef idx="0">
            <a:schemeClr val="accent1"/>
          </a:fillRef>
          <a:effectRef idx="1">
            <a:schemeClr val="accent1"/>
          </a:effectRef>
          <a:fontRef idx="minor">
            <a:schemeClr val="tx1"/>
          </a:fontRef>
        </p:style>
      </p:cxnSp>
      <p:pic>
        <p:nvPicPr>
          <p:cNvPr id="166" name="Graphic 165" descr="Germ outline">
            <a:extLst>
              <a:ext uri="{FF2B5EF4-FFF2-40B4-BE49-F238E27FC236}">
                <a16:creationId xmlns:a16="http://schemas.microsoft.com/office/drawing/2014/main" id="{33C2F3EF-34D8-B962-3543-534D75515015}"/>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3019911" y="4458473"/>
            <a:ext cx="375261" cy="375261"/>
          </a:xfrm>
          <a:prstGeom prst="rect">
            <a:avLst/>
          </a:prstGeom>
        </p:spPr>
      </p:pic>
      <p:pic>
        <p:nvPicPr>
          <p:cNvPr id="167" name="Graphic 166" descr="Germ outline">
            <a:extLst>
              <a:ext uri="{FF2B5EF4-FFF2-40B4-BE49-F238E27FC236}">
                <a16:creationId xmlns:a16="http://schemas.microsoft.com/office/drawing/2014/main" id="{7B23A7AD-CB8A-AD7C-6461-17E459261D0F}"/>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rot="1246808">
            <a:off x="3395135" y="4379803"/>
            <a:ext cx="273249" cy="273249"/>
          </a:xfrm>
          <a:prstGeom prst="rect">
            <a:avLst/>
          </a:prstGeom>
        </p:spPr>
      </p:pic>
      <p:pic>
        <p:nvPicPr>
          <p:cNvPr id="168" name="Graphic 167" descr="Germ outline">
            <a:extLst>
              <a:ext uri="{FF2B5EF4-FFF2-40B4-BE49-F238E27FC236}">
                <a16:creationId xmlns:a16="http://schemas.microsoft.com/office/drawing/2014/main" id="{84ACAF56-5979-5404-848E-4F8FDF8646CB}"/>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rot="20600580">
            <a:off x="3405942" y="4656702"/>
            <a:ext cx="173113" cy="173113"/>
          </a:xfrm>
          <a:prstGeom prst="rect">
            <a:avLst/>
          </a:prstGeom>
        </p:spPr>
      </p:pic>
      <p:grpSp>
        <p:nvGrpSpPr>
          <p:cNvPr id="169" name="Group 168">
            <a:extLst>
              <a:ext uri="{FF2B5EF4-FFF2-40B4-BE49-F238E27FC236}">
                <a16:creationId xmlns:a16="http://schemas.microsoft.com/office/drawing/2014/main" id="{5AF52FF0-6792-0EB7-772E-D47EB459F571}"/>
              </a:ext>
            </a:extLst>
          </p:cNvPr>
          <p:cNvGrpSpPr/>
          <p:nvPr/>
        </p:nvGrpSpPr>
        <p:grpSpPr>
          <a:xfrm>
            <a:off x="9901393" y="4562482"/>
            <a:ext cx="1919563" cy="1372256"/>
            <a:chOff x="4710323" y="2751571"/>
            <a:chExt cx="1161275" cy="830171"/>
          </a:xfrm>
        </p:grpSpPr>
        <p:sp>
          <p:nvSpPr>
            <p:cNvPr id="170" name="Rectangle: Rounded Corners 169">
              <a:extLst>
                <a:ext uri="{FF2B5EF4-FFF2-40B4-BE49-F238E27FC236}">
                  <a16:creationId xmlns:a16="http://schemas.microsoft.com/office/drawing/2014/main" id="{ED0780D6-0EB5-3C50-86E5-FE2FC0F7C25E}"/>
                </a:ext>
              </a:extLst>
            </p:cNvPr>
            <p:cNvSpPr/>
            <p:nvPr/>
          </p:nvSpPr>
          <p:spPr>
            <a:xfrm>
              <a:off x="4737742" y="2753052"/>
              <a:ext cx="1133856" cy="828690"/>
            </a:xfrm>
            <a:prstGeom prst="roundRect">
              <a:avLst>
                <a:gd name="adj" fmla="val 4351"/>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nvGrpSpPr>
            <p:cNvPr id="171" name="Group 170">
              <a:extLst>
                <a:ext uri="{FF2B5EF4-FFF2-40B4-BE49-F238E27FC236}">
                  <a16:creationId xmlns:a16="http://schemas.microsoft.com/office/drawing/2014/main" id="{F89B1333-F106-52FC-6F28-D4A80E66DD88}"/>
                </a:ext>
              </a:extLst>
            </p:cNvPr>
            <p:cNvGrpSpPr/>
            <p:nvPr/>
          </p:nvGrpSpPr>
          <p:grpSpPr>
            <a:xfrm>
              <a:off x="4713798" y="2751571"/>
              <a:ext cx="771803" cy="252422"/>
              <a:chOff x="4628939" y="1005796"/>
              <a:chExt cx="771803" cy="252422"/>
            </a:xfrm>
          </p:grpSpPr>
          <p:sp>
            <p:nvSpPr>
              <p:cNvPr id="174" name="TextBox 173">
                <a:extLst>
                  <a:ext uri="{FF2B5EF4-FFF2-40B4-BE49-F238E27FC236}">
                    <a16:creationId xmlns:a16="http://schemas.microsoft.com/office/drawing/2014/main" id="{4E296269-56BD-DB55-F978-702BF1AD053D}"/>
                  </a:ext>
                </a:extLst>
              </p:cNvPr>
              <p:cNvSpPr txBox="1"/>
              <p:nvPr/>
            </p:nvSpPr>
            <p:spPr>
              <a:xfrm>
                <a:off x="4650320" y="1126418"/>
                <a:ext cx="750422" cy="131800"/>
              </a:xfrm>
              <a:prstGeom prst="rect">
                <a:avLst/>
              </a:prstGeom>
              <a:noFill/>
            </p:spPr>
            <p:txBody>
              <a:bodyPr rot="0" spcFirstLastPara="0" vertOverflow="overflow" horzOverflow="overflow" vert="horz" wrap="none" lIns="63355" tIns="31678" rIns="63355" bIns="31678"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solidFill>
                      <a:srgbClr val="000000"/>
                    </a:solidFill>
                    <a:effectLst/>
                    <a:uLnTx/>
                    <a:uFillTx/>
                    <a:latin typeface="Arial"/>
                    <a:ea typeface="+mn-ea"/>
                    <a:cs typeface="Arial"/>
                    <a:sym typeface="Arial"/>
                    <a:rtl val="0"/>
                  </a:rPr>
                  <a:t>Fluorescent levels</a:t>
                </a:r>
              </a:p>
            </p:txBody>
          </p:sp>
          <p:sp>
            <p:nvSpPr>
              <p:cNvPr id="175" name="TextBox 174">
                <a:extLst>
                  <a:ext uri="{FF2B5EF4-FFF2-40B4-BE49-F238E27FC236}">
                    <a16:creationId xmlns:a16="http://schemas.microsoft.com/office/drawing/2014/main" id="{9E729055-83E0-5A03-DA90-703558CA5818}"/>
                  </a:ext>
                </a:extLst>
              </p:cNvPr>
              <p:cNvSpPr txBox="1"/>
              <p:nvPr/>
            </p:nvSpPr>
            <p:spPr>
              <a:xfrm>
                <a:off x="4628939" y="1005796"/>
                <a:ext cx="632079" cy="13964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dirty="0">
                    <a:ln>
                      <a:noFill/>
                    </a:ln>
                    <a:solidFill>
                      <a:prstClr val="white">
                        <a:lumMod val="50000"/>
                      </a:prstClr>
                    </a:solidFill>
                    <a:effectLst/>
                    <a:uLnTx/>
                    <a:uFillTx/>
                    <a:latin typeface="Aptos Light" panose="020B0004020202020204" pitchFamily="34" charset="0"/>
                    <a:ea typeface="+mn-ea"/>
                    <a:cs typeface="+mn-cs"/>
                  </a:rPr>
                  <a:t>Readout</a:t>
                </a:r>
                <a:endParaRPr kumimoji="0" lang="en-US" sz="9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grpSp>
        <p:sp>
          <p:nvSpPr>
            <p:cNvPr id="172" name="TextBox 171">
              <a:extLst>
                <a:ext uri="{FF2B5EF4-FFF2-40B4-BE49-F238E27FC236}">
                  <a16:creationId xmlns:a16="http://schemas.microsoft.com/office/drawing/2014/main" id="{E6E2C4B6-DBF5-3673-8A97-E0D29EA1333E}"/>
                </a:ext>
              </a:extLst>
            </p:cNvPr>
            <p:cNvSpPr txBox="1"/>
            <p:nvPr/>
          </p:nvSpPr>
          <p:spPr>
            <a:xfrm>
              <a:off x="4710323" y="2946745"/>
              <a:ext cx="1064123" cy="22343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Aptos Light" panose="020B0004020202020204" pitchFamily="34" charset="0"/>
                  <a:ea typeface="+mn-ea"/>
                  <a:cs typeface="+mn-cs"/>
                </a:rPr>
                <a:t>Reporter-gene expression measured through fluorescence</a:t>
              </a:r>
              <a:endParaRPr kumimoji="0" lang="en-US" sz="9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pic>
          <p:nvPicPr>
            <p:cNvPr id="173" name="Graphic 172" descr="Microscope outline">
              <a:extLst>
                <a:ext uri="{FF2B5EF4-FFF2-40B4-BE49-F238E27FC236}">
                  <a16:creationId xmlns:a16="http://schemas.microsoft.com/office/drawing/2014/main" id="{2C2EF26F-ED59-D9CD-2D1D-E6410EA3CF2D}"/>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5521825" y="3242298"/>
              <a:ext cx="323045" cy="323045"/>
            </a:xfrm>
            <a:prstGeom prst="rect">
              <a:avLst/>
            </a:prstGeom>
          </p:spPr>
        </p:pic>
      </p:grpSp>
      <p:grpSp>
        <p:nvGrpSpPr>
          <p:cNvPr id="176" name="Group 175">
            <a:extLst>
              <a:ext uri="{FF2B5EF4-FFF2-40B4-BE49-F238E27FC236}">
                <a16:creationId xmlns:a16="http://schemas.microsoft.com/office/drawing/2014/main" id="{FCC17017-E065-D7D2-0B21-DB27541EF7DF}"/>
              </a:ext>
            </a:extLst>
          </p:cNvPr>
          <p:cNvGrpSpPr/>
          <p:nvPr/>
        </p:nvGrpSpPr>
        <p:grpSpPr>
          <a:xfrm>
            <a:off x="9704869" y="293973"/>
            <a:ext cx="135810" cy="216486"/>
            <a:chOff x="2235570" y="366714"/>
            <a:chExt cx="82161" cy="130967"/>
          </a:xfrm>
        </p:grpSpPr>
        <p:cxnSp>
          <p:nvCxnSpPr>
            <p:cNvPr id="177" name="Straight Connector 176">
              <a:extLst>
                <a:ext uri="{FF2B5EF4-FFF2-40B4-BE49-F238E27FC236}">
                  <a16:creationId xmlns:a16="http://schemas.microsoft.com/office/drawing/2014/main" id="{0B727696-9F84-9592-E826-7A11419EF481}"/>
                </a:ext>
              </a:extLst>
            </p:cNvPr>
            <p:cNvCxnSpPr>
              <a:cxnSpLocks/>
            </p:cNvCxnSpPr>
            <p:nvPr/>
          </p:nvCxnSpPr>
          <p:spPr>
            <a:xfrm>
              <a:off x="2235572" y="366714"/>
              <a:ext cx="82159" cy="69842"/>
            </a:xfrm>
            <a:prstGeom prst="line">
              <a:avLst/>
            </a:prstGeom>
            <a:ln w="6350">
              <a:solidFill>
                <a:schemeClr val="accent2">
                  <a:lumMod val="50000"/>
                  <a:alpha val="33000"/>
                </a:schemeClr>
              </a:solidFill>
            </a:ln>
          </p:spPr>
          <p:style>
            <a:lnRef idx="2">
              <a:schemeClr val="accent1"/>
            </a:lnRef>
            <a:fillRef idx="0">
              <a:schemeClr val="accent1"/>
            </a:fillRef>
            <a:effectRef idx="1">
              <a:schemeClr val="accent1"/>
            </a:effectRef>
            <a:fontRef idx="minor">
              <a:schemeClr val="tx1"/>
            </a:fontRef>
          </p:style>
        </p:cxnSp>
        <p:cxnSp>
          <p:nvCxnSpPr>
            <p:cNvPr id="178" name="Straight Connector 177">
              <a:extLst>
                <a:ext uri="{FF2B5EF4-FFF2-40B4-BE49-F238E27FC236}">
                  <a16:creationId xmlns:a16="http://schemas.microsoft.com/office/drawing/2014/main" id="{40A2E21D-4A19-2DF4-08DD-AE7EFDE51257}"/>
                </a:ext>
              </a:extLst>
            </p:cNvPr>
            <p:cNvCxnSpPr>
              <a:cxnSpLocks/>
            </p:cNvCxnSpPr>
            <p:nvPr/>
          </p:nvCxnSpPr>
          <p:spPr>
            <a:xfrm flipV="1">
              <a:off x="2235570" y="436556"/>
              <a:ext cx="82161" cy="61125"/>
            </a:xfrm>
            <a:prstGeom prst="line">
              <a:avLst/>
            </a:prstGeom>
            <a:ln w="6350">
              <a:solidFill>
                <a:schemeClr val="accent2">
                  <a:lumMod val="50000"/>
                  <a:alpha val="33000"/>
                </a:schemeClr>
              </a:solidFill>
            </a:ln>
          </p:spPr>
          <p:style>
            <a:lnRef idx="2">
              <a:schemeClr val="accent1"/>
            </a:lnRef>
            <a:fillRef idx="0">
              <a:schemeClr val="accent1"/>
            </a:fillRef>
            <a:effectRef idx="1">
              <a:schemeClr val="accent1"/>
            </a:effectRef>
            <a:fontRef idx="minor">
              <a:schemeClr val="tx1"/>
            </a:fontRef>
          </p:style>
        </p:cxnSp>
      </p:grpSp>
      <p:cxnSp>
        <p:nvCxnSpPr>
          <p:cNvPr id="179" name="Straight Connector 178">
            <a:extLst>
              <a:ext uri="{FF2B5EF4-FFF2-40B4-BE49-F238E27FC236}">
                <a16:creationId xmlns:a16="http://schemas.microsoft.com/office/drawing/2014/main" id="{B72B2F56-240A-574A-5184-DA0A39AF8C7E}"/>
              </a:ext>
            </a:extLst>
          </p:cNvPr>
          <p:cNvCxnSpPr>
            <a:cxnSpLocks/>
          </p:cNvCxnSpPr>
          <p:nvPr/>
        </p:nvCxnSpPr>
        <p:spPr>
          <a:xfrm>
            <a:off x="9704869" y="14192"/>
            <a:ext cx="0" cy="279782"/>
          </a:xfrm>
          <a:prstGeom prst="line">
            <a:avLst/>
          </a:prstGeom>
          <a:ln w="6350">
            <a:solidFill>
              <a:schemeClr val="accent2">
                <a:lumMod val="50000"/>
                <a:alpha val="33000"/>
              </a:schemeClr>
            </a:solidFill>
          </a:ln>
        </p:spPr>
        <p:style>
          <a:lnRef idx="2">
            <a:schemeClr val="accent1"/>
          </a:lnRef>
          <a:fillRef idx="0">
            <a:schemeClr val="accent1"/>
          </a:fillRef>
          <a:effectRef idx="1">
            <a:schemeClr val="accent1"/>
          </a:effectRef>
          <a:fontRef idx="minor">
            <a:schemeClr val="tx1"/>
          </a:fontRef>
        </p:style>
      </p:cxnSp>
      <p:sp>
        <p:nvSpPr>
          <p:cNvPr id="180" name="TextBox 179">
            <a:extLst>
              <a:ext uri="{FF2B5EF4-FFF2-40B4-BE49-F238E27FC236}">
                <a16:creationId xmlns:a16="http://schemas.microsoft.com/office/drawing/2014/main" id="{600122ED-79B9-32F0-3C0C-0E8FB4117AFD}"/>
              </a:ext>
            </a:extLst>
          </p:cNvPr>
          <p:cNvSpPr txBox="1"/>
          <p:nvPr/>
        </p:nvSpPr>
        <p:spPr>
          <a:xfrm>
            <a:off x="-41076" y="5301377"/>
            <a:ext cx="1181734" cy="24622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GB" sz="1000" b="1" i="0" u="none" strike="noStrike" kern="1200" cap="none" spc="0" normalizeH="0" baseline="0" noProof="0" dirty="0">
                <a:ln>
                  <a:noFill/>
                </a:ln>
                <a:solidFill>
                  <a:prstClr val="black"/>
                </a:solidFill>
                <a:effectLst/>
                <a:uLnTx/>
                <a:uFillTx/>
                <a:latin typeface="Arial Nova" panose="020F0502020204030204" pitchFamily="34" charset="0"/>
                <a:ea typeface="+mn-ea"/>
                <a:cs typeface="Arial" panose="020B0604020202020204" pitchFamily="34" charset="0"/>
              </a:rPr>
              <a:t>CELLULAR / WET</a:t>
            </a:r>
          </a:p>
        </p:txBody>
      </p:sp>
      <p:sp>
        <p:nvSpPr>
          <p:cNvPr id="184" name="Rectangle: Rounded Corners 183">
            <a:extLst>
              <a:ext uri="{FF2B5EF4-FFF2-40B4-BE49-F238E27FC236}">
                <a16:creationId xmlns:a16="http://schemas.microsoft.com/office/drawing/2014/main" id="{510BB073-DD48-671E-7A0D-98AE02640EA0}"/>
              </a:ext>
            </a:extLst>
          </p:cNvPr>
          <p:cNvSpPr/>
          <p:nvPr/>
        </p:nvSpPr>
        <p:spPr>
          <a:xfrm>
            <a:off x="1882979" y="5320556"/>
            <a:ext cx="2432087" cy="1369807"/>
          </a:xfrm>
          <a:prstGeom prst="roundRect">
            <a:avLst>
              <a:gd name="adj" fmla="val 4351"/>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pic>
        <p:nvPicPr>
          <p:cNvPr id="185" name="Graphic 184" descr="Germ outline">
            <a:extLst>
              <a:ext uri="{FF2B5EF4-FFF2-40B4-BE49-F238E27FC236}">
                <a16:creationId xmlns:a16="http://schemas.microsoft.com/office/drawing/2014/main" id="{8E6C4066-ECA5-DBA8-3A0D-B0D7E0D728B3}"/>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2794897" y="5949342"/>
            <a:ext cx="645204" cy="645204"/>
          </a:xfrm>
          <a:prstGeom prst="rect">
            <a:avLst/>
          </a:prstGeom>
        </p:spPr>
      </p:pic>
      <p:sp>
        <p:nvSpPr>
          <p:cNvPr id="186" name="Oval 185">
            <a:extLst>
              <a:ext uri="{FF2B5EF4-FFF2-40B4-BE49-F238E27FC236}">
                <a16:creationId xmlns:a16="http://schemas.microsoft.com/office/drawing/2014/main" id="{A9D671CC-43BC-A3BD-E8D3-9E3C42D275FB}"/>
              </a:ext>
            </a:extLst>
          </p:cNvPr>
          <p:cNvSpPr>
            <a:spLocks noChangeAspect="1"/>
          </p:cNvSpPr>
          <p:nvPr/>
        </p:nvSpPr>
        <p:spPr>
          <a:xfrm>
            <a:off x="2042089" y="6359831"/>
            <a:ext cx="54224" cy="54224"/>
          </a:xfrm>
          <a:prstGeom prst="ellipse">
            <a:avLst/>
          </a:prstGeom>
          <a:solidFill>
            <a:srgbClr val="C29B4E"/>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87" name="Oval 186">
            <a:extLst>
              <a:ext uri="{FF2B5EF4-FFF2-40B4-BE49-F238E27FC236}">
                <a16:creationId xmlns:a16="http://schemas.microsoft.com/office/drawing/2014/main" id="{FF8F0E28-638E-1118-EDF2-DB62CAE83CA4}"/>
              </a:ext>
            </a:extLst>
          </p:cNvPr>
          <p:cNvSpPr>
            <a:spLocks noChangeAspect="1"/>
          </p:cNvSpPr>
          <p:nvPr/>
        </p:nvSpPr>
        <p:spPr>
          <a:xfrm>
            <a:off x="2491286" y="6460289"/>
            <a:ext cx="54224" cy="54224"/>
          </a:xfrm>
          <a:prstGeom prst="ellipse">
            <a:avLst/>
          </a:prstGeom>
          <a:solidFill>
            <a:srgbClr val="C29B4E"/>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88" name="Oval 187">
            <a:extLst>
              <a:ext uri="{FF2B5EF4-FFF2-40B4-BE49-F238E27FC236}">
                <a16:creationId xmlns:a16="http://schemas.microsoft.com/office/drawing/2014/main" id="{FF1E3523-8F59-1BB1-52F7-0974875C5723}"/>
              </a:ext>
            </a:extLst>
          </p:cNvPr>
          <p:cNvSpPr>
            <a:spLocks noChangeAspect="1"/>
          </p:cNvSpPr>
          <p:nvPr/>
        </p:nvSpPr>
        <p:spPr>
          <a:xfrm>
            <a:off x="2098841" y="6514513"/>
            <a:ext cx="54224" cy="54224"/>
          </a:xfrm>
          <a:prstGeom prst="ellipse">
            <a:avLst/>
          </a:prstGeom>
          <a:solidFill>
            <a:srgbClr val="C29B4E"/>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89" name="Oval 188">
            <a:extLst>
              <a:ext uri="{FF2B5EF4-FFF2-40B4-BE49-F238E27FC236}">
                <a16:creationId xmlns:a16="http://schemas.microsoft.com/office/drawing/2014/main" id="{ECD56CA2-DCA2-1CBD-EEC3-AA70367F7DF3}"/>
              </a:ext>
            </a:extLst>
          </p:cNvPr>
          <p:cNvSpPr>
            <a:spLocks noChangeAspect="1"/>
          </p:cNvSpPr>
          <p:nvPr/>
        </p:nvSpPr>
        <p:spPr>
          <a:xfrm>
            <a:off x="2590351" y="6293118"/>
            <a:ext cx="54224" cy="54224"/>
          </a:xfrm>
          <a:prstGeom prst="ellipse">
            <a:avLst/>
          </a:prstGeom>
          <a:solidFill>
            <a:srgbClr val="C29B4E"/>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90" name="Oval 189">
            <a:extLst>
              <a:ext uri="{FF2B5EF4-FFF2-40B4-BE49-F238E27FC236}">
                <a16:creationId xmlns:a16="http://schemas.microsoft.com/office/drawing/2014/main" id="{B86F1244-606A-4B8E-55F1-EE1F1757AE3E}"/>
              </a:ext>
            </a:extLst>
          </p:cNvPr>
          <p:cNvSpPr>
            <a:spLocks noChangeAspect="1"/>
          </p:cNvSpPr>
          <p:nvPr/>
        </p:nvSpPr>
        <p:spPr>
          <a:xfrm>
            <a:off x="2245214" y="6414055"/>
            <a:ext cx="54224" cy="54224"/>
          </a:xfrm>
          <a:prstGeom prst="ellipse">
            <a:avLst/>
          </a:prstGeom>
          <a:solidFill>
            <a:srgbClr val="C29B4E"/>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91" name="Oval 190">
            <a:extLst>
              <a:ext uri="{FF2B5EF4-FFF2-40B4-BE49-F238E27FC236}">
                <a16:creationId xmlns:a16="http://schemas.microsoft.com/office/drawing/2014/main" id="{A81D9BB6-4E6D-FF24-01F5-6C12EFD8EBC3}"/>
              </a:ext>
            </a:extLst>
          </p:cNvPr>
          <p:cNvSpPr>
            <a:spLocks noChangeAspect="1"/>
          </p:cNvSpPr>
          <p:nvPr/>
        </p:nvSpPr>
        <p:spPr>
          <a:xfrm>
            <a:off x="2190990" y="6274843"/>
            <a:ext cx="54224" cy="54224"/>
          </a:xfrm>
          <a:prstGeom prst="ellipse">
            <a:avLst/>
          </a:prstGeom>
          <a:solidFill>
            <a:srgbClr val="C29B4E"/>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92" name="Oval 191">
            <a:extLst>
              <a:ext uri="{FF2B5EF4-FFF2-40B4-BE49-F238E27FC236}">
                <a16:creationId xmlns:a16="http://schemas.microsoft.com/office/drawing/2014/main" id="{DC4C6037-2597-8449-FFAD-9A3B53B7DA0C}"/>
              </a:ext>
            </a:extLst>
          </p:cNvPr>
          <p:cNvSpPr>
            <a:spLocks noChangeAspect="1"/>
          </p:cNvSpPr>
          <p:nvPr/>
        </p:nvSpPr>
        <p:spPr>
          <a:xfrm>
            <a:off x="2697661" y="6179549"/>
            <a:ext cx="54224" cy="54224"/>
          </a:xfrm>
          <a:prstGeom prst="ellipse">
            <a:avLst/>
          </a:prstGeom>
          <a:solidFill>
            <a:srgbClr val="C29B4E"/>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nvGrpSpPr>
          <p:cNvPr id="193" name="Group 192">
            <a:extLst>
              <a:ext uri="{FF2B5EF4-FFF2-40B4-BE49-F238E27FC236}">
                <a16:creationId xmlns:a16="http://schemas.microsoft.com/office/drawing/2014/main" id="{36DF40ED-966D-5D20-075C-1E7604D497EB}"/>
              </a:ext>
            </a:extLst>
          </p:cNvPr>
          <p:cNvGrpSpPr/>
          <p:nvPr/>
        </p:nvGrpSpPr>
        <p:grpSpPr>
          <a:xfrm>
            <a:off x="1845762" y="5295846"/>
            <a:ext cx="1885791" cy="674688"/>
            <a:chOff x="43766" y="2027777"/>
            <a:chExt cx="1140844" cy="408165"/>
          </a:xfrm>
        </p:grpSpPr>
        <p:sp>
          <p:nvSpPr>
            <p:cNvPr id="194" name="TextBox 193">
              <a:extLst>
                <a:ext uri="{FF2B5EF4-FFF2-40B4-BE49-F238E27FC236}">
                  <a16:creationId xmlns:a16="http://schemas.microsoft.com/office/drawing/2014/main" id="{BA7D3947-8112-AE44-0AED-00C9509E5215}"/>
                </a:ext>
              </a:extLst>
            </p:cNvPr>
            <p:cNvSpPr txBox="1"/>
            <p:nvPr/>
          </p:nvSpPr>
          <p:spPr>
            <a:xfrm>
              <a:off x="43766" y="2027777"/>
              <a:ext cx="763998" cy="131800"/>
            </a:xfrm>
            <a:prstGeom prst="rect">
              <a:avLst/>
            </a:prstGeom>
            <a:noFill/>
          </p:spPr>
          <p:txBody>
            <a:bodyPr rot="0" spcFirstLastPara="0" vertOverflow="overflow" horzOverflow="overflow" vert="horz" wrap="none" lIns="63355" tIns="31678" rIns="63355" bIns="31678"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solidFill>
                    <a:srgbClr val="000000"/>
                  </a:solidFill>
                  <a:effectLst/>
                  <a:uLnTx/>
                  <a:uFillTx/>
                  <a:latin typeface="Arial"/>
                  <a:ea typeface="+mn-ea"/>
                  <a:cs typeface="Arial"/>
                  <a:sym typeface="Arial"/>
                  <a:rtl val="0"/>
                </a:rPr>
                <a:t>Chemical inducers</a:t>
              </a:r>
            </a:p>
          </p:txBody>
        </p:sp>
        <p:sp>
          <p:nvSpPr>
            <p:cNvPr id="195" name="TextBox 194">
              <a:extLst>
                <a:ext uri="{FF2B5EF4-FFF2-40B4-BE49-F238E27FC236}">
                  <a16:creationId xmlns:a16="http://schemas.microsoft.com/office/drawing/2014/main" id="{960EB085-1260-E2E6-1F96-3599C8CB417A}"/>
                </a:ext>
              </a:extLst>
            </p:cNvPr>
            <p:cNvSpPr txBox="1"/>
            <p:nvPr/>
          </p:nvSpPr>
          <p:spPr>
            <a:xfrm>
              <a:off x="50754" y="2145876"/>
              <a:ext cx="1133856" cy="290066"/>
            </a:xfrm>
            <a:prstGeom prst="rect">
              <a:avLst/>
            </a:prstGeom>
            <a:noFill/>
          </p:spPr>
          <p:txBody>
            <a:bodyPr rot="0" spcFirstLastPara="0" vertOverflow="overflow" horzOverflow="overflow" vert="horz" wrap="square" lIns="63355" tIns="31678" rIns="63355" bIns="31678"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dirty="0">
                  <a:ln>
                    <a:noFill/>
                  </a:ln>
                  <a:solidFill>
                    <a:prstClr val="black"/>
                  </a:solidFill>
                  <a:effectLst/>
                  <a:uLnTx/>
                  <a:uFillTx/>
                  <a:latin typeface="Aptos Light" panose="020B0004020202020204" pitchFamily="34" charset="0"/>
                  <a:ea typeface="+mn-ea"/>
                  <a:cs typeface="+mn-cs"/>
                </a:rPr>
                <a:t>Mechanism</a:t>
              </a:r>
              <a:endParaRPr kumimoji="0" lang="en-GB" sz="900" b="0" i="0" u="none" strike="noStrike" kern="1200" cap="none" spc="0" normalizeH="0" baseline="0" noProof="0" dirty="0">
                <a:ln/>
                <a:solidFill>
                  <a:prstClr val="black"/>
                </a:solidFill>
                <a:effectLst/>
                <a:uLnTx/>
                <a:uFillTx/>
                <a:latin typeface="Aptos Light" panose="020B0004020202020204" pitchFamily="34" charset="0"/>
                <a:ea typeface="+mn-ea"/>
                <a:cs typeface="Arial"/>
                <a:sym typeface="Arial"/>
                <a:rtl val="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dirty="0">
                  <a:ln/>
                  <a:solidFill>
                    <a:prstClr val="black"/>
                  </a:solidFill>
                  <a:effectLst/>
                  <a:uLnTx/>
                  <a:uFillTx/>
                  <a:latin typeface="Aptos Light" panose="020B0004020202020204" pitchFamily="34" charset="0"/>
                  <a:ea typeface="+mn-ea"/>
                  <a:cs typeface="Arial"/>
                  <a:sym typeface="Arial"/>
                  <a:rtl val="0"/>
                </a:rPr>
                <a:t>Chemical inducers activate bacteria to release signalling molecules</a:t>
              </a:r>
            </a:p>
          </p:txBody>
        </p:sp>
      </p:grpSp>
      <p:sp>
        <p:nvSpPr>
          <p:cNvPr id="196" name="Rectangle: Rounded Corners 195">
            <a:extLst>
              <a:ext uri="{FF2B5EF4-FFF2-40B4-BE49-F238E27FC236}">
                <a16:creationId xmlns:a16="http://schemas.microsoft.com/office/drawing/2014/main" id="{FF85D510-155C-4FAE-1714-69D5C015CEAC}"/>
              </a:ext>
            </a:extLst>
          </p:cNvPr>
          <p:cNvSpPr/>
          <p:nvPr/>
        </p:nvSpPr>
        <p:spPr>
          <a:xfrm>
            <a:off x="4676249" y="3735519"/>
            <a:ext cx="2272775" cy="1369807"/>
          </a:xfrm>
          <a:prstGeom prst="roundRect">
            <a:avLst>
              <a:gd name="adj" fmla="val 4351"/>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mc:AlternateContent xmlns:mc="http://schemas.openxmlformats.org/markup-compatibility/2006" xmlns:a14="http://schemas.microsoft.com/office/drawing/2010/main">
        <mc:Choice Requires="a14">
          <p:sp>
            <p:nvSpPr>
              <p:cNvPr id="197" name="TextBox 196">
                <a:extLst>
                  <a:ext uri="{FF2B5EF4-FFF2-40B4-BE49-F238E27FC236}">
                    <a16:creationId xmlns:a16="http://schemas.microsoft.com/office/drawing/2014/main" id="{CDE6A0E6-45B2-A4DC-BAF9-08B53BF8CFF7}"/>
                  </a:ext>
                </a:extLst>
              </p:cNvPr>
              <p:cNvSpPr txBox="1"/>
              <p:nvPr/>
            </p:nvSpPr>
            <p:spPr>
              <a:xfrm>
                <a:off x="4779829" y="4787274"/>
                <a:ext cx="120353" cy="138498"/>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sSub>
                        <m:sSubPr>
                          <m:ctrlPr>
                            <a:rPr kumimoji="0" lang="de-DE" sz="9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r>
                            <a:rPr kumimoji="0" lang="de-DE" sz="9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𝑥</m:t>
                          </m:r>
                        </m:e>
                        <m:sub>
                          <m:r>
                            <a:rPr kumimoji="0" lang="de-DE" sz="9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𝑖</m:t>
                          </m:r>
                        </m:sub>
                      </m:sSub>
                    </m:oMath>
                  </m:oMathPara>
                </a14:m>
                <a:endParaRPr kumimoji="0" lang="en-US" sz="9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mc:Choice>
        <mc:Fallback xmlns="">
          <p:sp>
            <p:nvSpPr>
              <p:cNvPr id="197" name="TextBox 196">
                <a:extLst>
                  <a:ext uri="{FF2B5EF4-FFF2-40B4-BE49-F238E27FC236}">
                    <a16:creationId xmlns:a16="http://schemas.microsoft.com/office/drawing/2014/main" id="{CDE6A0E6-45B2-A4DC-BAF9-08B53BF8CFF7}"/>
                  </a:ext>
                </a:extLst>
              </p:cNvPr>
              <p:cNvSpPr txBox="1">
                <a:spLocks noRot="1" noChangeAspect="1" noMove="1" noResize="1" noEditPoints="1" noAdjustHandles="1" noChangeArrowheads="1" noChangeShapeType="1" noTextEdit="1"/>
              </p:cNvSpPr>
              <p:nvPr/>
            </p:nvSpPr>
            <p:spPr>
              <a:xfrm>
                <a:off x="4779829" y="4787274"/>
                <a:ext cx="120353" cy="138498"/>
              </a:xfrm>
              <a:prstGeom prst="rect">
                <a:avLst/>
              </a:prstGeom>
              <a:blipFill>
                <a:blip r:embed="rId15"/>
                <a:stretch>
                  <a:fillRect l="-15000" r="-10000" b="-13043"/>
                </a:stretch>
              </a:blipFill>
            </p:spPr>
            <p:txBody>
              <a:bodyPr/>
              <a:lstStyle/>
              <a:p>
                <a:r>
                  <a:rPr lang="en-US">
                    <a:noFill/>
                  </a:rPr>
                  <a:t> </a:t>
                </a:r>
              </a:p>
            </p:txBody>
          </p:sp>
        </mc:Fallback>
      </mc:AlternateContent>
      <p:grpSp>
        <p:nvGrpSpPr>
          <p:cNvPr id="198" name="Group 197">
            <a:extLst>
              <a:ext uri="{FF2B5EF4-FFF2-40B4-BE49-F238E27FC236}">
                <a16:creationId xmlns:a16="http://schemas.microsoft.com/office/drawing/2014/main" id="{FEA234A9-F701-B44D-FEE3-D8BF56544510}"/>
              </a:ext>
            </a:extLst>
          </p:cNvPr>
          <p:cNvGrpSpPr>
            <a:grpSpLocks noChangeAspect="1"/>
          </p:cNvGrpSpPr>
          <p:nvPr/>
        </p:nvGrpSpPr>
        <p:grpSpPr>
          <a:xfrm>
            <a:off x="6083456" y="4633990"/>
            <a:ext cx="381678" cy="403044"/>
            <a:chOff x="951888" y="2657006"/>
            <a:chExt cx="397322" cy="348607"/>
          </a:xfrm>
        </p:grpSpPr>
        <p:grpSp>
          <p:nvGrpSpPr>
            <p:cNvPr id="199" name="Group 198">
              <a:extLst>
                <a:ext uri="{FF2B5EF4-FFF2-40B4-BE49-F238E27FC236}">
                  <a16:creationId xmlns:a16="http://schemas.microsoft.com/office/drawing/2014/main" id="{190644DF-844C-4D8B-749F-9A9D2BF355BF}"/>
                </a:ext>
              </a:extLst>
            </p:cNvPr>
            <p:cNvGrpSpPr>
              <a:grpSpLocks noChangeAspect="1"/>
            </p:cNvGrpSpPr>
            <p:nvPr/>
          </p:nvGrpSpPr>
          <p:grpSpPr>
            <a:xfrm>
              <a:off x="951888" y="2657006"/>
              <a:ext cx="397322" cy="348607"/>
              <a:chOff x="951884" y="2656998"/>
              <a:chExt cx="480489" cy="421577"/>
            </a:xfrm>
          </p:grpSpPr>
          <p:sp>
            <p:nvSpPr>
              <p:cNvPr id="203" name="Flowchart: Delay 964">
                <a:extLst>
                  <a:ext uri="{FF2B5EF4-FFF2-40B4-BE49-F238E27FC236}">
                    <a16:creationId xmlns:a16="http://schemas.microsoft.com/office/drawing/2014/main" id="{C44B83D2-4006-F9D1-7628-A4794BE15A8C}"/>
                  </a:ext>
                </a:extLst>
              </p:cNvPr>
              <p:cNvSpPr/>
              <p:nvPr/>
            </p:nvSpPr>
            <p:spPr>
              <a:xfrm rot="5400000">
                <a:off x="1063960" y="2710162"/>
                <a:ext cx="256337" cy="480489"/>
              </a:xfrm>
              <a:custGeom>
                <a:avLst/>
                <a:gdLst>
                  <a:gd name="csX0" fmla="*/ 0 w 382704"/>
                  <a:gd name="csY0" fmla="*/ 0 h 761999"/>
                  <a:gd name="csX1" fmla="*/ 191352 w 382704"/>
                  <a:gd name="csY1" fmla="*/ 0 h 761999"/>
                  <a:gd name="csX2" fmla="*/ 382704 w 382704"/>
                  <a:gd name="csY2" fmla="*/ 381000 h 761999"/>
                  <a:gd name="csX3" fmla="*/ 191352 w 382704"/>
                  <a:gd name="csY3" fmla="*/ 762000 h 761999"/>
                  <a:gd name="csX4" fmla="*/ 0 w 382704"/>
                  <a:gd name="csY4" fmla="*/ 761999 h 761999"/>
                  <a:gd name="csX5" fmla="*/ 0 w 382704"/>
                  <a:gd name="csY5" fmla="*/ 0 h 761999"/>
                  <a:gd name="csX0" fmla="*/ 0 w 382704"/>
                  <a:gd name="csY0" fmla="*/ 0 h 762000"/>
                  <a:gd name="csX1" fmla="*/ 191352 w 382704"/>
                  <a:gd name="csY1" fmla="*/ 0 h 762000"/>
                  <a:gd name="csX2" fmla="*/ 382704 w 382704"/>
                  <a:gd name="csY2" fmla="*/ 381000 h 762000"/>
                  <a:gd name="csX3" fmla="*/ 191352 w 382704"/>
                  <a:gd name="csY3" fmla="*/ 762000 h 762000"/>
                  <a:gd name="csX4" fmla="*/ 3 w 382704"/>
                  <a:gd name="csY4" fmla="*/ 721518 h 762000"/>
                  <a:gd name="csX5" fmla="*/ 0 w 382704"/>
                  <a:gd name="csY5" fmla="*/ 0 h 762000"/>
                  <a:gd name="csX0" fmla="*/ 0 w 382704"/>
                  <a:gd name="csY0" fmla="*/ 0 h 762000"/>
                  <a:gd name="csX1" fmla="*/ 191352 w 382704"/>
                  <a:gd name="csY1" fmla="*/ 0 h 762000"/>
                  <a:gd name="csX2" fmla="*/ 382704 w 382704"/>
                  <a:gd name="csY2" fmla="*/ 381000 h 762000"/>
                  <a:gd name="csX3" fmla="*/ 191352 w 382704"/>
                  <a:gd name="csY3" fmla="*/ 762000 h 762000"/>
                  <a:gd name="csX4" fmla="*/ 2384 w 382704"/>
                  <a:gd name="csY4" fmla="*/ 707231 h 762000"/>
                  <a:gd name="csX5" fmla="*/ 0 w 382704"/>
                  <a:gd name="csY5" fmla="*/ 0 h 762000"/>
                  <a:gd name="csX0" fmla="*/ 0 w 382704"/>
                  <a:gd name="csY0" fmla="*/ 57150 h 762000"/>
                  <a:gd name="csX1" fmla="*/ 191352 w 382704"/>
                  <a:gd name="csY1" fmla="*/ 0 h 762000"/>
                  <a:gd name="csX2" fmla="*/ 382704 w 382704"/>
                  <a:gd name="csY2" fmla="*/ 381000 h 762000"/>
                  <a:gd name="csX3" fmla="*/ 191352 w 382704"/>
                  <a:gd name="csY3" fmla="*/ 762000 h 762000"/>
                  <a:gd name="csX4" fmla="*/ 2384 w 382704"/>
                  <a:gd name="csY4" fmla="*/ 707231 h 762000"/>
                  <a:gd name="csX5" fmla="*/ 0 w 382704"/>
                  <a:gd name="csY5" fmla="*/ 57150 h 762000"/>
                  <a:gd name="csX0" fmla="*/ 0 w 382704"/>
                  <a:gd name="csY0" fmla="*/ 57150 h 762000"/>
                  <a:gd name="csX1" fmla="*/ 191352 w 382704"/>
                  <a:gd name="csY1" fmla="*/ 0 h 762000"/>
                  <a:gd name="csX2" fmla="*/ 382704 w 382704"/>
                  <a:gd name="csY2" fmla="*/ 381000 h 762000"/>
                  <a:gd name="csX3" fmla="*/ 191352 w 382704"/>
                  <a:gd name="csY3" fmla="*/ 762000 h 762000"/>
                  <a:gd name="csX4" fmla="*/ 8227 w 382704"/>
                  <a:gd name="csY4" fmla="*/ 652462 h 762000"/>
                  <a:gd name="csX5" fmla="*/ 0 w 382704"/>
                  <a:gd name="csY5" fmla="*/ 57150 h 762000"/>
                  <a:gd name="csX0" fmla="*/ 0 w 376862"/>
                  <a:gd name="csY0" fmla="*/ 130969 h 762000"/>
                  <a:gd name="csX1" fmla="*/ 185510 w 376862"/>
                  <a:gd name="csY1" fmla="*/ 0 h 762000"/>
                  <a:gd name="csX2" fmla="*/ 376862 w 376862"/>
                  <a:gd name="csY2" fmla="*/ 381000 h 762000"/>
                  <a:gd name="csX3" fmla="*/ 185510 w 376862"/>
                  <a:gd name="csY3" fmla="*/ 762000 h 762000"/>
                  <a:gd name="csX4" fmla="*/ 2385 w 376862"/>
                  <a:gd name="csY4" fmla="*/ 652462 h 762000"/>
                  <a:gd name="csX5" fmla="*/ 0 w 376862"/>
                  <a:gd name="csY5" fmla="*/ 130969 h 762000"/>
                </a:gdLst>
                <a:ahLst/>
                <a:cxnLst>
                  <a:cxn ang="0">
                    <a:pos x="csX0" y="csY0"/>
                  </a:cxn>
                  <a:cxn ang="0">
                    <a:pos x="csX1" y="csY1"/>
                  </a:cxn>
                  <a:cxn ang="0">
                    <a:pos x="csX2" y="csY2"/>
                  </a:cxn>
                  <a:cxn ang="0">
                    <a:pos x="csX3" y="csY3"/>
                  </a:cxn>
                  <a:cxn ang="0">
                    <a:pos x="csX4" y="csY4"/>
                  </a:cxn>
                  <a:cxn ang="0">
                    <a:pos x="csX5" y="csY5"/>
                  </a:cxn>
                </a:cxnLst>
                <a:rect l="l" t="t" r="r" b="b"/>
                <a:pathLst>
                  <a:path w="376862" h="762000">
                    <a:moveTo>
                      <a:pt x="0" y="130969"/>
                    </a:moveTo>
                    <a:lnTo>
                      <a:pt x="185510" y="0"/>
                    </a:lnTo>
                    <a:cubicBezTo>
                      <a:pt x="291191" y="0"/>
                      <a:pt x="376862" y="170580"/>
                      <a:pt x="376862" y="381000"/>
                    </a:cubicBezTo>
                    <a:cubicBezTo>
                      <a:pt x="376862" y="591420"/>
                      <a:pt x="291191" y="762000"/>
                      <a:pt x="185510" y="762000"/>
                    </a:cubicBezTo>
                    <a:lnTo>
                      <a:pt x="2385" y="652462"/>
                    </a:lnTo>
                    <a:cubicBezTo>
                      <a:pt x="1590" y="416718"/>
                      <a:pt x="795" y="366713"/>
                      <a:pt x="0" y="130969"/>
                    </a:cubicBezTo>
                    <a:close/>
                  </a:path>
                </a:pathLst>
              </a:custGeom>
              <a:solidFill>
                <a:srgbClr val="F2EADA"/>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204" name="Rectangle 203">
                <a:extLst>
                  <a:ext uri="{FF2B5EF4-FFF2-40B4-BE49-F238E27FC236}">
                    <a16:creationId xmlns:a16="http://schemas.microsoft.com/office/drawing/2014/main" id="{A4B00836-DC1C-7B2D-D223-F9A200CFE159}"/>
                  </a:ext>
                </a:extLst>
              </p:cNvPr>
              <p:cNvSpPr/>
              <p:nvPr/>
            </p:nvSpPr>
            <p:spPr>
              <a:xfrm>
                <a:off x="1023249" y="2656998"/>
                <a:ext cx="323537" cy="166997"/>
              </a:xfrm>
              <a:prstGeom prst="rect">
                <a:avLst/>
              </a:prstGeom>
              <a:solidFill>
                <a:schemeClr val="bg1"/>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cxnSp>
            <p:nvCxnSpPr>
              <p:cNvPr id="205" name="Straight Connector 204">
                <a:extLst>
                  <a:ext uri="{FF2B5EF4-FFF2-40B4-BE49-F238E27FC236}">
                    <a16:creationId xmlns:a16="http://schemas.microsoft.com/office/drawing/2014/main" id="{D97D1F11-1A4E-3E20-5FD8-7E2A17BDAC60}"/>
                  </a:ext>
                </a:extLst>
              </p:cNvPr>
              <p:cNvCxnSpPr/>
              <p:nvPr/>
            </p:nvCxnSpPr>
            <p:spPr>
              <a:xfrm>
                <a:off x="1030392" y="2827360"/>
                <a:ext cx="310897" cy="0"/>
              </a:xfrm>
              <a:prstGeom prst="line">
                <a:avLst/>
              </a:prstGeom>
              <a:ln w="19050">
                <a:solidFill>
                  <a:srgbClr val="F2EADA"/>
                </a:solidFill>
              </a:ln>
            </p:spPr>
            <p:style>
              <a:lnRef idx="2">
                <a:schemeClr val="accent1"/>
              </a:lnRef>
              <a:fillRef idx="0">
                <a:schemeClr val="accent1"/>
              </a:fillRef>
              <a:effectRef idx="1">
                <a:schemeClr val="accent1"/>
              </a:effectRef>
              <a:fontRef idx="minor">
                <a:schemeClr val="tx1"/>
              </a:fontRef>
            </p:style>
          </p:cxnSp>
        </p:grpSp>
        <p:pic>
          <p:nvPicPr>
            <p:cNvPr id="200" name="Graphic 199" descr="DNA outline">
              <a:extLst>
                <a:ext uri="{FF2B5EF4-FFF2-40B4-BE49-F238E27FC236}">
                  <a16:creationId xmlns:a16="http://schemas.microsoft.com/office/drawing/2014/main" id="{21DE8241-0951-EDBD-1FFF-077F1A98D74A}"/>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rot="7372733">
              <a:off x="1214764" y="2804071"/>
              <a:ext cx="82296" cy="82296"/>
            </a:xfrm>
            <a:prstGeom prst="rect">
              <a:avLst/>
            </a:prstGeom>
          </p:spPr>
        </p:pic>
        <p:pic>
          <p:nvPicPr>
            <p:cNvPr id="201" name="Graphic 200" descr="DNA outline">
              <a:extLst>
                <a:ext uri="{FF2B5EF4-FFF2-40B4-BE49-F238E27FC236}">
                  <a16:creationId xmlns:a16="http://schemas.microsoft.com/office/drawing/2014/main" id="{E1ACB795-C013-C656-C20B-5947A0934844}"/>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rot="9420000">
              <a:off x="1132889" y="2873662"/>
              <a:ext cx="82296" cy="82296"/>
            </a:xfrm>
            <a:prstGeom prst="rect">
              <a:avLst/>
            </a:prstGeom>
          </p:spPr>
        </p:pic>
        <p:pic>
          <p:nvPicPr>
            <p:cNvPr id="202" name="Graphic 201" descr="DNA outline">
              <a:extLst>
                <a:ext uri="{FF2B5EF4-FFF2-40B4-BE49-F238E27FC236}">
                  <a16:creationId xmlns:a16="http://schemas.microsoft.com/office/drawing/2014/main" id="{764AD201-5B6D-9000-8246-C4320A9A5BCC}"/>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rot="5091502">
              <a:off x="1007773" y="2854551"/>
              <a:ext cx="100584" cy="100584"/>
            </a:xfrm>
            <a:prstGeom prst="rect">
              <a:avLst/>
            </a:prstGeom>
          </p:spPr>
        </p:pic>
      </p:grpSp>
      <p:grpSp>
        <p:nvGrpSpPr>
          <p:cNvPr id="206" name="Group 205">
            <a:extLst>
              <a:ext uri="{FF2B5EF4-FFF2-40B4-BE49-F238E27FC236}">
                <a16:creationId xmlns:a16="http://schemas.microsoft.com/office/drawing/2014/main" id="{277913E9-C53C-4D6B-0CA4-31C5571B810D}"/>
              </a:ext>
            </a:extLst>
          </p:cNvPr>
          <p:cNvGrpSpPr/>
          <p:nvPr/>
        </p:nvGrpSpPr>
        <p:grpSpPr>
          <a:xfrm>
            <a:off x="4606773" y="3690033"/>
            <a:ext cx="1981019" cy="951688"/>
            <a:chOff x="43766" y="2027777"/>
            <a:chExt cx="1198454" cy="575741"/>
          </a:xfrm>
        </p:grpSpPr>
        <p:sp>
          <p:nvSpPr>
            <p:cNvPr id="207" name="TextBox 206">
              <a:extLst>
                <a:ext uri="{FF2B5EF4-FFF2-40B4-BE49-F238E27FC236}">
                  <a16:creationId xmlns:a16="http://schemas.microsoft.com/office/drawing/2014/main" id="{EC80DFF5-A364-00FB-135A-7FFA1CC31733}"/>
                </a:ext>
              </a:extLst>
            </p:cNvPr>
            <p:cNvSpPr txBox="1"/>
            <p:nvPr/>
          </p:nvSpPr>
          <p:spPr>
            <a:xfrm>
              <a:off x="43766" y="2027777"/>
              <a:ext cx="1198454" cy="131800"/>
            </a:xfrm>
            <a:prstGeom prst="rect">
              <a:avLst/>
            </a:prstGeom>
            <a:noFill/>
          </p:spPr>
          <p:txBody>
            <a:bodyPr rot="0" spcFirstLastPara="0" vertOverflow="overflow" horzOverflow="overflow" vert="horz" wrap="none" lIns="63355" tIns="31678" rIns="63355" bIns="31678"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solidFill>
                    <a:srgbClr val="000000"/>
                  </a:solidFill>
                  <a:effectLst/>
                  <a:uLnTx/>
                  <a:uFillTx/>
                  <a:latin typeface="Arial"/>
                  <a:ea typeface="+mn-ea"/>
                  <a:cs typeface="Arial"/>
                  <a:sym typeface="Arial"/>
                  <a:rtl val="0"/>
                </a:rPr>
                <a:t>Metabolic-enzymatic reactions</a:t>
              </a:r>
            </a:p>
          </p:txBody>
        </p:sp>
        <p:sp>
          <p:nvSpPr>
            <p:cNvPr id="208" name="TextBox 207">
              <a:extLst>
                <a:ext uri="{FF2B5EF4-FFF2-40B4-BE49-F238E27FC236}">
                  <a16:creationId xmlns:a16="http://schemas.microsoft.com/office/drawing/2014/main" id="{BDA805D1-B617-941F-87A9-0EF8374CB811}"/>
                </a:ext>
              </a:extLst>
            </p:cNvPr>
            <p:cNvSpPr txBox="1"/>
            <p:nvPr/>
          </p:nvSpPr>
          <p:spPr>
            <a:xfrm>
              <a:off x="50753" y="2145876"/>
              <a:ext cx="1168899" cy="457642"/>
            </a:xfrm>
            <a:prstGeom prst="rect">
              <a:avLst/>
            </a:prstGeom>
            <a:noFill/>
          </p:spPr>
          <p:txBody>
            <a:bodyPr rot="0" spcFirstLastPara="0" vertOverflow="overflow" horzOverflow="overflow" vert="horz" wrap="square" lIns="63355" tIns="31678" rIns="63355" bIns="31678"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dirty="0">
                  <a:ln>
                    <a:noFill/>
                  </a:ln>
                  <a:solidFill>
                    <a:prstClr val="black"/>
                  </a:solidFill>
                  <a:effectLst/>
                  <a:uLnTx/>
                  <a:uFillTx/>
                  <a:latin typeface="Aptos Light" panose="020B0004020202020204" pitchFamily="34" charset="0"/>
                  <a:ea typeface="+mn-ea"/>
                  <a:cs typeface="+mn-cs"/>
                </a:rPr>
                <a:t>Mechanism</a:t>
              </a:r>
              <a:endParaRPr kumimoji="0" lang="en-GB" sz="900" b="0" i="0" u="none" strike="noStrike" kern="1200" cap="none" spc="0" normalizeH="0" baseline="0" noProof="0" dirty="0">
                <a:ln/>
                <a:solidFill>
                  <a:prstClr val="black"/>
                </a:solidFill>
                <a:effectLst/>
                <a:uLnTx/>
                <a:uFillTx/>
                <a:latin typeface="Aptos Light" panose="020B0004020202020204" pitchFamily="34" charset="0"/>
                <a:ea typeface="+mn-ea"/>
                <a:cs typeface="Arial"/>
                <a:sym typeface="Arial"/>
                <a:rtl val="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solidFill>
                    <a:prstClr val="black"/>
                  </a:solidFill>
                  <a:effectLst/>
                  <a:uLnTx/>
                  <a:uFillTx/>
                  <a:latin typeface="Aptos Light" panose="020B0004020202020204" pitchFamily="34" charset="0"/>
                  <a:ea typeface="+mn-ea"/>
                  <a:cs typeface="Arial"/>
                  <a:sym typeface="Arial"/>
                  <a:rtl val="0"/>
                </a:rPr>
                <a:t>DNA template concentrations tune enzyme expression, and the resulting reaction fluxes of input metabolites define the linear coefficients.</a:t>
              </a:r>
              <a:endParaRPr kumimoji="0" lang="en-GB" sz="900" b="0" i="0" u="none" strike="noStrike" kern="1200" cap="none" spc="0" normalizeH="0" baseline="0" noProof="0" dirty="0">
                <a:ln/>
                <a:solidFill>
                  <a:prstClr val="black"/>
                </a:solidFill>
                <a:effectLst/>
                <a:uLnTx/>
                <a:uFillTx/>
                <a:latin typeface="Aptos Light" panose="020B0004020202020204" pitchFamily="34" charset="0"/>
                <a:ea typeface="+mn-ea"/>
                <a:cs typeface="Arial"/>
                <a:sym typeface="Arial"/>
                <a:rtl val="0"/>
              </a:endParaRPr>
            </a:p>
          </p:txBody>
        </p:sp>
      </p:grpSp>
      <mc:AlternateContent xmlns:mc="http://schemas.openxmlformats.org/markup-compatibility/2006" xmlns:a14="http://schemas.microsoft.com/office/drawing/2010/main">
        <mc:Choice Requires="a14">
          <p:sp>
            <p:nvSpPr>
              <p:cNvPr id="209" name="TextBox 208">
                <a:extLst>
                  <a:ext uri="{FF2B5EF4-FFF2-40B4-BE49-F238E27FC236}">
                    <a16:creationId xmlns:a16="http://schemas.microsoft.com/office/drawing/2014/main" id="{05725549-FC63-D5A2-49A4-5EA4E7E9A30E}"/>
                  </a:ext>
                </a:extLst>
              </p:cNvPr>
              <p:cNvSpPr txBox="1"/>
              <p:nvPr/>
            </p:nvSpPr>
            <p:spPr>
              <a:xfrm>
                <a:off x="5041308" y="4700339"/>
                <a:ext cx="362150" cy="138498"/>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kumimoji="0" lang="de-DE" sz="9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𝑘</m:t>
                      </m:r>
                      <m:r>
                        <a:rPr kumimoji="0" lang="de-DE" sz="9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sSub>
                        <m:sSubPr>
                          <m:ctrlPr>
                            <a:rPr kumimoji="0" lang="de-DE" sz="9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ctrlPr>
                        </m:sSubPr>
                        <m:e>
                          <m:r>
                            <a:rPr kumimoji="0" lang="de-DE" sz="9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𝜔</m:t>
                          </m:r>
                        </m:e>
                        <m:sub>
                          <m:r>
                            <a:rPr kumimoji="0" lang="de-DE" sz="9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𝑖</m:t>
                          </m:r>
                        </m:sub>
                      </m:sSub>
                    </m:oMath>
                  </m:oMathPara>
                </a14:m>
                <a:endParaRPr kumimoji="0" lang="en-US" sz="9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mc:Choice>
        <mc:Fallback xmlns="">
          <p:sp>
            <p:nvSpPr>
              <p:cNvPr id="209" name="TextBox 208">
                <a:extLst>
                  <a:ext uri="{FF2B5EF4-FFF2-40B4-BE49-F238E27FC236}">
                    <a16:creationId xmlns:a16="http://schemas.microsoft.com/office/drawing/2014/main" id="{05725549-FC63-D5A2-49A4-5EA4E7E9A30E}"/>
                  </a:ext>
                </a:extLst>
              </p:cNvPr>
              <p:cNvSpPr txBox="1">
                <a:spLocks noRot="1" noChangeAspect="1" noMove="1" noResize="1" noEditPoints="1" noAdjustHandles="1" noChangeArrowheads="1" noChangeShapeType="1" noTextEdit="1"/>
              </p:cNvSpPr>
              <p:nvPr/>
            </p:nvSpPr>
            <p:spPr>
              <a:xfrm>
                <a:off x="5041308" y="4700339"/>
                <a:ext cx="362150" cy="138498"/>
              </a:xfrm>
              <a:prstGeom prst="rect">
                <a:avLst/>
              </a:prstGeom>
              <a:blipFill>
                <a:blip r:embed="rId16"/>
                <a:stretch>
                  <a:fillRect l="-8475" r="-5085" b="-13043"/>
                </a:stretch>
              </a:blipFill>
            </p:spPr>
            <p:txBody>
              <a:bodyPr/>
              <a:lstStyle/>
              <a:p>
                <a:r>
                  <a:rPr lang="en-US">
                    <a:noFill/>
                  </a:rPr>
                  <a:t> </a:t>
                </a:r>
              </a:p>
            </p:txBody>
          </p:sp>
        </mc:Fallback>
      </mc:AlternateContent>
      <p:cxnSp>
        <p:nvCxnSpPr>
          <p:cNvPr id="210" name="Straight Arrow Connector 209">
            <a:extLst>
              <a:ext uri="{FF2B5EF4-FFF2-40B4-BE49-F238E27FC236}">
                <a16:creationId xmlns:a16="http://schemas.microsoft.com/office/drawing/2014/main" id="{5CC78361-AA5D-BE21-5E5D-D47567916031}"/>
              </a:ext>
            </a:extLst>
          </p:cNvPr>
          <p:cNvCxnSpPr>
            <a:cxnSpLocks/>
          </p:cNvCxnSpPr>
          <p:nvPr/>
        </p:nvCxnSpPr>
        <p:spPr>
          <a:xfrm>
            <a:off x="4979378" y="4868029"/>
            <a:ext cx="481002" cy="0"/>
          </a:xfrm>
          <a:prstGeom prst="straightConnector1">
            <a:avLst/>
          </a:prstGeom>
          <a:ln w="3175">
            <a:solidFill>
              <a:schemeClr val="tx1"/>
            </a:solidFill>
            <a:headEnd w="sm" len="sm"/>
            <a:tailEnd type="triangle" w="sm" len="sm"/>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11" name="TextBox 210">
                <a:extLst>
                  <a:ext uri="{FF2B5EF4-FFF2-40B4-BE49-F238E27FC236}">
                    <a16:creationId xmlns:a16="http://schemas.microsoft.com/office/drawing/2014/main" id="{6A8273C3-DE44-F210-CB08-1BAA95D7202C}"/>
                  </a:ext>
                </a:extLst>
              </p:cNvPr>
              <p:cNvSpPr txBox="1"/>
              <p:nvPr/>
            </p:nvSpPr>
            <p:spPr>
              <a:xfrm>
                <a:off x="5521345" y="4799382"/>
                <a:ext cx="240259" cy="138498"/>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sSub>
                        <m:sSubPr>
                          <m:ctrlPr>
                            <a:rPr kumimoji="0" lang="de-DE" sz="9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ctrlPr>
                        </m:sSubPr>
                        <m:e>
                          <m:r>
                            <a:rPr kumimoji="0" lang="de-DE" sz="9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𝜔</m:t>
                          </m:r>
                        </m:e>
                        <m:sub>
                          <m:r>
                            <a:rPr kumimoji="0" lang="de-DE" sz="9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𝑖</m:t>
                          </m:r>
                        </m:sub>
                      </m:sSub>
                      <m:sSub>
                        <m:sSubPr>
                          <m:ctrlPr>
                            <a:rPr kumimoji="0" lang="de-DE" sz="9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r>
                            <a:rPr kumimoji="0" lang="de-DE" sz="9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𝑥</m:t>
                          </m:r>
                        </m:e>
                        <m:sub>
                          <m:r>
                            <a:rPr kumimoji="0" lang="de-DE" sz="9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𝑖</m:t>
                          </m:r>
                        </m:sub>
                      </m:sSub>
                    </m:oMath>
                  </m:oMathPara>
                </a14:m>
                <a:endParaRPr kumimoji="0" lang="en-US" sz="9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mc:Choice>
        <mc:Fallback xmlns="">
          <p:sp>
            <p:nvSpPr>
              <p:cNvPr id="211" name="TextBox 210">
                <a:extLst>
                  <a:ext uri="{FF2B5EF4-FFF2-40B4-BE49-F238E27FC236}">
                    <a16:creationId xmlns:a16="http://schemas.microsoft.com/office/drawing/2014/main" id="{6A8273C3-DE44-F210-CB08-1BAA95D7202C}"/>
                  </a:ext>
                </a:extLst>
              </p:cNvPr>
              <p:cNvSpPr txBox="1">
                <a:spLocks noRot="1" noChangeAspect="1" noMove="1" noResize="1" noEditPoints="1" noAdjustHandles="1" noChangeArrowheads="1" noChangeShapeType="1" noTextEdit="1"/>
              </p:cNvSpPr>
              <p:nvPr/>
            </p:nvSpPr>
            <p:spPr>
              <a:xfrm>
                <a:off x="5521345" y="4799382"/>
                <a:ext cx="240259" cy="138498"/>
              </a:xfrm>
              <a:prstGeom prst="rect">
                <a:avLst/>
              </a:prstGeom>
              <a:blipFill>
                <a:blip r:embed="rId17"/>
                <a:stretch>
                  <a:fillRect l="-7692" r="-7692" b="-13043"/>
                </a:stretch>
              </a:blipFill>
            </p:spPr>
            <p:txBody>
              <a:bodyPr/>
              <a:lstStyle/>
              <a:p>
                <a:r>
                  <a:rPr lang="en-US">
                    <a:noFill/>
                  </a:rPr>
                  <a:t> </a:t>
                </a:r>
              </a:p>
            </p:txBody>
          </p:sp>
        </mc:Fallback>
      </mc:AlternateContent>
      <p:grpSp>
        <p:nvGrpSpPr>
          <p:cNvPr id="212" name="Group 211">
            <a:extLst>
              <a:ext uri="{FF2B5EF4-FFF2-40B4-BE49-F238E27FC236}">
                <a16:creationId xmlns:a16="http://schemas.microsoft.com/office/drawing/2014/main" id="{A022B8E8-37BB-63FE-5D68-021A3DC72AB3}"/>
              </a:ext>
            </a:extLst>
          </p:cNvPr>
          <p:cNvGrpSpPr/>
          <p:nvPr/>
        </p:nvGrpSpPr>
        <p:grpSpPr>
          <a:xfrm>
            <a:off x="7287280" y="4606983"/>
            <a:ext cx="2316157" cy="844724"/>
            <a:chOff x="43766" y="1989677"/>
            <a:chExt cx="1401202" cy="511031"/>
          </a:xfrm>
        </p:grpSpPr>
        <p:sp>
          <p:nvSpPr>
            <p:cNvPr id="213" name="TextBox 212">
              <a:extLst>
                <a:ext uri="{FF2B5EF4-FFF2-40B4-BE49-F238E27FC236}">
                  <a16:creationId xmlns:a16="http://schemas.microsoft.com/office/drawing/2014/main" id="{A7BE6343-F5AC-C6DE-B75A-5A7E9C375129}"/>
                </a:ext>
              </a:extLst>
            </p:cNvPr>
            <p:cNvSpPr txBox="1"/>
            <p:nvPr/>
          </p:nvSpPr>
          <p:spPr>
            <a:xfrm>
              <a:off x="43766" y="1989677"/>
              <a:ext cx="988015" cy="131800"/>
            </a:xfrm>
            <a:prstGeom prst="rect">
              <a:avLst/>
            </a:prstGeom>
            <a:noFill/>
          </p:spPr>
          <p:txBody>
            <a:bodyPr rot="0" spcFirstLastPara="0" vertOverflow="overflow" horzOverflow="overflow" vert="horz" wrap="none" lIns="63355" tIns="31678" rIns="63355" bIns="31678"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solidFill>
                    <a:srgbClr val="000000"/>
                  </a:solidFill>
                  <a:effectLst/>
                  <a:uLnTx/>
                  <a:uFillTx/>
                  <a:latin typeface="Arial"/>
                  <a:ea typeface="+mn-ea"/>
                  <a:cs typeface="Arial"/>
                  <a:sym typeface="Arial"/>
                  <a:rtl val="0"/>
                </a:rPr>
                <a:t>Gene regulatory network</a:t>
              </a:r>
            </a:p>
          </p:txBody>
        </p:sp>
        <p:sp>
          <p:nvSpPr>
            <p:cNvPr id="214" name="TextBox 213">
              <a:extLst>
                <a:ext uri="{FF2B5EF4-FFF2-40B4-BE49-F238E27FC236}">
                  <a16:creationId xmlns:a16="http://schemas.microsoft.com/office/drawing/2014/main" id="{003D927A-0DBE-5979-9A7C-E06C9D10B1A9}"/>
                </a:ext>
              </a:extLst>
            </p:cNvPr>
            <p:cNvSpPr txBox="1"/>
            <p:nvPr/>
          </p:nvSpPr>
          <p:spPr>
            <a:xfrm>
              <a:off x="50754" y="2126854"/>
              <a:ext cx="1394214" cy="373854"/>
            </a:xfrm>
            <a:prstGeom prst="rect">
              <a:avLst/>
            </a:prstGeom>
            <a:noFill/>
          </p:spPr>
          <p:txBody>
            <a:bodyPr rot="0" spcFirstLastPara="0" vertOverflow="overflow" horzOverflow="overflow" vert="horz" wrap="square" lIns="63355" tIns="31678" rIns="63355" bIns="31678"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dirty="0">
                  <a:ln>
                    <a:noFill/>
                  </a:ln>
                  <a:solidFill>
                    <a:prstClr val="black"/>
                  </a:solidFill>
                  <a:effectLst/>
                  <a:uLnTx/>
                  <a:uFillTx/>
                  <a:latin typeface="Aptos Light" panose="020B0004020202020204" pitchFamily="34" charset="0"/>
                  <a:ea typeface="+mn-ea"/>
                  <a:cs typeface="+mn-cs"/>
                </a:rPr>
                <a:t>Mechanism</a:t>
              </a:r>
              <a:endParaRPr kumimoji="0" lang="en-GB" sz="900" b="0" i="0" u="none" strike="noStrike" kern="1200" cap="none" spc="0" normalizeH="0" baseline="0" noProof="0" dirty="0">
                <a:ln/>
                <a:solidFill>
                  <a:prstClr val="black"/>
                </a:solidFill>
                <a:effectLst/>
                <a:uLnTx/>
                <a:uFillTx/>
                <a:latin typeface="Aptos Light" panose="020B0004020202020204" pitchFamily="34" charset="0"/>
                <a:ea typeface="+mn-ea"/>
                <a:cs typeface="Arial"/>
                <a:sym typeface="Arial"/>
                <a:rtl val="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solidFill>
                    <a:prstClr val="black"/>
                  </a:solidFill>
                  <a:effectLst/>
                  <a:uLnTx/>
                  <a:uFillTx/>
                  <a:latin typeface="Aptos Light" panose="020B0004020202020204" pitchFamily="34" charset="0"/>
                  <a:ea typeface="+mn-ea"/>
                  <a:cs typeface="Arial"/>
                  <a:sym typeface="Arial"/>
                  <a:rtl val="0"/>
                </a:rPr>
                <a:t>A gene-regulatory module senses the accumulated chemical signal and converts it into nonlinear reporter expression.</a:t>
              </a:r>
              <a:endParaRPr kumimoji="0" lang="en-GB" sz="900" b="0" i="0" u="none" strike="noStrike" kern="1200" cap="none" spc="0" normalizeH="0" baseline="0" noProof="0" dirty="0">
                <a:ln/>
                <a:solidFill>
                  <a:prstClr val="black"/>
                </a:solidFill>
                <a:effectLst/>
                <a:uLnTx/>
                <a:uFillTx/>
                <a:latin typeface="Aptos Light" panose="020B0004020202020204" pitchFamily="34" charset="0"/>
                <a:ea typeface="+mn-ea"/>
                <a:cs typeface="Arial"/>
                <a:sym typeface="Arial"/>
                <a:rtl val="0"/>
              </a:endParaRPr>
            </a:p>
          </p:txBody>
        </p:sp>
      </p:grpSp>
      <p:sp>
        <p:nvSpPr>
          <p:cNvPr id="215" name="TextBox 214">
            <a:extLst>
              <a:ext uri="{FF2B5EF4-FFF2-40B4-BE49-F238E27FC236}">
                <a16:creationId xmlns:a16="http://schemas.microsoft.com/office/drawing/2014/main" id="{53CE045B-D621-4FD5-7F3C-47CCC0276DE4}"/>
              </a:ext>
            </a:extLst>
          </p:cNvPr>
          <p:cNvSpPr txBox="1"/>
          <p:nvPr/>
        </p:nvSpPr>
        <p:spPr>
          <a:xfrm>
            <a:off x="4825545" y="6358690"/>
            <a:ext cx="627096" cy="338553"/>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dirty="0">
                <a:ln>
                  <a:noFill/>
                </a:ln>
                <a:solidFill>
                  <a:prstClr val="black"/>
                </a:solidFill>
                <a:effectLst/>
                <a:uLnTx/>
                <a:uFillTx/>
                <a:latin typeface="Aptos" panose="02110004020202020204"/>
                <a:ea typeface="+mn-ea"/>
                <a:cs typeface="+mn-cs"/>
              </a:rPr>
              <a:t>Sender</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dirty="0" err="1">
                <a:ln>
                  <a:noFill/>
                </a:ln>
                <a:solidFill>
                  <a:prstClr val="black"/>
                </a:solidFill>
                <a:effectLst/>
                <a:uLnTx/>
                <a:uFillTx/>
                <a:latin typeface="Aptos" panose="02110004020202020204"/>
                <a:ea typeface="+mn-ea"/>
                <a:cs typeface="+mn-cs"/>
              </a:rPr>
              <a:t>bacteria</a:t>
            </a:r>
            <a:r>
              <a:rPr kumimoji="0" lang="de-DE" sz="800" b="0" i="0" u="none" strike="noStrike" kern="1200" cap="none" spc="0" normalizeH="0" baseline="0" noProof="0" dirty="0">
                <a:ln>
                  <a:noFill/>
                </a:ln>
                <a:solidFill>
                  <a:prstClr val="black"/>
                </a:solidFill>
                <a:effectLst/>
                <a:uLnTx/>
                <a:uFillTx/>
                <a:latin typeface="Aptos" panose="02110004020202020204"/>
                <a:ea typeface="+mn-ea"/>
                <a:cs typeface="+mn-cs"/>
              </a:rPr>
              <a:t> 1</a:t>
            </a:r>
            <a:endParaRPr kumimoji="0" lang="en-US" sz="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217" name="Rectangle: Rounded Corners 216">
            <a:extLst>
              <a:ext uri="{FF2B5EF4-FFF2-40B4-BE49-F238E27FC236}">
                <a16:creationId xmlns:a16="http://schemas.microsoft.com/office/drawing/2014/main" id="{A5FD3501-82A9-1B5D-10C0-0B6AAAE54899}"/>
              </a:ext>
            </a:extLst>
          </p:cNvPr>
          <p:cNvSpPr/>
          <p:nvPr/>
        </p:nvSpPr>
        <p:spPr>
          <a:xfrm>
            <a:off x="4664333" y="5341073"/>
            <a:ext cx="2284695" cy="1369808"/>
          </a:xfrm>
          <a:prstGeom prst="roundRect">
            <a:avLst>
              <a:gd name="adj" fmla="val 4351"/>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nvGrpSpPr>
          <p:cNvPr id="218" name="Group 217">
            <a:extLst>
              <a:ext uri="{FF2B5EF4-FFF2-40B4-BE49-F238E27FC236}">
                <a16:creationId xmlns:a16="http://schemas.microsoft.com/office/drawing/2014/main" id="{6D84ED95-76E3-D3D4-1766-ED2B2B44D2C9}"/>
              </a:ext>
            </a:extLst>
          </p:cNvPr>
          <p:cNvGrpSpPr>
            <a:grpSpLocks noChangeAspect="1"/>
          </p:cNvGrpSpPr>
          <p:nvPr/>
        </p:nvGrpSpPr>
        <p:grpSpPr>
          <a:xfrm>
            <a:off x="5424077" y="6486020"/>
            <a:ext cx="412332" cy="208122"/>
            <a:chOff x="2274482" y="3759370"/>
            <a:chExt cx="520920" cy="262930"/>
          </a:xfrm>
        </p:grpSpPr>
        <p:sp>
          <p:nvSpPr>
            <p:cNvPr id="229" name="Rectangle: Rounded Corners 228">
              <a:extLst>
                <a:ext uri="{FF2B5EF4-FFF2-40B4-BE49-F238E27FC236}">
                  <a16:creationId xmlns:a16="http://schemas.microsoft.com/office/drawing/2014/main" id="{E80FF507-72E2-2208-67BE-8017FD34765A}"/>
                </a:ext>
              </a:extLst>
            </p:cNvPr>
            <p:cNvSpPr/>
            <p:nvPr/>
          </p:nvSpPr>
          <p:spPr>
            <a:xfrm>
              <a:off x="2274482" y="3759370"/>
              <a:ext cx="520920" cy="262930"/>
            </a:xfrm>
            <a:prstGeom prst="roundRect">
              <a:avLst>
                <a:gd name="adj" fmla="val 26328"/>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cxnSp>
          <p:nvCxnSpPr>
            <p:cNvPr id="230" name="Straight Connector 229">
              <a:extLst>
                <a:ext uri="{FF2B5EF4-FFF2-40B4-BE49-F238E27FC236}">
                  <a16:creationId xmlns:a16="http://schemas.microsoft.com/office/drawing/2014/main" id="{46A010FA-5836-F889-4704-84A7FC00DB64}"/>
                </a:ext>
              </a:extLst>
            </p:cNvPr>
            <p:cNvCxnSpPr/>
            <p:nvPr/>
          </p:nvCxnSpPr>
          <p:spPr>
            <a:xfrm>
              <a:off x="2337933" y="3964876"/>
              <a:ext cx="352424"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1" name="Connector: Elbow 230">
              <a:extLst>
                <a:ext uri="{FF2B5EF4-FFF2-40B4-BE49-F238E27FC236}">
                  <a16:creationId xmlns:a16="http://schemas.microsoft.com/office/drawing/2014/main" id="{EB57BBED-9FBA-28AB-EBDB-41879FD09FF5}"/>
                </a:ext>
              </a:extLst>
            </p:cNvPr>
            <p:cNvCxnSpPr>
              <a:cxnSpLocks/>
            </p:cNvCxnSpPr>
            <p:nvPr/>
          </p:nvCxnSpPr>
          <p:spPr>
            <a:xfrm flipV="1">
              <a:off x="2392700" y="3834431"/>
              <a:ext cx="221457" cy="123781"/>
            </a:xfrm>
            <a:prstGeom prst="bentConnector3">
              <a:avLst>
                <a:gd name="adj1" fmla="val 1613"/>
              </a:avLst>
            </a:prstGeom>
            <a:ln w="6350">
              <a:solidFill>
                <a:schemeClr val="tx1"/>
              </a:solidFill>
              <a:tailEnd type="triangle" w="sm" len="sm"/>
            </a:ln>
          </p:spPr>
          <p:style>
            <a:lnRef idx="2">
              <a:schemeClr val="accent1"/>
            </a:lnRef>
            <a:fillRef idx="0">
              <a:schemeClr val="accent1"/>
            </a:fillRef>
            <a:effectRef idx="1">
              <a:schemeClr val="accent1"/>
            </a:effectRef>
            <a:fontRef idx="minor">
              <a:schemeClr val="tx1"/>
            </a:fontRef>
          </p:style>
        </p:cxnSp>
      </p:grpSp>
      <p:grpSp>
        <p:nvGrpSpPr>
          <p:cNvPr id="219" name="Group 218">
            <a:extLst>
              <a:ext uri="{FF2B5EF4-FFF2-40B4-BE49-F238E27FC236}">
                <a16:creationId xmlns:a16="http://schemas.microsoft.com/office/drawing/2014/main" id="{04D0BD35-0ADC-58BC-ED28-51524F85F7BC}"/>
              </a:ext>
            </a:extLst>
          </p:cNvPr>
          <p:cNvGrpSpPr/>
          <p:nvPr/>
        </p:nvGrpSpPr>
        <p:grpSpPr>
          <a:xfrm>
            <a:off x="4653749" y="5320968"/>
            <a:ext cx="2266866" cy="951688"/>
            <a:chOff x="43766" y="2027777"/>
            <a:chExt cx="1371382" cy="575741"/>
          </a:xfrm>
        </p:grpSpPr>
        <p:sp>
          <p:nvSpPr>
            <p:cNvPr id="227" name="TextBox 226">
              <a:extLst>
                <a:ext uri="{FF2B5EF4-FFF2-40B4-BE49-F238E27FC236}">
                  <a16:creationId xmlns:a16="http://schemas.microsoft.com/office/drawing/2014/main" id="{BAA2CC05-10AC-1B50-A899-25F0E6423B60}"/>
                </a:ext>
              </a:extLst>
            </p:cNvPr>
            <p:cNvSpPr txBox="1"/>
            <p:nvPr/>
          </p:nvSpPr>
          <p:spPr>
            <a:xfrm>
              <a:off x="43766" y="2027777"/>
              <a:ext cx="692235" cy="131800"/>
            </a:xfrm>
            <a:prstGeom prst="rect">
              <a:avLst/>
            </a:prstGeom>
            <a:noFill/>
          </p:spPr>
          <p:txBody>
            <a:bodyPr rot="0" spcFirstLastPara="0" vertOverflow="overflow" horzOverflow="overflow" vert="horz" wrap="none" lIns="63355" tIns="31678" rIns="63355" bIns="31678"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solidFill>
                    <a:srgbClr val="000000"/>
                  </a:solidFill>
                  <a:effectLst/>
                  <a:uLnTx/>
                  <a:uFillTx/>
                  <a:latin typeface="Arial"/>
                  <a:ea typeface="+mn-ea"/>
                  <a:cs typeface="Arial"/>
                  <a:sym typeface="Arial"/>
                  <a:rtl val="0"/>
                </a:rPr>
                <a:t>Quorum sensing</a:t>
              </a:r>
            </a:p>
          </p:txBody>
        </p:sp>
        <p:sp>
          <p:nvSpPr>
            <p:cNvPr id="228" name="TextBox 227">
              <a:extLst>
                <a:ext uri="{FF2B5EF4-FFF2-40B4-BE49-F238E27FC236}">
                  <a16:creationId xmlns:a16="http://schemas.microsoft.com/office/drawing/2014/main" id="{E56CDE77-C2DB-7D82-CB66-C773721F4AC7}"/>
                </a:ext>
              </a:extLst>
            </p:cNvPr>
            <p:cNvSpPr txBox="1"/>
            <p:nvPr/>
          </p:nvSpPr>
          <p:spPr>
            <a:xfrm>
              <a:off x="50753" y="2145876"/>
              <a:ext cx="1364395" cy="457642"/>
            </a:xfrm>
            <a:prstGeom prst="rect">
              <a:avLst/>
            </a:prstGeom>
            <a:noFill/>
          </p:spPr>
          <p:txBody>
            <a:bodyPr rot="0" spcFirstLastPara="0" vertOverflow="overflow" horzOverflow="overflow" vert="horz" wrap="square" lIns="63355" tIns="31678" rIns="63355" bIns="31678"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dirty="0">
                  <a:ln>
                    <a:noFill/>
                  </a:ln>
                  <a:solidFill>
                    <a:prstClr val="black"/>
                  </a:solidFill>
                  <a:effectLst/>
                  <a:uLnTx/>
                  <a:uFillTx/>
                  <a:latin typeface="Aptos Light" panose="020B0004020202020204" pitchFamily="34" charset="0"/>
                  <a:ea typeface="+mn-ea"/>
                  <a:cs typeface="+mn-cs"/>
                </a:rPr>
                <a:t>Mechanism</a:t>
              </a:r>
              <a:endParaRPr kumimoji="0" lang="en-GB" sz="900" b="0" i="0" u="none" strike="noStrike" kern="1200" cap="none" spc="0" normalizeH="0" baseline="0" noProof="0" dirty="0">
                <a:ln/>
                <a:solidFill>
                  <a:prstClr val="black"/>
                </a:solidFill>
                <a:effectLst/>
                <a:uLnTx/>
                <a:uFillTx/>
                <a:latin typeface="Aptos Light" panose="020B0004020202020204" pitchFamily="34" charset="0"/>
                <a:ea typeface="+mn-ea"/>
                <a:cs typeface="Arial"/>
                <a:sym typeface="Arial"/>
                <a:rtl val="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solidFill>
                    <a:prstClr val="black"/>
                  </a:solidFill>
                  <a:effectLst/>
                  <a:uLnTx/>
                  <a:uFillTx/>
                  <a:latin typeface="Aptos Light" panose="020B0004020202020204" pitchFamily="34" charset="0"/>
                  <a:ea typeface="+mn-ea"/>
                  <a:cs typeface="Arial"/>
                  <a:sym typeface="Arial"/>
                  <a:rtl val="0"/>
                </a:rPr>
                <a:t>Sender bacteria convert chemical inducers into quorum-sensing signals with promoter-tuned amplitudes, whose accumulation realizes the weighted sum.</a:t>
              </a:r>
              <a:endParaRPr kumimoji="0" lang="en-GB" sz="900" b="0" i="0" u="none" strike="noStrike" kern="1200" cap="none" spc="0" normalizeH="0" baseline="0" noProof="0" dirty="0">
                <a:ln/>
                <a:solidFill>
                  <a:prstClr val="black"/>
                </a:solidFill>
                <a:effectLst/>
                <a:uLnTx/>
                <a:uFillTx/>
                <a:latin typeface="Aptos Light" panose="020B0004020202020204" pitchFamily="34" charset="0"/>
                <a:ea typeface="+mn-ea"/>
                <a:cs typeface="Arial"/>
                <a:sym typeface="Arial"/>
                <a:rtl val="0"/>
              </a:endParaRPr>
            </a:p>
          </p:txBody>
        </p:sp>
      </p:grpSp>
      <p:grpSp>
        <p:nvGrpSpPr>
          <p:cNvPr id="220" name="Group 219">
            <a:extLst>
              <a:ext uri="{FF2B5EF4-FFF2-40B4-BE49-F238E27FC236}">
                <a16:creationId xmlns:a16="http://schemas.microsoft.com/office/drawing/2014/main" id="{832B45EB-1EED-1D9B-663D-FB5447A6EFE8}"/>
              </a:ext>
            </a:extLst>
          </p:cNvPr>
          <p:cNvGrpSpPr>
            <a:grpSpLocks noChangeAspect="1"/>
          </p:cNvGrpSpPr>
          <p:nvPr/>
        </p:nvGrpSpPr>
        <p:grpSpPr>
          <a:xfrm>
            <a:off x="6387607" y="6446118"/>
            <a:ext cx="375056" cy="189308"/>
            <a:chOff x="2242626" y="3775944"/>
            <a:chExt cx="520920" cy="262930"/>
          </a:xfrm>
        </p:grpSpPr>
        <p:sp>
          <p:nvSpPr>
            <p:cNvPr id="224" name="Rectangle: Rounded Corners 223">
              <a:extLst>
                <a:ext uri="{FF2B5EF4-FFF2-40B4-BE49-F238E27FC236}">
                  <a16:creationId xmlns:a16="http://schemas.microsoft.com/office/drawing/2014/main" id="{BDA2EBD0-66CA-B16A-42BD-44176E7698B7}"/>
                </a:ext>
              </a:extLst>
            </p:cNvPr>
            <p:cNvSpPr/>
            <p:nvPr/>
          </p:nvSpPr>
          <p:spPr>
            <a:xfrm>
              <a:off x="2242626" y="3775944"/>
              <a:ext cx="520920" cy="262930"/>
            </a:xfrm>
            <a:prstGeom prst="roundRect">
              <a:avLst>
                <a:gd name="adj" fmla="val 26328"/>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cxnSp>
          <p:nvCxnSpPr>
            <p:cNvPr id="225" name="Straight Connector 224">
              <a:extLst>
                <a:ext uri="{FF2B5EF4-FFF2-40B4-BE49-F238E27FC236}">
                  <a16:creationId xmlns:a16="http://schemas.microsoft.com/office/drawing/2014/main" id="{40BAA33D-BE08-B022-B253-5EE28B1928F3}"/>
                </a:ext>
              </a:extLst>
            </p:cNvPr>
            <p:cNvCxnSpPr/>
            <p:nvPr/>
          </p:nvCxnSpPr>
          <p:spPr>
            <a:xfrm>
              <a:off x="2306076" y="3981451"/>
              <a:ext cx="352426"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26" name="Connector: Elbow 225">
              <a:extLst>
                <a:ext uri="{FF2B5EF4-FFF2-40B4-BE49-F238E27FC236}">
                  <a16:creationId xmlns:a16="http://schemas.microsoft.com/office/drawing/2014/main" id="{CB0B696B-D358-88DC-EFC7-DD63396091ED}"/>
                </a:ext>
              </a:extLst>
            </p:cNvPr>
            <p:cNvCxnSpPr>
              <a:cxnSpLocks/>
            </p:cNvCxnSpPr>
            <p:nvPr/>
          </p:nvCxnSpPr>
          <p:spPr>
            <a:xfrm flipV="1">
              <a:off x="2360846" y="3851004"/>
              <a:ext cx="221457" cy="123782"/>
            </a:xfrm>
            <a:prstGeom prst="bentConnector3">
              <a:avLst>
                <a:gd name="adj1" fmla="val 1613"/>
              </a:avLst>
            </a:prstGeom>
            <a:ln w="6350">
              <a:solidFill>
                <a:schemeClr val="tx1"/>
              </a:solidFill>
              <a:tailEnd type="triangle" w="sm" len="sm"/>
            </a:ln>
          </p:spPr>
          <p:style>
            <a:lnRef idx="2">
              <a:schemeClr val="accent1"/>
            </a:lnRef>
            <a:fillRef idx="0">
              <a:schemeClr val="accent1"/>
            </a:fillRef>
            <a:effectRef idx="1">
              <a:schemeClr val="accent1"/>
            </a:effectRef>
            <a:fontRef idx="minor">
              <a:schemeClr val="tx1"/>
            </a:fontRef>
          </p:style>
        </p:cxnSp>
      </p:grpSp>
      <mc:AlternateContent xmlns:mc="http://schemas.openxmlformats.org/markup-compatibility/2006" xmlns:a14="http://schemas.microsoft.com/office/drawing/2010/main">
        <mc:Choice Requires="a14">
          <p:sp>
            <p:nvSpPr>
              <p:cNvPr id="221" name="TextBox 220">
                <a:extLst>
                  <a:ext uri="{FF2B5EF4-FFF2-40B4-BE49-F238E27FC236}">
                    <a16:creationId xmlns:a16="http://schemas.microsoft.com/office/drawing/2014/main" id="{32601253-9FD3-D8D3-F01F-2434A9624878}"/>
                  </a:ext>
                </a:extLst>
              </p:cNvPr>
              <p:cNvSpPr txBox="1"/>
              <p:nvPr/>
            </p:nvSpPr>
            <p:spPr>
              <a:xfrm>
                <a:off x="5550909" y="6332955"/>
                <a:ext cx="157607" cy="138498"/>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sSub>
                        <m:sSubPr>
                          <m:ctrlPr>
                            <a:rPr kumimoji="0" lang="de-DE" sz="9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ctrlPr>
                        </m:sSubPr>
                        <m:e>
                          <m:r>
                            <a:rPr kumimoji="0" lang="de-DE" sz="9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𝜔</m:t>
                          </m:r>
                        </m:e>
                        <m:sub>
                          <m:r>
                            <a:rPr kumimoji="0" lang="de-DE" sz="9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1</m:t>
                          </m:r>
                        </m:sub>
                      </m:sSub>
                    </m:oMath>
                  </m:oMathPara>
                </a14:m>
                <a:endParaRPr kumimoji="0" lang="en-US" sz="9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mc:Choice>
        <mc:Fallback xmlns="">
          <p:sp>
            <p:nvSpPr>
              <p:cNvPr id="221" name="TextBox 220">
                <a:extLst>
                  <a:ext uri="{FF2B5EF4-FFF2-40B4-BE49-F238E27FC236}">
                    <a16:creationId xmlns:a16="http://schemas.microsoft.com/office/drawing/2014/main" id="{32601253-9FD3-D8D3-F01F-2434A9624878}"/>
                  </a:ext>
                </a:extLst>
              </p:cNvPr>
              <p:cNvSpPr txBox="1">
                <a:spLocks noRot="1" noChangeAspect="1" noMove="1" noResize="1" noEditPoints="1" noAdjustHandles="1" noChangeArrowheads="1" noChangeShapeType="1" noTextEdit="1"/>
              </p:cNvSpPr>
              <p:nvPr/>
            </p:nvSpPr>
            <p:spPr>
              <a:xfrm>
                <a:off x="5550909" y="6332955"/>
                <a:ext cx="157607" cy="138498"/>
              </a:xfrm>
              <a:prstGeom prst="rect">
                <a:avLst/>
              </a:prstGeom>
              <a:blipFill>
                <a:blip r:embed="rId8"/>
                <a:stretch>
                  <a:fillRect l="-12000" r="-16000" b="-130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2" name="TextBox 221">
                <a:extLst>
                  <a:ext uri="{FF2B5EF4-FFF2-40B4-BE49-F238E27FC236}">
                    <a16:creationId xmlns:a16="http://schemas.microsoft.com/office/drawing/2014/main" id="{F61758D4-7C46-495B-65BF-EA39D5759733}"/>
                  </a:ext>
                </a:extLst>
              </p:cNvPr>
              <p:cNvSpPr txBox="1"/>
              <p:nvPr/>
            </p:nvSpPr>
            <p:spPr>
              <a:xfrm>
                <a:off x="6518996" y="6281230"/>
                <a:ext cx="160299" cy="138498"/>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sSub>
                        <m:sSubPr>
                          <m:ctrlPr>
                            <a:rPr kumimoji="0" lang="de-DE" sz="9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ctrlPr>
                        </m:sSubPr>
                        <m:e>
                          <m:r>
                            <a:rPr kumimoji="0" lang="de-DE" sz="9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𝜔</m:t>
                          </m:r>
                        </m:e>
                        <m:sub>
                          <m:r>
                            <a:rPr kumimoji="0" lang="de-DE" sz="9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2</m:t>
                          </m:r>
                        </m:sub>
                      </m:sSub>
                    </m:oMath>
                  </m:oMathPara>
                </a14:m>
                <a:endParaRPr kumimoji="0" lang="en-US" sz="9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mc:Choice>
        <mc:Fallback xmlns="">
          <p:sp>
            <p:nvSpPr>
              <p:cNvPr id="222" name="TextBox 221">
                <a:extLst>
                  <a:ext uri="{FF2B5EF4-FFF2-40B4-BE49-F238E27FC236}">
                    <a16:creationId xmlns:a16="http://schemas.microsoft.com/office/drawing/2014/main" id="{F61758D4-7C46-495B-65BF-EA39D5759733}"/>
                  </a:ext>
                </a:extLst>
              </p:cNvPr>
              <p:cNvSpPr txBox="1">
                <a:spLocks noRot="1" noChangeAspect="1" noMove="1" noResize="1" noEditPoints="1" noAdjustHandles="1" noChangeArrowheads="1" noChangeShapeType="1" noTextEdit="1"/>
              </p:cNvSpPr>
              <p:nvPr/>
            </p:nvSpPr>
            <p:spPr>
              <a:xfrm>
                <a:off x="6518996" y="6281230"/>
                <a:ext cx="160299" cy="138498"/>
              </a:xfrm>
              <a:prstGeom prst="rect">
                <a:avLst/>
              </a:prstGeom>
              <a:blipFill>
                <a:blip r:embed="rId9"/>
                <a:stretch>
                  <a:fillRect l="-11111" r="-7407" b="-13043"/>
                </a:stretch>
              </a:blipFill>
            </p:spPr>
            <p:txBody>
              <a:bodyPr/>
              <a:lstStyle/>
              <a:p>
                <a:r>
                  <a:rPr lang="en-US">
                    <a:noFill/>
                  </a:rPr>
                  <a:t> </a:t>
                </a:r>
              </a:p>
            </p:txBody>
          </p:sp>
        </mc:Fallback>
      </mc:AlternateContent>
      <p:sp>
        <p:nvSpPr>
          <p:cNvPr id="223" name="TextBox 222">
            <a:extLst>
              <a:ext uri="{FF2B5EF4-FFF2-40B4-BE49-F238E27FC236}">
                <a16:creationId xmlns:a16="http://schemas.microsoft.com/office/drawing/2014/main" id="{2EC9A559-970A-5030-AFFC-E00D257FCCB3}"/>
              </a:ext>
            </a:extLst>
          </p:cNvPr>
          <p:cNvSpPr txBox="1"/>
          <p:nvPr/>
        </p:nvSpPr>
        <p:spPr>
          <a:xfrm>
            <a:off x="5744871" y="6347072"/>
            <a:ext cx="747755" cy="338553"/>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dirty="0">
                <a:ln>
                  <a:noFill/>
                </a:ln>
                <a:solidFill>
                  <a:prstClr val="black"/>
                </a:solidFill>
                <a:effectLst/>
                <a:uLnTx/>
                <a:uFillTx/>
                <a:latin typeface="Aptos" panose="02110004020202020204"/>
                <a:ea typeface="+mn-ea"/>
                <a:cs typeface="+mn-cs"/>
              </a:rPr>
              <a:t>Sender</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dirty="0" err="1">
                <a:ln>
                  <a:noFill/>
                </a:ln>
                <a:solidFill>
                  <a:prstClr val="black"/>
                </a:solidFill>
                <a:effectLst/>
                <a:uLnTx/>
                <a:uFillTx/>
                <a:latin typeface="Aptos" panose="02110004020202020204"/>
                <a:ea typeface="+mn-ea"/>
                <a:cs typeface="+mn-cs"/>
              </a:rPr>
              <a:t>bacterium</a:t>
            </a:r>
            <a:r>
              <a:rPr kumimoji="0" lang="de-DE" sz="800" b="0" i="0" u="none" strike="noStrike" kern="1200" cap="none" spc="0" normalizeH="0" baseline="0" noProof="0" dirty="0">
                <a:ln>
                  <a:noFill/>
                </a:ln>
                <a:solidFill>
                  <a:prstClr val="black"/>
                </a:solidFill>
                <a:effectLst/>
                <a:uLnTx/>
                <a:uFillTx/>
                <a:latin typeface="Aptos" panose="02110004020202020204"/>
                <a:ea typeface="+mn-ea"/>
                <a:cs typeface="+mn-cs"/>
              </a:rPr>
              <a:t> 2</a:t>
            </a:r>
            <a:endParaRPr kumimoji="0" lang="en-US" sz="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grpSp>
        <p:nvGrpSpPr>
          <p:cNvPr id="232" name="Group 231">
            <a:extLst>
              <a:ext uri="{FF2B5EF4-FFF2-40B4-BE49-F238E27FC236}">
                <a16:creationId xmlns:a16="http://schemas.microsoft.com/office/drawing/2014/main" id="{15F9B69A-B703-E9A3-EBB3-88D8306A0DEA}"/>
              </a:ext>
            </a:extLst>
          </p:cNvPr>
          <p:cNvGrpSpPr>
            <a:grpSpLocks noChangeAspect="1"/>
          </p:cNvGrpSpPr>
          <p:nvPr/>
        </p:nvGrpSpPr>
        <p:grpSpPr>
          <a:xfrm>
            <a:off x="8336310" y="5571806"/>
            <a:ext cx="568266" cy="286827"/>
            <a:chOff x="2191594" y="3775944"/>
            <a:chExt cx="520920" cy="262930"/>
          </a:xfrm>
        </p:grpSpPr>
        <p:sp>
          <p:nvSpPr>
            <p:cNvPr id="233" name="Rectangle: Rounded Corners 232">
              <a:extLst>
                <a:ext uri="{FF2B5EF4-FFF2-40B4-BE49-F238E27FC236}">
                  <a16:creationId xmlns:a16="http://schemas.microsoft.com/office/drawing/2014/main" id="{048E658B-805D-C14A-1B79-78675A08FE97}"/>
                </a:ext>
              </a:extLst>
            </p:cNvPr>
            <p:cNvSpPr/>
            <p:nvPr/>
          </p:nvSpPr>
          <p:spPr>
            <a:xfrm>
              <a:off x="2191594" y="3775944"/>
              <a:ext cx="520920" cy="262930"/>
            </a:xfrm>
            <a:prstGeom prst="roundRect">
              <a:avLst>
                <a:gd name="adj" fmla="val 26328"/>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cxnSp>
          <p:nvCxnSpPr>
            <p:cNvPr id="234" name="Straight Connector 233">
              <a:extLst>
                <a:ext uri="{FF2B5EF4-FFF2-40B4-BE49-F238E27FC236}">
                  <a16:creationId xmlns:a16="http://schemas.microsoft.com/office/drawing/2014/main" id="{9DE954B5-6D75-6B51-6CFF-14EA3F9822D4}"/>
                </a:ext>
              </a:extLst>
            </p:cNvPr>
            <p:cNvCxnSpPr/>
            <p:nvPr/>
          </p:nvCxnSpPr>
          <p:spPr>
            <a:xfrm>
              <a:off x="2255044" y="3981450"/>
              <a:ext cx="352425"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5" name="Connector: Elbow 234">
              <a:extLst>
                <a:ext uri="{FF2B5EF4-FFF2-40B4-BE49-F238E27FC236}">
                  <a16:creationId xmlns:a16="http://schemas.microsoft.com/office/drawing/2014/main" id="{CD92EE91-3E43-D836-E246-7E2722A0FAE4}"/>
                </a:ext>
              </a:extLst>
            </p:cNvPr>
            <p:cNvCxnSpPr>
              <a:cxnSpLocks/>
            </p:cNvCxnSpPr>
            <p:nvPr/>
          </p:nvCxnSpPr>
          <p:spPr>
            <a:xfrm flipV="1">
              <a:off x="2309813" y="3851005"/>
              <a:ext cx="221456" cy="123782"/>
            </a:xfrm>
            <a:prstGeom prst="bentConnector3">
              <a:avLst>
                <a:gd name="adj1" fmla="val 1613"/>
              </a:avLst>
            </a:prstGeom>
            <a:ln w="6350">
              <a:solidFill>
                <a:schemeClr val="tx1"/>
              </a:solidFill>
              <a:tailEnd type="triangle" w="sm" len="sm"/>
            </a:ln>
          </p:spPr>
          <p:style>
            <a:lnRef idx="2">
              <a:schemeClr val="accent1"/>
            </a:lnRef>
            <a:fillRef idx="0">
              <a:schemeClr val="accent1"/>
            </a:fillRef>
            <a:effectRef idx="1">
              <a:schemeClr val="accent1"/>
            </a:effectRef>
            <a:fontRef idx="minor">
              <a:schemeClr val="tx1"/>
            </a:fontRef>
          </p:style>
        </p:cxnSp>
      </p:grpSp>
      <mc:AlternateContent xmlns:mc="http://schemas.openxmlformats.org/markup-compatibility/2006" xmlns:a14="http://schemas.microsoft.com/office/drawing/2010/main">
        <mc:Choice Requires="a14">
          <p:sp>
            <p:nvSpPr>
              <p:cNvPr id="236" name="TextBox 235">
                <a:extLst>
                  <a:ext uri="{FF2B5EF4-FFF2-40B4-BE49-F238E27FC236}">
                    <a16:creationId xmlns:a16="http://schemas.microsoft.com/office/drawing/2014/main" id="{87F6A51E-A1EF-26DD-C648-06960F3A7CD6}"/>
                  </a:ext>
                </a:extLst>
              </p:cNvPr>
              <p:cNvSpPr txBox="1"/>
              <p:nvPr/>
            </p:nvSpPr>
            <p:spPr>
              <a:xfrm>
                <a:off x="8565056" y="5423073"/>
                <a:ext cx="104131" cy="153887"/>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kumimoji="0" lang="en-GB" sz="1000" b="0" i="1" u="none" strike="noStrike" kern="1200" cap="none" spc="0" normalizeH="0" baseline="0" noProof="0">
                          <a:ln>
                            <a:noFill/>
                          </a:ln>
                          <a:solidFill>
                            <a:prstClr val="white">
                              <a:lumMod val="50000"/>
                            </a:prstClr>
                          </a:solidFill>
                          <a:effectLst/>
                          <a:uLnTx/>
                          <a:uFillTx/>
                          <a:latin typeface="Cambria Math" panose="02040503050406030204" pitchFamily="18" charset="0"/>
                          <a:ea typeface="Cambria Math" panose="02040503050406030204" pitchFamily="18" charset="0"/>
                          <a:cs typeface="+mn-cs"/>
                        </a:rPr>
                        <m:t>𝜎</m:t>
                      </m:r>
                    </m:oMath>
                  </m:oMathPara>
                </a14:m>
                <a:endParaRPr kumimoji="0" lang="en-US" sz="9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mc:Choice>
        <mc:Fallback xmlns="">
          <p:sp>
            <p:nvSpPr>
              <p:cNvPr id="236" name="TextBox 235">
                <a:extLst>
                  <a:ext uri="{FF2B5EF4-FFF2-40B4-BE49-F238E27FC236}">
                    <a16:creationId xmlns:a16="http://schemas.microsoft.com/office/drawing/2014/main" id="{87F6A51E-A1EF-26DD-C648-06960F3A7CD6}"/>
                  </a:ext>
                </a:extLst>
              </p:cNvPr>
              <p:cNvSpPr txBox="1">
                <a:spLocks noRot="1" noChangeAspect="1" noMove="1" noResize="1" noEditPoints="1" noAdjustHandles="1" noChangeArrowheads="1" noChangeShapeType="1" noTextEdit="1"/>
              </p:cNvSpPr>
              <p:nvPr/>
            </p:nvSpPr>
            <p:spPr>
              <a:xfrm>
                <a:off x="8565056" y="5423073"/>
                <a:ext cx="104131" cy="153887"/>
              </a:xfrm>
              <a:prstGeom prst="rect">
                <a:avLst/>
              </a:prstGeom>
              <a:blipFill>
                <a:blip r:embed="rId18"/>
                <a:stretch>
                  <a:fillRect l="-17647" r="-17647"/>
                </a:stretch>
              </a:blipFill>
            </p:spPr>
            <p:txBody>
              <a:bodyPr/>
              <a:lstStyle/>
              <a:p>
                <a:r>
                  <a:rPr lang="en-US">
                    <a:noFill/>
                  </a:rPr>
                  <a:t> </a:t>
                </a:r>
              </a:p>
            </p:txBody>
          </p:sp>
        </mc:Fallback>
      </mc:AlternateContent>
      <p:sp>
        <p:nvSpPr>
          <p:cNvPr id="237" name="TextBox 236">
            <a:extLst>
              <a:ext uri="{FF2B5EF4-FFF2-40B4-BE49-F238E27FC236}">
                <a16:creationId xmlns:a16="http://schemas.microsoft.com/office/drawing/2014/main" id="{417F8173-F8FC-15E5-018D-3E5874D2560C}"/>
              </a:ext>
            </a:extLst>
          </p:cNvPr>
          <p:cNvSpPr txBox="1"/>
          <p:nvPr/>
        </p:nvSpPr>
        <p:spPr>
          <a:xfrm>
            <a:off x="26946" y="4344304"/>
            <a:ext cx="1481154" cy="5078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1" u="none" strike="noStrike" kern="1200" cap="none" spc="0" normalizeH="0" baseline="0" noProof="0" dirty="0">
                <a:ln>
                  <a:noFill/>
                </a:ln>
                <a:solidFill>
                  <a:prstClr val="white">
                    <a:lumMod val="50000"/>
                  </a:prstClr>
                </a:solidFill>
                <a:effectLst/>
                <a:uLnTx/>
                <a:uFillTx/>
                <a:latin typeface="Aptos Light" panose="020B0004020202020204" pitchFamily="34" charset="0"/>
                <a:ea typeface="+mn-ea"/>
                <a:cs typeface="+mn-cs"/>
              </a:rPr>
              <a:t>Computation lives in stoichiometry and reaction-rate ratios.</a:t>
            </a:r>
          </a:p>
        </p:txBody>
      </p:sp>
      <p:sp>
        <p:nvSpPr>
          <p:cNvPr id="238" name="TextBox 237">
            <a:extLst>
              <a:ext uri="{FF2B5EF4-FFF2-40B4-BE49-F238E27FC236}">
                <a16:creationId xmlns:a16="http://schemas.microsoft.com/office/drawing/2014/main" id="{61DB2D68-CCE3-8EB4-DE3B-6E82601F9F37}"/>
              </a:ext>
            </a:extLst>
          </p:cNvPr>
          <p:cNvSpPr txBox="1"/>
          <p:nvPr/>
        </p:nvSpPr>
        <p:spPr>
          <a:xfrm>
            <a:off x="26946" y="5603338"/>
            <a:ext cx="1481154" cy="5078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1" u="none" strike="noStrike" kern="1200" cap="none" spc="0" normalizeH="0" baseline="0" noProof="0" dirty="0">
                <a:ln>
                  <a:noFill/>
                </a:ln>
                <a:solidFill>
                  <a:prstClr val="white">
                    <a:lumMod val="50000"/>
                  </a:prstClr>
                </a:solidFill>
                <a:effectLst/>
                <a:uLnTx/>
                <a:uFillTx/>
                <a:latin typeface="Aptos Light" panose="020B0004020202020204" pitchFamily="34" charset="0"/>
                <a:ea typeface="+mn-ea"/>
                <a:cs typeface="+mn-cs"/>
              </a:rPr>
              <a:t>Computation embedded in living gene-regulatory networks.</a:t>
            </a:r>
          </a:p>
        </p:txBody>
      </p:sp>
      <p:sp>
        <p:nvSpPr>
          <p:cNvPr id="240" name="TextBox 239">
            <a:extLst>
              <a:ext uri="{FF2B5EF4-FFF2-40B4-BE49-F238E27FC236}">
                <a16:creationId xmlns:a16="http://schemas.microsoft.com/office/drawing/2014/main" id="{4078267D-46A9-3538-F841-2C9D9265C694}"/>
              </a:ext>
            </a:extLst>
          </p:cNvPr>
          <p:cNvSpPr txBox="1"/>
          <p:nvPr/>
        </p:nvSpPr>
        <p:spPr>
          <a:xfrm>
            <a:off x="6214404" y="1559362"/>
            <a:ext cx="992978" cy="24622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a:ln/>
                <a:solidFill>
                  <a:prstClr val="white">
                    <a:lumMod val="50000"/>
                  </a:prstClr>
                </a:solidFill>
                <a:effectLst/>
                <a:uLnTx/>
                <a:uFillTx/>
                <a:latin typeface="Arial"/>
                <a:ea typeface="+mn-ea"/>
                <a:cs typeface="Arial"/>
                <a:sym typeface="Arial"/>
                <a:rtl val="0"/>
              </a:rPr>
              <a:t>DSP circuit</a:t>
            </a:r>
            <a:endParaRPr kumimoji="0" lang="en-US" sz="2400" b="0" i="0" u="none" strike="noStrike" kern="1200" cap="none" spc="0" normalizeH="0" baseline="0" noProof="0" dirty="0">
              <a:ln>
                <a:noFill/>
              </a:ln>
              <a:solidFill>
                <a:prstClr val="white">
                  <a:lumMod val="50000"/>
                </a:prstClr>
              </a:solidFill>
              <a:effectLst/>
              <a:uLnTx/>
              <a:uFillTx/>
              <a:latin typeface="Aptos" panose="02110004020202020204"/>
              <a:ea typeface="+mn-ea"/>
              <a:cs typeface="+mn-cs"/>
            </a:endParaRPr>
          </a:p>
        </p:txBody>
      </p:sp>
      <p:grpSp>
        <p:nvGrpSpPr>
          <p:cNvPr id="241" name="Group 240">
            <a:extLst>
              <a:ext uri="{FF2B5EF4-FFF2-40B4-BE49-F238E27FC236}">
                <a16:creationId xmlns:a16="http://schemas.microsoft.com/office/drawing/2014/main" id="{918B529F-EDEA-B323-891C-6620B6D9915A}"/>
              </a:ext>
            </a:extLst>
          </p:cNvPr>
          <p:cNvGrpSpPr/>
          <p:nvPr/>
        </p:nvGrpSpPr>
        <p:grpSpPr>
          <a:xfrm>
            <a:off x="9879445" y="2128309"/>
            <a:ext cx="1973465" cy="1382717"/>
            <a:chOff x="4752925" y="1278974"/>
            <a:chExt cx="1193884" cy="836500"/>
          </a:xfrm>
        </p:grpSpPr>
        <p:sp>
          <p:nvSpPr>
            <p:cNvPr id="242" name="Rectangle: Rounded Corners 241">
              <a:extLst>
                <a:ext uri="{FF2B5EF4-FFF2-40B4-BE49-F238E27FC236}">
                  <a16:creationId xmlns:a16="http://schemas.microsoft.com/office/drawing/2014/main" id="{B75F7A6C-0741-6DE9-45E1-5BDBCD6D034B}"/>
                </a:ext>
              </a:extLst>
            </p:cNvPr>
            <p:cNvSpPr/>
            <p:nvPr/>
          </p:nvSpPr>
          <p:spPr>
            <a:xfrm>
              <a:off x="4812953" y="1286784"/>
              <a:ext cx="1133856" cy="828690"/>
            </a:xfrm>
            <a:prstGeom prst="roundRect">
              <a:avLst>
                <a:gd name="adj" fmla="val 4351"/>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nvGrpSpPr>
            <p:cNvPr id="243" name="Group 242">
              <a:extLst>
                <a:ext uri="{FF2B5EF4-FFF2-40B4-BE49-F238E27FC236}">
                  <a16:creationId xmlns:a16="http://schemas.microsoft.com/office/drawing/2014/main" id="{E6CC3582-D0B3-D659-CAA8-E9D94CDAE4BE}"/>
                </a:ext>
              </a:extLst>
            </p:cNvPr>
            <p:cNvGrpSpPr/>
            <p:nvPr/>
          </p:nvGrpSpPr>
          <p:grpSpPr>
            <a:xfrm>
              <a:off x="4756400" y="1278974"/>
              <a:ext cx="653491" cy="252422"/>
              <a:chOff x="4628939" y="1005796"/>
              <a:chExt cx="653491" cy="252422"/>
            </a:xfrm>
          </p:grpSpPr>
          <p:sp>
            <p:nvSpPr>
              <p:cNvPr id="255" name="TextBox 254">
                <a:extLst>
                  <a:ext uri="{FF2B5EF4-FFF2-40B4-BE49-F238E27FC236}">
                    <a16:creationId xmlns:a16="http://schemas.microsoft.com/office/drawing/2014/main" id="{971C3FB7-CC12-C5DA-7D1A-EAB1CE5D7849}"/>
                  </a:ext>
                </a:extLst>
              </p:cNvPr>
              <p:cNvSpPr txBox="1"/>
              <p:nvPr/>
            </p:nvSpPr>
            <p:spPr>
              <a:xfrm>
                <a:off x="4650320" y="1126418"/>
                <a:ext cx="632110" cy="131800"/>
              </a:xfrm>
              <a:prstGeom prst="rect">
                <a:avLst/>
              </a:prstGeom>
              <a:noFill/>
            </p:spPr>
            <p:txBody>
              <a:bodyPr rot="0" spcFirstLastPara="0" vertOverflow="overflow" horzOverflow="overflow" vert="horz" wrap="none" lIns="63355" tIns="31678" rIns="63355" bIns="31678"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solidFill>
                      <a:srgbClr val="000000"/>
                    </a:solidFill>
                    <a:effectLst/>
                    <a:uLnTx/>
                    <a:uFillTx/>
                    <a:latin typeface="Arial"/>
                    <a:ea typeface="+mn-ea"/>
                    <a:cs typeface="Arial"/>
                    <a:sym typeface="Arial"/>
                    <a:rtl val="0"/>
                  </a:rPr>
                  <a:t>Outlet pH trace</a:t>
                </a:r>
              </a:p>
            </p:txBody>
          </p:sp>
          <p:sp>
            <p:nvSpPr>
              <p:cNvPr id="256" name="TextBox 255">
                <a:extLst>
                  <a:ext uri="{FF2B5EF4-FFF2-40B4-BE49-F238E27FC236}">
                    <a16:creationId xmlns:a16="http://schemas.microsoft.com/office/drawing/2014/main" id="{C77FCBCF-6D16-261B-0EC6-47AD49146FA8}"/>
                  </a:ext>
                </a:extLst>
              </p:cNvPr>
              <p:cNvSpPr txBox="1"/>
              <p:nvPr/>
            </p:nvSpPr>
            <p:spPr>
              <a:xfrm>
                <a:off x="4628939" y="1005796"/>
                <a:ext cx="632079" cy="13964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dirty="0">
                    <a:ln>
                      <a:noFill/>
                    </a:ln>
                    <a:solidFill>
                      <a:prstClr val="white">
                        <a:lumMod val="50000"/>
                      </a:prstClr>
                    </a:solidFill>
                    <a:effectLst/>
                    <a:uLnTx/>
                    <a:uFillTx/>
                    <a:latin typeface="Aptos Light" panose="020B0004020202020204" pitchFamily="34" charset="0"/>
                    <a:ea typeface="+mn-ea"/>
                    <a:cs typeface="+mn-cs"/>
                  </a:rPr>
                  <a:t>Readout</a:t>
                </a:r>
                <a:endParaRPr kumimoji="0" lang="en-US" sz="9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grpSp>
        <p:sp>
          <p:nvSpPr>
            <p:cNvPr id="244" name="TextBox 243">
              <a:extLst>
                <a:ext uri="{FF2B5EF4-FFF2-40B4-BE49-F238E27FC236}">
                  <a16:creationId xmlns:a16="http://schemas.microsoft.com/office/drawing/2014/main" id="{8FBA649A-CB7D-FD5A-822B-827AC687BAE1}"/>
                </a:ext>
              </a:extLst>
            </p:cNvPr>
            <p:cNvSpPr txBox="1"/>
            <p:nvPr/>
          </p:nvSpPr>
          <p:spPr>
            <a:xfrm>
              <a:off x="4752925" y="1474148"/>
              <a:ext cx="1064123" cy="22343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dirty="0">
                  <a:ln>
                    <a:noFill/>
                  </a:ln>
                  <a:solidFill>
                    <a:prstClr val="white">
                      <a:lumMod val="50000"/>
                    </a:prstClr>
                  </a:solidFill>
                  <a:effectLst/>
                  <a:uLnTx/>
                  <a:uFillTx/>
                  <a:latin typeface="Aptos Light" panose="020B0004020202020204" pitchFamily="34" charset="0"/>
                  <a:ea typeface="+mn-ea"/>
                  <a:cs typeface="+mn-cs"/>
                </a:rPr>
                <a:t>pH levels of  the chemical reaction at the readout sensor</a:t>
              </a:r>
              <a:endParaRPr kumimoji="0" lang="en-US" sz="9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grpSp>
          <p:nvGrpSpPr>
            <p:cNvPr id="245" name="Group 244">
              <a:extLst>
                <a:ext uri="{FF2B5EF4-FFF2-40B4-BE49-F238E27FC236}">
                  <a16:creationId xmlns:a16="http://schemas.microsoft.com/office/drawing/2014/main" id="{D9C112B2-3A0B-94B1-8229-C9CB125B41C7}"/>
                </a:ext>
              </a:extLst>
            </p:cNvPr>
            <p:cNvGrpSpPr/>
            <p:nvPr/>
          </p:nvGrpSpPr>
          <p:grpSpPr>
            <a:xfrm>
              <a:off x="5722364" y="1788775"/>
              <a:ext cx="167782" cy="282162"/>
              <a:chOff x="5608371" y="1712569"/>
              <a:chExt cx="167782" cy="282162"/>
            </a:xfrm>
          </p:grpSpPr>
          <p:sp>
            <p:nvSpPr>
              <p:cNvPr id="246" name="Rectangle: Rounded Corners 245">
                <a:extLst>
                  <a:ext uri="{FF2B5EF4-FFF2-40B4-BE49-F238E27FC236}">
                    <a16:creationId xmlns:a16="http://schemas.microsoft.com/office/drawing/2014/main" id="{FC6EEF86-8ABF-7038-7E69-224DA2D9BEE7}"/>
                  </a:ext>
                </a:extLst>
              </p:cNvPr>
              <p:cNvSpPr/>
              <p:nvPr/>
            </p:nvSpPr>
            <p:spPr>
              <a:xfrm>
                <a:off x="5608987" y="1895151"/>
                <a:ext cx="116985" cy="99580"/>
              </a:xfrm>
              <a:prstGeom prst="roundRect">
                <a:avLst>
                  <a:gd name="adj" fmla="val 24766"/>
                </a:avLst>
              </a:prstGeom>
              <a:solidFill>
                <a:srgbClr val="C29B4E"/>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cxnSp>
            <p:nvCxnSpPr>
              <p:cNvPr id="247" name="Straight Connector 246">
                <a:extLst>
                  <a:ext uri="{FF2B5EF4-FFF2-40B4-BE49-F238E27FC236}">
                    <a16:creationId xmlns:a16="http://schemas.microsoft.com/office/drawing/2014/main" id="{E1B3FA9E-39E0-7374-7A92-8E6F36697119}"/>
                  </a:ext>
                </a:extLst>
              </p:cNvPr>
              <p:cNvCxnSpPr>
                <a:cxnSpLocks/>
              </p:cNvCxnSpPr>
              <p:nvPr/>
            </p:nvCxnSpPr>
            <p:spPr>
              <a:xfrm>
                <a:off x="5608371" y="1836342"/>
                <a:ext cx="45720" cy="1"/>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48" name="Straight Connector 247">
                <a:extLst>
                  <a:ext uri="{FF2B5EF4-FFF2-40B4-BE49-F238E27FC236}">
                    <a16:creationId xmlns:a16="http://schemas.microsoft.com/office/drawing/2014/main" id="{1027C1A0-97DC-30B7-5558-93F356AF6A9E}"/>
                  </a:ext>
                </a:extLst>
              </p:cNvPr>
              <p:cNvCxnSpPr>
                <a:cxnSpLocks/>
              </p:cNvCxnSpPr>
              <p:nvPr/>
            </p:nvCxnSpPr>
            <p:spPr>
              <a:xfrm>
                <a:off x="5608371" y="1915536"/>
                <a:ext cx="45720" cy="1"/>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49" name="Straight Connector 248">
                <a:extLst>
                  <a:ext uri="{FF2B5EF4-FFF2-40B4-BE49-F238E27FC236}">
                    <a16:creationId xmlns:a16="http://schemas.microsoft.com/office/drawing/2014/main" id="{DCBE78AD-6EA4-B947-F82A-C63F3CF20BB7}"/>
                  </a:ext>
                </a:extLst>
              </p:cNvPr>
              <p:cNvCxnSpPr>
                <a:cxnSpLocks/>
              </p:cNvCxnSpPr>
              <p:nvPr/>
            </p:nvCxnSpPr>
            <p:spPr>
              <a:xfrm>
                <a:off x="5608371" y="1875926"/>
                <a:ext cx="45720" cy="1"/>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
            <p:nvSpPr>
              <p:cNvPr id="250" name="Oval 249">
                <a:extLst>
                  <a:ext uri="{FF2B5EF4-FFF2-40B4-BE49-F238E27FC236}">
                    <a16:creationId xmlns:a16="http://schemas.microsoft.com/office/drawing/2014/main" id="{92EF46CE-D460-6D03-1F21-95E4CE106C8B}"/>
                  </a:ext>
                </a:extLst>
              </p:cNvPr>
              <p:cNvSpPr>
                <a:spLocks noChangeAspect="1"/>
              </p:cNvSpPr>
              <p:nvPr/>
            </p:nvSpPr>
            <p:spPr>
              <a:xfrm>
                <a:off x="5743349" y="1753286"/>
                <a:ext cx="32804" cy="32804"/>
              </a:xfrm>
              <a:prstGeom prst="ellipse">
                <a:avLst/>
              </a:prstGeom>
              <a:noFill/>
              <a:ln w="635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51" name="Oval 250">
                <a:extLst>
                  <a:ext uri="{FF2B5EF4-FFF2-40B4-BE49-F238E27FC236}">
                    <a16:creationId xmlns:a16="http://schemas.microsoft.com/office/drawing/2014/main" id="{97214A36-C085-7E91-6918-AAE5B8B90042}"/>
                  </a:ext>
                </a:extLst>
              </p:cNvPr>
              <p:cNvSpPr>
                <a:spLocks noChangeAspect="1"/>
              </p:cNvSpPr>
              <p:nvPr/>
            </p:nvSpPr>
            <p:spPr>
              <a:xfrm>
                <a:off x="5660899" y="1932228"/>
                <a:ext cx="32804" cy="32804"/>
              </a:xfrm>
              <a:prstGeom prst="ellipse">
                <a:avLst/>
              </a:prstGeom>
              <a:solidFill>
                <a:schemeClr val="bg1"/>
              </a:solidFill>
              <a:ln w="635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52" name="Freeform: Shape 251">
                <a:extLst>
                  <a:ext uri="{FF2B5EF4-FFF2-40B4-BE49-F238E27FC236}">
                    <a16:creationId xmlns:a16="http://schemas.microsoft.com/office/drawing/2014/main" id="{E07C8A39-474E-0F36-9439-7F539028C28D}"/>
                  </a:ext>
                </a:extLst>
              </p:cNvPr>
              <p:cNvSpPr/>
              <p:nvPr/>
            </p:nvSpPr>
            <p:spPr>
              <a:xfrm rot="5400000">
                <a:off x="5684871" y="1697561"/>
                <a:ext cx="42917" cy="80963"/>
              </a:xfrm>
              <a:custGeom>
                <a:avLst/>
                <a:gdLst>
                  <a:gd name="csX0" fmla="*/ 42917 w 42917"/>
                  <a:gd name="csY0" fmla="*/ 0 h 80963"/>
                  <a:gd name="csX1" fmla="*/ 54 w 42917"/>
                  <a:gd name="csY1" fmla="*/ 42863 h 80963"/>
                  <a:gd name="csX2" fmla="*/ 35773 w 42917"/>
                  <a:gd name="csY2" fmla="*/ 80963 h 80963"/>
                </a:gdLst>
                <a:ahLst/>
                <a:cxnLst>
                  <a:cxn ang="0">
                    <a:pos x="csX0" y="csY0"/>
                  </a:cxn>
                  <a:cxn ang="0">
                    <a:pos x="csX1" y="csY1"/>
                  </a:cxn>
                  <a:cxn ang="0">
                    <a:pos x="csX2" y="csY2"/>
                  </a:cxn>
                </a:cxnLst>
                <a:rect l="l" t="t" r="r" b="b"/>
                <a:pathLst>
                  <a:path w="42917" h="80963">
                    <a:moveTo>
                      <a:pt x="42917" y="0"/>
                    </a:moveTo>
                    <a:cubicBezTo>
                      <a:pt x="22081" y="14684"/>
                      <a:pt x="1245" y="29369"/>
                      <a:pt x="54" y="42863"/>
                    </a:cubicBezTo>
                    <a:cubicBezTo>
                      <a:pt x="-1137" y="56357"/>
                      <a:pt x="17318" y="68660"/>
                      <a:pt x="35773" y="80963"/>
                    </a:cubicBezTo>
                  </a:path>
                </a:pathLst>
              </a:custGeom>
              <a:noFill/>
              <a:ln w="635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53" name="Rectangle: Rounded Corners 252">
                <a:extLst>
                  <a:ext uri="{FF2B5EF4-FFF2-40B4-BE49-F238E27FC236}">
                    <a16:creationId xmlns:a16="http://schemas.microsoft.com/office/drawing/2014/main" id="{3BF9ABDD-2FAA-CF71-66CE-8FA5D22F9082}"/>
                  </a:ext>
                </a:extLst>
              </p:cNvPr>
              <p:cNvSpPr/>
              <p:nvPr/>
            </p:nvSpPr>
            <p:spPr>
              <a:xfrm>
                <a:off x="5608371" y="1757119"/>
                <a:ext cx="117600" cy="237612"/>
              </a:xfrm>
              <a:prstGeom prst="roundRect">
                <a:avLst>
                  <a:gd name="adj" fmla="val 24766"/>
                </a:avLst>
              </a:prstGeom>
              <a:no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54" name="Freeform: Shape 253">
                <a:extLst>
                  <a:ext uri="{FF2B5EF4-FFF2-40B4-BE49-F238E27FC236}">
                    <a16:creationId xmlns:a16="http://schemas.microsoft.com/office/drawing/2014/main" id="{8C14446C-EA1D-A550-DA68-B94849BC6E2B}"/>
                  </a:ext>
                </a:extLst>
              </p:cNvPr>
              <p:cNvSpPr/>
              <p:nvPr/>
            </p:nvSpPr>
            <p:spPr>
              <a:xfrm>
                <a:off x="5661507" y="1712569"/>
                <a:ext cx="90006" cy="219419"/>
              </a:xfrm>
              <a:custGeom>
                <a:avLst/>
                <a:gdLst>
                  <a:gd name="csX0" fmla="*/ 16981 w 90006"/>
                  <a:gd name="csY0" fmla="*/ 219419 h 219419"/>
                  <a:gd name="csX1" fmla="*/ 36031 w 90006"/>
                  <a:gd name="csY1" fmla="*/ 140044 h 219419"/>
                  <a:gd name="csX2" fmla="*/ 1106 w 90006"/>
                  <a:gd name="csY2" fmla="*/ 100356 h 219419"/>
                  <a:gd name="csX3" fmla="*/ 12218 w 90006"/>
                  <a:gd name="csY3" fmla="*/ 27331 h 219419"/>
                  <a:gd name="csX4" fmla="*/ 47143 w 90006"/>
                  <a:gd name="csY4" fmla="*/ 344 h 219419"/>
                  <a:gd name="csX5" fmla="*/ 90006 w 90006"/>
                  <a:gd name="csY5" fmla="*/ 43206 h 219419"/>
                </a:gdLst>
                <a:ahLst/>
                <a:cxnLst>
                  <a:cxn ang="0">
                    <a:pos x="csX0" y="csY0"/>
                  </a:cxn>
                  <a:cxn ang="0">
                    <a:pos x="csX1" y="csY1"/>
                  </a:cxn>
                  <a:cxn ang="0">
                    <a:pos x="csX2" y="csY2"/>
                  </a:cxn>
                  <a:cxn ang="0">
                    <a:pos x="csX3" y="csY3"/>
                  </a:cxn>
                  <a:cxn ang="0">
                    <a:pos x="csX4" y="csY4"/>
                  </a:cxn>
                  <a:cxn ang="0">
                    <a:pos x="csX5" y="csY5"/>
                  </a:cxn>
                </a:cxnLst>
                <a:rect l="l" t="t" r="r" b="b"/>
                <a:pathLst>
                  <a:path w="90006" h="219419">
                    <a:moveTo>
                      <a:pt x="16981" y="219419"/>
                    </a:moveTo>
                    <a:cubicBezTo>
                      <a:pt x="27829" y="189653"/>
                      <a:pt x="38677" y="159888"/>
                      <a:pt x="36031" y="140044"/>
                    </a:cubicBezTo>
                    <a:cubicBezTo>
                      <a:pt x="33385" y="120200"/>
                      <a:pt x="5075" y="119141"/>
                      <a:pt x="1106" y="100356"/>
                    </a:cubicBezTo>
                    <a:cubicBezTo>
                      <a:pt x="-2863" y="81571"/>
                      <a:pt x="4545" y="44000"/>
                      <a:pt x="12218" y="27331"/>
                    </a:cubicBezTo>
                    <a:cubicBezTo>
                      <a:pt x="19891" y="10662"/>
                      <a:pt x="34178" y="-2302"/>
                      <a:pt x="47143" y="344"/>
                    </a:cubicBezTo>
                    <a:cubicBezTo>
                      <a:pt x="60108" y="2990"/>
                      <a:pt x="75057" y="23098"/>
                      <a:pt x="90006" y="43206"/>
                    </a:cubicBezTo>
                  </a:path>
                </a:pathLst>
              </a:cu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grpSp>
      <p:sp>
        <p:nvSpPr>
          <p:cNvPr id="257" name="TextBox 256">
            <a:extLst>
              <a:ext uri="{FF2B5EF4-FFF2-40B4-BE49-F238E27FC236}">
                <a16:creationId xmlns:a16="http://schemas.microsoft.com/office/drawing/2014/main" id="{025952F8-DA96-97BF-7BE4-443BC5999599}"/>
              </a:ext>
            </a:extLst>
          </p:cNvPr>
          <p:cNvSpPr txBox="1"/>
          <p:nvPr/>
        </p:nvSpPr>
        <p:spPr>
          <a:xfrm>
            <a:off x="3168980" y="1735704"/>
            <a:ext cx="643287" cy="2308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dirty="0">
                <a:ln>
                  <a:noFill/>
                </a:ln>
                <a:solidFill>
                  <a:prstClr val="black"/>
                </a:solidFill>
                <a:effectLst/>
                <a:uLnTx/>
                <a:uFillTx/>
                <a:latin typeface="Aptos Light" panose="020B0004020202020204" pitchFamily="34" charset="0"/>
                <a:ea typeface="+mn-ea"/>
                <a:cs typeface="+mn-cs"/>
              </a:rPr>
              <a:t>bio</a:t>
            </a:r>
            <a:r>
              <a:rPr kumimoji="0" lang="de-DE" sz="900" b="0" i="0" u="none" strike="noStrike" kern="1200" cap="none" spc="0" normalizeH="0" baseline="0" noProof="0" dirty="0">
                <a:ln>
                  <a:noFill/>
                </a:ln>
                <a:solidFill>
                  <a:prstClr val="black"/>
                </a:solidFill>
                <a:effectLst/>
                <a:uLnTx/>
                <a:uFillTx/>
                <a:latin typeface="Aptos Light" panose="020B0004020202020204" pitchFamily="34" charset="0"/>
                <a:ea typeface="+mn-ea"/>
                <a:cs typeface="+mn-cs"/>
              </a:rPr>
              <a:t>-FET</a:t>
            </a:r>
            <a:r>
              <a:rPr kumimoji="0" lang="en-GB" sz="900" b="0" i="0" u="none" strike="noStrike" kern="1200" cap="none" spc="0" normalizeH="0" baseline="0" noProof="0" dirty="0">
                <a:ln>
                  <a:noFill/>
                </a:ln>
                <a:solidFill>
                  <a:prstClr val="black"/>
                </a:solidFill>
                <a:effectLst/>
                <a:uLnTx/>
                <a:uFillTx/>
                <a:latin typeface="Aptos Light" panose="020B0004020202020204" pitchFamily="34" charset="0"/>
                <a:ea typeface="+mn-ea"/>
                <a:cs typeface="+mn-cs"/>
              </a:rPr>
              <a:t> </a:t>
            </a:r>
            <a:endParaRPr kumimoji="0" lang="en-US" sz="9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cxnSp>
        <p:nvCxnSpPr>
          <p:cNvPr id="258" name="Straight Arrow Connector 257">
            <a:extLst>
              <a:ext uri="{FF2B5EF4-FFF2-40B4-BE49-F238E27FC236}">
                <a16:creationId xmlns:a16="http://schemas.microsoft.com/office/drawing/2014/main" id="{4E592182-DD47-2654-D8AD-9AFAA79F9820}"/>
              </a:ext>
            </a:extLst>
          </p:cNvPr>
          <p:cNvCxnSpPr>
            <a:cxnSpLocks/>
          </p:cNvCxnSpPr>
          <p:nvPr/>
        </p:nvCxnSpPr>
        <p:spPr>
          <a:xfrm rot="2220000">
            <a:off x="3227852" y="1608805"/>
            <a:ext cx="262771" cy="98027"/>
          </a:xfrm>
          <a:prstGeom prst="straightConnector1">
            <a:avLst/>
          </a:prstGeom>
          <a:ln w="6350">
            <a:solidFill>
              <a:schemeClr val="bg1">
                <a:lumMod val="50000"/>
              </a:schemeClr>
            </a:solidFill>
            <a:tailEnd type="triangle" w="sm" len="sm"/>
          </a:ln>
        </p:spPr>
        <p:style>
          <a:lnRef idx="2">
            <a:schemeClr val="accent1"/>
          </a:lnRef>
          <a:fillRef idx="0">
            <a:schemeClr val="accent1"/>
          </a:fillRef>
          <a:effectRef idx="1">
            <a:schemeClr val="accent1"/>
          </a:effectRef>
          <a:fontRef idx="minor">
            <a:schemeClr val="tx1"/>
          </a:fontRef>
        </p:style>
      </p:cxnSp>
      <p:sp>
        <p:nvSpPr>
          <p:cNvPr id="259" name="TextBox 258">
            <a:extLst>
              <a:ext uri="{FF2B5EF4-FFF2-40B4-BE49-F238E27FC236}">
                <a16:creationId xmlns:a16="http://schemas.microsoft.com/office/drawing/2014/main" id="{187F7C69-F82D-0888-F6AB-F05E3B2BA186}"/>
              </a:ext>
            </a:extLst>
          </p:cNvPr>
          <p:cNvSpPr txBox="1"/>
          <p:nvPr/>
        </p:nvSpPr>
        <p:spPr>
          <a:xfrm>
            <a:off x="4757527" y="6410392"/>
            <a:ext cx="718466" cy="338553"/>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dirty="0">
                <a:ln>
                  <a:noFill/>
                </a:ln>
                <a:solidFill>
                  <a:prstClr val="black"/>
                </a:solidFill>
                <a:effectLst/>
                <a:uLnTx/>
                <a:uFillTx/>
                <a:latin typeface="Aptos" panose="02110004020202020204"/>
                <a:ea typeface="+mn-ea"/>
                <a:cs typeface="+mn-cs"/>
              </a:rPr>
              <a:t>Sender</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dirty="0" err="1">
                <a:ln>
                  <a:noFill/>
                </a:ln>
                <a:solidFill>
                  <a:prstClr val="black"/>
                </a:solidFill>
                <a:effectLst/>
                <a:uLnTx/>
                <a:uFillTx/>
                <a:latin typeface="Aptos" panose="02110004020202020204"/>
                <a:ea typeface="+mn-ea"/>
                <a:cs typeface="+mn-cs"/>
              </a:rPr>
              <a:t>bacterium</a:t>
            </a:r>
            <a:r>
              <a:rPr kumimoji="0" lang="de-DE" sz="800" b="0" i="0" u="none" strike="noStrike" kern="1200" cap="none" spc="0" normalizeH="0" baseline="0" noProof="0" dirty="0">
                <a:ln>
                  <a:noFill/>
                </a:ln>
                <a:solidFill>
                  <a:prstClr val="black"/>
                </a:solidFill>
                <a:effectLst/>
                <a:uLnTx/>
                <a:uFillTx/>
                <a:latin typeface="Aptos" panose="02110004020202020204"/>
                <a:ea typeface="+mn-ea"/>
                <a:cs typeface="+mn-cs"/>
              </a:rPr>
              <a:t> 1</a:t>
            </a:r>
            <a:endParaRPr kumimoji="0" lang="en-US" sz="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260" name="TextBox 259">
            <a:extLst>
              <a:ext uri="{FF2B5EF4-FFF2-40B4-BE49-F238E27FC236}">
                <a16:creationId xmlns:a16="http://schemas.microsoft.com/office/drawing/2014/main" id="{0F6AADF2-7789-7576-098E-C1CE8EF854A5}"/>
              </a:ext>
            </a:extLst>
          </p:cNvPr>
          <p:cNvSpPr txBox="1"/>
          <p:nvPr/>
        </p:nvSpPr>
        <p:spPr>
          <a:xfrm>
            <a:off x="2962281" y="6427188"/>
            <a:ext cx="709434" cy="2308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dirty="0">
                <a:ln/>
                <a:solidFill>
                  <a:prstClr val="black"/>
                </a:solidFill>
                <a:effectLst/>
                <a:uLnTx/>
                <a:uFillTx/>
                <a:latin typeface="Aptos Light" panose="020B0004020202020204" pitchFamily="34" charset="0"/>
                <a:ea typeface="+mn-ea"/>
                <a:cs typeface="Arial"/>
                <a:sym typeface="Arial"/>
                <a:rtl val="0"/>
              </a:rPr>
              <a:t>bacteria</a:t>
            </a:r>
            <a:endParaRPr kumimoji="0" lang="en-US" sz="9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261" name="TextBox 260">
            <a:extLst>
              <a:ext uri="{FF2B5EF4-FFF2-40B4-BE49-F238E27FC236}">
                <a16:creationId xmlns:a16="http://schemas.microsoft.com/office/drawing/2014/main" id="{3F19E827-80C2-069A-CEB9-56666416A4BC}"/>
              </a:ext>
            </a:extLst>
          </p:cNvPr>
          <p:cNvSpPr txBox="1"/>
          <p:nvPr/>
        </p:nvSpPr>
        <p:spPr>
          <a:xfrm>
            <a:off x="1829066" y="6008245"/>
            <a:ext cx="709434" cy="2308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dirty="0">
                <a:ln/>
                <a:solidFill>
                  <a:prstClr val="black"/>
                </a:solidFill>
                <a:effectLst/>
                <a:uLnTx/>
                <a:uFillTx/>
                <a:latin typeface="Aptos Light" panose="020B0004020202020204" pitchFamily="34" charset="0"/>
                <a:ea typeface="+mn-ea"/>
                <a:cs typeface="Arial"/>
                <a:sym typeface="Arial"/>
                <a:rtl val="0"/>
              </a:rPr>
              <a:t>inducers</a:t>
            </a:r>
            <a:endParaRPr kumimoji="0" lang="en-US" sz="9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262" name="Oval 261">
            <a:extLst>
              <a:ext uri="{FF2B5EF4-FFF2-40B4-BE49-F238E27FC236}">
                <a16:creationId xmlns:a16="http://schemas.microsoft.com/office/drawing/2014/main" id="{D86FECE9-21B0-6265-7FCA-635493A23187}"/>
              </a:ext>
            </a:extLst>
          </p:cNvPr>
          <p:cNvSpPr>
            <a:spLocks noChangeAspect="1"/>
          </p:cNvSpPr>
          <p:nvPr/>
        </p:nvSpPr>
        <p:spPr>
          <a:xfrm>
            <a:off x="3058856" y="6414055"/>
            <a:ext cx="54224" cy="54224"/>
          </a:xfrm>
          <a:prstGeom prst="ellipse">
            <a:avLst/>
          </a:prstGeom>
          <a:solidFill>
            <a:srgbClr val="C29B4E"/>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63" name="Oval 262">
            <a:extLst>
              <a:ext uri="{FF2B5EF4-FFF2-40B4-BE49-F238E27FC236}">
                <a16:creationId xmlns:a16="http://schemas.microsoft.com/office/drawing/2014/main" id="{CAF8709C-4F29-45A2-A0E4-73DF87EE3D12}"/>
              </a:ext>
            </a:extLst>
          </p:cNvPr>
          <p:cNvSpPr>
            <a:spLocks noChangeAspect="1"/>
          </p:cNvSpPr>
          <p:nvPr/>
        </p:nvSpPr>
        <p:spPr>
          <a:xfrm>
            <a:off x="3168588" y="6179549"/>
            <a:ext cx="54224" cy="54224"/>
          </a:xfrm>
          <a:prstGeom prst="ellipse">
            <a:avLst/>
          </a:prstGeom>
          <a:solidFill>
            <a:srgbClr val="C29B4E"/>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64" name="Oval 263">
            <a:extLst>
              <a:ext uri="{FF2B5EF4-FFF2-40B4-BE49-F238E27FC236}">
                <a16:creationId xmlns:a16="http://schemas.microsoft.com/office/drawing/2014/main" id="{B9537D89-92FA-8559-5699-4F89E915D0E2}"/>
              </a:ext>
            </a:extLst>
          </p:cNvPr>
          <p:cNvSpPr>
            <a:spLocks noChangeAspect="1"/>
          </p:cNvSpPr>
          <p:nvPr/>
        </p:nvSpPr>
        <p:spPr>
          <a:xfrm>
            <a:off x="2349548" y="6293118"/>
            <a:ext cx="54224" cy="54224"/>
          </a:xfrm>
          <a:prstGeom prst="ellipse">
            <a:avLst/>
          </a:prstGeom>
          <a:solidFill>
            <a:srgbClr val="C29B4E"/>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65" name="Oval 264">
            <a:extLst>
              <a:ext uri="{FF2B5EF4-FFF2-40B4-BE49-F238E27FC236}">
                <a16:creationId xmlns:a16="http://schemas.microsoft.com/office/drawing/2014/main" id="{E18AA023-1BBC-96E1-6035-D00C4C9B50B8}"/>
              </a:ext>
            </a:extLst>
          </p:cNvPr>
          <p:cNvSpPr>
            <a:spLocks noChangeAspect="1"/>
          </p:cNvSpPr>
          <p:nvPr/>
        </p:nvSpPr>
        <p:spPr>
          <a:xfrm>
            <a:off x="2245510" y="6541626"/>
            <a:ext cx="54224" cy="54224"/>
          </a:xfrm>
          <a:prstGeom prst="ellipse">
            <a:avLst/>
          </a:prstGeom>
          <a:solidFill>
            <a:srgbClr val="C29B4E"/>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6652883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drawing of a cell&#10;&#10;Description automatically generated">
            <a:extLst>
              <a:ext uri="{FF2B5EF4-FFF2-40B4-BE49-F238E27FC236}">
                <a16:creationId xmlns:a16="http://schemas.microsoft.com/office/drawing/2014/main" id="{0523F701-D93C-BDCD-F55A-25D7F784E4D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1160002" y="55088"/>
            <a:ext cx="3150211" cy="2762203"/>
          </a:xfrm>
          <a:prstGeom prst="rect">
            <a:avLst/>
          </a:prstGeom>
        </p:spPr>
      </p:pic>
      <p:sp>
        <p:nvSpPr>
          <p:cNvPr id="6" name="Rectangle: Rounded Corners 5">
            <a:extLst>
              <a:ext uri="{FF2B5EF4-FFF2-40B4-BE49-F238E27FC236}">
                <a16:creationId xmlns:a16="http://schemas.microsoft.com/office/drawing/2014/main" id="{77DA6C25-FF9B-B157-74EC-0B9226D37BFA}"/>
              </a:ext>
            </a:extLst>
          </p:cNvPr>
          <p:cNvSpPr/>
          <p:nvPr/>
        </p:nvSpPr>
        <p:spPr>
          <a:xfrm>
            <a:off x="389728" y="913682"/>
            <a:ext cx="1192784" cy="312235"/>
          </a:xfrm>
          <a:prstGeom prst="roundRect">
            <a:avLst/>
          </a:prstGeom>
          <a:solidFill>
            <a:schemeClr val="bg1">
              <a:alpha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sz="3200"/>
          </a:p>
        </p:txBody>
      </p:sp>
      <p:sp>
        <p:nvSpPr>
          <p:cNvPr id="7" name="Rectangle: Rounded Corners 6">
            <a:extLst>
              <a:ext uri="{FF2B5EF4-FFF2-40B4-BE49-F238E27FC236}">
                <a16:creationId xmlns:a16="http://schemas.microsoft.com/office/drawing/2014/main" id="{D4B1720E-3272-2454-1723-F66128121C13}"/>
              </a:ext>
            </a:extLst>
          </p:cNvPr>
          <p:cNvSpPr/>
          <p:nvPr/>
        </p:nvSpPr>
        <p:spPr>
          <a:xfrm>
            <a:off x="3577164" y="766567"/>
            <a:ext cx="1390531" cy="294230"/>
          </a:xfrm>
          <a:prstGeom prst="roundRect">
            <a:avLst/>
          </a:prstGeom>
          <a:solidFill>
            <a:schemeClr val="bg1">
              <a:alpha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sz="3200"/>
          </a:p>
        </p:txBody>
      </p:sp>
      <p:sp>
        <p:nvSpPr>
          <p:cNvPr id="8" name="TextBox 7">
            <a:extLst>
              <a:ext uri="{FF2B5EF4-FFF2-40B4-BE49-F238E27FC236}">
                <a16:creationId xmlns:a16="http://schemas.microsoft.com/office/drawing/2014/main" id="{606AD0B6-D957-7205-E382-EFA3974FEDF4}"/>
              </a:ext>
            </a:extLst>
          </p:cNvPr>
          <p:cNvSpPr txBox="1"/>
          <p:nvPr/>
        </p:nvSpPr>
        <p:spPr>
          <a:xfrm>
            <a:off x="3514210" y="687205"/>
            <a:ext cx="1557451" cy="400111"/>
          </a:xfrm>
          <a:prstGeom prst="rect">
            <a:avLst/>
          </a:prstGeom>
          <a:noFill/>
        </p:spPr>
        <p:txBody>
          <a:bodyPr wrap="square">
            <a:spAutoFit/>
          </a:bodyPr>
          <a:lstStyle/>
          <a:p>
            <a:r>
              <a:rPr lang="en-US" sz="2000" dirty="0">
                <a:solidFill>
                  <a:srgbClr val="000000"/>
                </a:solidFill>
                <a:latin typeface="Calibri" panose="020F0502020204030204" pitchFamily="34" charset="0"/>
              </a:rPr>
              <a:t>Immune cell</a:t>
            </a:r>
            <a:endParaRPr lang="LID4096" sz="2000" dirty="0"/>
          </a:p>
        </p:txBody>
      </p:sp>
      <p:sp>
        <p:nvSpPr>
          <p:cNvPr id="9" name="TextBox 8">
            <a:extLst>
              <a:ext uri="{FF2B5EF4-FFF2-40B4-BE49-F238E27FC236}">
                <a16:creationId xmlns:a16="http://schemas.microsoft.com/office/drawing/2014/main" id="{EEADEB57-1EFE-F506-4F5E-0FEBE5ED5A99}"/>
              </a:ext>
            </a:extLst>
          </p:cNvPr>
          <p:cNvSpPr txBox="1"/>
          <p:nvPr/>
        </p:nvSpPr>
        <p:spPr>
          <a:xfrm>
            <a:off x="295816" y="851280"/>
            <a:ext cx="1571663" cy="400111"/>
          </a:xfrm>
          <a:prstGeom prst="rect">
            <a:avLst/>
          </a:prstGeom>
          <a:noFill/>
        </p:spPr>
        <p:txBody>
          <a:bodyPr wrap="square">
            <a:spAutoFit/>
          </a:bodyPr>
          <a:lstStyle/>
          <a:p>
            <a:r>
              <a:rPr lang="en-US" sz="2000" dirty="0">
                <a:solidFill>
                  <a:srgbClr val="000000"/>
                </a:solidFill>
                <a:latin typeface="Calibri" panose="020F0502020204030204" pitchFamily="34" charset="0"/>
              </a:rPr>
              <a:t>Tumor cell</a:t>
            </a:r>
            <a:endParaRPr lang="LID4096" sz="2000" dirty="0"/>
          </a:p>
        </p:txBody>
      </p:sp>
      <p:grpSp>
        <p:nvGrpSpPr>
          <p:cNvPr id="44" name="Group 43">
            <a:extLst>
              <a:ext uri="{FF2B5EF4-FFF2-40B4-BE49-F238E27FC236}">
                <a16:creationId xmlns:a16="http://schemas.microsoft.com/office/drawing/2014/main" id="{7BEFA78F-70C3-3953-672F-938A8661ACB7}"/>
              </a:ext>
            </a:extLst>
          </p:cNvPr>
          <p:cNvGrpSpPr/>
          <p:nvPr/>
        </p:nvGrpSpPr>
        <p:grpSpPr>
          <a:xfrm>
            <a:off x="1599825" y="2609369"/>
            <a:ext cx="1192784" cy="400111"/>
            <a:chOff x="1726825" y="2812569"/>
            <a:chExt cx="1192784" cy="400111"/>
          </a:xfrm>
        </p:grpSpPr>
        <p:sp>
          <p:nvSpPr>
            <p:cNvPr id="10" name="Rectangle: Rounded Corners 9">
              <a:extLst>
                <a:ext uri="{FF2B5EF4-FFF2-40B4-BE49-F238E27FC236}">
                  <a16:creationId xmlns:a16="http://schemas.microsoft.com/office/drawing/2014/main" id="{F570BF29-D8E0-579A-A647-9062E07BC09A}"/>
                </a:ext>
              </a:extLst>
            </p:cNvPr>
            <p:cNvSpPr/>
            <p:nvPr/>
          </p:nvSpPr>
          <p:spPr>
            <a:xfrm>
              <a:off x="1836111" y="2883157"/>
              <a:ext cx="989075" cy="294230"/>
            </a:xfrm>
            <a:prstGeom prst="roundRect">
              <a:avLst/>
            </a:prstGeom>
            <a:solidFill>
              <a:schemeClr val="bg1">
                <a:alpha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sz="3200"/>
            </a:p>
          </p:txBody>
        </p:sp>
        <p:sp>
          <p:nvSpPr>
            <p:cNvPr id="11" name="TextBox 10">
              <a:extLst>
                <a:ext uri="{FF2B5EF4-FFF2-40B4-BE49-F238E27FC236}">
                  <a16:creationId xmlns:a16="http://schemas.microsoft.com/office/drawing/2014/main" id="{921E6891-9100-9FC5-8811-069261793F4D}"/>
                </a:ext>
              </a:extLst>
            </p:cNvPr>
            <p:cNvSpPr txBox="1"/>
            <p:nvPr/>
          </p:nvSpPr>
          <p:spPr>
            <a:xfrm>
              <a:off x="1726825" y="2812569"/>
              <a:ext cx="1192784" cy="400111"/>
            </a:xfrm>
            <a:prstGeom prst="rect">
              <a:avLst/>
            </a:prstGeom>
            <a:noFill/>
          </p:spPr>
          <p:txBody>
            <a:bodyPr wrap="square">
              <a:spAutoFit/>
            </a:bodyPr>
            <a:lstStyle/>
            <a:p>
              <a:pPr algn="ctr"/>
              <a:r>
                <a:rPr lang="en-US" sz="2000" dirty="0">
                  <a:solidFill>
                    <a:srgbClr val="000000"/>
                  </a:solidFill>
                  <a:latin typeface="Calibri" panose="020F0502020204030204" pitchFamily="34" charset="0"/>
                </a:rPr>
                <a:t>Vesicles</a:t>
              </a:r>
              <a:endParaRPr lang="LID4096" sz="2000" dirty="0"/>
            </a:p>
          </p:txBody>
        </p:sp>
      </p:grpSp>
      <p:grpSp>
        <p:nvGrpSpPr>
          <p:cNvPr id="47" name="Group 46">
            <a:extLst>
              <a:ext uri="{FF2B5EF4-FFF2-40B4-BE49-F238E27FC236}">
                <a16:creationId xmlns:a16="http://schemas.microsoft.com/office/drawing/2014/main" id="{E547DBB2-EE0B-42EE-FDC5-3CFB21477923}"/>
              </a:ext>
            </a:extLst>
          </p:cNvPr>
          <p:cNvGrpSpPr/>
          <p:nvPr/>
        </p:nvGrpSpPr>
        <p:grpSpPr>
          <a:xfrm>
            <a:off x="4310213" y="1436190"/>
            <a:ext cx="2267077" cy="1007515"/>
            <a:chOff x="4310213" y="1436190"/>
            <a:chExt cx="2267077" cy="1007515"/>
          </a:xfrm>
        </p:grpSpPr>
        <p:cxnSp>
          <p:nvCxnSpPr>
            <p:cNvPr id="4" name="Connector: Elbow 3">
              <a:extLst>
                <a:ext uri="{FF2B5EF4-FFF2-40B4-BE49-F238E27FC236}">
                  <a16:creationId xmlns:a16="http://schemas.microsoft.com/office/drawing/2014/main" id="{8B7B705A-1E9B-F509-8544-27546D90EBDB}"/>
                </a:ext>
              </a:extLst>
            </p:cNvPr>
            <p:cNvCxnSpPr>
              <a:cxnSpLocks/>
              <a:stCxn id="5" idx="1"/>
              <a:endCxn id="35" idx="0"/>
            </p:cNvCxnSpPr>
            <p:nvPr/>
          </p:nvCxnSpPr>
          <p:spPr>
            <a:xfrm>
              <a:off x="4310213" y="1436190"/>
              <a:ext cx="1564936" cy="299629"/>
            </a:xfrm>
            <a:prstGeom prst="bentConnector2">
              <a:avLst/>
            </a:prstGeom>
            <a:ln>
              <a:solidFill>
                <a:srgbClr val="72634F"/>
              </a:solidFill>
              <a:tailEnd type="triangle" w="lg" len="lg"/>
            </a:ln>
          </p:spPr>
          <p:style>
            <a:lnRef idx="2">
              <a:schemeClr val="accent1"/>
            </a:lnRef>
            <a:fillRef idx="0">
              <a:schemeClr val="accent1"/>
            </a:fillRef>
            <a:effectRef idx="1">
              <a:schemeClr val="accent1"/>
            </a:effectRef>
            <a:fontRef idx="minor">
              <a:schemeClr val="tx1"/>
            </a:fontRef>
          </p:style>
        </p:cxnSp>
        <p:sp>
          <p:nvSpPr>
            <p:cNvPr id="34" name="Rectangle: Rounded Corners 33">
              <a:extLst>
                <a:ext uri="{FF2B5EF4-FFF2-40B4-BE49-F238E27FC236}">
                  <a16:creationId xmlns:a16="http://schemas.microsoft.com/office/drawing/2014/main" id="{B13758A0-CB77-10FE-425D-D2AE32C171BC}"/>
                </a:ext>
              </a:extLst>
            </p:cNvPr>
            <p:cNvSpPr/>
            <p:nvPr/>
          </p:nvSpPr>
          <p:spPr>
            <a:xfrm>
              <a:off x="5275021" y="1730028"/>
              <a:ext cx="1230299" cy="660516"/>
            </a:xfrm>
            <a:prstGeom prst="roundRect">
              <a:avLst/>
            </a:prstGeom>
            <a:solidFill>
              <a:srgbClr val="FFC000">
                <a:alpha val="54000"/>
              </a:srgbClr>
            </a:solidFill>
            <a:ln>
              <a:solidFill>
                <a:srgbClr val="DEA9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sz="3200"/>
            </a:p>
          </p:txBody>
        </p:sp>
        <p:sp>
          <p:nvSpPr>
            <p:cNvPr id="35" name="TextBox 34">
              <a:extLst>
                <a:ext uri="{FF2B5EF4-FFF2-40B4-BE49-F238E27FC236}">
                  <a16:creationId xmlns:a16="http://schemas.microsoft.com/office/drawing/2014/main" id="{93D92B13-C115-B616-16FF-0454FE6D80D2}"/>
                </a:ext>
              </a:extLst>
            </p:cNvPr>
            <p:cNvSpPr txBox="1"/>
            <p:nvPr/>
          </p:nvSpPr>
          <p:spPr>
            <a:xfrm>
              <a:off x="5173008" y="1735819"/>
              <a:ext cx="1404282" cy="707886"/>
            </a:xfrm>
            <a:prstGeom prst="rect">
              <a:avLst/>
            </a:prstGeom>
            <a:noFill/>
          </p:spPr>
          <p:txBody>
            <a:bodyPr wrap="square">
              <a:spAutoFit/>
            </a:bodyPr>
            <a:lstStyle/>
            <a:p>
              <a:pPr algn="ctr"/>
              <a:r>
                <a:rPr lang="en-US" sz="2000" dirty="0">
                  <a:solidFill>
                    <a:srgbClr val="000000"/>
                  </a:solidFill>
                  <a:latin typeface="Calibri" panose="020F0502020204030204" pitchFamily="34" charset="0"/>
                </a:rPr>
                <a:t>Feature</a:t>
              </a:r>
            </a:p>
            <a:p>
              <a:pPr algn="ctr"/>
              <a:r>
                <a:rPr lang="en-US" sz="2000" dirty="0">
                  <a:solidFill>
                    <a:srgbClr val="000000"/>
                  </a:solidFill>
                  <a:latin typeface="Calibri" panose="020F0502020204030204" pitchFamily="34" charset="0"/>
                </a:rPr>
                <a:t>Extraction</a:t>
              </a:r>
              <a:endParaRPr lang="LID4096" sz="2000" dirty="0"/>
            </a:p>
          </p:txBody>
        </p:sp>
      </p:grpSp>
      <p:grpSp>
        <p:nvGrpSpPr>
          <p:cNvPr id="49" name="Group 48">
            <a:extLst>
              <a:ext uri="{FF2B5EF4-FFF2-40B4-BE49-F238E27FC236}">
                <a16:creationId xmlns:a16="http://schemas.microsoft.com/office/drawing/2014/main" id="{ED7B3E3D-E3FC-5C52-F670-926DD3E81EC1}"/>
              </a:ext>
            </a:extLst>
          </p:cNvPr>
          <p:cNvGrpSpPr/>
          <p:nvPr/>
        </p:nvGrpSpPr>
        <p:grpSpPr>
          <a:xfrm>
            <a:off x="846392" y="3141313"/>
            <a:ext cx="5644493" cy="3750622"/>
            <a:chOff x="846392" y="3141313"/>
            <a:chExt cx="5644493" cy="3750622"/>
          </a:xfrm>
        </p:grpSpPr>
        <p:sp>
          <p:nvSpPr>
            <p:cNvPr id="14" name="TextBox 13">
              <a:extLst>
                <a:ext uri="{FF2B5EF4-FFF2-40B4-BE49-F238E27FC236}">
                  <a16:creationId xmlns:a16="http://schemas.microsoft.com/office/drawing/2014/main" id="{E7F5E58F-3A16-CE7D-8E69-0C764EFF1F02}"/>
                </a:ext>
              </a:extLst>
            </p:cNvPr>
            <p:cNvSpPr txBox="1"/>
            <p:nvPr/>
          </p:nvSpPr>
          <p:spPr>
            <a:xfrm>
              <a:off x="1442058" y="3141313"/>
              <a:ext cx="2758110" cy="400111"/>
            </a:xfrm>
            <a:prstGeom prst="rect">
              <a:avLst/>
            </a:prstGeom>
            <a:noFill/>
          </p:spPr>
          <p:txBody>
            <a:bodyPr wrap="square">
              <a:spAutoFit/>
            </a:bodyPr>
            <a:lstStyle/>
            <a:p>
              <a:r>
                <a:rPr lang="en-US" sz="2000" dirty="0">
                  <a:solidFill>
                    <a:srgbClr val="000000"/>
                  </a:solidFill>
                  <a:latin typeface="Calibri" panose="020F0502020204030204" pitchFamily="34" charset="0"/>
                </a:rPr>
                <a:t>(c) Estimated distance</a:t>
              </a:r>
              <a:endParaRPr lang="LID4096" sz="2000" dirty="0"/>
            </a:p>
          </p:txBody>
        </p:sp>
        <p:grpSp>
          <p:nvGrpSpPr>
            <p:cNvPr id="15" name="Group 14">
              <a:extLst>
                <a:ext uri="{FF2B5EF4-FFF2-40B4-BE49-F238E27FC236}">
                  <a16:creationId xmlns:a16="http://schemas.microsoft.com/office/drawing/2014/main" id="{F6071968-5186-12A2-52C3-5DE6BB3F130E}"/>
                </a:ext>
              </a:extLst>
            </p:cNvPr>
            <p:cNvGrpSpPr/>
            <p:nvPr/>
          </p:nvGrpSpPr>
          <p:grpSpPr>
            <a:xfrm>
              <a:off x="5298099" y="3398480"/>
              <a:ext cx="1192786" cy="1579245"/>
              <a:chOff x="1138931" y="4046540"/>
              <a:chExt cx="839990" cy="969433"/>
            </a:xfrm>
          </p:grpSpPr>
          <p:sp>
            <p:nvSpPr>
              <p:cNvPr id="16" name="Rectangle: Rounded Corners 15">
                <a:extLst>
                  <a:ext uri="{FF2B5EF4-FFF2-40B4-BE49-F238E27FC236}">
                    <a16:creationId xmlns:a16="http://schemas.microsoft.com/office/drawing/2014/main" id="{114EF9E0-970D-8F7F-F768-CBEBCB782CF6}"/>
                  </a:ext>
                </a:extLst>
              </p:cNvPr>
              <p:cNvSpPr/>
              <p:nvPr/>
            </p:nvSpPr>
            <p:spPr>
              <a:xfrm>
                <a:off x="1138931" y="4046540"/>
                <a:ext cx="839990" cy="969433"/>
              </a:xfrm>
              <a:prstGeom prst="roundRect">
                <a:avLst/>
              </a:prstGeom>
              <a:solidFill>
                <a:srgbClr val="FFC000">
                  <a:alpha val="54000"/>
                </a:srgbClr>
              </a:solidFill>
              <a:ln>
                <a:solidFill>
                  <a:srgbClr val="DEA9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sz="3200"/>
              </a:p>
            </p:txBody>
          </p:sp>
          <p:sp>
            <p:nvSpPr>
              <p:cNvPr id="17" name="TextBox 16">
                <a:extLst>
                  <a:ext uri="{FF2B5EF4-FFF2-40B4-BE49-F238E27FC236}">
                    <a16:creationId xmlns:a16="http://schemas.microsoft.com/office/drawing/2014/main" id="{3A6853CC-0528-9432-751D-93684073A7FC}"/>
                  </a:ext>
                </a:extLst>
              </p:cNvPr>
              <p:cNvSpPr txBox="1"/>
              <p:nvPr/>
            </p:nvSpPr>
            <p:spPr>
              <a:xfrm>
                <a:off x="1140882" y="4053766"/>
                <a:ext cx="821630" cy="434542"/>
              </a:xfrm>
              <a:prstGeom prst="rect">
                <a:avLst/>
              </a:prstGeom>
              <a:noFill/>
            </p:spPr>
            <p:txBody>
              <a:bodyPr wrap="square">
                <a:spAutoFit/>
              </a:bodyPr>
              <a:lstStyle/>
              <a:p>
                <a:pPr algn="ctr"/>
                <a:r>
                  <a:rPr lang="en-US" sz="2000" dirty="0">
                    <a:solidFill>
                      <a:srgbClr val="000000"/>
                    </a:solidFill>
                    <a:latin typeface="Calibri" panose="020F0502020204030204" pitchFamily="34" charset="0"/>
                  </a:rPr>
                  <a:t>Neural Network</a:t>
                </a:r>
                <a:endParaRPr lang="LID4096" sz="2000" dirty="0"/>
              </a:p>
            </p:txBody>
          </p:sp>
          <p:grpSp>
            <p:nvGrpSpPr>
              <p:cNvPr id="18" name="Group 17">
                <a:extLst>
                  <a:ext uri="{FF2B5EF4-FFF2-40B4-BE49-F238E27FC236}">
                    <a16:creationId xmlns:a16="http://schemas.microsoft.com/office/drawing/2014/main" id="{FD903018-29DB-7B9B-3E21-80570F77ACFB}"/>
                  </a:ext>
                </a:extLst>
              </p:cNvPr>
              <p:cNvGrpSpPr/>
              <p:nvPr/>
            </p:nvGrpSpPr>
            <p:grpSpPr>
              <a:xfrm>
                <a:off x="1358111" y="4487744"/>
                <a:ext cx="484177" cy="475488"/>
                <a:chOff x="1358111" y="4487744"/>
                <a:chExt cx="484177" cy="475488"/>
              </a:xfrm>
            </p:grpSpPr>
            <p:sp>
              <p:nvSpPr>
                <p:cNvPr id="19" name="Oval 18">
                  <a:extLst>
                    <a:ext uri="{FF2B5EF4-FFF2-40B4-BE49-F238E27FC236}">
                      <a16:creationId xmlns:a16="http://schemas.microsoft.com/office/drawing/2014/main" id="{BBC17AE7-1549-FD88-BF40-205261D80161}"/>
                    </a:ext>
                  </a:extLst>
                </p:cNvPr>
                <p:cNvSpPr>
                  <a:spLocks noChangeAspect="1"/>
                </p:cNvSpPr>
                <p:nvPr/>
              </p:nvSpPr>
              <p:spPr>
                <a:xfrm>
                  <a:off x="1358111" y="4487744"/>
                  <a:ext cx="87027" cy="87027"/>
                </a:xfrm>
                <a:prstGeom prst="ellipse">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sz="3200"/>
                </a:p>
              </p:txBody>
            </p:sp>
            <p:sp>
              <p:nvSpPr>
                <p:cNvPr id="20" name="Oval 19">
                  <a:extLst>
                    <a:ext uri="{FF2B5EF4-FFF2-40B4-BE49-F238E27FC236}">
                      <a16:creationId xmlns:a16="http://schemas.microsoft.com/office/drawing/2014/main" id="{2684A2A0-FF92-3BB5-7A12-32AD11190BBF}"/>
                    </a:ext>
                  </a:extLst>
                </p:cNvPr>
                <p:cNvSpPr>
                  <a:spLocks noChangeAspect="1"/>
                </p:cNvSpPr>
                <p:nvPr/>
              </p:nvSpPr>
              <p:spPr>
                <a:xfrm>
                  <a:off x="1358111" y="4681975"/>
                  <a:ext cx="87027" cy="87027"/>
                </a:xfrm>
                <a:prstGeom prst="ellipse">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sz="3200"/>
                </a:p>
              </p:txBody>
            </p:sp>
            <p:sp>
              <p:nvSpPr>
                <p:cNvPr id="21" name="Oval 20">
                  <a:extLst>
                    <a:ext uri="{FF2B5EF4-FFF2-40B4-BE49-F238E27FC236}">
                      <a16:creationId xmlns:a16="http://schemas.microsoft.com/office/drawing/2014/main" id="{ED301F0A-51DC-B691-1514-E4BD4927C064}"/>
                    </a:ext>
                  </a:extLst>
                </p:cNvPr>
                <p:cNvSpPr>
                  <a:spLocks noChangeAspect="1"/>
                </p:cNvSpPr>
                <p:nvPr/>
              </p:nvSpPr>
              <p:spPr>
                <a:xfrm>
                  <a:off x="1358111" y="4876205"/>
                  <a:ext cx="87027" cy="87027"/>
                </a:xfrm>
                <a:prstGeom prst="ellipse">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sz="3200"/>
                </a:p>
              </p:txBody>
            </p:sp>
            <p:sp>
              <p:nvSpPr>
                <p:cNvPr id="22" name="Oval 21">
                  <a:extLst>
                    <a:ext uri="{FF2B5EF4-FFF2-40B4-BE49-F238E27FC236}">
                      <a16:creationId xmlns:a16="http://schemas.microsoft.com/office/drawing/2014/main" id="{08C54D93-655E-668A-C769-1CC0FF5045BC}"/>
                    </a:ext>
                  </a:extLst>
                </p:cNvPr>
                <p:cNvSpPr>
                  <a:spLocks noChangeAspect="1"/>
                </p:cNvSpPr>
                <p:nvPr/>
              </p:nvSpPr>
              <p:spPr>
                <a:xfrm>
                  <a:off x="1587455" y="4789178"/>
                  <a:ext cx="87027" cy="87027"/>
                </a:xfrm>
                <a:prstGeom prst="ellipse">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sz="3200"/>
                </a:p>
              </p:txBody>
            </p:sp>
            <p:sp>
              <p:nvSpPr>
                <p:cNvPr id="23" name="Oval 22">
                  <a:extLst>
                    <a:ext uri="{FF2B5EF4-FFF2-40B4-BE49-F238E27FC236}">
                      <a16:creationId xmlns:a16="http://schemas.microsoft.com/office/drawing/2014/main" id="{B7F7F8B1-28B8-E153-F155-D6D80A3A2734}"/>
                    </a:ext>
                  </a:extLst>
                </p:cNvPr>
                <p:cNvSpPr>
                  <a:spLocks noChangeAspect="1"/>
                </p:cNvSpPr>
                <p:nvPr/>
              </p:nvSpPr>
              <p:spPr>
                <a:xfrm>
                  <a:off x="1587455" y="4575772"/>
                  <a:ext cx="87027" cy="87027"/>
                </a:xfrm>
                <a:prstGeom prst="ellipse">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sz="3200"/>
                </a:p>
              </p:txBody>
            </p:sp>
            <p:cxnSp>
              <p:nvCxnSpPr>
                <p:cNvPr id="24" name="Straight Connector 23">
                  <a:extLst>
                    <a:ext uri="{FF2B5EF4-FFF2-40B4-BE49-F238E27FC236}">
                      <a16:creationId xmlns:a16="http://schemas.microsoft.com/office/drawing/2014/main" id="{1107C92A-F519-851A-B590-409592EE9514}"/>
                    </a:ext>
                  </a:extLst>
                </p:cNvPr>
                <p:cNvCxnSpPr>
                  <a:cxnSpLocks/>
                  <a:stCxn id="19" idx="6"/>
                  <a:endCxn id="23" idx="1"/>
                </p:cNvCxnSpPr>
                <p:nvPr/>
              </p:nvCxnSpPr>
              <p:spPr>
                <a:xfrm>
                  <a:off x="1445138" y="4531257"/>
                  <a:ext cx="155062" cy="57259"/>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3DE132A4-464D-579D-A547-C5ECD122FE94}"/>
                    </a:ext>
                  </a:extLst>
                </p:cNvPr>
                <p:cNvCxnSpPr>
                  <a:cxnSpLocks/>
                  <a:stCxn id="20" idx="6"/>
                  <a:endCxn id="23" idx="3"/>
                </p:cNvCxnSpPr>
                <p:nvPr/>
              </p:nvCxnSpPr>
              <p:spPr>
                <a:xfrm flipV="1">
                  <a:off x="1445138" y="4650055"/>
                  <a:ext cx="155062" cy="754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9486F19D-B1B6-88C7-C3D5-3EA567F1D5C5}"/>
                    </a:ext>
                  </a:extLst>
                </p:cNvPr>
                <p:cNvCxnSpPr>
                  <a:cxnSpLocks/>
                  <a:stCxn id="21" idx="7"/>
                  <a:endCxn id="23" idx="4"/>
                </p:cNvCxnSpPr>
                <p:nvPr/>
              </p:nvCxnSpPr>
              <p:spPr>
                <a:xfrm flipV="1">
                  <a:off x="1432393" y="4662799"/>
                  <a:ext cx="198575" cy="22615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8327F49B-F9F5-5C02-75B7-C72C13BA65ED}"/>
                    </a:ext>
                  </a:extLst>
                </p:cNvPr>
                <p:cNvCxnSpPr>
                  <a:cxnSpLocks/>
                  <a:stCxn id="20" idx="5"/>
                  <a:endCxn id="22" idx="2"/>
                </p:cNvCxnSpPr>
                <p:nvPr/>
              </p:nvCxnSpPr>
              <p:spPr>
                <a:xfrm>
                  <a:off x="1432393" y="4756257"/>
                  <a:ext cx="155062" cy="76435"/>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77A27B7F-BD79-CFA2-132D-3599C424EE3F}"/>
                    </a:ext>
                  </a:extLst>
                </p:cNvPr>
                <p:cNvCxnSpPr>
                  <a:cxnSpLocks/>
                  <a:stCxn id="21" idx="5"/>
                  <a:endCxn id="22" idx="3"/>
                </p:cNvCxnSpPr>
                <p:nvPr/>
              </p:nvCxnSpPr>
              <p:spPr>
                <a:xfrm flipV="1">
                  <a:off x="1432393" y="4863461"/>
                  <a:ext cx="167806" cy="87027"/>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sp>
              <p:nvSpPr>
                <p:cNvPr id="29" name="Oval 28">
                  <a:extLst>
                    <a:ext uri="{FF2B5EF4-FFF2-40B4-BE49-F238E27FC236}">
                      <a16:creationId xmlns:a16="http://schemas.microsoft.com/office/drawing/2014/main" id="{CE29ADAA-795B-0BBF-4A2C-3D6B78B2D619}"/>
                    </a:ext>
                  </a:extLst>
                </p:cNvPr>
                <p:cNvSpPr>
                  <a:spLocks noChangeAspect="1"/>
                </p:cNvSpPr>
                <p:nvPr/>
              </p:nvSpPr>
              <p:spPr>
                <a:xfrm>
                  <a:off x="1755261" y="4687771"/>
                  <a:ext cx="87027" cy="87027"/>
                </a:xfrm>
                <a:prstGeom prst="ellipse">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sz="3200"/>
                </a:p>
              </p:txBody>
            </p:sp>
            <p:cxnSp>
              <p:nvCxnSpPr>
                <p:cNvPr id="30" name="Straight Connector 29">
                  <a:extLst>
                    <a:ext uri="{FF2B5EF4-FFF2-40B4-BE49-F238E27FC236}">
                      <a16:creationId xmlns:a16="http://schemas.microsoft.com/office/drawing/2014/main" id="{B1FBD476-D17C-7BC2-3F69-38244E7DBA26}"/>
                    </a:ext>
                  </a:extLst>
                </p:cNvPr>
                <p:cNvCxnSpPr>
                  <a:cxnSpLocks/>
                  <a:stCxn id="19" idx="5"/>
                  <a:endCxn id="22" idx="1"/>
                </p:cNvCxnSpPr>
                <p:nvPr/>
              </p:nvCxnSpPr>
              <p:spPr>
                <a:xfrm>
                  <a:off x="1432393" y="4562026"/>
                  <a:ext cx="167806" cy="23989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A927383C-06B8-1824-AC20-AE5242355C80}"/>
                    </a:ext>
                  </a:extLst>
                </p:cNvPr>
                <p:cNvCxnSpPr>
                  <a:cxnSpLocks/>
                  <a:stCxn id="23" idx="6"/>
                  <a:endCxn id="29" idx="1"/>
                </p:cNvCxnSpPr>
                <p:nvPr/>
              </p:nvCxnSpPr>
              <p:spPr>
                <a:xfrm>
                  <a:off x="1674482" y="4619286"/>
                  <a:ext cx="93524" cy="8123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DA4E8CC0-B457-6FC0-9D2D-0AB3B5C6F6DE}"/>
                    </a:ext>
                  </a:extLst>
                </p:cNvPr>
                <p:cNvCxnSpPr>
                  <a:cxnSpLocks/>
                  <a:stCxn id="22" idx="6"/>
                  <a:endCxn id="29" idx="3"/>
                </p:cNvCxnSpPr>
                <p:nvPr/>
              </p:nvCxnSpPr>
              <p:spPr>
                <a:xfrm flipV="1">
                  <a:off x="1674482" y="4762053"/>
                  <a:ext cx="93524" cy="70639"/>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grpSp>
        </p:grpSp>
        <p:cxnSp>
          <p:nvCxnSpPr>
            <p:cNvPr id="33" name="Connector: Elbow 32">
              <a:extLst>
                <a:ext uri="{FF2B5EF4-FFF2-40B4-BE49-F238E27FC236}">
                  <a16:creationId xmlns:a16="http://schemas.microsoft.com/office/drawing/2014/main" id="{AD48009A-15E1-B29C-0A4D-4129EE048E66}"/>
                </a:ext>
              </a:extLst>
            </p:cNvPr>
            <p:cNvCxnSpPr>
              <a:cxnSpLocks/>
              <a:endCxn id="16" idx="2"/>
            </p:cNvCxnSpPr>
            <p:nvPr/>
          </p:nvCxnSpPr>
          <p:spPr>
            <a:xfrm flipV="1">
              <a:off x="5200333" y="4977725"/>
              <a:ext cx="694158" cy="319179"/>
            </a:xfrm>
            <a:prstGeom prst="bentConnector2">
              <a:avLst/>
            </a:prstGeom>
            <a:ln w="22225">
              <a:solidFill>
                <a:srgbClr val="72634F"/>
              </a:solidFill>
              <a:headEnd type="triangle" w="lg" len="lg"/>
              <a:tailEnd type="none" w="lg" len="lg"/>
            </a:ln>
          </p:spPr>
          <p:style>
            <a:lnRef idx="2">
              <a:schemeClr val="accent1"/>
            </a:lnRef>
            <a:fillRef idx="0">
              <a:schemeClr val="accent1"/>
            </a:fillRef>
            <a:effectRef idx="1">
              <a:schemeClr val="accent1"/>
            </a:effectRef>
            <a:fontRef idx="minor">
              <a:schemeClr val="tx1"/>
            </a:fontRef>
          </p:style>
        </p:cxnSp>
        <p:pic>
          <p:nvPicPr>
            <p:cNvPr id="39" name="Graphic 38">
              <a:extLst>
                <a:ext uri="{FF2B5EF4-FFF2-40B4-BE49-F238E27FC236}">
                  <a16:creationId xmlns:a16="http://schemas.microsoft.com/office/drawing/2014/main" id="{D2634124-63AC-D75F-004F-EB683BF56AC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46392" y="3672478"/>
              <a:ext cx="3618057" cy="3219457"/>
            </a:xfrm>
            <a:prstGeom prst="rect">
              <a:avLst/>
            </a:prstGeom>
          </p:spPr>
        </p:pic>
      </p:grpSp>
      <p:grpSp>
        <p:nvGrpSpPr>
          <p:cNvPr id="46" name="Group 45">
            <a:extLst>
              <a:ext uri="{FF2B5EF4-FFF2-40B4-BE49-F238E27FC236}">
                <a16:creationId xmlns:a16="http://schemas.microsoft.com/office/drawing/2014/main" id="{6128A4C6-1242-4BE3-4117-C89A120A69D8}"/>
              </a:ext>
            </a:extLst>
          </p:cNvPr>
          <p:cNvGrpSpPr/>
          <p:nvPr/>
        </p:nvGrpSpPr>
        <p:grpSpPr>
          <a:xfrm>
            <a:off x="5894491" y="61037"/>
            <a:ext cx="6033849" cy="3200003"/>
            <a:chOff x="5894491" y="61037"/>
            <a:chExt cx="6033849" cy="3200003"/>
          </a:xfrm>
        </p:grpSpPr>
        <p:cxnSp>
          <p:nvCxnSpPr>
            <p:cNvPr id="12" name="Straight Arrow Connector 11">
              <a:extLst>
                <a:ext uri="{FF2B5EF4-FFF2-40B4-BE49-F238E27FC236}">
                  <a16:creationId xmlns:a16="http://schemas.microsoft.com/office/drawing/2014/main" id="{1875E7FA-702C-2735-DD46-B3D7EB71FA75}"/>
                </a:ext>
              </a:extLst>
            </p:cNvPr>
            <p:cNvCxnSpPr>
              <a:cxnSpLocks/>
            </p:cNvCxnSpPr>
            <p:nvPr/>
          </p:nvCxnSpPr>
          <p:spPr>
            <a:xfrm>
              <a:off x="6185181" y="1225917"/>
              <a:ext cx="748855" cy="288"/>
            </a:xfrm>
            <a:prstGeom prst="straightConnector1">
              <a:avLst/>
            </a:prstGeom>
            <a:ln w="22225">
              <a:solidFill>
                <a:srgbClr val="72634F"/>
              </a:solidFill>
              <a:prstDash val="dash"/>
              <a:tailEnd type="triangle" w="lg" len="lg"/>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037971C7-E684-458F-DE8F-8E2525866F79}"/>
                </a:ext>
              </a:extLst>
            </p:cNvPr>
            <p:cNvSpPr txBox="1"/>
            <p:nvPr/>
          </p:nvSpPr>
          <p:spPr>
            <a:xfrm>
              <a:off x="5894491" y="568152"/>
              <a:ext cx="1449727" cy="400111"/>
            </a:xfrm>
            <a:prstGeom prst="rect">
              <a:avLst/>
            </a:prstGeom>
            <a:noFill/>
          </p:spPr>
          <p:txBody>
            <a:bodyPr wrap="square">
              <a:spAutoFit/>
            </a:bodyPr>
            <a:lstStyle/>
            <a:p>
              <a:r>
                <a:rPr lang="en-US" sz="2000" dirty="0">
                  <a:solidFill>
                    <a:srgbClr val="000000"/>
                  </a:solidFill>
                  <a:latin typeface="Calibri" panose="020F0502020204030204" pitchFamily="34" charset="0"/>
                </a:rPr>
                <a:t>(a) Dataset</a:t>
              </a:r>
              <a:endParaRPr lang="LID4096" sz="2000" dirty="0"/>
            </a:p>
          </p:txBody>
        </p:sp>
        <p:pic>
          <p:nvPicPr>
            <p:cNvPr id="40" name="Graphic 39">
              <a:extLst>
                <a:ext uri="{FF2B5EF4-FFF2-40B4-BE49-F238E27FC236}">
                  <a16:creationId xmlns:a16="http://schemas.microsoft.com/office/drawing/2014/main" id="{FAFE151D-D74D-C040-E2BC-59289505B1A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661672" y="61037"/>
              <a:ext cx="4266668" cy="3200003"/>
            </a:xfrm>
            <a:prstGeom prst="rect">
              <a:avLst/>
            </a:prstGeom>
          </p:spPr>
        </p:pic>
      </p:grpSp>
      <p:grpSp>
        <p:nvGrpSpPr>
          <p:cNvPr id="48" name="Group 47">
            <a:extLst>
              <a:ext uri="{FF2B5EF4-FFF2-40B4-BE49-F238E27FC236}">
                <a16:creationId xmlns:a16="http://schemas.microsoft.com/office/drawing/2014/main" id="{795CD45A-3A82-1951-7688-B912A77256DF}"/>
              </a:ext>
            </a:extLst>
          </p:cNvPr>
          <p:cNvGrpSpPr/>
          <p:nvPr/>
        </p:nvGrpSpPr>
        <p:grpSpPr>
          <a:xfrm>
            <a:off x="5884227" y="2390544"/>
            <a:ext cx="6341679" cy="4477471"/>
            <a:chOff x="5884227" y="2390544"/>
            <a:chExt cx="6341679" cy="4477471"/>
          </a:xfrm>
        </p:grpSpPr>
        <p:cxnSp>
          <p:nvCxnSpPr>
            <p:cNvPr id="36" name="Straight Arrow Connector 35">
              <a:extLst>
                <a:ext uri="{FF2B5EF4-FFF2-40B4-BE49-F238E27FC236}">
                  <a16:creationId xmlns:a16="http://schemas.microsoft.com/office/drawing/2014/main" id="{37C71296-FE6E-14A6-0DAF-CCF4B831D904}"/>
                </a:ext>
              </a:extLst>
            </p:cNvPr>
            <p:cNvCxnSpPr>
              <a:cxnSpLocks/>
              <a:stCxn id="34" idx="2"/>
              <a:endCxn id="17" idx="0"/>
            </p:cNvCxnSpPr>
            <p:nvPr/>
          </p:nvCxnSpPr>
          <p:spPr>
            <a:xfrm flipH="1">
              <a:off x="5884227" y="2390544"/>
              <a:ext cx="5944" cy="1019708"/>
            </a:xfrm>
            <a:prstGeom prst="straightConnector1">
              <a:avLst/>
            </a:prstGeom>
            <a:ln w="22225">
              <a:solidFill>
                <a:srgbClr val="72634F"/>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37" name="Connector: Elbow 36">
              <a:extLst>
                <a:ext uri="{FF2B5EF4-FFF2-40B4-BE49-F238E27FC236}">
                  <a16:creationId xmlns:a16="http://schemas.microsoft.com/office/drawing/2014/main" id="{A09AF032-4466-ECAF-F1B6-1EC944005372}"/>
                </a:ext>
              </a:extLst>
            </p:cNvPr>
            <p:cNvCxnSpPr>
              <a:cxnSpLocks/>
              <a:endCxn id="38" idx="1"/>
            </p:cNvCxnSpPr>
            <p:nvPr/>
          </p:nvCxnSpPr>
          <p:spPr>
            <a:xfrm>
              <a:off x="5894491" y="2777031"/>
              <a:ext cx="1833062" cy="804857"/>
            </a:xfrm>
            <a:prstGeom prst="bentConnector3">
              <a:avLst>
                <a:gd name="adj1" fmla="val 50000"/>
              </a:avLst>
            </a:prstGeom>
            <a:ln w="25400">
              <a:solidFill>
                <a:srgbClr val="72634F"/>
              </a:solidFill>
              <a:prstDash val="dash"/>
              <a:tailEnd type="triangle" w="lg" len="lg"/>
            </a:ln>
          </p:spPr>
          <p:style>
            <a:lnRef idx="2">
              <a:schemeClr val="accent1"/>
            </a:lnRef>
            <a:fillRef idx="0">
              <a:schemeClr val="accent1"/>
            </a:fillRef>
            <a:effectRef idx="1">
              <a:schemeClr val="accent1"/>
            </a:effectRef>
            <a:fontRef idx="minor">
              <a:schemeClr val="tx1"/>
            </a:fontRef>
          </p:style>
        </p:cxnSp>
        <p:sp>
          <p:nvSpPr>
            <p:cNvPr id="38" name="TextBox 37">
              <a:extLst>
                <a:ext uri="{FF2B5EF4-FFF2-40B4-BE49-F238E27FC236}">
                  <a16:creationId xmlns:a16="http://schemas.microsoft.com/office/drawing/2014/main" id="{EC19DA3A-3BF2-AE9A-1CB6-CA2EF6A0FC77}"/>
                </a:ext>
              </a:extLst>
            </p:cNvPr>
            <p:cNvSpPr txBox="1"/>
            <p:nvPr/>
          </p:nvSpPr>
          <p:spPr>
            <a:xfrm>
              <a:off x="7727553" y="3381832"/>
              <a:ext cx="1691964" cy="400111"/>
            </a:xfrm>
            <a:prstGeom prst="rect">
              <a:avLst/>
            </a:prstGeom>
            <a:noFill/>
          </p:spPr>
          <p:txBody>
            <a:bodyPr wrap="square">
              <a:spAutoFit/>
            </a:bodyPr>
            <a:lstStyle/>
            <a:p>
              <a:pPr algn="ctr"/>
              <a:r>
                <a:rPr lang="en-US" sz="2000" dirty="0">
                  <a:solidFill>
                    <a:srgbClr val="000000"/>
                  </a:solidFill>
                  <a:latin typeface="Calibri" panose="020F0502020204030204" pitchFamily="34" charset="0"/>
                </a:rPr>
                <a:t>(b) Features</a:t>
              </a:r>
              <a:endParaRPr lang="LID4096" sz="2000" dirty="0"/>
            </a:p>
          </p:txBody>
        </p:sp>
        <p:pic>
          <p:nvPicPr>
            <p:cNvPr id="41" name="Graphic 40">
              <a:extLst>
                <a:ext uri="{FF2B5EF4-FFF2-40B4-BE49-F238E27FC236}">
                  <a16:creationId xmlns:a16="http://schemas.microsoft.com/office/drawing/2014/main" id="{C0B5B56F-9F23-E681-3C0D-55A24CE2864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727553" y="3974772"/>
              <a:ext cx="4498353" cy="2893243"/>
            </a:xfrm>
            <a:prstGeom prst="rect">
              <a:avLst/>
            </a:prstGeom>
          </p:spPr>
        </p:pic>
      </p:grpSp>
    </p:spTree>
    <p:extLst>
      <p:ext uri="{BB962C8B-B14F-4D97-AF65-F5344CB8AC3E}">
        <p14:creationId xmlns:p14="http://schemas.microsoft.com/office/powerpoint/2010/main" val="5186980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fade">
                                      <p:cBhvr>
                                        <p:cTn id="7" dur="500"/>
                                        <p:tgtEl>
                                          <p:spTgt spid="4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7"/>
                                        </p:tgtEl>
                                        <p:attrNameLst>
                                          <p:attrName>style.visibility</p:attrName>
                                        </p:attrNameLst>
                                      </p:cBhvr>
                                      <p:to>
                                        <p:strVal val="visible"/>
                                      </p:to>
                                    </p:set>
                                    <p:animEffect transition="in" filter="fade">
                                      <p:cBhvr>
                                        <p:cTn id="12" dur="500"/>
                                        <p:tgtEl>
                                          <p:spTgt spid="47"/>
                                        </p:tgtEl>
                                      </p:cBhvr>
                                    </p:animEffect>
                                  </p:childTnLst>
                                </p:cTn>
                              </p:par>
                              <p:par>
                                <p:cTn id="13" presetID="10" presetClass="entr" presetSubtype="0" fill="hold" nodeType="withEffect">
                                  <p:stCondLst>
                                    <p:cond delay="0"/>
                                  </p:stCondLst>
                                  <p:childTnLst>
                                    <p:set>
                                      <p:cBhvr>
                                        <p:cTn id="14" dur="1" fill="hold">
                                          <p:stCondLst>
                                            <p:cond delay="0"/>
                                          </p:stCondLst>
                                        </p:cTn>
                                        <p:tgtEl>
                                          <p:spTgt spid="48"/>
                                        </p:tgtEl>
                                        <p:attrNameLst>
                                          <p:attrName>style.visibility</p:attrName>
                                        </p:attrNameLst>
                                      </p:cBhvr>
                                      <p:to>
                                        <p:strVal val="visible"/>
                                      </p:to>
                                    </p:set>
                                    <p:animEffect transition="in" filter="fade">
                                      <p:cBhvr>
                                        <p:cTn id="15" dur="500"/>
                                        <p:tgtEl>
                                          <p:spTgt spid="48"/>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49"/>
                                        </p:tgtEl>
                                        <p:attrNameLst>
                                          <p:attrName>style.visibility</p:attrName>
                                        </p:attrNameLst>
                                      </p:cBhvr>
                                      <p:to>
                                        <p:strVal val="visible"/>
                                      </p:to>
                                    </p:set>
                                    <p:animEffect transition="in" filter="fade">
                                      <p:cBhvr>
                                        <p:cTn id="20"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02F12199-62E4-AB07-07FB-37B97A0BB0B9}"/>
              </a:ext>
            </a:extLst>
          </p:cNvPr>
          <p:cNvSpPr>
            <a:spLocks noGrp="1"/>
          </p:cNvSpPr>
          <p:nvPr>
            <p:ph type="title"/>
          </p:nvPr>
        </p:nvSpPr>
        <p:spPr>
          <a:xfrm>
            <a:off x="383872" y="220928"/>
            <a:ext cx="1952334" cy="505057"/>
          </a:xfrm>
        </p:spPr>
        <p:txBody>
          <a:bodyPr>
            <a:normAutofit fontScale="90000"/>
          </a:bodyPr>
          <a:lstStyle/>
          <a:p>
            <a:r>
              <a:rPr lang="en-US" sz="4000" dirty="0"/>
              <a:t>Concept</a:t>
            </a:r>
            <a:endParaRPr lang="en-US" sz="3200" dirty="0"/>
          </a:p>
        </p:txBody>
      </p:sp>
      <p:sp>
        <p:nvSpPr>
          <p:cNvPr id="34" name="TextBox 33">
            <a:extLst>
              <a:ext uri="{FF2B5EF4-FFF2-40B4-BE49-F238E27FC236}">
                <a16:creationId xmlns:a16="http://schemas.microsoft.com/office/drawing/2014/main" id="{532E40FD-E7AD-D45B-99BD-2C9F702DFA9F}"/>
              </a:ext>
            </a:extLst>
          </p:cNvPr>
          <p:cNvSpPr txBox="1"/>
          <p:nvPr/>
        </p:nvSpPr>
        <p:spPr>
          <a:xfrm>
            <a:off x="902142" y="977851"/>
            <a:ext cx="2692340" cy="461665"/>
          </a:xfrm>
          <a:prstGeom prst="rect">
            <a:avLst/>
          </a:prstGeom>
          <a:noFill/>
        </p:spPr>
        <p:txBody>
          <a:bodyPr wrap="none" rtlCol="0">
            <a:spAutoFit/>
          </a:bodyPr>
          <a:lstStyle/>
          <a:p>
            <a:r>
              <a:rPr lang="en-US" sz="2400" dirty="0"/>
              <a:t>Metabolic Network</a:t>
            </a:r>
          </a:p>
        </p:txBody>
      </p:sp>
      <p:sp>
        <p:nvSpPr>
          <p:cNvPr id="32" name="Slide Number Placeholder 31">
            <a:extLst>
              <a:ext uri="{FF2B5EF4-FFF2-40B4-BE49-F238E27FC236}">
                <a16:creationId xmlns:a16="http://schemas.microsoft.com/office/drawing/2014/main" id="{892FED7A-74CE-E177-33AE-96985D9F8CE8}"/>
              </a:ext>
            </a:extLst>
          </p:cNvPr>
          <p:cNvSpPr>
            <a:spLocks noGrp="1"/>
          </p:cNvSpPr>
          <p:nvPr>
            <p:ph type="sldNum" sz="quarter" idx="12"/>
          </p:nvPr>
        </p:nvSpPr>
        <p:spPr/>
        <p:txBody>
          <a:bodyPr/>
          <a:lstStyle/>
          <a:p>
            <a:fld id="{250B62C5-2ACF-4D78-8FF3-37371B948607}" type="slidenum">
              <a:rPr lang="en-US" smtClean="0"/>
              <a:t>18</a:t>
            </a:fld>
            <a:endParaRPr lang="en-US"/>
          </a:p>
        </p:txBody>
      </p:sp>
      <p:pic>
        <p:nvPicPr>
          <p:cNvPr id="36" name="Picture 35">
            <a:extLst>
              <a:ext uri="{FF2B5EF4-FFF2-40B4-BE49-F238E27FC236}">
                <a16:creationId xmlns:a16="http://schemas.microsoft.com/office/drawing/2014/main" id="{2CB0EE38-0648-40B1-BF3A-4948B5AF9DA6}"/>
              </a:ext>
            </a:extLst>
          </p:cNvPr>
          <p:cNvPicPr>
            <a:picLocks noChangeAspect="1"/>
          </p:cNvPicPr>
          <p:nvPr/>
        </p:nvPicPr>
        <p:blipFill>
          <a:blip r:embed="rId3"/>
          <a:stretch>
            <a:fillRect/>
          </a:stretch>
        </p:blipFill>
        <p:spPr>
          <a:xfrm>
            <a:off x="239692" y="1504861"/>
            <a:ext cx="3870637" cy="4705634"/>
          </a:xfrm>
          <a:prstGeom prst="rect">
            <a:avLst/>
          </a:prstGeom>
        </p:spPr>
      </p:pic>
      <p:sp>
        <p:nvSpPr>
          <p:cNvPr id="38" name="TextBox 37">
            <a:extLst>
              <a:ext uri="{FF2B5EF4-FFF2-40B4-BE49-F238E27FC236}">
                <a16:creationId xmlns:a16="http://schemas.microsoft.com/office/drawing/2014/main" id="{BCCD00CE-0045-3858-A15B-BD032C35C2E3}"/>
              </a:ext>
            </a:extLst>
          </p:cNvPr>
          <p:cNvSpPr txBox="1"/>
          <p:nvPr/>
        </p:nvSpPr>
        <p:spPr>
          <a:xfrm>
            <a:off x="-70394" y="6502450"/>
            <a:ext cx="9204797" cy="276999"/>
          </a:xfrm>
          <a:prstGeom prst="rect">
            <a:avLst/>
          </a:prstGeom>
          <a:noFill/>
        </p:spPr>
        <p:txBody>
          <a:bodyPr wrap="square">
            <a:spAutoFit/>
          </a:bodyPr>
          <a:lstStyle/>
          <a:p>
            <a:pPr>
              <a:buNone/>
            </a:pPr>
            <a:r>
              <a:rPr lang="en-US" sz="1200" dirty="0">
                <a:effectLst/>
              </a:rPr>
              <a:t>[1] B. Alberts, D. Bray, and K. Hopkin, </a:t>
            </a:r>
            <a:r>
              <a:rPr lang="en-US" sz="1200" i="1" dirty="0">
                <a:effectLst/>
              </a:rPr>
              <a:t>Essential Cell Biology</a:t>
            </a:r>
            <a:r>
              <a:rPr lang="en-US" sz="1200" dirty="0">
                <a:effectLst/>
              </a:rPr>
              <a:t>, 4th rev ed. edition. New York, NY: Norton &amp; Company, 2014.</a:t>
            </a:r>
          </a:p>
        </p:txBody>
      </p:sp>
    </p:spTree>
    <p:extLst>
      <p:ext uri="{BB962C8B-B14F-4D97-AF65-F5344CB8AC3E}">
        <p14:creationId xmlns:p14="http://schemas.microsoft.com/office/powerpoint/2010/main" val="20444588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61A260-A1BB-5FC4-6217-3FFFB91F941C}"/>
            </a:ext>
          </a:extLst>
        </p:cNvPr>
        <p:cNvGrpSpPr/>
        <p:nvPr/>
      </p:nvGrpSpPr>
      <p:grpSpPr>
        <a:xfrm>
          <a:off x="0" y="0"/>
          <a:ext cx="0" cy="0"/>
          <a:chOff x="0" y="0"/>
          <a:chExt cx="0" cy="0"/>
        </a:xfrm>
      </p:grpSpPr>
      <p:grpSp>
        <p:nvGrpSpPr>
          <p:cNvPr id="45" name="Group 44">
            <a:extLst>
              <a:ext uri="{FF2B5EF4-FFF2-40B4-BE49-F238E27FC236}">
                <a16:creationId xmlns:a16="http://schemas.microsoft.com/office/drawing/2014/main" id="{57ACB1D5-546D-9D45-CBEC-9B91666FC293}"/>
              </a:ext>
            </a:extLst>
          </p:cNvPr>
          <p:cNvGrpSpPr/>
          <p:nvPr/>
        </p:nvGrpSpPr>
        <p:grpSpPr>
          <a:xfrm>
            <a:off x="7627804" y="2103242"/>
            <a:ext cx="3509704" cy="2092440"/>
            <a:chOff x="7627804" y="2103242"/>
            <a:chExt cx="3509704" cy="2092440"/>
          </a:xfrm>
        </p:grpSpPr>
        <p:pic>
          <p:nvPicPr>
            <p:cNvPr id="24" name="Picture 23">
              <a:extLst>
                <a:ext uri="{FF2B5EF4-FFF2-40B4-BE49-F238E27FC236}">
                  <a16:creationId xmlns:a16="http://schemas.microsoft.com/office/drawing/2014/main" id="{29F6EA5A-3577-72DA-64B5-B27582D56B15}"/>
                </a:ext>
              </a:extLst>
            </p:cNvPr>
            <p:cNvPicPr>
              <a:picLocks noChangeAspect="1"/>
            </p:cNvPicPr>
            <p:nvPr/>
          </p:nvPicPr>
          <p:blipFill>
            <a:blip r:embed="rId3"/>
            <a:stretch>
              <a:fillRect/>
            </a:stretch>
          </p:blipFill>
          <p:spPr>
            <a:xfrm rot="16379150" flipH="1">
              <a:off x="9367036" y="2103242"/>
              <a:ext cx="1483213" cy="1483214"/>
            </a:xfrm>
            <a:prstGeom prst="rect">
              <a:avLst/>
            </a:prstGeom>
          </p:spPr>
        </p:pic>
        <p:sp>
          <p:nvSpPr>
            <p:cNvPr id="25" name="TextBox 24">
              <a:extLst>
                <a:ext uri="{FF2B5EF4-FFF2-40B4-BE49-F238E27FC236}">
                  <a16:creationId xmlns:a16="http://schemas.microsoft.com/office/drawing/2014/main" id="{24069B66-5EB3-F08F-AD34-9AE93BC49AB6}"/>
                </a:ext>
              </a:extLst>
            </p:cNvPr>
            <p:cNvSpPr txBox="1"/>
            <p:nvPr/>
          </p:nvSpPr>
          <p:spPr>
            <a:xfrm>
              <a:off x="10486368" y="2276987"/>
              <a:ext cx="651140" cy="338554"/>
            </a:xfrm>
            <a:prstGeom prst="rect">
              <a:avLst/>
            </a:prstGeom>
            <a:noFill/>
          </p:spPr>
          <p:txBody>
            <a:bodyPr wrap="none" rtlCol="0">
              <a:spAutoFit/>
            </a:bodyPr>
            <a:lstStyle/>
            <a:p>
              <a:r>
                <a:rPr lang="en-US" sz="1600" dirty="0">
                  <a:ln/>
                  <a:solidFill>
                    <a:srgbClr val="000000"/>
                  </a:solidFill>
                  <a:latin typeface="Arial"/>
                  <a:cs typeface="Arial"/>
                  <a:sym typeface="Arial"/>
                  <a:rtl val="0"/>
                </a:rPr>
                <a:t> </a:t>
              </a:r>
              <a:r>
                <a:rPr lang="en-US" sz="1600" spc="0" baseline="0" dirty="0">
                  <a:ln/>
                  <a:solidFill>
                    <a:srgbClr val="000000"/>
                  </a:solidFill>
                  <a:latin typeface="Arial"/>
                  <a:cs typeface="Arial"/>
                  <a:sym typeface="Arial"/>
                  <a:rtl val="0"/>
                </a:rPr>
                <a:t> Cell</a:t>
              </a:r>
              <a:endParaRPr lang="en-US" sz="1600" dirty="0">
                <a:ln/>
                <a:solidFill>
                  <a:srgbClr val="000000"/>
                </a:solidFill>
                <a:latin typeface="Arial"/>
                <a:cs typeface="Arial"/>
                <a:sym typeface="Arial"/>
                <a:rtl val="0"/>
              </a:endParaRPr>
            </a:p>
          </p:txBody>
        </p:sp>
        <p:pic>
          <p:nvPicPr>
            <p:cNvPr id="26" name="Picture 25">
              <a:extLst>
                <a:ext uri="{FF2B5EF4-FFF2-40B4-BE49-F238E27FC236}">
                  <a16:creationId xmlns:a16="http://schemas.microsoft.com/office/drawing/2014/main" id="{0F678591-9E0A-FC23-E13F-4DCFD6643F5A}"/>
                </a:ext>
              </a:extLst>
            </p:cNvPr>
            <p:cNvPicPr>
              <a:picLocks noChangeAspect="1"/>
            </p:cNvPicPr>
            <p:nvPr/>
          </p:nvPicPr>
          <p:blipFill>
            <a:blip r:embed="rId4"/>
            <a:srcRect l="8213"/>
            <a:stretch>
              <a:fillRect/>
            </a:stretch>
          </p:blipFill>
          <p:spPr>
            <a:xfrm>
              <a:off x="7627804" y="2628581"/>
              <a:ext cx="1438385" cy="1567101"/>
            </a:xfrm>
            <a:prstGeom prst="rect">
              <a:avLst/>
            </a:prstGeom>
          </p:spPr>
        </p:pic>
        <p:cxnSp>
          <p:nvCxnSpPr>
            <p:cNvPr id="27" name="Straight Connector 26">
              <a:extLst>
                <a:ext uri="{FF2B5EF4-FFF2-40B4-BE49-F238E27FC236}">
                  <a16:creationId xmlns:a16="http://schemas.microsoft.com/office/drawing/2014/main" id="{AC72B6D7-6CBB-FE8F-7CEB-9319E27B9736}"/>
                </a:ext>
              </a:extLst>
            </p:cNvPr>
            <p:cNvCxnSpPr>
              <a:cxnSpLocks/>
            </p:cNvCxnSpPr>
            <p:nvPr/>
          </p:nvCxnSpPr>
          <p:spPr>
            <a:xfrm flipH="1" flipV="1">
              <a:off x="8249028" y="2635692"/>
              <a:ext cx="1750311" cy="198020"/>
            </a:xfrm>
            <a:prstGeom prst="line">
              <a:avLst/>
            </a:prstGeom>
            <a:ln w="19050">
              <a:prstDash val="dash"/>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5506ABA3-5B9A-4675-0B3C-D97C41EF2066}"/>
                </a:ext>
              </a:extLst>
            </p:cNvPr>
            <p:cNvCxnSpPr>
              <a:cxnSpLocks/>
            </p:cNvCxnSpPr>
            <p:nvPr/>
          </p:nvCxnSpPr>
          <p:spPr>
            <a:xfrm flipV="1">
              <a:off x="8959300" y="2910679"/>
              <a:ext cx="1040040" cy="1030124"/>
            </a:xfrm>
            <a:prstGeom prst="line">
              <a:avLst/>
            </a:prstGeom>
            <a:ln w="28575">
              <a:prstDash val="dash"/>
            </a:ln>
          </p:spPr>
          <p:style>
            <a:lnRef idx="2">
              <a:schemeClr val="accent1"/>
            </a:lnRef>
            <a:fillRef idx="0">
              <a:schemeClr val="accent1"/>
            </a:fillRef>
            <a:effectRef idx="1">
              <a:schemeClr val="accent1"/>
            </a:effectRef>
            <a:fontRef idx="minor">
              <a:schemeClr val="tx1"/>
            </a:fontRef>
          </p:style>
        </p:cxnSp>
      </p:grpSp>
      <p:sp>
        <p:nvSpPr>
          <p:cNvPr id="3" name="Title 1">
            <a:extLst>
              <a:ext uri="{FF2B5EF4-FFF2-40B4-BE49-F238E27FC236}">
                <a16:creationId xmlns:a16="http://schemas.microsoft.com/office/drawing/2014/main" id="{13D168E5-B083-2DBA-C1C6-F1951AD0D1E0}"/>
              </a:ext>
            </a:extLst>
          </p:cNvPr>
          <p:cNvSpPr>
            <a:spLocks noGrp="1"/>
          </p:cNvSpPr>
          <p:nvPr>
            <p:ph type="title"/>
          </p:nvPr>
        </p:nvSpPr>
        <p:spPr>
          <a:xfrm>
            <a:off x="10066812" y="91581"/>
            <a:ext cx="1952334" cy="505057"/>
          </a:xfrm>
        </p:spPr>
        <p:txBody>
          <a:bodyPr>
            <a:normAutofit fontScale="90000"/>
          </a:bodyPr>
          <a:lstStyle/>
          <a:p>
            <a:r>
              <a:rPr lang="en-US" sz="4000" dirty="0"/>
              <a:t>Concept</a:t>
            </a:r>
            <a:endParaRPr lang="en-US" sz="3200" dirty="0"/>
          </a:p>
        </p:txBody>
      </p:sp>
      <p:sp>
        <p:nvSpPr>
          <p:cNvPr id="32" name="Slide Number Placeholder 31">
            <a:extLst>
              <a:ext uri="{FF2B5EF4-FFF2-40B4-BE49-F238E27FC236}">
                <a16:creationId xmlns:a16="http://schemas.microsoft.com/office/drawing/2014/main" id="{F1F7A9D7-E1CB-338F-3968-5AEF17EF8A11}"/>
              </a:ext>
            </a:extLst>
          </p:cNvPr>
          <p:cNvSpPr>
            <a:spLocks noGrp="1"/>
          </p:cNvSpPr>
          <p:nvPr>
            <p:ph type="sldNum" sz="quarter" idx="12"/>
          </p:nvPr>
        </p:nvSpPr>
        <p:spPr>
          <a:xfrm>
            <a:off x="-99230" y="6595961"/>
            <a:ext cx="483102" cy="338556"/>
          </a:xfrm>
        </p:spPr>
        <p:txBody>
          <a:bodyPr/>
          <a:lstStyle/>
          <a:p>
            <a:fld id="{250B62C5-2ACF-4D78-8FF3-37371B948607}" type="slidenum">
              <a:rPr lang="en-US" smtClean="0"/>
              <a:t>19</a:t>
            </a:fld>
            <a:endParaRPr lang="en-US"/>
          </a:p>
        </p:txBody>
      </p:sp>
      <p:grpSp>
        <p:nvGrpSpPr>
          <p:cNvPr id="40" name="Group 39">
            <a:extLst>
              <a:ext uri="{FF2B5EF4-FFF2-40B4-BE49-F238E27FC236}">
                <a16:creationId xmlns:a16="http://schemas.microsoft.com/office/drawing/2014/main" id="{CB0CB0E0-1EF3-49E0-E8F0-7E3A554E93B9}"/>
              </a:ext>
            </a:extLst>
          </p:cNvPr>
          <p:cNvGrpSpPr/>
          <p:nvPr/>
        </p:nvGrpSpPr>
        <p:grpSpPr>
          <a:xfrm>
            <a:off x="2322114" y="2638093"/>
            <a:ext cx="2930911" cy="1760200"/>
            <a:chOff x="2322114" y="2638093"/>
            <a:chExt cx="2930911" cy="1760200"/>
          </a:xfrm>
        </p:grpSpPr>
        <p:sp>
          <p:nvSpPr>
            <p:cNvPr id="30" name="TextBox 29">
              <a:extLst>
                <a:ext uri="{FF2B5EF4-FFF2-40B4-BE49-F238E27FC236}">
                  <a16:creationId xmlns:a16="http://schemas.microsoft.com/office/drawing/2014/main" id="{1CCB38FD-BE2D-04F9-3280-4C4C8C7BED42}"/>
                </a:ext>
              </a:extLst>
            </p:cNvPr>
            <p:cNvSpPr txBox="1"/>
            <p:nvPr/>
          </p:nvSpPr>
          <p:spPr>
            <a:xfrm>
              <a:off x="2445581" y="2638093"/>
              <a:ext cx="1154483" cy="400110"/>
            </a:xfrm>
            <a:prstGeom prst="rect">
              <a:avLst/>
            </a:prstGeom>
            <a:noFill/>
          </p:spPr>
          <p:txBody>
            <a:bodyPr wrap="none" rtlCol="0">
              <a:spAutoFit/>
            </a:bodyPr>
            <a:lstStyle/>
            <a:p>
              <a:r>
                <a:rPr lang="en-US" sz="2000" b="1" spc="0" baseline="0" dirty="0">
                  <a:ln/>
                  <a:solidFill>
                    <a:srgbClr val="000000"/>
                  </a:solidFill>
                  <a:latin typeface="Arial"/>
                  <a:cs typeface="Arial"/>
                  <a:sym typeface="Arial"/>
                  <a:rtl val="0"/>
                </a:rPr>
                <a:t>Enzyme</a:t>
              </a:r>
              <a:endParaRPr lang="en-US" sz="2000" b="1" dirty="0">
                <a:ln/>
                <a:solidFill>
                  <a:srgbClr val="000000"/>
                </a:solidFill>
                <a:latin typeface="Arial"/>
                <a:cs typeface="Arial"/>
                <a:sym typeface="Arial"/>
                <a:rtl val="0"/>
              </a:endParaRPr>
            </a:p>
          </p:txBody>
        </p:sp>
        <p:cxnSp>
          <p:nvCxnSpPr>
            <p:cNvPr id="42" name="Straight Arrow Connector 41">
              <a:extLst>
                <a:ext uri="{FF2B5EF4-FFF2-40B4-BE49-F238E27FC236}">
                  <a16:creationId xmlns:a16="http://schemas.microsoft.com/office/drawing/2014/main" id="{0C56DF3D-6816-2E21-F3CF-2AB1590004B7}"/>
                </a:ext>
              </a:extLst>
            </p:cNvPr>
            <p:cNvCxnSpPr>
              <a:cxnSpLocks/>
            </p:cNvCxnSpPr>
            <p:nvPr/>
          </p:nvCxnSpPr>
          <p:spPr>
            <a:xfrm flipH="1" flipV="1">
              <a:off x="4098253" y="3836762"/>
              <a:ext cx="1013192" cy="7021"/>
            </a:xfrm>
            <a:prstGeom prst="straightConnector1">
              <a:avLst/>
            </a:prstGeom>
            <a:ln w="22225">
              <a:tailEnd type="triangle" w="lg" len="lg"/>
            </a:ln>
          </p:spPr>
          <p:style>
            <a:lnRef idx="2">
              <a:schemeClr val="accent1"/>
            </a:lnRef>
            <a:fillRef idx="0">
              <a:schemeClr val="accent1"/>
            </a:fillRef>
            <a:effectRef idx="1">
              <a:schemeClr val="accent1"/>
            </a:effectRef>
            <a:fontRef idx="minor">
              <a:schemeClr val="tx1"/>
            </a:fontRef>
          </p:style>
        </p:cxnSp>
        <p:sp>
          <p:nvSpPr>
            <p:cNvPr id="43" name="TextBox 42">
              <a:extLst>
                <a:ext uri="{FF2B5EF4-FFF2-40B4-BE49-F238E27FC236}">
                  <a16:creationId xmlns:a16="http://schemas.microsoft.com/office/drawing/2014/main" id="{609B682B-8D1D-02FF-4B28-CE6889A45507}"/>
                </a:ext>
              </a:extLst>
            </p:cNvPr>
            <p:cNvSpPr txBox="1"/>
            <p:nvPr/>
          </p:nvSpPr>
          <p:spPr>
            <a:xfrm>
              <a:off x="4062891" y="3378905"/>
              <a:ext cx="1190134" cy="338554"/>
            </a:xfrm>
            <a:prstGeom prst="rect">
              <a:avLst/>
            </a:prstGeom>
            <a:noFill/>
          </p:spPr>
          <p:txBody>
            <a:bodyPr wrap="none" rtlCol="0">
              <a:spAutoFit/>
            </a:bodyPr>
            <a:lstStyle/>
            <a:p>
              <a:r>
                <a:rPr lang="en-US" sz="1600" dirty="0">
                  <a:ln/>
                  <a:solidFill>
                    <a:srgbClr val="000000"/>
                  </a:solidFill>
                  <a:latin typeface="Arial"/>
                  <a:cs typeface="Arial"/>
                  <a:sym typeface="Arial"/>
                  <a:rtl val="0"/>
                </a:rPr>
                <a:t>Translation</a:t>
              </a:r>
            </a:p>
          </p:txBody>
        </p:sp>
        <p:pic>
          <p:nvPicPr>
            <p:cNvPr id="60" name="Picture 59" descr="Protein folding and denaturation (article) | Khan Academy">
              <a:extLst>
                <a:ext uri="{FF2B5EF4-FFF2-40B4-BE49-F238E27FC236}">
                  <a16:creationId xmlns:a16="http://schemas.microsoft.com/office/drawing/2014/main" id="{7319D374-B078-6C01-7642-CFD08AB8C3AB}"/>
                </a:ext>
              </a:extLst>
            </p:cNvPr>
            <p:cNvPicPr>
              <a:picLocks noChangeAspect="1"/>
            </p:cNvPicPr>
            <p:nvPr/>
          </p:nvPicPr>
          <p:blipFill>
            <a:blip r:embed="rId5"/>
            <a:srcRect r="60237" b="14179"/>
            <a:stretch>
              <a:fillRect/>
            </a:stretch>
          </p:blipFill>
          <p:spPr>
            <a:xfrm rot="5400000">
              <a:off x="2444360" y="3009013"/>
              <a:ext cx="1267034" cy="1511525"/>
            </a:xfrm>
            <a:prstGeom prst="rect">
              <a:avLst/>
            </a:prstGeom>
          </p:spPr>
        </p:pic>
      </p:grpSp>
      <p:grpSp>
        <p:nvGrpSpPr>
          <p:cNvPr id="38" name="Group 37">
            <a:extLst>
              <a:ext uri="{FF2B5EF4-FFF2-40B4-BE49-F238E27FC236}">
                <a16:creationId xmlns:a16="http://schemas.microsoft.com/office/drawing/2014/main" id="{074715B5-6674-B7B0-4A68-4E8E017104F2}"/>
              </a:ext>
            </a:extLst>
          </p:cNvPr>
          <p:cNvGrpSpPr/>
          <p:nvPr/>
        </p:nvGrpSpPr>
        <p:grpSpPr>
          <a:xfrm>
            <a:off x="5236576" y="2253624"/>
            <a:ext cx="2409425" cy="2083632"/>
            <a:chOff x="5236576" y="2253624"/>
            <a:chExt cx="2409425" cy="2083632"/>
          </a:xfrm>
        </p:grpSpPr>
        <p:pic>
          <p:nvPicPr>
            <p:cNvPr id="2" name="Picture 1" descr="RNA related vector icon. RNA sign. Isolated on white background. Editable vector illustration Stock Vector Image &amp; Art - Alamy">
              <a:extLst>
                <a:ext uri="{FF2B5EF4-FFF2-40B4-BE49-F238E27FC236}">
                  <a16:creationId xmlns:a16="http://schemas.microsoft.com/office/drawing/2014/main" id="{E7044E46-50B3-92EB-D952-FC605CBD3E24}"/>
                </a:ext>
              </a:extLst>
            </p:cNvPr>
            <p:cNvPicPr>
              <a:picLocks noChangeAspect="1"/>
            </p:cNvPicPr>
            <p:nvPr/>
          </p:nvPicPr>
          <p:blipFill>
            <a:blip r:embed="rId6"/>
            <a:srcRect l="35275" t="15265" r="22388" b="22407"/>
            <a:stretch>
              <a:fillRect/>
            </a:stretch>
          </p:blipFill>
          <p:spPr>
            <a:xfrm rot="19474698">
              <a:off x="5426623" y="2959865"/>
              <a:ext cx="875192" cy="1377391"/>
            </a:xfrm>
            <a:prstGeom prst="rect">
              <a:avLst/>
            </a:prstGeom>
          </p:spPr>
        </p:pic>
        <p:sp>
          <p:nvSpPr>
            <p:cNvPr id="39" name="TextBox 38">
              <a:extLst>
                <a:ext uri="{FF2B5EF4-FFF2-40B4-BE49-F238E27FC236}">
                  <a16:creationId xmlns:a16="http://schemas.microsoft.com/office/drawing/2014/main" id="{7CD1BA65-AC9F-EF02-F39F-FB6373253F9B}"/>
                </a:ext>
              </a:extLst>
            </p:cNvPr>
            <p:cNvSpPr txBox="1"/>
            <p:nvPr/>
          </p:nvSpPr>
          <p:spPr>
            <a:xfrm>
              <a:off x="5236576" y="2253624"/>
              <a:ext cx="1003801" cy="584775"/>
            </a:xfrm>
            <a:prstGeom prst="rect">
              <a:avLst/>
            </a:prstGeom>
            <a:noFill/>
          </p:spPr>
          <p:txBody>
            <a:bodyPr wrap="none" rtlCol="0">
              <a:spAutoFit/>
            </a:bodyPr>
            <a:lstStyle/>
            <a:p>
              <a:pPr algn="ctr"/>
              <a:r>
                <a:rPr lang="en-US" sz="1600" dirty="0">
                  <a:ln/>
                  <a:solidFill>
                    <a:srgbClr val="000000"/>
                  </a:solidFill>
                  <a:latin typeface="Arial"/>
                  <a:cs typeface="Arial"/>
                  <a:sym typeface="Arial"/>
                  <a:rtl val="0"/>
                </a:rPr>
                <a:t>RNA</a:t>
              </a:r>
            </a:p>
            <a:p>
              <a:pPr algn="ctr"/>
              <a:r>
                <a:rPr lang="en-US" sz="1600" dirty="0">
                  <a:ln/>
                  <a:solidFill>
                    <a:srgbClr val="000000"/>
                  </a:solidFill>
                  <a:latin typeface="Arial"/>
                  <a:cs typeface="Arial"/>
                  <a:sym typeface="Arial"/>
                  <a:rtl val="0"/>
                </a:rPr>
                <a:t>molecule</a:t>
              </a:r>
            </a:p>
          </p:txBody>
        </p:sp>
        <p:sp>
          <p:nvSpPr>
            <p:cNvPr id="41" name="TextBox 40">
              <a:extLst>
                <a:ext uri="{FF2B5EF4-FFF2-40B4-BE49-F238E27FC236}">
                  <a16:creationId xmlns:a16="http://schemas.microsoft.com/office/drawing/2014/main" id="{921BC5BE-C8B2-8803-E710-9BA1972DD312}"/>
                </a:ext>
              </a:extLst>
            </p:cNvPr>
            <p:cNvSpPr txBox="1"/>
            <p:nvPr/>
          </p:nvSpPr>
          <p:spPr>
            <a:xfrm>
              <a:off x="6284346" y="3422873"/>
              <a:ext cx="1361655" cy="338554"/>
            </a:xfrm>
            <a:prstGeom prst="rect">
              <a:avLst/>
            </a:prstGeom>
            <a:noFill/>
          </p:spPr>
          <p:txBody>
            <a:bodyPr wrap="none" rtlCol="0">
              <a:spAutoFit/>
            </a:bodyPr>
            <a:lstStyle/>
            <a:p>
              <a:r>
                <a:rPr lang="en-US" sz="1600" dirty="0">
                  <a:ln/>
                  <a:solidFill>
                    <a:srgbClr val="000000"/>
                  </a:solidFill>
                  <a:latin typeface="Arial"/>
                  <a:cs typeface="Arial"/>
                  <a:sym typeface="Arial"/>
                  <a:rtl val="0"/>
                </a:rPr>
                <a:t>Transcription</a:t>
              </a:r>
            </a:p>
          </p:txBody>
        </p:sp>
        <p:cxnSp>
          <p:nvCxnSpPr>
            <p:cNvPr id="34" name="Straight Arrow Connector 33">
              <a:extLst>
                <a:ext uri="{FF2B5EF4-FFF2-40B4-BE49-F238E27FC236}">
                  <a16:creationId xmlns:a16="http://schemas.microsoft.com/office/drawing/2014/main" id="{B3D69260-336C-4610-B615-9FAF6AFD38A5}"/>
                </a:ext>
              </a:extLst>
            </p:cNvPr>
            <p:cNvCxnSpPr>
              <a:cxnSpLocks/>
            </p:cNvCxnSpPr>
            <p:nvPr/>
          </p:nvCxnSpPr>
          <p:spPr>
            <a:xfrm flipH="1" flipV="1">
              <a:off x="6484888" y="3849922"/>
              <a:ext cx="1013192" cy="7021"/>
            </a:xfrm>
            <a:prstGeom prst="straightConnector1">
              <a:avLst/>
            </a:prstGeom>
            <a:ln w="22225">
              <a:tailEnd type="triangle" w="lg" len="lg"/>
            </a:ln>
          </p:spPr>
          <p:style>
            <a:lnRef idx="2">
              <a:schemeClr val="accent1"/>
            </a:lnRef>
            <a:fillRef idx="0">
              <a:schemeClr val="accent1"/>
            </a:fillRef>
            <a:effectRef idx="1">
              <a:schemeClr val="accent1"/>
            </a:effectRef>
            <a:fontRef idx="minor">
              <a:schemeClr val="tx1"/>
            </a:fontRef>
          </p:style>
        </p:cxnSp>
      </p:grpSp>
      <p:grpSp>
        <p:nvGrpSpPr>
          <p:cNvPr id="44" name="Group 43">
            <a:extLst>
              <a:ext uri="{FF2B5EF4-FFF2-40B4-BE49-F238E27FC236}">
                <a16:creationId xmlns:a16="http://schemas.microsoft.com/office/drawing/2014/main" id="{8D02BF01-634A-B18A-90AA-1908705938FE}"/>
              </a:ext>
            </a:extLst>
          </p:cNvPr>
          <p:cNvGrpSpPr/>
          <p:nvPr/>
        </p:nvGrpSpPr>
        <p:grpSpPr>
          <a:xfrm>
            <a:off x="133958" y="2226075"/>
            <a:ext cx="1970023" cy="3080584"/>
            <a:chOff x="133958" y="2226075"/>
            <a:chExt cx="1970023" cy="3080584"/>
          </a:xfrm>
        </p:grpSpPr>
        <p:sp>
          <p:nvSpPr>
            <p:cNvPr id="48" name="TextBox 47">
              <a:extLst>
                <a:ext uri="{FF2B5EF4-FFF2-40B4-BE49-F238E27FC236}">
                  <a16:creationId xmlns:a16="http://schemas.microsoft.com/office/drawing/2014/main" id="{ED8F1C5C-A73E-0724-5D0A-91E2811EF577}"/>
                </a:ext>
              </a:extLst>
            </p:cNvPr>
            <p:cNvSpPr txBox="1"/>
            <p:nvPr/>
          </p:nvSpPr>
          <p:spPr>
            <a:xfrm>
              <a:off x="142321" y="2751008"/>
              <a:ext cx="1329018" cy="369332"/>
            </a:xfrm>
            <a:prstGeom prst="rect">
              <a:avLst/>
            </a:prstGeom>
            <a:noFill/>
          </p:spPr>
          <p:txBody>
            <a:bodyPr wrap="none" rtlCol="0">
              <a:spAutoFit/>
            </a:bodyPr>
            <a:lstStyle/>
            <a:p>
              <a:r>
                <a:rPr lang="en-US" dirty="0"/>
                <a:t>Substrate A</a:t>
              </a:r>
            </a:p>
          </p:txBody>
        </p:sp>
        <p:cxnSp>
          <p:nvCxnSpPr>
            <p:cNvPr id="50" name="Straight Arrow Connector 49">
              <a:extLst>
                <a:ext uri="{FF2B5EF4-FFF2-40B4-BE49-F238E27FC236}">
                  <a16:creationId xmlns:a16="http://schemas.microsoft.com/office/drawing/2014/main" id="{798593DD-977B-DF08-C73A-ED707DCB0499}"/>
                </a:ext>
              </a:extLst>
            </p:cNvPr>
            <p:cNvCxnSpPr/>
            <p:nvPr/>
          </p:nvCxnSpPr>
          <p:spPr>
            <a:xfrm>
              <a:off x="711200" y="3310791"/>
              <a:ext cx="0" cy="1501713"/>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sp>
          <p:nvSpPr>
            <p:cNvPr id="52" name="TextBox 51">
              <a:extLst>
                <a:ext uri="{FF2B5EF4-FFF2-40B4-BE49-F238E27FC236}">
                  <a16:creationId xmlns:a16="http://schemas.microsoft.com/office/drawing/2014/main" id="{C11E2DF0-51EE-BDFE-61C7-88346AFA9383}"/>
                </a:ext>
              </a:extLst>
            </p:cNvPr>
            <p:cNvSpPr txBox="1"/>
            <p:nvPr/>
          </p:nvSpPr>
          <p:spPr>
            <a:xfrm>
              <a:off x="156160" y="4937327"/>
              <a:ext cx="1153906" cy="369332"/>
            </a:xfrm>
            <a:prstGeom prst="rect">
              <a:avLst/>
            </a:prstGeom>
            <a:noFill/>
          </p:spPr>
          <p:txBody>
            <a:bodyPr wrap="none" rtlCol="0">
              <a:spAutoFit/>
            </a:bodyPr>
            <a:lstStyle/>
            <a:p>
              <a:r>
                <a:rPr lang="en-US" dirty="0"/>
                <a:t>Product B</a:t>
              </a:r>
            </a:p>
          </p:txBody>
        </p:sp>
        <p:sp>
          <p:nvSpPr>
            <p:cNvPr id="54" name="TextBox 53">
              <a:extLst>
                <a:ext uri="{FF2B5EF4-FFF2-40B4-BE49-F238E27FC236}">
                  <a16:creationId xmlns:a16="http://schemas.microsoft.com/office/drawing/2014/main" id="{41A03933-545E-57DD-A058-7C59BF1F7B33}"/>
                </a:ext>
              </a:extLst>
            </p:cNvPr>
            <p:cNvSpPr txBox="1"/>
            <p:nvPr/>
          </p:nvSpPr>
          <p:spPr>
            <a:xfrm>
              <a:off x="1088960" y="3310791"/>
              <a:ext cx="1015021" cy="338554"/>
            </a:xfrm>
            <a:prstGeom prst="rect">
              <a:avLst/>
            </a:prstGeom>
            <a:noFill/>
          </p:spPr>
          <p:txBody>
            <a:bodyPr wrap="none" rtlCol="0">
              <a:spAutoFit/>
            </a:bodyPr>
            <a:lstStyle/>
            <a:p>
              <a:r>
                <a:rPr lang="en-US" sz="1600" dirty="0">
                  <a:ln/>
                  <a:solidFill>
                    <a:srgbClr val="000000"/>
                  </a:solidFill>
                  <a:latin typeface="Arial"/>
                  <a:cs typeface="Arial"/>
                  <a:sym typeface="Arial"/>
                  <a:rtl val="0"/>
                </a:rPr>
                <a:t>Catalysis</a:t>
              </a:r>
            </a:p>
          </p:txBody>
        </p:sp>
        <p:sp>
          <p:nvSpPr>
            <p:cNvPr id="58" name="TextBox 57">
              <a:extLst>
                <a:ext uri="{FF2B5EF4-FFF2-40B4-BE49-F238E27FC236}">
                  <a16:creationId xmlns:a16="http://schemas.microsoft.com/office/drawing/2014/main" id="{9621569A-7F9D-931D-2E54-C3092BA0840F}"/>
                </a:ext>
              </a:extLst>
            </p:cNvPr>
            <p:cNvSpPr txBox="1"/>
            <p:nvPr/>
          </p:nvSpPr>
          <p:spPr>
            <a:xfrm>
              <a:off x="133958" y="2226075"/>
              <a:ext cx="1268296" cy="400110"/>
            </a:xfrm>
            <a:prstGeom prst="rect">
              <a:avLst/>
            </a:prstGeom>
            <a:noFill/>
          </p:spPr>
          <p:txBody>
            <a:bodyPr wrap="none" rtlCol="0">
              <a:spAutoFit/>
            </a:bodyPr>
            <a:lstStyle/>
            <a:p>
              <a:r>
                <a:rPr lang="en-US" sz="2000" b="1" spc="0" baseline="0" dirty="0">
                  <a:ln/>
                  <a:solidFill>
                    <a:srgbClr val="000000"/>
                  </a:solidFill>
                  <a:latin typeface="Arial"/>
                  <a:cs typeface="Arial"/>
                  <a:sym typeface="Arial"/>
                  <a:rtl val="0"/>
                </a:rPr>
                <a:t>Reaction</a:t>
              </a:r>
              <a:endParaRPr lang="en-US" sz="2000" b="1" dirty="0">
                <a:ln/>
                <a:solidFill>
                  <a:srgbClr val="000000"/>
                </a:solidFill>
                <a:latin typeface="Arial"/>
                <a:cs typeface="Arial"/>
                <a:sym typeface="Arial"/>
                <a:rtl val="0"/>
              </a:endParaRPr>
            </a:p>
          </p:txBody>
        </p:sp>
        <p:cxnSp>
          <p:nvCxnSpPr>
            <p:cNvPr id="35" name="Straight Arrow Connector 34">
              <a:extLst>
                <a:ext uri="{FF2B5EF4-FFF2-40B4-BE49-F238E27FC236}">
                  <a16:creationId xmlns:a16="http://schemas.microsoft.com/office/drawing/2014/main" id="{4470E8DB-4598-C029-CF47-67BCB787F096}"/>
                </a:ext>
              </a:extLst>
            </p:cNvPr>
            <p:cNvCxnSpPr>
              <a:cxnSpLocks/>
            </p:cNvCxnSpPr>
            <p:nvPr/>
          </p:nvCxnSpPr>
          <p:spPr>
            <a:xfrm flipH="1" flipV="1">
              <a:off x="1085436" y="3860024"/>
              <a:ext cx="1013192" cy="7021"/>
            </a:xfrm>
            <a:prstGeom prst="straightConnector1">
              <a:avLst/>
            </a:prstGeom>
            <a:ln w="22225">
              <a:tailEnd type="triangle" w="lg" len="lg"/>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32547184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0"/>
                                        </p:tgtEl>
                                        <p:attrNameLst>
                                          <p:attrName>style.visibility</p:attrName>
                                        </p:attrNameLst>
                                      </p:cBhvr>
                                      <p:to>
                                        <p:strVal val="visible"/>
                                      </p:to>
                                    </p:set>
                                    <p:animEffect transition="in" filter="fade">
                                      <p:cBhvr>
                                        <p:cTn id="12" dur="500"/>
                                        <p:tgtEl>
                                          <p:spTgt spid="4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4"/>
                                        </p:tgtEl>
                                        <p:attrNameLst>
                                          <p:attrName>style.visibility</p:attrName>
                                        </p:attrNameLst>
                                      </p:cBhvr>
                                      <p:to>
                                        <p:strVal val="visible"/>
                                      </p:to>
                                    </p:set>
                                    <p:animEffect transition="in" filter="fade">
                                      <p:cBhvr>
                                        <p:cTn id="17"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FFB574-C76A-E7CD-AFDD-F5309BC35969}"/>
            </a:ext>
          </a:extLst>
        </p:cNvPr>
        <p:cNvGrpSpPr/>
        <p:nvPr/>
      </p:nvGrpSpPr>
      <p:grpSpPr>
        <a:xfrm>
          <a:off x="0" y="0"/>
          <a:ext cx="0" cy="0"/>
          <a:chOff x="0" y="0"/>
          <a:chExt cx="0" cy="0"/>
        </a:xfrm>
      </p:grpSpPr>
      <p:pic>
        <p:nvPicPr>
          <p:cNvPr id="24" name="Picture 23">
            <a:extLst>
              <a:ext uri="{FF2B5EF4-FFF2-40B4-BE49-F238E27FC236}">
                <a16:creationId xmlns:a16="http://schemas.microsoft.com/office/drawing/2014/main" id="{BC70A484-7A19-5FA7-B81E-BAA71A63818B}"/>
              </a:ext>
            </a:extLst>
          </p:cNvPr>
          <p:cNvPicPr>
            <a:picLocks noChangeAspect="1"/>
          </p:cNvPicPr>
          <p:nvPr/>
        </p:nvPicPr>
        <p:blipFill>
          <a:blip r:embed="rId3"/>
          <a:stretch>
            <a:fillRect/>
          </a:stretch>
        </p:blipFill>
        <p:spPr>
          <a:xfrm rot="16379150" flipH="1">
            <a:off x="9367036" y="2103242"/>
            <a:ext cx="1483213" cy="1483214"/>
          </a:xfrm>
          <a:prstGeom prst="rect">
            <a:avLst/>
          </a:prstGeom>
        </p:spPr>
      </p:pic>
      <p:sp>
        <p:nvSpPr>
          <p:cNvPr id="25" name="TextBox 24">
            <a:extLst>
              <a:ext uri="{FF2B5EF4-FFF2-40B4-BE49-F238E27FC236}">
                <a16:creationId xmlns:a16="http://schemas.microsoft.com/office/drawing/2014/main" id="{21434B7D-9CFF-BCFF-D051-141DB4C8154E}"/>
              </a:ext>
            </a:extLst>
          </p:cNvPr>
          <p:cNvSpPr txBox="1"/>
          <p:nvPr/>
        </p:nvSpPr>
        <p:spPr>
          <a:xfrm>
            <a:off x="10486368" y="2276987"/>
            <a:ext cx="651140" cy="338554"/>
          </a:xfrm>
          <a:prstGeom prst="rect">
            <a:avLst/>
          </a:prstGeom>
          <a:noFill/>
        </p:spPr>
        <p:txBody>
          <a:bodyPr wrap="none" rtlCol="0">
            <a:spAutoFit/>
          </a:bodyPr>
          <a:lstStyle/>
          <a:p>
            <a:r>
              <a:rPr lang="en-US" sz="1600" dirty="0">
                <a:ln/>
                <a:solidFill>
                  <a:srgbClr val="000000"/>
                </a:solidFill>
                <a:latin typeface="Arial"/>
                <a:cs typeface="Arial"/>
                <a:sym typeface="Arial"/>
                <a:rtl val="0"/>
              </a:rPr>
              <a:t> </a:t>
            </a:r>
            <a:r>
              <a:rPr lang="en-US" sz="1600" spc="0" baseline="0" dirty="0">
                <a:ln/>
                <a:solidFill>
                  <a:srgbClr val="000000"/>
                </a:solidFill>
                <a:latin typeface="Arial"/>
                <a:cs typeface="Arial"/>
                <a:sym typeface="Arial"/>
                <a:rtl val="0"/>
              </a:rPr>
              <a:t> Cell</a:t>
            </a:r>
            <a:endParaRPr lang="en-US" sz="1600" dirty="0">
              <a:ln/>
              <a:solidFill>
                <a:srgbClr val="000000"/>
              </a:solidFill>
              <a:latin typeface="Arial"/>
              <a:cs typeface="Arial"/>
              <a:sym typeface="Arial"/>
              <a:rtl val="0"/>
            </a:endParaRPr>
          </a:p>
        </p:txBody>
      </p:sp>
      <p:pic>
        <p:nvPicPr>
          <p:cNvPr id="26" name="Picture 25">
            <a:extLst>
              <a:ext uri="{FF2B5EF4-FFF2-40B4-BE49-F238E27FC236}">
                <a16:creationId xmlns:a16="http://schemas.microsoft.com/office/drawing/2014/main" id="{B79B00DC-7658-D133-51F9-22A28EEB3101}"/>
              </a:ext>
            </a:extLst>
          </p:cNvPr>
          <p:cNvPicPr>
            <a:picLocks noChangeAspect="1"/>
          </p:cNvPicPr>
          <p:nvPr/>
        </p:nvPicPr>
        <p:blipFill>
          <a:blip r:embed="rId4"/>
          <a:srcRect l="8213"/>
          <a:stretch>
            <a:fillRect/>
          </a:stretch>
        </p:blipFill>
        <p:spPr>
          <a:xfrm>
            <a:off x="7627804" y="2628581"/>
            <a:ext cx="1438385" cy="1567101"/>
          </a:xfrm>
          <a:prstGeom prst="rect">
            <a:avLst/>
          </a:prstGeom>
        </p:spPr>
      </p:pic>
      <p:cxnSp>
        <p:nvCxnSpPr>
          <p:cNvPr id="27" name="Straight Connector 26">
            <a:extLst>
              <a:ext uri="{FF2B5EF4-FFF2-40B4-BE49-F238E27FC236}">
                <a16:creationId xmlns:a16="http://schemas.microsoft.com/office/drawing/2014/main" id="{E2817976-D083-18E5-F85D-782D3BCFB099}"/>
              </a:ext>
            </a:extLst>
          </p:cNvPr>
          <p:cNvCxnSpPr>
            <a:cxnSpLocks/>
          </p:cNvCxnSpPr>
          <p:nvPr/>
        </p:nvCxnSpPr>
        <p:spPr>
          <a:xfrm flipH="1" flipV="1">
            <a:off x="8249028" y="2635692"/>
            <a:ext cx="1750311" cy="198020"/>
          </a:xfrm>
          <a:prstGeom prst="line">
            <a:avLst/>
          </a:prstGeom>
          <a:ln w="19050">
            <a:prstDash val="dash"/>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D3E429C7-6DB9-555D-6835-B5407AB4EBA7}"/>
              </a:ext>
            </a:extLst>
          </p:cNvPr>
          <p:cNvCxnSpPr>
            <a:cxnSpLocks/>
          </p:cNvCxnSpPr>
          <p:nvPr/>
        </p:nvCxnSpPr>
        <p:spPr>
          <a:xfrm flipV="1">
            <a:off x="8959300" y="2910679"/>
            <a:ext cx="1040040" cy="1030124"/>
          </a:xfrm>
          <a:prstGeom prst="line">
            <a:avLst/>
          </a:prstGeom>
          <a:ln w="28575">
            <a:prstDash val="dash"/>
          </a:ln>
        </p:spPr>
        <p:style>
          <a:lnRef idx="2">
            <a:schemeClr val="accent1"/>
          </a:lnRef>
          <a:fillRef idx="0">
            <a:schemeClr val="accent1"/>
          </a:fillRef>
          <a:effectRef idx="1">
            <a:schemeClr val="accent1"/>
          </a:effectRef>
          <a:fontRef idx="minor">
            <a:schemeClr val="tx1"/>
          </a:fontRef>
        </p:style>
      </p:cxnSp>
      <p:sp>
        <p:nvSpPr>
          <p:cNvPr id="30" name="TextBox 29">
            <a:extLst>
              <a:ext uri="{FF2B5EF4-FFF2-40B4-BE49-F238E27FC236}">
                <a16:creationId xmlns:a16="http://schemas.microsoft.com/office/drawing/2014/main" id="{D1162FDA-7573-9243-165F-C433CB284A30}"/>
              </a:ext>
            </a:extLst>
          </p:cNvPr>
          <p:cNvSpPr txBox="1"/>
          <p:nvPr/>
        </p:nvSpPr>
        <p:spPr>
          <a:xfrm>
            <a:off x="2280481" y="2574593"/>
            <a:ext cx="1154483" cy="400110"/>
          </a:xfrm>
          <a:prstGeom prst="rect">
            <a:avLst/>
          </a:prstGeom>
          <a:noFill/>
        </p:spPr>
        <p:txBody>
          <a:bodyPr wrap="none" rtlCol="0">
            <a:spAutoFit/>
          </a:bodyPr>
          <a:lstStyle/>
          <a:p>
            <a:r>
              <a:rPr lang="en-US" sz="2000" b="1" spc="0" baseline="0" dirty="0">
                <a:ln/>
                <a:solidFill>
                  <a:srgbClr val="000000"/>
                </a:solidFill>
                <a:latin typeface="Arial"/>
                <a:cs typeface="Arial"/>
                <a:sym typeface="Arial"/>
                <a:rtl val="0"/>
              </a:rPr>
              <a:t>Enzyme</a:t>
            </a:r>
            <a:endParaRPr lang="en-US" sz="2000" b="1" dirty="0">
              <a:ln/>
              <a:solidFill>
                <a:srgbClr val="000000"/>
              </a:solidFill>
              <a:latin typeface="Arial"/>
              <a:cs typeface="Arial"/>
              <a:sym typeface="Arial"/>
              <a:rtl val="0"/>
            </a:endParaRPr>
          </a:p>
        </p:txBody>
      </p:sp>
      <p:sp>
        <p:nvSpPr>
          <p:cNvPr id="3" name="Title 1">
            <a:extLst>
              <a:ext uri="{FF2B5EF4-FFF2-40B4-BE49-F238E27FC236}">
                <a16:creationId xmlns:a16="http://schemas.microsoft.com/office/drawing/2014/main" id="{095B31BD-CEB3-1088-16F2-50505DD54D76}"/>
              </a:ext>
            </a:extLst>
          </p:cNvPr>
          <p:cNvSpPr>
            <a:spLocks noGrp="1"/>
          </p:cNvSpPr>
          <p:nvPr>
            <p:ph type="title"/>
          </p:nvPr>
        </p:nvSpPr>
        <p:spPr>
          <a:xfrm>
            <a:off x="10066812" y="91581"/>
            <a:ext cx="1952334" cy="505057"/>
          </a:xfrm>
        </p:spPr>
        <p:txBody>
          <a:bodyPr>
            <a:normAutofit fontScale="90000"/>
          </a:bodyPr>
          <a:lstStyle/>
          <a:p>
            <a:r>
              <a:rPr lang="en-US" sz="4000" dirty="0"/>
              <a:t>Concept</a:t>
            </a:r>
            <a:endParaRPr lang="en-US" sz="3200" dirty="0"/>
          </a:p>
        </p:txBody>
      </p:sp>
      <p:sp>
        <p:nvSpPr>
          <p:cNvPr id="32" name="Slide Number Placeholder 31">
            <a:extLst>
              <a:ext uri="{FF2B5EF4-FFF2-40B4-BE49-F238E27FC236}">
                <a16:creationId xmlns:a16="http://schemas.microsoft.com/office/drawing/2014/main" id="{F24CC49D-3C97-D1AC-7932-10EA9DE42F73}"/>
              </a:ext>
            </a:extLst>
          </p:cNvPr>
          <p:cNvSpPr>
            <a:spLocks noGrp="1"/>
          </p:cNvSpPr>
          <p:nvPr>
            <p:ph type="sldNum" sz="quarter" idx="12"/>
          </p:nvPr>
        </p:nvSpPr>
        <p:spPr>
          <a:xfrm>
            <a:off x="-99230" y="6595961"/>
            <a:ext cx="483102" cy="338556"/>
          </a:xfrm>
        </p:spPr>
        <p:txBody>
          <a:bodyPr/>
          <a:lstStyle/>
          <a:p>
            <a:fld id="{250B62C5-2ACF-4D78-8FF3-37371B948607}" type="slidenum">
              <a:rPr lang="en-US" smtClean="0"/>
              <a:t>20</a:t>
            </a:fld>
            <a:endParaRPr lang="en-US"/>
          </a:p>
        </p:txBody>
      </p:sp>
      <p:cxnSp>
        <p:nvCxnSpPr>
          <p:cNvPr id="42" name="Straight Arrow Connector 41">
            <a:extLst>
              <a:ext uri="{FF2B5EF4-FFF2-40B4-BE49-F238E27FC236}">
                <a16:creationId xmlns:a16="http://schemas.microsoft.com/office/drawing/2014/main" id="{FD0BECE2-F252-F8F9-B0EA-8DBA29195211}"/>
              </a:ext>
            </a:extLst>
          </p:cNvPr>
          <p:cNvCxnSpPr>
            <a:cxnSpLocks/>
          </p:cNvCxnSpPr>
          <p:nvPr/>
        </p:nvCxnSpPr>
        <p:spPr>
          <a:xfrm flipH="1" flipV="1">
            <a:off x="4098253" y="3836762"/>
            <a:ext cx="1013192" cy="7021"/>
          </a:xfrm>
          <a:prstGeom prst="straightConnector1">
            <a:avLst/>
          </a:prstGeom>
          <a:ln w="22225">
            <a:tailEnd type="triangle" w="lg" len="lg"/>
          </a:ln>
        </p:spPr>
        <p:style>
          <a:lnRef idx="2">
            <a:schemeClr val="accent1"/>
          </a:lnRef>
          <a:fillRef idx="0">
            <a:schemeClr val="accent1"/>
          </a:fillRef>
          <a:effectRef idx="1">
            <a:schemeClr val="accent1"/>
          </a:effectRef>
          <a:fontRef idx="minor">
            <a:schemeClr val="tx1"/>
          </a:fontRef>
        </p:style>
      </p:cxnSp>
      <p:sp>
        <p:nvSpPr>
          <p:cNvPr id="43" name="TextBox 42">
            <a:extLst>
              <a:ext uri="{FF2B5EF4-FFF2-40B4-BE49-F238E27FC236}">
                <a16:creationId xmlns:a16="http://schemas.microsoft.com/office/drawing/2014/main" id="{086A7CF8-25DE-4EAC-68C6-3955A33DB625}"/>
              </a:ext>
            </a:extLst>
          </p:cNvPr>
          <p:cNvSpPr txBox="1"/>
          <p:nvPr/>
        </p:nvSpPr>
        <p:spPr>
          <a:xfrm>
            <a:off x="4062891" y="3378905"/>
            <a:ext cx="1190134" cy="338554"/>
          </a:xfrm>
          <a:prstGeom prst="rect">
            <a:avLst/>
          </a:prstGeom>
          <a:noFill/>
        </p:spPr>
        <p:txBody>
          <a:bodyPr wrap="none" rtlCol="0">
            <a:spAutoFit/>
          </a:bodyPr>
          <a:lstStyle/>
          <a:p>
            <a:r>
              <a:rPr lang="en-US" sz="1600" dirty="0">
                <a:ln/>
                <a:solidFill>
                  <a:srgbClr val="000000"/>
                </a:solidFill>
                <a:latin typeface="Arial"/>
                <a:cs typeface="Arial"/>
                <a:sym typeface="Arial"/>
                <a:rtl val="0"/>
              </a:rPr>
              <a:t>Translation</a:t>
            </a:r>
          </a:p>
        </p:txBody>
      </p:sp>
      <p:sp>
        <p:nvSpPr>
          <p:cNvPr id="48" name="TextBox 47">
            <a:extLst>
              <a:ext uri="{FF2B5EF4-FFF2-40B4-BE49-F238E27FC236}">
                <a16:creationId xmlns:a16="http://schemas.microsoft.com/office/drawing/2014/main" id="{E410A8B1-503F-C029-AC59-A64FF67A6C9F}"/>
              </a:ext>
            </a:extLst>
          </p:cNvPr>
          <p:cNvSpPr txBox="1"/>
          <p:nvPr/>
        </p:nvSpPr>
        <p:spPr>
          <a:xfrm>
            <a:off x="142321" y="2751008"/>
            <a:ext cx="1329018" cy="369332"/>
          </a:xfrm>
          <a:prstGeom prst="rect">
            <a:avLst/>
          </a:prstGeom>
          <a:noFill/>
        </p:spPr>
        <p:txBody>
          <a:bodyPr wrap="none" rtlCol="0">
            <a:spAutoFit/>
          </a:bodyPr>
          <a:lstStyle/>
          <a:p>
            <a:r>
              <a:rPr lang="en-US" dirty="0"/>
              <a:t>Substrate A</a:t>
            </a:r>
          </a:p>
        </p:txBody>
      </p:sp>
      <p:cxnSp>
        <p:nvCxnSpPr>
          <p:cNvPr id="50" name="Straight Arrow Connector 49">
            <a:extLst>
              <a:ext uri="{FF2B5EF4-FFF2-40B4-BE49-F238E27FC236}">
                <a16:creationId xmlns:a16="http://schemas.microsoft.com/office/drawing/2014/main" id="{6C647935-4681-8B2E-BA56-393DEC2BC2DF}"/>
              </a:ext>
            </a:extLst>
          </p:cNvPr>
          <p:cNvCxnSpPr/>
          <p:nvPr/>
        </p:nvCxnSpPr>
        <p:spPr>
          <a:xfrm>
            <a:off x="711200" y="3310791"/>
            <a:ext cx="0" cy="1501713"/>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sp>
        <p:nvSpPr>
          <p:cNvPr id="52" name="TextBox 51">
            <a:extLst>
              <a:ext uri="{FF2B5EF4-FFF2-40B4-BE49-F238E27FC236}">
                <a16:creationId xmlns:a16="http://schemas.microsoft.com/office/drawing/2014/main" id="{2B4F713F-7600-DAA3-3622-7671EC08799C}"/>
              </a:ext>
            </a:extLst>
          </p:cNvPr>
          <p:cNvSpPr txBox="1"/>
          <p:nvPr/>
        </p:nvSpPr>
        <p:spPr>
          <a:xfrm>
            <a:off x="156160" y="4937327"/>
            <a:ext cx="1153906" cy="369332"/>
          </a:xfrm>
          <a:prstGeom prst="rect">
            <a:avLst/>
          </a:prstGeom>
          <a:noFill/>
        </p:spPr>
        <p:txBody>
          <a:bodyPr wrap="none" rtlCol="0">
            <a:spAutoFit/>
          </a:bodyPr>
          <a:lstStyle/>
          <a:p>
            <a:r>
              <a:rPr lang="en-US" dirty="0"/>
              <a:t>Product B</a:t>
            </a:r>
          </a:p>
        </p:txBody>
      </p:sp>
      <p:sp>
        <p:nvSpPr>
          <p:cNvPr id="54" name="TextBox 53">
            <a:extLst>
              <a:ext uri="{FF2B5EF4-FFF2-40B4-BE49-F238E27FC236}">
                <a16:creationId xmlns:a16="http://schemas.microsoft.com/office/drawing/2014/main" id="{33708E13-2100-AB11-EA74-8931B334D0E0}"/>
              </a:ext>
            </a:extLst>
          </p:cNvPr>
          <p:cNvSpPr txBox="1"/>
          <p:nvPr/>
        </p:nvSpPr>
        <p:spPr>
          <a:xfrm>
            <a:off x="1088960" y="3310791"/>
            <a:ext cx="1015021" cy="338554"/>
          </a:xfrm>
          <a:prstGeom prst="rect">
            <a:avLst/>
          </a:prstGeom>
          <a:noFill/>
        </p:spPr>
        <p:txBody>
          <a:bodyPr wrap="none" rtlCol="0">
            <a:spAutoFit/>
          </a:bodyPr>
          <a:lstStyle/>
          <a:p>
            <a:r>
              <a:rPr lang="en-US" sz="1600" dirty="0">
                <a:ln/>
                <a:solidFill>
                  <a:srgbClr val="000000"/>
                </a:solidFill>
                <a:latin typeface="Arial"/>
                <a:cs typeface="Arial"/>
                <a:sym typeface="Arial"/>
                <a:rtl val="0"/>
              </a:rPr>
              <a:t>Catalysis</a:t>
            </a:r>
          </a:p>
        </p:txBody>
      </p:sp>
      <p:cxnSp>
        <p:nvCxnSpPr>
          <p:cNvPr id="55" name="Straight Arrow Connector 54">
            <a:extLst>
              <a:ext uri="{FF2B5EF4-FFF2-40B4-BE49-F238E27FC236}">
                <a16:creationId xmlns:a16="http://schemas.microsoft.com/office/drawing/2014/main" id="{4C3B0A05-8D4E-6623-39BB-2840DA674C32}"/>
              </a:ext>
            </a:extLst>
          </p:cNvPr>
          <p:cNvCxnSpPr>
            <a:cxnSpLocks/>
          </p:cNvCxnSpPr>
          <p:nvPr/>
        </p:nvCxnSpPr>
        <p:spPr>
          <a:xfrm flipH="1">
            <a:off x="3860800" y="4402017"/>
            <a:ext cx="1394288" cy="1132533"/>
          </a:xfrm>
          <a:prstGeom prst="straightConnector1">
            <a:avLst/>
          </a:prstGeom>
          <a:ln w="22225">
            <a:tailEnd type="triangle" w="lg" len="lg"/>
          </a:ln>
        </p:spPr>
        <p:style>
          <a:lnRef idx="2">
            <a:schemeClr val="accent1"/>
          </a:lnRef>
          <a:fillRef idx="0">
            <a:schemeClr val="accent1"/>
          </a:fillRef>
          <a:effectRef idx="1">
            <a:schemeClr val="accent1"/>
          </a:effectRef>
          <a:fontRef idx="minor">
            <a:schemeClr val="tx1"/>
          </a:fontRef>
        </p:style>
      </p:cxnSp>
      <p:sp>
        <p:nvSpPr>
          <p:cNvPr id="58" name="TextBox 57">
            <a:extLst>
              <a:ext uri="{FF2B5EF4-FFF2-40B4-BE49-F238E27FC236}">
                <a16:creationId xmlns:a16="http://schemas.microsoft.com/office/drawing/2014/main" id="{9C38C387-C162-A406-1647-1321B83B5215}"/>
              </a:ext>
            </a:extLst>
          </p:cNvPr>
          <p:cNvSpPr txBox="1"/>
          <p:nvPr/>
        </p:nvSpPr>
        <p:spPr>
          <a:xfrm>
            <a:off x="133958" y="2226075"/>
            <a:ext cx="1268296" cy="400110"/>
          </a:xfrm>
          <a:prstGeom prst="rect">
            <a:avLst/>
          </a:prstGeom>
          <a:noFill/>
        </p:spPr>
        <p:txBody>
          <a:bodyPr wrap="none" rtlCol="0">
            <a:spAutoFit/>
          </a:bodyPr>
          <a:lstStyle/>
          <a:p>
            <a:r>
              <a:rPr lang="en-US" sz="2000" b="1" spc="0" baseline="0" dirty="0">
                <a:ln/>
                <a:solidFill>
                  <a:srgbClr val="000000"/>
                </a:solidFill>
                <a:latin typeface="Arial"/>
                <a:cs typeface="Arial"/>
                <a:sym typeface="Arial"/>
                <a:rtl val="0"/>
              </a:rPr>
              <a:t>Reaction</a:t>
            </a:r>
            <a:endParaRPr lang="en-US" sz="2000" b="1" dirty="0">
              <a:ln/>
              <a:solidFill>
                <a:srgbClr val="000000"/>
              </a:solidFill>
              <a:latin typeface="Arial"/>
              <a:cs typeface="Arial"/>
              <a:sym typeface="Arial"/>
              <a:rtl val="0"/>
            </a:endParaRPr>
          </a:p>
        </p:txBody>
      </p:sp>
      <p:pic>
        <p:nvPicPr>
          <p:cNvPr id="60" name="Picture 59" descr="Protein folding and denaturation (article) | Khan Academy">
            <a:extLst>
              <a:ext uri="{FF2B5EF4-FFF2-40B4-BE49-F238E27FC236}">
                <a16:creationId xmlns:a16="http://schemas.microsoft.com/office/drawing/2014/main" id="{6BCD89BF-AE70-98D9-4BCA-D362F5095562}"/>
              </a:ext>
            </a:extLst>
          </p:cNvPr>
          <p:cNvPicPr>
            <a:picLocks noChangeAspect="1"/>
          </p:cNvPicPr>
          <p:nvPr/>
        </p:nvPicPr>
        <p:blipFill>
          <a:blip r:embed="rId5"/>
          <a:srcRect l="54929" t="9815" b="18889"/>
          <a:stretch>
            <a:fillRect/>
          </a:stretch>
        </p:blipFill>
        <p:spPr>
          <a:xfrm rot="5400000">
            <a:off x="2314854" y="4971773"/>
            <a:ext cx="1436129" cy="1255712"/>
          </a:xfrm>
          <a:prstGeom prst="rect">
            <a:avLst/>
          </a:prstGeom>
        </p:spPr>
      </p:pic>
      <p:grpSp>
        <p:nvGrpSpPr>
          <p:cNvPr id="38" name="Group 37">
            <a:extLst>
              <a:ext uri="{FF2B5EF4-FFF2-40B4-BE49-F238E27FC236}">
                <a16:creationId xmlns:a16="http://schemas.microsoft.com/office/drawing/2014/main" id="{23EB2E50-E721-9FA0-D0E1-F39D50509D71}"/>
              </a:ext>
            </a:extLst>
          </p:cNvPr>
          <p:cNvGrpSpPr/>
          <p:nvPr/>
        </p:nvGrpSpPr>
        <p:grpSpPr>
          <a:xfrm>
            <a:off x="5236576" y="2253624"/>
            <a:ext cx="2409425" cy="2083632"/>
            <a:chOff x="5236576" y="2253624"/>
            <a:chExt cx="2409425" cy="2083632"/>
          </a:xfrm>
        </p:grpSpPr>
        <p:pic>
          <p:nvPicPr>
            <p:cNvPr id="2" name="Picture 1" descr="RNA related vector icon. RNA sign. Isolated on white background. Editable vector illustration Stock Vector Image &amp; Art - Alamy">
              <a:extLst>
                <a:ext uri="{FF2B5EF4-FFF2-40B4-BE49-F238E27FC236}">
                  <a16:creationId xmlns:a16="http://schemas.microsoft.com/office/drawing/2014/main" id="{B2C6E61F-7382-D98E-2675-584EFD6204AD}"/>
                </a:ext>
              </a:extLst>
            </p:cNvPr>
            <p:cNvPicPr>
              <a:picLocks noChangeAspect="1"/>
            </p:cNvPicPr>
            <p:nvPr/>
          </p:nvPicPr>
          <p:blipFill>
            <a:blip r:embed="rId6"/>
            <a:srcRect l="35275" t="15265" r="22388" b="22407"/>
            <a:stretch>
              <a:fillRect/>
            </a:stretch>
          </p:blipFill>
          <p:spPr>
            <a:xfrm rot="19474698">
              <a:off x="5426623" y="2959865"/>
              <a:ext cx="875192" cy="1377391"/>
            </a:xfrm>
            <a:prstGeom prst="rect">
              <a:avLst/>
            </a:prstGeom>
          </p:spPr>
        </p:pic>
        <p:sp>
          <p:nvSpPr>
            <p:cNvPr id="39" name="TextBox 38">
              <a:extLst>
                <a:ext uri="{FF2B5EF4-FFF2-40B4-BE49-F238E27FC236}">
                  <a16:creationId xmlns:a16="http://schemas.microsoft.com/office/drawing/2014/main" id="{FAA13E1B-DBB4-883F-52E3-A9D0E3C92196}"/>
                </a:ext>
              </a:extLst>
            </p:cNvPr>
            <p:cNvSpPr txBox="1"/>
            <p:nvPr/>
          </p:nvSpPr>
          <p:spPr>
            <a:xfrm>
              <a:off x="5236576" y="2253624"/>
              <a:ext cx="1003801" cy="584775"/>
            </a:xfrm>
            <a:prstGeom prst="rect">
              <a:avLst/>
            </a:prstGeom>
            <a:noFill/>
          </p:spPr>
          <p:txBody>
            <a:bodyPr wrap="none" rtlCol="0">
              <a:spAutoFit/>
            </a:bodyPr>
            <a:lstStyle/>
            <a:p>
              <a:pPr algn="ctr"/>
              <a:r>
                <a:rPr lang="en-US" sz="1600" dirty="0">
                  <a:ln/>
                  <a:solidFill>
                    <a:srgbClr val="000000"/>
                  </a:solidFill>
                  <a:latin typeface="Arial"/>
                  <a:cs typeface="Arial"/>
                  <a:sym typeface="Arial"/>
                  <a:rtl val="0"/>
                </a:rPr>
                <a:t>RNA</a:t>
              </a:r>
            </a:p>
            <a:p>
              <a:pPr algn="ctr"/>
              <a:r>
                <a:rPr lang="en-US" sz="1600" dirty="0">
                  <a:ln/>
                  <a:solidFill>
                    <a:srgbClr val="000000"/>
                  </a:solidFill>
                  <a:latin typeface="Arial"/>
                  <a:cs typeface="Arial"/>
                  <a:sym typeface="Arial"/>
                  <a:rtl val="0"/>
                </a:rPr>
                <a:t>molecule</a:t>
              </a:r>
            </a:p>
          </p:txBody>
        </p:sp>
        <p:sp>
          <p:nvSpPr>
            <p:cNvPr id="41" name="TextBox 40">
              <a:extLst>
                <a:ext uri="{FF2B5EF4-FFF2-40B4-BE49-F238E27FC236}">
                  <a16:creationId xmlns:a16="http://schemas.microsoft.com/office/drawing/2014/main" id="{9DAF3D02-4A45-BDA2-791A-ABC45F69DCB9}"/>
                </a:ext>
              </a:extLst>
            </p:cNvPr>
            <p:cNvSpPr txBox="1"/>
            <p:nvPr/>
          </p:nvSpPr>
          <p:spPr>
            <a:xfrm>
              <a:off x="6284346" y="3422873"/>
              <a:ext cx="1361655" cy="338554"/>
            </a:xfrm>
            <a:prstGeom prst="rect">
              <a:avLst/>
            </a:prstGeom>
            <a:noFill/>
          </p:spPr>
          <p:txBody>
            <a:bodyPr wrap="none" rtlCol="0">
              <a:spAutoFit/>
            </a:bodyPr>
            <a:lstStyle/>
            <a:p>
              <a:r>
                <a:rPr lang="en-US" sz="1600" dirty="0">
                  <a:ln/>
                  <a:solidFill>
                    <a:srgbClr val="000000"/>
                  </a:solidFill>
                  <a:latin typeface="Arial"/>
                  <a:cs typeface="Arial"/>
                  <a:sym typeface="Arial"/>
                  <a:rtl val="0"/>
                </a:rPr>
                <a:t>Transcription</a:t>
              </a:r>
            </a:p>
          </p:txBody>
        </p:sp>
        <p:cxnSp>
          <p:nvCxnSpPr>
            <p:cNvPr id="34" name="Straight Arrow Connector 33">
              <a:extLst>
                <a:ext uri="{FF2B5EF4-FFF2-40B4-BE49-F238E27FC236}">
                  <a16:creationId xmlns:a16="http://schemas.microsoft.com/office/drawing/2014/main" id="{91AC8FCE-F56B-D171-6346-68BC60A8F9D4}"/>
                </a:ext>
              </a:extLst>
            </p:cNvPr>
            <p:cNvCxnSpPr>
              <a:cxnSpLocks/>
            </p:cNvCxnSpPr>
            <p:nvPr/>
          </p:nvCxnSpPr>
          <p:spPr>
            <a:xfrm flipH="1" flipV="1">
              <a:off x="6484888" y="3849922"/>
              <a:ext cx="1013192" cy="7021"/>
            </a:xfrm>
            <a:prstGeom prst="straightConnector1">
              <a:avLst/>
            </a:prstGeom>
            <a:ln w="22225">
              <a:tailEnd type="triangle" w="lg" len="lg"/>
            </a:ln>
          </p:spPr>
          <p:style>
            <a:lnRef idx="2">
              <a:schemeClr val="accent1"/>
            </a:lnRef>
            <a:fillRef idx="0">
              <a:schemeClr val="accent1"/>
            </a:fillRef>
            <a:effectRef idx="1">
              <a:schemeClr val="accent1"/>
            </a:effectRef>
            <a:fontRef idx="minor">
              <a:schemeClr val="tx1"/>
            </a:fontRef>
          </p:style>
        </p:cxnSp>
      </p:grpSp>
      <p:cxnSp>
        <p:nvCxnSpPr>
          <p:cNvPr id="35" name="Straight Arrow Connector 34">
            <a:extLst>
              <a:ext uri="{FF2B5EF4-FFF2-40B4-BE49-F238E27FC236}">
                <a16:creationId xmlns:a16="http://schemas.microsoft.com/office/drawing/2014/main" id="{CEDF400A-C02D-84AC-5FAE-F6A461225C11}"/>
              </a:ext>
            </a:extLst>
          </p:cNvPr>
          <p:cNvCxnSpPr>
            <a:cxnSpLocks/>
          </p:cNvCxnSpPr>
          <p:nvPr/>
        </p:nvCxnSpPr>
        <p:spPr>
          <a:xfrm flipH="1" flipV="1">
            <a:off x="1085436" y="3860024"/>
            <a:ext cx="1013192" cy="7021"/>
          </a:xfrm>
          <a:prstGeom prst="straightConnector1">
            <a:avLst/>
          </a:prstGeom>
          <a:ln w="22225">
            <a:tailEnd type="triangle" w="lg" len="lg"/>
          </a:ln>
        </p:spPr>
        <p:style>
          <a:lnRef idx="2">
            <a:schemeClr val="accent1"/>
          </a:lnRef>
          <a:fillRef idx="0">
            <a:schemeClr val="accent1"/>
          </a:fillRef>
          <a:effectRef idx="1">
            <a:schemeClr val="accent1"/>
          </a:effectRef>
          <a:fontRef idx="minor">
            <a:schemeClr val="tx1"/>
          </a:fontRef>
        </p:style>
      </p:cxnSp>
      <p:sp>
        <p:nvSpPr>
          <p:cNvPr id="4" name="Cross 3">
            <a:extLst>
              <a:ext uri="{FF2B5EF4-FFF2-40B4-BE49-F238E27FC236}">
                <a16:creationId xmlns:a16="http://schemas.microsoft.com/office/drawing/2014/main" id="{53276CB6-1530-6AB9-979B-94DB8B98705E}"/>
              </a:ext>
            </a:extLst>
          </p:cNvPr>
          <p:cNvSpPr/>
          <p:nvPr/>
        </p:nvSpPr>
        <p:spPr>
          <a:xfrm rot="3132553">
            <a:off x="1181028" y="3344506"/>
            <a:ext cx="914400" cy="914400"/>
          </a:xfrm>
          <a:prstGeom prst="plus">
            <a:avLst>
              <a:gd name="adj" fmla="val 40278"/>
            </a:avLst>
          </a:prstGeom>
          <a:solidFill>
            <a:srgbClr val="C00000">
              <a:alpha val="32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Protein folding and denaturation (article) | Khan Academy">
            <a:extLst>
              <a:ext uri="{FF2B5EF4-FFF2-40B4-BE49-F238E27FC236}">
                <a16:creationId xmlns:a16="http://schemas.microsoft.com/office/drawing/2014/main" id="{00010E4C-7FE1-255D-6620-429E6280D633}"/>
              </a:ext>
            </a:extLst>
          </p:cNvPr>
          <p:cNvPicPr>
            <a:picLocks noChangeAspect="1"/>
          </p:cNvPicPr>
          <p:nvPr/>
        </p:nvPicPr>
        <p:blipFill>
          <a:blip r:embed="rId5"/>
          <a:srcRect r="60237" b="14179"/>
          <a:stretch>
            <a:fillRect/>
          </a:stretch>
        </p:blipFill>
        <p:spPr>
          <a:xfrm rot="5400000">
            <a:off x="2444360" y="3009013"/>
            <a:ext cx="1267034" cy="1511525"/>
          </a:xfrm>
          <a:prstGeom prst="rect">
            <a:avLst/>
          </a:prstGeom>
        </p:spPr>
      </p:pic>
      <p:cxnSp>
        <p:nvCxnSpPr>
          <p:cNvPr id="8" name="Straight Arrow Connector 7">
            <a:extLst>
              <a:ext uri="{FF2B5EF4-FFF2-40B4-BE49-F238E27FC236}">
                <a16:creationId xmlns:a16="http://schemas.microsoft.com/office/drawing/2014/main" id="{72C37906-A1F6-D614-12EC-0E67D42350BE}"/>
              </a:ext>
            </a:extLst>
          </p:cNvPr>
          <p:cNvCxnSpPr>
            <a:cxnSpLocks/>
            <a:endCxn id="60" idx="1"/>
          </p:cNvCxnSpPr>
          <p:nvPr/>
        </p:nvCxnSpPr>
        <p:spPr>
          <a:xfrm>
            <a:off x="2946400" y="4398293"/>
            <a:ext cx="0" cy="483272"/>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925654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E4D46F-C393-9AD7-82B1-D82BD6876AAE}"/>
            </a:ext>
          </a:extLst>
        </p:cNvPr>
        <p:cNvGrpSpPr/>
        <p:nvPr/>
      </p:nvGrpSpPr>
      <p:grpSpPr>
        <a:xfrm>
          <a:off x="0" y="0"/>
          <a:ext cx="0" cy="0"/>
          <a:chOff x="0" y="0"/>
          <a:chExt cx="0" cy="0"/>
        </a:xfrm>
      </p:grpSpPr>
      <p:pic>
        <p:nvPicPr>
          <p:cNvPr id="24" name="Picture 23">
            <a:extLst>
              <a:ext uri="{FF2B5EF4-FFF2-40B4-BE49-F238E27FC236}">
                <a16:creationId xmlns:a16="http://schemas.microsoft.com/office/drawing/2014/main" id="{06A793A0-DEB8-0E55-202B-B134F8039626}"/>
              </a:ext>
            </a:extLst>
          </p:cNvPr>
          <p:cNvPicPr>
            <a:picLocks noChangeAspect="1"/>
          </p:cNvPicPr>
          <p:nvPr/>
        </p:nvPicPr>
        <p:blipFill>
          <a:blip r:embed="rId3"/>
          <a:stretch>
            <a:fillRect/>
          </a:stretch>
        </p:blipFill>
        <p:spPr>
          <a:xfrm rot="16379150" flipH="1">
            <a:off x="9367036" y="2103242"/>
            <a:ext cx="1483213" cy="1483214"/>
          </a:xfrm>
          <a:prstGeom prst="rect">
            <a:avLst/>
          </a:prstGeom>
        </p:spPr>
      </p:pic>
      <p:sp>
        <p:nvSpPr>
          <p:cNvPr id="25" name="TextBox 24">
            <a:extLst>
              <a:ext uri="{FF2B5EF4-FFF2-40B4-BE49-F238E27FC236}">
                <a16:creationId xmlns:a16="http://schemas.microsoft.com/office/drawing/2014/main" id="{4EA0FF82-A691-7E62-A9B1-625FE988876F}"/>
              </a:ext>
            </a:extLst>
          </p:cNvPr>
          <p:cNvSpPr txBox="1"/>
          <p:nvPr/>
        </p:nvSpPr>
        <p:spPr>
          <a:xfrm>
            <a:off x="10486368" y="2276987"/>
            <a:ext cx="651140" cy="338554"/>
          </a:xfrm>
          <a:prstGeom prst="rect">
            <a:avLst/>
          </a:prstGeom>
          <a:noFill/>
        </p:spPr>
        <p:txBody>
          <a:bodyPr wrap="none" rtlCol="0">
            <a:spAutoFit/>
          </a:bodyPr>
          <a:lstStyle/>
          <a:p>
            <a:r>
              <a:rPr lang="en-US" sz="1600" dirty="0">
                <a:ln/>
                <a:solidFill>
                  <a:srgbClr val="000000"/>
                </a:solidFill>
                <a:latin typeface="Arial"/>
                <a:cs typeface="Arial"/>
                <a:sym typeface="Arial"/>
                <a:rtl val="0"/>
              </a:rPr>
              <a:t> </a:t>
            </a:r>
            <a:r>
              <a:rPr lang="en-US" sz="1600" spc="0" baseline="0" dirty="0">
                <a:ln/>
                <a:solidFill>
                  <a:srgbClr val="000000"/>
                </a:solidFill>
                <a:latin typeface="Arial"/>
                <a:cs typeface="Arial"/>
                <a:sym typeface="Arial"/>
                <a:rtl val="0"/>
              </a:rPr>
              <a:t> Cell</a:t>
            </a:r>
            <a:endParaRPr lang="en-US" sz="1600" dirty="0">
              <a:ln/>
              <a:solidFill>
                <a:srgbClr val="000000"/>
              </a:solidFill>
              <a:latin typeface="Arial"/>
              <a:cs typeface="Arial"/>
              <a:sym typeface="Arial"/>
              <a:rtl val="0"/>
            </a:endParaRPr>
          </a:p>
        </p:txBody>
      </p:sp>
      <p:pic>
        <p:nvPicPr>
          <p:cNvPr id="26" name="Picture 25">
            <a:extLst>
              <a:ext uri="{FF2B5EF4-FFF2-40B4-BE49-F238E27FC236}">
                <a16:creationId xmlns:a16="http://schemas.microsoft.com/office/drawing/2014/main" id="{3B4B7424-A1AF-94B0-3DCC-AFB5A224F398}"/>
              </a:ext>
            </a:extLst>
          </p:cNvPr>
          <p:cNvPicPr>
            <a:picLocks noChangeAspect="1"/>
          </p:cNvPicPr>
          <p:nvPr/>
        </p:nvPicPr>
        <p:blipFill>
          <a:blip r:embed="rId4"/>
          <a:srcRect l="8213"/>
          <a:stretch>
            <a:fillRect/>
          </a:stretch>
        </p:blipFill>
        <p:spPr>
          <a:xfrm>
            <a:off x="7627804" y="2628581"/>
            <a:ext cx="1438385" cy="1567101"/>
          </a:xfrm>
          <a:prstGeom prst="rect">
            <a:avLst/>
          </a:prstGeom>
        </p:spPr>
      </p:pic>
      <p:cxnSp>
        <p:nvCxnSpPr>
          <p:cNvPr id="27" name="Straight Connector 26">
            <a:extLst>
              <a:ext uri="{FF2B5EF4-FFF2-40B4-BE49-F238E27FC236}">
                <a16:creationId xmlns:a16="http://schemas.microsoft.com/office/drawing/2014/main" id="{3931F939-D1D5-5559-7773-12A904C53D7A}"/>
              </a:ext>
            </a:extLst>
          </p:cNvPr>
          <p:cNvCxnSpPr>
            <a:cxnSpLocks/>
          </p:cNvCxnSpPr>
          <p:nvPr/>
        </p:nvCxnSpPr>
        <p:spPr>
          <a:xfrm flipH="1" flipV="1">
            <a:off x="8249028" y="2635692"/>
            <a:ext cx="1750311" cy="198020"/>
          </a:xfrm>
          <a:prstGeom prst="line">
            <a:avLst/>
          </a:prstGeom>
          <a:ln w="19050">
            <a:prstDash val="dash"/>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77DBD14E-7AAF-240C-B93A-8A2E3E6D2892}"/>
              </a:ext>
            </a:extLst>
          </p:cNvPr>
          <p:cNvCxnSpPr>
            <a:cxnSpLocks/>
          </p:cNvCxnSpPr>
          <p:nvPr/>
        </p:nvCxnSpPr>
        <p:spPr>
          <a:xfrm flipV="1">
            <a:off x="8959300" y="2910679"/>
            <a:ext cx="1040040" cy="1030124"/>
          </a:xfrm>
          <a:prstGeom prst="line">
            <a:avLst/>
          </a:prstGeom>
          <a:ln w="28575">
            <a:prstDash val="dash"/>
          </a:ln>
        </p:spPr>
        <p:style>
          <a:lnRef idx="2">
            <a:schemeClr val="accent1"/>
          </a:lnRef>
          <a:fillRef idx="0">
            <a:schemeClr val="accent1"/>
          </a:fillRef>
          <a:effectRef idx="1">
            <a:schemeClr val="accent1"/>
          </a:effectRef>
          <a:fontRef idx="minor">
            <a:schemeClr val="tx1"/>
          </a:fontRef>
        </p:style>
      </p:cxnSp>
      <p:grpSp>
        <p:nvGrpSpPr>
          <p:cNvPr id="62" name="Group 61">
            <a:extLst>
              <a:ext uri="{FF2B5EF4-FFF2-40B4-BE49-F238E27FC236}">
                <a16:creationId xmlns:a16="http://schemas.microsoft.com/office/drawing/2014/main" id="{647EA34F-5427-5893-AA83-7CF598D73160}"/>
              </a:ext>
            </a:extLst>
          </p:cNvPr>
          <p:cNvGrpSpPr/>
          <p:nvPr/>
        </p:nvGrpSpPr>
        <p:grpSpPr>
          <a:xfrm rot="5400000">
            <a:off x="4423929" y="1375784"/>
            <a:ext cx="929932" cy="775626"/>
            <a:chOff x="583890" y="-94136"/>
            <a:chExt cx="929932" cy="775626"/>
          </a:xfrm>
        </p:grpSpPr>
        <p:pic>
          <p:nvPicPr>
            <p:cNvPr id="5" name="Picture 4">
              <a:extLst>
                <a:ext uri="{FF2B5EF4-FFF2-40B4-BE49-F238E27FC236}">
                  <a16:creationId xmlns:a16="http://schemas.microsoft.com/office/drawing/2014/main" id="{14CC0158-A75C-BA61-368B-D7DAEE9E72CE}"/>
                </a:ext>
              </a:extLst>
            </p:cNvPr>
            <p:cNvPicPr>
              <a:picLocks noChangeAspect="1"/>
            </p:cNvPicPr>
            <p:nvPr/>
          </p:nvPicPr>
          <p:blipFill>
            <a:blip r:embed="rId5"/>
            <a:srcRect l="25538" t="6542" r="31911" b="10234"/>
            <a:stretch>
              <a:fillRect/>
            </a:stretch>
          </p:blipFill>
          <p:spPr>
            <a:xfrm rot="9842333">
              <a:off x="906610" y="218803"/>
              <a:ext cx="354848" cy="462687"/>
            </a:xfrm>
            <a:prstGeom prst="rect">
              <a:avLst/>
            </a:prstGeom>
          </p:spPr>
        </p:pic>
        <p:pic>
          <p:nvPicPr>
            <p:cNvPr id="9" name="Picture 8">
              <a:extLst>
                <a:ext uri="{FF2B5EF4-FFF2-40B4-BE49-F238E27FC236}">
                  <a16:creationId xmlns:a16="http://schemas.microsoft.com/office/drawing/2014/main" id="{F63E3D35-3C6B-24DE-AF13-5C20E8F28C96}"/>
                </a:ext>
              </a:extLst>
            </p:cNvPr>
            <p:cNvPicPr>
              <a:picLocks noChangeAspect="1"/>
            </p:cNvPicPr>
            <p:nvPr/>
          </p:nvPicPr>
          <p:blipFill>
            <a:blip r:embed="rId5"/>
            <a:srcRect l="25538" t="6542" r="31911" b="10234"/>
            <a:stretch>
              <a:fillRect/>
            </a:stretch>
          </p:blipFill>
          <p:spPr>
            <a:xfrm rot="9842333">
              <a:off x="1158974" y="-94136"/>
              <a:ext cx="354848" cy="462687"/>
            </a:xfrm>
            <a:prstGeom prst="rect">
              <a:avLst/>
            </a:prstGeom>
          </p:spPr>
        </p:pic>
        <p:pic>
          <p:nvPicPr>
            <p:cNvPr id="10" name="Picture 9">
              <a:extLst>
                <a:ext uri="{FF2B5EF4-FFF2-40B4-BE49-F238E27FC236}">
                  <a16:creationId xmlns:a16="http://schemas.microsoft.com/office/drawing/2014/main" id="{0C66A496-D009-07D2-2185-D84C1CD18D72}"/>
                </a:ext>
              </a:extLst>
            </p:cNvPr>
            <p:cNvPicPr>
              <a:picLocks noChangeAspect="1"/>
            </p:cNvPicPr>
            <p:nvPr/>
          </p:nvPicPr>
          <p:blipFill>
            <a:blip r:embed="rId5"/>
            <a:srcRect l="25538" t="6542" r="31911" b="10234"/>
            <a:stretch>
              <a:fillRect/>
            </a:stretch>
          </p:blipFill>
          <p:spPr>
            <a:xfrm rot="9842333">
              <a:off x="583890" y="98442"/>
              <a:ext cx="354848" cy="462687"/>
            </a:xfrm>
            <a:prstGeom prst="rect">
              <a:avLst/>
            </a:prstGeom>
          </p:spPr>
        </p:pic>
        <p:pic>
          <p:nvPicPr>
            <p:cNvPr id="11" name="Picture 10">
              <a:extLst>
                <a:ext uri="{FF2B5EF4-FFF2-40B4-BE49-F238E27FC236}">
                  <a16:creationId xmlns:a16="http://schemas.microsoft.com/office/drawing/2014/main" id="{898370A0-3B7E-D72A-EC4D-B96C460C3660}"/>
                </a:ext>
              </a:extLst>
            </p:cNvPr>
            <p:cNvPicPr>
              <a:picLocks noChangeAspect="1"/>
            </p:cNvPicPr>
            <p:nvPr/>
          </p:nvPicPr>
          <p:blipFill>
            <a:blip r:embed="rId5"/>
            <a:srcRect l="25538" t="6542" r="31911" b="10234"/>
            <a:stretch>
              <a:fillRect/>
            </a:stretch>
          </p:blipFill>
          <p:spPr>
            <a:xfrm rot="9842333">
              <a:off x="888484" y="-81377"/>
              <a:ext cx="354848" cy="462687"/>
            </a:xfrm>
            <a:prstGeom prst="rect">
              <a:avLst/>
            </a:prstGeom>
          </p:spPr>
        </p:pic>
      </p:grpSp>
      <p:grpSp>
        <p:nvGrpSpPr>
          <p:cNvPr id="61" name="Group 60">
            <a:extLst>
              <a:ext uri="{FF2B5EF4-FFF2-40B4-BE49-F238E27FC236}">
                <a16:creationId xmlns:a16="http://schemas.microsoft.com/office/drawing/2014/main" id="{605CD086-20EF-8776-5550-053E6124BCC0}"/>
              </a:ext>
            </a:extLst>
          </p:cNvPr>
          <p:cNvGrpSpPr/>
          <p:nvPr/>
        </p:nvGrpSpPr>
        <p:grpSpPr>
          <a:xfrm rot="4130755">
            <a:off x="3777528" y="2107011"/>
            <a:ext cx="503836" cy="1038348"/>
            <a:chOff x="1562125" y="646334"/>
            <a:chExt cx="503836" cy="1038348"/>
          </a:xfrm>
        </p:grpSpPr>
        <p:sp>
          <p:nvSpPr>
            <p:cNvPr id="8" name="Freeform: Shape 7">
              <a:extLst>
                <a:ext uri="{FF2B5EF4-FFF2-40B4-BE49-F238E27FC236}">
                  <a16:creationId xmlns:a16="http://schemas.microsoft.com/office/drawing/2014/main" id="{93ADF741-6B95-14CA-2E0A-CA2FD22EF818}"/>
                </a:ext>
              </a:extLst>
            </p:cNvPr>
            <p:cNvSpPr/>
            <p:nvPr/>
          </p:nvSpPr>
          <p:spPr>
            <a:xfrm rot="3269968" flipV="1">
              <a:off x="1310379" y="1127408"/>
              <a:ext cx="1038348" cy="76200"/>
            </a:xfrm>
            <a:custGeom>
              <a:avLst/>
              <a:gdLst>
                <a:gd name="connsiteX0" fmla="*/ 0 w 4991100"/>
                <a:gd name="connsiteY0" fmla="*/ 914404 h 914418"/>
                <a:gd name="connsiteX1" fmla="*/ 901700 w 4991100"/>
                <a:gd name="connsiteY1" fmla="*/ 25404 h 914418"/>
                <a:gd name="connsiteX2" fmla="*/ 1816100 w 4991100"/>
                <a:gd name="connsiteY2" fmla="*/ 914404 h 914418"/>
                <a:gd name="connsiteX3" fmla="*/ 2717800 w 4991100"/>
                <a:gd name="connsiteY3" fmla="*/ 4 h 914418"/>
                <a:gd name="connsiteX4" fmla="*/ 3644900 w 4991100"/>
                <a:gd name="connsiteY4" fmla="*/ 901704 h 914418"/>
                <a:gd name="connsiteX5" fmla="*/ 4533900 w 4991100"/>
                <a:gd name="connsiteY5" fmla="*/ 457204 h 914418"/>
                <a:gd name="connsiteX6" fmla="*/ 4991100 w 4991100"/>
                <a:gd name="connsiteY6" fmla="*/ 355604 h 9144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91100" h="914418">
                  <a:moveTo>
                    <a:pt x="0" y="914404"/>
                  </a:moveTo>
                  <a:cubicBezTo>
                    <a:pt x="299508" y="469904"/>
                    <a:pt x="599017" y="25404"/>
                    <a:pt x="901700" y="25404"/>
                  </a:cubicBezTo>
                  <a:cubicBezTo>
                    <a:pt x="1204383" y="25404"/>
                    <a:pt x="1513417" y="918637"/>
                    <a:pt x="1816100" y="914404"/>
                  </a:cubicBezTo>
                  <a:cubicBezTo>
                    <a:pt x="2118783" y="910171"/>
                    <a:pt x="2413000" y="2121"/>
                    <a:pt x="2717800" y="4"/>
                  </a:cubicBezTo>
                  <a:cubicBezTo>
                    <a:pt x="3022600" y="-2113"/>
                    <a:pt x="3342217" y="825504"/>
                    <a:pt x="3644900" y="901704"/>
                  </a:cubicBezTo>
                  <a:cubicBezTo>
                    <a:pt x="3947583" y="977904"/>
                    <a:pt x="4309533" y="548221"/>
                    <a:pt x="4533900" y="457204"/>
                  </a:cubicBezTo>
                  <a:cubicBezTo>
                    <a:pt x="4758267" y="366187"/>
                    <a:pt x="4874683" y="360895"/>
                    <a:pt x="4991100" y="355604"/>
                  </a:cubicBezTo>
                </a:path>
              </a:pathLst>
            </a:custGeom>
            <a:ln w="31750">
              <a:tailEnd type="triangle" w="lg" len="lg"/>
            </a:ln>
            <a:effectLst>
              <a:glow rad="457200">
                <a:schemeClr val="accent2">
                  <a:satMod val="175000"/>
                  <a:alpha val="40000"/>
                </a:schemeClr>
              </a:glow>
            </a:effectLst>
          </p:spPr>
          <p:style>
            <a:lnRef idx="3">
              <a:schemeClr val="accent2"/>
            </a:lnRef>
            <a:fillRef idx="0">
              <a:schemeClr val="accent2"/>
            </a:fillRef>
            <a:effectRef idx="2">
              <a:schemeClr val="accent2"/>
            </a:effectRef>
            <a:fontRef idx="minor">
              <a:schemeClr val="tx1"/>
            </a:fontRef>
          </p:style>
          <p:txBody>
            <a:bodyPr rtlCol="0" anchor="ctr"/>
            <a:lstStyle/>
            <a:p>
              <a:pPr algn="ctr"/>
              <a:endParaRPr lang="en-US" sz="1200">
                <a:ln w="0"/>
                <a:solidFill>
                  <a:schemeClr val="accent1"/>
                </a:solidFill>
                <a:effectLst>
                  <a:outerShdw blurRad="38100" dist="25400" dir="5400000" algn="ctr" rotWithShape="0">
                    <a:srgbClr val="6E747A">
                      <a:alpha val="43000"/>
                    </a:srgbClr>
                  </a:outerShdw>
                </a:effectLst>
              </a:endParaRPr>
            </a:p>
          </p:txBody>
        </p:sp>
        <p:sp>
          <p:nvSpPr>
            <p:cNvPr id="12" name="Freeform: Shape 11">
              <a:extLst>
                <a:ext uri="{FF2B5EF4-FFF2-40B4-BE49-F238E27FC236}">
                  <a16:creationId xmlns:a16="http://schemas.microsoft.com/office/drawing/2014/main" id="{E7FCF43A-FFC1-ED7F-3A27-D81DEF2E9211}"/>
                </a:ext>
              </a:extLst>
            </p:cNvPr>
            <p:cNvSpPr/>
            <p:nvPr/>
          </p:nvSpPr>
          <p:spPr>
            <a:xfrm rot="3269968" flipV="1">
              <a:off x="1615088" y="994589"/>
              <a:ext cx="783907" cy="117839"/>
            </a:xfrm>
            <a:custGeom>
              <a:avLst/>
              <a:gdLst>
                <a:gd name="connsiteX0" fmla="*/ 0 w 4991100"/>
                <a:gd name="connsiteY0" fmla="*/ 914404 h 914418"/>
                <a:gd name="connsiteX1" fmla="*/ 901700 w 4991100"/>
                <a:gd name="connsiteY1" fmla="*/ 25404 h 914418"/>
                <a:gd name="connsiteX2" fmla="*/ 1816100 w 4991100"/>
                <a:gd name="connsiteY2" fmla="*/ 914404 h 914418"/>
                <a:gd name="connsiteX3" fmla="*/ 2717800 w 4991100"/>
                <a:gd name="connsiteY3" fmla="*/ 4 h 914418"/>
                <a:gd name="connsiteX4" fmla="*/ 3644900 w 4991100"/>
                <a:gd name="connsiteY4" fmla="*/ 901704 h 914418"/>
                <a:gd name="connsiteX5" fmla="*/ 4533900 w 4991100"/>
                <a:gd name="connsiteY5" fmla="*/ 457204 h 914418"/>
                <a:gd name="connsiteX6" fmla="*/ 4991100 w 4991100"/>
                <a:gd name="connsiteY6" fmla="*/ 355604 h 9144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91100" h="914418">
                  <a:moveTo>
                    <a:pt x="0" y="914404"/>
                  </a:moveTo>
                  <a:cubicBezTo>
                    <a:pt x="299508" y="469904"/>
                    <a:pt x="599017" y="25404"/>
                    <a:pt x="901700" y="25404"/>
                  </a:cubicBezTo>
                  <a:cubicBezTo>
                    <a:pt x="1204383" y="25404"/>
                    <a:pt x="1513417" y="918637"/>
                    <a:pt x="1816100" y="914404"/>
                  </a:cubicBezTo>
                  <a:cubicBezTo>
                    <a:pt x="2118783" y="910171"/>
                    <a:pt x="2413000" y="2121"/>
                    <a:pt x="2717800" y="4"/>
                  </a:cubicBezTo>
                  <a:cubicBezTo>
                    <a:pt x="3022600" y="-2113"/>
                    <a:pt x="3342217" y="825504"/>
                    <a:pt x="3644900" y="901704"/>
                  </a:cubicBezTo>
                  <a:cubicBezTo>
                    <a:pt x="3947583" y="977904"/>
                    <a:pt x="4309533" y="548221"/>
                    <a:pt x="4533900" y="457204"/>
                  </a:cubicBezTo>
                  <a:cubicBezTo>
                    <a:pt x="4758267" y="366187"/>
                    <a:pt x="4874683" y="360895"/>
                    <a:pt x="4991100" y="355604"/>
                  </a:cubicBezTo>
                </a:path>
              </a:pathLst>
            </a:custGeom>
            <a:ln w="31750">
              <a:tailEnd type="triangle" w="lg" len="lg"/>
            </a:ln>
            <a:effectLst>
              <a:glow rad="457200">
                <a:schemeClr val="accent2">
                  <a:satMod val="175000"/>
                  <a:alpha val="40000"/>
                </a:schemeClr>
              </a:glow>
            </a:effectLst>
          </p:spPr>
          <p:style>
            <a:lnRef idx="3">
              <a:schemeClr val="accent2"/>
            </a:lnRef>
            <a:fillRef idx="0">
              <a:schemeClr val="accent2"/>
            </a:fillRef>
            <a:effectRef idx="2">
              <a:schemeClr val="accent2"/>
            </a:effectRef>
            <a:fontRef idx="minor">
              <a:schemeClr val="tx1"/>
            </a:fontRef>
          </p:style>
          <p:txBody>
            <a:bodyPr rtlCol="0" anchor="ctr"/>
            <a:lstStyle/>
            <a:p>
              <a:pPr algn="ctr"/>
              <a:endParaRPr lang="en-US" sz="1200">
                <a:ln w="0"/>
                <a:solidFill>
                  <a:schemeClr val="accent1"/>
                </a:solidFill>
                <a:effectLst>
                  <a:outerShdw blurRad="38100" dist="25400" dir="5400000" algn="ctr" rotWithShape="0">
                    <a:srgbClr val="6E747A">
                      <a:alpha val="43000"/>
                    </a:srgbClr>
                  </a:outerShdw>
                </a:effectLst>
              </a:endParaRPr>
            </a:p>
          </p:txBody>
        </p:sp>
        <p:sp>
          <p:nvSpPr>
            <p:cNvPr id="13" name="Freeform: Shape 12">
              <a:extLst>
                <a:ext uri="{FF2B5EF4-FFF2-40B4-BE49-F238E27FC236}">
                  <a16:creationId xmlns:a16="http://schemas.microsoft.com/office/drawing/2014/main" id="{0750FB9A-D085-42B1-A26E-A48DBBF027CE}"/>
                </a:ext>
              </a:extLst>
            </p:cNvPr>
            <p:cNvSpPr/>
            <p:nvPr/>
          </p:nvSpPr>
          <p:spPr>
            <a:xfrm rot="3269968" flipV="1">
              <a:off x="1217693" y="1216531"/>
              <a:ext cx="806703" cy="117839"/>
            </a:xfrm>
            <a:custGeom>
              <a:avLst/>
              <a:gdLst>
                <a:gd name="connsiteX0" fmla="*/ 0 w 4991100"/>
                <a:gd name="connsiteY0" fmla="*/ 914404 h 914418"/>
                <a:gd name="connsiteX1" fmla="*/ 901700 w 4991100"/>
                <a:gd name="connsiteY1" fmla="*/ 25404 h 914418"/>
                <a:gd name="connsiteX2" fmla="*/ 1816100 w 4991100"/>
                <a:gd name="connsiteY2" fmla="*/ 914404 h 914418"/>
                <a:gd name="connsiteX3" fmla="*/ 2717800 w 4991100"/>
                <a:gd name="connsiteY3" fmla="*/ 4 h 914418"/>
                <a:gd name="connsiteX4" fmla="*/ 3644900 w 4991100"/>
                <a:gd name="connsiteY4" fmla="*/ 901704 h 914418"/>
                <a:gd name="connsiteX5" fmla="*/ 4533900 w 4991100"/>
                <a:gd name="connsiteY5" fmla="*/ 457204 h 914418"/>
                <a:gd name="connsiteX6" fmla="*/ 4991100 w 4991100"/>
                <a:gd name="connsiteY6" fmla="*/ 355604 h 9144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91100" h="914418">
                  <a:moveTo>
                    <a:pt x="0" y="914404"/>
                  </a:moveTo>
                  <a:cubicBezTo>
                    <a:pt x="299508" y="469904"/>
                    <a:pt x="599017" y="25404"/>
                    <a:pt x="901700" y="25404"/>
                  </a:cubicBezTo>
                  <a:cubicBezTo>
                    <a:pt x="1204383" y="25404"/>
                    <a:pt x="1513417" y="918637"/>
                    <a:pt x="1816100" y="914404"/>
                  </a:cubicBezTo>
                  <a:cubicBezTo>
                    <a:pt x="2118783" y="910171"/>
                    <a:pt x="2413000" y="2121"/>
                    <a:pt x="2717800" y="4"/>
                  </a:cubicBezTo>
                  <a:cubicBezTo>
                    <a:pt x="3022600" y="-2113"/>
                    <a:pt x="3342217" y="825504"/>
                    <a:pt x="3644900" y="901704"/>
                  </a:cubicBezTo>
                  <a:cubicBezTo>
                    <a:pt x="3947583" y="977904"/>
                    <a:pt x="4309533" y="548221"/>
                    <a:pt x="4533900" y="457204"/>
                  </a:cubicBezTo>
                  <a:cubicBezTo>
                    <a:pt x="4758267" y="366187"/>
                    <a:pt x="4874683" y="360895"/>
                    <a:pt x="4991100" y="355604"/>
                  </a:cubicBezTo>
                </a:path>
              </a:pathLst>
            </a:custGeom>
            <a:ln w="31750">
              <a:tailEnd type="triangle" w="lg" len="lg"/>
            </a:ln>
            <a:effectLst>
              <a:glow rad="457200">
                <a:schemeClr val="accent2">
                  <a:satMod val="175000"/>
                  <a:alpha val="40000"/>
                </a:schemeClr>
              </a:glow>
            </a:effectLst>
          </p:spPr>
          <p:style>
            <a:lnRef idx="3">
              <a:schemeClr val="accent2"/>
            </a:lnRef>
            <a:fillRef idx="0">
              <a:schemeClr val="accent2"/>
            </a:fillRef>
            <a:effectRef idx="2">
              <a:schemeClr val="accent2"/>
            </a:effectRef>
            <a:fontRef idx="minor">
              <a:schemeClr val="tx1"/>
            </a:fontRef>
          </p:style>
          <p:txBody>
            <a:bodyPr rtlCol="0" anchor="ctr"/>
            <a:lstStyle/>
            <a:p>
              <a:pPr algn="ctr"/>
              <a:endParaRPr lang="en-US" sz="1200">
                <a:ln w="0"/>
                <a:solidFill>
                  <a:schemeClr val="accent1"/>
                </a:solidFill>
                <a:effectLst>
                  <a:outerShdw blurRad="38100" dist="25400" dir="5400000" algn="ctr" rotWithShape="0">
                    <a:srgbClr val="6E747A">
                      <a:alpha val="43000"/>
                    </a:srgbClr>
                  </a:outerShdw>
                </a:effectLst>
              </a:endParaRPr>
            </a:p>
          </p:txBody>
        </p:sp>
      </p:grpSp>
      <p:sp>
        <p:nvSpPr>
          <p:cNvPr id="14" name="TextBox 13">
            <a:extLst>
              <a:ext uri="{FF2B5EF4-FFF2-40B4-BE49-F238E27FC236}">
                <a16:creationId xmlns:a16="http://schemas.microsoft.com/office/drawing/2014/main" id="{4B36A6B0-F8E8-3BE8-083F-244F6101828F}"/>
              </a:ext>
            </a:extLst>
          </p:cNvPr>
          <p:cNvSpPr txBox="1"/>
          <p:nvPr/>
        </p:nvSpPr>
        <p:spPr>
          <a:xfrm>
            <a:off x="5031340" y="1026518"/>
            <a:ext cx="1762149" cy="369332"/>
          </a:xfrm>
          <a:prstGeom prst="rect">
            <a:avLst/>
          </a:prstGeom>
          <a:noFill/>
        </p:spPr>
        <p:txBody>
          <a:bodyPr wrap="none" rtlCol="0">
            <a:spAutoFit/>
          </a:bodyPr>
          <a:lstStyle/>
          <a:p>
            <a:r>
              <a:rPr lang="en-US" dirty="0">
                <a:ln/>
                <a:solidFill>
                  <a:srgbClr val="000000"/>
                </a:solidFill>
                <a:latin typeface="Arial"/>
                <a:cs typeface="Arial"/>
                <a:sym typeface="Arial"/>
                <a:rtl val="0"/>
              </a:rPr>
              <a:t>  </a:t>
            </a:r>
            <a:r>
              <a:rPr lang="en-US" spc="0" baseline="0" dirty="0">
                <a:ln/>
                <a:solidFill>
                  <a:srgbClr val="000000"/>
                </a:solidFill>
                <a:latin typeface="Arial"/>
                <a:cs typeface="Arial"/>
                <a:sym typeface="Arial"/>
                <a:rtl val="0"/>
              </a:rPr>
              <a:t>Antenna Array</a:t>
            </a:r>
            <a:endParaRPr lang="en-US" dirty="0">
              <a:ln/>
              <a:solidFill>
                <a:srgbClr val="000000"/>
              </a:solidFill>
              <a:latin typeface="Arial"/>
              <a:cs typeface="Arial"/>
              <a:sym typeface="Arial"/>
              <a:rtl val="0"/>
            </a:endParaRPr>
          </a:p>
        </p:txBody>
      </p:sp>
      <p:sp>
        <p:nvSpPr>
          <p:cNvPr id="15" name="TextBox 14">
            <a:extLst>
              <a:ext uri="{FF2B5EF4-FFF2-40B4-BE49-F238E27FC236}">
                <a16:creationId xmlns:a16="http://schemas.microsoft.com/office/drawing/2014/main" id="{C9D61AD1-73FE-9876-E8C1-0B74B0BB7D87}"/>
              </a:ext>
            </a:extLst>
          </p:cNvPr>
          <p:cNvSpPr txBox="1"/>
          <p:nvPr/>
        </p:nvSpPr>
        <p:spPr>
          <a:xfrm>
            <a:off x="2604067" y="1078030"/>
            <a:ext cx="1556965" cy="707886"/>
          </a:xfrm>
          <a:prstGeom prst="rect">
            <a:avLst/>
          </a:prstGeom>
          <a:noFill/>
        </p:spPr>
        <p:txBody>
          <a:bodyPr wrap="none" rtlCol="0">
            <a:spAutoFit/>
          </a:bodyPr>
          <a:lstStyle/>
          <a:p>
            <a:r>
              <a:rPr lang="en-US" sz="2000" b="1" dirty="0">
                <a:ln/>
                <a:solidFill>
                  <a:srgbClr val="000000"/>
                </a:solidFill>
                <a:latin typeface="Arial"/>
                <a:cs typeface="Arial"/>
                <a:sym typeface="Arial"/>
                <a:rtl val="0"/>
              </a:rPr>
              <a:t>  </a:t>
            </a:r>
            <a:r>
              <a:rPr lang="en-US" sz="2000" b="1" spc="0" baseline="0" dirty="0">
                <a:ln/>
                <a:solidFill>
                  <a:srgbClr val="000000"/>
                </a:solidFill>
                <a:latin typeface="Arial"/>
                <a:cs typeface="Arial"/>
                <a:sym typeface="Arial"/>
                <a:rtl val="0"/>
              </a:rPr>
              <a:t>Terahertz</a:t>
            </a:r>
          </a:p>
          <a:p>
            <a:pPr algn="ctr"/>
            <a:r>
              <a:rPr lang="en-US" sz="2000" b="1" dirty="0">
                <a:ln/>
                <a:solidFill>
                  <a:srgbClr val="000000"/>
                </a:solidFill>
                <a:latin typeface="Arial"/>
                <a:cs typeface="Arial"/>
                <a:sym typeface="Arial"/>
                <a:rtl val="0"/>
              </a:rPr>
              <a:t>Waveforms</a:t>
            </a:r>
          </a:p>
        </p:txBody>
      </p:sp>
      <p:sp>
        <p:nvSpPr>
          <p:cNvPr id="30" name="TextBox 29">
            <a:extLst>
              <a:ext uri="{FF2B5EF4-FFF2-40B4-BE49-F238E27FC236}">
                <a16:creationId xmlns:a16="http://schemas.microsoft.com/office/drawing/2014/main" id="{CEE85A82-4161-7DCA-D734-624AFDE557E7}"/>
              </a:ext>
            </a:extLst>
          </p:cNvPr>
          <p:cNvSpPr txBox="1"/>
          <p:nvPr/>
        </p:nvSpPr>
        <p:spPr>
          <a:xfrm>
            <a:off x="2280481" y="2574593"/>
            <a:ext cx="1154483" cy="400110"/>
          </a:xfrm>
          <a:prstGeom prst="rect">
            <a:avLst/>
          </a:prstGeom>
          <a:noFill/>
        </p:spPr>
        <p:txBody>
          <a:bodyPr wrap="none" rtlCol="0">
            <a:spAutoFit/>
          </a:bodyPr>
          <a:lstStyle/>
          <a:p>
            <a:r>
              <a:rPr lang="en-US" sz="2000" b="1" spc="0" baseline="0" dirty="0">
                <a:ln/>
                <a:solidFill>
                  <a:srgbClr val="000000"/>
                </a:solidFill>
                <a:latin typeface="Arial"/>
                <a:cs typeface="Arial"/>
                <a:sym typeface="Arial"/>
                <a:rtl val="0"/>
              </a:rPr>
              <a:t>Enzyme</a:t>
            </a:r>
            <a:endParaRPr lang="en-US" sz="2000" b="1" dirty="0">
              <a:ln/>
              <a:solidFill>
                <a:srgbClr val="000000"/>
              </a:solidFill>
              <a:latin typeface="Arial"/>
              <a:cs typeface="Arial"/>
              <a:sym typeface="Arial"/>
              <a:rtl val="0"/>
            </a:endParaRPr>
          </a:p>
        </p:txBody>
      </p:sp>
      <p:sp>
        <p:nvSpPr>
          <p:cNvPr id="3" name="Title 1">
            <a:extLst>
              <a:ext uri="{FF2B5EF4-FFF2-40B4-BE49-F238E27FC236}">
                <a16:creationId xmlns:a16="http://schemas.microsoft.com/office/drawing/2014/main" id="{B1410CA9-3B6A-0621-A424-24748EE552DD}"/>
              </a:ext>
            </a:extLst>
          </p:cNvPr>
          <p:cNvSpPr>
            <a:spLocks noGrp="1"/>
          </p:cNvSpPr>
          <p:nvPr>
            <p:ph type="title"/>
          </p:nvPr>
        </p:nvSpPr>
        <p:spPr>
          <a:xfrm>
            <a:off x="10066812" y="91581"/>
            <a:ext cx="1952334" cy="505057"/>
          </a:xfrm>
        </p:spPr>
        <p:txBody>
          <a:bodyPr>
            <a:normAutofit fontScale="90000"/>
          </a:bodyPr>
          <a:lstStyle/>
          <a:p>
            <a:r>
              <a:rPr lang="en-US" sz="4000" dirty="0"/>
              <a:t>Concept</a:t>
            </a:r>
            <a:endParaRPr lang="en-US" sz="3200" dirty="0"/>
          </a:p>
        </p:txBody>
      </p:sp>
      <p:sp>
        <p:nvSpPr>
          <p:cNvPr id="32" name="Slide Number Placeholder 31">
            <a:extLst>
              <a:ext uri="{FF2B5EF4-FFF2-40B4-BE49-F238E27FC236}">
                <a16:creationId xmlns:a16="http://schemas.microsoft.com/office/drawing/2014/main" id="{F6DAF649-C617-7B35-062A-80853FFAE757}"/>
              </a:ext>
            </a:extLst>
          </p:cNvPr>
          <p:cNvSpPr>
            <a:spLocks noGrp="1"/>
          </p:cNvSpPr>
          <p:nvPr>
            <p:ph type="sldNum" sz="quarter" idx="12"/>
          </p:nvPr>
        </p:nvSpPr>
        <p:spPr>
          <a:xfrm>
            <a:off x="-99230" y="6595961"/>
            <a:ext cx="483102" cy="338556"/>
          </a:xfrm>
        </p:spPr>
        <p:txBody>
          <a:bodyPr/>
          <a:lstStyle/>
          <a:p>
            <a:fld id="{250B62C5-2ACF-4D78-8FF3-37371B948607}" type="slidenum">
              <a:rPr lang="en-US" smtClean="0"/>
              <a:t>21</a:t>
            </a:fld>
            <a:endParaRPr lang="en-US"/>
          </a:p>
        </p:txBody>
      </p:sp>
      <p:pic>
        <p:nvPicPr>
          <p:cNvPr id="2" name="Picture 1" descr="RNA related vector icon. RNA sign. Isolated on white background. Editable vector illustration Stock Vector Image &amp; Art - Alamy">
            <a:extLst>
              <a:ext uri="{FF2B5EF4-FFF2-40B4-BE49-F238E27FC236}">
                <a16:creationId xmlns:a16="http://schemas.microsoft.com/office/drawing/2014/main" id="{07362544-6952-5475-BC96-81F4E3CE58F9}"/>
              </a:ext>
            </a:extLst>
          </p:cNvPr>
          <p:cNvPicPr>
            <a:picLocks noChangeAspect="1"/>
          </p:cNvPicPr>
          <p:nvPr/>
        </p:nvPicPr>
        <p:blipFill>
          <a:blip r:embed="rId6"/>
          <a:srcRect l="35275" t="15265" r="22388" b="22407"/>
          <a:stretch>
            <a:fillRect/>
          </a:stretch>
        </p:blipFill>
        <p:spPr>
          <a:xfrm rot="19474698">
            <a:off x="5426623" y="2959865"/>
            <a:ext cx="875192" cy="1377391"/>
          </a:xfrm>
          <a:prstGeom prst="rect">
            <a:avLst/>
          </a:prstGeom>
        </p:spPr>
      </p:pic>
      <p:sp>
        <p:nvSpPr>
          <p:cNvPr id="39" name="TextBox 38">
            <a:extLst>
              <a:ext uri="{FF2B5EF4-FFF2-40B4-BE49-F238E27FC236}">
                <a16:creationId xmlns:a16="http://schemas.microsoft.com/office/drawing/2014/main" id="{66FEEE94-D592-442C-F58E-A02F80B06CAE}"/>
              </a:ext>
            </a:extLst>
          </p:cNvPr>
          <p:cNvSpPr txBox="1"/>
          <p:nvPr/>
        </p:nvSpPr>
        <p:spPr>
          <a:xfrm>
            <a:off x="5236576" y="2253624"/>
            <a:ext cx="1003801" cy="584775"/>
          </a:xfrm>
          <a:prstGeom prst="rect">
            <a:avLst/>
          </a:prstGeom>
          <a:noFill/>
        </p:spPr>
        <p:txBody>
          <a:bodyPr wrap="none" rtlCol="0">
            <a:spAutoFit/>
          </a:bodyPr>
          <a:lstStyle/>
          <a:p>
            <a:pPr algn="ctr"/>
            <a:r>
              <a:rPr lang="en-US" sz="1600" dirty="0">
                <a:ln/>
                <a:solidFill>
                  <a:srgbClr val="000000"/>
                </a:solidFill>
                <a:latin typeface="Arial"/>
                <a:cs typeface="Arial"/>
                <a:sym typeface="Arial"/>
                <a:rtl val="0"/>
              </a:rPr>
              <a:t>RNA</a:t>
            </a:r>
          </a:p>
          <a:p>
            <a:pPr algn="ctr"/>
            <a:r>
              <a:rPr lang="en-US" sz="1600" dirty="0">
                <a:ln/>
                <a:solidFill>
                  <a:srgbClr val="000000"/>
                </a:solidFill>
                <a:latin typeface="Arial"/>
                <a:cs typeface="Arial"/>
                <a:sym typeface="Arial"/>
                <a:rtl val="0"/>
              </a:rPr>
              <a:t>molecule</a:t>
            </a:r>
          </a:p>
        </p:txBody>
      </p:sp>
      <p:sp>
        <p:nvSpPr>
          <p:cNvPr id="41" name="TextBox 40">
            <a:extLst>
              <a:ext uri="{FF2B5EF4-FFF2-40B4-BE49-F238E27FC236}">
                <a16:creationId xmlns:a16="http://schemas.microsoft.com/office/drawing/2014/main" id="{E3FBEAE6-5459-BB3E-7846-83ABD2351F57}"/>
              </a:ext>
            </a:extLst>
          </p:cNvPr>
          <p:cNvSpPr txBox="1"/>
          <p:nvPr/>
        </p:nvSpPr>
        <p:spPr>
          <a:xfrm>
            <a:off x="6284346" y="3422873"/>
            <a:ext cx="1361655" cy="338554"/>
          </a:xfrm>
          <a:prstGeom prst="rect">
            <a:avLst/>
          </a:prstGeom>
          <a:noFill/>
        </p:spPr>
        <p:txBody>
          <a:bodyPr wrap="none" rtlCol="0">
            <a:spAutoFit/>
          </a:bodyPr>
          <a:lstStyle/>
          <a:p>
            <a:r>
              <a:rPr lang="en-US" sz="1600" dirty="0">
                <a:ln/>
                <a:solidFill>
                  <a:srgbClr val="000000"/>
                </a:solidFill>
                <a:latin typeface="Arial"/>
                <a:cs typeface="Arial"/>
                <a:sym typeface="Arial"/>
                <a:rtl val="0"/>
              </a:rPr>
              <a:t>Transcription</a:t>
            </a:r>
          </a:p>
        </p:txBody>
      </p:sp>
      <p:cxnSp>
        <p:nvCxnSpPr>
          <p:cNvPr id="42" name="Straight Arrow Connector 41">
            <a:extLst>
              <a:ext uri="{FF2B5EF4-FFF2-40B4-BE49-F238E27FC236}">
                <a16:creationId xmlns:a16="http://schemas.microsoft.com/office/drawing/2014/main" id="{6BBF7174-10FB-CC9E-CABF-FBF39A6A7335}"/>
              </a:ext>
            </a:extLst>
          </p:cNvPr>
          <p:cNvCxnSpPr>
            <a:cxnSpLocks/>
          </p:cNvCxnSpPr>
          <p:nvPr/>
        </p:nvCxnSpPr>
        <p:spPr>
          <a:xfrm flipH="1" flipV="1">
            <a:off x="4098253" y="3836762"/>
            <a:ext cx="1013192" cy="7021"/>
          </a:xfrm>
          <a:prstGeom prst="straightConnector1">
            <a:avLst/>
          </a:prstGeom>
          <a:ln w="22225">
            <a:tailEnd type="triangle" w="lg" len="lg"/>
          </a:ln>
        </p:spPr>
        <p:style>
          <a:lnRef idx="2">
            <a:schemeClr val="accent1"/>
          </a:lnRef>
          <a:fillRef idx="0">
            <a:schemeClr val="accent1"/>
          </a:fillRef>
          <a:effectRef idx="1">
            <a:schemeClr val="accent1"/>
          </a:effectRef>
          <a:fontRef idx="minor">
            <a:schemeClr val="tx1"/>
          </a:fontRef>
        </p:style>
      </p:cxnSp>
      <p:sp>
        <p:nvSpPr>
          <p:cNvPr id="43" name="TextBox 42">
            <a:extLst>
              <a:ext uri="{FF2B5EF4-FFF2-40B4-BE49-F238E27FC236}">
                <a16:creationId xmlns:a16="http://schemas.microsoft.com/office/drawing/2014/main" id="{B1C6D18F-6209-0A54-8E27-3DBA88DE227B}"/>
              </a:ext>
            </a:extLst>
          </p:cNvPr>
          <p:cNvSpPr txBox="1"/>
          <p:nvPr/>
        </p:nvSpPr>
        <p:spPr>
          <a:xfrm>
            <a:off x="4062891" y="3378905"/>
            <a:ext cx="1190134" cy="338554"/>
          </a:xfrm>
          <a:prstGeom prst="rect">
            <a:avLst/>
          </a:prstGeom>
          <a:noFill/>
        </p:spPr>
        <p:txBody>
          <a:bodyPr wrap="none" rtlCol="0">
            <a:spAutoFit/>
          </a:bodyPr>
          <a:lstStyle/>
          <a:p>
            <a:r>
              <a:rPr lang="en-US" sz="1600" dirty="0">
                <a:ln/>
                <a:solidFill>
                  <a:srgbClr val="000000"/>
                </a:solidFill>
                <a:latin typeface="Arial"/>
                <a:cs typeface="Arial"/>
                <a:sym typeface="Arial"/>
                <a:rtl val="0"/>
              </a:rPr>
              <a:t>Translation</a:t>
            </a:r>
          </a:p>
        </p:txBody>
      </p:sp>
      <p:sp>
        <p:nvSpPr>
          <p:cNvPr id="48" name="TextBox 47">
            <a:extLst>
              <a:ext uri="{FF2B5EF4-FFF2-40B4-BE49-F238E27FC236}">
                <a16:creationId xmlns:a16="http://schemas.microsoft.com/office/drawing/2014/main" id="{B723B694-FAC5-19D3-8C01-AF8D8C4784B5}"/>
              </a:ext>
            </a:extLst>
          </p:cNvPr>
          <p:cNvSpPr txBox="1"/>
          <p:nvPr/>
        </p:nvSpPr>
        <p:spPr>
          <a:xfrm>
            <a:off x="142321" y="2751008"/>
            <a:ext cx="1329018" cy="369332"/>
          </a:xfrm>
          <a:prstGeom prst="rect">
            <a:avLst/>
          </a:prstGeom>
          <a:noFill/>
        </p:spPr>
        <p:txBody>
          <a:bodyPr wrap="none" rtlCol="0">
            <a:spAutoFit/>
          </a:bodyPr>
          <a:lstStyle/>
          <a:p>
            <a:r>
              <a:rPr lang="en-US" dirty="0"/>
              <a:t>Substrate A</a:t>
            </a:r>
          </a:p>
        </p:txBody>
      </p:sp>
      <p:cxnSp>
        <p:nvCxnSpPr>
          <p:cNvPr id="50" name="Straight Arrow Connector 49">
            <a:extLst>
              <a:ext uri="{FF2B5EF4-FFF2-40B4-BE49-F238E27FC236}">
                <a16:creationId xmlns:a16="http://schemas.microsoft.com/office/drawing/2014/main" id="{03AC85EB-00A3-AA27-530D-D281F323F5B8}"/>
              </a:ext>
            </a:extLst>
          </p:cNvPr>
          <p:cNvCxnSpPr/>
          <p:nvPr/>
        </p:nvCxnSpPr>
        <p:spPr>
          <a:xfrm>
            <a:off x="711200" y="3310791"/>
            <a:ext cx="0" cy="1501713"/>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sp>
        <p:nvSpPr>
          <p:cNvPr id="52" name="TextBox 51">
            <a:extLst>
              <a:ext uri="{FF2B5EF4-FFF2-40B4-BE49-F238E27FC236}">
                <a16:creationId xmlns:a16="http://schemas.microsoft.com/office/drawing/2014/main" id="{6A0115BE-D545-7FD3-355B-DB19C87E6CE8}"/>
              </a:ext>
            </a:extLst>
          </p:cNvPr>
          <p:cNvSpPr txBox="1"/>
          <p:nvPr/>
        </p:nvSpPr>
        <p:spPr>
          <a:xfrm>
            <a:off x="156160" y="4937327"/>
            <a:ext cx="1153906" cy="369332"/>
          </a:xfrm>
          <a:prstGeom prst="rect">
            <a:avLst/>
          </a:prstGeom>
          <a:noFill/>
        </p:spPr>
        <p:txBody>
          <a:bodyPr wrap="none" rtlCol="0">
            <a:spAutoFit/>
          </a:bodyPr>
          <a:lstStyle/>
          <a:p>
            <a:r>
              <a:rPr lang="en-US" dirty="0"/>
              <a:t>Product B</a:t>
            </a:r>
          </a:p>
        </p:txBody>
      </p:sp>
      <p:sp>
        <p:nvSpPr>
          <p:cNvPr id="54" name="TextBox 53">
            <a:extLst>
              <a:ext uri="{FF2B5EF4-FFF2-40B4-BE49-F238E27FC236}">
                <a16:creationId xmlns:a16="http://schemas.microsoft.com/office/drawing/2014/main" id="{5A182A54-C244-081B-5116-5BFC1DC42CAE}"/>
              </a:ext>
            </a:extLst>
          </p:cNvPr>
          <p:cNvSpPr txBox="1"/>
          <p:nvPr/>
        </p:nvSpPr>
        <p:spPr>
          <a:xfrm>
            <a:off x="1088960" y="3310791"/>
            <a:ext cx="1015021" cy="338554"/>
          </a:xfrm>
          <a:prstGeom prst="rect">
            <a:avLst/>
          </a:prstGeom>
          <a:noFill/>
        </p:spPr>
        <p:txBody>
          <a:bodyPr wrap="none" rtlCol="0">
            <a:spAutoFit/>
          </a:bodyPr>
          <a:lstStyle/>
          <a:p>
            <a:r>
              <a:rPr lang="en-US" sz="1600" dirty="0">
                <a:ln/>
                <a:solidFill>
                  <a:srgbClr val="000000"/>
                </a:solidFill>
                <a:latin typeface="Arial"/>
                <a:cs typeface="Arial"/>
                <a:sym typeface="Arial"/>
                <a:rtl val="0"/>
              </a:rPr>
              <a:t>Catalysis</a:t>
            </a:r>
          </a:p>
        </p:txBody>
      </p:sp>
      <p:cxnSp>
        <p:nvCxnSpPr>
          <p:cNvPr id="55" name="Straight Arrow Connector 54">
            <a:extLst>
              <a:ext uri="{FF2B5EF4-FFF2-40B4-BE49-F238E27FC236}">
                <a16:creationId xmlns:a16="http://schemas.microsoft.com/office/drawing/2014/main" id="{9317E1CF-1664-8E75-D861-2ADA719D4A00}"/>
              </a:ext>
            </a:extLst>
          </p:cNvPr>
          <p:cNvCxnSpPr>
            <a:cxnSpLocks/>
          </p:cNvCxnSpPr>
          <p:nvPr/>
        </p:nvCxnSpPr>
        <p:spPr>
          <a:xfrm flipH="1">
            <a:off x="3860800" y="4402017"/>
            <a:ext cx="1394288" cy="1132533"/>
          </a:xfrm>
          <a:prstGeom prst="straightConnector1">
            <a:avLst/>
          </a:prstGeom>
          <a:ln w="22225">
            <a:tailEnd type="triangle" w="lg" len="lg"/>
          </a:ln>
        </p:spPr>
        <p:style>
          <a:lnRef idx="2">
            <a:schemeClr val="accent1"/>
          </a:lnRef>
          <a:fillRef idx="0">
            <a:schemeClr val="accent1"/>
          </a:fillRef>
          <a:effectRef idx="1">
            <a:schemeClr val="accent1"/>
          </a:effectRef>
          <a:fontRef idx="minor">
            <a:schemeClr val="tx1"/>
          </a:fontRef>
        </p:style>
      </p:cxnSp>
      <p:sp>
        <p:nvSpPr>
          <p:cNvPr id="58" name="TextBox 57">
            <a:extLst>
              <a:ext uri="{FF2B5EF4-FFF2-40B4-BE49-F238E27FC236}">
                <a16:creationId xmlns:a16="http://schemas.microsoft.com/office/drawing/2014/main" id="{87E16F8F-B8D2-D6C6-6A0F-CF3A56F60A2E}"/>
              </a:ext>
            </a:extLst>
          </p:cNvPr>
          <p:cNvSpPr txBox="1"/>
          <p:nvPr/>
        </p:nvSpPr>
        <p:spPr>
          <a:xfrm>
            <a:off x="133958" y="2226075"/>
            <a:ext cx="1268296" cy="400110"/>
          </a:xfrm>
          <a:prstGeom prst="rect">
            <a:avLst/>
          </a:prstGeom>
          <a:noFill/>
        </p:spPr>
        <p:txBody>
          <a:bodyPr wrap="none" rtlCol="0">
            <a:spAutoFit/>
          </a:bodyPr>
          <a:lstStyle/>
          <a:p>
            <a:r>
              <a:rPr lang="en-US" sz="2000" b="1" spc="0" baseline="0" dirty="0">
                <a:ln/>
                <a:solidFill>
                  <a:srgbClr val="000000"/>
                </a:solidFill>
                <a:latin typeface="Arial"/>
                <a:cs typeface="Arial"/>
                <a:sym typeface="Arial"/>
                <a:rtl val="0"/>
              </a:rPr>
              <a:t>Reaction</a:t>
            </a:r>
            <a:endParaRPr lang="en-US" sz="2000" b="1" dirty="0">
              <a:ln/>
              <a:solidFill>
                <a:srgbClr val="000000"/>
              </a:solidFill>
              <a:latin typeface="Arial"/>
              <a:cs typeface="Arial"/>
              <a:sym typeface="Arial"/>
              <a:rtl val="0"/>
            </a:endParaRPr>
          </a:p>
        </p:txBody>
      </p:sp>
      <p:cxnSp>
        <p:nvCxnSpPr>
          <p:cNvPr id="34" name="Straight Arrow Connector 33">
            <a:extLst>
              <a:ext uri="{FF2B5EF4-FFF2-40B4-BE49-F238E27FC236}">
                <a16:creationId xmlns:a16="http://schemas.microsoft.com/office/drawing/2014/main" id="{48A76686-A4A5-A797-38A1-E50EAE66925B}"/>
              </a:ext>
            </a:extLst>
          </p:cNvPr>
          <p:cNvCxnSpPr>
            <a:cxnSpLocks/>
          </p:cNvCxnSpPr>
          <p:nvPr/>
        </p:nvCxnSpPr>
        <p:spPr>
          <a:xfrm flipH="1" flipV="1">
            <a:off x="6484888" y="3849922"/>
            <a:ext cx="1013192" cy="7021"/>
          </a:xfrm>
          <a:prstGeom prst="straightConnector1">
            <a:avLst/>
          </a:prstGeom>
          <a:ln w="22225">
            <a:tailEnd type="triangle" w="lg" len="lg"/>
          </a:ln>
        </p:spPr>
        <p:style>
          <a:lnRef idx="2">
            <a:schemeClr val="accent1"/>
          </a:lnRef>
          <a:fillRef idx="0">
            <a:schemeClr val="accent1"/>
          </a:fillRef>
          <a:effectRef idx="1">
            <a:schemeClr val="accent1"/>
          </a:effectRef>
          <a:fontRef idx="minor">
            <a:schemeClr val="tx1"/>
          </a:fontRef>
        </p:style>
      </p:cxnSp>
      <p:cxnSp>
        <p:nvCxnSpPr>
          <p:cNvPr id="35" name="Straight Arrow Connector 34">
            <a:extLst>
              <a:ext uri="{FF2B5EF4-FFF2-40B4-BE49-F238E27FC236}">
                <a16:creationId xmlns:a16="http://schemas.microsoft.com/office/drawing/2014/main" id="{8CB7A35B-1A33-7349-4C07-4C5D18F05806}"/>
              </a:ext>
            </a:extLst>
          </p:cNvPr>
          <p:cNvCxnSpPr>
            <a:cxnSpLocks/>
          </p:cNvCxnSpPr>
          <p:nvPr/>
        </p:nvCxnSpPr>
        <p:spPr>
          <a:xfrm flipH="1" flipV="1">
            <a:off x="1085436" y="3860024"/>
            <a:ext cx="1013192" cy="7021"/>
          </a:xfrm>
          <a:prstGeom prst="straightConnector1">
            <a:avLst/>
          </a:prstGeom>
          <a:ln w="22225">
            <a:tailEnd type="triangle" w="lg" len="lg"/>
          </a:ln>
        </p:spPr>
        <p:style>
          <a:lnRef idx="2">
            <a:schemeClr val="accent1"/>
          </a:lnRef>
          <a:fillRef idx="0">
            <a:schemeClr val="accent1"/>
          </a:fillRef>
          <a:effectRef idx="1">
            <a:schemeClr val="accent1"/>
          </a:effectRef>
          <a:fontRef idx="minor">
            <a:schemeClr val="tx1"/>
          </a:fontRef>
        </p:style>
      </p:cxnSp>
      <p:pic>
        <p:nvPicPr>
          <p:cNvPr id="4" name="Picture 3" descr="Protein folding and denaturation (article) | Khan Academy">
            <a:extLst>
              <a:ext uri="{FF2B5EF4-FFF2-40B4-BE49-F238E27FC236}">
                <a16:creationId xmlns:a16="http://schemas.microsoft.com/office/drawing/2014/main" id="{0621B7CB-89EF-35CB-4B24-7DA96EE2897F}"/>
              </a:ext>
            </a:extLst>
          </p:cNvPr>
          <p:cNvPicPr>
            <a:picLocks noChangeAspect="1"/>
          </p:cNvPicPr>
          <p:nvPr/>
        </p:nvPicPr>
        <p:blipFill>
          <a:blip r:embed="rId7"/>
          <a:srcRect l="54929" t="9815" b="18889"/>
          <a:stretch>
            <a:fillRect/>
          </a:stretch>
        </p:blipFill>
        <p:spPr>
          <a:xfrm rot="5400000">
            <a:off x="2314854" y="4971773"/>
            <a:ext cx="1436129" cy="1255712"/>
          </a:xfrm>
          <a:prstGeom prst="rect">
            <a:avLst/>
          </a:prstGeom>
        </p:spPr>
      </p:pic>
      <p:pic>
        <p:nvPicPr>
          <p:cNvPr id="6" name="Picture 5" descr="Protein folding and denaturation (article) | Khan Academy">
            <a:extLst>
              <a:ext uri="{FF2B5EF4-FFF2-40B4-BE49-F238E27FC236}">
                <a16:creationId xmlns:a16="http://schemas.microsoft.com/office/drawing/2014/main" id="{0EC702BA-BCE0-91AF-24A7-59A1A482AB03}"/>
              </a:ext>
            </a:extLst>
          </p:cNvPr>
          <p:cNvPicPr>
            <a:picLocks noChangeAspect="1"/>
          </p:cNvPicPr>
          <p:nvPr/>
        </p:nvPicPr>
        <p:blipFill>
          <a:blip r:embed="rId7"/>
          <a:srcRect r="60237" b="14179"/>
          <a:stretch>
            <a:fillRect/>
          </a:stretch>
        </p:blipFill>
        <p:spPr>
          <a:xfrm rot="5400000">
            <a:off x="2444360" y="3009013"/>
            <a:ext cx="1267034" cy="1511525"/>
          </a:xfrm>
          <a:prstGeom prst="rect">
            <a:avLst/>
          </a:prstGeom>
        </p:spPr>
      </p:pic>
      <p:cxnSp>
        <p:nvCxnSpPr>
          <p:cNvPr id="7" name="Straight Arrow Connector 6">
            <a:extLst>
              <a:ext uri="{FF2B5EF4-FFF2-40B4-BE49-F238E27FC236}">
                <a16:creationId xmlns:a16="http://schemas.microsoft.com/office/drawing/2014/main" id="{81B58077-E30C-1B76-C2E3-B775FA017123}"/>
              </a:ext>
            </a:extLst>
          </p:cNvPr>
          <p:cNvCxnSpPr>
            <a:cxnSpLocks/>
            <a:endCxn id="4" idx="1"/>
          </p:cNvCxnSpPr>
          <p:nvPr/>
        </p:nvCxnSpPr>
        <p:spPr>
          <a:xfrm>
            <a:off x="2946400" y="4398293"/>
            <a:ext cx="0" cy="483272"/>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983344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73343F-6413-ADD8-289D-A86A430445CD}"/>
            </a:ext>
          </a:extLst>
        </p:cNvPr>
        <p:cNvGrpSpPr/>
        <p:nvPr/>
      </p:nvGrpSpPr>
      <p:grpSpPr>
        <a:xfrm>
          <a:off x="0" y="0"/>
          <a:ext cx="0" cy="0"/>
          <a:chOff x="0" y="0"/>
          <a:chExt cx="0" cy="0"/>
        </a:xfrm>
      </p:grpSpPr>
      <p:grpSp>
        <p:nvGrpSpPr>
          <p:cNvPr id="62" name="Group 61">
            <a:extLst>
              <a:ext uri="{FF2B5EF4-FFF2-40B4-BE49-F238E27FC236}">
                <a16:creationId xmlns:a16="http://schemas.microsoft.com/office/drawing/2014/main" id="{E9DAE39C-955E-A43E-910D-E80FAC5BC919}"/>
              </a:ext>
            </a:extLst>
          </p:cNvPr>
          <p:cNvGrpSpPr/>
          <p:nvPr/>
        </p:nvGrpSpPr>
        <p:grpSpPr>
          <a:xfrm rot="5400000">
            <a:off x="9459401" y="2927125"/>
            <a:ext cx="929932" cy="775626"/>
            <a:chOff x="583890" y="-94136"/>
            <a:chExt cx="929932" cy="775626"/>
          </a:xfrm>
        </p:grpSpPr>
        <p:pic>
          <p:nvPicPr>
            <p:cNvPr id="5" name="Picture 4">
              <a:extLst>
                <a:ext uri="{FF2B5EF4-FFF2-40B4-BE49-F238E27FC236}">
                  <a16:creationId xmlns:a16="http://schemas.microsoft.com/office/drawing/2014/main" id="{84ABAB73-C1D4-0834-94DA-BB429C5CEDEF}"/>
                </a:ext>
              </a:extLst>
            </p:cNvPr>
            <p:cNvPicPr>
              <a:picLocks noChangeAspect="1"/>
            </p:cNvPicPr>
            <p:nvPr/>
          </p:nvPicPr>
          <p:blipFill>
            <a:blip r:embed="rId3"/>
            <a:srcRect l="25538" t="6542" r="31911" b="10234"/>
            <a:stretch>
              <a:fillRect/>
            </a:stretch>
          </p:blipFill>
          <p:spPr>
            <a:xfrm rot="9842333">
              <a:off x="906610" y="218803"/>
              <a:ext cx="354848" cy="462687"/>
            </a:xfrm>
            <a:prstGeom prst="rect">
              <a:avLst/>
            </a:prstGeom>
          </p:spPr>
        </p:pic>
        <p:pic>
          <p:nvPicPr>
            <p:cNvPr id="9" name="Picture 8">
              <a:extLst>
                <a:ext uri="{FF2B5EF4-FFF2-40B4-BE49-F238E27FC236}">
                  <a16:creationId xmlns:a16="http://schemas.microsoft.com/office/drawing/2014/main" id="{A2CB0961-08FC-EC63-CEE8-8218A3422ACC}"/>
                </a:ext>
              </a:extLst>
            </p:cNvPr>
            <p:cNvPicPr>
              <a:picLocks noChangeAspect="1"/>
            </p:cNvPicPr>
            <p:nvPr/>
          </p:nvPicPr>
          <p:blipFill>
            <a:blip r:embed="rId3"/>
            <a:srcRect l="25538" t="6542" r="31911" b="10234"/>
            <a:stretch>
              <a:fillRect/>
            </a:stretch>
          </p:blipFill>
          <p:spPr>
            <a:xfrm rot="9842333">
              <a:off x="1158974" y="-94136"/>
              <a:ext cx="354848" cy="462687"/>
            </a:xfrm>
            <a:prstGeom prst="rect">
              <a:avLst/>
            </a:prstGeom>
          </p:spPr>
        </p:pic>
        <p:pic>
          <p:nvPicPr>
            <p:cNvPr id="10" name="Picture 9">
              <a:extLst>
                <a:ext uri="{FF2B5EF4-FFF2-40B4-BE49-F238E27FC236}">
                  <a16:creationId xmlns:a16="http://schemas.microsoft.com/office/drawing/2014/main" id="{CD524601-1EE1-4428-B216-9E2F21686093}"/>
                </a:ext>
              </a:extLst>
            </p:cNvPr>
            <p:cNvPicPr>
              <a:picLocks noChangeAspect="1"/>
            </p:cNvPicPr>
            <p:nvPr/>
          </p:nvPicPr>
          <p:blipFill>
            <a:blip r:embed="rId3"/>
            <a:srcRect l="25538" t="6542" r="31911" b="10234"/>
            <a:stretch>
              <a:fillRect/>
            </a:stretch>
          </p:blipFill>
          <p:spPr>
            <a:xfrm rot="9842333">
              <a:off x="583890" y="98442"/>
              <a:ext cx="354848" cy="462687"/>
            </a:xfrm>
            <a:prstGeom prst="rect">
              <a:avLst/>
            </a:prstGeom>
          </p:spPr>
        </p:pic>
        <p:pic>
          <p:nvPicPr>
            <p:cNvPr id="11" name="Picture 10">
              <a:extLst>
                <a:ext uri="{FF2B5EF4-FFF2-40B4-BE49-F238E27FC236}">
                  <a16:creationId xmlns:a16="http://schemas.microsoft.com/office/drawing/2014/main" id="{638F7292-5353-9B86-849A-3BBF35E4D31E}"/>
                </a:ext>
              </a:extLst>
            </p:cNvPr>
            <p:cNvPicPr>
              <a:picLocks noChangeAspect="1"/>
            </p:cNvPicPr>
            <p:nvPr/>
          </p:nvPicPr>
          <p:blipFill>
            <a:blip r:embed="rId3"/>
            <a:srcRect l="25538" t="6542" r="31911" b="10234"/>
            <a:stretch>
              <a:fillRect/>
            </a:stretch>
          </p:blipFill>
          <p:spPr>
            <a:xfrm rot="9842333">
              <a:off x="888484" y="-81377"/>
              <a:ext cx="354848" cy="462687"/>
            </a:xfrm>
            <a:prstGeom prst="rect">
              <a:avLst/>
            </a:prstGeom>
          </p:spPr>
        </p:pic>
      </p:grpSp>
      <p:grpSp>
        <p:nvGrpSpPr>
          <p:cNvPr id="61" name="Group 60">
            <a:extLst>
              <a:ext uri="{FF2B5EF4-FFF2-40B4-BE49-F238E27FC236}">
                <a16:creationId xmlns:a16="http://schemas.microsoft.com/office/drawing/2014/main" id="{AB3CF923-4245-79E0-BAAA-B99DEBE5DE66}"/>
              </a:ext>
            </a:extLst>
          </p:cNvPr>
          <p:cNvGrpSpPr/>
          <p:nvPr/>
        </p:nvGrpSpPr>
        <p:grpSpPr>
          <a:xfrm rot="4130755">
            <a:off x="8813000" y="3658352"/>
            <a:ext cx="503836" cy="1038348"/>
            <a:chOff x="1562125" y="646334"/>
            <a:chExt cx="503836" cy="1038348"/>
          </a:xfrm>
        </p:grpSpPr>
        <p:sp>
          <p:nvSpPr>
            <p:cNvPr id="8" name="Freeform: Shape 7">
              <a:extLst>
                <a:ext uri="{FF2B5EF4-FFF2-40B4-BE49-F238E27FC236}">
                  <a16:creationId xmlns:a16="http://schemas.microsoft.com/office/drawing/2014/main" id="{B683A3B1-E49F-B462-4B69-418D7CE9849D}"/>
                </a:ext>
              </a:extLst>
            </p:cNvPr>
            <p:cNvSpPr/>
            <p:nvPr/>
          </p:nvSpPr>
          <p:spPr>
            <a:xfrm rot="3269968" flipV="1">
              <a:off x="1310379" y="1127408"/>
              <a:ext cx="1038348" cy="76200"/>
            </a:xfrm>
            <a:custGeom>
              <a:avLst/>
              <a:gdLst>
                <a:gd name="connsiteX0" fmla="*/ 0 w 4991100"/>
                <a:gd name="connsiteY0" fmla="*/ 914404 h 914418"/>
                <a:gd name="connsiteX1" fmla="*/ 901700 w 4991100"/>
                <a:gd name="connsiteY1" fmla="*/ 25404 h 914418"/>
                <a:gd name="connsiteX2" fmla="*/ 1816100 w 4991100"/>
                <a:gd name="connsiteY2" fmla="*/ 914404 h 914418"/>
                <a:gd name="connsiteX3" fmla="*/ 2717800 w 4991100"/>
                <a:gd name="connsiteY3" fmla="*/ 4 h 914418"/>
                <a:gd name="connsiteX4" fmla="*/ 3644900 w 4991100"/>
                <a:gd name="connsiteY4" fmla="*/ 901704 h 914418"/>
                <a:gd name="connsiteX5" fmla="*/ 4533900 w 4991100"/>
                <a:gd name="connsiteY5" fmla="*/ 457204 h 914418"/>
                <a:gd name="connsiteX6" fmla="*/ 4991100 w 4991100"/>
                <a:gd name="connsiteY6" fmla="*/ 355604 h 9144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91100" h="914418">
                  <a:moveTo>
                    <a:pt x="0" y="914404"/>
                  </a:moveTo>
                  <a:cubicBezTo>
                    <a:pt x="299508" y="469904"/>
                    <a:pt x="599017" y="25404"/>
                    <a:pt x="901700" y="25404"/>
                  </a:cubicBezTo>
                  <a:cubicBezTo>
                    <a:pt x="1204383" y="25404"/>
                    <a:pt x="1513417" y="918637"/>
                    <a:pt x="1816100" y="914404"/>
                  </a:cubicBezTo>
                  <a:cubicBezTo>
                    <a:pt x="2118783" y="910171"/>
                    <a:pt x="2413000" y="2121"/>
                    <a:pt x="2717800" y="4"/>
                  </a:cubicBezTo>
                  <a:cubicBezTo>
                    <a:pt x="3022600" y="-2113"/>
                    <a:pt x="3342217" y="825504"/>
                    <a:pt x="3644900" y="901704"/>
                  </a:cubicBezTo>
                  <a:cubicBezTo>
                    <a:pt x="3947583" y="977904"/>
                    <a:pt x="4309533" y="548221"/>
                    <a:pt x="4533900" y="457204"/>
                  </a:cubicBezTo>
                  <a:cubicBezTo>
                    <a:pt x="4758267" y="366187"/>
                    <a:pt x="4874683" y="360895"/>
                    <a:pt x="4991100" y="355604"/>
                  </a:cubicBezTo>
                </a:path>
              </a:pathLst>
            </a:custGeom>
            <a:ln w="31750">
              <a:tailEnd type="triangle" w="lg" len="lg"/>
            </a:ln>
            <a:effectLst>
              <a:glow rad="457200">
                <a:schemeClr val="accent2">
                  <a:satMod val="175000"/>
                  <a:alpha val="40000"/>
                </a:schemeClr>
              </a:glow>
            </a:effectLst>
          </p:spPr>
          <p:style>
            <a:lnRef idx="3">
              <a:schemeClr val="accent2"/>
            </a:lnRef>
            <a:fillRef idx="0">
              <a:schemeClr val="accent2"/>
            </a:fillRef>
            <a:effectRef idx="2">
              <a:schemeClr val="accent2"/>
            </a:effectRef>
            <a:fontRef idx="minor">
              <a:schemeClr val="tx1"/>
            </a:fontRef>
          </p:style>
          <p:txBody>
            <a:bodyPr rtlCol="0" anchor="ctr"/>
            <a:lstStyle/>
            <a:p>
              <a:pPr algn="ctr"/>
              <a:endParaRPr lang="en-US" sz="1200">
                <a:ln w="0"/>
                <a:solidFill>
                  <a:schemeClr val="accent1"/>
                </a:solidFill>
                <a:effectLst>
                  <a:outerShdw blurRad="38100" dist="25400" dir="5400000" algn="ctr" rotWithShape="0">
                    <a:srgbClr val="6E747A">
                      <a:alpha val="43000"/>
                    </a:srgbClr>
                  </a:outerShdw>
                </a:effectLst>
              </a:endParaRPr>
            </a:p>
          </p:txBody>
        </p:sp>
        <p:sp>
          <p:nvSpPr>
            <p:cNvPr id="12" name="Freeform: Shape 11">
              <a:extLst>
                <a:ext uri="{FF2B5EF4-FFF2-40B4-BE49-F238E27FC236}">
                  <a16:creationId xmlns:a16="http://schemas.microsoft.com/office/drawing/2014/main" id="{C9A211DD-ED90-517F-601D-DFAD4FC4392B}"/>
                </a:ext>
              </a:extLst>
            </p:cNvPr>
            <p:cNvSpPr/>
            <p:nvPr/>
          </p:nvSpPr>
          <p:spPr>
            <a:xfrm rot="3269968" flipV="1">
              <a:off x="1615088" y="994589"/>
              <a:ext cx="783907" cy="117839"/>
            </a:xfrm>
            <a:custGeom>
              <a:avLst/>
              <a:gdLst>
                <a:gd name="connsiteX0" fmla="*/ 0 w 4991100"/>
                <a:gd name="connsiteY0" fmla="*/ 914404 h 914418"/>
                <a:gd name="connsiteX1" fmla="*/ 901700 w 4991100"/>
                <a:gd name="connsiteY1" fmla="*/ 25404 h 914418"/>
                <a:gd name="connsiteX2" fmla="*/ 1816100 w 4991100"/>
                <a:gd name="connsiteY2" fmla="*/ 914404 h 914418"/>
                <a:gd name="connsiteX3" fmla="*/ 2717800 w 4991100"/>
                <a:gd name="connsiteY3" fmla="*/ 4 h 914418"/>
                <a:gd name="connsiteX4" fmla="*/ 3644900 w 4991100"/>
                <a:gd name="connsiteY4" fmla="*/ 901704 h 914418"/>
                <a:gd name="connsiteX5" fmla="*/ 4533900 w 4991100"/>
                <a:gd name="connsiteY5" fmla="*/ 457204 h 914418"/>
                <a:gd name="connsiteX6" fmla="*/ 4991100 w 4991100"/>
                <a:gd name="connsiteY6" fmla="*/ 355604 h 9144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91100" h="914418">
                  <a:moveTo>
                    <a:pt x="0" y="914404"/>
                  </a:moveTo>
                  <a:cubicBezTo>
                    <a:pt x="299508" y="469904"/>
                    <a:pt x="599017" y="25404"/>
                    <a:pt x="901700" y="25404"/>
                  </a:cubicBezTo>
                  <a:cubicBezTo>
                    <a:pt x="1204383" y="25404"/>
                    <a:pt x="1513417" y="918637"/>
                    <a:pt x="1816100" y="914404"/>
                  </a:cubicBezTo>
                  <a:cubicBezTo>
                    <a:pt x="2118783" y="910171"/>
                    <a:pt x="2413000" y="2121"/>
                    <a:pt x="2717800" y="4"/>
                  </a:cubicBezTo>
                  <a:cubicBezTo>
                    <a:pt x="3022600" y="-2113"/>
                    <a:pt x="3342217" y="825504"/>
                    <a:pt x="3644900" y="901704"/>
                  </a:cubicBezTo>
                  <a:cubicBezTo>
                    <a:pt x="3947583" y="977904"/>
                    <a:pt x="4309533" y="548221"/>
                    <a:pt x="4533900" y="457204"/>
                  </a:cubicBezTo>
                  <a:cubicBezTo>
                    <a:pt x="4758267" y="366187"/>
                    <a:pt x="4874683" y="360895"/>
                    <a:pt x="4991100" y="355604"/>
                  </a:cubicBezTo>
                </a:path>
              </a:pathLst>
            </a:custGeom>
            <a:ln w="31750">
              <a:tailEnd type="triangle" w="lg" len="lg"/>
            </a:ln>
            <a:effectLst>
              <a:glow rad="457200">
                <a:schemeClr val="accent2">
                  <a:satMod val="175000"/>
                  <a:alpha val="40000"/>
                </a:schemeClr>
              </a:glow>
            </a:effectLst>
          </p:spPr>
          <p:style>
            <a:lnRef idx="3">
              <a:schemeClr val="accent2"/>
            </a:lnRef>
            <a:fillRef idx="0">
              <a:schemeClr val="accent2"/>
            </a:fillRef>
            <a:effectRef idx="2">
              <a:schemeClr val="accent2"/>
            </a:effectRef>
            <a:fontRef idx="minor">
              <a:schemeClr val="tx1"/>
            </a:fontRef>
          </p:style>
          <p:txBody>
            <a:bodyPr rtlCol="0" anchor="ctr"/>
            <a:lstStyle/>
            <a:p>
              <a:pPr algn="ctr"/>
              <a:endParaRPr lang="en-US" sz="1200">
                <a:ln w="0"/>
                <a:solidFill>
                  <a:schemeClr val="accent1"/>
                </a:solidFill>
                <a:effectLst>
                  <a:outerShdw blurRad="38100" dist="25400" dir="5400000" algn="ctr" rotWithShape="0">
                    <a:srgbClr val="6E747A">
                      <a:alpha val="43000"/>
                    </a:srgbClr>
                  </a:outerShdw>
                </a:effectLst>
              </a:endParaRPr>
            </a:p>
          </p:txBody>
        </p:sp>
        <p:sp>
          <p:nvSpPr>
            <p:cNvPr id="13" name="Freeform: Shape 12">
              <a:extLst>
                <a:ext uri="{FF2B5EF4-FFF2-40B4-BE49-F238E27FC236}">
                  <a16:creationId xmlns:a16="http://schemas.microsoft.com/office/drawing/2014/main" id="{1D02E7B2-F729-0D01-8CF9-009A4D2AD725}"/>
                </a:ext>
              </a:extLst>
            </p:cNvPr>
            <p:cNvSpPr/>
            <p:nvPr/>
          </p:nvSpPr>
          <p:spPr>
            <a:xfrm rot="3269968" flipV="1">
              <a:off x="1217693" y="1216531"/>
              <a:ext cx="806703" cy="117839"/>
            </a:xfrm>
            <a:custGeom>
              <a:avLst/>
              <a:gdLst>
                <a:gd name="connsiteX0" fmla="*/ 0 w 4991100"/>
                <a:gd name="connsiteY0" fmla="*/ 914404 h 914418"/>
                <a:gd name="connsiteX1" fmla="*/ 901700 w 4991100"/>
                <a:gd name="connsiteY1" fmla="*/ 25404 h 914418"/>
                <a:gd name="connsiteX2" fmla="*/ 1816100 w 4991100"/>
                <a:gd name="connsiteY2" fmla="*/ 914404 h 914418"/>
                <a:gd name="connsiteX3" fmla="*/ 2717800 w 4991100"/>
                <a:gd name="connsiteY3" fmla="*/ 4 h 914418"/>
                <a:gd name="connsiteX4" fmla="*/ 3644900 w 4991100"/>
                <a:gd name="connsiteY4" fmla="*/ 901704 h 914418"/>
                <a:gd name="connsiteX5" fmla="*/ 4533900 w 4991100"/>
                <a:gd name="connsiteY5" fmla="*/ 457204 h 914418"/>
                <a:gd name="connsiteX6" fmla="*/ 4991100 w 4991100"/>
                <a:gd name="connsiteY6" fmla="*/ 355604 h 9144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91100" h="914418">
                  <a:moveTo>
                    <a:pt x="0" y="914404"/>
                  </a:moveTo>
                  <a:cubicBezTo>
                    <a:pt x="299508" y="469904"/>
                    <a:pt x="599017" y="25404"/>
                    <a:pt x="901700" y="25404"/>
                  </a:cubicBezTo>
                  <a:cubicBezTo>
                    <a:pt x="1204383" y="25404"/>
                    <a:pt x="1513417" y="918637"/>
                    <a:pt x="1816100" y="914404"/>
                  </a:cubicBezTo>
                  <a:cubicBezTo>
                    <a:pt x="2118783" y="910171"/>
                    <a:pt x="2413000" y="2121"/>
                    <a:pt x="2717800" y="4"/>
                  </a:cubicBezTo>
                  <a:cubicBezTo>
                    <a:pt x="3022600" y="-2113"/>
                    <a:pt x="3342217" y="825504"/>
                    <a:pt x="3644900" y="901704"/>
                  </a:cubicBezTo>
                  <a:cubicBezTo>
                    <a:pt x="3947583" y="977904"/>
                    <a:pt x="4309533" y="548221"/>
                    <a:pt x="4533900" y="457204"/>
                  </a:cubicBezTo>
                  <a:cubicBezTo>
                    <a:pt x="4758267" y="366187"/>
                    <a:pt x="4874683" y="360895"/>
                    <a:pt x="4991100" y="355604"/>
                  </a:cubicBezTo>
                </a:path>
              </a:pathLst>
            </a:custGeom>
            <a:ln w="31750">
              <a:tailEnd type="triangle" w="lg" len="lg"/>
            </a:ln>
            <a:effectLst>
              <a:glow rad="457200">
                <a:schemeClr val="accent2">
                  <a:satMod val="175000"/>
                  <a:alpha val="40000"/>
                </a:schemeClr>
              </a:glow>
            </a:effectLst>
          </p:spPr>
          <p:style>
            <a:lnRef idx="3">
              <a:schemeClr val="accent2"/>
            </a:lnRef>
            <a:fillRef idx="0">
              <a:schemeClr val="accent2"/>
            </a:fillRef>
            <a:effectRef idx="2">
              <a:schemeClr val="accent2"/>
            </a:effectRef>
            <a:fontRef idx="minor">
              <a:schemeClr val="tx1"/>
            </a:fontRef>
          </p:style>
          <p:txBody>
            <a:bodyPr rtlCol="0" anchor="ctr"/>
            <a:lstStyle/>
            <a:p>
              <a:pPr algn="ctr"/>
              <a:endParaRPr lang="en-US" sz="1200">
                <a:ln w="0"/>
                <a:solidFill>
                  <a:schemeClr val="accent1"/>
                </a:solidFill>
                <a:effectLst>
                  <a:outerShdw blurRad="38100" dist="25400" dir="5400000" algn="ctr" rotWithShape="0">
                    <a:srgbClr val="6E747A">
                      <a:alpha val="43000"/>
                    </a:srgbClr>
                  </a:outerShdw>
                </a:effectLst>
              </a:endParaRPr>
            </a:p>
          </p:txBody>
        </p:sp>
      </p:grpSp>
      <p:sp>
        <p:nvSpPr>
          <p:cNvPr id="14" name="TextBox 13">
            <a:extLst>
              <a:ext uri="{FF2B5EF4-FFF2-40B4-BE49-F238E27FC236}">
                <a16:creationId xmlns:a16="http://schemas.microsoft.com/office/drawing/2014/main" id="{45DB3F43-3005-335C-2ED9-E23B5834E044}"/>
              </a:ext>
            </a:extLst>
          </p:cNvPr>
          <p:cNvSpPr txBox="1"/>
          <p:nvPr/>
        </p:nvSpPr>
        <p:spPr>
          <a:xfrm>
            <a:off x="10066812" y="2577859"/>
            <a:ext cx="1762149" cy="369332"/>
          </a:xfrm>
          <a:prstGeom prst="rect">
            <a:avLst/>
          </a:prstGeom>
          <a:noFill/>
        </p:spPr>
        <p:txBody>
          <a:bodyPr wrap="none" rtlCol="0">
            <a:spAutoFit/>
          </a:bodyPr>
          <a:lstStyle/>
          <a:p>
            <a:r>
              <a:rPr lang="en-US" dirty="0">
                <a:ln/>
                <a:solidFill>
                  <a:srgbClr val="000000"/>
                </a:solidFill>
                <a:latin typeface="Arial"/>
                <a:cs typeface="Arial"/>
                <a:sym typeface="Arial"/>
                <a:rtl val="0"/>
              </a:rPr>
              <a:t>  </a:t>
            </a:r>
            <a:r>
              <a:rPr lang="en-US" spc="0" baseline="0" dirty="0">
                <a:ln/>
                <a:solidFill>
                  <a:srgbClr val="000000"/>
                </a:solidFill>
                <a:latin typeface="Arial"/>
                <a:cs typeface="Arial"/>
                <a:sym typeface="Arial"/>
                <a:rtl val="0"/>
              </a:rPr>
              <a:t>Antenna Array</a:t>
            </a:r>
            <a:endParaRPr lang="en-US" dirty="0">
              <a:ln/>
              <a:solidFill>
                <a:srgbClr val="000000"/>
              </a:solidFill>
              <a:latin typeface="Arial"/>
              <a:cs typeface="Arial"/>
              <a:sym typeface="Arial"/>
              <a:rtl val="0"/>
            </a:endParaRPr>
          </a:p>
        </p:txBody>
      </p:sp>
      <p:sp>
        <p:nvSpPr>
          <p:cNvPr id="15" name="TextBox 14">
            <a:extLst>
              <a:ext uri="{FF2B5EF4-FFF2-40B4-BE49-F238E27FC236}">
                <a16:creationId xmlns:a16="http://schemas.microsoft.com/office/drawing/2014/main" id="{FBF88ED1-2B49-3504-A8B1-EB5DDB36EA6C}"/>
              </a:ext>
            </a:extLst>
          </p:cNvPr>
          <p:cNvSpPr txBox="1"/>
          <p:nvPr/>
        </p:nvSpPr>
        <p:spPr>
          <a:xfrm>
            <a:off x="7639539" y="2629371"/>
            <a:ext cx="1556965" cy="707886"/>
          </a:xfrm>
          <a:prstGeom prst="rect">
            <a:avLst/>
          </a:prstGeom>
          <a:noFill/>
        </p:spPr>
        <p:txBody>
          <a:bodyPr wrap="none" rtlCol="0">
            <a:spAutoFit/>
          </a:bodyPr>
          <a:lstStyle/>
          <a:p>
            <a:r>
              <a:rPr lang="en-US" sz="2000" b="1" dirty="0">
                <a:ln/>
                <a:solidFill>
                  <a:srgbClr val="000000"/>
                </a:solidFill>
                <a:latin typeface="Arial"/>
                <a:cs typeface="Arial"/>
                <a:sym typeface="Arial"/>
                <a:rtl val="0"/>
              </a:rPr>
              <a:t>  </a:t>
            </a:r>
            <a:r>
              <a:rPr lang="en-US" sz="2000" b="1" spc="0" baseline="0" dirty="0">
                <a:ln/>
                <a:solidFill>
                  <a:srgbClr val="000000"/>
                </a:solidFill>
                <a:latin typeface="Arial"/>
                <a:cs typeface="Arial"/>
                <a:sym typeface="Arial"/>
                <a:rtl val="0"/>
              </a:rPr>
              <a:t>Terahertz</a:t>
            </a:r>
          </a:p>
          <a:p>
            <a:pPr algn="ctr"/>
            <a:r>
              <a:rPr lang="en-US" sz="2000" b="1" dirty="0">
                <a:ln/>
                <a:solidFill>
                  <a:srgbClr val="000000"/>
                </a:solidFill>
                <a:latin typeface="Arial"/>
                <a:cs typeface="Arial"/>
                <a:sym typeface="Arial"/>
                <a:rtl val="0"/>
              </a:rPr>
              <a:t>Waveforms</a:t>
            </a:r>
          </a:p>
        </p:txBody>
      </p:sp>
      <p:sp>
        <p:nvSpPr>
          <p:cNvPr id="30" name="TextBox 29">
            <a:extLst>
              <a:ext uri="{FF2B5EF4-FFF2-40B4-BE49-F238E27FC236}">
                <a16:creationId xmlns:a16="http://schemas.microsoft.com/office/drawing/2014/main" id="{E2A61C43-31FB-6318-26A6-9A9FBF37C7F6}"/>
              </a:ext>
            </a:extLst>
          </p:cNvPr>
          <p:cNvSpPr txBox="1"/>
          <p:nvPr/>
        </p:nvSpPr>
        <p:spPr>
          <a:xfrm>
            <a:off x="7315953" y="4125934"/>
            <a:ext cx="1154483" cy="400110"/>
          </a:xfrm>
          <a:prstGeom prst="rect">
            <a:avLst/>
          </a:prstGeom>
          <a:noFill/>
        </p:spPr>
        <p:txBody>
          <a:bodyPr wrap="none" rtlCol="0">
            <a:spAutoFit/>
          </a:bodyPr>
          <a:lstStyle/>
          <a:p>
            <a:r>
              <a:rPr lang="en-US" sz="2000" b="1" spc="0" baseline="0" dirty="0">
                <a:ln/>
                <a:solidFill>
                  <a:srgbClr val="000000"/>
                </a:solidFill>
                <a:latin typeface="Arial"/>
                <a:cs typeface="Arial"/>
                <a:sym typeface="Arial"/>
                <a:rtl val="0"/>
              </a:rPr>
              <a:t>Enzyme</a:t>
            </a:r>
            <a:endParaRPr lang="en-US" sz="2000" b="1" dirty="0">
              <a:ln/>
              <a:solidFill>
                <a:srgbClr val="000000"/>
              </a:solidFill>
              <a:latin typeface="Arial"/>
              <a:cs typeface="Arial"/>
              <a:sym typeface="Arial"/>
              <a:rtl val="0"/>
            </a:endParaRPr>
          </a:p>
        </p:txBody>
      </p:sp>
      <p:sp>
        <p:nvSpPr>
          <p:cNvPr id="3" name="Title 1">
            <a:extLst>
              <a:ext uri="{FF2B5EF4-FFF2-40B4-BE49-F238E27FC236}">
                <a16:creationId xmlns:a16="http://schemas.microsoft.com/office/drawing/2014/main" id="{A8220A4A-8861-5E6F-C93A-0EDA4326A747}"/>
              </a:ext>
            </a:extLst>
          </p:cNvPr>
          <p:cNvSpPr>
            <a:spLocks noGrp="1"/>
          </p:cNvSpPr>
          <p:nvPr>
            <p:ph type="title"/>
          </p:nvPr>
        </p:nvSpPr>
        <p:spPr>
          <a:xfrm>
            <a:off x="10066812" y="91581"/>
            <a:ext cx="1952334" cy="505057"/>
          </a:xfrm>
        </p:spPr>
        <p:txBody>
          <a:bodyPr>
            <a:normAutofit fontScale="90000"/>
          </a:bodyPr>
          <a:lstStyle/>
          <a:p>
            <a:r>
              <a:rPr lang="en-US" sz="4000" dirty="0"/>
              <a:t>Concept</a:t>
            </a:r>
            <a:endParaRPr lang="en-US" sz="3200" dirty="0"/>
          </a:p>
        </p:txBody>
      </p:sp>
      <p:sp>
        <p:nvSpPr>
          <p:cNvPr id="32" name="Slide Number Placeholder 31">
            <a:extLst>
              <a:ext uri="{FF2B5EF4-FFF2-40B4-BE49-F238E27FC236}">
                <a16:creationId xmlns:a16="http://schemas.microsoft.com/office/drawing/2014/main" id="{F054479B-E2AA-D9D6-B828-321AFB89BECD}"/>
              </a:ext>
            </a:extLst>
          </p:cNvPr>
          <p:cNvSpPr>
            <a:spLocks noGrp="1"/>
          </p:cNvSpPr>
          <p:nvPr>
            <p:ph type="sldNum" sz="quarter" idx="12"/>
          </p:nvPr>
        </p:nvSpPr>
        <p:spPr>
          <a:xfrm>
            <a:off x="-99230" y="6595961"/>
            <a:ext cx="483102" cy="338556"/>
          </a:xfrm>
        </p:spPr>
        <p:txBody>
          <a:bodyPr/>
          <a:lstStyle/>
          <a:p>
            <a:fld id="{250B62C5-2ACF-4D78-8FF3-37371B948607}" type="slidenum">
              <a:rPr lang="en-US" smtClean="0"/>
              <a:t>22</a:t>
            </a:fld>
            <a:endParaRPr lang="en-US"/>
          </a:p>
        </p:txBody>
      </p:sp>
      <p:sp>
        <p:nvSpPr>
          <p:cNvPr id="48" name="TextBox 47">
            <a:extLst>
              <a:ext uri="{FF2B5EF4-FFF2-40B4-BE49-F238E27FC236}">
                <a16:creationId xmlns:a16="http://schemas.microsoft.com/office/drawing/2014/main" id="{4217C035-A061-76A8-B790-A7FF9508AF4B}"/>
              </a:ext>
            </a:extLst>
          </p:cNvPr>
          <p:cNvSpPr txBox="1"/>
          <p:nvPr/>
        </p:nvSpPr>
        <p:spPr>
          <a:xfrm>
            <a:off x="5177793" y="4302349"/>
            <a:ext cx="1329018" cy="369332"/>
          </a:xfrm>
          <a:prstGeom prst="rect">
            <a:avLst/>
          </a:prstGeom>
          <a:noFill/>
        </p:spPr>
        <p:txBody>
          <a:bodyPr wrap="none" rtlCol="0">
            <a:spAutoFit/>
          </a:bodyPr>
          <a:lstStyle/>
          <a:p>
            <a:r>
              <a:rPr lang="en-US" dirty="0"/>
              <a:t>Substrate A</a:t>
            </a:r>
          </a:p>
        </p:txBody>
      </p:sp>
      <p:cxnSp>
        <p:nvCxnSpPr>
          <p:cNvPr id="50" name="Straight Arrow Connector 49">
            <a:extLst>
              <a:ext uri="{FF2B5EF4-FFF2-40B4-BE49-F238E27FC236}">
                <a16:creationId xmlns:a16="http://schemas.microsoft.com/office/drawing/2014/main" id="{6473E78B-4832-B15D-E9C0-29E407B521F3}"/>
              </a:ext>
            </a:extLst>
          </p:cNvPr>
          <p:cNvCxnSpPr/>
          <p:nvPr/>
        </p:nvCxnSpPr>
        <p:spPr>
          <a:xfrm>
            <a:off x="5746672" y="4862132"/>
            <a:ext cx="0" cy="1501713"/>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sp>
        <p:nvSpPr>
          <p:cNvPr id="52" name="TextBox 51">
            <a:extLst>
              <a:ext uri="{FF2B5EF4-FFF2-40B4-BE49-F238E27FC236}">
                <a16:creationId xmlns:a16="http://schemas.microsoft.com/office/drawing/2014/main" id="{9330DE9F-7088-A8B5-B3F6-901D43E2517D}"/>
              </a:ext>
            </a:extLst>
          </p:cNvPr>
          <p:cNvSpPr txBox="1"/>
          <p:nvPr/>
        </p:nvSpPr>
        <p:spPr>
          <a:xfrm>
            <a:off x="5191632" y="6488668"/>
            <a:ext cx="1153906" cy="369332"/>
          </a:xfrm>
          <a:prstGeom prst="rect">
            <a:avLst/>
          </a:prstGeom>
          <a:noFill/>
        </p:spPr>
        <p:txBody>
          <a:bodyPr wrap="none" rtlCol="0">
            <a:spAutoFit/>
          </a:bodyPr>
          <a:lstStyle/>
          <a:p>
            <a:r>
              <a:rPr lang="en-US" dirty="0"/>
              <a:t>Product B</a:t>
            </a:r>
          </a:p>
        </p:txBody>
      </p:sp>
      <p:sp>
        <p:nvSpPr>
          <p:cNvPr id="54" name="TextBox 53">
            <a:extLst>
              <a:ext uri="{FF2B5EF4-FFF2-40B4-BE49-F238E27FC236}">
                <a16:creationId xmlns:a16="http://schemas.microsoft.com/office/drawing/2014/main" id="{58B5D1E3-7989-536C-4F67-A33C3B661F81}"/>
              </a:ext>
            </a:extLst>
          </p:cNvPr>
          <p:cNvSpPr txBox="1"/>
          <p:nvPr/>
        </p:nvSpPr>
        <p:spPr>
          <a:xfrm>
            <a:off x="6124432" y="4862132"/>
            <a:ext cx="1015021" cy="338554"/>
          </a:xfrm>
          <a:prstGeom prst="rect">
            <a:avLst/>
          </a:prstGeom>
          <a:noFill/>
        </p:spPr>
        <p:txBody>
          <a:bodyPr wrap="none" rtlCol="0">
            <a:spAutoFit/>
          </a:bodyPr>
          <a:lstStyle/>
          <a:p>
            <a:r>
              <a:rPr lang="en-US" sz="1600" dirty="0">
                <a:ln/>
                <a:solidFill>
                  <a:srgbClr val="000000"/>
                </a:solidFill>
                <a:latin typeface="Arial"/>
                <a:cs typeface="Arial"/>
                <a:sym typeface="Arial"/>
                <a:rtl val="0"/>
              </a:rPr>
              <a:t>Catalysis</a:t>
            </a:r>
          </a:p>
        </p:txBody>
      </p:sp>
      <p:sp>
        <p:nvSpPr>
          <p:cNvPr id="58" name="TextBox 57">
            <a:extLst>
              <a:ext uri="{FF2B5EF4-FFF2-40B4-BE49-F238E27FC236}">
                <a16:creationId xmlns:a16="http://schemas.microsoft.com/office/drawing/2014/main" id="{6091BAAA-9EA2-867F-8584-97AAED645EF8}"/>
              </a:ext>
            </a:extLst>
          </p:cNvPr>
          <p:cNvSpPr txBox="1"/>
          <p:nvPr/>
        </p:nvSpPr>
        <p:spPr>
          <a:xfrm>
            <a:off x="5169430" y="3777416"/>
            <a:ext cx="1268296" cy="400110"/>
          </a:xfrm>
          <a:prstGeom prst="rect">
            <a:avLst/>
          </a:prstGeom>
          <a:noFill/>
        </p:spPr>
        <p:txBody>
          <a:bodyPr wrap="none" rtlCol="0">
            <a:spAutoFit/>
          </a:bodyPr>
          <a:lstStyle/>
          <a:p>
            <a:r>
              <a:rPr lang="en-US" sz="2000" b="1" spc="0" baseline="0" dirty="0">
                <a:ln/>
                <a:solidFill>
                  <a:srgbClr val="000000"/>
                </a:solidFill>
                <a:latin typeface="Arial"/>
                <a:cs typeface="Arial"/>
                <a:sym typeface="Arial"/>
                <a:rtl val="0"/>
              </a:rPr>
              <a:t>Reaction</a:t>
            </a:r>
            <a:endParaRPr lang="en-US" sz="2000" b="1" dirty="0">
              <a:ln/>
              <a:solidFill>
                <a:srgbClr val="000000"/>
              </a:solidFill>
              <a:latin typeface="Arial"/>
              <a:cs typeface="Arial"/>
              <a:sym typeface="Arial"/>
              <a:rtl val="0"/>
            </a:endParaRPr>
          </a:p>
        </p:txBody>
      </p:sp>
      <p:cxnSp>
        <p:nvCxnSpPr>
          <p:cNvPr id="35" name="Straight Arrow Connector 34">
            <a:extLst>
              <a:ext uri="{FF2B5EF4-FFF2-40B4-BE49-F238E27FC236}">
                <a16:creationId xmlns:a16="http://schemas.microsoft.com/office/drawing/2014/main" id="{FD4B350F-28CF-79E4-2B0D-83C5DC6E6E62}"/>
              </a:ext>
            </a:extLst>
          </p:cNvPr>
          <p:cNvCxnSpPr>
            <a:cxnSpLocks/>
          </p:cNvCxnSpPr>
          <p:nvPr/>
        </p:nvCxnSpPr>
        <p:spPr>
          <a:xfrm flipH="1" flipV="1">
            <a:off x="6120908" y="5411365"/>
            <a:ext cx="1013192" cy="7021"/>
          </a:xfrm>
          <a:prstGeom prst="straightConnector1">
            <a:avLst/>
          </a:prstGeom>
          <a:ln w="22225">
            <a:tailEnd type="triangle" w="lg" len="lg"/>
          </a:ln>
        </p:spPr>
        <p:style>
          <a:lnRef idx="2">
            <a:schemeClr val="accent1"/>
          </a:lnRef>
          <a:fillRef idx="0">
            <a:schemeClr val="accent1"/>
          </a:fillRef>
          <a:effectRef idx="1">
            <a:schemeClr val="accent1"/>
          </a:effectRef>
          <a:fontRef idx="minor">
            <a:schemeClr val="tx1"/>
          </a:fontRef>
        </p:style>
      </p:cxnSp>
      <p:pic>
        <p:nvPicPr>
          <p:cNvPr id="6" name="Picture 5" descr="Protein folding and denaturation (article) | Khan Academy">
            <a:extLst>
              <a:ext uri="{FF2B5EF4-FFF2-40B4-BE49-F238E27FC236}">
                <a16:creationId xmlns:a16="http://schemas.microsoft.com/office/drawing/2014/main" id="{3A39531F-C5EC-4F49-4802-55CC8BC8071F}"/>
              </a:ext>
            </a:extLst>
          </p:cNvPr>
          <p:cNvPicPr>
            <a:picLocks noChangeAspect="1"/>
          </p:cNvPicPr>
          <p:nvPr/>
        </p:nvPicPr>
        <p:blipFill>
          <a:blip r:embed="rId4"/>
          <a:srcRect r="60237" b="14179"/>
          <a:stretch>
            <a:fillRect/>
          </a:stretch>
        </p:blipFill>
        <p:spPr>
          <a:xfrm rot="5400000">
            <a:off x="7479832" y="4560354"/>
            <a:ext cx="1267034" cy="1511525"/>
          </a:xfrm>
          <a:prstGeom prst="rect">
            <a:avLst/>
          </a:prstGeom>
        </p:spPr>
      </p:pic>
      <p:grpSp>
        <p:nvGrpSpPr>
          <p:cNvPr id="17" name="Group 16">
            <a:extLst>
              <a:ext uri="{FF2B5EF4-FFF2-40B4-BE49-F238E27FC236}">
                <a16:creationId xmlns:a16="http://schemas.microsoft.com/office/drawing/2014/main" id="{2307C39C-6F10-9E20-E537-E7B4454D76F0}"/>
              </a:ext>
            </a:extLst>
          </p:cNvPr>
          <p:cNvGrpSpPr/>
          <p:nvPr/>
        </p:nvGrpSpPr>
        <p:grpSpPr>
          <a:xfrm>
            <a:off x="26791" y="243639"/>
            <a:ext cx="7972237" cy="2900736"/>
            <a:chOff x="2845847" y="3788030"/>
            <a:chExt cx="7972237" cy="2900736"/>
          </a:xfrm>
        </p:grpSpPr>
        <p:cxnSp>
          <p:nvCxnSpPr>
            <p:cNvPr id="20" name="Straight Arrow Connector 19">
              <a:extLst>
                <a:ext uri="{FF2B5EF4-FFF2-40B4-BE49-F238E27FC236}">
                  <a16:creationId xmlns:a16="http://schemas.microsoft.com/office/drawing/2014/main" id="{9D726C17-FF46-851E-8354-9BA3FAA2C397}"/>
                </a:ext>
              </a:extLst>
            </p:cNvPr>
            <p:cNvCxnSpPr>
              <a:cxnSpLocks/>
              <a:stCxn id="59" idx="3"/>
              <a:endCxn id="21" idx="0"/>
            </p:cNvCxnSpPr>
            <p:nvPr/>
          </p:nvCxnSpPr>
          <p:spPr>
            <a:xfrm>
              <a:off x="3155331" y="5870555"/>
              <a:ext cx="2059744" cy="6609"/>
            </a:xfrm>
            <a:prstGeom prst="straightConnector1">
              <a:avLst/>
            </a:prstGeom>
            <a:ln w="22225">
              <a:tailEnd type="triangle" w="lg" len="lg"/>
            </a:ln>
          </p:spPr>
          <p:style>
            <a:lnRef idx="1">
              <a:schemeClr val="accent1"/>
            </a:lnRef>
            <a:fillRef idx="0">
              <a:schemeClr val="accent1"/>
            </a:fillRef>
            <a:effectRef idx="0">
              <a:schemeClr val="accent1"/>
            </a:effectRef>
            <a:fontRef idx="minor">
              <a:schemeClr val="tx1"/>
            </a:fontRef>
          </p:style>
        </p:cxnSp>
        <p:sp>
          <p:nvSpPr>
            <p:cNvPr id="21" name="Oval 20">
              <a:extLst>
                <a:ext uri="{FF2B5EF4-FFF2-40B4-BE49-F238E27FC236}">
                  <a16:creationId xmlns:a16="http://schemas.microsoft.com/office/drawing/2014/main" id="{395BD865-674E-7FB0-5BC3-C3BA2196244F}"/>
                </a:ext>
              </a:extLst>
            </p:cNvPr>
            <p:cNvSpPr>
              <a:spLocks noChangeAspect="1"/>
            </p:cNvSpPr>
            <p:nvPr/>
          </p:nvSpPr>
          <p:spPr bwMode="auto">
            <a:xfrm rot="16200000">
              <a:off x="5219651" y="5661964"/>
              <a:ext cx="421247" cy="430400"/>
            </a:xfrm>
            <a:prstGeom prst="ellipse">
              <a:avLst/>
            </a:prstGeom>
            <a:noFill/>
            <a:ln w="25400">
              <a:solidFill>
                <a:schemeClr val="tx1"/>
              </a:solidFill>
              <a:miter lim="800000"/>
              <a:headEnd/>
              <a:tailEnd/>
            </a:ln>
            <a:effectLst/>
          </p:spPr>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DE" sz="1600" b="1" i="0" u="none" strike="noStrike" kern="1200" cap="none" spc="0" normalizeH="0" baseline="0" noProof="0" dirty="0">
                <a:ln>
                  <a:noFill/>
                </a:ln>
                <a:solidFill>
                  <a:prstClr val="white"/>
                </a:solidFill>
                <a:effectLst/>
                <a:uLnTx/>
                <a:uFillTx/>
                <a:latin typeface="Aptos" panose="02110004020202020204"/>
                <a:ea typeface="+mn-ea"/>
                <a:cs typeface="+mn-cs"/>
              </a:endParaRP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381FC22E-D5EC-52EC-EF6C-84CCFFD26D45}"/>
                    </a:ext>
                  </a:extLst>
                </p:cNvPr>
                <p:cNvSpPr txBox="1"/>
                <p:nvPr/>
              </p:nvSpPr>
              <p:spPr>
                <a:xfrm>
                  <a:off x="5249506" y="5683320"/>
                  <a:ext cx="273441"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kumimoji="0" lang="en-US" sz="18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oMath>
                    </m:oMathPara>
                  </a14:m>
                  <a:endParaRPr kumimoji="0" lang="en-DE"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mc:Choice>
          <mc:Fallback xmlns="">
            <p:sp>
              <p:nvSpPr>
                <p:cNvPr id="22" name="TextBox 21">
                  <a:extLst>
                    <a:ext uri="{FF2B5EF4-FFF2-40B4-BE49-F238E27FC236}">
                      <a16:creationId xmlns:a16="http://schemas.microsoft.com/office/drawing/2014/main" id="{381FC22E-D5EC-52EC-EF6C-84CCFFD26D45}"/>
                    </a:ext>
                  </a:extLst>
                </p:cNvPr>
                <p:cNvSpPr txBox="1">
                  <a:spLocks noRot="1" noChangeAspect="1" noMove="1" noResize="1" noEditPoints="1" noAdjustHandles="1" noChangeArrowheads="1" noChangeShapeType="1" noTextEdit="1"/>
                </p:cNvSpPr>
                <p:nvPr/>
              </p:nvSpPr>
              <p:spPr>
                <a:xfrm>
                  <a:off x="5249506" y="5683320"/>
                  <a:ext cx="273441" cy="369332"/>
                </a:xfrm>
                <a:prstGeom prst="rect">
                  <a:avLst/>
                </a:prstGeom>
                <a:blipFill>
                  <a:blip r:embed="rId5"/>
                  <a:stretch>
                    <a:fillRect r="-22222"/>
                  </a:stretch>
                </a:blipFill>
              </p:spPr>
              <p:txBody>
                <a:bodyPr/>
                <a:lstStyle/>
                <a:p>
                  <a:r>
                    <a:rPr lang="en-US">
                      <a:noFill/>
                    </a:rPr>
                    <a:t> </a:t>
                  </a:r>
                </a:p>
              </p:txBody>
            </p:sp>
          </mc:Fallback>
        </mc:AlternateContent>
        <p:cxnSp>
          <p:nvCxnSpPr>
            <p:cNvPr id="23" name="Connector: Elbow 22">
              <a:extLst>
                <a:ext uri="{FF2B5EF4-FFF2-40B4-BE49-F238E27FC236}">
                  <a16:creationId xmlns:a16="http://schemas.microsoft.com/office/drawing/2014/main" id="{31BD11BA-3F4B-90AE-F55B-D7DDA8C98D0B}"/>
                </a:ext>
              </a:extLst>
            </p:cNvPr>
            <p:cNvCxnSpPr>
              <a:cxnSpLocks/>
              <a:stCxn id="57" idx="3"/>
              <a:endCxn id="21" idx="1"/>
            </p:cNvCxnSpPr>
            <p:nvPr/>
          </p:nvCxnSpPr>
          <p:spPr>
            <a:xfrm flipV="1">
              <a:off x="3289309" y="6026098"/>
              <a:ext cx="1988797" cy="431632"/>
            </a:xfrm>
            <a:prstGeom prst="bentConnector3">
              <a:avLst>
                <a:gd name="adj1" fmla="val 74692"/>
              </a:avLst>
            </a:prstGeom>
            <a:ln w="22225">
              <a:tailEnd type="triangle" w="lg" len="lg"/>
            </a:ln>
          </p:spPr>
          <p:style>
            <a:lnRef idx="1">
              <a:schemeClr val="accent1"/>
            </a:lnRef>
            <a:fillRef idx="0">
              <a:schemeClr val="accent1"/>
            </a:fillRef>
            <a:effectRef idx="0">
              <a:schemeClr val="accent1"/>
            </a:effectRef>
            <a:fontRef idx="minor">
              <a:schemeClr val="tx1"/>
            </a:fontRef>
          </p:style>
        </p:cxnSp>
        <p:cxnSp>
          <p:nvCxnSpPr>
            <p:cNvPr id="29" name="Connector: Elbow 28">
              <a:extLst>
                <a:ext uri="{FF2B5EF4-FFF2-40B4-BE49-F238E27FC236}">
                  <a16:creationId xmlns:a16="http://schemas.microsoft.com/office/drawing/2014/main" id="{4C2D853A-E6B4-118C-5863-89E247064095}"/>
                </a:ext>
              </a:extLst>
            </p:cNvPr>
            <p:cNvCxnSpPr>
              <a:cxnSpLocks/>
              <a:stCxn id="53" idx="3"/>
              <a:endCxn id="21" idx="7"/>
            </p:cNvCxnSpPr>
            <p:nvPr/>
          </p:nvCxnSpPr>
          <p:spPr>
            <a:xfrm>
              <a:off x="3213359" y="5057505"/>
              <a:ext cx="2064747" cy="670726"/>
            </a:xfrm>
            <a:prstGeom prst="bentConnector3">
              <a:avLst>
                <a:gd name="adj1" fmla="val 72963"/>
              </a:avLst>
            </a:prstGeom>
            <a:ln w="22225">
              <a:tailEnd type="triangle" w="lg" len="lg"/>
            </a:ln>
          </p:spPr>
          <p:style>
            <a:lnRef idx="1">
              <a:schemeClr val="accent1"/>
            </a:lnRef>
            <a:fillRef idx="0">
              <a:schemeClr val="accent1"/>
            </a:fillRef>
            <a:effectRef idx="0">
              <a:schemeClr val="accent1"/>
            </a:effectRef>
            <a:fontRef idx="minor">
              <a:schemeClr val="tx1"/>
            </a:fontRef>
          </p:style>
        </p:cxnSp>
        <p:cxnSp>
          <p:nvCxnSpPr>
            <p:cNvPr id="31" name="Connector: Elbow 30">
              <a:extLst>
                <a:ext uri="{FF2B5EF4-FFF2-40B4-BE49-F238E27FC236}">
                  <a16:creationId xmlns:a16="http://schemas.microsoft.com/office/drawing/2014/main" id="{D1416310-6B15-2A83-AF72-74E55B3D6845}"/>
                </a:ext>
              </a:extLst>
            </p:cNvPr>
            <p:cNvCxnSpPr>
              <a:cxnSpLocks/>
              <a:stCxn id="60" idx="3"/>
              <a:endCxn id="21" idx="6"/>
            </p:cNvCxnSpPr>
            <p:nvPr/>
          </p:nvCxnSpPr>
          <p:spPr>
            <a:xfrm>
              <a:off x="3155344" y="4521925"/>
              <a:ext cx="2274931" cy="1144616"/>
            </a:xfrm>
            <a:prstGeom prst="bentConnector2">
              <a:avLst/>
            </a:prstGeom>
            <a:ln w="22225">
              <a:tailEnd type="triangle" w="lg" len="lg"/>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AD4ABD08-D7F4-19DF-8E66-0714C88B3B42}"/>
                </a:ext>
              </a:extLst>
            </p:cNvPr>
            <p:cNvCxnSpPr>
              <a:cxnSpLocks/>
              <a:stCxn id="36" idx="0"/>
              <a:endCxn id="21" idx="4"/>
            </p:cNvCxnSpPr>
            <p:nvPr/>
          </p:nvCxnSpPr>
          <p:spPr>
            <a:xfrm flipH="1" flipV="1">
              <a:off x="5645475" y="5877164"/>
              <a:ext cx="2655081" cy="7997"/>
            </a:xfrm>
            <a:prstGeom prst="straightConnector1">
              <a:avLst/>
            </a:prstGeom>
            <a:ln w="25400">
              <a:headEnd type="triangle" w="lg" len="lg"/>
              <a:tailEnd type="none"/>
            </a:ln>
          </p:spPr>
          <p:style>
            <a:lnRef idx="1">
              <a:schemeClr val="accent1"/>
            </a:lnRef>
            <a:fillRef idx="0">
              <a:schemeClr val="accent1"/>
            </a:fillRef>
            <a:effectRef idx="0">
              <a:schemeClr val="accent1"/>
            </a:effectRef>
            <a:fontRef idx="minor">
              <a:schemeClr val="tx1"/>
            </a:fontRef>
          </p:style>
        </p:cxnSp>
        <p:sp>
          <p:nvSpPr>
            <p:cNvPr id="36" name="Rectangle: Rounded Corners 35">
              <a:extLst>
                <a:ext uri="{FF2B5EF4-FFF2-40B4-BE49-F238E27FC236}">
                  <a16:creationId xmlns:a16="http://schemas.microsoft.com/office/drawing/2014/main" id="{859341D9-19BC-DC7F-A9F0-A26C3B016689}"/>
                </a:ext>
              </a:extLst>
            </p:cNvPr>
            <p:cNvSpPr/>
            <p:nvPr/>
          </p:nvSpPr>
          <p:spPr>
            <a:xfrm rot="16200000">
              <a:off x="8143349" y="5402269"/>
              <a:ext cx="1280197" cy="965784"/>
            </a:xfrm>
            <a:prstGeom prst="round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DE"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cxnSp>
          <p:nvCxnSpPr>
            <p:cNvPr id="37" name="Straight Arrow Connector 36">
              <a:extLst>
                <a:ext uri="{FF2B5EF4-FFF2-40B4-BE49-F238E27FC236}">
                  <a16:creationId xmlns:a16="http://schemas.microsoft.com/office/drawing/2014/main" id="{C0C647C0-20AD-975A-33B3-476383BDFA24}"/>
                </a:ext>
              </a:extLst>
            </p:cNvPr>
            <p:cNvCxnSpPr>
              <a:cxnSpLocks/>
            </p:cNvCxnSpPr>
            <p:nvPr/>
          </p:nvCxnSpPr>
          <p:spPr>
            <a:xfrm rot="5400000" flipH="1">
              <a:off x="8738685" y="5496351"/>
              <a:ext cx="0" cy="765155"/>
            </a:xfrm>
            <a:prstGeom prst="straightConnector1">
              <a:avLst/>
            </a:prstGeom>
            <a:ln w="25400">
              <a:headEnd type="triangle" w="lg" len="lg"/>
              <a:tailEnd type="none" w="lg" len="lg"/>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E8F1D526-DB7B-4C6D-22EB-1E2AF6A184CF}"/>
                </a:ext>
              </a:extLst>
            </p:cNvPr>
            <p:cNvCxnSpPr>
              <a:cxnSpLocks/>
            </p:cNvCxnSpPr>
            <p:nvPr/>
          </p:nvCxnSpPr>
          <p:spPr>
            <a:xfrm rot="16200000" flipH="1">
              <a:off x="8270735" y="5821441"/>
              <a:ext cx="1020917" cy="0"/>
            </a:xfrm>
            <a:prstGeom prst="straightConnector1">
              <a:avLst/>
            </a:prstGeom>
            <a:ln w="25400">
              <a:headEnd type="triangle" w="lg" len="lg"/>
              <a:tailEnd type="none" w="lg" len="lg"/>
            </a:ln>
          </p:spPr>
          <p:style>
            <a:lnRef idx="1">
              <a:schemeClr val="accent1"/>
            </a:lnRef>
            <a:fillRef idx="0">
              <a:schemeClr val="accent1"/>
            </a:fillRef>
            <a:effectRef idx="0">
              <a:schemeClr val="accent1"/>
            </a:effectRef>
            <a:fontRef idx="minor">
              <a:schemeClr val="tx1"/>
            </a:fontRef>
          </p:style>
        </p:cxnSp>
        <p:sp>
          <p:nvSpPr>
            <p:cNvPr id="40" name="Freeform: Shape 39">
              <a:extLst>
                <a:ext uri="{FF2B5EF4-FFF2-40B4-BE49-F238E27FC236}">
                  <a16:creationId xmlns:a16="http://schemas.microsoft.com/office/drawing/2014/main" id="{7E39BF7E-9445-0A43-0D75-06F3669816B6}"/>
                </a:ext>
              </a:extLst>
            </p:cNvPr>
            <p:cNvSpPr/>
            <p:nvPr/>
          </p:nvSpPr>
          <p:spPr>
            <a:xfrm>
              <a:off x="8384841" y="5636711"/>
              <a:ext cx="805338" cy="511084"/>
            </a:xfrm>
            <a:custGeom>
              <a:avLst/>
              <a:gdLst>
                <a:gd name="connsiteX0" fmla="*/ 0 w 307975"/>
                <a:gd name="connsiteY0" fmla="*/ 195263 h 195447"/>
                <a:gd name="connsiteX1" fmla="*/ 88900 w 307975"/>
                <a:gd name="connsiteY1" fmla="*/ 179388 h 195447"/>
                <a:gd name="connsiteX2" fmla="*/ 155575 w 307975"/>
                <a:gd name="connsiteY2" fmla="*/ 93663 h 195447"/>
                <a:gd name="connsiteX3" fmla="*/ 209550 w 307975"/>
                <a:gd name="connsiteY3" fmla="*/ 19050 h 195447"/>
                <a:gd name="connsiteX4" fmla="*/ 307975 w 307975"/>
                <a:gd name="connsiteY4" fmla="*/ 0 h 1954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975" h="195447">
                  <a:moveTo>
                    <a:pt x="0" y="195263"/>
                  </a:moveTo>
                  <a:cubicBezTo>
                    <a:pt x="31485" y="195792"/>
                    <a:pt x="62971" y="196321"/>
                    <a:pt x="88900" y="179388"/>
                  </a:cubicBezTo>
                  <a:cubicBezTo>
                    <a:pt x="114829" y="162455"/>
                    <a:pt x="135467" y="120386"/>
                    <a:pt x="155575" y="93663"/>
                  </a:cubicBezTo>
                  <a:cubicBezTo>
                    <a:pt x="175683" y="66940"/>
                    <a:pt x="184150" y="34661"/>
                    <a:pt x="209550" y="19050"/>
                  </a:cubicBezTo>
                  <a:cubicBezTo>
                    <a:pt x="234950" y="3439"/>
                    <a:pt x="271462" y="1719"/>
                    <a:pt x="307975" y="0"/>
                  </a:cubicBezTo>
                </a:path>
              </a:pathLst>
            </a:cu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DE"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cxnSp>
          <p:nvCxnSpPr>
            <p:cNvPr id="44" name="Straight Arrow Connector 43">
              <a:extLst>
                <a:ext uri="{FF2B5EF4-FFF2-40B4-BE49-F238E27FC236}">
                  <a16:creationId xmlns:a16="http://schemas.microsoft.com/office/drawing/2014/main" id="{C388CEC2-545E-F21F-DDFA-AB4084332B14}"/>
                </a:ext>
              </a:extLst>
            </p:cNvPr>
            <p:cNvCxnSpPr>
              <a:cxnSpLocks/>
              <a:endCxn id="36" idx="2"/>
            </p:cNvCxnSpPr>
            <p:nvPr/>
          </p:nvCxnSpPr>
          <p:spPr>
            <a:xfrm rot="16200000" flipV="1">
              <a:off x="9623964" y="5527546"/>
              <a:ext cx="7092" cy="722330"/>
            </a:xfrm>
            <a:prstGeom prst="straightConnector1">
              <a:avLst/>
            </a:prstGeom>
            <a:ln w="25400">
              <a:headEnd type="triangle" w="lg" len="lg"/>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DCF67128-19E2-AF3E-C02A-2F94B8776F27}"/>
                    </a:ext>
                  </a:extLst>
                </p:cNvPr>
                <p:cNvSpPr txBox="1"/>
                <p:nvPr/>
              </p:nvSpPr>
              <p:spPr>
                <a:xfrm>
                  <a:off x="9451934" y="5347027"/>
                  <a:ext cx="1366150" cy="4001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𝑧</m:t>
                        </m:r>
                        <m: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𝜎</m:t>
                        </m:r>
                        <m: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𝑦</m:t>
                        </m:r>
                        <m: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oMath>
                    </m:oMathPara>
                  </a14:m>
                  <a:endParaRPr kumimoji="0" lang="en-DE" sz="20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mc:Choice>
          <mc:Fallback xmlns="">
            <p:sp>
              <p:nvSpPr>
                <p:cNvPr id="45" name="TextBox 44">
                  <a:extLst>
                    <a:ext uri="{FF2B5EF4-FFF2-40B4-BE49-F238E27FC236}">
                      <a16:creationId xmlns:a16="http://schemas.microsoft.com/office/drawing/2014/main" id="{DCF67128-19E2-AF3E-C02A-2F94B8776F27}"/>
                    </a:ext>
                  </a:extLst>
                </p:cNvPr>
                <p:cNvSpPr txBox="1">
                  <a:spLocks noRot="1" noChangeAspect="1" noMove="1" noResize="1" noEditPoints="1" noAdjustHandles="1" noChangeArrowheads="1" noChangeShapeType="1" noTextEdit="1"/>
                </p:cNvSpPr>
                <p:nvPr/>
              </p:nvSpPr>
              <p:spPr>
                <a:xfrm>
                  <a:off x="9451934" y="5347027"/>
                  <a:ext cx="1366150" cy="400110"/>
                </a:xfrm>
                <a:prstGeom prst="rect">
                  <a:avLst/>
                </a:prstGeom>
                <a:blipFill>
                  <a:blip r:embed="rId6"/>
                  <a:stretch>
                    <a:fillRect b="-15385"/>
                  </a:stretch>
                </a:blipFill>
              </p:spPr>
              <p:txBody>
                <a:bodyPr/>
                <a:lstStyle/>
                <a:p>
                  <a:r>
                    <a:rPr lang="en-US">
                      <a:noFill/>
                    </a:rPr>
                    <a:t> </a:t>
                  </a:r>
                </a:p>
              </p:txBody>
            </p:sp>
          </mc:Fallback>
        </mc:AlternateContent>
        <p:sp>
          <p:nvSpPr>
            <p:cNvPr id="46" name="TextBox 45">
              <a:extLst>
                <a:ext uri="{FF2B5EF4-FFF2-40B4-BE49-F238E27FC236}">
                  <a16:creationId xmlns:a16="http://schemas.microsoft.com/office/drawing/2014/main" id="{C0E99071-C895-5B66-B223-7E86CC90073F}"/>
                </a:ext>
              </a:extLst>
            </p:cNvPr>
            <p:cNvSpPr txBox="1"/>
            <p:nvPr/>
          </p:nvSpPr>
          <p:spPr>
            <a:xfrm>
              <a:off x="8142509" y="4552650"/>
              <a:ext cx="1266942"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Activation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Function</a:t>
              </a:r>
              <a:endParaRPr kumimoji="0" lang="en-DE"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C6EDB2B2-1721-B973-97C7-A909F6F3E9E7}"/>
                    </a:ext>
                  </a:extLst>
                </p:cNvPr>
                <p:cNvSpPr txBox="1"/>
                <p:nvPr/>
              </p:nvSpPr>
              <p:spPr>
                <a:xfrm>
                  <a:off x="5821717" y="4999887"/>
                  <a:ext cx="1660944" cy="672235"/>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𝑦</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nary>
                          <m:naryPr>
                            <m:chr m:val="∑"/>
                            <m:supHide m:val="on"/>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naryPr>
                          <m:sub>
                            <m:r>
                              <m:rPr>
                                <m:brk m:alnAt="7"/>
                              </m:r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𝑖</m:t>
                            </m:r>
                          </m:sub>
                          <m:sup/>
                          <m:e>
                            <m:sSub>
                              <m:sSub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ctrlPr>
                              </m:sSubPr>
                              <m:e>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𝜔</m:t>
                                </m:r>
                              </m:e>
                              <m:sub>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𝑖</m:t>
                                </m:r>
                              </m:sub>
                            </m:sSub>
                            <m:sSub>
                              <m:sSub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𝑥</m:t>
                                </m:r>
                              </m:e>
                              <m:sub>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𝑖</m:t>
                                </m:r>
                              </m:sub>
                            </m:sSub>
                          </m:e>
                        </m:nary>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𝑏</m:t>
                        </m:r>
                      </m:oMath>
                    </m:oMathPara>
                  </a14:m>
                  <a:endParaRPr kumimoji="0" lang="en-DE"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mc:Choice>
          <mc:Fallback xmlns="">
            <p:sp>
              <p:nvSpPr>
                <p:cNvPr id="47" name="TextBox 46">
                  <a:extLst>
                    <a:ext uri="{FF2B5EF4-FFF2-40B4-BE49-F238E27FC236}">
                      <a16:creationId xmlns:a16="http://schemas.microsoft.com/office/drawing/2014/main" id="{C6EDB2B2-1721-B973-97C7-A909F6F3E9E7}"/>
                    </a:ext>
                  </a:extLst>
                </p:cNvPr>
                <p:cNvSpPr txBox="1">
                  <a:spLocks noRot="1" noChangeAspect="1" noMove="1" noResize="1" noEditPoints="1" noAdjustHandles="1" noChangeArrowheads="1" noChangeShapeType="1" noTextEdit="1"/>
                </p:cNvSpPr>
                <p:nvPr/>
              </p:nvSpPr>
              <p:spPr>
                <a:xfrm>
                  <a:off x="5821717" y="4999887"/>
                  <a:ext cx="1660944" cy="672235"/>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2D837A18-35F1-1EE8-96E5-41DB480B18A1}"/>
                    </a:ext>
                  </a:extLst>
                </p:cNvPr>
                <p:cNvSpPr txBox="1"/>
                <p:nvPr/>
              </p:nvSpPr>
              <p:spPr>
                <a:xfrm>
                  <a:off x="4101717" y="5619263"/>
                  <a:ext cx="358495" cy="307777"/>
                </a:xfrm>
                <a:prstGeom prst="rect">
                  <a:avLst/>
                </a:prstGeom>
                <a:solidFill>
                  <a:schemeClr val="bg1"/>
                </a:solid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sSub>
                          <m:sSubPr>
                            <m:ctrlPr>
                              <a:rPr kumimoji="0" lang="en-DE" sz="20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ctrlPr>
                          </m:sSubPr>
                          <m:e>
                            <m:r>
                              <a:rPr kumimoji="0" lang="en-DE" sz="20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𝜔</m:t>
                            </m:r>
                          </m:e>
                          <m:sub>
                            <m: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2</m:t>
                            </m:r>
                          </m:sub>
                        </m:sSub>
                      </m:oMath>
                    </m:oMathPara>
                  </a14:m>
                  <a:endParaRPr kumimoji="0" lang="en-DE" sz="20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mc:Choice>
          <mc:Fallback xmlns="">
            <p:sp>
              <p:nvSpPr>
                <p:cNvPr id="49" name="TextBox 48">
                  <a:extLst>
                    <a:ext uri="{FF2B5EF4-FFF2-40B4-BE49-F238E27FC236}">
                      <a16:creationId xmlns:a16="http://schemas.microsoft.com/office/drawing/2014/main" id="{2D837A18-35F1-1EE8-96E5-41DB480B18A1}"/>
                    </a:ext>
                  </a:extLst>
                </p:cNvPr>
                <p:cNvSpPr txBox="1">
                  <a:spLocks noRot="1" noChangeAspect="1" noMove="1" noResize="1" noEditPoints="1" noAdjustHandles="1" noChangeArrowheads="1" noChangeShapeType="1" noTextEdit="1"/>
                </p:cNvSpPr>
                <p:nvPr/>
              </p:nvSpPr>
              <p:spPr>
                <a:xfrm>
                  <a:off x="4101717" y="5619263"/>
                  <a:ext cx="358495" cy="307777"/>
                </a:xfrm>
                <a:prstGeom prst="rect">
                  <a:avLst/>
                </a:prstGeom>
                <a:blipFill>
                  <a:blip r:embed="rId8"/>
                  <a:stretch>
                    <a:fillRect l="-10169" r="-3390" b="-1372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0CF7F64F-E203-465C-3304-50966FAC9926}"/>
                    </a:ext>
                  </a:extLst>
                </p:cNvPr>
                <p:cNvSpPr txBox="1"/>
                <p:nvPr/>
              </p:nvSpPr>
              <p:spPr>
                <a:xfrm>
                  <a:off x="4085630" y="6287115"/>
                  <a:ext cx="352532" cy="307777"/>
                </a:xfrm>
                <a:prstGeom prst="rect">
                  <a:avLst/>
                </a:prstGeom>
                <a:solidFill>
                  <a:schemeClr val="bg1"/>
                </a:solid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sSub>
                          <m:sSubPr>
                            <m:ctrlPr>
                              <a:rPr kumimoji="0" lang="en-DE" sz="20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ctrlPr>
                          </m:sSubPr>
                          <m:e>
                            <m:r>
                              <a:rPr kumimoji="0" lang="en-DE" sz="20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𝜔</m:t>
                            </m:r>
                          </m:e>
                          <m:sub>
                            <m: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1</m:t>
                            </m:r>
                          </m:sub>
                        </m:sSub>
                      </m:oMath>
                    </m:oMathPara>
                  </a14:m>
                  <a:endParaRPr kumimoji="0" lang="en-DE" sz="20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mc:Choice>
          <mc:Fallback xmlns="">
            <p:sp>
              <p:nvSpPr>
                <p:cNvPr id="51" name="TextBox 50">
                  <a:extLst>
                    <a:ext uri="{FF2B5EF4-FFF2-40B4-BE49-F238E27FC236}">
                      <a16:creationId xmlns:a16="http://schemas.microsoft.com/office/drawing/2014/main" id="{0CF7F64F-E203-465C-3304-50966FAC9926}"/>
                    </a:ext>
                  </a:extLst>
                </p:cNvPr>
                <p:cNvSpPr txBox="1">
                  <a:spLocks noRot="1" noChangeAspect="1" noMove="1" noResize="1" noEditPoints="1" noAdjustHandles="1" noChangeArrowheads="1" noChangeShapeType="1" noTextEdit="1"/>
                </p:cNvSpPr>
                <p:nvPr/>
              </p:nvSpPr>
              <p:spPr>
                <a:xfrm>
                  <a:off x="4085630" y="6287115"/>
                  <a:ext cx="352532" cy="307777"/>
                </a:xfrm>
                <a:prstGeom prst="rect">
                  <a:avLst/>
                </a:prstGeom>
                <a:blipFill>
                  <a:blip r:embed="rId9"/>
                  <a:stretch>
                    <a:fillRect l="-10345" r="-5172" b="-16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D7E68517-5EF5-E1DF-538C-5ADD42AA1E0A}"/>
                    </a:ext>
                  </a:extLst>
                </p:cNvPr>
                <p:cNvSpPr txBox="1"/>
                <p:nvPr/>
              </p:nvSpPr>
              <p:spPr>
                <a:xfrm>
                  <a:off x="2913020" y="4903616"/>
                  <a:ext cx="300339" cy="307777"/>
                </a:xfrm>
                <a:prstGeom prst="rect">
                  <a:avLst/>
                </a:prstGeom>
                <a:solidFill>
                  <a:schemeClr val="bg1"/>
                </a:solid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sSub>
                          <m:sSubPr>
                            <m:ctrlP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ctrlPr>
                          </m:sSubPr>
                          <m:e>
                            <m: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𝑥</m:t>
                            </m:r>
                          </m:e>
                          <m:sub>
                            <m: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1</m:t>
                            </m:r>
                          </m:sub>
                        </m:sSub>
                      </m:oMath>
                    </m:oMathPara>
                  </a14:m>
                  <a:endParaRPr kumimoji="0" lang="en-DE" sz="20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mc:Choice>
          <mc:Fallback xmlns="">
            <p:sp>
              <p:nvSpPr>
                <p:cNvPr id="53" name="TextBox 52">
                  <a:extLst>
                    <a:ext uri="{FF2B5EF4-FFF2-40B4-BE49-F238E27FC236}">
                      <a16:creationId xmlns:a16="http://schemas.microsoft.com/office/drawing/2014/main" id="{D7E68517-5EF5-E1DF-538C-5ADD42AA1E0A}"/>
                    </a:ext>
                  </a:extLst>
                </p:cNvPr>
                <p:cNvSpPr txBox="1">
                  <a:spLocks noRot="1" noChangeAspect="1" noMove="1" noResize="1" noEditPoints="1" noAdjustHandles="1" noChangeArrowheads="1" noChangeShapeType="1" noTextEdit="1"/>
                </p:cNvSpPr>
                <p:nvPr/>
              </p:nvSpPr>
              <p:spPr>
                <a:xfrm>
                  <a:off x="2913020" y="4903616"/>
                  <a:ext cx="300339" cy="307777"/>
                </a:xfrm>
                <a:prstGeom prst="rect">
                  <a:avLst/>
                </a:prstGeom>
                <a:blipFill>
                  <a:blip r:embed="rId10"/>
                  <a:stretch>
                    <a:fillRect l="-10000" r="-6000" b="-16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3E11B782-FCCB-2889-D922-7B4B929BBB77}"/>
                    </a:ext>
                  </a:extLst>
                </p:cNvPr>
                <p:cNvSpPr txBox="1"/>
                <p:nvPr/>
              </p:nvSpPr>
              <p:spPr>
                <a:xfrm>
                  <a:off x="4052255" y="4866961"/>
                  <a:ext cx="394916" cy="307777"/>
                </a:xfrm>
                <a:prstGeom prst="rect">
                  <a:avLst/>
                </a:prstGeom>
                <a:solidFill>
                  <a:schemeClr val="bg1"/>
                </a:solid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sSub>
                          <m:sSubPr>
                            <m:ctrlPr>
                              <a:rPr kumimoji="0" lang="en-DE" sz="20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ctrlPr>
                          </m:sSubPr>
                          <m:e>
                            <m:r>
                              <a:rPr kumimoji="0" lang="en-DE" sz="20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𝜔</m:t>
                            </m:r>
                          </m:e>
                          <m:sub>
                            <m: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𝑁</m:t>
                            </m:r>
                          </m:sub>
                        </m:sSub>
                      </m:oMath>
                    </m:oMathPara>
                  </a14:m>
                  <a:endParaRPr kumimoji="0" lang="en-DE" sz="20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mc:Choice>
          <mc:Fallback xmlns="">
            <p:sp>
              <p:nvSpPr>
                <p:cNvPr id="56" name="TextBox 55">
                  <a:extLst>
                    <a:ext uri="{FF2B5EF4-FFF2-40B4-BE49-F238E27FC236}">
                      <a16:creationId xmlns:a16="http://schemas.microsoft.com/office/drawing/2014/main" id="{3E11B782-FCCB-2889-D922-7B4B929BBB77}"/>
                    </a:ext>
                  </a:extLst>
                </p:cNvPr>
                <p:cNvSpPr txBox="1">
                  <a:spLocks noRot="1" noChangeAspect="1" noMove="1" noResize="1" noEditPoints="1" noAdjustHandles="1" noChangeArrowheads="1" noChangeShapeType="1" noTextEdit="1"/>
                </p:cNvSpPr>
                <p:nvPr/>
              </p:nvSpPr>
              <p:spPr>
                <a:xfrm>
                  <a:off x="4052255" y="4866961"/>
                  <a:ext cx="394916" cy="307777"/>
                </a:xfrm>
                <a:prstGeom prst="rect">
                  <a:avLst/>
                </a:prstGeom>
                <a:blipFill>
                  <a:blip r:embed="rId11"/>
                  <a:stretch>
                    <a:fillRect l="-7692" r="-4615" b="-16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0F1CBE0D-A99C-B6F7-00C6-1415F92DDD90}"/>
                    </a:ext>
                  </a:extLst>
                </p:cNvPr>
                <p:cNvSpPr txBox="1"/>
                <p:nvPr/>
              </p:nvSpPr>
              <p:spPr>
                <a:xfrm>
                  <a:off x="2946586" y="6303841"/>
                  <a:ext cx="342723" cy="307777"/>
                </a:xfrm>
                <a:prstGeom prst="rect">
                  <a:avLst/>
                </a:prstGeom>
                <a:solidFill>
                  <a:schemeClr val="bg1"/>
                </a:solid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sSub>
                          <m:sSubPr>
                            <m:ctrlP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ctrlPr>
                          </m:sSubPr>
                          <m:e>
                            <m: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𝑥</m:t>
                            </m:r>
                          </m:e>
                          <m:sub>
                            <m: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𝑁</m:t>
                            </m:r>
                          </m:sub>
                        </m:sSub>
                      </m:oMath>
                    </m:oMathPara>
                  </a14:m>
                  <a:endParaRPr kumimoji="0" lang="en-DE" sz="20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mc:Choice>
          <mc:Fallback xmlns="">
            <p:sp>
              <p:nvSpPr>
                <p:cNvPr id="57" name="TextBox 56">
                  <a:extLst>
                    <a:ext uri="{FF2B5EF4-FFF2-40B4-BE49-F238E27FC236}">
                      <a16:creationId xmlns:a16="http://schemas.microsoft.com/office/drawing/2014/main" id="{0F1CBE0D-A99C-B6F7-00C6-1415F92DDD90}"/>
                    </a:ext>
                  </a:extLst>
                </p:cNvPr>
                <p:cNvSpPr txBox="1">
                  <a:spLocks noRot="1" noChangeAspect="1" noMove="1" noResize="1" noEditPoints="1" noAdjustHandles="1" noChangeArrowheads="1" noChangeShapeType="1" noTextEdit="1"/>
                </p:cNvSpPr>
                <p:nvPr/>
              </p:nvSpPr>
              <p:spPr>
                <a:xfrm>
                  <a:off x="2946586" y="6303841"/>
                  <a:ext cx="342723" cy="307777"/>
                </a:xfrm>
                <a:prstGeom prst="rect">
                  <a:avLst/>
                </a:prstGeom>
                <a:blipFill>
                  <a:blip r:embed="rId12"/>
                  <a:stretch>
                    <a:fillRect l="-12500" r="-5357" b="-16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C43B7C80-17CC-FD8F-4537-B4DD4482A985}"/>
                    </a:ext>
                  </a:extLst>
                </p:cNvPr>
                <p:cNvSpPr txBox="1"/>
                <p:nvPr/>
              </p:nvSpPr>
              <p:spPr>
                <a:xfrm>
                  <a:off x="2849029" y="5716666"/>
                  <a:ext cx="306302" cy="307777"/>
                </a:xfrm>
                <a:prstGeom prst="rect">
                  <a:avLst/>
                </a:prstGeom>
                <a:solidFill>
                  <a:schemeClr val="bg1"/>
                </a:solid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sSub>
                          <m:sSubPr>
                            <m:ctrlP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ctrlPr>
                          </m:sSubPr>
                          <m:e>
                            <m: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𝑥</m:t>
                            </m:r>
                          </m:e>
                          <m:sub>
                            <m: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2</m:t>
                            </m:r>
                          </m:sub>
                        </m:sSub>
                      </m:oMath>
                    </m:oMathPara>
                  </a14:m>
                  <a:endParaRPr kumimoji="0" lang="en-DE" sz="20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mc:Choice>
          <mc:Fallback xmlns="">
            <p:sp>
              <p:nvSpPr>
                <p:cNvPr id="59" name="TextBox 58">
                  <a:extLst>
                    <a:ext uri="{FF2B5EF4-FFF2-40B4-BE49-F238E27FC236}">
                      <a16:creationId xmlns:a16="http://schemas.microsoft.com/office/drawing/2014/main" id="{C43B7C80-17CC-FD8F-4537-B4DD4482A985}"/>
                    </a:ext>
                  </a:extLst>
                </p:cNvPr>
                <p:cNvSpPr txBox="1">
                  <a:spLocks noRot="1" noChangeAspect="1" noMove="1" noResize="1" noEditPoints="1" noAdjustHandles="1" noChangeArrowheads="1" noChangeShapeType="1" noTextEdit="1"/>
                </p:cNvSpPr>
                <p:nvPr/>
              </p:nvSpPr>
              <p:spPr>
                <a:xfrm>
                  <a:off x="2849029" y="5716666"/>
                  <a:ext cx="306302" cy="307777"/>
                </a:xfrm>
                <a:prstGeom prst="rect">
                  <a:avLst/>
                </a:prstGeom>
                <a:blipFill>
                  <a:blip r:embed="rId13"/>
                  <a:stretch>
                    <a:fillRect l="-14000" r="-6000" b="-1372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25C8EC28-54AE-DD29-C1DC-559A69E798BD}"/>
                    </a:ext>
                  </a:extLst>
                </p:cNvPr>
                <p:cNvSpPr txBox="1"/>
                <p:nvPr/>
              </p:nvSpPr>
              <p:spPr>
                <a:xfrm>
                  <a:off x="2958944" y="4368036"/>
                  <a:ext cx="196400" cy="307777"/>
                </a:xfrm>
                <a:prstGeom prst="rect">
                  <a:avLst/>
                </a:prstGeom>
                <a:solidFill>
                  <a:schemeClr val="bg1"/>
                </a:solid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𝑏</m:t>
                        </m:r>
                      </m:oMath>
                    </m:oMathPara>
                  </a14:m>
                  <a:endParaRPr kumimoji="0" lang="en-DE" sz="20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mc:Choice>
          <mc:Fallback xmlns="">
            <p:sp>
              <p:nvSpPr>
                <p:cNvPr id="60" name="TextBox 59">
                  <a:extLst>
                    <a:ext uri="{FF2B5EF4-FFF2-40B4-BE49-F238E27FC236}">
                      <a16:creationId xmlns:a16="http://schemas.microsoft.com/office/drawing/2014/main" id="{25C8EC28-54AE-DD29-C1DC-559A69E798BD}"/>
                    </a:ext>
                  </a:extLst>
                </p:cNvPr>
                <p:cNvSpPr txBox="1">
                  <a:spLocks noRot="1" noChangeAspect="1" noMove="1" noResize="1" noEditPoints="1" noAdjustHandles="1" noChangeArrowheads="1" noChangeShapeType="1" noTextEdit="1"/>
                </p:cNvSpPr>
                <p:nvPr/>
              </p:nvSpPr>
              <p:spPr>
                <a:xfrm>
                  <a:off x="2958944" y="4368036"/>
                  <a:ext cx="196400" cy="307777"/>
                </a:xfrm>
                <a:prstGeom prst="rect">
                  <a:avLst/>
                </a:prstGeom>
                <a:blipFill>
                  <a:blip r:embed="rId14"/>
                  <a:stretch>
                    <a:fillRect l="-34375" r="-31250" b="-588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3" name="TextBox 62">
                  <a:extLst>
                    <a:ext uri="{FF2B5EF4-FFF2-40B4-BE49-F238E27FC236}">
                      <a16:creationId xmlns:a16="http://schemas.microsoft.com/office/drawing/2014/main" id="{03B31B74-52C1-4D00-F031-3E19C7EAA492}"/>
                    </a:ext>
                  </a:extLst>
                </p:cNvPr>
                <p:cNvSpPr txBox="1"/>
                <p:nvPr/>
              </p:nvSpPr>
              <p:spPr>
                <a:xfrm rot="5400000">
                  <a:off x="2819592" y="5947740"/>
                  <a:ext cx="452620" cy="4001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kumimoji="0" lang="en-DE" sz="20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oMath>
                    </m:oMathPara>
                  </a14:m>
                  <a:endParaRPr kumimoji="0" lang="en-GB" sz="20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mc:Choice>
          <mc:Fallback xmlns="">
            <p:sp>
              <p:nvSpPr>
                <p:cNvPr id="63" name="TextBox 62">
                  <a:extLst>
                    <a:ext uri="{FF2B5EF4-FFF2-40B4-BE49-F238E27FC236}">
                      <a16:creationId xmlns:a16="http://schemas.microsoft.com/office/drawing/2014/main" id="{03B31B74-52C1-4D00-F031-3E19C7EAA492}"/>
                    </a:ext>
                  </a:extLst>
                </p:cNvPr>
                <p:cNvSpPr txBox="1">
                  <a:spLocks noRot="1" noChangeAspect="1" noMove="1" noResize="1" noEditPoints="1" noAdjustHandles="1" noChangeArrowheads="1" noChangeShapeType="1" noTextEdit="1"/>
                </p:cNvSpPr>
                <p:nvPr/>
              </p:nvSpPr>
              <p:spPr>
                <a:xfrm rot="5400000">
                  <a:off x="2819592" y="5947740"/>
                  <a:ext cx="452620" cy="400110"/>
                </a:xfrm>
                <a:prstGeom prst="rect">
                  <a:avLst/>
                </a:prstGeom>
                <a:blipFill>
                  <a:blip r:embed="rId15"/>
                  <a:stretch>
                    <a:fillRect/>
                  </a:stretch>
                </a:blipFill>
              </p:spPr>
              <p:txBody>
                <a:bodyPr/>
                <a:lstStyle/>
                <a:p>
                  <a:r>
                    <a:rPr lang="en-US">
                      <a:noFill/>
                    </a:rPr>
                    <a:t> </a:t>
                  </a:r>
                </a:p>
              </p:txBody>
            </p:sp>
          </mc:Fallback>
        </mc:AlternateContent>
        <p:sp>
          <p:nvSpPr>
            <p:cNvPr id="64" name="Rectangle: Rounded Corners 63">
              <a:extLst>
                <a:ext uri="{FF2B5EF4-FFF2-40B4-BE49-F238E27FC236}">
                  <a16:creationId xmlns:a16="http://schemas.microsoft.com/office/drawing/2014/main" id="{757438C4-B6BF-7838-C34F-B7A37A2D5546}"/>
                </a:ext>
              </a:extLst>
            </p:cNvPr>
            <p:cNvSpPr/>
            <p:nvPr/>
          </p:nvSpPr>
          <p:spPr>
            <a:xfrm>
              <a:off x="3411057" y="4368036"/>
              <a:ext cx="4411406" cy="2320730"/>
            </a:xfrm>
            <a:prstGeom prst="roundRect">
              <a:avLst>
                <a:gd name="adj" fmla="val 11786"/>
              </a:avLst>
            </a:prstGeom>
            <a:noFill/>
            <a:ln w="25400">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5" name="TextBox 64">
              <a:extLst>
                <a:ext uri="{FF2B5EF4-FFF2-40B4-BE49-F238E27FC236}">
                  <a16:creationId xmlns:a16="http://schemas.microsoft.com/office/drawing/2014/main" id="{2E48B752-BB2B-A77F-FAAC-7E21A66CAA2E}"/>
                </a:ext>
              </a:extLst>
            </p:cNvPr>
            <p:cNvSpPr txBox="1"/>
            <p:nvPr/>
          </p:nvSpPr>
          <p:spPr>
            <a:xfrm>
              <a:off x="5134758" y="3788030"/>
              <a:ext cx="3549160"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Single Neuron Scheme</a:t>
              </a:r>
              <a:endParaRPr kumimoji="0" lang="en-DE" sz="24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grpSp>
      <p:grpSp>
        <p:nvGrpSpPr>
          <p:cNvPr id="113" name="Group 112">
            <a:extLst>
              <a:ext uri="{FF2B5EF4-FFF2-40B4-BE49-F238E27FC236}">
                <a16:creationId xmlns:a16="http://schemas.microsoft.com/office/drawing/2014/main" id="{9B3CE027-424A-652E-75FE-0D74BB0E9F59}"/>
              </a:ext>
            </a:extLst>
          </p:cNvPr>
          <p:cNvGrpSpPr/>
          <p:nvPr/>
        </p:nvGrpSpPr>
        <p:grpSpPr>
          <a:xfrm>
            <a:off x="411679" y="4058886"/>
            <a:ext cx="3787217" cy="2460940"/>
            <a:chOff x="411679" y="4058886"/>
            <a:chExt cx="3787217" cy="2460940"/>
          </a:xfrm>
        </p:grpSpPr>
        <p:sp>
          <p:nvSpPr>
            <p:cNvPr id="66" name="Oval 65">
              <a:extLst>
                <a:ext uri="{FF2B5EF4-FFF2-40B4-BE49-F238E27FC236}">
                  <a16:creationId xmlns:a16="http://schemas.microsoft.com/office/drawing/2014/main" id="{EA36CEA3-934B-C373-BA0B-F45A1270BD13}"/>
                </a:ext>
              </a:extLst>
            </p:cNvPr>
            <p:cNvSpPr>
              <a:spLocks noChangeAspect="1"/>
            </p:cNvSpPr>
            <p:nvPr/>
          </p:nvSpPr>
          <p:spPr>
            <a:xfrm>
              <a:off x="1052419" y="4770447"/>
              <a:ext cx="270884" cy="270884"/>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Oval 66">
              <a:extLst>
                <a:ext uri="{FF2B5EF4-FFF2-40B4-BE49-F238E27FC236}">
                  <a16:creationId xmlns:a16="http://schemas.microsoft.com/office/drawing/2014/main" id="{4C04DDEB-17EC-D2AF-F46B-1B6A7E7A60D7}"/>
                </a:ext>
              </a:extLst>
            </p:cNvPr>
            <p:cNvSpPr>
              <a:spLocks noChangeAspect="1"/>
            </p:cNvSpPr>
            <p:nvPr/>
          </p:nvSpPr>
          <p:spPr>
            <a:xfrm>
              <a:off x="1052419" y="5630443"/>
              <a:ext cx="270884" cy="270884"/>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Oval 67">
              <a:extLst>
                <a:ext uri="{FF2B5EF4-FFF2-40B4-BE49-F238E27FC236}">
                  <a16:creationId xmlns:a16="http://schemas.microsoft.com/office/drawing/2014/main" id="{03A23C62-38C5-637D-C4D4-395CBDA2AF49}"/>
                </a:ext>
              </a:extLst>
            </p:cNvPr>
            <p:cNvSpPr>
              <a:spLocks noChangeAspect="1"/>
            </p:cNvSpPr>
            <p:nvPr/>
          </p:nvSpPr>
          <p:spPr>
            <a:xfrm>
              <a:off x="2135298" y="4058886"/>
              <a:ext cx="270884" cy="270884"/>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Oval 68">
              <a:extLst>
                <a:ext uri="{FF2B5EF4-FFF2-40B4-BE49-F238E27FC236}">
                  <a16:creationId xmlns:a16="http://schemas.microsoft.com/office/drawing/2014/main" id="{1F7415F1-BAAD-990C-857A-D34172E18276}"/>
                </a:ext>
              </a:extLst>
            </p:cNvPr>
            <p:cNvSpPr>
              <a:spLocks noChangeAspect="1"/>
            </p:cNvSpPr>
            <p:nvPr/>
          </p:nvSpPr>
          <p:spPr>
            <a:xfrm>
              <a:off x="2135298" y="4788905"/>
              <a:ext cx="270884" cy="270884"/>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Oval 69">
              <a:extLst>
                <a:ext uri="{FF2B5EF4-FFF2-40B4-BE49-F238E27FC236}">
                  <a16:creationId xmlns:a16="http://schemas.microsoft.com/office/drawing/2014/main" id="{70CF30A0-4CF7-2711-512D-A1CD478B6B14}"/>
                </a:ext>
              </a:extLst>
            </p:cNvPr>
            <p:cNvSpPr>
              <a:spLocks noChangeAspect="1"/>
            </p:cNvSpPr>
            <p:nvPr/>
          </p:nvSpPr>
          <p:spPr>
            <a:xfrm>
              <a:off x="2135298" y="5518924"/>
              <a:ext cx="270884" cy="270884"/>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Oval 70">
              <a:extLst>
                <a:ext uri="{FF2B5EF4-FFF2-40B4-BE49-F238E27FC236}">
                  <a16:creationId xmlns:a16="http://schemas.microsoft.com/office/drawing/2014/main" id="{51BFD8AA-2402-CE06-B8C6-34B4B64E8018}"/>
                </a:ext>
              </a:extLst>
            </p:cNvPr>
            <p:cNvSpPr>
              <a:spLocks noChangeAspect="1"/>
            </p:cNvSpPr>
            <p:nvPr/>
          </p:nvSpPr>
          <p:spPr>
            <a:xfrm>
              <a:off x="2135298" y="6248942"/>
              <a:ext cx="270884" cy="270884"/>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Oval 71">
              <a:extLst>
                <a:ext uri="{FF2B5EF4-FFF2-40B4-BE49-F238E27FC236}">
                  <a16:creationId xmlns:a16="http://schemas.microsoft.com/office/drawing/2014/main" id="{73CB5A10-D5CA-235C-9393-9FC11CCCC813}"/>
                </a:ext>
              </a:extLst>
            </p:cNvPr>
            <p:cNvSpPr>
              <a:spLocks noChangeAspect="1"/>
            </p:cNvSpPr>
            <p:nvPr/>
          </p:nvSpPr>
          <p:spPr>
            <a:xfrm>
              <a:off x="3287272" y="4769175"/>
              <a:ext cx="270884" cy="270884"/>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Oval 72">
              <a:extLst>
                <a:ext uri="{FF2B5EF4-FFF2-40B4-BE49-F238E27FC236}">
                  <a16:creationId xmlns:a16="http://schemas.microsoft.com/office/drawing/2014/main" id="{7B9FB621-CE0A-FD4C-A804-504D29B5B7BA}"/>
                </a:ext>
              </a:extLst>
            </p:cNvPr>
            <p:cNvSpPr>
              <a:spLocks noChangeAspect="1"/>
            </p:cNvSpPr>
            <p:nvPr/>
          </p:nvSpPr>
          <p:spPr>
            <a:xfrm>
              <a:off x="3287272" y="5629171"/>
              <a:ext cx="270884" cy="270884"/>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4" name="Group 73">
              <a:extLst>
                <a:ext uri="{FF2B5EF4-FFF2-40B4-BE49-F238E27FC236}">
                  <a16:creationId xmlns:a16="http://schemas.microsoft.com/office/drawing/2014/main" id="{38817442-EFEB-70DC-A880-D60838186E66}"/>
                </a:ext>
              </a:extLst>
            </p:cNvPr>
            <p:cNvGrpSpPr/>
            <p:nvPr/>
          </p:nvGrpSpPr>
          <p:grpSpPr>
            <a:xfrm>
              <a:off x="1283633" y="4194328"/>
              <a:ext cx="891335" cy="2094284"/>
              <a:chOff x="1283633" y="4194328"/>
              <a:chExt cx="891335" cy="2094284"/>
            </a:xfrm>
          </p:grpSpPr>
          <p:cxnSp>
            <p:nvCxnSpPr>
              <p:cNvPr id="75" name="Straight Arrow Connector 74">
                <a:extLst>
                  <a:ext uri="{FF2B5EF4-FFF2-40B4-BE49-F238E27FC236}">
                    <a16:creationId xmlns:a16="http://schemas.microsoft.com/office/drawing/2014/main" id="{6DC86B97-DE48-C05A-C435-C46DE61DBABE}"/>
                  </a:ext>
                </a:extLst>
              </p:cNvPr>
              <p:cNvCxnSpPr>
                <a:stCxn id="66" idx="7"/>
                <a:endCxn id="68" idx="2"/>
              </p:cNvCxnSpPr>
              <p:nvPr/>
            </p:nvCxnSpPr>
            <p:spPr>
              <a:xfrm flipV="1">
                <a:off x="1283633" y="4194328"/>
                <a:ext cx="851665" cy="615789"/>
              </a:xfrm>
              <a:prstGeom prst="straightConnector1">
                <a:avLst/>
              </a:prstGeom>
              <a:ln>
                <a:solidFill>
                  <a:schemeClr val="accent1">
                    <a:alpha val="70000"/>
                  </a:schemeClr>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76" name="Straight Arrow Connector 75">
                <a:extLst>
                  <a:ext uri="{FF2B5EF4-FFF2-40B4-BE49-F238E27FC236}">
                    <a16:creationId xmlns:a16="http://schemas.microsoft.com/office/drawing/2014/main" id="{87FBD638-7A0B-596E-F97A-3E37AC775614}"/>
                  </a:ext>
                </a:extLst>
              </p:cNvPr>
              <p:cNvCxnSpPr>
                <a:cxnSpLocks/>
                <a:stCxn id="66" idx="6"/>
                <a:endCxn id="69" idx="2"/>
              </p:cNvCxnSpPr>
              <p:nvPr/>
            </p:nvCxnSpPr>
            <p:spPr>
              <a:xfrm>
                <a:off x="1323303" y="4905889"/>
                <a:ext cx="811995" cy="18458"/>
              </a:xfrm>
              <a:prstGeom prst="straightConnector1">
                <a:avLst/>
              </a:prstGeom>
              <a:ln>
                <a:solidFill>
                  <a:schemeClr val="accent1">
                    <a:alpha val="70000"/>
                  </a:schemeClr>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77" name="Straight Arrow Connector 76">
                <a:extLst>
                  <a:ext uri="{FF2B5EF4-FFF2-40B4-BE49-F238E27FC236}">
                    <a16:creationId xmlns:a16="http://schemas.microsoft.com/office/drawing/2014/main" id="{31495768-62BB-6E4C-17E0-0FA28808E6C6}"/>
                  </a:ext>
                </a:extLst>
              </p:cNvPr>
              <p:cNvCxnSpPr>
                <a:cxnSpLocks/>
                <a:stCxn id="66" idx="6"/>
                <a:endCxn id="70" idx="1"/>
              </p:cNvCxnSpPr>
              <p:nvPr/>
            </p:nvCxnSpPr>
            <p:spPr>
              <a:xfrm>
                <a:off x="1323303" y="4905889"/>
                <a:ext cx="851665" cy="652705"/>
              </a:xfrm>
              <a:prstGeom prst="straightConnector1">
                <a:avLst/>
              </a:prstGeom>
              <a:ln>
                <a:solidFill>
                  <a:schemeClr val="accent1">
                    <a:alpha val="70000"/>
                  </a:schemeClr>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78" name="Straight Arrow Connector 77">
                <a:extLst>
                  <a:ext uri="{FF2B5EF4-FFF2-40B4-BE49-F238E27FC236}">
                    <a16:creationId xmlns:a16="http://schemas.microsoft.com/office/drawing/2014/main" id="{8E8D43A1-6F53-9498-E68E-F0BC5EB0034B}"/>
                  </a:ext>
                </a:extLst>
              </p:cNvPr>
              <p:cNvCxnSpPr>
                <a:cxnSpLocks/>
                <a:stCxn id="66" idx="5"/>
                <a:endCxn id="71" idx="1"/>
              </p:cNvCxnSpPr>
              <p:nvPr/>
            </p:nvCxnSpPr>
            <p:spPr>
              <a:xfrm>
                <a:off x="1283633" y="5001661"/>
                <a:ext cx="891335" cy="1286951"/>
              </a:xfrm>
              <a:prstGeom prst="straightConnector1">
                <a:avLst/>
              </a:prstGeom>
              <a:ln>
                <a:solidFill>
                  <a:schemeClr val="accent1">
                    <a:alpha val="70000"/>
                  </a:schemeClr>
                </a:solidFill>
                <a:tailEnd type="triangle" w="lg" len="lg"/>
              </a:ln>
            </p:spPr>
            <p:style>
              <a:lnRef idx="2">
                <a:schemeClr val="accent1"/>
              </a:lnRef>
              <a:fillRef idx="0">
                <a:schemeClr val="accent1"/>
              </a:fillRef>
              <a:effectRef idx="1">
                <a:schemeClr val="accent1"/>
              </a:effectRef>
              <a:fontRef idx="minor">
                <a:schemeClr val="tx1"/>
              </a:fontRef>
            </p:style>
          </p:cxnSp>
        </p:grpSp>
        <p:grpSp>
          <p:nvGrpSpPr>
            <p:cNvPr id="79" name="Group 78">
              <a:extLst>
                <a:ext uri="{FF2B5EF4-FFF2-40B4-BE49-F238E27FC236}">
                  <a16:creationId xmlns:a16="http://schemas.microsoft.com/office/drawing/2014/main" id="{26F4E19E-6D61-F679-B534-CBA3AC46AF5F}"/>
                </a:ext>
              </a:extLst>
            </p:cNvPr>
            <p:cNvGrpSpPr/>
            <p:nvPr/>
          </p:nvGrpSpPr>
          <p:grpSpPr>
            <a:xfrm>
              <a:off x="1187861" y="4290100"/>
              <a:ext cx="987107" cy="2094284"/>
              <a:chOff x="1187861" y="4290100"/>
              <a:chExt cx="987107" cy="2094284"/>
            </a:xfrm>
          </p:grpSpPr>
          <p:cxnSp>
            <p:nvCxnSpPr>
              <p:cNvPr id="80" name="Straight Arrow Connector 79">
                <a:extLst>
                  <a:ext uri="{FF2B5EF4-FFF2-40B4-BE49-F238E27FC236}">
                    <a16:creationId xmlns:a16="http://schemas.microsoft.com/office/drawing/2014/main" id="{0FF41F6C-BD98-D8EF-20E6-759A441704EA}"/>
                  </a:ext>
                </a:extLst>
              </p:cNvPr>
              <p:cNvCxnSpPr>
                <a:cxnSpLocks/>
                <a:stCxn id="67" idx="0"/>
                <a:endCxn id="68" idx="3"/>
              </p:cNvCxnSpPr>
              <p:nvPr/>
            </p:nvCxnSpPr>
            <p:spPr>
              <a:xfrm flipV="1">
                <a:off x="1187861" y="4290100"/>
                <a:ext cx="987107" cy="1340343"/>
              </a:xfrm>
              <a:prstGeom prst="straightConnector1">
                <a:avLst/>
              </a:prstGeom>
              <a:ln>
                <a:solidFill>
                  <a:schemeClr val="accent1">
                    <a:alpha val="70000"/>
                  </a:schemeClr>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81" name="Straight Arrow Connector 80">
                <a:extLst>
                  <a:ext uri="{FF2B5EF4-FFF2-40B4-BE49-F238E27FC236}">
                    <a16:creationId xmlns:a16="http://schemas.microsoft.com/office/drawing/2014/main" id="{C8BFB01A-83B0-3626-E19D-AF82B544C2A2}"/>
                  </a:ext>
                </a:extLst>
              </p:cNvPr>
              <p:cNvCxnSpPr>
                <a:cxnSpLocks/>
                <a:stCxn id="67" idx="7"/>
                <a:endCxn id="69" idx="3"/>
              </p:cNvCxnSpPr>
              <p:nvPr/>
            </p:nvCxnSpPr>
            <p:spPr>
              <a:xfrm flipV="1">
                <a:off x="1283633" y="5020119"/>
                <a:ext cx="891335" cy="649994"/>
              </a:xfrm>
              <a:prstGeom prst="straightConnector1">
                <a:avLst/>
              </a:prstGeom>
              <a:ln>
                <a:solidFill>
                  <a:schemeClr val="accent1">
                    <a:alpha val="70000"/>
                  </a:schemeClr>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82" name="Straight Arrow Connector 81">
                <a:extLst>
                  <a:ext uri="{FF2B5EF4-FFF2-40B4-BE49-F238E27FC236}">
                    <a16:creationId xmlns:a16="http://schemas.microsoft.com/office/drawing/2014/main" id="{6E013D04-CA21-6E80-3BAA-3D860BF6D8F1}"/>
                  </a:ext>
                </a:extLst>
              </p:cNvPr>
              <p:cNvCxnSpPr>
                <a:cxnSpLocks/>
                <a:stCxn id="67" idx="6"/>
                <a:endCxn id="70" idx="2"/>
              </p:cNvCxnSpPr>
              <p:nvPr/>
            </p:nvCxnSpPr>
            <p:spPr>
              <a:xfrm flipV="1">
                <a:off x="1323303" y="5654366"/>
                <a:ext cx="811995" cy="111519"/>
              </a:xfrm>
              <a:prstGeom prst="straightConnector1">
                <a:avLst/>
              </a:prstGeom>
              <a:ln>
                <a:solidFill>
                  <a:schemeClr val="accent1">
                    <a:alpha val="70000"/>
                  </a:schemeClr>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83" name="Straight Arrow Connector 82">
                <a:extLst>
                  <a:ext uri="{FF2B5EF4-FFF2-40B4-BE49-F238E27FC236}">
                    <a16:creationId xmlns:a16="http://schemas.microsoft.com/office/drawing/2014/main" id="{AD7009C7-076F-5F12-A80C-51A59C2B4F0E}"/>
                  </a:ext>
                </a:extLst>
              </p:cNvPr>
              <p:cNvCxnSpPr>
                <a:cxnSpLocks/>
                <a:stCxn id="67" idx="5"/>
                <a:endCxn id="71" idx="2"/>
              </p:cNvCxnSpPr>
              <p:nvPr/>
            </p:nvCxnSpPr>
            <p:spPr>
              <a:xfrm>
                <a:off x="1283633" y="5861657"/>
                <a:ext cx="851665" cy="522727"/>
              </a:xfrm>
              <a:prstGeom prst="straightConnector1">
                <a:avLst/>
              </a:prstGeom>
              <a:ln>
                <a:solidFill>
                  <a:schemeClr val="accent1">
                    <a:alpha val="70000"/>
                  </a:schemeClr>
                </a:solidFill>
                <a:tailEnd type="triangle" w="lg" len="lg"/>
              </a:ln>
            </p:spPr>
            <p:style>
              <a:lnRef idx="2">
                <a:schemeClr val="accent1"/>
              </a:lnRef>
              <a:fillRef idx="0">
                <a:schemeClr val="accent1"/>
              </a:fillRef>
              <a:effectRef idx="1">
                <a:schemeClr val="accent1"/>
              </a:effectRef>
              <a:fontRef idx="minor">
                <a:schemeClr val="tx1"/>
              </a:fontRef>
            </p:style>
          </p:cxnSp>
        </p:grpSp>
        <p:grpSp>
          <p:nvGrpSpPr>
            <p:cNvPr id="84" name="Group 83">
              <a:extLst>
                <a:ext uri="{FF2B5EF4-FFF2-40B4-BE49-F238E27FC236}">
                  <a16:creationId xmlns:a16="http://schemas.microsoft.com/office/drawing/2014/main" id="{A2283F20-57CB-CEC1-3575-B94E8C2760E7}"/>
                </a:ext>
              </a:extLst>
            </p:cNvPr>
            <p:cNvGrpSpPr/>
            <p:nvPr/>
          </p:nvGrpSpPr>
          <p:grpSpPr>
            <a:xfrm>
              <a:off x="2366512" y="4194328"/>
              <a:ext cx="1056202" cy="2190056"/>
              <a:chOff x="2366512" y="4194328"/>
              <a:chExt cx="1056202" cy="2190056"/>
            </a:xfrm>
          </p:grpSpPr>
          <p:cxnSp>
            <p:nvCxnSpPr>
              <p:cNvPr id="85" name="Straight Arrow Connector 84">
                <a:extLst>
                  <a:ext uri="{FF2B5EF4-FFF2-40B4-BE49-F238E27FC236}">
                    <a16:creationId xmlns:a16="http://schemas.microsoft.com/office/drawing/2014/main" id="{94D4F786-1121-7BBE-3439-B10C59DD7E44}"/>
                  </a:ext>
                </a:extLst>
              </p:cNvPr>
              <p:cNvCxnSpPr>
                <a:cxnSpLocks/>
                <a:stCxn id="68" idx="6"/>
                <a:endCxn id="72" idx="1"/>
              </p:cNvCxnSpPr>
              <p:nvPr/>
            </p:nvCxnSpPr>
            <p:spPr>
              <a:xfrm>
                <a:off x="2406182" y="4194328"/>
                <a:ext cx="920760" cy="614517"/>
              </a:xfrm>
              <a:prstGeom prst="straightConnector1">
                <a:avLst/>
              </a:prstGeom>
              <a:ln>
                <a:solidFill>
                  <a:schemeClr val="accent1">
                    <a:alpha val="70000"/>
                  </a:schemeClr>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86" name="Straight Arrow Connector 85">
                <a:extLst>
                  <a:ext uri="{FF2B5EF4-FFF2-40B4-BE49-F238E27FC236}">
                    <a16:creationId xmlns:a16="http://schemas.microsoft.com/office/drawing/2014/main" id="{29CF0B9B-C888-9545-25D3-B642D5855271}"/>
                  </a:ext>
                </a:extLst>
              </p:cNvPr>
              <p:cNvCxnSpPr>
                <a:cxnSpLocks/>
                <a:stCxn id="68" idx="5"/>
                <a:endCxn id="73" idx="0"/>
              </p:cNvCxnSpPr>
              <p:nvPr/>
            </p:nvCxnSpPr>
            <p:spPr>
              <a:xfrm>
                <a:off x="2366512" y="4290100"/>
                <a:ext cx="1056202" cy="1339071"/>
              </a:xfrm>
              <a:prstGeom prst="straightConnector1">
                <a:avLst/>
              </a:prstGeom>
              <a:ln>
                <a:solidFill>
                  <a:schemeClr val="accent1">
                    <a:alpha val="70000"/>
                  </a:schemeClr>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87" name="Straight Arrow Connector 86">
                <a:extLst>
                  <a:ext uri="{FF2B5EF4-FFF2-40B4-BE49-F238E27FC236}">
                    <a16:creationId xmlns:a16="http://schemas.microsoft.com/office/drawing/2014/main" id="{E113070A-9B27-9837-AB08-6E96DDDC99C6}"/>
                  </a:ext>
                </a:extLst>
              </p:cNvPr>
              <p:cNvCxnSpPr>
                <a:cxnSpLocks/>
                <a:stCxn id="69" idx="6"/>
                <a:endCxn id="72" idx="2"/>
              </p:cNvCxnSpPr>
              <p:nvPr/>
            </p:nvCxnSpPr>
            <p:spPr>
              <a:xfrm flipV="1">
                <a:off x="2406182" y="4904617"/>
                <a:ext cx="881090" cy="19730"/>
              </a:xfrm>
              <a:prstGeom prst="straightConnector1">
                <a:avLst/>
              </a:prstGeom>
              <a:ln>
                <a:solidFill>
                  <a:schemeClr val="accent1">
                    <a:alpha val="70000"/>
                  </a:schemeClr>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88" name="Straight Arrow Connector 87">
                <a:extLst>
                  <a:ext uri="{FF2B5EF4-FFF2-40B4-BE49-F238E27FC236}">
                    <a16:creationId xmlns:a16="http://schemas.microsoft.com/office/drawing/2014/main" id="{D60F7AA6-3CB1-5101-51B1-8D16C436D669}"/>
                  </a:ext>
                </a:extLst>
              </p:cNvPr>
              <p:cNvCxnSpPr>
                <a:cxnSpLocks/>
                <a:stCxn id="69" idx="6"/>
                <a:endCxn id="73" idx="1"/>
              </p:cNvCxnSpPr>
              <p:nvPr/>
            </p:nvCxnSpPr>
            <p:spPr>
              <a:xfrm>
                <a:off x="2406182" y="4924347"/>
                <a:ext cx="920760" cy="744494"/>
              </a:xfrm>
              <a:prstGeom prst="straightConnector1">
                <a:avLst/>
              </a:prstGeom>
              <a:ln>
                <a:solidFill>
                  <a:schemeClr val="accent1">
                    <a:alpha val="70000"/>
                  </a:schemeClr>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89" name="Straight Arrow Connector 88">
                <a:extLst>
                  <a:ext uri="{FF2B5EF4-FFF2-40B4-BE49-F238E27FC236}">
                    <a16:creationId xmlns:a16="http://schemas.microsoft.com/office/drawing/2014/main" id="{C30003B5-F799-8B4E-B938-EFEC6E307725}"/>
                  </a:ext>
                </a:extLst>
              </p:cNvPr>
              <p:cNvCxnSpPr>
                <a:cxnSpLocks/>
                <a:stCxn id="70" idx="6"/>
                <a:endCxn id="72" idx="3"/>
              </p:cNvCxnSpPr>
              <p:nvPr/>
            </p:nvCxnSpPr>
            <p:spPr>
              <a:xfrm flipV="1">
                <a:off x="2406182" y="5000389"/>
                <a:ext cx="920760" cy="653977"/>
              </a:xfrm>
              <a:prstGeom prst="straightConnector1">
                <a:avLst/>
              </a:prstGeom>
              <a:ln>
                <a:solidFill>
                  <a:schemeClr val="accent1">
                    <a:alpha val="70000"/>
                  </a:schemeClr>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90" name="Straight Arrow Connector 89">
                <a:extLst>
                  <a:ext uri="{FF2B5EF4-FFF2-40B4-BE49-F238E27FC236}">
                    <a16:creationId xmlns:a16="http://schemas.microsoft.com/office/drawing/2014/main" id="{D45BF6EB-8D01-9E4F-9532-1E618F07C29F}"/>
                  </a:ext>
                </a:extLst>
              </p:cNvPr>
              <p:cNvCxnSpPr>
                <a:cxnSpLocks/>
                <a:stCxn id="70" idx="6"/>
                <a:endCxn id="73" idx="2"/>
              </p:cNvCxnSpPr>
              <p:nvPr/>
            </p:nvCxnSpPr>
            <p:spPr>
              <a:xfrm>
                <a:off x="2406182" y="5654366"/>
                <a:ext cx="881090" cy="110247"/>
              </a:xfrm>
              <a:prstGeom prst="straightConnector1">
                <a:avLst/>
              </a:prstGeom>
              <a:ln>
                <a:solidFill>
                  <a:schemeClr val="accent1">
                    <a:alpha val="70000"/>
                  </a:schemeClr>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91" name="Straight Arrow Connector 90">
                <a:extLst>
                  <a:ext uri="{FF2B5EF4-FFF2-40B4-BE49-F238E27FC236}">
                    <a16:creationId xmlns:a16="http://schemas.microsoft.com/office/drawing/2014/main" id="{3880BA20-7D68-6993-A5F4-EA2BBBC923C6}"/>
                  </a:ext>
                </a:extLst>
              </p:cNvPr>
              <p:cNvCxnSpPr>
                <a:cxnSpLocks/>
                <a:stCxn id="71" idx="7"/>
                <a:endCxn id="72" idx="4"/>
              </p:cNvCxnSpPr>
              <p:nvPr/>
            </p:nvCxnSpPr>
            <p:spPr>
              <a:xfrm flipV="1">
                <a:off x="2366512" y="5040059"/>
                <a:ext cx="1056202" cy="1248553"/>
              </a:xfrm>
              <a:prstGeom prst="straightConnector1">
                <a:avLst/>
              </a:prstGeom>
              <a:ln>
                <a:solidFill>
                  <a:schemeClr val="accent1">
                    <a:alpha val="70000"/>
                  </a:schemeClr>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92" name="Straight Arrow Connector 91">
                <a:extLst>
                  <a:ext uri="{FF2B5EF4-FFF2-40B4-BE49-F238E27FC236}">
                    <a16:creationId xmlns:a16="http://schemas.microsoft.com/office/drawing/2014/main" id="{0D5EE6DE-50B0-C0A0-F77B-605491148B63}"/>
                  </a:ext>
                </a:extLst>
              </p:cNvPr>
              <p:cNvCxnSpPr>
                <a:cxnSpLocks/>
                <a:stCxn id="71" idx="6"/>
                <a:endCxn id="73" idx="3"/>
              </p:cNvCxnSpPr>
              <p:nvPr/>
            </p:nvCxnSpPr>
            <p:spPr>
              <a:xfrm flipV="1">
                <a:off x="2406182" y="5860385"/>
                <a:ext cx="920760" cy="523999"/>
              </a:xfrm>
              <a:prstGeom prst="straightConnector1">
                <a:avLst/>
              </a:prstGeom>
              <a:ln>
                <a:solidFill>
                  <a:schemeClr val="accent1">
                    <a:alpha val="70000"/>
                  </a:schemeClr>
                </a:solidFill>
                <a:tailEnd type="triangle" w="lg" len="lg"/>
              </a:ln>
            </p:spPr>
            <p:style>
              <a:lnRef idx="2">
                <a:schemeClr val="accent1"/>
              </a:lnRef>
              <a:fillRef idx="0">
                <a:schemeClr val="accent1"/>
              </a:fillRef>
              <a:effectRef idx="1">
                <a:schemeClr val="accent1"/>
              </a:effectRef>
              <a:fontRef idx="minor">
                <a:schemeClr val="tx1"/>
              </a:fontRef>
            </p:style>
          </p:cxnSp>
        </p:grpSp>
        <p:cxnSp>
          <p:nvCxnSpPr>
            <p:cNvPr id="93" name="Straight Arrow Connector 92">
              <a:extLst>
                <a:ext uri="{FF2B5EF4-FFF2-40B4-BE49-F238E27FC236}">
                  <a16:creationId xmlns:a16="http://schemas.microsoft.com/office/drawing/2014/main" id="{61C36787-BBFA-378E-9463-ED1BC839ABEF}"/>
                </a:ext>
              </a:extLst>
            </p:cNvPr>
            <p:cNvCxnSpPr>
              <a:cxnSpLocks/>
              <a:endCxn id="66" idx="2"/>
            </p:cNvCxnSpPr>
            <p:nvPr/>
          </p:nvCxnSpPr>
          <p:spPr>
            <a:xfrm>
              <a:off x="411679" y="4896033"/>
              <a:ext cx="640740" cy="0"/>
            </a:xfrm>
            <a:prstGeom prst="straightConnector1">
              <a:avLst/>
            </a:prstGeom>
            <a:ln>
              <a:solidFill>
                <a:schemeClr val="accent1">
                  <a:alpha val="70000"/>
                </a:schemeClr>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94" name="Straight Arrow Connector 93">
              <a:extLst>
                <a:ext uri="{FF2B5EF4-FFF2-40B4-BE49-F238E27FC236}">
                  <a16:creationId xmlns:a16="http://schemas.microsoft.com/office/drawing/2014/main" id="{179E26B8-8020-7752-DE45-48368D830035}"/>
                </a:ext>
              </a:extLst>
            </p:cNvPr>
            <p:cNvCxnSpPr>
              <a:cxnSpLocks/>
            </p:cNvCxnSpPr>
            <p:nvPr/>
          </p:nvCxnSpPr>
          <p:spPr>
            <a:xfrm>
              <a:off x="411679" y="5759351"/>
              <a:ext cx="640740" cy="0"/>
            </a:xfrm>
            <a:prstGeom prst="straightConnector1">
              <a:avLst/>
            </a:prstGeom>
            <a:ln>
              <a:solidFill>
                <a:schemeClr val="accent1">
                  <a:alpha val="70000"/>
                </a:schemeClr>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95" name="Straight Arrow Connector 94">
              <a:extLst>
                <a:ext uri="{FF2B5EF4-FFF2-40B4-BE49-F238E27FC236}">
                  <a16:creationId xmlns:a16="http://schemas.microsoft.com/office/drawing/2014/main" id="{00D8691B-C961-8A89-83A2-9BBE83398906}"/>
                </a:ext>
              </a:extLst>
            </p:cNvPr>
            <p:cNvCxnSpPr>
              <a:cxnSpLocks/>
            </p:cNvCxnSpPr>
            <p:nvPr/>
          </p:nvCxnSpPr>
          <p:spPr>
            <a:xfrm>
              <a:off x="3547905" y="4896033"/>
              <a:ext cx="640740" cy="0"/>
            </a:xfrm>
            <a:prstGeom prst="straightConnector1">
              <a:avLst/>
            </a:prstGeom>
            <a:ln>
              <a:solidFill>
                <a:schemeClr val="accent1">
                  <a:alpha val="70000"/>
                </a:schemeClr>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96" name="Straight Arrow Connector 95">
              <a:extLst>
                <a:ext uri="{FF2B5EF4-FFF2-40B4-BE49-F238E27FC236}">
                  <a16:creationId xmlns:a16="http://schemas.microsoft.com/office/drawing/2014/main" id="{CCAF4768-4E0F-970F-DA01-2CA6E8B91366}"/>
                </a:ext>
              </a:extLst>
            </p:cNvPr>
            <p:cNvCxnSpPr>
              <a:cxnSpLocks/>
            </p:cNvCxnSpPr>
            <p:nvPr/>
          </p:nvCxnSpPr>
          <p:spPr>
            <a:xfrm>
              <a:off x="3558156" y="5759351"/>
              <a:ext cx="640740" cy="0"/>
            </a:xfrm>
            <a:prstGeom prst="straightConnector1">
              <a:avLst/>
            </a:prstGeom>
            <a:ln>
              <a:solidFill>
                <a:schemeClr val="accent1">
                  <a:alpha val="70000"/>
                </a:schemeClr>
              </a:solidFill>
              <a:tailEnd type="triangle" w="lg" len="lg"/>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218487774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3"/>
                                        </p:tgtEl>
                                        <p:attrNameLst>
                                          <p:attrName>style.visibility</p:attrName>
                                        </p:attrNameLst>
                                      </p:cBhvr>
                                      <p:to>
                                        <p:strVal val="visible"/>
                                      </p:to>
                                    </p:set>
                                    <p:animEffect transition="in" filter="fade">
                                      <p:cBhvr>
                                        <p:cTn id="7" dur="500"/>
                                        <p:tgtEl>
                                          <p:spTgt spid="1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07EB68-DF04-9585-68ED-08E27D470033}"/>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BB011D04-08D2-D4BB-E8F5-C2AC3ACA690D}"/>
              </a:ext>
            </a:extLst>
          </p:cNvPr>
          <p:cNvSpPr>
            <a:spLocks noGrp="1"/>
          </p:cNvSpPr>
          <p:nvPr>
            <p:ph type="title"/>
          </p:nvPr>
        </p:nvSpPr>
        <p:spPr>
          <a:xfrm>
            <a:off x="10066812" y="91581"/>
            <a:ext cx="1952334" cy="505057"/>
          </a:xfrm>
        </p:spPr>
        <p:txBody>
          <a:bodyPr>
            <a:normAutofit fontScale="90000"/>
          </a:bodyPr>
          <a:lstStyle/>
          <a:p>
            <a:r>
              <a:rPr lang="en-US" sz="4000" dirty="0"/>
              <a:t>Concept</a:t>
            </a:r>
            <a:endParaRPr lang="en-US" sz="3200" dirty="0"/>
          </a:p>
        </p:txBody>
      </p:sp>
      <p:sp>
        <p:nvSpPr>
          <p:cNvPr id="32" name="Slide Number Placeholder 31">
            <a:extLst>
              <a:ext uri="{FF2B5EF4-FFF2-40B4-BE49-F238E27FC236}">
                <a16:creationId xmlns:a16="http://schemas.microsoft.com/office/drawing/2014/main" id="{4CD56FC3-461A-2CDE-F165-4E0604979249}"/>
              </a:ext>
            </a:extLst>
          </p:cNvPr>
          <p:cNvSpPr>
            <a:spLocks noGrp="1"/>
          </p:cNvSpPr>
          <p:nvPr>
            <p:ph type="sldNum" sz="quarter" idx="12"/>
          </p:nvPr>
        </p:nvSpPr>
        <p:spPr>
          <a:xfrm>
            <a:off x="-99230" y="6595961"/>
            <a:ext cx="483102" cy="338556"/>
          </a:xfrm>
        </p:spPr>
        <p:txBody>
          <a:bodyPr/>
          <a:lstStyle/>
          <a:p>
            <a:fld id="{250B62C5-2ACF-4D78-8FF3-37371B948607}" type="slidenum">
              <a:rPr lang="en-US" smtClean="0"/>
              <a:t>23</a:t>
            </a:fld>
            <a:endParaRPr lang="en-US"/>
          </a:p>
        </p:txBody>
      </p:sp>
      <p:grpSp>
        <p:nvGrpSpPr>
          <p:cNvPr id="113" name="Group 112">
            <a:extLst>
              <a:ext uri="{FF2B5EF4-FFF2-40B4-BE49-F238E27FC236}">
                <a16:creationId xmlns:a16="http://schemas.microsoft.com/office/drawing/2014/main" id="{A6617C22-25B4-3B0E-50C4-C07AB7B44F2D}"/>
              </a:ext>
            </a:extLst>
          </p:cNvPr>
          <p:cNvGrpSpPr/>
          <p:nvPr/>
        </p:nvGrpSpPr>
        <p:grpSpPr>
          <a:xfrm>
            <a:off x="277648" y="321465"/>
            <a:ext cx="3787217" cy="2460940"/>
            <a:chOff x="411679" y="4058886"/>
            <a:chExt cx="3787217" cy="2460940"/>
          </a:xfrm>
        </p:grpSpPr>
        <p:sp>
          <p:nvSpPr>
            <p:cNvPr id="66" name="Oval 65">
              <a:extLst>
                <a:ext uri="{FF2B5EF4-FFF2-40B4-BE49-F238E27FC236}">
                  <a16:creationId xmlns:a16="http://schemas.microsoft.com/office/drawing/2014/main" id="{3FFE5A14-EB45-6B8B-FEA6-E91FF17183A7}"/>
                </a:ext>
              </a:extLst>
            </p:cNvPr>
            <p:cNvSpPr>
              <a:spLocks noChangeAspect="1"/>
            </p:cNvSpPr>
            <p:nvPr/>
          </p:nvSpPr>
          <p:spPr>
            <a:xfrm>
              <a:off x="1052419" y="4770447"/>
              <a:ext cx="270884" cy="270884"/>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Oval 66">
              <a:extLst>
                <a:ext uri="{FF2B5EF4-FFF2-40B4-BE49-F238E27FC236}">
                  <a16:creationId xmlns:a16="http://schemas.microsoft.com/office/drawing/2014/main" id="{92B7EC5D-1576-F249-A3A5-54501DAB0194}"/>
                </a:ext>
              </a:extLst>
            </p:cNvPr>
            <p:cNvSpPr>
              <a:spLocks noChangeAspect="1"/>
            </p:cNvSpPr>
            <p:nvPr/>
          </p:nvSpPr>
          <p:spPr>
            <a:xfrm>
              <a:off x="1052419" y="5630443"/>
              <a:ext cx="270884" cy="270884"/>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Oval 67">
              <a:extLst>
                <a:ext uri="{FF2B5EF4-FFF2-40B4-BE49-F238E27FC236}">
                  <a16:creationId xmlns:a16="http://schemas.microsoft.com/office/drawing/2014/main" id="{5EC27040-DA2E-B5A4-EF8A-7C36377F7838}"/>
                </a:ext>
              </a:extLst>
            </p:cNvPr>
            <p:cNvSpPr>
              <a:spLocks noChangeAspect="1"/>
            </p:cNvSpPr>
            <p:nvPr/>
          </p:nvSpPr>
          <p:spPr>
            <a:xfrm>
              <a:off x="2135298" y="4058886"/>
              <a:ext cx="270884" cy="270884"/>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Oval 68">
              <a:extLst>
                <a:ext uri="{FF2B5EF4-FFF2-40B4-BE49-F238E27FC236}">
                  <a16:creationId xmlns:a16="http://schemas.microsoft.com/office/drawing/2014/main" id="{954E083A-2684-63D8-C8A4-A4FD113E2B39}"/>
                </a:ext>
              </a:extLst>
            </p:cNvPr>
            <p:cNvSpPr>
              <a:spLocks noChangeAspect="1"/>
            </p:cNvSpPr>
            <p:nvPr/>
          </p:nvSpPr>
          <p:spPr>
            <a:xfrm>
              <a:off x="2135298" y="4788905"/>
              <a:ext cx="270884" cy="270884"/>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Oval 69">
              <a:extLst>
                <a:ext uri="{FF2B5EF4-FFF2-40B4-BE49-F238E27FC236}">
                  <a16:creationId xmlns:a16="http://schemas.microsoft.com/office/drawing/2014/main" id="{808E68EB-C3F4-EE41-7E70-E930338F63A7}"/>
                </a:ext>
              </a:extLst>
            </p:cNvPr>
            <p:cNvSpPr>
              <a:spLocks noChangeAspect="1"/>
            </p:cNvSpPr>
            <p:nvPr/>
          </p:nvSpPr>
          <p:spPr>
            <a:xfrm>
              <a:off x="2135298" y="5518924"/>
              <a:ext cx="270884" cy="270884"/>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Oval 70">
              <a:extLst>
                <a:ext uri="{FF2B5EF4-FFF2-40B4-BE49-F238E27FC236}">
                  <a16:creationId xmlns:a16="http://schemas.microsoft.com/office/drawing/2014/main" id="{C3558A93-030B-8D47-E638-CECD782EF501}"/>
                </a:ext>
              </a:extLst>
            </p:cNvPr>
            <p:cNvSpPr>
              <a:spLocks noChangeAspect="1"/>
            </p:cNvSpPr>
            <p:nvPr/>
          </p:nvSpPr>
          <p:spPr>
            <a:xfrm>
              <a:off x="2135298" y="6248942"/>
              <a:ext cx="270884" cy="270884"/>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Oval 71">
              <a:extLst>
                <a:ext uri="{FF2B5EF4-FFF2-40B4-BE49-F238E27FC236}">
                  <a16:creationId xmlns:a16="http://schemas.microsoft.com/office/drawing/2014/main" id="{8AB7EC68-993B-F5CC-FC89-B415050CF645}"/>
                </a:ext>
              </a:extLst>
            </p:cNvPr>
            <p:cNvSpPr>
              <a:spLocks noChangeAspect="1"/>
            </p:cNvSpPr>
            <p:nvPr/>
          </p:nvSpPr>
          <p:spPr>
            <a:xfrm>
              <a:off x="3287272" y="4769175"/>
              <a:ext cx="270884" cy="270884"/>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Oval 72">
              <a:extLst>
                <a:ext uri="{FF2B5EF4-FFF2-40B4-BE49-F238E27FC236}">
                  <a16:creationId xmlns:a16="http://schemas.microsoft.com/office/drawing/2014/main" id="{7B1252C3-05F9-6A57-B43D-B1A0891BAB5B}"/>
                </a:ext>
              </a:extLst>
            </p:cNvPr>
            <p:cNvSpPr>
              <a:spLocks noChangeAspect="1"/>
            </p:cNvSpPr>
            <p:nvPr/>
          </p:nvSpPr>
          <p:spPr>
            <a:xfrm>
              <a:off x="3287272" y="5629171"/>
              <a:ext cx="270884" cy="270884"/>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4" name="Group 73">
              <a:extLst>
                <a:ext uri="{FF2B5EF4-FFF2-40B4-BE49-F238E27FC236}">
                  <a16:creationId xmlns:a16="http://schemas.microsoft.com/office/drawing/2014/main" id="{20AA45AB-3246-338C-A4C2-255CCA2F09AE}"/>
                </a:ext>
              </a:extLst>
            </p:cNvPr>
            <p:cNvGrpSpPr/>
            <p:nvPr/>
          </p:nvGrpSpPr>
          <p:grpSpPr>
            <a:xfrm>
              <a:off x="1283633" y="4194328"/>
              <a:ext cx="891335" cy="2094284"/>
              <a:chOff x="1283633" y="4194328"/>
              <a:chExt cx="891335" cy="2094284"/>
            </a:xfrm>
          </p:grpSpPr>
          <p:cxnSp>
            <p:nvCxnSpPr>
              <p:cNvPr id="75" name="Straight Arrow Connector 74">
                <a:extLst>
                  <a:ext uri="{FF2B5EF4-FFF2-40B4-BE49-F238E27FC236}">
                    <a16:creationId xmlns:a16="http://schemas.microsoft.com/office/drawing/2014/main" id="{1685E525-1EFC-70B4-BB4A-E644CB97F626}"/>
                  </a:ext>
                </a:extLst>
              </p:cNvPr>
              <p:cNvCxnSpPr>
                <a:stCxn id="66" idx="7"/>
                <a:endCxn id="68" idx="2"/>
              </p:cNvCxnSpPr>
              <p:nvPr/>
            </p:nvCxnSpPr>
            <p:spPr>
              <a:xfrm flipV="1">
                <a:off x="1283633" y="4194328"/>
                <a:ext cx="851665" cy="615789"/>
              </a:xfrm>
              <a:prstGeom prst="straightConnector1">
                <a:avLst/>
              </a:prstGeom>
              <a:ln>
                <a:solidFill>
                  <a:schemeClr val="accent1">
                    <a:alpha val="70000"/>
                  </a:schemeClr>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76" name="Straight Arrow Connector 75">
                <a:extLst>
                  <a:ext uri="{FF2B5EF4-FFF2-40B4-BE49-F238E27FC236}">
                    <a16:creationId xmlns:a16="http://schemas.microsoft.com/office/drawing/2014/main" id="{366CB58D-019E-59DB-3635-2FAA3C632955}"/>
                  </a:ext>
                </a:extLst>
              </p:cNvPr>
              <p:cNvCxnSpPr>
                <a:cxnSpLocks/>
                <a:stCxn id="66" idx="6"/>
                <a:endCxn id="69" idx="2"/>
              </p:cNvCxnSpPr>
              <p:nvPr/>
            </p:nvCxnSpPr>
            <p:spPr>
              <a:xfrm>
                <a:off x="1323303" y="4905889"/>
                <a:ext cx="811995" cy="18458"/>
              </a:xfrm>
              <a:prstGeom prst="straightConnector1">
                <a:avLst/>
              </a:prstGeom>
              <a:ln>
                <a:solidFill>
                  <a:schemeClr val="accent1">
                    <a:alpha val="70000"/>
                  </a:schemeClr>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77" name="Straight Arrow Connector 76">
                <a:extLst>
                  <a:ext uri="{FF2B5EF4-FFF2-40B4-BE49-F238E27FC236}">
                    <a16:creationId xmlns:a16="http://schemas.microsoft.com/office/drawing/2014/main" id="{1E92A208-ACDF-70BE-CC76-C4A6DE31E9F1}"/>
                  </a:ext>
                </a:extLst>
              </p:cNvPr>
              <p:cNvCxnSpPr>
                <a:cxnSpLocks/>
                <a:stCxn id="66" idx="6"/>
                <a:endCxn id="70" idx="1"/>
              </p:cNvCxnSpPr>
              <p:nvPr/>
            </p:nvCxnSpPr>
            <p:spPr>
              <a:xfrm>
                <a:off x="1323303" y="4905889"/>
                <a:ext cx="851665" cy="652705"/>
              </a:xfrm>
              <a:prstGeom prst="straightConnector1">
                <a:avLst/>
              </a:prstGeom>
              <a:ln>
                <a:solidFill>
                  <a:schemeClr val="accent1">
                    <a:alpha val="70000"/>
                  </a:schemeClr>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78" name="Straight Arrow Connector 77">
                <a:extLst>
                  <a:ext uri="{FF2B5EF4-FFF2-40B4-BE49-F238E27FC236}">
                    <a16:creationId xmlns:a16="http://schemas.microsoft.com/office/drawing/2014/main" id="{5EEB1DFB-268C-CC30-F428-2724E840C9DA}"/>
                  </a:ext>
                </a:extLst>
              </p:cNvPr>
              <p:cNvCxnSpPr>
                <a:cxnSpLocks/>
                <a:stCxn id="66" idx="5"/>
                <a:endCxn id="71" idx="1"/>
              </p:cNvCxnSpPr>
              <p:nvPr/>
            </p:nvCxnSpPr>
            <p:spPr>
              <a:xfrm>
                <a:off x="1283633" y="5001661"/>
                <a:ext cx="891335" cy="1286951"/>
              </a:xfrm>
              <a:prstGeom prst="straightConnector1">
                <a:avLst/>
              </a:prstGeom>
              <a:ln>
                <a:solidFill>
                  <a:schemeClr val="accent1">
                    <a:alpha val="70000"/>
                  </a:schemeClr>
                </a:solidFill>
                <a:tailEnd type="triangle" w="lg" len="lg"/>
              </a:ln>
            </p:spPr>
            <p:style>
              <a:lnRef idx="2">
                <a:schemeClr val="accent1"/>
              </a:lnRef>
              <a:fillRef idx="0">
                <a:schemeClr val="accent1"/>
              </a:fillRef>
              <a:effectRef idx="1">
                <a:schemeClr val="accent1"/>
              </a:effectRef>
              <a:fontRef idx="minor">
                <a:schemeClr val="tx1"/>
              </a:fontRef>
            </p:style>
          </p:cxnSp>
        </p:grpSp>
        <p:grpSp>
          <p:nvGrpSpPr>
            <p:cNvPr id="79" name="Group 78">
              <a:extLst>
                <a:ext uri="{FF2B5EF4-FFF2-40B4-BE49-F238E27FC236}">
                  <a16:creationId xmlns:a16="http://schemas.microsoft.com/office/drawing/2014/main" id="{E1743B41-B55C-BEC5-8619-DE206CEF6126}"/>
                </a:ext>
              </a:extLst>
            </p:cNvPr>
            <p:cNvGrpSpPr/>
            <p:nvPr/>
          </p:nvGrpSpPr>
          <p:grpSpPr>
            <a:xfrm>
              <a:off x="1187861" y="4290100"/>
              <a:ext cx="987107" cy="2094284"/>
              <a:chOff x="1187861" y="4290100"/>
              <a:chExt cx="987107" cy="2094284"/>
            </a:xfrm>
          </p:grpSpPr>
          <p:cxnSp>
            <p:nvCxnSpPr>
              <p:cNvPr id="80" name="Straight Arrow Connector 79">
                <a:extLst>
                  <a:ext uri="{FF2B5EF4-FFF2-40B4-BE49-F238E27FC236}">
                    <a16:creationId xmlns:a16="http://schemas.microsoft.com/office/drawing/2014/main" id="{BEC4A6C2-5398-8908-B1C4-82E1EEF07E11}"/>
                  </a:ext>
                </a:extLst>
              </p:cNvPr>
              <p:cNvCxnSpPr>
                <a:cxnSpLocks/>
                <a:stCxn id="67" idx="0"/>
                <a:endCxn id="68" idx="3"/>
              </p:cNvCxnSpPr>
              <p:nvPr/>
            </p:nvCxnSpPr>
            <p:spPr>
              <a:xfrm flipV="1">
                <a:off x="1187861" y="4290100"/>
                <a:ext cx="987107" cy="1340343"/>
              </a:xfrm>
              <a:prstGeom prst="straightConnector1">
                <a:avLst/>
              </a:prstGeom>
              <a:ln>
                <a:solidFill>
                  <a:schemeClr val="accent1">
                    <a:alpha val="70000"/>
                  </a:schemeClr>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81" name="Straight Arrow Connector 80">
                <a:extLst>
                  <a:ext uri="{FF2B5EF4-FFF2-40B4-BE49-F238E27FC236}">
                    <a16:creationId xmlns:a16="http://schemas.microsoft.com/office/drawing/2014/main" id="{0E5E8442-F349-35E4-1E31-E52384A2365D}"/>
                  </a:ext>
                </a:extLst>
              </p:cNvPr>
              <p:cNvCxnSpPr>
                <a:cxnSpLocks/>
                <a:stCxn id="67" idx="7"/>
                <a:endCxn id="69" idx="3"/>
              </p:cNvCxnSpPr>
              <p:nvPr/>
            </p:nvCxnSpPr>
            <p:spPr>
              <a:xfrm flipV="1">
                <a:off x="1283633" y="5020119"/>
                <a:ext cx="891335" cy="649994"/>
              </a:xfrm>
              <a:prstGeom prst="straightConnector1">
                <a:avLst/>
              </a:prstGeom>
              <a:ln>
                <a:solidFill>
                  <a:schemeClr val="accent1">
                    <a:alpha val="70000"/>
                  </a:schemeClr>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82" name="Straight Arrow Connector 81">
                <a:extLst>
                  <a:ext uri="{FF2B5EF4-FFF2-40B4-BE49-F238E27FC236}">
                    <a16:creationId xmlns:a16="http://schemas.microsoft.com/office/drawing/2014/main" id="{EEE141B4-D013-DF3F-8550-171124D355A9}"/>
                  </a:ext>
                </a:extLst>
              </p:cNvPr>
              <p:cNvCxnSpPr>
                <a:cxnSpLocks/>
                <a:stCxn id="67" idx="6"/>
                <a:endCxn id="70" idx="2"/>
              </p:cNvCxnSpPr>
              <p:nvPr/>
            </p:nvCxnSpPr>
            <p:spPr>
              <a:xfrm flipV="1">
                <a:off x="1323303" y="5654366"/>
                <a:ext cx="811995" cy="111519"/>
              </a:xfrm>
              <a:prstGeom prst="straightConnector1">
                <a:avLst/>
              </a:prstGeom>
              <a:ln>
                <a:solidFill>
                  <a:schemeClr val="accent1">
                    <a:alpha val="70000"/>
                  </a:schemeClr>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83" name="Straight Arrow Connector 82">
                <a:extLst>
                  <a:ext uri="{FF2B5EF4-FFF2-40B4-BE49-F238E27FC236}">
                    <a16:creationId xmlns:a16="http://schemas.microsoft.com/office/drawing/2014/main" id="{370C12D2-804A-0C50-9EF7-10D42BCF19E6}"/>
                  </a:ext>
                </a:extLst>
              </p:cNvPr>
              <p:cNvCxnSpPr>
                <a:cxnSpLocks/>
                <a:stCxn id="67" idx="5"/>
                <a:endCxn id="71" idx="2"/>
              </p:cNvCxnSpPr>
              <p:nvPr/>
            </p:nvCxnSpPr>
            <p:spPr>
              <a:xfrm>
                <a:off x="1283633" y="5861657"/>
                <a:ext cx="851665" cy="522727"/>
              </a:xfrm>
              <a:prstGeom prst="straightConnector1">
                <a:avLst/>
              </a:prstGeom>
              <a:ln>
                <a:solidFill>
                  <a:schemeClr val="accent1">
                    <a:alpha val="70000"/>
                  </a:schemeClr>
                </a:solidFill>
                <a:tailEnd type="triangle" w="lg" len="lg"/>
              </a:ln>
            </p:spPr>
            <p:style>
              <a:lnRef idx="2">
                <a:schemeClr val="accent1"/>
              </a:lnRef>
              <a:fillRef idx="0">
                <a:schemeClr val="accent1"/>
              </a:fillRef>
              <a:effectRef idx="1">
                <a:schemeClr val="accent1"/>
              </a:effectRef>
              <a:fontRef idx="minor">
                <a:schemeClr val="tx1"/>
              </a:fontRef>
            </p:style>
          </p:cxnSp>
        </p:grpSp>
        <p:grpSp>
          <p:nvGrpSpPr>
            <p:cNvPr id="84" name="Group 83">
              <a:extLst>
                <a:ext uri="{FF2B5EF4-FFF2-40B4-BE49-F238E27FC236}">
                  <a16:creationId xmlns:a16="http://schemas.microsoft.com/office/drawing/2014/main" id="{E085731E-DC3F-AB60-2B65-2C4578A785BC}"/>
                </a:ext>
              </a:extLst>
            </p:cNvPr>
            <p:cNvGrpSpPr/>
            <p:nvPr/>
          </p:nvGrpSpPr>
          <p:grpSpPr>
            <a:xfrm>
              <a:off x="2366512" y="4194328"/>
              <a:ext cx="1056202" cy="2190056"/>
              <a:chOff x="2366512" y="4194328"/>
              <a:chExt cx="1056202" cy="2190056"/>
            </a:xfrm>
          </p:grpSpPr>
          <p:cxnSp>
            <p:nvCxnSpPr>
              <p:cNvPr id="85" name="Straight Arrow Connector 84">
                <a:extLst>
                  <a:ext uri="{FF2B5EF4-FFF2-40B4-BE49-F238E27FC236}">
                    <a16:creationId xmlns:a16="http://schemas.microsoft.com/office/drawing/2014/main" id="{BB18E190-914E-E014-02CB-72E3A3D85E8D}"/>
                  </a:ext>
                </a:extLst>
              </p:cNvPr>
              <p:cNvCxnSpPr>
                <a:cxnSpLocks/>
                <a:stCxn id="68" idx="6"/>
                <a:endCxn id="72" idx="1"/>
              </p:cNvCxnSpPr>
              <p:nvPr/>
            </p:nvCxnSpPr>
            <p:spPr>
              <a:xfrm>
                <a:off x="2406182" y="4194328"/>
                <a:ext cx="920760" cy="614517"/>
              </a:xfrm>
              <a:prstGeom prst="straightConnector1">
                <a:avLst/>
              </a:prstGeom>
              <a:ln>
                <a:solidFill>
                  <a:schemeClr val="accent1">
                    <a:alpha val="70000"/>
                  </a:schemeClr>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86" name="Straight Arrow Connector 85">
                <a:extLst>
                  <a:ext uri="{FF2B5EF4-FFF2-40B4-BE49-F238E27FC236}">
                    <a16:creationId xmlns:a16="http://schemas.microsoft.com/office/drawing/2014/main" id="{AF9C6A38-BA4C-48E6-75BC-BA292DA33B5C}"/>
                  </a:ext>
                </a:extLst>
              </p:cNvPr>
              <p:cNvCxnSpPr>
                <a:cxnSpLocks/>
                <a:stCxn id="68" idx="5"/>
                <a:endCxn id="73" idx="0"/>
              </p:cNvCxnSpPr>
              <p:nvPr/>
            </p:nvCxnSpPr>
            <p:spPr>
              <a:xfrm>
                <a:off x="2366512" y="4290100"/>
                <a:ext cx="1056202" cy="1339071"/>
              </a:xfrm>
              <a:prstGeom prst="straightConnector1">
                <a:avLst/>
              </a:prstGeom>
              <a:ln>
                <a:solidFill>
                  <a:schemeClr val="accent1">
                    <a:alpha val="70000"/>
                  </a:schemeClr>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87" name="Straight Arrow Connector 86">
                <a:extLst>
                  <a:ext uri="{FF2B5EF4-FFF2-40B4-BE49-F238E27FC236}">
                    <a16:creationId xmlns:a16="http://schemas.microsoft.com/office/drawing/2014/main" id="{365CD353-60D1-D571-DB9A-164051A8C819}"/>
                  </a:ext>
                </a:extLst>
              </p:cNvPr>
              <p:cNvCxnSpPr>
                <a:cxnSpLocks/>
                <a:stCxn id="69" idx="6"/>
                <a:endCxn id="72" idx="2"/>
              </p:cNvCxnSpPr>
              <p:nvPr/>
            </p:nvCxnSpPr>
            <p:spPr>
              <a:xfrm flipV="1">
                <a:off x="2406182" y="4904617"/>
                <a:ext cx="881090" cy="19730"/>
              </a:xfrm>
              <a:prstGeom prst="straightConnector1">
                <a:avLst/>
              </a:prstGeom>
              <a:ln>
                <a:solidFill>
                  <a:schemeClr val="accent1">
                    <a:alpha val="70000"/>
                  </a:schemeClr>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88" name="Straight Arrow Connector 87">
                <a:extLst>
                  <a:ext uri="{FF2B5EF4-FFF2-40B4-BE49-F238E27FC236}">
                    <a16:creationId xmlns:a16="http://schemas.microsoft.com/office/drawing/2014/main" id="{B0C672E2-977A-08B2-02A3-927B291699AB}"/>
                  </a:ext>
                </a:extLst>
              </p:cNvPr>
              <p:cNvCxnSpPr>
                <a:cxnSpLocks/>
                <a:stCxn id="69" idx="6"/>
                <a:endCxn id="73" idx="1"/>
              </p:cNvCxnSpPr>
              <p:nvPr/>
            </p:nvCxnSpPr>
            <p:spPr>
              <a:xfrm>
                <a:off x="2406182" y="4924347"/>
                <a:ext cx="920760" cy="744494"/>
              </a:xfrm>
              <a:prstGeom prst="straightConnector1">
                <a:avLst/>
              </a:prstGeom>
              <a:ln>
                <a:solidFill>
                  <a:schemeClr val="accent1">
                    <a:alpha val="70000"/>
                  </a:schemeClr>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89" name="Straight Arrow Connector 88">
                <a:extLst>
                  <a:ext uri="{FF2B5EF4-FFF2-40B4-BE49-F238E27FC236}">
                    <a16:creationId xmlns:a16="http://schemas.microsoft.com/office/drawing/2014/main" id="{2C1E05DF-4B14-6F18-9AD0-6B8F007CE098}"/>
                  </a:ext>
                </a:extLst>
              </p:cNvPr>
              <p:cNvCxnSpPr>
                <a:cxnSpLocks/>
                <a:stCxn id="70" idx="6"/>
                <a:endCxn id="72" idx="3"/>
              </p:cNvCxnSpPr>
              <p:nvPr/>
            </p:nvCxnSpPr>
            <p:spPr>
              <a:xfrm flipV="1">
                <a:off x="2406182" y="5000389"/>
                <a:ext cx="920760" cy="653977"/>
              </a:xfrm>
              <a:prstGeom prst="straightConnector1">
                <a:avLst/>
              </a:prstGeom>
              <a:ln>
                <a:solidFill>
                  <a:schemeClr val="accent1">
                    <a:alpha val="70000"/>
                  </a:schemeClr>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90" name="Straight Arrow Connector 89">
                <a:extLst>
                  <a:ext uri="{FF2B5EF4-FFF2-40B4-BE49-F238E27FC236}">
                    <a16:creationId xmlns:a16="http://schemas.microsoft.com/office/drawing/2014/main" id="{B2C325C3-E23B-EF58-E012-118856C36AF2}"/>
                  </a:ext>
                </a:extLst>
              </p:cNvPr>
              <p:cNvCxnSpPr>
                <a:cxnSpLocks/>
                <a:stCxn id="70" idx="6"/>
                <a:endCxn id="73" idx="2"/>
              </p:cNvCxnSpPr>
              <p:nvPr/>
            </p:nvCxnSpPr>
            <p:spPr>
              <a:xfrm>
                <a:off x="2406182" y="5654366"/>
                <a:ext cx="881090" cy="110247"/>
              </a:xfrm>
              <a:prstGeom prst="straightConnector1">
                <a:avLst/>
              </a:prstGeom>
              <a:ln>
                <a:solidFill>
                  <a:schemeClr val="accent1">
                    <a:alpha val="70000"/>
                  </a:schemeClr>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91" name="Straight Arrow Connector 90">
                <a:extLst>
                  <a:ext uri="{FF2B5EF4-FFF2-40B4-BE49-F238E27FC236}">
                    <a16:creationId xmlns:a16="http://schemas.microsoft.com/office/drawing/2014/main" id="{D52A5EBB-91AA-DCA9-06F4-D0FEF5AC7C44}"/>
                  </a:ext>
                </a:extLst>
              </p:cNvPr>
              <p:cNvCxnSpPr>
                <a:cxnSpLocks/>
                <a:stCxn id="71" idx="7"/>
                <a:endCxn id="72" idx="4"/>
              </p:cNvCxnSpPr>
              <p:nvPr/>
            </p:nvCxnSpPr>
            <p:spPr>
              <a:xfrm flipV="1">
                <a:off x="2366512" y="5040059"/>
                <a:ext cx="1056202" cy="1248553"/>
              </a:xfrm>
              <a:prstGeom prst="straightConnector1">
                <a:avLst/>
              </a:prstGeom>
              <a:ln>
                <a:solidFill>
                  <a:schemeClr val="accent1">
                    <a:alpha val="70000"/>
                  </a:schemeClr>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92" name="Straight Arrow Connector 91">
                <a:extLst>
                  <a:ext uri="{FF2B5EF4-FFF2-40B4-BE49-F238E27FC236}">
                    <a16:creationId xmlns:a16="http://schemas.microsoft.com/office/drawing/2014/main" id="{5552803D-F7C8-EA49-877D-AB0228F7C0AA}"/>
                  </a:ext>
                </a:extLst>
              </p:cNvPr>
              <p:cNvCxnSpPr>
                <a:cxnSpLocks/>
                <a:stCxn id="71" idx="6"/>
                <a:endCxn id="73" idx="3"/>
              </p:cNvCxnSpPr>
              <p:nvPr/>
            </p:nvCxnSpPr>
            <p:spPr>
              <a:xfrm flipV="1">
                <a:off x="2406182" y="5860385"/>
                <a:ext cx="920760" cy="523999"/>
              </a:xfrm>
              <a:prstGeom prst="straightConnector1">
                <a:avLst/>
              </a:prstGeom>
              <a:ln>
                <a:solidFill>
                  <a:schemeClr val="accent1">
                    <a:alpha val="70000"/>
                  </a:schemeClr>
                </a:solidFill>
                <a:tailEnd type="triangle" w="lg" len="lg"/>
              </a:ln>
            </p:spPr>
            <p:style>
              <a:lnRef idx="2">
                <a:schemeClr val="accent1"/>
              </a:lnRef>
              <a:fillRef idx="0">
                <a:schemeClr val="accent1"/>
              </a:fillRef>
              <a:effectRef idx="1">
                <a:schemeClr val="accent1"/>
              </a:effectRef>
              <a:fontRef idx="minor">
                <a:schemeClr val="tx1"/>
              </a:fontRef>
            </p:style>
          </p:cxnSp>
        </p:grpSp>
        <p:cxnSp>
          <p:nvCxnSpPr>
            <p:cNvPr id="93" name="Straight Arrow Connector 92">
              <a:extLst>
                <a:ext uri="{FF2B5EF4-FFF2-40B4-BE49-F238E27FC236}">
                  <a16:creationId xmlns:a16="http://schemas.microsoft.com/office/drawing/2014/main" id="{0DCABA1A-D1F2-07D9-1887-78472793341D}"/>
                </a:ext>
              </a:extLst>
            </p:cNvPr>
            <p:cNvCxnSpPr>
              <a:cxnSpLocks/>
              <a:endCxn id="66" idx="2"/>
            </p:cNvCxnSpPr>
            <p:nvPr/>
          </p:nvCxnSpPr>
          <p:spPr>
            <a:xfrm>
              <a:off x="411679" y="4896033"/>
              <a:ext cx="640740" cy="0"/>
            </a:xfrm>
            <a:prstGeom prst="straightConnector1">
              <a:avLst/>
            </a:prstGeom>
            <a:ln>
              <a:solidFill>
                <a:schemeClr val="accent1">
                  <a:alpha val="70000"/>
                </a:schemeClr>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94" name="Straight Arrow Connector 93">
              <a:extLst>
                <a:ext uri="{FF2B5EF4-FFF2-40B4-BE49-F238E27FC236}">
                  <a16:creationId xmlns:a16="http://schemas.microsoft.com/office/drawing/2014/main" id="{50C364CC-3091-034F-7CB0-0DED0FC28CDB}"/>
                </a:ext>
              </a:extLst>
            </p:cNvPr>
            <p:cNvCxnSpPr>
              <a:cxnSpLocks/>
            </p:cNvCxnSpPr>
            <p:nvPr/>
          </p:nvCxnSpPr>
          <p:spPr>
            <a:xfrm>
              <a:off x="411679" y="5759351"/>
              <a:ext cx="640740" cy="0"/>
            </a:xfrm>
            <a:prstGeom prst="straightConnector1">
              <a:avLst/>
            </a:prstGeom>
            <a:ln>
              <a:solidFill>
                <a:schemeClr val="accent1">
                  <a:alpha val="70000"/>
                </a:schemeClr>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95" name="Straight Arrow Connector 94">
              <a:extLst>
                <a:ext uri="{FF2B5EF4-FFF2-40B4-BE49-F238E27FC236}">
                  <a16:creationId xmlns:a16="http://schemas.microsoft.com/office/drawing/2014/main" id="{48BCFC3E-7F9C-5F46-FEAD-AAEE12D0C745}"/>
                </a:ext>
              </a:extLst>
            </p:cNvPr>
            <p:cNvCxnSpPr>
              <a:cxnSpLocks/>
            </p:cNvCxnSpPr>
            <p:nvPr/>
          </p:nvCxnSpPr>
          <p:spPr>
            <a:xfrm>
              <a:off x="3547905" y="4896033"/>
              <a:ext cx="640740" cy="0"/>
            </a:xfrm>
            <a:prstGeom prst="straightConnector1">
              <a:avLst/>
            </a:prstGeom>
            <a:ln>
              <a:solidFill>
                <a:schemeClr val="accent1">
                  <a:alpha val="70000"/>
                </a:schemeClr>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96" name="Straight Arrow Connector 95">
              <a:extLst>
                <a:ext uri="{FF2B5EF4-FFF2-40B4-BE49-F238E27FC236}">
                  <a16:creationId xmlns:a16="http://schemas.microsoft.com/office/drawing/2014/main" id="{4A965E56-D30C-49EA-05A1-11ED947C32EE}"/>
                </a:ext>
              </a:extLst>
            </p:cNvPr>
            <p:cNvCxnSpPr>
              <a:cxnSpLocks/>
            </p:cNvCxnSpPr>
            <p:nvPr/>
          </p:nvCxnSpPr>
          <p:spPr>
            <a:xfrm>
              <a:off x="3558156" y="5759351"/>
              <a:ext cx="640740" cy="0"/>
            </a:xfrm>
            <a:prstGeom prst="straightConnector1">
              <a:avLst/>
            </a:prstGeom>
            <a:ln>
              <a:solidFill>
                <a:schemeClr val="accent1">
                  <a:alpha val="70000"/>
                </a:schemeClr>
              </a:solidFill>
              <a:tailEnd type="triangle" w="lg" len="lg"/>
            </a:ln>
          </p:spPr>
          <p:style>
            <a:lnRef idx="2">
              <a:schemeClr val="accent1"/>
            </a:lnRef>
            <a:fillRef idx="0">
              <a:schemeClr val="accent1"/>
            </a:fillRef>
            <a:effectRef idx="1">
              <a:schemeClr val="accent1"/>
            </a:effectRef>
            <a:fontRef idx="minor">
              <a:schemeClr val="tx1"/>
            </a:fontRef>
          </p:style>
        </p:cxnSp>
      </p:grpSp>
      <p:pic>
        <p:nvPicPr>
          <p:cNvPr id="4" name="Picture 2" descr="Metro-style map of major metabolic pathways">
            <a:extLst>
              <a:ext uri="{FF2B5EF4-FFF2-40B4-BE49-F238E27FC236}">
                <a16:creationId xmlns:a16="http://schemas.microsoft.com/office/drawing/2014/main" id="{C2866D10-FF57-E083-B126-0E3D245049B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08454" y="2796554"/>
            <a:ext cx="5291580" cy="3968685"/>
          </a:xfrm>
          <a:prstGeom prst="rect">
            <a:avLst/>
          </a:prstGeom>
          <a:noFill/>
          <a:ln>
            <a:solidFill>
              <a:schemeClr val="accent1"/>
            </a:solidFill>
          </a:ln>
          <a:extLst>
            <a:ext uri="{909E8E84-426E-40DD-AFC4-6F175D3DCCD1}">
              <a14:hiddenFill xmlns:a14="http://schemas.microsoft.com/office/drawing/2010/main">
                <a:solidFill>
                  <a:srgbClr val="FFFFFF"/>
                </a:solidFill>
              </a14:hiddenFill>
            </a:ext>
          </a:extLst>
        </p:spPr>
      </p:pic>
      <p:sp>
        <p:nvSpPr>
          <p:cNvPr id="16" name="TextBox 15">
            <a:extLst>
              <a:ext uri="{FF2B5EF4-FFF2-40B4-BE49-F238E27FC236}">
                <a16:creationId xmlns:a16="http://schemas.microsoft.com/office/drawing/2014/main" id="{E31246E2-2E9F-9945-F903-A0FBC7F006CD}"/>
              </a:ext>
            </a:extLst>
          </p:cNvPr>
          <p:cNvSpPr txBox="1"/>
          <p:nvPr/>
        </p:nvSpPr>
        <p:spPr>
          <a:xfrm>
            <a:off x="9407694" y="2320740"/>
            <a:ext cx="2692340" cy="461665"/>
          </a:xfrm>
          <a:prstGeom prst="rect">
            <a:avLst/>
          </a:prstGeom>
          <a:noFill/>
        </p:spPr>
        <p:txBody>
          <a:bodyPr wrap="none" rtlCol="0">
            <a:spAutoFit/>
          </a:bodyPr>
          <a:lstStyle/>
          <a:p>
            <a:r>
              <a:rPr lang="en-US" sz="2400" dirty="0"/>
              <a:t>Metabolic Network</a:t>
            </a:r>
          </a:p>
        </p:txBody>
      </p:sp>
      <p:sp>
        <p:nvSpPr>
          <p:cNvPr id="18" name="Rectangle: Rounded Corners 17">
            <a:extLst>
              <a:ext uri="{FF2B5EF4-FFF2-40B4-BE49-F238E27FC236}">
                <a16:creationId xmlns:a16="http://schemas.microsoft.com/office/drawing/2014/main" id="{FB048321-A66D-111F-9A9B-BFD8CDC8DBB3}"/>
              </a:ext>
            </a:extLst>
          </p:cNvPr>
          <p:cNvSpPr/>
          <p:nvPr/>
        </p:nvSpPr>
        <p:spPr>
          <a:xfrm>
            <a:off x="4622288" y="1136127"/>
            <a:ext cx="1522517" cy="914400"/>
          </a:xfrm>
          <a:prstGeom prst="round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Algorithm </a:t>
            </a:r>
          </a:p>
        </p:txBody>
      </p:sp>
      <p:sp>
        <p:nvSpPr>
          <p:cNvPr id="19" name="Rectangle: Rounded Corners 18">
            <a:extLst>
              <a:ext uri="{FF2B5EF4-FFF2-40B4-BE49-F238E27FC236}">
                <a16:creationId xmlns:a16="http://schemas.microsoft.com/office/drawing/2014/main" id="{21B9BC57-F6D0-EA4F-4F72-77B3FD4CD4E9}"/>
              </a:ext>
            </a:extLst>
          </p:cNvPr>
          <p:cNvSpPr/>
          <p:nvPr/>
        </p:nvSpPr>
        <p:spPr>
          <a:xfrm>
            <a:off x="4622288" y="2560473"/>
            <a:ext cx="1522517" cy="914400"/>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Chemical Reactions </a:t>
            </a:r>
          </a:p>
        </p:txBody>
      </p:sp>
      <p:sp>
        <p:nvSpPr>
          <p:cNvPr id="24" name="Rectangle: Rounded Corners 23">
            <a:extLst>
              <a:ext uri="{FF2B5EF4-FFF2-40B4-BE49-F238E27FC236}">
                <a16:creationId xmlns:a16="http://schemas.microsoft.com/office/drawing/2014/main" id="{6804E311-3904-812F-D9AC-815800A80841}"/>
              </a:ext>
            </a:extLst>
          </p:cNvPr>
          <p:cNvSpPr/>
          <p:nvPr/>
        </p:nvSpPr>
        <p:spPr>
          <a:xfrm>
            <a:off x="4622288" y="3984819"/>
            <a:ext cx="1522517" cy="914400"/>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Metabolic Network</a:t>
            </a:r>
          </a:p>
        </p:txBody>
      </p:sp>
      <p:sp>
        <p:nvSpPr>
          <p:cNvPr id="25" name="Rectangle: Rounded Corners 24">
            <a:extLst>
              <a:ext uri="{FF2B5EF4-FFF2-40B4-BE49-F238E27FC236}">
                <a16:creationId xmlns:a16="http://schemas.microsoft.com/office/drawing/2014/main" id="{E8CB1487-B143-E4CA-D155-63E3E0C0CCA9}"/>
              </a:ext>
            </a:extLst>
          </p:cNvPr>
          <p:cNvSpPr/>
          <p:nvPr/>
        </p:nvSpPr>
        <p:spPr>
          <a:xfrm>
            <a:off x="4622288" y="5409165"/>
            <a:ext cx="1522517" cy="91440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THz Actuation</a:t>
            </a:r>
          </a:p>
        </p:txBody>
      </p:sp>
      <p:cxnSp>
        <p:nvCxnSpPr>
          <p:cNvPr id="26" name="Straight Arrow Connector 25">
            <a:extLst>
              <a:ext uri="{FF2B5EF4-FFF2-40B4-BE49-F238E27FC236}">
                <a16:creationId xmlns:a16="http://schemas.microsoft.com/office/drawing/2014/main" id="{37904851-0A48-67B0-C6CD-301ADD506FC5}"/>
              </a:ext>
            </a:extLst>
          </p:cNvPr>
          <p:cNvCxnSpPr>
            <a:stCxn id="18" idx="2"/>
            <a:endCxn id="19" idx="0"/>
          </p:cNvCxnSpPr>
          <p:nvPr/>
        </p:nvCxnSpPr>
        <p:spPr>
          <a:xfrm>
            <a:off x="5383547" y="2050527"/>
            <a:ext cx="0" cy="509946"/>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1E627E72-7830-53AE-2605-F8DDA7742D84}"/>
              </a:ext>
            </a:extLst>
          </p:cNvPr>
          <p:cNvCxnSpPr>
            <a:cxnSpLocks/>
            <a:stCxn id="19" idx="2"/>
            <a:endCxn id="24" idx="0"/>
          </p:cNvCxnSpPr>
          <p:nvPr/>
        </p:nvCxnSpPr>
        <p:spPr>
          <a:xfrm>
            <a:off x="5383547" y="3474873"/>
            <a:ext cx="0" cy="509946"/>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A434F45D-AB10-0CCF-40F8-C393DAD0C49B}"/>
              </a:ext>
            </a:extLst>
          </p:cNvPr>
          <p:cNvCxnSpPr>
            <a:cxnSpLocks/>
            <a:stCxn id="25" idx="0"/>
          </p:cNvCxnSpPr>
          <p:nvPr/>
        </p:nvCxnSpPr>
        <p:spPr>
          <a:xfrm flipV="1">
            <a:off x="5383547" y="4899219"/>
            <a:ext cx="0" cy="509946"/>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536039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3"/>
                                        </p:tgtEl>
                                        <p:attrNameLst>
                                          <p:attrName>style.visibility</p:attrName>
                                        </p:attrNameLst>
                                      </p:cBhvr>
                                      <p:to>
                                        <p:strVal val="visible"/>
                                      </p:to>
                                    </p:set>
                                    <p:animEffect transition="in" filter="fade">
                                      <p:cBhvr>
                                        <p:cTn id="7" dur="500"/>
                                        <p:tgtEl>
                                          <p:spTgt spid="1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00D957-0C74-A1CB-FE96-F20FB3941349}"/>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38A1BCE8-34A8-A7D0-1FF5-23BEF6FFFFA3}"/>
              </a:ext>
            </a:extLst>
          </p:cNvPr>
          <p:cNvSpPr>
            <a:spLocks noGrp="1"/>
          </p:cNvSpPr>
          <p:nvPr>
            <p:ph type="title"/>
          </p:nvPr>
        </p:nvSpPr>
        <p:spPr>
          <a:xfrm>
            <a:off x="10066812" y="91581"/>
            <a:ext cx="1952334" cy="505057"/>
          </a:xfrm>
        </p:spPr>
        <p:txBody>
          <a:bodyPr>
            <a:normAutofit fontScale="90000"/>
          </a:bodyPr>
          <a:lstStyle/>
          <a:p>
            <a:r>
              <a:rPr lang="en-US" sz="4000" dirty="0"/>
              <a:t>Concept</a:t>
            </a:r>
            <a:endParaRPr lang="en-US" sz="3200" dirty="0"/>
          </a:p>
        </p:txBody>
      </p:sp>
      <p:sp>
        <p:nvSpPr>
          <p:cNvPr id="32" name="Slide Number Placeholder 31">
            <a:extLst>
              <a:ext uri="{FF2B5EF4-FFF2-40B4-BE49-F238E27FC236}">
                <a16:creationId xmlns:a16="http://schemas.microsoft.com/office/drawing/2014/main" id="{1BDEBB9D-ED17-8413-BEE3-E2EAFB2FF510}"/>
              </a:ext>
            </a:extLst>
          </p:cNvPr>
          <p:cNvSpPr>
            <a:spLocks noGrp="1"/>
          </p:cNvSpPr>
          <p:nvPr>
            <p:ph type="sldNum" sz="quarter" idx="12"/>
          </p:nvPr>
        </p:nvSpPr>
        <p:spPr>
          <a:xfrm>
            <a:off x="-99230" y="6595961"/>
            <a:ext cx="483102" cy="338556"/>
          </a:xfrm>
        </p:spPr>
        <p:txBody>
          <a:bodyPr/>
          <a:lstStyle/>
          <a:p>
            <a:fld id="{250B62C5-2ACF-4D78-8FF3-37371B948607}" type="slidenum">
              <a:rPr lang="en-US" smtClean="0"/>
              <a:t>24</a:t>
            </a:fld>
            <a:endParaRPr lang="en-US"/>
          </a:p>
        </p:txBody>
      </p:sp>
      <p:sp>
        <p:nvSpPr>
          <p:cNvPr id="31" name="TextBox 30">
            <a:extLst>
              <a:ext uri="{FF2B5EF4-FFF2-40B4-BE49-F238E27FC236}">
                <a16:creationId xmlns:a16="http://schemas.microsoft.com/office/drawing/2014/main" id="{C54F2C53-483C-76BE-6EF9-24A5FA0C712A}"/>
              </a:ext>
            </a:extLst>
          </p:cNvPr>
          <p:cNvSpPr txBox="1"/>
          <p:nvPr/>
        </p:nvSpPr>
        <p:spPr>
          <a:xfrm>
            <a:off x="153078" y="202172"/>
            <a:ext cx="1373572" cy="1569660"/>
          </a:xfrm>
          <a:prstGeom prst="rect">
            <a:avLst/>
          </a:prstGeom>
          <a:noFill/>
        </p:spPr>
        <p:txBody>
          <a:bodyPr wrap="square" rtlCol="0">
            <a:spAutoFit/>
          </a:bodyPr>
          <a:lstStyle/>
          <a:p>
            <a:r>
              <a:rPr lang="en-US" sz="2400" dirty="0"/>
              <a:t>2 neurons</a:t>
            </a:r>
          </a:p>
          <a:p>
            <a:r>
              <a:rPr lang="en-US" sz="2400" dirty="0"/>
              <a:t>Neural Network</a:t>
            </a:r>
          </a:p>
        </p:txBody>
      </p:sp>
      <p:sp>
        <p:nvSpPr>
          <p:cNvPr id="49" name="Rectangle: Rounded Corners 48">
            <a:extLst>
              <a:ext uri="{FF2B5EF4-FFF2-40B4-BE49-F238E27FC236}">
                <a16:creationId xmlns:a16="http://schemas.microsoft.com/office/drawing/2014/main" id="{8EBF5222-E52F-238A-EC37-3AD3C0CFC92D}"/>
              </a:ext>
            </a:extLst>
          </p:cNvPr>
          <p:cNvSpPr/>
          <p:nvPr/>
        </p:nvSpPr>
        <p:spPr>
          <a:xfrm>
            <a:off x="10442247" y="1033169"/>
            <a:ext cx="1522517" cy="91440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Algorithm </a:t>
            </a:r>
          </a:p>
        </p:txBody>
      </p:sp>
      <p:sp>
        <p:nvSpPr>
          <p:cNvPr id="50" name="Rectangle: Rounded Corners 49">
            <a:extLst>
              <a:ext uri="{FF2B5EF4-FFF2-40B4-BE49-F238E27FC236}">
                <a16:creationId xmlns:a16="http://schemas.microsoft.com/office/drawing/2014/main" id="{D66FDEF5-A230-6B4E-37A8-71DA1BB37C0E}"/>
              </a:ext>
            </a:extLst>
          </p:cNvPr>
          <p:cNvSpPr/>
          <p:nvPr/>
        </p:nvSpPr>
        <p:spPr>
          <a:xfrm>
            <a:off x="10442247" y="2457515"/>
            <a:ext cx="1522517" cy="914400"/>
          </a:xfrm>
          <a:prstGeom prst="round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Chemical Reactions </a:t>
            </a:r>
          </a:p>
        </p:txBody>
      </p:sp>
      <p:sp>
        <p:nvSpPr>
          <p:cNvPr id="51" name="Rectangle: Rounded Corners 50">
            <a:extLst>
              <a:ext uri="{FF2B5EF4-FFF2-40B4-BE49-F238E27FC236}">
                <a16:creationId xmlns:a16="http://schemas.microsoft.com/office/drawing/2014/main" id="{161E38EA-D0D6-6B65-58C1-A80DE21A74B3}"/>
              </a:ext>
            </a:extLst>
          </p:cNvPr>
          <p:cNvSpPr/>
          <p:nvPr/>
        </p:nvSpPr>
        <p:spPr>
          <a:xfrm>
            <a:off x="10442247" y="3881861"/>
            <a:ext cx="1522517" cy="914400"/>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Metabolic Network</a:t>
            </a:r>
          </a:p>
        </p:txBody>
      </p:sp>
      <p:sp>
        <p:nvSpPr>
          <p:cNvPr id="52" name="Rectangle: Rounded Corners 51">
            <a:extLst>
              <a:ext uri="{FF2B5EF4-FFF2-40B4-BE49-F238E27FC236}">
                <a16:creationId xmlns:a16="http://schemas.microsoft.com/office/drawing/2014/main" id="{D2D3F97D-AD3C-EA09-090D-E060E7DC9EED}"/>
              </a:ext>
            </a:extLst>
          </p:cNvPr>
          <p:cNvSpPr/>
          <p:nvPr/>
        </p:nvSpPr>
        <p:spPr>
          <a:xfrm>
            <a:off x="10442247" y="5306207"/>
            <a:ext cx="1522517" cy="91440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THz Actuation</a:t>
            </a:r>
          </a:p>
        </p:txBody>
      </p:sp>
      <p:cxnSp>
        <p:nvCxnSpPr>
          <p:cNvPr id="53" name="Straight Arrow Connector 52">
            <a:extLst>
              <a:ext uri="{FF2B5EF4-FFF2-40B4-BE49-F238E27FC236}">
                <a16:creationId xmlns:a16="http://schemas.microsoft.com/office/drawing/2014/main" id="{79360B5B-03F1-8EFD-1596-E0736AFEF3B2}"/>
              </a:ext>
            </a:extLst>
          </p:cNvPr>
          <p:cNvCxnSpPr>
            <a:stCxn id="49" idx="2"/>
            <a:endCxn id="50" idx="0"/>
          </p:cNvCxnSpPr>
          <p:nvPr/>
        </p:nvCxnSpPr>
        <p:spPr>
          <a:xfrm>
            <a:off x="11203506" y="1947569"/>
            <a:ext cx="0" cy="509946"/>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54" name="Straight Arrow Connector 53">
            <a:extLst>
              <a:ext uri="{FF2B5EF4-FFF2-40B4-BE49-F238E27FC236}">
                <a16:creationId xmlns:a16="http://schemas.microsoft.com/office/drawing/2014/main" id="{62D88577-AF5C-80C4-90A9-A332512B54A6}"/>
              </a:ext>
            </a:extLst>
          </p:cNvPr>
          <p:cNvCxnSpPr>
            <a:cxnSpLocks/>
            <a:stCxn id="50" idx="2"/>
            <a:endCxn id="51" idx="0"/>
          </p:cNvCxnSpPr>
          <p:nvPr/>
        </p:nvCxnSpPr>
        <p:spPr>
          <a:xfrm>
            <a:off x="11203506" y="3371915"/>
            <a:ext cx="0" cy="509946"/>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55" name="Straight Arrow Connector 54">
            <a:extLst>
              <a:ext uri="{FF2B5EF4-FFF2-40B4-BE49-F238E27FC236}">
                <a16:creationId xmlns:a16="http://schemas.microsoft.com/office/drawing/2014/main" id="{4D799115-AD4C-8796-75AF-F67FA11E5670}"/>
              </a:ext>
            </a:extLst>
          </p:cNvPr>
          <p:cNvCxnSpPr>
            <a:cxnSpLocks/>
            <a:stCxn id="52" idx="0"/>
          </p:cNvCxnSpPr>
          <p:nvPr/>
        </p:nvCxnSpPr>
        <p:spPr>
          <a:xfrm flipV="1">
            <a:off x="11203506" y="4796261"/>
            <a:ext cx="0" cy="509946"/>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sp>
        <p:nvSpPr>
          <p:cNvPr id="57" name="Oval 56">
            <a:extLst>
              <a:ext uri="{FF2B5EF4-FFF2-40B4-BE49-F238E27FC236}">
                <a16:creationId xmlns:a16="http://schemas.microsoft.com/office/drawing/2014/main" id="{A4C7DB21-9659-463B-2A59-F9E649660A8E}"/>
              </a:ext>
            </a:extLst>
          </p:cNvPr>
          <p:cNvSpPr>
            <a:spLocks noChangeAspect="1"/>
          </p:cNvSpPr>
          <p:nvPr/>
        </p:nvSpPr>
        <p:spPr>
          <a:xfrm>
            <a:off x="3439482" y="1199293"/>
            <a:ext cx="270884" cy="270884"/>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Oval 58">
            <a:extLst>
              <a:ext uri="{FF2B5EF4-FFF2-40B4-BE49-F238E27FC236}">
                <a16:creationId xmlns:a16="http://schemas.microsoft.com/office/drawing/2014/main" id="{3B6F05B4-F3D0-ADC4-6A9C-EA87E8CC2E80}"/>
              </a:ext>
            </a:extLst>
          </p:cNvPr>
          <p:cNvSpPr>
            <a:spLocks noChangeAspect="1"/>
          </p:cNvSpPr>
          <p:nvPr/>
        </p:nvSpPr>
        <p:spPr>
          <a:xfrm>
            <a:off x="5176611" y="36498"/>
            <a:ext cx="270884" cy="270884"/>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Oval 59">
            <a:extLst>
              <a:ext uri="{FF2B5EF4-FFF2-40B4-BE49-F238E27FC236}">
                <a16:creationId xmlns:a16="http://schemas.microsoft.com/office/drawing/2014/main" id="{3786A259-F62B-C25B-311A-1050D8205466}"/>
              </a:ext>
            </a:extLst>
          </p:cNvPr>
          <p:cNvSpPr>
            <a:spLocks noChangeAspect="1"/>
          </p:cNvSpPr>
          <p:nvPr/>
        </p:nvSpPr>
        <p:spPr>
          <a:xfrm>
            <a:off x="5157361" y="2173861"/>
            <a:ext cx="270884" cy="270884"/>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Oval 62">
            <a:extLst>
              <a:ext uri="{FF2B5EF4-FFF2-40B4-BE49-F238E27FC236}">
                <a16:creationId xmlns:a16="http://schemas.microsoft.com/office/drawing/2014/main" id="{B6A86A77-CA0B-6D29-FE06-E5B3E7660F55}"/>
              </a:ext>
            </a:extLst>
          </p:cNvPr>
          <p:cNvSpPr>
            <a:spLocks noChangeAspect="1"/>
          </p:cNvSpPr>
          <p:nvPr/>
        </p:nvSpPr>
        <p:spPr>
          <a:xfrm>
            <a:off x="6588735" y="1198021"/>
            <a:ext cx="270884" cy="270884"/>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6" name="Straight Arrow Connector 115">
            <a:extLst>
              <a:ext uri="{FF2B5EF4-FFF2-40B4-BE49-F238E27FC236}">
                <a16:creationId xmlns:a16="http://schemas.microsoft.com/office/drawing/2014/main" id="{F5306174-D3EB-E96C-2A2B-3D6BEBB67880}"/>
              </a:ext>
            </a:extLst>
          </p:cNvPr>
          <p:cNvCxnSpPr>
            <a:cxnSpLocks/>
            <a:stCxn id="57" idx="7"/>
            <a:endCxn id="59" idx="2"/>
          </p:cNvCxnSpPr>
          <p:nvPr/>
        </p:nvCxnSpPr>
        <p:spPr>
          <a:xfrm flipV="1">
            <a:off x="3670696" y="171940"/>
            <a:ext cx="1505915" cy="1067023"/>
          </a:xfrm>
          <a:prstGeom prst="straightConnector1">
            <a:avLst/>
          </a:prstGeom>
          <a:ln>
            <a:solidFill>
              <a:schemeClr val="accent1">
                <a:alpha val="70000"/>
              </a:schemeClr>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117" name="Straight Arrow Connector 116">
            <a:extLst>
              <a:ext uri="{FF2B5EF4-FFF2-40B4-BE49-F238E27FC236}">
                <a16:creationId xmlns:a16="http://schemas.microsoft.com/office/drawing/2014/main" id="{3281FEFE-6D49-E4F7-6125-A1A7CF6AAA35}"/>
              </a:ext>
            </a:extLst>
          </p:cNvPr>
          <p:cNvCxnSpPr>
            <a:cxnSpLocks/>
            <a:stCxn id="57" idx="6"/>
            <a:endCxn id="60" idx="2"/>
          </p:cNvCxnSpPr>
          <p:nvPr/>
        </p:nvCxnSpPr>
        <p:spPr>
          <a:xfrm>
            <a:off x="3710366" y="1334735"/>
            <a:ext cx="1446995" cy="974568"/>
          </a:xfrm>
          <a:prstGeom prst="straightConnector1">
            <a:avLst/>
          </a:prstGeom>
          <a:ln>
            <a:solidFill>
              <a:schemeClr val="accent1">
                <a:alpha val="70000"/>
              </a:schemeClr>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118" name="Straight Arrow Connector 117">
            <a:extLst>
              <a:ext uri="{FF2B5EF4-FFF2-40B4-BE49-F238E27FC236}">
                <a16:creationId xmlns:a16="http://schemas.microsoft.com/office/drawing/2014/main" id="{F2B2161D-0397-EC23-895B-347357724B6F}"/>
              </a:ext>
            </a:extLst>
          </p:cNvPr>
          <p:cNvCxnSpPr>
            <a:cxnSpLocks/>
            <a:stCxn id="59" idx="6"/>
            <a:endCxn id="63" idx="1"/>
          </p:cNvCxnSpPr>
          <p:nvPr/>
        </p:nvCxnSpPr>
        <p:spPr>
          <a:xfrm>
            <a:off x="5447495" y="171940"/>
            <a:ext cx="1180910" cy="1065751"/>
          </a:xfrm>
          <a:prstGeom prst="straightConnector1">
            <a:avLst/>
          </a:prstGeom>
          <a:ln>
            <a:solidFill>
              <a:schemeClr val="accent1">
                <a:alpha val="70000"/>
              </a:schemeClr>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119" name="Straight Arrow Connector 118">
            <a:extLst>
              <a:ext uri="{FF2B5EF4-FFF2-40B4-BE49-F238E27FC236}">
                <a16:creationId xmlns:a16="http://schemas.microsoft.com/office/drawing/2014/main" id="{FE77896D-FC39-16D6-A3E3-4AC514D21AAF}"/>
              </a:ext>
            </a:extLst>
          </p:cNvPr>
          <p:cNvCxnSpPr>
            <a:cxnSpLocks/>
            <a:stCxn id="60" idx="6"/>
            <a:endCxn id="63" idx="3"/>
          </p:cNvCxnSpPr>
          <p:nvPr/>
        </p:nvCxnSpPr>
        <p:spPr>
          <a:xfrm flipV="1">
            <a:off x="5428245" y="1429235"/>
            <a:ext cx="1200160" cy="880068"/>
          </a:xfrm>
          <a:prstGeom prst="straightConnector1">
            <a:avLst/>
          </a:prstGeom>
          <a:ln>
            <a:solidFill>
              <a:schemeClr val="accent1">
                <a:alpha val="70000"/>
              </a:schemeClr>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99" name="Straight Arrow Connector 98">
            <a:extLst>
              <a:ext uri="{FF2B5EF4-FFF2-40B4-BE49-F238E27FC236}">
                <a16:creationId xmlns:a16="http://schemas.microsoft.com/office/drawing/2014/main" id="{04608334-21C1-0E29-CEAF-3B081E67C84B}"/>
              </a:ext>
            </a:extLst>
          </p:cNvPr>
          <p:cNvCxnSpPr>
            <a:cxnSpLocks/>
            <a:endCxn id="57" idx="2"/>
          </p:cNvCxnSpPr>
          <p:nvPr/>
        </p:nvCxnSpPr>
        <p:spPr>
          <a:xfrm>
            <a:off x="2798742" y="1324879"/>
            <a:ext cx="640740" cy="0"/>
          </a:xfrm>
          <a:prstGeom prst="straightConnector1">
            <a:avLst/>
          </a:prstGeom>
          <a:ln>
            <a:solidFill>
              <a:schemeClr val="accent1">
                <a:alpha val="70000"/>
              </a:schemeClr>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101" name="Straight Arrow Connector 100">
            <a:extLst>
              <a:ext uri="{FF2B5EF4-FFF2-40B4-BE49-F238E27FC236}">
                <a16:creationId xmlns:a16="http://schemas.microsoft.com/office/drawing/2014/main" id="{F0626340-E3F4-9DD3-4B4A-B61D55EC71B2}"/>
              </a:ext>
            </a:extLst>
          </p:cNvPr>
          <p:cNvCxnSpPr>
            <a:cxnSpLocks/>
          </p:cNvCxnSpPr>
          <p:nvPr/>
        </p:nvCxnSpPr>
        <p:spPr>
          <a:xfrm>
            <a:off x="6849368" y="1324879"/>
            <a:ext cx="640740" cy="0"/>
          </a:xfrm>
          <a:prstGeom prst="straightConnector1">
            <a:avLst/>
          </a:prstGeom>
          <a:ln>
            <a:solidFill>
              <a:schemeClr val="accent1">
                <a:alpha val="70000"/>
              </a:schemeClr>
            </a:solidFill>
            <a:tailEnd type="triangle" w="lg" len="lg"/>
          </a:ln>
        </p:spPr>
        <p:style>
          <a:lnRef idx="2">
            <a:schemeClr val="accent1"/>
          </a:lnRef>
          <a:fillRef idx="0">
            <a:schemeClr val="accent1"/>
          </a:fillRef>
          <a:effectRef idx="1">
            <a:schemeClr val="accent1"/>
          </a:effectRef>
          <a:fontRef idx="minor">
            <a:schemeClr val="tx1"/>
          </a:fontRef>
        </p:style>
      </p:cxnSp>
      <p:sp>
        <p:nvSpPr>
          <p:cNvPr id="124" name="Arrow: Down 123">
            <a:extLst>
              <a:ext uri="{FF2B5EF4-FFF2-40B4-BE49-F238E27FC236}">
                <a16:creationId xmlns:a16="http://schemas.microsoft.com/office/drawing/2014/main" id="{0CF92347-26C2-4400-93FF-CBF62A3516BA}"/>
              </a:ext>
            </a:extLst>
          </p:cNvPr>
          <p:cNvSpPr/>
          <p:nvPr/>
        </p:nvSpPr>
        <p:spPr>
          <a:xfrm>
            <a:off x="5011777" y="2587579"/>
            <a:ext cx="484632" cy="784336"/>
          </a:xfrm>
          <a:prstGeom prst="downArrow">
            <a:avLst/>
          </a:prstGeom>
          <a:solidFill>
            <a:srgbClr val="DCEAF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25" name="TextBox 124">
                <a:extLst>
                  <a:ext uri="{FF2B5EF4-FFF2-40B4-BE49-F238E27FC236}">
                    <a16:creationId xmlns:a16="http://schemas.microsoft.com/office/drawing/2014/main" id="{7FCB2997-FA59-56DF-E82D-D005C4E77FF2}"/>
                  </a:ext>
                </a:extLst>
              </p:cNvPr>
              <p:cNvSpPr txBox="1"/>
              <p:nvPr/>
            </p:nvSpPr>
            <p:spPr>
              <a:xfrm>
                <a:off x="3984242" y="445977"/>
                <a:ext cx="822148" cy="523220"/>
              </a:xfrm>
              <a:prstGeom prst="rect">
                <a:avLst/>
              </a:prstGeom>
              <a:solidFill>
                <a:schemeClr val="bg1">
                  <a:alpha val="80000"/>
                </a:schemeClr>
              </a:solidFill>
              <a:ln>
                <a:solidFill>
                  <a:schemeClr val="accent1">
                    <a:shade val="15000"/>
                  </a:schemeClr>
                </a:solidFill>
              </a:ln>
            </p:spPr>
            <p:txBody>
              <a:bodyPr wrap="none" rtlCol="0">
                <a:spAutoFit/>
              </a:bodyPr>
              <a:lstStyle/>
              <a:p>
                <a:pPr/>
                <a14:m>
                  <m:oMathPara xmlns:m="http://schemas.openxmlformats.org/officeDocument/2006/math">
                    <m:oMath>
                      <m:sSub>
                        <m:sSubPr>
                          <m:ctrlPr>
                            <a:rPr lang="de-DE" sz="2800" b="0" i="1" smtClean="0">
                              <a:latin typeface="Cambria Math" panose="02040503050406030204" pitchFamily="18" charset="0"/>
                            </a:rPr>
                          </m:ctrlPr>
                        </m:sSubPr>
                        <m:e>
                          <m:r>
                            <a:rPr lang="de-DE" sz="2800" b="0" i="1" smtClean="0">
                              <a:latin typeface="Cambria Math" panose="02040503050406030204" pitchFamily="18" charset="0"/>
                            </a:rPr>
                            <m:t>𝑤</m:t>
                          </m:r>
                        </m:e>
                        <m:sub>
                          <m:r>
                            <a:rPr lang="de-DE" sz="2800" b="0" i="1" smtClean="0">
                              <a:latin typeface="Cambria Math" panose="02040503050406030204" pitchFamily="18" charset="0"/>
                            </a:rPr>
                            <m:t>11</m:t>
                          </m:r>
                        </m:sub>
                      </m:sSub>
                    </m:oMath>
                  </m:oMathPara>
                </a14:m>
                <a:endParaRPr lang="en-US" i="1" dirty="0"/>
              </a:p>
            </p:txBody>
          </p:sp>
        </mc:Choice>
        <mc:Fallback xmlns="">
          <p:sp>
            <p:nvSpPr>
              <p:cNvPr id="125" name="TextBox 124">
                <a:extLst>
                  <a:ext uri="{FF2B5EF4-FFF2-40B4-BE49-F238E27FC236}">
                    <a16:creationId xmlns:a16="http://schemas.microsoft.com/office/drawing/2014/main" id="{7FCB2997-FA59-56DF-E82D-D005C4E77FF2}"/>
                  </a:ext>
                </a:extLst>
              </p:cNvPr>
              <p:cNvSpPr txBox="1">
                <a:spLocks noRot="1" noChangeAspect="1" noMove="1" noResize="1" noEditPoints="1" noAdjustHandles="1" noChangeArrowheads="1" noChangeShapeType="1" noTextEdit="1"/>
              </p:cNvSpPr>
              <p:nvPr/>
            </p:nvSpPr>
            <p:spPr>
              <a:xfrm>
                <a:off x="3984242" y="445977"/>
                <a:ext cx="822148" cy="523220"/>
              </a:xfrm>
              <a:prstGeom prst="rect">
                <a:avLst/>
              </a:prstGeom>
              <a:blipFill>
                <a:blip r:embed="rId7"/>
                <a:stretch>
                  <a:fillRect/>
                </a:stretch>
              </a:blipFill>
              <a:ln>
                <a:solidFill>
                  <a:schemeClr val="accent1">
                    <a:shade val="15000"/>
                  </a:schemeClr>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7" name="TextBox 126">
                <a:extLst>
                  <a:ext uri="{FF2B5EF4-FFF2-40B4-BE49-F238E27FC236}">
                    <a16:creationId xmlns:a16="http://schemas.microsoft.com/office/drawing/2014/main" id="{FC62D96F-BB84-0F71-B8B8-2B37B7817089}"/>
                  </a:ext>
                </a:extLst>
              </p:cNvPr>
              <p:cNvSpPr txBox="1"/>
              <p:nvPr/>
            </p:nvSpPr>
            <p:spPr>
              <a:xfrm>
                <a:off x="4035040" y="1575246"/>
                <a:ext cx="830420" cy="523220"/>
              </a:xfrm>
              <a:prstGeom prst="rect">
                <a:avLst/>
              </a:prstGeom>
              <a:solidFill>
                <a:schemeClr val="bg1">
                  <a:alpha val="80000"/>
                </a:schemeClr>
              </a:solidFill>
              <a:ln>
                <a:solidFill>
                  <a:schemeClr val="accent1">
                    <a:shade val="15000"/>
                  </a:schemeClr>
                </a:solidFill>
              </a:ln>
            </p:spPr>
            <p:txBody>
              <a:bodyPr wrap="none" rtlCol="0">
                <a:spAutoFit/>
              </a:bodyPr>
              <a:lstStyle/>
              <a:p>
                <a:pPr/>
                <a14:m>
                  <m:oMathPara xmlns:m="http://schemas.openxmlformats.org/officeDocument/2006/math">
                    <m:oMath>
                      <m:sSub>
                        <m:sSubPr>
                          <m:ctrlPr>
                            <a:rPr lang="de-DE" sz="2800" b="0" i="1" smtClean="0">
                              <a:latin typeface="Cambria Math" panose="02040503050406030204" pitchFamily="18" charset="0"/>
                            </a:rPr>
                          </m:ctrlPr>
                        </m:sSubPr>
                        <m:e>
                          <m:r>
                            <a:rPr lang="de-DE" sz="2800" b="0" i="1" smtClean="0">
                              <a:latin typeface="Cambria Math" panose="02040503050406030204" pitchFamily="18" charset="0"/>
                            </a:rPr>
                            <m:t>𝑤</m:t>
                          </m:r>
                        </m:e>
                        <m:sub>
                          <m:r>
                            <a:rPr lang="de-DE" sz="2800" b="0" i="1" smtClean="0">
                              <a:latin typeface="Cambria Math" panose="02040503050406030204" pitchFamily="18" charset="0"/>
                            </a:rPr>
                            <m:t>21</m:t>
                          </m:r>
                        </m:sub>
                      </m:sSub>
                    </m:oMath>
                  </m:oMathPara>
                </a14:m>
                <a:endParaRPr lang="en-US" i="1" dirty="0"/>
              </a:p>
            </p:txBody>
          </p:sp>
        </mc:Choice>
        <mc:Fallback xmlns="">
          <p:sp>
            <p:nvSpPr>
              <p:cNvPr id="127" name="TextBox 126">
                <a:extLst>
                  <a:ext uri="{FF2B5EF4-FFF2-40B4-BE49-F238E27FC236}">
                    <a16:creationId xmlns:a16="http://schemas.microsoft.com/office/drawing/2014/main" id="{FC62D96F-BB84-0F71-B8B8-2B37B7817089}"/>
                  </a:ext>
                </a:extLst>
              </p:cNvPr>
              <p:cNvSpPr txBox="1">
                <a:spLocks noRot="1" noChangeAspect="1" noMove="1" noResize="1" noEditPoints="1" noAdjustHandles="1" noChangeArrowheads="1" noChangeShapeType="1" noTextEdit="1"/>
              </p:cNvSpPr>
              <p:nvPr/>
            </p:nvSpPr>
            <p:spPr>
              <a:xfrm>
                <a:off x="4035040" y="1575246"/>
                <a:ext cx="830420" cy="523220"/>
              </a:xfrm>
              <a:prstGeom prst="rect">
                <a:avLst/>
              </a:prstGeom>
              <a:blipFill>
                <a:blip r:embed="rId8"/>
                <a:stretch>
                  <a:fillRect/>
                </a:stretch>
              </a:blipFill>
              <a:ln>
                <a:solidFill>
                  <a:schemeClr val="accent1">
                    <a:shade val="15000"/>
                  </a:schemeClr>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9" name="TextBox 128">
                <a:extLst>
                  <a:ext uri="{FF2B5EF4-FFF2-40B4-BE49-F238E27FC236}">
                    <a16:creationId xmlns:a16="http://schemas.microsoft.com/office/drawing/2014/main" id="{E8778141-CE75-9900-ADE4-FB138878E8FE}"/>
                  </a:ext>
                </a:extLst>
              </p:cNvPr>
              <p:cNvSpPr txBox="1"/>
              <p:nvPr/>
            </p:nvSpPr>
            <p:spPr>
              <a:xfrm>
                <a:off x="5631222" y="429044"/>
                <a:ext cx="830420" cy="523220"/>
              </a:xfrm>
              <a:prstGeom prst="rect">
                <a:avLst/>
              </a:prstGeom>
              <a:solidFill>
                <a:schemeClr val="bg1">
                  <a:alpha val="80000"/>
                </a:schemeClr>
              </a:solidFill>
              <a:ln>
                <a:solidFill>
                  <a:schemeClr val="accent1">
                    <a:shade val="15000"/>
                  </a:schemeClr>
                </a:solidFill>
              </a:ln>
            </p:spPr>
            <p:txBody>
              <a:bodyPr wrap="none" rtlCol="0">
                <a:spAutoFit/>
              </a:bodyPr>
              <a:lstStyle/>
              <a:p>
                <a:pPr/>
                <a14:m>
                  <m:oMathPara xmlns:m="http://schemas.openxmlformats.org/officeDocument/2006/math">
                    <m:oMath>
                      <m:sSub>
                        <m:sSubPr>
                          <m:ctrlPr>
                            <a:rPr lang="de-DE" sz="2800" b="0" i="1" smtClean="0">
                              <a:latin typeface="Cambria Math" panose="02040503050406030204" pitchFamily="18" charset="0"/>
                            </a:rPr>
                          </m:ctrlPr>
                        </m:sSubPr>
                        <m:e>
                          <m:r>
                            <a:rPr lang="de-DE" sz="2800" b="0" i="1" smtClean="0">
                              <a:latin typeface="Cambria Math" panose="02040503050406030204" pitchFamily="18" charset="0"/>
                            </a:rPr>
                            <m:t>𝑤</m:t>
                          </m:r>
                        </m:e>
                        <m:sub>
                          <m:r>
                            <a:rPr lang="de-DE" sz="2800" b="0" i="1" smtClean="0">
                              <a:latin typeface="Cambria Math" panose="02040503050406030204" pitchFamily="18" charset="0"/>
                            </a:rPr>
                            <m:t>31</m:t>
                          </m:r>
                        </m:sub>
                      </m:sSub>
                    </m:oMath>
                  </m:oMathPara>
                </a14:m>
                <a:endParaRPr lang="en-US" i="1" dirty="0"/>
              </a:p>
            </p:txBody>
          </p:sp>
        </mc:Choice>
        <mc:Fallback xmlns="">
          <p:sp>
            <p:nvSpPr>
              <p:cNvPr id="129" name="TextBox 128">
                <a:extLst>
                  <a:ext uri="{FF2B5EF4-FFF2-40B4-BE49-F238E27FC236}">
                    <a16:creationId xmlns:a16="http://schemas.microsoft.com/office/drawing/2014/main" id="{E8778141-CE75-9900-ADE4-FB138878E8FE}"/>
                  </a:ext>
                </a:extLst>
              </p:cNvPr>
              <p:cNvSpPr txBox="1">
                <a:spLocks noRot="1" noChangeAspect="1" noMove="1" noResize="1" noEditPoints="1" noAdjustHandles="1" noChangeArrowheads="1" noChangeShapeType="1" noTextEdit="1"/>
              </p:cNvSpPr>
              <p:nvPr/>
            </p:nvSpPr>
            <p:spPr>
              <a:xfrm>
                <a:off x="5631222" y="429044"/>
                <a:ext cx="830420" cy="523220"/>
              </a:xfrm>
              <a:prstGeom prst="rect">
                <a:avLst/>
              </a:prstGeom>
              <a:blipFill>
                <a:blip r:embed="rId9"/>
                <a:stretch>
                  <a:fillRect/>
                </a:stretch>
              </a:blipFill>
              <a:ln>
                <a:solidFill>
                  <a:schemeClr val="accent1">
                    <a:shade val="15000"/>
                  </a:schemeClr>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1" name="TextBox 130">
                <a:extLst>
                  <a:ext uri="{FF2B5EF4-FFF2-40B4-BE49-F238E27FC236}">
                    <a16:creationId xmlns:a16="http://schemas.microsoft.com/office/drawing/2014/main" id="{C0995C3C-B30D-EF76-F03A-DC5059DB70FD}"/>
                  </a:ext>
                </a:extLst>
              </p:cNvPr>
              <p:cNvSpPr txBox="1"/>
              <p:nvPr/>
            </p:nvSpPr>
            <p:spPr>
              <a:xfrm>
                <a:off x="5580421" y="1600646"/>
                <a:ext cx="830420" cy="523220"/>
              </a:xfrm>
              <a:prstGeom prst="rect">
                <a:avLst/>
              </a:prstGeom>
              <a:solidFill>
                <a:schemeClr val="bg1">
                  <a:alpha val="80000"/>
                </a:schemeClr>
              </a:solidFill>
              <a:ln>
                <a:solidFill>
                  <a:schemeClr val="accent1">
                    <a:shade val="15000"/>
                  </a:schemeClr>
                </a:solidFill>
              </a:ln>
            </p:spPr>
            <p:txBody>
              <a:bodyPr wrap="none" rtlCol="0">
                <a:spAutoFit/>
              </a:bodyPr>
              <a:lstStyle/>
              <a:p>
                <a:pPr/>
                <a14:m>
                  <m:oMathPara xmlns:m="http://schemas.openxmlformats.org/officeDocument/2006/math">
                    <m:oMath>
                      <m:sSub>
                        <m:sSubPr>
                          <m:ctrlPr>
                            <a:rPr lang="de-DE" sz="2800" b="0" i="1" smtClean="0">
                              <a:latin typeface="Cambria Math" panose="02040503050406030204" pitchFamily="18" charset="0"/>
                            </a:rPr>
                          </m:ctrlPr>
                        </m:sSubPr>
                        <m:e>
                          <m:r>
                            <a:rPr lang="de-DE" sz="2800" b="0" i="1" smtClean="0">
                              <a:latin typeface="Cambria Math" panose="02040503050406030204" pitchFamily="18" charset="0"/>
                            </a:rPr>
                            <m:t>𝑤</m:t>
                          </m:r>
                        </m:e>
                        <m:sub>
                          <m:r>
                            <a:rPr lang="de-DE" sz="2800" b="0" i="1" smtClean="0">
                              <a:latin typeface="Cambria Math" panose="02040503050406030204" pitchFamily="18" charset="0"/>
                            </a:rPr>
                            <m:t>32</m:t>
                          </m:r>
                        </m:sub>
                      </m:sSub>
                    </m:oMath>
                  </m:oMathPara>
                </a14:m>
                <a:endParaRPr lang="en-US" i="1" dirty="0"/>
              </a:p>
            </p:txBody>
          </p:sp>
        </mc:Choice>
        <mc:Fallback xmlns="">
          <p:sp>
            <p:nvSpPr>
              <p:cNvPr id="131" name="TextBox 130">
                <a:extLst>
                  <a:ext uri="{FF2B5EF4-FFF2-40B4-BE49-F238E27FC236}">
                    <a16:creationId xmlns:a16="http://schemas.microsoft.com/office/drawing/2014/main" id="{C0995C3C-B30D-EF76-F03A-DC5059DB70FD}"/>
                  </a:ext>
                </a:extLst>
              </p:cNvPr>
              <p:cNvSpPr txBox="1">
                <a:spLocks noRot="1" noChangeAspect="1" noMove="1" noResize="1" noEditPoints="1" noAdjustHandles="1" noChangeArrowheads="1" noChangeShapeType="1" noTextEdit="1"/>
              </p:cNvSpPr>
              <p:nvPr/>
            </p:nvSpPr>
            <p:spPr>
              <a:xfrm>
                <a:off x="5580421" y="1600646"/>
                <a:ext cx="830420" cy="523220"/>
              </a:xfrm>
              <a:prstGeom prst="rect">
                <a:avLst/>
              </a:prstGeom>
              <a:blipFill>
                <a:blip r:embed="rId10"/>
                <a:stretch>
                  <a:fillRect/>
                </a:stretch>
              </a:blipFill>
              <a:ln>
                <a:solidFill>
                  <a:schemeClr val="accent1">
                    <a:shade val="15000"/>
                  </a:schemeClr>
                </a:solidFill>
              </a:ln>
            </p:spPr>
            <p:txBody>
              <a:bodyPr/>
              <a:lstStyle/>
              <a:p>
                <a:r>
                  <a:rPr lang="en-US">
                    <a:noFill/>
                  </a:rPr>
                  <a:t> </a:t>
                </a:r>
              </a:p>
            </p:txBody>
          </p:sp>
        </mc:Fallback>
      </mc:AlternateContent>
      <p:grpSp>
        <p:nvGrpSpPr>
          <p:cNvPr id="4" name="Group 3">
            <a:extLst>
              <a:ext uri="{FF2B5EF4-FFF2-40B4-BE49-F238E27FC236}">
                <a16:creationId xmlns:a16="http://schemas.microsoft.com/office/drawing/2014/main" id="{D76B6177-62E1-098C-4DAC-E2C6EAE271BC}"/>
              </a:ext>
            </a:extLst>
          </p:cNvPr>
          <p:cNvGrpSpPr/>
          <p:nvPr/>
        </p:nvGrpSpPr>
        <p:grpSpPr>
          <a:xfrm>
            <a:off x="2675760" y="3961686"/>
            <a:ext cx="5234086" cy="2326548"/>
            <a:chOff x="3367055" y="137274"/>
            <a:chExt cx="5234086" cy="2326548"/>
          </a:xfrm>
        </p:grpSpPr>
        <p:grpSp>
          <p:nvGrpSpPr>
            <p:cNvPr id="5" name="Group 4">
              <a:extLst>
                <a:ext uri="{FF2B5EF4-FFF2-40B4-BE49-F238E27FC236}">
                  <a16:creationId xmlns:a16="http://schemas.microsoft.com/office/drawing/2014/main" id="{1D8E2661-7CED-F352-055E-C770EBED65AC}"/>
                </a:ext>
              </a:extLst>
            </p:cNvPr>
            <p:cNvGrpSpPr>
              <a:grpSpLocks noChangeAspect="1"/>
            </p:cNvGrpSpPr>
            <p:nvPr/>
          </p:nvGrpSpPr>
          <p:grpSpPr>
            <a:xfrm>
              <a:off x="3367055" y="137274"/>
              <a:ext cx="4769781" cy="2326548"/>
              <a:chOff x="3283415" y="292395"/>
              <a:chExt cx="5822202" cy="2839883"/>
            </a:xfrm>
          </p:grpSpPr>
          <p:cxnSp>
            <p:nvCxnSpPr>
              <p:cNvPr id="9" name="Straight Arrow Connector 8">
                <a:extLst>
                  <a:ext uri="{FF2B5EF4-FFF2-40B4-BE49-F238E27FC236}">
                    <a16:creationId xmlns:a16="http://schemas.microsoft.com/office/drawing/2014/main" id="{29423D5A-69B7-05C3-37D3-761AD3EBEDC6}"/>
                  </a:ext>
                </a:extLst>
              </p:cNvPr>
              <p:cNvCxnSpPr>
                <a:cxnSpLocks/>
                <a:endCxn id="39" idx="3"/>
              </p:cNvCxnSpPr>
              <p:nvPr/>
            </p:nvCxnSpPr>
            <p:spPr>
              <a:xfrm flipV="1">
                <a:off x="7050953" y="1927917"/>
                <a:ext cx="1032252" cy="732347"/>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B2DBD044-67F2-F4F1-1B2D-C959DCF36AF8}"/>
                  </a:ext>
                </a:extLst>
              </p:cNvPr>
              <p:cNvCxnSpPr>
                <a:cxnSpLocks/>
              </p:cNvCxnSpPr>
              <p:nvPr/>
            </p:nvCxnSpPr>
            <p:spPr>
              <a:xfrm>
                <a:off x="7101617" y="838200"/>
                <a:ext cx="998056" cy="692913"/>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2AD65EEF-75DE-0E57-61AD-90F1D07B8DB4}"/>
                  </a:ext>
                </a:extLst>
              </p:cNvPr>
              <p:cNvCxnSpPr>
                <a:cxnSpLocks/>
                <a:stCxn id="24" idx="6"/>
                <a:endCxn id="33" idx="2"/>
              </p:cNvCxnSpPr>
              <p:nvPr/>
            </p:nvCxnSpPr>
            <p:spPr>
              <a:xfrm flipV="1">
                <a:off x="5845780" y="2660264"/>
                <a:ext cx="760539" cy="1688"/>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0BB664F4-10D5-B7F8-5FA5-9F8A62DED465}"/>
                  </a:ext>
                </a:extLst>
              </p:cNvPr>
              <p:cNvCxnSpPr>
                <a:cxnSpLocks/>
                <a:stCxn id="41" idx="6"/>
                <a:endCxn id="37" idx="2"/>
              </p:cNvCxnSpPr>
              <p:nvPr/>
            </p:nvCxnSpPr>
            <p:spPr>
              <a:xfrm>
                <a:off x="5849079" y="809532"/>
                <a:ext cx="773483" cy="8467"/>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0A6F2DE8-5587-5B77-4D98-E24E85C40309}"/>
                  </a:ext>
                </a:extLst>
              </p:cNvPr>
              <p:cNvCxnSpPr>
                <a:cxnSpLocks/>
                <a:endCxn id="41" idx="2"/>
              </p:cNvCxnSpPr>
              <p:nvPr/>
            </p:nvCxnSpPr>
            <p:spPr>
              <a:xfrm flipV="1">
                <a:off x="4523657" y="809532"/>
                <a:ext cx="776782" cy="976601"/>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B58CAD27-B544-7F99-BEA9-8DE9C4125395}"/>
                      </a:ext>
                    </a:extLst>
                  </p:cNvPr>
                  <p:cNvSpPr txBox="1"/>
                  <p:nvPr/>
                </p:nvSpPr>
                <p:spPr>
                  <a:xfrm>
                    <a:off x="3283415" y="1276094"/>
                    <a:ext cx="543340" cy="45082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in</m:t>
                              </m:r>
                            </m:sub>
                          </m:sSub>
                        </m:oMath>
                      </m:oMathPara>
                    </a14:m>
                    <a:endParaRPr lang="en-US" dirty="0">
                      <a:solidFill>
                        <a:schemeClr val="tx1"/>
                      </a:solidFill>
                    </a:endParaRPr>
                  </a:p>
                </p:txBody>
              </p:sp>
            </mc:Choice>
            <mc:Fallback xmlns="">
              <p:sp>
                <p:nvSpPr>
                  <p:cNvPr id="17" name="TextBox 16">
                    <a:extLst>
                      <a:ext uri="{FF2B5EF4-FFF2-40B4-BE49-F238E27FC236}">
                        <a16:creationId xmlns:a16="http://schemas.microsoft.com/office/drawing/2014/main" id="{B58CAD27-B544-7F99-BEA9-8DE9C4125395}"/>
                      </a:ext>
                    </a:extLst>
                  </p:cNvPr>
                  <p:cNvSpPr txBox="1">
                    <a:spLocks noRot="1" noChangeAspect="1" noMove="1" noResize="1" noEditPoints="1" noAdjustHandles="1" noChangeArrowheads="1" noChangeShapeType="1" noTextEdit="1"/>
                  </p:cNvSpPr>
                  <p:nvPr/>
                </p:nvSpPr>
                <p:spPr>
                  <a:xfrm>
                    <a:off x="3283415" y="1276094"/>
                    <a:ext cx="543340" cy="450822"/>
                  </a:xfrm>
                  <a:prstGeom prst="rect">
                    <a:avLst/>
                  </a:prstGeom>
                  <a:blipFill>
                    <a:blip r:embed="rId11"/>
                    <a:stretch>
                      <a:fillRect r="-12329"/>
                    </a:stretch>
                  </a:blipFill>
                </p:spPr>
                <p:txBody>
                  <a:bodyPr/>
                  <a:lstStyle/>
                  <a:p>
                    <a:r>
                      <a:rPr lang="en-US">
                        <a:noFill/>
                      </a:rPr>
                      <a:t> </a:t>
                    </a:r>
                  </a:p>
                </p:txBody>
              </p:sp>
            </mc:Fallback>
          </mc:AlternateContent>
          <p:cxnSp>
            <p:nvCxnSpPr>
              <p:cNvPr id="18" name="Straight Arrow Connector 17">
                <a:extLst>
                  <a:ext uri="{FF2B5EF4-FFF2-40B4-BE49-F238E27FC236}">
                    <a16:creationId xmlns:a16="http://schemas.microsoft.com/office/drawing/2014/main" id="{7DE6C3E4-2C6E-6BA8-69E8-844532BE5D2D}"/>
                  </a:ext>
                </a:extLst>
              </p:cNvPr>
              <p:cNvCxnSpPr>
                <a:cxnSpLocks/>
                <a:endCxn id="24" idx="2"/>
              </p:cNvCxnSpPr>
              <p:nvPr/>
            </p:nvCxnSpPr>
            <p:spPr>
              <a:xfrm>
                <a:off x="4523657" y="1786133"/>
                <a:ext cx="773483" cy="875819"/>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B69EFD6E-6E65-3723-D7C2-C81A269A3264}"/>
                  </a:ext>
                </a:extLst>
              </p:cNvPr>
              <p:cNvCxnSpPr>
                <a:cxnSpLocks/>
              </p:cNvCxnSpPr>
              <p:nvPr/>
            </p:nvCxnSpPr>
            <p:spPr>
              <a:xfrm flipV="1">
                <a:off x="8387577" y="1726916"/>
                <a:ext cx="718040" cy="1"/>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grpSp>
            <p:nvGrpSpPr>
              <p:cNvPr id="22" name="Group 21">
                <a:extLst>
                  <a:ext uri="{FF2B5EF4-FFF2-40B4-BE49-F238E27FC236}">
                    <a16:creationId xmlns:a16="http://schemas.microsoft.com/office/drawing/2014/main" id="{31E092D9-A4A9-E51C-91A3-58A2D1F77704}"/>
                  </a:ext>
                </a:extLst>
              </p:cNvPr>
              <p:cNvGrpSpPr/>
              <p:nvPr/>
            </p:nvGrpSpPr>
            <p:grpSpPr>
              <a:xfrm>
                <a:off x="5300439" y="534254"/>
                <a:ext cx="587792" cy="550556"/>
                <a:chOff x="4764744" y="3666589"/>
                <a:chExt cx="587792" cy="550556"/>
              </a:xfrm>
            </p:grpSpPr>
            <p:sp>
              <p:nvSpPr>
                <p:cNvPr id="41" name="Oval 40">
                  <a:extLst>
                    <a:ext uri="{FF2B5EF4-FFF2-40B4-BE49-F238E27FC236}">
                      <a16:creationId xmlns:a16="http://schemas.microsoft.com/office/drawing/2014/main" id="{59BE2F78-ED98-1849-79EB-4EBE8AE24497}"/>
                    </a:ext>
                  </a:extLst>
                </p:cNvPr>
                <p:cNvSpPr>
                  <a:spLocks noChangeAspect="1"/>
                </p:cNvSpPr>
                <p:nvPr/>
              </p:nvSpPr>
              <p:spPr>
                <a:xfrm>
                  <a:off x="4764744" y="3666589"/>
                  <a:ext cx="548640" cy="550556"/>
                </a:xfrm>
                <a:prstGeom prst="ellipse">
                  <a:avLst/>
                </a:prstGeom>
                <a:solidFill>
                  <a:schemeClr val="tx2">
                    <a:lumMod val="25000"/>
                    <a:lumOff val="75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DB4E3E89-2863-277D-B88C-BB1918694D32}"/>
                        </a:ext>
                      </a:extLst>
                    </p:cNvPr>
                    <p:cNvSpPr txBox="1"/>
                    <p:nvPr/>
                  </p:nvSpPr>
                  <p:spPr>
                    <a:xfrm>
                      <a:off x="4797682" y="3678461"/>
                      <a:ext cx="554854" cy="45082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a:rPr lang="de-DE" b="0" i="1" smtClean="0">
                                    <a:solidFill>
                                      <a:schemeClr val="bg1"/>
                                    </a:solidFill>
                                    <a:latin typeface="Cambria Math" panose="02040503050406030204" pitchFamily="18" charset="0"/>
                                  </a:rPr>
                                  <m:t>11</m:t>
                                </m:r>
                              </m:sub>
                            </m:sSub>
                          </m:oMath>
                        </m:oMathPara>
                      </a14:m>
                      <a:endParaRPr lang="en-US" dirty="0">
                        <a:solidFill>
                          <a:schemeClr val="bg1"/>
                        </a:solidFill>
                      </a:endParaRPr>
                    </a:p>
                  </p:txBody>
                </p:sp>
              </mc:Choice>
              <mc:Fallback xmlns="">
                <p:sp>
                  <p:nvSpPr>
                    <p:cNvPr id="21" name="TextBox 20">
                      <a:extLst>
                        <a:ext uri="{FF2B5EF4-FFF2-40B4-BE49-F238E27FC236}">
                          <a16:creationId xmlns:a16="http://schemas.microsoft.com/office/drawing/2014/main" id="{2E28F1B4-2645-3A75-25AF-14CAFDD1B482}"/>
                        </a:ext>
                      </a:extLst>
                    </p:cNvPr>
                    <p:cNvSpPr txBox="1">
                      <a:spLocks noRot="1" noChangeAspect="1" noMove="1" noResize="1" noEditPoints="1" noAdjustHandles="1" noChangeArrowheads="1" noChangeShapeType="1" noTextEdit="1"/>
                    </p:cNvSpPr>
                    <p:nvPr/>
                  </p:nvSpPr>
                  <p:spPr>
                    <a:xfrm>
                      <a:off x="4797682" y="3678461"/>
                      <a:ext cx="554854" cy="450822"/>
                    </a:xfrm>
                    <a:prstGeom prst="rect">
                      <a:avLst/>
                    </a:prstGeom>
                    <a:blipFill>
                      <a:blip r:embed="rId4"/>
                      <a:stretch>
                        <a:fillRect/>
                      </a:stretch>
                    </a:blipFill>
                  </p:spPr>
                  <p:txBody>
                    <a:bodyPr/>
                    <a:lstStyle/>
                    <a:p>
                      <a:r>
                        <a:rPr lang="en-US">
                          <a:noFill/>
                        </a:rPr>
                        <a:t> </a:t>
                      </a:r>
                    </a:p>
                  </p:txBody>
                </p:sp>
              </mc:Fallback>
            </mc:AlternateContent>
          </p:grpSp>
          <p:sp>
            <p:nvSpPr>
              <p:cNvPr id="23" name="Rectangle 22">
                <a:extLst>
                  <a:ext uri="{FF2B5EF4-FFF2-40B4-BE49-F238E27FC236}">
                    <a16:creationId xmlns:a16="http://schemas.microsoft.com/office/drawing/2014/main" id="{BD67107F-EA22-F122-B1C6-A518DD371CAF}"/>
                  </a:ext>
                </a:extLst>
              </p:cNvPr>
              <p:cNvSpPr/>
              <p:nvPr/>
            </p:nvSpPr>
            <p:spPr>
              <a:xfrm>
                <a:off x="4099942" y="292395"/>
                <a:ext cx="4667795" cy="2839883"/>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4" name="Oval 23">
                <a:extLst>
                  <a:ext uri="{FF2B5EF4-FFF2-40B4-BE49-F238E27FC236}">
                    <a16:creationId xmlns:a16="http://schemas.microsoft.com/office/drawing/2014/main" id="{06DDC17C-0B27-C818-A19E-BA771A2EA657}"/>
                  </a:ext>
                </a:extLst>
              </p:cNvPr>
              <p:cNvSpPr>
                <a:spLocks noChangeAspect="1"/>
              </p:cNvSpPr>
              <p:nvPr/>
            </p:nvSpPr>
            <p:spPr>
              <a:xfrm>
                <a:off x="5297140" y="2386674"/>
                <a:ext cx="548640" cy="550556"/>
              </a:xfrm>
              <a:prstGeom prst="ellipse">
                <a:avLst/>
              </a:prstGeom>
              <a:solidFill>
                <a:schemeClr val="tx2">
                  <a:lumMod val="25000"/>
                  <a:lumOff val="75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grpSp>
            <p:nvGrpSpPr>
              <p:cNvPr id="25" name="Group 24">
                <a:extLst>
                  <a:ext uri="{FF2B5EF4-FFF2-40B4-BE49-F238E27FC236}">
                    <a16:creationId xmlns:a16="http://schemas.microsoft.com/office/drawing/2014/main" id="{C89FD0E4-E8DD-FC2E-8EC3-1235824129CD}"/>
                  </a:ext>
                </a:extLst>
              </p:cNvPr>
              <p:cNvGrpSpPr/>
              <p:nvPr/>
            </p:nvGrpSpPr>
            <p:grpSpPr>
              <a:xfrm>
                <a:off x="7948290" y="1457988"/>
                <a:ext cx="603209" cy="550556"/>
                <a:chOff x="4710175" y="3666589"/>
                <a:chExt cx="603209" cy="550556"/>
              </a:xfrm>
            </p:grpSpPr>
            <p:sp>
              <p:nvSpPr>
                <p:cNvPr id="39" name="Oval 38">
                  <a:extLst>
                    <a:ext uri="{FF2B5EF4-FFF2-40B4-BE49-F238E27FC236}">
                      <a16:creationId xmlns:a16="http://schemas.microsoft.com/office/drawing/2014/main" id="{D2A84B8F-15D9-A454-0C40-B3BC25DD7F22}"/>
                    </a:ext>
                  </a:extLst>
                </p:cNvPr>
                <p:cNvSpPr>
                  <a:spLocks noChangeAspect="1"/>
                </p:cNvSpPr>
                <p:nvPr/>
              </p:nvSpPr>
              <p:spPr>
                <a:xfrm>
                  <a:off x="4764744" y="3666589"/>
                  <a:ext cx="548640" cy="550556"/>
                </a:xfrm>
                <a:prstGeom prst="ellipse">
                  <a:avLst/>
                </a:prstGeom>
                <a:solidFill>
                  <a:schemeClr val="tx2">
                    <a:lumMod val="25000"/>
                    <a:lumOff val="75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1BC895CD-B5F6-FDAE-D959-7F150339D292}"/>
                        </a:ext>
                      </a:extLst>
                    </p:cNvPr>
                    <p:cNvSpPr txBox="1"/>
                    <p:nvPr/>
                  </p:nvSpPr>
                  <p:spPr>
                    <a:xfrm>
                      <a:off x="4710175" y="3698505"/>
                      <a:ext cx="554854" cy="45082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out</m:t>
                                </m:r>
                              </m:sub>
                            </m:sSub>
                          </m:oMath>
                        </m:oMathPara>
                      </a14:m>
                      <a:endParaRPr lang="en-US" dirty="0">
                        <a:solidFill>
                          <a:schemeClr val="bg1"/>
                        </a:solidFill>
                      </a:endParaRPr>
                    </a:p>
                  </p:txBody>
                </p:sp>
              </mc:Choice>
              <mc:Fallback xmlns="">
                <p:sp>
                  <p:nvSpPr>
                    <p:cNvPr id="40" name="TextBox 39">
                      <a:extLst>
                        <a:ext uri="{FF2B5EF4-FFF2-40B4-BE49-F238E27FC236}">
                          <a16:creationId xmlns:a16="http://schemas.microsoft.com/office/drawing/2014/main" id="{1BC895CD-B5F6-FDAE-D959-7F150339D292}"/>
                        </a:ext>
                      </a:extLst>
                    </p:cNvPr>
                    <p:cNvSpPr txBox="1">
                      <a:spLocks noRot="1" noChangeAspect="1" noMove="1" noResize="1" noEditPoints="1" noAdjustHandles="1" noChangeArrowheads="1" noChangeShapeType="1" noTextEdit="1"/>
                    </p:cNvSpPr>
                    <p:nvPr/>
                  </p:nvSpPr>
                  <p:spPr>
                    <a:xfrm>
                      <a:off x="4710175" y="3698505"/>
                      <a:ext cx="554854" cy="450822"/>
                    </a:xfrm>
                    <a:prstGeom prst="rect">
                      <a:avLst/>
                    </a:prstGeom>
                    <a:blipFill>
                      <a:blip r:embed="rId12"/>
                      <a:stretch>
                        <a:fillRect r="-12162"/>
                      </a:stretch>
                    </a:blipFill>
                  </p:spPr>
                  <p:txBody>
                    <a:bodyPr/>
                    <a:lstStyle/>
                    <a:p>
                      <a:r>
                        <a:rPr lang="en-US">
                          <a:noFill/>
                        </a:rPr>
                        <a:t> </a:t>
                      </a:r>
                    </a:p>
                  </p:txBody>
                </p:sp>
              </mc:Fallback>
            </mc:AlternateContent>
          </p:grpSp>
          <p:cxnSp>
            <p:nvCxnSpPr>
              <p:cNvPr id="26" name="Straight Arrow Connector 25">
                <a:extLst>
                  <a:ext uri="{FF2B5EF4-FFF2-40B4-BE49-F238E27FC236}">
                    <a16:creationId xmlns:a16="http://schemas.microsoft.com/office/drawing/2014/main" id="{C9BFAF43-E3C8-153B-884C-C6C3FE33ABA3}"/>
                  </a:ext>
                </a:extLst>
              </p:cNvPr>
              <p:cNvCxnSpPr>
                <a:cxnSpLocks/>
              </p:cNvCxnSpPr>
              <p:nvPr/>
            </p:nvCxnSpPr>
            <p:spPr>
              <a:xfrm flipV="1">
                <a:off x="3826755" y="1786133"/>
                <a:ext cx="718040" cy="1"/>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grpSp>
            <p:nvGrpSpPr>
              <p:cNvPr id="27" name="Group 26">
                <a:extLst>
                  <a:ext uri="{FF2B5EF4-FFF2-40B4-BE49-F238E27FC236}">
                    <a16:creationId xmlns:a16="http://schemas.microsoft.com/office/drawing/2014/main" id="{E8C640D4-AC84-ED7D-F56B-30F0B4FBF96D}"/>
                  </a:ext>
                </a:extLst>
              </p:cNvPr>
              <p:cNvGrpSpPr/>
              <p:nvPr/>
            </p:nvGrpSpPr>
            <p:grpSpPr>
              <a:xfrm>
                <a:off x="6622562" y="542721"/>
                <a:ext cx="587792" cy="550556"/>
                <a:chOff x="4764744" y="3666589"/>
                <a:chExt cx="587792" cy="550556"/>
              </a:xfrm>
            </p:grpSpPr>
            <p:sp>
              <p:nvSpPr>
                <p:cNvPr id="37" name="Oval 36">
                  <a:extLst>
                    <a:ext uri="{FF2B5EF4-FFF2-40B4-BE49-F238E27FC236}">
                      <a16:creationId xmlns:a16="http://schemas.microsoft.com/office/drawing/2014/main" id="{2818C7D2-9896-F38B-0585-391008DC50BD}"/>
                    </a:ext>
                  </a:extLst>
                </p:cNvPr>
                <p:cNvSpPr>
                  <a:spLocks noChangeAspect="1"/>
                </p:cNvSpPr>
                <p:nvPr/>
              </p:nvSpPr>
              <p:spPr>
                <a:xfrm>
                  <a:off x="4764744" y="3666589"/>
                  <a:ext cx="548640" cy="550556"/>
                </a:xfrm>
                <a:prstGeom prst="ellipse">
                  <a:avLst/>
                </a:prstGeom>
                <a:solidFill>
                  <a:schemeClr val="tx2">
                    <a:lumMod val="25000"/>
                    <a:lumOff val="75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F256A2D5-9A48-E282-777B-F75CE398C33A}"/>
                        </a:ext>
                      </a:extLst>
                    </p:cNvPr>
                    <p:cNvSpPr txBox="1"/>
                    <p:nvPr/>
                  </p:nvSpPr>
                  <p:spPr>
                    <a:xfrm>
                      <a:off x="4797682" y="3678461"/>
                      <a:ext cx="554854" cy="45082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a:rPr lang="de-DE" b="0" i="1" smtClean="0">
                                    <a:solidFill>
                                      <a:schemeClr val="bg1"/>
                                    </a:solidFill>
                                    <a:latin typeface="Cambria Math" panose="02040503050406030204" pitchFamily="18" charset="0"/>
                                  </a:rPr>
                                  <m:t>12</m:t>
                                </m:r>
                              </m:sub>
                            </m:sSub>
                          </m:oMath>
                        </m:oMathPara>
                      </a14:m>
                      <a:endParaRPr lang="en-US" dirty="0">
                        <a:solidFill>
                          <a:schemeClr val="bg1"/>
                        </a:solidFill>
                      </a:endParaRPr>
                    </a:p>
                  </p:txBody>
                </p:sp>
              </mc:Choice>
              <mc:Fallback xmlns="">
                <p:sp>
                  <p:nvSpPr>
                    <p:cNvPr id="38" name="TextBox 37">
                      <a:extLst>
                        <a:ext uri="{FF2B5EF4-FFF2-40B4-BE49-F238E27FC236}">
                          <a16:creationId xmlns:a16="http://schemas.microsoft.com/office/drawing/2014/main" id="{F256A2D5-9A48-E282-777B-F75CE398C33A}"/>
                        </a:ext>
                      </a:extLst>
                    </p:cNvPr>
                    <p:cNvSpPr txBox="1">
                      <a:spLocks noRot="1" noChangeAspect="1" noMove="1" noResize="1" noEditPoints="1" noAdjustHandles="1" noChangeArrowheads="1" noChangeShapeType="1" noTextEdit="1"/>
                    </p:cNvSpPr>
                    <p:nvPr/>
                  </p:nvSpPr>
                  <p:spPr>
                    <a:xfrm>
                      <a:off x="4797682" y="3678461"/>
                      <a:ext cx="554854" cy="450822"/>
                    </a:xfrm>
                    <a:prstGeom prst="rect">
                      <a:avLst/>
                    </a:prstGeom>
                    <a:blipFill>
                      <a:blip r:embed="rId13"/>
                      <a:stretch>
                        <a:fillRect/>
                      </a:stretch>
                    </a:blipFill>
                  </p:spPr>
                  <p:txBody>
                    <a:bodyPr/>
                    <a:lstStyle/>
                    <a:p>
                      <a:r>
                        <a:rPr lang="en-US">
                          <a:noFill/>
                        </a:rPr>
                        <a:t> </a:t>
                      </a:r>
                    </a:p>
                  </p:txBody>
                </p:sp>
              </mc:Fallback>
            </mc:AlternateContent>
          </p:grpSp>
          <p:grpSp>
            <p:nvGrpSpPr>
              <p:cNvPr id="28" name="Group 27">
                <a:extLst>
                  <a:ext uri="{FF2B5EF4-FFF2-40B4-BE49-F238E27FC236}">
                    <a16:creationId xmlns:a16="http://schemas.microsoft.com/office/drawing/2014/main" id="{62B409BD-2789-5E55-0937-C676B8E3149B}"/>
                  </a:ext>
                </a:extLst>
              </p:cNvPr>
              <p:cNvGrpSpPr/>
              <p:nvPr/>
            </p:nvGrpSpPr>
            <p:grpSpPr>
              <a:xfrm>
                <a:off x="6606319" y="2384986"/>
                <a:ext cx="587792" cy="550556"/>
                <a:chOff x="4764744" y="3666589"/>
                <a:chExt cx="587792" cy="550556"/>
              </a:xfrm>
            </p:grpSpPr>
            <p:sp>
              <p:nvSpPr>
                <p:cNvPr id="33" name="Oval 32">
                  <a:extLst>
                    <a:ext uri="{FF2B5EF4-FFF2-40B4-BE49-F238E27FC236}">
                      <a16:creationId xmlns:a16="http://schemas.microsoft.com/office/drawing/2014/main" id="{A7C15C29-830F-64CD-8C4C-19041D4BDDFA}"/>
                    </a:ext>
                  </a:extLst>
                </p:cNvPr>
                <p:cNvSpPr>
                  <a:spLocks noChangeAspect="1"/>
                </p:cNvSpPr>
                <p:nvPr/>
              </p:nvSpPr>
              <p:spPr>
                <a:xfrm>
                  <a:off x="4764744" y="3666589"/>
                  <a:ext cx="548640" cy="550556"/>
                </a:xfrm>
                <a:prstGeom prst="ellipse">
                  <a:avLst/>
                </a:prstGeom>
                <a:solidFill>
                  <a:schemeClr val="tx2">
                    <a:lumMod val="25000"/>
                    <a:lumOff val="75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6CF2D3E0-31F8-0149-CE7F-7FD0C4B61F25}"/>
                        </a:ext>
                      </a:extLst>
                    </p:cNvPr>
                    <p:cNvSpPr txBox="1"/>
                    <p:nvPr/>
                  </p:nvSpPr>
                  <p:spPr>
                    <a:xfrm>
                      <a:off x="4797682" y="3678461"/>
                      <a:ext cx="554854" cy="45082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a:rPr lang="de-DE" b="0" i="1" smtClean="0">
                                    <a:solidFill>
                                      <a:schemeClr val="bg1"/>
                                    </a:solidFill>
                                    <a:latin typeface="Cambria Math" panose="02040503050406030204" pitchFamily="18" charset="0"/>
                                  </a:rPr>
                                  <m:t>22</m:t>
                                </m:r>
                              </m:sub>
                            </m:sSub>
                          </m:oMath>
                        </m:oMathPara>
                      </a14:m>
                      <a:endParaRPr lang="en-US" dirty="0">
                        <a:solidFill>
                          <a:schemeClr val="bg1"/>
                        </a:solidFill>
                      </a:endParaRPr>
                    </a:p>
                  </p:txBody>
                </p:sp>
              </mc:Choice>
              <mc:Fallback xmlns="">
                <p:sp>
                  <p:nvSpPr>
                    <p:cNvPr id="35" name="TextBox 34">
                      <a:extLst>
                        <a:ext uri="{FF2B5EF4-FFF2-40B4-BE49-F238E27FC236}">
                          <a16:creationId xmlns:a16="http://schemas.microsoft.com/office/drawing/2014/main" id="{6CF2D3E0-31F8-0149-CE7F-7FD0C4B61F25}"/>
                        </a:ext>
                      </a:extLst>
                    </p:cNvPr>
                    <p:cNvSpPr txBox="1">
                      <a:spLocks noRot="1" noChangeAspect="1" noMove="1" noResize="1" noEditPoints="1" noAdjustHandles="1" noChangeArrowheads="1" noChangeShapeType="1" noTextEdit="1"/>
                    </p:cNvSpPr>
                    <p:nvPr/>
                  </p:nvSpPr>
                  <p:spPr>
                    <a:xfrm>
                      <a:off x="4797682" y="3678461"/>
                      <a:ext cx="554854" cy="450822"/>
                    </a:xfrm>
                    <a:prstGeom prst="rect">
                      <a:avLst/>
                    </a:prstGeom>
                    <a:blipFill>
                      <a:blip r:embed="rId14"/>
                      <a:stretch>
                        <a:fillRect/>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420DE545-2275-1BAC-47F0-2C7904F96A66}"/>
                      </a:ext>
                    </a:extLst>
                  </p:cNvPr>
                  <p:cNvSpPr txBox="1"/>
                  <p:nvPr/>
                </p:nvSpPr>
                <p:spPr>
                  <a:xfrm>
                    <a:off x="5330077" y="2398546"/>
                    <a:ext cx="554854" cy="45082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a:rPr lang="de-DE" b="0" i="1" smtClean="0">
                                  <a:solidFill>
                                    <a:schemeClr val="bg1"/>
                                  </a:solidFill>
                                  <a:latin typeface="Cambria Math" panose="02040503050406030204" pitchFamily="18" charset="0"/>
                                </a:rPr>
                                <m:t>21</m:t>
                              </m:r>
                            </m:sub>
                          </m:sSub>
                        </m:oMath>
                      </m:oMathPara>
                    </a14:m>
                    <a:endParaRPr lang="en-US" dirty="0">
                      <a:solidFill>
                        <a:schemeClr val="bg1"/>
                      </a:solidFill>
                    </a:endParaRPr>
                  </a:p>
                </p:txBody>
              </p:sp>
            </mc:Choice>
            <mc:Fallback xmlns="">
              <p:sp>
                <p:nvSpPr>
                  <p:cNvPr id="144" name="TextBox 143">
                    <a:extLst>
                      <a:ext uri="{FF2B5EF4-FFF2-40B4-BE49-F238E27FC236}">
                        <a16:creationId xmlns:a16="http://schemas.microsoft.com/office/drawing/2014/main" id="{F0EDCC4A-BC29-7DA6-7EEC-6F2BC35BBA60}"/>
                      </a:ext>
                    </a:extLst>
                  </p:cNvPr>
                  <p:cNvSpPr txBox="1">
                    <a:spLocks noRot="1" noChangeAspect="1" noMove="1" noResize="1" noEditPoints="1" noAdjustHandles="1" noChangeArrowheads="1" noChangeShapeType="1" noTextEdit="1"/>
                  </p:cNvSpPr>
                  <p:nvPr/>
                </p:nvSpPr>
                <p:spPr>
                  <a:xfrm>
                    <a:off x="5330077" y="2398546"/>
                    <a:ext cx="554854" cy="450822"/>
                  </a:xfrm>
                  <a:prstGeom prst="rect">
                    <a:avLst/>
                  </a:prstGeom>
                  <a:blipFill>
                    <a:blip r:embed="rId15"/>
                    <a:stretch>
                      <a:fillRect/>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AEC03935-F7EB-0B97-72B3-85CDDEEEB2F3}"/>
                    </a:ext>
                  </a:extLst>
                </p:cNvPr>
                <p:cNvSpPr txBox="1"/>
                <p:nvPr/>
              </p:nvSpPr>
              <p:spPr>
                <a:xfrm>
                  <a:off x="8156015" y="943160"/>
                  <a:ext cx="44512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out</m:t>
                            </m:r>
                          </m:sub>
                        </m:sSub>
                      </m:oMath>
                    </m:oMathPara>
                  </a14:m>
                  <a:endParaRPr lang="en-US" dirty="0">
                    <a:solidFill>
                      <a:schemeClr val="tx1"/>
                    </a:solidFill>
                  </a:endParaRPr>
                </a:p>
              </p:txBody>
            </p:sp>
          </mc:Choice>
          <mc:Fallback xmlns="">
            <p:sp>
              <p:nvSpPr>
                <p:cNvPr id="8" name="TextBox 7">
                  <a:extLst>
                    <a:ext uri="{FF2B5EF4-FFF2-40B4-BE49-F238E27FC236}">
                      <a16:creationId xmlns:a16="http://schemas.microsoft.com/office/drawing/2014/main" id="{AEC03935-F7EB-0B97-72B3-85CDDEEEB2F3}"/>
                    </a:ext>
                  </a:extLst>
                </p:cNvPr>
                <p:cNvSpPr txBox="1">
                  <a:spLocks noRot="1" noChangeAspect="1" noMove="1" noResize="1" noEditPoints="1" noAdjustHandles="1" noChangeArrowheads="1" noChangeShapeType="1" noTextEdit="1"/>
                </p:cNvSpPr>
                <p:nvPr/>
              </p:nvSpPr>
              <p:spPr>
                <a:xfrm>
                  <a:off x="8156015" y="943160"/>
                  <a:ext cx="445126" cy="369332"/>
                </a:xfrm>
                <a:prstGeom prst="rect">
                  <a:avLst/>
                </a:prstGeom>
                <a:blipFill>
                  <a:blip r:embed="rId16"/>
                  <a:stretch>
                    <a:fillRect r="-35616"/>
                  </a:stretch>
                </a:blipFill>
              </p:spPr>
              <p:txBody>
                <a:bodyPr/>
                <a:lstStyle/>
                <a:p>
                  <a:r>
                    <a:rPr lang="en-US">
                      <a:noFill/>
                    </a:rPr>
                    <a:t> </a:t>
                  </a:r>
                </a:p>
              </p:txBody>
            </p:sp>
          </mc:Fallback>
        </mc:AlternateContent>
      </p:grpSp>
    </p:spTree>
    <p:extLst>
      <p:ext uri="{BB962C8B-B14F-4D97-AF65-F5344CB8AC3E}">
        <p14:creationId xmlns:p14="http://schemas.microsoft.com/office/powerpoint/2010/main" val="15718148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63DDC6-8BAD-0F8C-D872-6DD281030F0F}"/>
            </a:ext>
          </a:extLst>
        </p:cNvPr>
        <p:cNvGrpSpPr/>
        <p:nvPr/>
      </p:nvGrpSpPr>
      <p:grpSpPr>
        <a:xfrm>
          <a:off x="0" y="0"/>
          <a:ext cx="0" cy="0"/>
          <a:chOff x="0" y="0"/>
          <a:chExt cx="0" cy="0"/>
        </a:xfrm>
      </p:grpSpPr>
      <p:pic>
        <p:nvPicPr>
          <p:cNvPr id="19" name="Picture 2" descr="Metro-style map of major metabolic pathways">
            <a:extLst>
              <a:ext uri="{FF2B5EF4-FFF2-40B4-BE49-F238E27FC236}">
                <a16:creationId xmlns:a16="http://schemas.microsoft.com/office/drawing/2014/main" id="{DEFF2906-A460-6888-B67E-FFA72D76747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21177" y="3040825"/>
            <a:ext cx="5084973" cy="3813730"/>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3" name="Title 1">
            <a:extLst>
              <a:ext uri="{FF2B5EF4-FFF2-40B4-BE49-F238E27FC236}">
                <a16:creationId xmlns:a16="http://schemas.microsoft.com/office/drawing/2014/main" id="{BE128D78-1D09-F7E5-722B-EA123E7D62F6}"/>
              </a:ext>
            </a:extLst>
          </p:cNvPr>
          <p:cNvSpPr>
            <a:spLocks noGrp="1"/>
          </p:cNvSpPr>
          <p:nvPr>
            <p:ph type="title"/>
          </p:nvPr>
        </p:nvSpPr>
        <p:spPr>
          <a:xfrm>
            <a:off x="10066812" y="91581"/>
            <a:ext cx="1952334" cy="505057"/>
          </a:xfrm>
        </p:spPr>
        <p:txBody>
          <a:bodyPr>
            <a:normAutofit fontScale="90000"/>
          </a:bodyPr>
          <a:lstStyle/>
          <a:p>
            <a:r>
              <a:rPr lang="en-US" sz="4000" dirty="0"/>
              <a:t>Concept</a:t>
            </a:r>
            <a:endParaRPr lang="en-US" sz="3200" dirty="0"/>
          </a:p>
        </p:txBody>
      </p:sp>
      <p:sp>
        <p:nvSpPr>
          <p:cNvPr id="32" name="Slide Number Placeholder 31">
            <a:extLst>
              <a:ext uri="{FF2B5EF4-FFF2-40B4-BE49-F238E27FC236}">
                <a16:creationId xmlns:a16="http://schemas.microsoft.com/office/drawing/2014/main" id="{0AB79CEC-8AEC-F6A2-5E97-78947543AFCF}"/>
              </a:ext>
            </a:extLst>
          </p:cNvPr>
          <p:cNvSpPr>
            <a:spLocks noGrp="1"/>
          </p:cNvSpPr>
          <p:nvPr>
            <p:ph type="sldNum" sz="quarter" idx="12"/>
          </p:nvPr>
        </p:nvSpPr>
        <p:spPr>
          <a:xfrm>
            <a:off x="-99230" y="6595961"/>
            <a:ext cx="483102" cy="338556"/>
          </a:xfrm>
        </p:spPr>
        <p:txBody>
          <a:bodyPr/>
          <a:lstStyle/>
          <a:p>
            <a:fld id="{250B62C5-2ACF-4D78-8FF3-37371B948607}" type="slidenum">
              <a:rPr lang="en-US" smtClean="0"/>
              <a:t>25</a:t>
            </a:fld>
            <a:endParaRPr lang="en-US"/>
          </a:p>
        </p:txBody>
      </p:sp>
      <p:sp>
        <p:nvSpPr>
          <p:cNvPr id="5" name="TextBox 4">
            <a:extLst>
              <a:ext uri="{FF2B5EF4-FFF2-40B4-BE49-F238E27FC236}">
                <a16:creationId xmlns:a16="http://schemas.microsoft.com/office/drawing/2014/main" id="{6ECDA568-FB26-5958-021A-7E59FA314619}"/>
              </a:ext>
            </a:extLst>
          </p:cNvPr>
          <p:cNvSpPr txBox="1"/>
          <p:nvPr/>
        </p:nvSpPr>
        <p:spPr>
          <a:xfrm>
            <a:off x="153078" y="202172"/>
            <a:ext cx="2254784" cy="830997"/>
          </a:xfrm>
          <a:prstGeom prst="rect">
            <a:avLst/>
          </a:prstGeom>
          <a:noFill/>
        </p:spPr>
        <p:txBody>
          <a:bodyPr wrap="none" rtlCol="0">
            <a:spAutoFit/>
          </a:bodyPr>
          <a:lstStyle/>
          <a:p>
            <a:r>
              <a:rPr lang="en-US" sz="2400" dirty="0"/>
              <a:t>2 neurons</a:t>
            </a:r>
          </a:p>
          <a:p>
            <a:r>
              <a:rPr lang="en-US" sz="2400" dirty="0"/>
              <a:t>Neural Network</a:t>
            </a:r>
          </a:p>
        </p:txBody>
      </p:sp>
      <p:sp>
        <p:nvSpPr>
          <p:cNvPr id="8" name="Rectangle: Rounded Corners 7">
            <a:extLst>
              <a:ext uri="{FF2B5EF4-FFF2-40B4-BE49-F238E27FC236}">
                <a16:creationId xmlns:a16="http://schemas.microsoft.com/office/drawing/2014/main" id="{BE18CE6C-CF7B-0C21-C578-07A07A1CBC79}"/>
              </a:ext>
            </a:extLst>
          </p:cNvPr>
          <p:cNvSpPr/>
          <p:nvPr/>
        </p:nvSpPr>
        <p:spPr>
          <a:xfrm>
            <a:off x="10440319" y="791635"/>
            <a:ext cx="1522517" cy="91440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Algorithm </a:t>
            </a:r>
          </a:p>
        </p:txBody>
      </p:sp>
      <p:sp>
        <p:nvSpPr>
          <p:cNvPr id="9" name="Rectangle: Rounded Corners 8">
            <a:extLst>
              <a:ext uri="{FF2B5EF4-FFF2-40B4-BE49-F238E27FC236}">
                <a16:creationId xmlns:a16="http://schemas.microsoft.com/office/drawing/2014/main" id="{5B68AAA6-4D81-B3CF-B7AD-81FB66FB3993}"/>
              </a:ext>
            </a:extLst>
          </p:cNvPr>
          <p:cNvSpPr/>
          <p:nvPr/>
        </p:nvSpPr>
        <p:spPr>
          <a:xfrm>
            <a:off x="10440319" y="2215981"/>
            <a:ext cx="1522517" cy="914400"/>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Chemical Reactions </a:t>
            </a:r>
          </a:p>
        </p:txBody>
      </p:sp>
      <p:sp>
        <p:nvSpPr>
          <p:cNvPr id="10" name="Rectangle: Rounded Corners 9">
            <a:extLst>
              <a:ext uri="{FF2B5EF4-FFF2-40B4-BE49-F238E27FC236}">
                <a16:creationId xmlns:a16="http://schemas.microsoft.com/office/drawing/2014/main" id="{4C485B00-1733-28EB-4BC7-8E104D50FA0F}"/>
              </a:ext>
            </a:extLst>
          </p:cNvPr>
          <p:cNvSpPr/>
          <p:nvPr/>
        </p:nvSpPr>
        <p:spPr>
          <a:xfrm>
            <a:off x="10440319" y="3640327"/>
            <a:ext cx="1522517" cy="914400"/>
          </a:xfrm>
          <a:prstGeom prst="round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Metabolic Network</a:t>
            </a:r>
          </a:p>
        </p:txBody>
      </p:sp>
      <p:sp>
        <p:nvSpPr>
          <p:cNvPr id="11" name="Rectangle: Rounded Corners 10">
            <a:extLst>
              <a:ext uri="{FF2B5EF4-FFF2-40B4-BE49-F238E27FC236}">
                <a16:creationId xmlns:a16="http://schemas.microsoft.com/office/drawing/2014/main" id="{F4C59385-51F0-0093-4A37-74294FDB4F15}"/>
              </a:ext>
            </a:extLst>
          </p:cNvPr>
          <p:cNvSpPr/>
          <p:nvPr/>
        </p:nvSpPr>
        <p:spPr>
          <a:xfrm>
            <a:off x="10440319" y="5064673"/>
            <a:ext cx="1522517" cy="91440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THz Actuation</a:t>
            </a:r>
          </a:p>
        </p:txBody>
      </p:sp>
      <p:cxnSp>
        <p:nvCxnSpPr>
          <p:cNvPr id="12" name="Straight Arrow Connector 11">
            <a:extLst>
              <a:ext uri="{FF2B5EF4-FFF2-40B4-BE49-F238E27FC236}">
                <a16:creationId xmlns:a16="http://schemas.microsoft.com/office/drawing/2014/main" id="{8A1C15F9-5A98-A48A-2908-A6DB4ED9935D}"/>
              </a:ext>
            </a:extLst>
          </p:cNvPr>
          <p:cNvCxnSpPr>
            <a:stCxn id="8" idx="2"/>
            <a:endCxn id="9" idx="0"/>
          </p:cNvCxnSpPr>
          <p:nvPr/>
        </p:nvCxnSpPr>
        <p:spPr>
          <a:xfrm>
            <a:off x="11201578" y="1706035"/>
            <a:ext cx="0" cy="509946"/>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CEFD7D36-CEE7-2C0B-FD82-81D9B2035B8C}"/>
              </a:ext>
            </a:extLst>
          </p:cNvPr>
          <p:cNvCxnSpPr>
            <a:cxnSpLocks/>
            <a:stCxn id="9" idx="2"/>
            <a:endCxn id="10" idx="0"/>
          </p:cNvCxnSpPr>
          <p:nvPr/>
        </p:nvCxnSpPr>
        <p:spPr>
          <a:xfrm>
            <a:off x="11201578" y="3130381"/>
            <a:ext cx="0" cy="509946"/>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469A6B11-24F7-DE08-4B4A-423489302E58}"/>
              </a:ext>
            </a:extLst>
          </p:cNvPr>
          <p:cNvCxnSpPr>
            <a:cxnSpLocks/>
            <a:stCxn id="11" idx="0"/>
          </p:cNvCxnSpPr>
          <p:nvPr/>
        </p:nvCxnSpPr>
        <p:spPr>
          <a:xfrm flipV="1">
            <a:off x="11201578" y="4554727"/>
            <a:ext cx="0" cy="509946"/>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sp>
        <p:nvSpPr>
          <p:cNvPr id="33" name="Freeform: Shape 32">
            <a:extLst>
              <a:ext uri="{FF2B5EF4-FFF2-40B4-BE49-F238E27FC236}">
                <a16:creationId xmlns:a16="http://schemas.microsoft.com/office/drawing/2014/main" id="{86813C15-8686-95DE-F691-418EB2D6E11C}"/>
              </a:ext>
            </a:extLst>
          </p:cNvPr>
          <p:cNvSpPr/>
          <p:nvPr/>
        </p:nvSpPr>
        <p:spPr>
          <a:xfrm>
            <a:off x="1714500" y="1961008"/>
            <a:ext cx="7645397" cy="5633592"/>
          </a:xfrm>
          <a:custGeom>
            <a:avLst/>
            <a:gdLst>
              <a:gd name="csX0" fmla="*/ 2901954 w 7645397"/>
              <a:gd name="csY0" fmla="*/ 2153792 h 5633592"/>
              <a:gd name="csX1" fmla="*/ 2679700 w 7645397"/>
              <a:gd name="csY1" fmla="*/ 2376046 h 5633592"/>
              <a:gd name="csX2" fmla="*/ 2679700 w 7645397"/>
              <a:gd name="csY2" fmla="*/ 3265038 h 5633592"/>
              <a:gd name="csX3" fmla="*/ 2901954 w 7645397"/>
              <a:gd name="csY3" fmla="*/ 3487292 h 5633592"/>
              <a:gd name="csX4" fmla="*/ 4159246 w 7645397"/>
              <a:gd name="csY4" fmla="*/ 3487292 h 5633592"/>
              <a:gd name="csX5" fmla="*/ 4381500 w 7645397"/>
              <a:gd name="csY5" fmla="*/ 3265038 h 5633592"/>
              <a:gd name="csX6" fmla="*/ 4381500 w 7645397"/>
              <a:gd name="csY6" fmla="*/ 2376046 h 5633592"/>
              <a:gd name="csX7" fmla="*/ 4159246 w 7645397"/>
              <a:gd name="csY7" fmla="*/ 2153792 h 5633592"/>
              <a:gd name="csX8" fmla="*/ 0 w 7645397"/>
              <a:gd name="csY8" fmla="*/ 0 h 5633592"/>
              <a:gd name="csX9" fmla="*/ 7645397 w 7645397"/>
              <a:gd name="csY9" fmla="*/ 0 h 5633592"/>
              <a:gd name="csX10" fmla="*/ 7645397 w 7645397"/>
              <a:gd name="csY10" fmla="*/ 5633592 h 5633592"/>
              <a:gd name="csX11" fmla="*/ 0 w 7645397"/>
              <a:gd name="csY11" fmla="*/ 5633592 h 563359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7645397" h="5633592">
                <a:moveTo>
                  <a:pt x="2901954" y="2153792"/>
                </a:moveTo>
                <a:cubicBezTo>
                  <a:pt x="2779207" y="2153792"/>
                  <a:pt x="2679700" y="2253299"/>
                  <a:pt x="2679700" y="2376046"/>
                </a:cubicBezTo>
                <a:lnTo>
                  <a:pt x="2679700" y="3265038"/>
                </a:lnTo>
                <a:cubicBezTo>
                  <a:pt x="2679700" y="3387785"/>
                  <a:pt x="2779207" y="3487292"/>
                  <a:pt x="2901954" y="3487292"/>
                </a:cubicBezTo>
                <a:lnTo>
                  <a:pt x="4159246" y="3487292"/>
                </a:lnTo>
                <a:cubicBezTo>
                  <a:pt x="4281993" y="3487292"/>
                  <a:pt x="4381500" y="3387785"/>
                  <a:pt x="4381500" y="3265038"/>
                </a:cubicBezTo>
                <a:lnTo>
                  <a:pt x="4381500" y="2376046"/>
                </a:lnTo>
                <a:cubicBezTo>
                  <a:pt x="4381500" y="2253299"/>
                  <a:pt x="4281993" y="2153792"/>
                  <a:pt x="4159246" y="2153792"/>
                </a:cubicBezTo>
                <a:close/>
                <a:moveTo>
                  <a:pt x="0" y="0"/>
                </a:moveTo>
                <a:lnTo>
                  <a:pt x="7645397" y="0"/>
                </a:lnTo>
                <a:lnTo>
                  <a:pt x="7645397" y="5633592"/>
                </a:lnTo>
                <a:lnTo>
                  <a:pt x="0" y="5633592"/>
                </a:lnTo>
                <a:close/>
              </a:path>
            </a:pathLst>
          </a:cu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7" name="TextBox 36">
            <a:extLst>
              <a:ext uri="{FF2B5EF4-FFF2-40B4-BE49-F238E27FC236}">
                <a16:creationId xmlns:a16="http://schemas.microsoft.com/office/drawing/2014/main" id="{E4166303-B0E2-3DB3-65D5-266E70258372}"/>
              </a:ext>
            </a:extLst>
          </p:cNvPr>
          <p:cNvSpPr txBox="1"/>
          <p:nvPr/>
        </p:nvSpPr>
        <p:spPr>
          <a:xfrm>
            <a:off x="2355698" y="2859785"/>
            <a:ext cx="2692340" cy="461665"/>
          </a:xfrm>
          <a:prstGeom prst="rect">
            <a:avLst/>
          </a:prstGeom>
          <a:noFill/>
        </p:spPr>
        <p:txBody>
          <a:bodyPr wrap="none" rtlCol="0">
            <a:spAutoFit/>
          </a:bodyPr>
          <a:lstStyle/>
          <a:p>
            <a:r>
              <a:rPr lang="en-US" sz="2400" dirty="0"/>
              <a:t>Metabolic Network</a:t>
            </a:r>
          </a:p>
        </p:txBody>
      </p:sp>
      <p:sp>
        <p:nvSpPr>
          <p:cNvPr id="38" name="Rectangle: Rounded Corners 37">
            <a:extLst>
              <a:ext uri="{FF2B5EF4-FFF2-40B4-BE49-F238E27FC236}">
                <a16:creationId xmlns:a16="http://schemas.microsoft.com/office/drawing/2014/main" id="{6D624664-079E-B35A-1254-63D68C178367}"/>
              </a:ext>
            </a:extLst>
          </p:cNvPr>
          <p:cNvSpPr/>
          <p:nvPr/>
        </p:nvSpPr>
        <p:spPr>
          <a:xfrm>
            <a:off x="4377266" y="4097527"/>
            <a:ext cx="1718734" cy="1329606"/>
          </a:xfrm>
          <a:prstGeom prst="round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 name="Group 3">
            <a:extLst>
              <a:ext uri="{FF2B5EF4-FFF2-40B4-BE49-F238E27FC236}">
                <a16:creationId xmlns:a16="http://schemas.microsoft.com/office/drawing/2014/main" id="{AD2E2CD3-0B71-E72B-40E1-EAE0759DF6D9}"/>
              </a:ext>
            </a:extLst>
          </p:cNvPr>
          <p:cNvGrpSpPr/>
          <p:nvPr/>
        </p:nvGrpSpPr>
        <p:grpSpPr>
          <a:xfrm>
            <a:off x="3367055" y="137274"/>
            <a:ext cx="5234086" cy="2326548"/>
            <a:chOff x="3367055" y="137274"/>
            <a:chExt cx="5234086" cy="2326548"/>
          </a:xfrm>
        </p:grpSpPr>
        <p:grpSp>
          <p:nvGrpSpPr>
            <p:cNvPr id="18" name="Group 17">
              <a:extLst>
                <a:ext uri="{FF2B5EF4-FFF2-40B4-BE49-F238E27FC236}">
                  <a16:creationId xmlns:a16="http://schemas.microsoft.com/office/drawing/2014/main" id="{80EC4489-73A9-46DE-C5A2-A895145D27ED}"/>
                </a:ext>
              </a:extLst>
            </p:cNvPr>
            <p:cNvGrpSpPr>
              <a:grpSpLocks noChangeAspect="1"/>
            </p:cNvGrpSpPr>
            <p:nvPr/>
          </p:nvGrpSpPr>
          <p:grpSpPr>
            <a:xfrm>
              <a:off x="3367055" y="137274"/>
              <a:ext cx="4769781" cy="2326548"/>
              <a:chOff x="3283415" y="292395"/>
              <a:chExt cx="5822202" cy="2839883"/>
            </a:xfrm>
          </p:grpSpPr>
          <p:cxnSp>
            <p:nvCxnSpPr>
              <p:cNvPr id="24" name="Straight Arrow Connector 23">
                <a:extLst>
                  <a:ext uri="{FF2B5EF4-FFF2-40B4-BE49-F238E27FC236}">
                    <a16:creationId xmlns:a16="http://schemas.microsoft.com/office/drawing/2014/main" id="{7DAC914C-DB3C-83B8-2A0C-97C81EF70057}"/>
                  </a:ext>
                </a:extLst>
              </p:cNvPr>
              <p:cNvCxnSpPr>
                <a:cxnSpLocks/>
                <a:endCxn id="58" idx="3"/>
              </p:cNvCxnSpPr>
              <p:nvPr/>
            </p:nvCxnSpPr>
            <p:spPr>
              <a:xfrm flipV="1">
                <a:off x="7050953" y="1927917"/>
                <a:ext cx="1032252" cy="732347"/>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EFFD7FA7-B190-198A-1DFA-8C1DB82CE0DB}"/>
                  </a:ext>
                </a:extLst>
              </p:cNvPr>
              <p:cNvCxnSpPr>
                <a:cxnSpLocks/>
              </p:cNvCxnSpPr>
              <p:nvPr/>
            </p:nvCxnSpPr>
            <p:spPr>
              <a:xfrm>
                <a:off x="7101617" y="838200"/>
                <a:ext cx="998056" cy="692913"/>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26" name="Straight Arrow Connector 25">
                <a:extLst>
                  <a:ext uri="{FF2B5EF4-FFF2-40B4-BE49-F238E27FC236}">
                    <a16:creationId xmlns:a16="http://schemas.microsoft.com/office/drawing/2014/main" id="{8EBB8BD8-5A7B-D632-11EF-86638D7F216A}"/>
                  </a:ext>
                </a:extLst>
              </p:cNvPr>
              <p:cNvCxnSpPr>
                <a:cxnSpLocks/>
                <a:stCxn id="44" idx="6"/>
                <a:endCxn id="54" idx="2"/>
              </p:cNvCxnSpPr>
              <p:nvPr/>
            </p:nvCxnSpPr>
            <p:spPr>
              <a:xfrm flipV="1">
                <a:off x="5845780" y="2660264"/>
                <a:ext cx="760539" cy="1688"/>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31274B8B-525F-627E-9232-FD575DE9D1B3}"/>
                  </a:ext>
                </a:extLst>
              </p:cNvPr>
              <p:cNvCxnSpPr>
                <a:cxnSpLocks/>
                <a:stCxn id="60" idx="6"/>
                <a:endCxn id="56" idx="2"/>
              </p:cNvCxnSpPr>
              <p:nvPr/>
            </p:nvCxnSpPr>
            <p:spPr>
              <a:xfrm>
                <a:off x="5849079" y="809532"/>
                <a:ext cx="773483" cy="8467"/>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BB9E66DF-BC6D-55BA-1681-F9C8B08B76D2}"/>
                  </a:ext>
                </a:extLst>
              </p:cNvPr>
              <p:cNvCxnSpPr>
                <a:cxnSpLocks/>
                <a:endCxn id="60" idx="2"/>
              </p:cNvCxnSpPr>
              <p:nvPr/>
            </p:nvCxnSpPr>
            <p:spPr>
              <a:xfrm flipV="1">
                <a:off x="4523657" y="809532"/>
                <a:ext cx="776782" cy="976601"/>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386B0130-B076-990A-D2D8-A4E02E7DBACA}"/>
                      </a:ext>
                    </a:extLst>
                  </p:cNvPr>
                  <p:cNvSpPr txBox="1"/>
                  <p:nvPr/>
                </p:nvSpPr>
                <p:spPr>
                  <a:xfrm>
                    <a:off x="3283415" y="1276094"/>
                    <a:ext cx="543340" cy="45082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in</m:t>
                              </m:r>
                            </m:sub>
                          </m:sSub>
                        </m:oMath>
                      </m:oMathPara>
                    </a14:m>
                    <a:endParaRPr lang="en-US" dirty="0">
                      <a:solidFill>
                        <a:schemeClr val="tx1"/>
                      </a:solidFill>
                    </a:endParaRPr>
                  </a:p>
                </p:txBody>
              </p:sp>
            </mc:Choice>
            <mc:Fallback xmlns="">
              <p:sp>
                <p:nvSpPr>
                  <p:cNvPr id="30" name="TextBox 29">
                    <a:extLst>
                      <a:ext uri="{FF2B5EF4-FFF2-40B4-BE49-F238E27FC236}">
                        <a16:creationId xmlns:a16="http://schemas.microsoft.com/office/drawing/2014/main" id="{386B0130-B076-990A-D2D8-A4E02E7DBACA}"/>
                      </a:ext>
                    </a:extLst>
                  </p:cNvPr>
                  <p:cNvSpPr txBox="1">
                    <a:spLocks noRot="1" noChangeAspect="1" noMove="1" noResize="1" noEditPoints="1" noAdjustHandles="1" noChangeArrowheads="1" noChangeShapeType="1" noTextEdit="1"/>
                  </p:cNvSpPr>
                  <p:nvPr/>
                </p:nvSpPr>
                <p:spPr>
                  <a:xfrm>
                    <a:off x="3283415" y="1276094"/>
                    <a:ext cx="543340" cy="450822"/>
                  </a:xfrm>
                  <a:prstGeom prst="rect">
                    <a:avLst/>
                  </a:prstGeom>
                  <a:blipFill>
                    <a:blip r:embed="rId4"/>
                    <a:stretch>
                      <a:fillRect r="-13699"/>
                    </a:stretch>
                  </a:blipFill>
                </p:spPr>
                <p:txBody>
                  <a:bodyPr/>
                  <a:lstStyle/>
                  <a:p>
                    <a:r>
                      <a:rPr lang="en-US">
                        <a:noFill/>
                      </a:rPr>
                      <a:t> </a:t>
                    </a:r>
                  </a:p>
                </p:txBody>
              </p:sp>
            </mc:Fallback>
          </mc:AlternateContent>
          <p:cxnSp>
            <p:nvCxnSpPr>
              <p:cNvPr id="31" name="Straight Arrow Connector 30">
                <a:extLst>
                  <a:ext uri="{FF2B5EF4-FFF2-40B4-BE49-F238E27FC236}">
                    <a16:creationId xmlns:a16="http://schemas.microsoft.com/office/drawing/2014/main" id="{ABF11862-F506-88EF-EFE1-8FDE4100EBC9}"/>
                  </a:ext>
                </a:extLst>
              </p:cNvPr>
              <p:cNvCxnSpPr>
                <a:cxnSpLocks/>
                <a:endCxn id="44" idx="2"/>
              </p:cNvCxnSpPr>
              <p:nvPr/>
            </p:nvCxnSpPr>
            <p:spPr>
              <a:xfrm>
                <a:off x="4523657" y="1786133"/>
                <a:ext cx="773483" cy="875819"/>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35" name="Straight Arrow Connector 34">
                <a:extLst>
                  <a:ext uri="{FF2B5EF4-FFF2-40B4-BE49-F238E27FC236}">
                    <a16:creationId xmlns:a16="http://schemas.microsoft.com/office/drawing/2014/main" id="{9CC50D5A-7436-48B0-F20C-0A29E86CC49F}"/>
                  </a:ext>
                </a:extLst>
              </p:cNvPr>
              <p:cNvCxnSpPr>
                <a:cxnSpLocks/>
              </p:cNvCxnSpPr>
              <p:nvPr/>
            </p:nvCxnSpPr>
            <p:spPr>
              <a:xfrm flipV="1">
                <a:off x="8387577" y="1726916"/>
                <a:ext cx="718040" cy="1"/>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grpSp>
            <p:nvGrpSpPr>
              <p:cNvPr id="39" name="Group 38">
                <a:extLst>
                  <a:ext uri="{FF2B5EF4-FFF2-40B4-BE49-F238E27FC236}">
                    <a16:creationId xmlns:a16="http://schemas.microsoft.com/office/drawing/2014/main" id="{3926D951-60B8-EB07-DBF8-973F3541228A}"/>
                  </a:ext>
                </a:extLst>
              </p:cNvPr>
              <p:cNvGrpSpPr/>
              <p:nvPr/>
            </p:nvGrpSpPr>
            <p:grpSpPr>
              <a:xfrm>
                <a:off x="5300439" y="534254"/>
                <a:ext cx="587792" cy="550556"/>
                <a:chOff x="4764744" y="3666589"/>
                <a:chExt cx="587792" cy="550556"/>
              </a:xfrm>
            </p:grpSpPr>
            <p:sp>
              <p:nvSpPr>
                <p:cNvPr id="60" name="Oval 59">
                  <a:extLst>
                    <a:ext uri="{FF2B5EF4-FFF2-40B4-BE49-F238E27FC236}">
                      <a16:creationId xmlns:a16="http://schemas.microsoft.com/office/drawing/2014/main" id="{9E5F7A0E-0BA3-217A-8932-CBA02097F193}"/>
                    </a:ext>
                  </a:extLst>
                </p:cNvPr>
                <p:cNvSpPr>
                  <a:spLocks noChangeAspect="1"/>
                </p:cNvSpPr>
                <p:nvPr/>
              </p:nvSpPr>
              <p:spPr>
                <a:xfrm>
                  <a:off x="4764744" y="3666589"/>
                  <a:ext cx="548640" cy="550556"/>
                </a:xfrm>
                <a:prstGeom prst="ellipse">
                  <a:avLst/>
                </a:prstGeom>
                <a:solidFill>
                  <a:schemeClr val="tx2">
                    <a:lumMod val="25000"/>
                    <a:lumOff val="75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61" name="TextBox 60">
                      <a:extLst>
                        <a:ext uri="{FF2B5EF4-FFF2-40B4-BE49-F238E27FC236}">
                          <a16:creationId xmlns:a16="http://schemas.microsoft.com/office/drawing/2014/main" id="{AD88C156-4AB5-AD28-C6E5-DE8E0E05D732}"/>
                        </a:ext>
                      </a:extLst>
                    </p:cNvPr>
                    <p:cNvSpPr txBox="1"/>
                    <p:nvPr/>
                  </p:nvSpPr>
                  <p:spPr>
                    <a:xfrm>
                      <a:off x="4797682" y="3678461"/>
                      <a:ext cx="554854" cy="45082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a:rPr lang="de-DE" b="0" i="1" smtClean="0">
                                    <a:solidFill>
                                      <a:schemeClr val="bg1"/>
                                    </a:solidFill>
                                    <a:latin typeface="Cambria Math" panose="02040503050406030204" pitchFamily="18" charset="0"/>
                                  </a:rPr>
                                  <m:t>11</m:t>
                                </m:r>
                              </m:sub>
                            </m:sSub>
                          </m:oMath>
                        </m:oMathPara>
                      </a14:m>
                      <a:endParaRPr lang="en-US" dirty="0">
                        <a:solidFill>
                          <a:schemeClr val="bg1"/>
                        </a:solidFill>
                      </a:endParaRPr>
                    </a:p>
                  </p:txBody>
                </p:sp>
              </mc:Choice>
              <mc:Fallback xmlns="">
                <p:sp>
                  <p:nvSpPr>
                    <p:cNvPr id="21" name="TextBox 20">
                      <a:extLst>
                        <a:ext uri="{FF2B5EF4-FFF2-40B4-BE49-F238E27FC236}">
                          <a16:creationId xmlns:a16="http://schemas.microsoft.com/office/drawing/2014/main" id="{2E28F1B4-2645-3A75-25AF-14CAFDD1B482}"/>
                        </a:ext>
                      </a:extLst>
                    </p:cNvPr>
                    <p:cNvSpPr txBox="1">
                      <a:spLocks noRot="1" noChangeAspect="1" noMove="1" noResize="1" noEditPoints="1" noAdjustHandles="1" noChangeArrowheads="1" noChangeShapeType="1" noTextEdit="1"/>
                    </p:cNvSpPr>
                    <p:nvPr/>
                  </p:nvSpPr>
                  <p:spPr>
                    <a:xfrm>
                      <a:off x="4797682" y="3678461"/>
                      <a:ext cx="554854" cy="450822"/>
                    </a:xfrm>
                    <a:prstGeom prst="rect">
                      <a:avLst/>
                    </a:prstGeom>
                    <a:blipFill>
                      <a:blip r:embed="rId5"/>
                      <a:stretch>
                        <a:fillRect/>
                      </a:stretch>
                    </a:blipFill>
                  </p:spPr>
                  <p:txBody>
                    <a:bodyPr/>
                    <a:lstStyle/>
                    <a:p>
                      <a:r>
                        <a:rPr lang="en-US">
                          <a:noFill/>
                        </a:rPr>
                        <a:t> </a:t>
                      </a:r>
                    </a:p>
                  </p:txBody>
                </p:sp>
              </mc:Fallback>
            </mc:AlternateContent>
          </p:grpSp>
          <p:sp>
            <p:nvSpPr>
              <p:cNvPr id="43" name="Rectangle 42">
                <a:extLst>
                  <a:ext uri="{FF2B5EF4-FFF2-40B4-BE49-F238E27FC236}">
                    <a16:creationId xmlns:a16="http://schemas.microsoft.com/office/drawing/2014/main" id="{35E31932-B283-BD2B-6400-47FF4C782774}"/>
                  </a:ext>
                </a:extLst>
              </p:cNvPr>
              <p:cNvSpPr/>
              <p:nvPr/>
            </p:nvSpPr>
            <p:spPr>
              <a:xfrm>
                <a:off x="4099942" y="292395"/>
                <a:ext cx="4667795" cy="2839883"/>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44" name="Oval 43">
                <a:extLst>
                  <a:ext uri="{FF2B5EF4-FFF2-40B4-BE49-F238E27FC236}">
                    <a16:creationId xmlns:a16="http://schemas.microsoft.com/office/drawing/2014/main" id="{07EBFE10-BD74-A13A-4BCD-8DD5E1977B76}"/>
                  </a:ext>
                </a:extLst>
              </p:cNvPr>
              <p:cNvSpPr>
                <a:spLocks noChangeAspect="1"/>
              </p:cNvSpPr>
              <p:nvPr/>
            </p:nvSpPr>
            <p:spPr>
              <a:xfrm>
                <a:off x="5297140" y="2386674"/>
                <a:ext cx="548640" cy="550556"/>
              </a:xfrm>
              <a:prstGeom prst="ellipse">
                <a:avLst/>
              </a:prstGeom>
              <a:solidFill>
                <a:schemeClr val="tx2">
                  <a:lumMod val="25000"/>
                  <a:lumOff val="75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grpSp>
            <p:nvGrpSpPr>
              <p:cNvPr id="49" name="Group 48">
                <a:extLst>
                  <a:ext uri="{FF2B5EF4-FFF2-40B4-BE49-F238E27FC236}">
                    <a16:creationId xmlns:a16="http://schemas.microsoft.com/office/drawing/2014/main" id="{B6FA4207-F8BD-BEDD-6E03-E5DF3D0762F2}"/>
                  </a:ext>
                </a:extLst>
              </p:cNvPr>
              <p:cNvGrpSpPr/>
              <p:nvPr/>
            </p:nvGrpSpPr>
            <p:grpSpPr>
              <a:xfrm>
                <a:off x="7948290" y="1457988"/>
                <a:ext cx="603209" cy="550556"/>
                <a:chOff x="4710175" y="3666589"/>
                <a:chExt cx="603209" cy="550556"/>
              </a:xfrm>
            </p:grpSpPr>
            <p:sp>
              <p:nvSpPr>
                <p:cNvPr id="58" name="Oval 57">
                  <a:extLst>
                    <a:ext uri="{FF2B5EF4-FFF2-40B4-BE49-F238E27FC236}">
                      <a16:creationId xmlns:a16="http://schemas.microsoft.com/office/drawing/2014/main" id="{28A39264-20BA-EA24-2BA6-C8037B349D2C}"/>
                    </a:ext>
                  </a:extLst>
                </p:cNvPr>
                <p:cNvSpPr>
                  <a:spLocks noChangeAspect="1"/>
                </p:cNvSpPr>
                <p:nvPr/>
              </p:nvSpPr>
              <p:spPr>
                <a:xfrm>
                  <a:off x="4764744" y="3666589"/>
                  <a:ext cx="548640" cy="550556"/>
                </a:xfrm>
                <a:prstGeom prst="ellipse">
                  <a:avLst/>
                </a:prstGeom>
                <a:solidFill>
                  <a:schemeClr val="tx2">
                    <a:lumMod val="25000"/>
                    <a:lumOff val="75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242654AF-43EA-23DC-822E-6DE2F491BAC9}"/>
                        </a:ext>
                      </a:extLst>
                    </p:cNvPr>
                    <p:cNvSpPr txBox="1"/>
                    <p:nvPr/>
                  </p:nvSpPr>
                  <p:spPr>
                    <a:xfrm>
                      <a:off x="4710175" y="3698505"/>
                      <a:ext cx="554854" cy="45082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out</m:t>
                                </m:r>
                              </m:sub>
                            </m:sSub>
                          </m:oMath>
                        </m:oMathPara>
                      </a14:m>
                      <a:endParaRPr lang="en-US" dirty="0">
                        <a:solidFill>
                          <a:schemeClr val="bg1"/>
                        </a:solidFill>
                      </a:endParaRPr>
                    </a:p>
                  </p:txBody>
                </p:sp>
              </mc:Choice>
              <mc:Fallback xmlns="">
                <p:sp>
                  <p:nvSpPr>
                    <p:cNvPr id="59" name="TextBox 58">
                      <a:extLst>
                        <a:ext uri="{FF2B5EF4-FFF2-40B4-BE49-F238E27FC236}">
                          <a16:creationId xmlns:a16="http://schemas.microsoft.com/office/drawing/2014/main" id="{242654AF-43EA-23DC-822E-6DE2F491BAC9}"/>
                        </a:ext>
                      </a:extLst>
                    </p:cNvPr>
                    <p:cNvSpPr txBox="1">
                      <a:spLocks noRot="1" noChangeAspect="1" noMove="1" noResize="1" noEditPoints="1" noAdjustHandles="1" noChangeArrowheads="1" noChangeShapeType="1" noTextEdit="1"/>
                    </p:cNvSpPr>
                    <p:nvPr/>
                  </p:nvSpPr>
                  <p:spPr>
                    <a:xfrm>
                      <a:off x="4710175" y="3698505"/>
                      <a:ext cx="554854" cy="450822"/>
                    </a:xfrm>
                    <a:prstGeom prst="rect">
                      <a:avLst/>
                    </a:prstGeom>
                    <a:blipFill>
                      <a:blip r:embed="rId6"/>
                      <a:stretch>
                        <a:fillRect r="-12000"/>
                      </a:stretch>
                    </a:blipFill>
                  </p:spPr>
                  <p:txBody>
                    <a:bodyPr/>
                    <a:lstStyle/>
                    <a:p>
                      <a:r>
                        <a:rPr lang="en-US">
                          <a:noFill/>
                        </a:rPr>
                        <a:t> </a:t>
                      </a:r>
                    </a:p>
                  </p:txBody>
                </p:sp>
              </mc:Fallback>
            </mc:AlternateContent>
          </p:grpSp>
          <p:cxnSp>
            <p:nvCxnSpPr>
              <p:cNvPr id="50" name="Straight Arrow Connector 49">
                <a:extLst>
                  <a:ext uri="{FF2B5EF4-FFF2-40B4-BE49-F238E27FC236}">
                    <a16:creationId xmlns:a16="http://schemas.microsoft.com/office/drawing/2014/main" id="{384D26F6-2578-5065-9CAB-8E77B465A8EC}"/>
                  </a:ext>
                </a:extLst>
              </p:cNvPr>
              <p:cNvCxnSpPr>
                <a:cxnSpLocks/>
              </p:cNvCxnSpPr>
              <p:nvPr/>
            </p:nvCxnSpPr>
            <p:spPr>
              <a:xfrm flipV="1">
                <a:off x="3826755" y="1786133"/>
                <a:ext cx="718040" cy="1"/>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grpSp>
            <p:nvGrpSpPr>
              <p:cNvPr id="51" name="Group 50">
                <a:extLst>
                  <a:ext uri="{FF2B5EF4-FFF2-40B4-BE49-F238E27FC236}">
                    <a16:creationId xmlns:a16="http://schemas.microsoft.com/office/drawing/2014/main" id="{E7E973C7-6B7B-1AAC-FF02-9E55C7A1110F}"/>
                  </a:ext>
                </a:extLst>
              </p:cNvPr>
              <p:cNvGrpSpPr/>
              <p:nvPr/>
            </p:nvGrpSpPr>
            <p:grpSpPr>
              <a:xfrm>
                <a:off x="6622562" y="542721"/>
                <a:ext cx="587792" cy="550556"/>
                <a:chOff x="4764744" y="3666589"/>
                <a:chExt cx="587792" cy="550556"/>
              </a:xfrm>
            </p:grpSpPr>
            <p:sp>
              <p:nvSpPr>
                <p:cNvPr id="56" name="Oval 55">
                  <a:extLst>
                    <a:ext uri="{FF2B5EF4-FFF2-40B4-BE49-F238E27FC236}">
                      <a16:creationId xmlns:a16="http://schemas.microsoft.com/office/drawing/2014/main" id="{657831AD-0F32-B505-45D4-7FC2D0258505}"/>
                    </a:ext>
                  </a:extLst>
                </p:cNvPr>
                <p:cNvSpPr>
                  <a:spLocks noChangeAspect="1"/>
                </p:cNvSpPr>
                <p:nvPr/>
              </p:nvSpPr>
              <p:spPr>
                <a:xfrm>
                  <a:off x="4764744" y="3666589"/>
                  <a:ext cx="548640" cy="550556"/>
                </a:xfrm>
                <a:prstGeom prst="ellipse">
                  <a:avLst/>
                </a:prstGeom>
                <a:solidFill>
                  <a:schemeClr val="tx2">
                    <a:lumMod val="25000"/>
                    <a:lumOff val="75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77758F89-394D-D63D-2E25-B3804DC54775}"/>
                        </a:ext>
                      </a:extLst>
                    </p:cNvPr>
                    <p:cNvSpPr txBox="1"/>
                    <p:nvPr/>
                  </p:nvSpPr>
                  <p:spPr>
                    <a:xfrm>
                      <a:off x="4797682" y="3678461"/>
                      <a:ext cx="554854" cy="45082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a:rPr lang="de-DE" b="0" i="1" smtClean="0">
                                    <a:solidFill>
                                      <a:schemeClr val="bg1"/>
                                    </a:solidFill>
                                    <a:latin typeface="Cambria Math" panose="02040503050406030204" pitchFamily="18" charset="0"/>
                                  </a:rPr>
                                  <m:t>12</m:t>
                                </m:r>
                              </m:sub>
                            </m:sSub>
                          </m:oMath>
                        </m:oMathPara>
                      </a14:m>
                      <a:endParaRPr lang="en-US" dirty="0">
                        <a:solidFill>
                          <a:schemeClr val="bg1"/>
                        </a:solidFill>
                      </a:endParaRPr>
                    </a:p>
                  </p:txBody>
                </p:sp>
              </mc:Choice>
              <mc:Fallback xmlns="">
                <p:sp>
                  <p:nvSpPr>
                    <p:cNvPr id="57" name="TextBox 56">
                      <a:extLst>
                        <a:ext uri="{FF2B5EF4-FFF2-40B4-BE49-F238E27FC236}">
                          <a16:creationId xmlns:a16="http://schemas.microsoft.com/office/drawing/2014/main" id="{77758F89-394D-D63D-2E25-B3804DC54775}"/>
                        </a:ext>
                      </a:extLst>
                    </p:cNvPr>
                    <p:cNvSpPr txBox="1">
                      <a:spLocks noRot="1" noChangeAspect="1" noMove="1" noResize="1" noEditPoints="1" noAdjustHandles="1" noChangeArrowheads="1" noChangeShapeType="1" noTextEdit="1"/>
                    </p:cNvSpPr>
                    <p:nvPr/>
                  </p:nvSpPr>
                  <p:spPr>
                    <a:xfrm>
                      <a:off x="4797682" y="3678461"/>
                      <a:ext cx="554854" cy="450822"/>
                    </a:xfrm>
                    <a:prstGeom prst="rect">
                      <a:avLst/>
                    </a:prstGeom>
                    <a:blipFill>
                      <a:blip r:embed="rId7"/>
                      <a:stretch>
                        <a:fillRect/>
                      </a:stretch>
                    </a:blipFill>
                  </p:spPr>
                  <p:txBody>
                    <a:bodyPr/>
                    <a:lstStyle/>
                    <a:p>
                      <a:r>
                        <a:rPr lang="en-US">
                          <a:noFill/>
                        </a:rPr>
                        <a:t> </a:t>
                      </a:r>
                    </a:p>
                  </p:txBody>
                </p:sp>
              </mc:Fallback>
            </mc:AlternateContent>
          </p:grpSp>
          <p:grpSp>
            <p:nvGrpSpPr>
              <p:cNvPr id="52" name="Group 51">
                <a:extLst>
                  <a:ext uri="{FF2B5EF4-FFF2-40B4-BE49-F238E27FC236}">
                    <a16:creationId xmlns:a16="http://schemas.microsoft.com/office/drawing/2014/main" id="{564F8E7A-C84F-0061-8C68-5B09EE5DC244}"/>
                  </a:ext>
                </a:extLst>
              </p:cNvPr>
              <p:cNvGrpSpPr/>
              <p:nvPr/>
            </p:nvGrpSpPr>
            <p:grpSpPr>
              <a:xfrm>
                <a:off x="6606319" y="2384986"/>
                <a:ext cx="587792" cy="550556"/>
                <a:chOff x="4764744" y="3666589"/>
                <a:chExt cx="587792" cy="550556"/>
              </a:xfrm>
            </p:grpSpPr>
            <p:sp>
              <p:nvSpPr>
                <p:cNvPr id="54" name="Oval 53">
                  <a:extLst>
                    <a:ext uri="{FF2B5EF4-FFF2-40B4-BE49-F238E27FC236}">
                      <a16:creationId xmlns:a16="http://schemas.microsoft.com/office/drawing/2014/main" id="{F78CB87F-0182-3261-56FB-5DA7B642D1CC}"/>
                    </a:ext>
                  </a:extLst>
                </p:cNvPr>
                <p:cNvSpPr>
                  <a:spLocks noChangeAspect="1"/>
                </p:cNvSpPr>
                <p:nvPr/>
              </p:nvSpPr>
              <p:spPr>
                <a:xfrm>
                  <a:off x="4764744" y="3666589"/>
                  <a:ext cx="548640" cy="550556"/>
                </a:xfrm>
                <a:prstGeom prst="ellipse">
                  <a:avLst/>
                </a:prstGeom>
                <a:solidFill>
                  <a:schemeClr val="tx2">
                    <a:lumMod val="25000"/>
                    <a:lumOff val="75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8ABD9F47-D003-7D1F-0A02-54566EC947B2}"/>
                        </a:ext>
                      </a:extLst>
                    </p:cNvPr>
                    <p:cNvSpPr txBox="1"/>
                    <p:nvPr/>
                  </p:nvSpPr>
                  <p:spPr>
                    <a:xfrm>
                      <a:off x="4797682" y="3678461"/>
                      <a:ext cx="554854" cy="45082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a:rPr lang="de-DE" b="0" i="1" smtClean="0">
                                    <a:solidFill>
                                      <a:schemeClr val="bg1"/>
                                    </a:solidFill>
                                    <a:latin typeface="Cambria Math" panose="02040503050406030204" pitchFamily="18" charset="0"/>
                                  </a:rPr>
                                  <m:t>22</m:t>
                                </m:r>
                              </m:sub>
                            </m:sSub>
                          </m:oMath>
                        </m:oMathPara>
                      </a14:m>
                      <a:endParaRPr lang="en-US" dirty="0">
                        <a:solidFill>
                          <a:schemeClr val="bg1"/>
                        </a:solidFill>
                      </a:endParaRPr>
                    </a:p>
                  </p:txBody>
                </p:sp>
              </mc:Choice>
              <mc:Fallback xmlns="">
                <p:sp>
                  <p:nvSpPr>
                    <p:cNvPr id="55" name="TextBox 54">
                      <a:extLst>
                        <a:ext uri="{FF2B5EF4-FFF2-40B4-BE49-F238E27FC236}">
                          <a16:creationId xmlns:a16="http://schemas.microsoft.com/office/drawing/2014/main" id="{8ABD9F47-D003-7D1F-0A02-54566EC947B2}"/>
                        </a:ext>
                      </a:extLst>
                    </p:cNvPr>
                    <p:cNvSpPr txBox="1">
                      <a:spLocks noRot="1" noChangeAspect="1" noMove="1" noResize="1" noEditPoints="1" noAdjustHandles="1" noChangeArrowheads="1" noChangeShapeType="1" noTextEdit="1"/>
                    </p:cNvSpPr>
                    <p:nvPr/>
                  </p:nvSpPr>
                  <p:spPr>
                    <a:xfrm>
                      <a:off x="4797682" y="3678461"/>
                      <a:ext cx="554854" cy="450822"/>
                    </a:xfrm>
                    <a:prstGeom prst="rect">
                      <a:avLst/>
                    </a:prstGeom>
                    <a:blipFill>
                      <a:blip r:embed="rId8"/>
                      <a:stretch>
                        <a:fillRect/>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CF9BEEF1-57D2-3001-2106-A5AE67EF5F5A}"/>
                      </a:ext>
                    </a:extLst>
                  </p:cNvPr>
                  <p:cNvSpPr txBox="1"/>
                  <p:nvPr/>
                </p:nvSpPr>
                <p:spPr>
                  <a:xfrm>
                    <a:off x="5330077" y="2398546"/>
                    <a:ext cx="554854" cy="45082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a:rPr lang="de-DE" b="0" i="1" smtClean="0">
                                  <a:solidFill>
                                    <a:schemeClr val="bg1"/>
                                  </a:solidFill>
                                  <a:latin typeface="Cambria Math" panose="02040503050406030204" pitchFamily="18" charset="0"/>
                                </a:rPr>
                                <m:t>21</m:t>
                              </m:r>
                            </m:sub>
                          </m:sSub>
                        </m:oMath>
                      </m:oMathPara>
                    </a14:m>
                    <a:endParaRPr lang="en-US" dirty="0">
                      <a:solidFill>
                        <a:schemeClr val="bg1"/>
                      </a:solidFill>
                    </a:endParaRPr>
                  </a:p>
                </p:txBody>
              </p:sp>
            </mc:Choice>
            <mc:Fallback xmlns="">
              <p:sp>
                <p:nvSpPr>
                  <p:cNvPr id="144" name="TextBox 143">
                    <a:extLst>
                      <a:ext uri="{FF2B5EF4-FFF2-40B4-BE49-F238E27FC236}">
                        <a16:creationId xmlns:a16="http://schemas.microsoft.com/office/drawing/2014/main" id="{F0EDCC4A-BC29-7DA6-7EEC-6F2BC35BBA60}"/>
                      </a:ext>
                    </a:extLst>
                  </p:cNvPr>
                  <p:cNvSpPr txBox="1">
                    <a:spLocks noRot="1" noChangeAspect="1" noMove="1" noResize="1" noEditPoints="1" noAdjustHandles="1" noChangeArrowheads="1" noChangeShapeType="1" noTextEdit="1"/>
                  </p:cNvSpPr>
                  <p:nvPr/>
                </p:nvSpPr>
                <p:spPr>
                  <a:xfrm>
                    <a:off x="5330077" y="2398546"/>
                    <a:ext cx="554854" cy="450822"/>
                  </a:xfrm>
                  <a:prstGeom prst="rect">
                    <a:avLst/>
                  </a:prstGeom>
                  <a:blipFill>
                    <a:blip r:embed="rId9"/>
                    <a:stretch>
                      <a:fillRect/>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B525F4B0-6092-EB39-DA19-93C6220B43FC}"/>
                    </a:ext>
                  </a:extLst>
                </p:cNvPr>
                <p:cNvSpPr txBox="1"/>
                <p:nvPr/>
              </p:nvSpPr>
              <p:spPr>
                <a:xfrm>
                  <a:off x="8156015" y="943160"/>
                  <a:ext cx="44512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out</m:t>
                            </m:r>
                          </m:sub>
                        </m:sSub>
                      </m:oMath>
                    </m:oMathPara>
                  </a14:m>
                  <a:endParaRPr lang="en-US" dirty="0">
                    <a:solidFill>
                      <a:schemeClr val="tx1"/>
                    </a:solidFill>
                  </a:endParaRPr>
                </a:p>
              </p:txBody>
            </p:sp>
          </mc:Choice>
          <mc:Fallback xmlns="">
            <p:sp>
              <p:nvSpPr>
                <p:cNvPr id="23" name="TextBox 22">
                  <a:extLst>
                    <a:ext uri="{FF2B5EF4-FFF2-40B4-BE49-F238E27FC236}">
                      <a16:creationId xmlns:a16="http://schemas.microsoft.com/office/drawing/2014/main" id="{B525F4B0-6092-EB39-DA19-93C6220B43FC}"/>
                    </a:ext>
                  </a:extLst>
                </p:cNvPr>
                <p:cNvSpPr txBox="1">
                  <a:spLocks noRot="1" noChangeAspect="1" noMove="1" noResize="1" noEditPoints="1" noAdjustHandles="1" noChangeArrowheads="1" noChangeShapeType="1" noTextEdit="1"/>
                </p:cNvSpPr>
                <p:nvPr/>
              </p:nvSpPr>
              <p:spPr>
                <a:xfrm>
                  <a:off x="8156015" y="943160"/>
                  <a:ext cx="445126" cy="369332"/>
                </a:xfrm>
                <a:prstGeom prst="rect">
                  <a:avLst/>
                </a:prstGeom>
                <a:blipFill>
                  <a:blip r:embed="rId10"/>
                  <a:stretch>
                    <a:fillRect r="-35616"/>
                  </a:stretch>
                </a:blipFill>
              </p:spPr>
              <p:txBody>
                <a:bodyPr/>
                <a:lstStyle/>
                <a:p>
                  <a:r>
                    <a:rPr lang="en-US">
                      <a:noFill/>
                    </a:rPr>
                    <a:t> </a:t>
                  </a:r>
                </a:p>
              </p:txBody>
            </p:sp>
          </mc:Fallback>
        </mc:AlternateContent>
      </p:grpSp>
    </p:spTree>
    <p:extLst>
      <p:ext uri="{BB962C8B-B14F-4D97-AF65-F5344CB8AC3E}">
        <p14:creationId xmlns:p14="http://schemas.microsoft.com/office/powerpoint/2010/main" val="10581658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3E4916-F4F5-4887-DB18-F4235A51241E}"/>
            </a:ext>
          </a:extLst>
        </p:cNvPr>
        <p:cNvGrpSpPr/>
        <p:nvPr/>
      </p:nvGrpSpPr>
      <p:grpSpPr>
        <a:xfrm>
          <a:off x="0" y="0"/>
          <a:ext cx="0" cy="0"/>
          <a:chOff x="0" y="0"/>
          <a:chExt cx="0" cy="0"/>
        </a:xfrm>
      </p:grpSpPr>
      <p:pic>
        <p:nvPicPr>
          <p:cNvPr id="19" name="Picture 2" descr="Metro-style map of major metabolic pathways">
            <a:extLst>
              <a:ext uri="{FF2B5EF4-FFF2-40B4-BE49-F238E27FC236}">
                <a16:creationId xmlns:a16="http://schemas.microsoft.com/office/drawing/2014/main" id="{BB3F0875-6D46-0FA5-7C80-F403AF96B42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21177" y="3040825"/>
            <a:ext cx="5084973" cy="3813730"/>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3" name="Title 1">
            <a:extLst>
              <a:ext uri="{FF2B5EF4-FFF2-40B4-BE49-F238E27FC236}">
                <a16:creationId xmlns:a16="http://schemas.microsoft.com/office/drawing/2014/main" id="{1E229E9F-5F13-710F-85D7-DF248D51EE78}"/>
              </a:ext>
            </a:extLst>
          </p:cNvPr>
          <p:cNvSpPr>
            <a:spLocks noGrp="1"/>
          </p:cNvSpPr>
          <p:nvPr>
            <p:ph type="title"/>
          </p:nvPr>
        </p:nvSpPr>
        <p:spPr>
          <a:xfrm>
            <a:off x="10066812" y="91581"/>
            <a:ext cx="1952334" cy="505057"/>
          </a:xfrm>
        </p:spPr>
        <p:txBody>
          <a:bodyPr>
            <a:normAutofit fontScale="90000"/>
          </a:bodyPr>
          <a:lstStyle/>
          <a:p>
            <a:r>
              <a:rPr lang="en-US" sz="4000" dirty="0"/>
              <a:t>Concept</a:t>
            </a:r>
            <a:endParaRPr lang="en-US" sz="3200" dirty="0"/>
          </a:p>
        </p:txBody>
      </p:sp>
      <p:sp>
        <p:nvSpPr>
          <p:cNvPr id="32" name="Slide Number Placeholder 31">
            <a:extLst>
              <a:ext uri="{FF2B5EF4-FFF2-40B4-BE49-F238E27FC236}">
                <a16:creationId xmlns:a16="http://schemas.microsoft.com/office/drawing/2014/main" id="{733EC2AE-62AF-3DDF-A3F7-635D378A528A}"/>
              </a:ext>
            </a:extLst>
          </p:cNvPr>
          <p:cNvSpPr>
            <a:spLocks noGrp="1"/>
          </p:cNvSpPr>
          <p:nvPr>
            <p:ph type="sldNum" sz="quarter" idx="12"/>
          </p:nvPr>
        </p:nvSpPr>
        <p:spPr>
          <a:xfrm>
            <a:off x="-99230" y="6595961"/>
            <a:ext cx="483102" cy="338556"/>
          </a:xfrm>
        </p:spPr>
        <p:txBody>
          <a:bodyPr/>
          <a:lstStyle/>
          <a:p>
            <a:fld id="{250B62C5-2ACF-4D78-8FF3-37371B948607}" type="slidenum">
              <a:rPr lang="en-US" smtClean="0"/>
              <a:t>26</a:t>
            </a:fld>
            <a:endParaRPr lang="en-US"/>
          </a:p>
        </p:txBody>
      </p:sp>
      <p:sp>
        <p:nvSpPr>
          <p:cNvPr id="5" name="TextBox 4">
            <a:extLst>
              <a:ext uri="{FF2B5EF4-FFF2-40B4-BE49-F238E27FC236}">
                <a16:creationId xmlns:a16="http://schemas.microsoft.com/office/drawing/2014/main" id="{1439C466-7DCC-57A8-4A38-9B658EE4E11C}"/>
              </a:ext>
            </a:extLst>
          </p:cNvPr>
          <p:cNvSpPr txBox="1"/>
          <p:nvPr/>
        </p:nvSpPr>
        <p:spPr>
          <a:xfrm>
            <a:off x="153078" y="202172"/>
            <a:ext cx="2254784" cy="830997"/>
          </a:xfrm>
          <a:prstGeom prst="rect">
            <a:avLst/>
          </a:prstGeom>
          <a:noFill/>
        </p:spPr>
        <p:txBody>
          <a:bodyPr wrap="none" rtlCol="0">
            <a:spAutoFit/>
          </a:bodyPr>
          <a:lstStyle/>
          <a:p>
            <a:r>
              <a:rPr lang="en-US" sz="2400" dirty="0"/>
              <a:t>2 neurons</a:t>
            </a:r>
          </a:p>
          <a:p>
            <a:r>
              <a:rPr lang="en-US" sz="2400" dirty="0"/>
              <a:t>Neural Network</a:t>
            </a:r>
          </a:p>
        </p:txBody>
      </p:sp>
      <p:sp>
        <p:nvSpPr>
          <p:cNvPr id="8" name="Rectangle: Rounded Corners 7">
            <a:extLst>
              <a:ext uri="{FF2B5EF4-FFF2-40B4-BE49-F238E27FC236}">
                <a16:creationId xmlns:a16="http://schemas.microsoft.com/office/drawing/2014/main" id="{EC187056-B479-CCAE-CAFA-7B9A9CBAC1F0}"/>
              </a:ext>
            </a:extLst>
          </p:cNvPr>
          <p:cNvSpPr/>
          <p:nvPr/>
        </p:nvSpPr>
        <p:spPr>
          <a:xfrm>
            <a:off x="10440319" y="791635"/>
            <a:ext cx="1522517" cy="91440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Algorithm </a:t>
            </a:r>
          </a:p>
        </p:txBody>
      </p:sp>
      <p:sp>
        <p:nvSpPr>
          <p:cNvPr id="9" name="Rectangle: Rounded Corners 8">
            <a:extLst>
              <a:ext uri="{FF2B5EF4-FFF2-40B4-BE49-F238E27FC236}">
                <a16:creationId xmlns:a16="http://schemas.microsoft.com/office/drawing/2014/main" id="{6940ECD4-4C37-533F-CE51-45FF4CBC4D93}"/>
              </a:ext>
            </a:extLst>
          </p:cNvPr>
          <p:cNvSpPr/>
          <p:nvPr/>
        </p:nvSpPr>
        <p:spPr>
          <a:xfrm>
            <a:off x="10440319" y="2215981"/>
            <a:ext cx="1522517" cy="914400"/>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Chemical Reactions </a:t>
            </a:r>
          </a:p>
        </p:txBody>
      </p:sp>
      <p:sp>
        <p:nvSpPr>
          <p:cNvPr id="10" name="Rectangle: Rounded Corners 9">
            <a:extLst>
              <a:ext uri="{FF2B5EF4-FFF2-40B4-BE49-F238E27FC236}">
                <a16:creationId xmlns:a16="http://schemas.microsoft.com/office/drawing/2014/main" id="{22DB58F1-E277-A6FD-3ED3-34B21CC6634E}"/>
              </a:ext>
            </a:extLst>
          </p:cNvPr>
          <p:cNvSpPr/>
          <p:nvPr/>
        </p:nvSpPr>
        <p:spPr>
          <a:xfrm>
            <a:off x="10440319" y="3640327"/>
            <a:ext cx="1522517" cy="914400"/>
          </a:xfrm>
          <a:prstGeom prst="round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Metabolic Network</a:t>
            </a:r>
          </a:p>
        </p:txBody>
      </p:sp>
      <p:sp>
        <p:nvSpPr>
          <p:cNvPr id="11" name="Rectangle: Rounded Corners 10">
            <a:extLst>
              <a:ext uri="{FF2B5EF4-FFF2-40B4-BE49-F238E27FC236}">
                <a16:creationId xmlns:a16="http://schemas.microsoft.com/office/drawing/2014/main" id="{5D756868-9832-AD0E-48C6-D34277F122A3}"/>
              </a:ext>
            </a:extLst>
          </p:cNvPr>
          <p:cNvSpPr/>
          <p:nvPr/>
        </p:nvSpPr>
        <p:spPr>
          <a:xfrm>
            <a:off x="10440319" y="5064673"/>
            <a:ext cx="1522517" cy="91440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THz Actuation</a:t>
            </a:r>
          </a:p>
        </p:txBody>
      </p:sp>
      <p:cxnSp>
        <p:nvCxnSpPr>
          <p:cNvPr id="12" name="Straight Arrow Connector 11">
            <a:extLst>
              <a:ext uri="{FF2B5EF4-FFF2-40B4-BE49-F238E27FC236}">
                <a16:creationId xmlns:a16="http://schemas.microsoft.com/office/drawing/2014/main" id="{01C1B47D-DE25-B665-5A63-0C4EC26E97DB}"/>
              </a:ext>
            </a:extLst>
          </p:cNvPr>
          <p:cNvCxnSpPr>
            <a:stCxn id="8" idx="2"/>
            <a:endCxn id="9" idx="0"/>
          </p:cNvCxnSpPr>
          <p:nvPr/>
        </p:nvCxnSpPr>
        <p:spPr>
          <a:xfrm>
            <a:off x="11201578" y="1706035"/>
            <a:ext cx="0" cy="509946"/>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19752EBF-68D3-9D1D-857C-AC1333D064BF}"/>
              </a:ext>
            </a:extLst>
          </p:cNvPr>
          <p:cNvCxnSpPr>
            <a:cxnSpLocks/>
            <a:stCxn id="9" idx="2"/>
            <a:endCxn id="10" idx="0"/>
          </p:cNvCxnSpPr>
          <p:nvPr/>
        </p:nvCxnSpPr>
        <p:spPr>
          <a:xfrm>
            <a:off x="11201578" y="3130381"/>
            <a:ext cx="0" cy="509946"/>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7CA75DB6-3A31-9255-FD0B-F2DB0D4A2EB6}"/>
              </a:ext>
            </a:extLst>
          </p:cNvPr>
          <p:cNvCxnSpPr>
            <a:cxnSpLocks/>
            <a:stCxn id="11" idx="0"/>
          </p:cNvCxnSpPr>
          <p:nvPr/>
        </p:nvCxnSpPr>
        <p:spPr>
          <a:xfrm flipV="1">
            <a:off x="11201578" y="4554727"/>
            <a:ext cx="0" cy="509946"/>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sp>
        <p:nvSpPr>
          <p:cNvPr id="33" name="Freeform: Shape 32">
            <a:extLst>
              <a:ext uri="{FF2B5EF4-FFF2-40B4-BE49-F238E27FC236}">
                <a16:creationId xmlns:a16="http://schemas.microsoft.com/office/drawing/2014/main" id="{3158AE35-D862-F837-694C-2DA7F0861474}"/>
              </a:ext>
            </a:extLst>
          </p:cNvPr>
          <p:cNvSpPr/>
          <p:nvPr/>
        </p:nvSpPr>
        <p:spPr>
          <a:xfrm>
            <a:off x="617457" y="1280731"/>
            <a:ext cx="7645397" cy="5633592"/>
          </a:xfrm>
          <a:custGeom>
            <a:avLst/>
            <a:gdLst>
              <a:gd name="csX0" fmla="*/ 2901954 w 7645397"/>
              <a:gd name="csY0" fmla="*/ 2153792 h 5633592"/>
              <a:gd name="csX1" fmla="*/ 2679700 w 7645397"/>
              <a:gd name="csY1" fmla="*/ 2376046 h 5633592"/>
              <a:gd name="csX2" fmla="*/ 2679700 w 7645397"/>
              <a:gd name="csY2" fmla="*/ 3265038 h 5633592"/>
              <a:gd name="csX3" fmla="*/ 2901954 w 7645397"/>
              <a:gd name="csY3" fmla="*/ 3487292 h 5633592"/>
              <a:gd name="csX4" fmla="*/ 4159246 w 7645397"/>
              <a:gd name="csY4" fmla="*/ 3487292 h 5633592"/>
              <a:gd name="csX5" fmla="*/ 4381500 w 7645397"/>
              <a:gd name="csY5" fmla="*/ 3265038 h 5633592"/>
              <a:gd name="csX6" fmla="*/ 4381500 w 7645397"/>
              <a:gd name="csY6" fmla="*/ 2376046 h 5633592"/>
              <a:gd name="csX7" fmla="*/ 4159246 w 7645397"/>
              <a:gd name="csY7" fmla="*/ 2153792 h 5633592"/>
              <a:gd name="csX8" fmla="*/ 0 w 7645397"/>
              <a:gd name="csY8" fmla="*/ 0 h 5633592"/>
              <a:gd name="csX9" fmla="*/ 7645397 w 7645397"/>
              <a:gd name="csY9" fmla="*/ 0 h 5633592"/>
              <a:gd name="csX10" fmla="*/ 7645397 w 7645397"/>
              <a:gd name="csY10" fmla="*/ 5633592 h 5633592"/>
              <a:gd name="csX11" fmla="*/ 0 w 7645397"/>
              <a:gd name="csY11" fmla="*/ 5633592 h 563359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7645397" h="5633592">
                <a:moveTo>
                  <a:pt x="2901954" y="2153792"/>
                </a:moveTo>
                <a:cubicBezTo>
                  <a:pt x="2779207" y="2153792"/>
                  <a:pt x="2679700" y="2253299"/>
                  <a:pt x="2679700" y="2376046"/>
                </a:cubicBezTo>
                <a:lnTo>
                  <a:pt x="2679700" y="3265038"/>
                </a:lnTo>
                <a:cubicBezTo>
                  <a:pt x="2679700" y="3387785"/>
                  <a:pt x="2779207" y="3487292"/>
                  <a:pt x="2901954" y="3487292"/>
                </a:cubicBezTo>
                <a:lnTo>
                  <a:pt x="4159246" y="3487292"/>
                </a:lnTo>
                <a:cubicBezTo>
                  <a:pt x="4281993" y="3487292"/>
                  <a:pt x="4381500" y="3387785"/>
                  <a:pt x="4381500" y="3265038"/>
                </a:cubicBezTo>
                <a:lnTo>
                  <a:pt x="4381500" y="2376046"/>
                </a:lnTo>
                <a:cubicBezTo>
                  <a:pt x="4381500" y="2253299"/>
                  <a:pt x="4281993" y="2153792"/>
                  <a:pt x="4159246" y="2153792"/>
                </a:cubicBezTo>
                <a:close/>
                <a:moveTo>
                  <a:pt x="0" y="0"/>
                </a:moveTo>
                <a:lnTo>
                  <a:pt x="7645397" y="0"/>
                </a:lnTo>
                <a:lnTo>
                  <a:pt x="7645397" y="5633592"/>
                </a:lnTo>
                <a:lnTo>
                  <a:pt x="0" y="5633592"/>
                </a:lnTo>
                <a:close/>
              </a:path>
            </a:pathLst>
          </a:cu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TextBox 17">
            <a:extLst>
              <a:ext uri="{FF2B5EF4-FFF2-40B4-BE49-F238E27FC236}">
                <a16:creationId xmlns:a16="http://schemas.microsoft.com/office/drawing/2014/main" id="{5128DDE3-DDCA-DE4A-F1E9-CD66F7722A36}"/>
              </a:ext>
            </a:extLst>
          </p:cNvPr>
          <p:cNvSpPr txBox="1"/>
          <p:nvPr/>
        </p:nvSpPr>
        <p:spPr>
          <a:xfrm>
            <a:off x="2355698" y="2859785"/>
            <a:ext cx="2692340" cy="461665"/>
          </a:xfrm>
          <a:prstGeom prst="rect">
            <a:avLst/>
          </a:prstGeom>
          <a:noFill/>
        </p:spPr>
        <p:txBody>
          <a:bodyPr wrap="none" rtlCol="0">
            <a:spAutoFit/>
          </a:bodyPr>
          <a:lstStyle/>
          <a:p>
            <a:r>
              <a:rPr lang="en-US" sz="2400" dirty="0"/>
              <a:t>Metabolic Network</a:t>
            </a:r>
          </a:p>
        </p:txBody>
      </p:sp>
      <p:sp>
        <p:nvSpPr>
          <p:cNvPr id="24" name="Rectangle: Rounded Corners 23">
            <a:extLst>
              <a:ext uri="{FF2B5EF4-FFF2-40B4-BE49-F238E27FC236}">
                <a16:creationId xmlns:a16="http://schemas.microsoft.com/office/drawing/2014/main" id="{F59D1D0F-48F0-8A4A-5750-EEF5AC9E8532}"/>
              </a:ext>
            </a:extLst>
          </p:cNvPr>
          <p:cNvSpPr/>
          <p:nvPr/>
        </p:nvSpPr>
        <p:spPr>
          <a:xfrm>
            <a:off x="3300659" y="3432724"/>
            <a:ext cx="1718734" cy="1329606"/>
          </a:xfrm>
          <a:prstGeom prst="round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 name="Group 3">
            <a:extLst>
              <a:ext uri="{FF2B5EF4-FFF2-40B4-BE49-F238E27FC236}">
                <a16:creationId xmlns:a16="http://schemas.microsoft.com/office/drawing/2014/main" id="{F74B2BC2-C164-5EB2-DC1D-B59BCCB3D528}"/>
              </a:ext>
            </a:extLst>
          </p:cNvPr>
          <p:cNvGrpSpPr/>
          <p:nvPr/>
        </p:nvGrpSpPr>
        <p:grpSpPr>
          <a:xfrm>
            <a:off x="3367055" y="137274"/>
            <a:ext cx="5234086" cy="2326548"/>
            <a:chOff x="3367055" y="137274"/>
            <a:chExt cx="5234086" cy="2326548"/>
          </a:xfrm>
        </p:grpSpPr>
        <p:grpSp>
          <p:nvGrpSpPr>
            <p:cNvPr id="23" name="Group 22">
              <a:extLst>
                <a:ext uri="{FF2B5EF4-FFF2-40B4-BE49-F238E27FC236}">
                  <a16:creationId xmlns:a16="http://schemas.microsoft.com/office/drawing/2014/main" id="{898BE671-EAFC-C8BC-D1EB-85F029F4501F}"/>
                </a:ext>
              </a:extLst>
            </p:cNvPr>
            <p:cNvGrpSpPr>
              <a:grpSpLocks noChangeAspect="1"/>
            </p:cNvGrpSpPr>
            <p:nvPr/>
          </p:nvGrpSpPr>
          <p:grpSpPr>
            <a:xfrm>
              <a:off x="3367055" y="137274"/>
              <a:ext cx="4769781" cy="2326548"/>
              <a:chOff x="3283415" y="292395"/>
              <a:chExt cx="5822202" cy="2839883"/>
            </a:xfrm>
          </p:grpSpPr>
          <p:cxnSp>
            <p:nvCxnSpPr>
              <p:cNvPr id="26" name="Straight Arrow Connector 25">
                <a:extLst>
                  <a:ext uri="{FF2B5EF4-FFF2-40B4-BE49-F238E27FC236}">
                    <a16:creationId xmlns:a16="http://schemas.microsoft.com/office/drawing/2014/main" id="{75EAA563-669B-49B9-70B2-989E09CA10CD}"/>
                  </a:ext>
                </a:extLst>
              </p:cNvPr>
              <p:cNvCxnSpPr>
                <a:cxnSpLocks/>
                <a:endCxn id="58" idx="3"/>
              </p:cNvCxnSpPr>
              <p:nvPr/>
            </p:nvCxnSpPr>
            <p:spPr>
              <a:xfrm flipV="1">
                <a:off x="7050953" y="1927917"/>
                <a:ext cx="1032252" cy="732347"/>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5DBAC81B-A2B1-7B47-417B-CE972CE0F70B}"/>
                  </a:ext>
                </a:extLst>
              </p:cNvPr>
              <p:cNvCxnSpPr>
                <a:cxnSpLocks/>
              </p:cNvCxnSpPr>
              <p:nvPr/>
            </p:nvCxnSpPr>
            <p:spPr>
              <a:xfrm>
                <a:off x="7101617" y="838200"/>
                <a:ext cx="998056" cy="692913"/>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524819A7-98D5-4F6D-6C35-CC16283A692A}"/>
                  </a:ext>
                </a:extLst>
              </p:cNvPr>
              <p:cNvCxnSpPr>
                <a:cxnSpLocks/>
                <a:stCxn id="44" idx="6"/>
                <a:endCxn id="54" idx="2"/>
              </p:cNvCxnSpPr>
              <p:nvPr/>
            </p:nvCxnSpPr>
            <p:spPr>
              <a:xfrm flipV="1">
                <a:off x="5845780" y="2660264"/>
                <a:ext cx="760539" cy="1688"/>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EA3745F8-9960-4BFD-C87C-5EEA4AE52F5C}"/>
                  </a:ext>
                </a:extLst>
              </p:cNvPr>
              <p:cNvCxnSpPr>
                <a:cxnSpLocks/>
                <a:stCxn id="60" idx="6"/>
                <a:endCxn id="56" idx="2"/>
              </p:cNvCxnSpPr>
              <p:nvPr/>
            </p:nvCxnSpPr>
            <p:spPr>
              <a:xfrm>
                <a:off x="5849079" y="809532"/>
                <a:ext cx="773483" cy="8467"/>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31" name="Straight Arrow Connector 30">
                <a:extLst>
                  <a:ext uri="{FF2B5EF4-FFF2-40B4-BE49-F238E27FC236}">
                    <a16:creationId xmlns:a16="http://schemas.microsoft.com/office/drawing/2014/main" id="{3C93F223-A3A5-D42D-31C3-C832FE0B0AC9}"/>
                  </a:ext>
                </a:extLst>
              </p:cNvPr>
              <p:cNvCxnSpPr>
                <a:cxnSpLocks/>
                <a:endCxn id="60" idx="2"/>
              </p:cNvCxnSpPr>
              <p:nvPr/>
            </p:nvCxnSpPr>
            <p:spPr>
              <a:xfrm flipV="1">
                <a:off x="4523657" y="809532"/>
                <a:ext cx="776782" cy="976601"/>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A416530D-3A8C-8675-D23D-90590D1B80A7}"/>
                      </a:ext>
                    </a:extLst>
                  </p:cNvPr>
                  <p:cNvSpPr txBox="1"/>
                  <p:nvPr/>
                </p:nvSpPr>
                <p:spPr>
                  <a:xfrm>
                    <a:off x="3283415" y="1276094"/>
                    <a:ext cx="543340" cy="45082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in</m:t>
                              </m:r>
                            </m:sub>
                          </m:sSub>
                        </m:oMath>
                      </m:oMathPara>
                    </a14:m>
                    <a:endParaRPr lang="en-US" dirty="0">
                      <a:solidFill>
                        <a:schemeClr val="tx1"/>
                      </a:solidFill>
                    </a:endParaRPr>
                  </a:p>
                </p:txBody>
              </p:sp>
            </mc:Choice>
            <mc:Fallback xmlns="">
              <p:sp>
                <p:nvSpPr>
                  <p:cNvPr id="35" name="TextBox 34">
                    <a:extLst>
                      <a:ext uri="{FF2B5EF4-FFF2-40B4-BE49-F238E27FC236}">
                        <a16:creationId xmlns:a16="http://schemas.microsoft.com/office/drawing/2014/main" id="{A416530D-3A8C-8675-D23D-90590D1B80A7}"/>
                      </a:ext>
                    </a:extLst>
                  </p:cNvPr>
                  <p:cNvSpPr txBox="1">
                    <a:spLocks noRot="1" noChangeAspect="1" noMove="1" noResize="1" noEditPoints="1" noAdjustHandles="1" noChangeArrowheads="1" noChangeShapeType="1" noTextEdit="1"/>
                  </p:cNvSpPr>
                  <p:nvPr/>
                </p:nvSpPr>
                <p:spPr>
                  <a:xfrm>
                    <a:off x="3283415" y="1276094"/>
                    <a:ext cx="543340" cy="450822"/>
                  </a:xfrm>
                  <a:prstGeom prst="rect">
                    <a:avLst/>
                  </a:prstGeom>
                  <a:blipFill>
                    <a:blip r:embed="rId4"/>
                    <a:stretch>
                      <a:fillRect r="-13699"/>
                    </a:stretch>
                  </a:blipFill>
                </p:spPr>
                <p:txBody>
                  <a:bodyPr/>
                  <a:lstStyle/>
                  <a:p>
                    <a:r>
                      <a:rPr lang="en-US">
                        <a:noFill/>
                      </a:rPr>
                      <a:t> </a:t>
                    </a:r>
                  </a:p>
                </p:txBody>
              </p:sp>
            </mc:Fallback>
          </mc:AlternateContent>
          <p:cxnSp>
            <p:nvCxnSpPr>
              <p:cNvPr id="37" name="Straight Arrow Connector 36">
                <a:extLst>
                  <a:ext uri="{FF2B5EF4-FFF2-40B4-BE49-F238E27FC236}">
                    <a16:creationId xmlns:a16="http://schemas.microsoft.com/office/drawing/2014/main" id="{163DE556-3230-56BE-43E3-65DE83443450}"/>
                  </a:ext>
                </a:extLst>
              </p:cNvPr>
              <p:cNvCxnSpPr>
                <a:cxnSpLocks/>
                <a:endCxn id="44" idx="2"/>
              </p:cNvCxnSpPr>
              <p:nvPr/>
            </p:nvCxnSpPr>
            <p:spPr>
              <a:xfrm>
                <a:off x="4523657" y="1786133"/>
                <a:ext cx="773483" cy="875819"/>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38" name="Straight Arrow Connector 37">
                <a:extLst>
                  <a:ext uri="{FF2B5EF4-FFF2-40B4-BE49-F238E27FC236}">
                    <a16:creationId xmlns:a16="http://schemas.microsoft.com/office/drawing/2014/main" id="{51C9E112-3CE9-DD8B-ECBB-CBF0C984C523}"/>
                  </a:ext>
                </a:extLst>
              </p:cNvPr>
              <p:cNvCxnSpPr>
                <a:cxnSpLocks/>
              </p:cNvCxnSpPr>
              <p:nvPr/>
            </p:nvCxnSpPr>
            <p:spPr>
              <a:xfrm flipV="1">
                <a:off x="8387577" y="1726916"/>
                <a:ext cx="718040" cy="1"/>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grpSp>
            <p:nvGrpSpPr>
              <p:cNvPr id="39" name="Group 38">
                <a:extLst>
                  <a:ext uri="{FF2B5EF4-FFF2-40B4-BE49-F238E27FC236}">
                    <a16:creationId xmlns:a16="http://schemas.microsoft.com/office/drawing/2014/main" id="{7C701197-534F-A378-E5FC-15FA5CC2630B}"/>
                  </a:ext>
                </a:extLst>
              </p:cNvPr>
              <p:cNvGrpSpPr/>
              <p:nvPr/>
            </p:nvGrpSpPr>
            <p:grpSpPr>
              <a:xfrm>
                <a:off x="5300439" y="534254"/>
                <a:ext cx="587792" cy="550556"/>
                <a:chOff x="4764744" y="3666589"/>
                <a:chExt cx="587792" cy="550556"/>
              </a:xfrm>
            </p:grpSpPr>
            <p:sp>
              <p:nvSpPr>
                <p:cNvPr id="60" name="Oval 59">
                  <a:extLst>
                    <a:ext uri="{FF2B5EF4-FFF2-40B4-BE49-F238E27FC236}">
                      <a16:creationId xmlns:a16="http://schemas.microsoft.com/office/drawing/2014/main" id="{1C2EB6E1-4388-11DC-C9A9-AD17A47DC142}"/>
                    </a:ext>
                  </a:extLst>
                </p:cNvPr>
                <p:cNvSpPr>
                  <a:spLocks noChangeAspect="1"/>
                </p:cNvSpPr>
                <p:nvPr/>
              </p:nvSpPr>
              <p:spPr>
                <a:xfrm>
                  <a:off x="4764744" y="3666589"/>
                  <a:ext cx="548640" cy="550556"/>
                </a:xfrm>
                <a:prstGeom prst="ellipse">
                  <a:avLst/>
                </a:prstGeom>
                <a:solidFill>
                  <a:schemeClr val="tx2">
                    <a:lumMod val="25000"/>
                    <a:lumOff val="75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61" name="TextBox 60">
                      <a:extLst>
                        <a:ext uri="{FF2B5EF4-FFF2-40B4-BE49-F238E27FC236}">
                          <a16:creationId xmlns:a16="http://schemas.microsoft.com/office/drawing/2014/main" id="{9C3D77E9-BB5F-6A52-A41C-C0D4ADA2BCDF}"/>
                        </a:ext>
                      </a:extLst>
                    </p:cNvPr>
                    <p:cNvSpPr txBox="1"/>
                    <p:nvPr/>
                  </p:nvSpPr>
                  <p:spPr>
                    <a:xfrm>
                      <a:off x="4797682" y="3678461"/>
                      <a:ext cx="554854" cy="45082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a:rPr lang="de-DE" b="0" i="1" smtClean="0">
                                    <a:solidFill>
                                      <a:schemeClr val="bg1"/>
                                    </a:solidFill>
                                    <a:latin typeface="Cambria Math" panose="02040503050406030204" pitchFamily="18" charset="0"/>
                                  </a:rPr>
                                  <m:t>11</m:t>
                                </m:r>
                              </m:sub>
                            </m:sSub>
                          </m:oMath>
                        </m:oMathPara>
                      </a14:m>
                      <a:endParaRPr lang="en-US" dirty="0">
                        <a:solidFill>
                          <a:schemeClr val="bg1"/>
                        </a:solidFill>
                      </a:endParaRPr>
                    </a:p>
                  </p:txBody>
                </p:sp>
              </mc:Choice>
              <mc:Fallback xmlns="">
                <p:sp>
                  <p:nvSpPr>
                    <p:cNvPr id="21" name="TextBox 20">
                      <a:extLst>
                        <a:ext uri="{FF2B5EF4-FFF2-40B4-BE49-F238E27FC236}">
                          <a16:creationId xmlns:a16="http://schemas.microsoft.com/office/drawing/2014/main" id="{2E28F1B4-2645-3A75-25AF-14CAFDD1B482}"/>
                        </a:ext>
                      </a:extLst>
                    </p:cNvPr>
                    <p:cNvSpPr txBox="1">
                      <a:spLocks noRot="1" noChangeAspect="1" noMove="1" noResize="1" noEditPoints="1" noAdjustHandles="1" noChangeArrowheads="1" noChangeShapeType="1" noTextEdit="1"/>
                    </p:cNvSpPr>
                    <p:nvPr/>
                  </p:nvSpPr>
                  <p:spPr>
                    <a:xfrm>
                      <a:off x="4797682" y="3678461"/>
                      <a:ext cx="554854" cy="450822"/>
                    </a:xfrm>
                    <a:prstGeom prst="rect">
                      <a:avLst/>
                    </a:prstGeom>
                    <a:blipFill>
                      <a:blip r:embed="rId5"/>
                      <a:stretch>
                        <a:fillRect/>
                      </a:stretch>
                    </a:blipFill>
                  </p:spPr>
                  <p:txBody>
                    <a:bodyPr/>
                    <a:lstStyle/>
                    <a:p>
                      <a:r>
                        <a:rPr lang="en-US">
                          <a:noFill/>
                        </a:rPr>
                        <a:t> </a:t>
                      </a:r>
                    </a:p>
                  </p:txBody>
                </p:sp>
              </mc:Fallback>
            </mc:AlternateContent>
          </p:grpSp>
          <p:sp>
            <p:nvSpPr>
              <p:cNvPr id="43" name="Rectangle 42">
                <a:extLst>
                  <a:ext uri="{FF2B5EF4-FFF2-40B4-BE49-F238E27FC236}">
                    <a16:creationId xmlns:a16="http://schemas.microsoft.com/office/drawing/2014/main" id="{FADF0B86-0166-50AE-DA09-164CA57489F1}"/>
                  </a:ext>
                </a:extLst>
              </p:cNvPr>
              <p:cNvSpPr/>
              <p:nvPr/>
            </p:nvSpPr>
            <p:spPr>
              <a:xfrm>
                <a:off x="4099942" y="292395"/>
                <a:ext cx="4667795" cy="2839883"/>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44" name="Oval 43">
                <a:extLst>
                  <a:ext uri="{FF2B5EF4-FFF2-40B4-BE49-F238E27FC236}">
                    <a16:creationId xmlns:a16="http://schemas.microsoft.com/office/drawing/2014/main" id="{FE609B0F-D4CA-D5D9-DB80-F9996E5BC0B0}"/>
                  </a:ext>
                </a:extLst>
              </p:cNvPr>
              <p:cNvSpPr>
                <a:spLocks noChangeAspect="1"/>
              </p:cNvSpPr>
              <p:nvPr/>
            </p:nvSpPr>
            <p:spPr>
              <a:xfrm>
                <a:off x="5297140" y="2386674"/>
                <a:ext cx="548640" cy="550556"/>
              </a:xfrm>
              <a:prstGeom prst="ellipse">
                <a:avLst/>
              </a:prstGeom>
              <a:solidFill>
                <a:schemeClr val="tx2">
                  <a:lumMod val="25000"/>
                  <a:lumOff val="75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grpSp>
            <p:nvGrpSpPr>
              <p:cNvPr id="49" name="Group 48">
                <a:extLst>
                  <a:ext uri="{FF2B5EF4-FFF2-40B4-BE49-F238E27FC236}">
                    <a16:creationId xmlns:a16="http://schemas.microsoft.com/office/drawing/2014/main" id="{CADA1FB6-3183-3ADC-B1BE-E870A2D4F4D3}"/>
                  </a:ext>
                </a:extLst>
              </p:cNvPr>
              <p:cNvGrpSpPr/>
              <p:nvPr/>
            </p:nvGrpSpPr>
            <p:grpSpPr>
              <a:xfrm>
                <a:off x="7948290" y="1457988"/>
                <a:ext cx="603209" cy="550556"/>
                <a:chOff x="4710175" y="3666589"/>
                <a:chExt cx="603209" cy="550556"/>
              </a:xfrm>
            </p:grpSpPr>
            <p:sp>
              <p:nvSpPr>
                <p:cNvPr id="58" name="Oval 57">
                  <a:extLst>
                    <a:ext uri="{FF2B5EF4-FFF2-40B4-BE49-F238E27FC236}">
                      <a16:creationId xmlns:a16="http://schemas.microsoft.com/office/drawing/2014/main" id="{B0B97FED-B514-3090-697D-905B673DD482}"/>
                    </a:ext>
                  </a:extLst>
                </p:cNvPr>
                <p:cNvSpPr>
                  <a:spLocks noChangeAspect="1"/>
                </p:cNvSpPr>
                <p:nvPr/>
              </p:nvSpPr>
              <p:spPr>
                <a:xfrm>
                  <a:off x="4764744" y="3666589"/>
                  <a:ext cx="548640" cy="550556"/>
                </a:xfrm>
                <a:prstGeom prst="ellipse">
                  <a:avLst/>
                </a:prstGeom>
                <a:solidFill>
                  <a:schemeClr val="tx2">
                    <a:lumMod val="25000"/>
                    <a:lumOff val="75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6CC170ED-1B13-C773-B544-7F898F9DAC86}"/>
                        </a:ext>
                      </a:extLst>
                    </p:cNvPr>
                    <p:cNvSpPr txBox="1"/>
                    <p:nvPr/>
                  </p:nvSpPr>
                  <p:spPr>
                    <a:xfrm>
                      <a:off x="4710175" y="3698505"/>
                      <a:ext cx="554854" cy="45082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out</m:t>
                                </m:r>
                              </m:sub>
                            </m:sSub>
                          </m:oMath>
                        </m:oMathPara>
                      </a14:m>
                      <a:endParaRPr lang="en-US" dirty="0">
                        <a:solidFill>
                          <a:schemeClr val="bg1"/>
                        </a:solidFill>
                      </a:endParaRPr>
                    </a:p>
                  </p:txBody>
                </p:sp>
              </mc:Choice>
              <mc:Fallback xmlns="">
                <p:sp>
                  <p:nvSpPr>
                    <p:cNvPr id="59" name="TextBox 58">
                      <a:extLst>
                        <a:ext uri="{FF2B5EF4-FFF2-40B4-BE49-F238E27FC236}">
                          <a16:creationId xmlns:a16="http://schemas.microsoft.com/office/drawing/2014/main" id="{6CC170ED-1B13-C773-B544-7F898F9DAC86}"/>
                        </a:ext>
                      </a:extLst>
                    </p:cNvPr>
                    <p:cNvSpPr txBox="1">
                      <a:spLocks noRot="1" noChangeAspect="1" noMove="1" noResize="1" noEditPoints="1" noAdjustHandles="1" noChangeArrowheads="1" noChangeShapeType="1" noTextEdit="1"/>
                    </p:cNvSpPr>
                    <p:nvPr/>
                  </p:nvSpPr>
                  <p:spPr>
                    <a:xfrm>
                      <a:off x="4710175" y="3698505"/>
                      <a:ext cx="554854" cy="450822"/>
                    </a:xfrm>
                    <a:prstGeom prst="rect">
                      <a:avLst/>
                    </a:prstGeom>
                    <a:blipFill>
                      <a:blip r:embed="rId6"/>
                      <a:stretch>
                        <a:fillRect r="-12000"/>
                      </a:stretch>
                    </a:blipFill>
                  </p:spPr>
                  <p:txBody>
                    <a:bodyPr/>
                    <a:lstStyle/>
                    <a:p>
                      <a:r>
                        <a:rPr lang="en-US">
                          <a:noFill/>
                        </a:rPr>
                        <a:t> </a:t>
                      </a:r>
                    </a:p>
                  </p:txBody>
                </p:sp>
              </mc:Fallback>
            </mc:AlternateContent>
          </p:grpSp>
          <p:cxnSp>
            <p:nvCxnSpPr>
              <p:cNvPr id="50" name="Straight Arrow Connector 49">
                <a:extLst>
                  <a:ext uri="{FF2B5EF4-FFF2-40B4-BE49-F238E27FC236}">
                    <a16:creationId xmlns:a16="http://schemas.microsoft.com/office/drawing/2014/main" id="{2AF4526D-96B4-517A-29A2-5300EC1EC18E}"/>
                  </a:ext>
                </a:extLst>
              </p:cNvPr>
              <p:cNvCxnSpPr>
                <a:cxnSpLocks/>
              </p:cNvCxnSpPr>
              <p:nvPr/>
            </p:nvCxnSpPr>
            <p:spPr>
              <a:xfrm flipV="1">
                <a:off x="3826755" y="1786133"/>
                <a:ext cx="718040" cy="1"/>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grpSp>
            <p:nvGrpSpPr>
              <p:cNvPr id="51" name="Group 50">
                <a:extLst>
                  <a:ext uri="{FF2B5EF4-FFF2-40B4-BE49-F238E27FC236}">
                    <a16:creationId xmlns:a16="http://schemas.microsoft.com/office/drawing/2014/main" id="{AA76DFAE-BFFD-9CCE-5053-ACEBC96EA12F}"/>
                  </a:ext>
                </a:extLst>
              </p:cNvPr>
              <p:cNvGrpSpPr/>
              <p:nvPr/>
            </p:nvGrpSpPr>
            <p:grpSpPr>
              <a:xfrm>
                <a:off x="6622562" y="542721"/>
                <a:ext cx="587792" cy="550556"/>
                <a:chOff x="4764744" y="3666589"/>
                <a:chExt cx="587792" cy="550556"/>
              </a:xfrm>
            </p:grpSpPr>
            <p:sp>
              <p:nvSpPr>
                <p:cNvPr id="56" name="Oval 55">
                  <a:extLst>
                    <a:ext uri="{FF2B5EF4-FFF2-40B4-BE49-F238E27FC236}">
                      <a16:creationId xmlns:a16="http://schemas.microsoft.com/office/drawing/2014/main" id="{3089144C-9A51-EBB9-BEB2-E623EC545798}"/>
                    </a:ext>
                  </a:extLst>
                </p:cNvPr>
                <p:cNvSpPr>
                  <a:spLocks noChangeAspect="1"/>
                </p:cNvSpPr>
                <p:nvPr/>
              </p:nvSpPr>
              <p:spPr>
                <a:xfrm>
                  <a:off x="4764744" y="3666589"/>
                  <a:ext cx="548640" cy="550556"/>
                </a:xfrm>
                <a:prstGeom prst="ellipse">
                  <a:avLst/>
                </a:prstGeom>
                <a:solidFill>
                  <a:schemeClr val="tx2">
                    <a:lumMod val="25000"/>
                    <a:lumOff val="75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2DC40DBC-A1F7-0F28-CCE9-A1CCE91D7FE2}"/>
                        </a:ext>
                      </a:extLst>
                    </p:cNvPr>
                    <p:cNvSpPr txBox="1"/>
                    <p:nvPr/>
                  </p:nvSpPr>
                  <p:spPr>
                    <a:xfrm>
                      <a:off x="4797682" y="3678461"/>
                      <a:ext cx="554854" cy="45082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a:rPr lang="de-DE" b="0" i="1" smtClean="0">
                                    <a:solidFill>
                                      <a:schemeClr val="bg1"/>
                                    </a:solidFill>
                                    <a:latin typeface="Cambria Math" panose="02040503050406030204" pitchFamily="18" charset="0"/>
                                  </a:rPr>
                                  <m:t>12</m:t>
                                </m:r>
                              </m:sub>
                            </m:sSub>
                          </m:oMath>
                        </m:oMathPara>
                      </a14:m>
                      <a:endParaRPr lang="en-US" dirty="0">
                        <a:solidFill>
                          <a:schemeClr val="bg1"/>
                        </a:solidFill>
                      </a:endParaRPr>
                    </a:p>
                  </p:txBody>
                </p:sp>
              </mc:Choice>
              <mc:Fallback xmlns="">
                <p:sp>
                  <p:nvSpPr>
                    <p:cNvPr id="57" name="TextBox 56">
                      <a:extLst>
                        <a:ext uri="{FF2B5EF4-FFF2-40B4-BE49-F238E27FC236}">
                          <a16:creationId xmlns:a16="http://schemas.microsoft.com/office/drawing/2014/main" id="{2DC40DBC-A1F7-0F28-CCE9-A1CCE91D7FE2}"/>
                        </a:ext>
                      </a:extLst>
                    </p:cNvPr>
                    <p:cNvSpPr txBox="1">
                      <a:spLocks noRot="1" noChangeAspect="1" noMove="1" noResize="1" noEditPoints="1" noAdjustHandles="1" noChangeArrowheads="1" noChangeShapeType="1" noTextEdit="1"/>
                    </p:cNvSpPr>
                    <p:nvPr/>
                  </p:nvSpPr>
                  <p:spPr>
                    <a:xfrm>
                      <a:off x="4797682" y="3678461"/>
                      <a:ext cx="554854" cy="450822"/>
                    </a:xfrm>
                    <a:prstGeom prst="rect">
                      <a:avLst/>
                    </a:prstGeom>
                    <a:blipFill>
                      <a:blip r:embed="rId7"/>
                      <a:stretch>
                        <a:fillRect/>
                      </a:stretch>
                    </a:blipFill>
                  </p:spPr>
                  <p:txBody>
                    <a:bodyPr/>
                    <a:lstStyle/>
                    <a:p>
                      <a:r>
                        <a:rPr lang="en-US">
                          <a:noFill/>
                        </a:rPr>
                        <a:t> </a:t>
                      </a:r>
                    </a:p>
                  </p:txBody>
                </p:sp>
              </mc:Fallback>
            </mc:AlternateContent>
          </p:grpSp>
          <p:grpSp>
            <p:nvGrpSpPr>
              <p:cNvPr id="52" name="Group 51">
                <a:extLst>
                  <a:ext uri="{FF2B5EF4-FFF2-40B4-BE49-F238E27FC236}">
                    <a16:creationId xmlns:a16="http://schemas.microsoft.com/office/drawing/2014/main" id="{48522E95-17FB-7E81-D1E2-CF06569CFD2A}"/>
                  </a:ext>
                </a:extLst>
              </p:cNvPr>
              <p:cNvGrpSpPr/>
              <p:nvPr/>
            </p:nvGrpSpPr>
            <p:grpSpPr>
              <a:xfrm>
                <a:off x="6606319" y="2384986"/>
                <a:ext cx="587792" cy="550556"/>
                <a:chOff x="4764744" y="3666589"/>
                <a:chExt cx="587792" cy="550556"/>
              </a:xfrm>
            </p:grpSpPr>
            <p:sp>
              <p:nvSpPr>
                <p:cNvPr id="54" name="Oval 53">
                  <a:extLst>
                    <a:ext uri="{FF2B5EF4-FFF2-40B4-BE49-F238E27FC236}">
                      <a16:creationId xmlns:a16="http://schemas.microsoft.com/office/drawing/2014/main" id="{E4EF77B0-9942-073E-80B5-DBCDBDF748B6}"/>
                    </a:ext>
                  </a:extLst>
                </p:cNvPr>
                <p:cNvSpPr>
                  <a:spLocks noChangeAspect="1"/>
                </p:cNvSpPr>
                <p:nvPr/>
              </p:nvSpPr>
              <p:spPr>
                <a:xfrm>
                  <a:off x="4764744" y="3666589"/>
                  <a:ext cx="548640" cy="550556"/>
                </a:xfrm>
                <a:prstGeom prst="ellipse">
                  <a:avLst/>
                </a:prstGeom>
                <a:solidFill>
                  <a:schemeClr val="tx2">
                    <a:lumMod val="25000"/>
                    <a:lumOff val="75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6C1D3818-A936-9375-DDEA-CECCCB895AE3}"/>
                        </a:ext>
                      </a:extLst>
                    </p:cNvPr>
                    <p:cNvSpPr txBox="1"/>
                    <p:nvPr/>
                  </p:nvSpPr>
                  <p:spPr>
                    <a:xfrm>
                      <a:off x="4797682" y="3678461"/>
                      <a:ext cx="554854" cy="45082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a:rPr lang="de-DE" b="0" i="1" smtClean="0">
                                    <a:solidFill>
                                      <a:schemeClr val="bg1"/>
                                    </a:solidFill>
                                    <a:latin typeface="Cambria Math" panose="02040503050406030204" pitchFamily="18" charset="0"/>
                                  </a:rPr>
                                  <m:t>22</m:t>
                                </m:r>
                              </m:sub>
                            </m:sSub>
                          </m:oMath>
                        </m:oMathPara>
                      </a14:m>
                      <a:endParaRPr lang="en-US" dirty="0">
                        <a:solidFill>
                          <a:schemeClr val="bg1"/>
                        </a:solidFill>
                      </a:endParaRPr>
                    </a:p>
                  </p:txBody>
                </p:sp>
              </mc:Choice>
              <mc:Fallback xmlns="">
                <p:sp>
                  <p:nvSpPr>
                    <p:cNvPr id="55" name="TextBox 54">
                      <a:extLst>
                        <a:ext uri="{FF2B5EF4-FFF2-40B4-BE49-F238E27FC236}">
                          <a16:creationId xmlns:a16="http://schemas.microsoft.com/office/drawing/2014/main" id="{6C1D3818-A936-9375-DDEA-CECCCB895AE3}"/>
                        </a:ext>
                      </a:extLst>
                    </p:cNvPr>
                    <p:cNvSpPr txBox="1">
                      <a:spLocks noRot="1" noChangeAspect="1" noMove="1" noResize="1" noEditPoints="1" noAdjustHandles="1" noChangeArrowheads="1" noChangeShapeType="1" noTextEdit="1"/>
                    </p:cNvSpPr>
                    <p:nvPr/>
                  </p:nvSpPr>
                  <p:spPr>
                    <a:xfrm>
                      <a:off x="4797682" y="3678461"/>
                      <a:ext cx="554854" cy="450822"/>
                    </a:xfrm>
                    <a:prstGeom prst="rect">
                      <a:avLst/>
                    </a:prstGeom>
                    <a:blipFill>
                      <a:blip r:embed="rId8"/>
                      <a:stretch>
                        <a:fillRect/>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AF46A605-1A78-48C5-D0B4-E300E32E4988}"/>
                      </a:ext>
                    </a:extLst>
                  </p:cNvPr>
                  <p:cNvSpPr txBox="1"/>
                  <p:nvPr/>
                </p:nvSpPr>
                <p:spPr>
                  <a:xfrm>
                    <a:off x="5330077" y="2398546"/>
                    <a:ext cx="554854" cy="45082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a:rPr lang="de-DE" b="0" i="1" smtClean="0">
                                  <a:solidFill>
                                    <a:schemeClr val="bg1"/>
                                  </a:solidFill>
                                  <a:latin typeface="Cambria Math" panose="02040503050406030204" pitchFamily="18" charset="0"/>
                                </a:rPr>
                                <m:t>21</m:t>
                              </m:r>
                            </m:sub>
                          </m:sSub>
                        </m:oMath>
                      </m:oMathPara>
                    </a14:m>
                    <a:endParaRPr lang="en-US" dirty="0">
                      <a:solidFill>
                        <a:schemeClr val="bg1"/>
                      </a:solidFill>
                    </a:endParaRPr>
                  </a:p>
                </p:txBody>
              </p:sp>
            </mc:Choice>
            <mc:Fallback xmlns="">
              <p:sp>
                <p:nvSpPr>
                  <p:cNvPr id="144" name="TextBox 143">
                    <a:extLst>
                      <a:ext uri="{FF2B5EF4-FFF2-40B4-BE49-F238E27FC236}">
                        <a16:creationId xmlns:a16="http://schemas.microsoft.com/office/drawing/2014/main" id="{F0EDCC4A-BC29-7DA6-7EEC-6F2BC35BBA60}"/>
                      </a:ext>
                    </a:extLst>
                  </p:cNvPr>
                  <p:cNvSpPr txBox="1">
                    <a:spLocks noRot="1" noChangeAspect="1" noMove="1" noResize="1" noEditPoints="1" noAdjustHandles="1" noChangeArrowheads="1" noChangeShapeType="1" noTextEdit="1"/>
                  </p:cNvSpPr>
                  <p:nvPr/>
                </p:nvSpPr>
                <p:spPr>
                  <a:xfrm>
                    <a:off x="5330077" y="2398546"/>
                    <a:ext cx="554854" cy="450822"/>
                  </a:xfrm>
                  <a:prstGeom prst="rect">
                    <a:avLst/>
                  </a:prstGeom>
                  <a:blipFill>
                    <a:blip r:embed="rId9"/>
                    <a:stretch>
                      <a:fillRect/>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22BCF044-FA90-4535-932E-2E4157642C2C}"/>
                    </a:ext>
                  </a:extLst>
                </p:cNvPr>
                <p:cNvSpPr txBox="1"/>
                <p:nvPr/>
              </p:nvSpPr>
              <p:spPr>
                <a:xfrm>
                  <a:off x="8156015" y="943160"/>
                  <a:ext cx="44512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out</m:t>
                            </m:r>
                          </m:sub>
                        </m:sSub>
                      </m:oMath>
                    </m:oMathPara>
                  </a14:m>
                  <a:endParaRPr lang="en-US" dirty="0">
                    <a:solidFill>
                      <a:schemeClr val="tx1"/>
                    </a:solidFill>
                  </a:endParaRPr>
                </a:p>
              </p:txBody>
            </p:sp>
          </mc:Choice>
          <mc:Fallback xmlns="">
            <p:sp>
              <p:nvSpPr>
                <p:cNvPr id="25" name="TextBox 24">
                  <a:extLst>
                    <a:ext uri="{FF2B5EF4-FFF2-40B4-BE49-F238E27FC236}">
                      <a16:creationId xmlns:a16="http://schemas.microsoft.com/office/drawing/2014/main" id="{22BCF044-FA90-4535-932E-2E4157642C2C}"/>
                    </a:ext>
                  </a:extLst>
                </p:cNvPr>
                <p:cNvSpPr txBox="1">
                  <a:spLocks noRot="1" noChangeAspect="1" noMove="1" noResize="1" noEditPoints="1" noAdjustHandles="1" noChangeArrowheads="1" noChangeShapeType="1" noTextEdit="1"/>
                </p:cNvSpPr>
                <p:nvPr/>
              </p:nvSpPr>
              <p:spPr>
                <a:xfrm>
                  <a:off x="8156015" y="943160"/>
                  <a:ext cx="445126" cy="369332"/>
                </a:xfrm>
                <a:prstGeom prst="rect">
                  <a:avLst/>
                </a:prstGeom>
                <a:blipFill>
                  <a:blip r:embed="rId10"/>
                  <a:stretch>
                    <a:fillRect r="-35616"/>
                  </a:stretch>
                </a:blipFill>
              </p:spPr>
              <p:txBody>
                <a:bodyPr/>
                <a:lstStyle/>
                <a:p>
                  <a:r>
                    <a:rPr lang="en-US">
                      <a:noFill/>
                    </a:rPr>
                    <a:t> </a:t>
                  </a:r>
                </a:p>
              </p:txBody>
            </p:sp>
          </mc:Fallback>
        </mc:AlternateContent>
      </p:grpSp>
    </p:spTree>
    <p:extLst>
      <p:ext uri="{BB962C8B-B14F-4D97-AF65-F5344CB8AC3E}">
        <p14:creationId xmlns:p14="http://schemas.microsoft.com/office/powerpoint/2010/main" val="2641565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79EC03-330A-8482-4BAA-53CB3403E4CC}"/>
            </a:ext>
          </a:extLst>
        </p:cNvPr>
        <p:cNvGrpSpPr/>
        <p:nvPr/>
      </p:nvGrpSpPr>
      <p:grpSpPr>
        <a:xfrm>
          <a:off x="0" y="0"/>
          <a:ext cx="0" cy="0"/>
          <a:chOff x="0" y="0"/>
          <a:chExt cx="0" cy="0"/>
        </a:xfrm>
      </p:grpSpPr>
      <p:pic>
        <p:nvPicPr>
          <p:cNvPr id="19" name="Picture 2" descr="Metro-style map of major metabolic pathways">
            <a:extLst>
              <a:ext uri="{FF2B5EF4-FFF2-40B4-BE49-F238E27FC236}">
                <a16:creationId xmlns:a16="http://schemas.microsoft.com/office/drawing/2014/main" id="{659E02D9-ADD3-FE42-7FBF-C6A8041B185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21177" y="3040825"/>
            <a:ext cx="5084973" cy="3813730"/>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3" name="Title 1">
            <a:extLst>
              <a:ext uri="{FF2B5EF4-FFF2-40B4-BE49-F238E27FC236}">
                <a16:creationId xmlns:a16="http://schemas.microsoft.com/office/drawing/2014/main" id="{7F275217-2EF3-8A5D-E2BA-623E1AF414DE}"/>
              </a:ext>
            </a:extLst>
          </p:cNvPr>
          <p:cNvSpPr>
            <a:spLocks noGrp="1"/>
          </p:cNvSpPr>
          <p:nvPr>
            <p:ph type="title"/>
          </p:nvPr>
        </p:nvSpPr>
        <p:spPr>
          <a:xfrm>
            <a:off x="10066812" y="91581"/>
            <a:ext cx="1952334" cy="505057"/>
          </a:xfrm>
        </p:spPr>
        <p:txBody>
          <a:bodyPr>
            <a:normAutofit fontScale="90000"/>
          </a:bodyPr>
          <a:lstStyle/>
          <a:p>
            <a:r>
              <a:rPr lang="en-US" sz="4000" dirty="0"/>
              <a:t>Concept</a:t>
            </a:r>
            <a:endParaRPr lang="en-US" sz="3200" dirty="0"/>
          </a:p>
        </p:txBody>
      </p:sp>
      <p:sp>
        <p:nvSpPr>
          <p:cNvPr id="32" name="Slide Number Placeholder 31">
            <a:extLst>
              <a:ext uri="{FF2B5EF4-FFF2-40B4-BE49-F238E27FC236}">
                <a16:creationId xmlns:a16="http://schemas.microsoft.com/office/drawing/2014/main" id="{8DFA703A-841C-FD44-7308-7A8DDFDD3F8A}"/>
              </a:ext>
            </a:extLst>
          </p:cNvPr>
          <p:cNvSpPr>
            <a:spLocks noGrp="1"/>
          </p:cNvSpPr>
          <p:nvPr>
            <p:ph type="sldNum" sz="quarter" idx="12"/>
          </p:nvPr>
        </p:nvSpPr>
        <p:spPr>
          <a:xfrm>
            <a:off x="-99230" y="6595961"/>
            <a:ext cx="483102" cy="338556"/>
          </a:xfrm>
        </p:spPr>
        <p:txBody>
          <a:bodyPr/>
          <a:lstStyle/>
          <a:p>
            <a:fld id="{250B62C5-2ACF-4D78-8FF3-37371B948607}" type="slidenum">
              <a:rPr lang="en-US" smtClean="0"/>
              <a:t>27</a:t>
            </a:fld>
            <a:endParaRPr lang="en-US"/>
          </a:p>
        </p:txBody>
      </p:sp>
      <p:sp>
        <p:nvSpPr>
          <p:cNvPr id="5" name="TextBox 4">
            <a:extLst>
              <a:ext uri="{FF2B5EF4-FFF2-40B4-BE49-F238E27FC236}">
                <a16:creationId xmlns:a16="http://schemas.microsoft.com/office/drawing/2014/main" id="{0621290D-89C2-8301-0C58-9AF44A69837B}"/>
              </a:ext>
            </a:extLst>
          </p:cNvPr>
          <p:cNvSpPr txBox="1"/>
          <p:nvPr/>
        </p:nvSpPr>
        <p:spPr>
          <a:xfrm>
            <a:off x="153078" y="202172"/>
            <a:ext cx="2254784" cy="830997"/>
          </a:xfrm>
          <a:prstGeom prst="rect">
            <a:avLst/>
          </a:prstGeom>
          <a:noFill/>
        </p:spPr>
        <p:txBody>
          <a:bodyPr wrap="none" rtlCol="0">
            <a:spAutoFit/>
          </a:bodyPr>
          <a:lstStyle/>
          <a:p>
            <a:r>
              <a:rPr lang="en-US" sz="2400" dirty="0"/>
              <a:t>2 neurons</a:t>
            </a:r>
          </a:p>
          <a:p>
            <a:r>
              <a:rPr lang="en-US" sz="2400" dirty="0"/>
              <a:t>Neural Network</a:t>
            </a:r>
          </a:p>
        </p:txBody>
      </p:sp>
      <p:sp>
        <p:nvSpPr>
          <p:cNvPr id="8" name="Rectangle: Rounded Corners 7">
            <a:extLst>
              <a:ext uri="{FF2B5EF4-FFF2-40B4-BE49-F238E27FC236}">
                <a16:creationId xmlns:a16="http://schemas.microsoft.com/office/drawing/2014/main" id="{E96D1FA9-D460-98E6-562A-F69B30D32722}"/>
              </a:ext>
            </a:extLst>
          </p:cNvPr>
          <p:cNvSpPr/>
          <p:nvPr/>
        </p:nvSpPr>
        <p:spPr>
          <a:xfrm>
            <a:off x="10440319" y="791635"/>
            <a:ext cx="1522517" cy="91440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Algorithm </a:t>
            </a:r>
          </a:p>
        </p:txBody>
      </p:sp>
      <p:sp>
        <p:nvSpPr>
          <p:cNvPr id="9" name="Rectangle: Rounded Corners 8">
            <a:extLst>
              <a:ext uri="{FF2B5EF4-FFF2-40B4-BE49-F238E27FC236}">
                <a16:creationId xmlns:a16="http://schemas.microsoft.com/office/drawing/2014/main" id="{AFDD3E30-DA3A-58B1-6E4F-2A5C34641D2C}"/>
              </a:ext>
            </a:extLst>
          </p:cNvPr>
          <p:cNvSpPr/>
          <p:nvPr/>
        </p:nvSpPr>
        <p:spPr>
          <a:xfrm>
            <a:off x="10440319" y="2215981"/>
            <a:ext cx="1522517" cy="914400"/>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Chemical Reactions </a:t>
            </a:r>
          </a:p>
        </p:txBody>
      </p:sp>
      <p:sp>
        <p:nvSpPr>
          <p:cNvPr id="10" name="Rectangle: Rounded Corners 9">
            <a:extLst>
              <a:ext uri="{FF2B5EF4-FFF2-40B4-BE49-F238E27FC236}">
                <a16:creationId xmlns:a16="http://schemas.microsoft.com/office/drawing/2014/main" id="{A9FC92DA-7CC2-926E-BF95-34EC5E8848D8}"/>
              </a:ext>
            </a:extLst>
          </p:cNvPr>
          <p:cNvSpPr/>
          <p:nvPr/>
        </p:nvSpPr>
        <p:spPr>
          <a:xfrm>
            <a:off x="10440319" y="3640327"/>
            <a:ext cx="1522517" cy="914400"/>
          </a:xfrm>
          <a:prstGeom prst="round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Metabolic Network</a:t>
            </a:r>
          </a:p>
        </p:txBody>
      </p:sp>
      <p:sp>
        <p:nvSpPr>
          <p:cNvPr id="11" name="Rectangle: Rounded Corners 10">
            <a:extLst>
              <a:ext uri="{FF2B5EF4-FFF2-40B4-BE49-F238E27FC236}">
                <a16:creationId xmlns:a16="http://schemas.microsoft.com/office/drawing/2014/main" id="{BC47201A-4637-F880-E18E-6EFBBC2B6789}"/>
              </a:ext>
            </a:extLst>
          </p:cNvPr>
          <p:cNvSpPr/>
          <p:nvPr/>
        </p:nvSpPr>
        <p:spPr>
          <a:xfrm>
            <a:off x="10440319" y="5064673"/>
            <a:ext cx="1522517" cy="91440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THz Actuation</a:t>
            </a:r>
          </a:p>
        </p:txBody>
      </p:sp>
      <p:cxnSp>
        <p:nvCxnSpPr>
          <p:cNvPr id="12" name="Straight Arrow Connector 11">
            <a:extLst>
              <a:ext uri="{FF2B5EF4-FFF2-40B4-BE49-F238E27FC236}">
                <a16:creationId xmlns:a16="http://schemas.microsoft.com/office/drawing/2014/main" id="{48BCBD84-4342-EBB2-D133-0438B5A06887}"/>
              </a:ext>
            </a:extLst>
          </p:cNvPr>
          <p:cNvCxnSpPr>
            <a:stCxn id="8" idx="2"/>
            <a:endCxn id="9" idx="0"/>
          </p:cNvCxnSpPr>
          <p:nvPr/>
        </p:nvCxnSpPr>
        <p:spPr>
          <a:xfrm>
            <a:off x="11201578" y="1706035"/>
            <a:ext cx="0" cy="509946"/>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66D652FA-9078-CC81-BDCC-3EC869D0B9DC}"/>
              </a:ext>
            </a:extLst>
          </p:cNvPr>
          <p:cNvCxnSpPr>
            <a:cxnSpLocks/>
            <a:stCxn id="9" idx="2"/>
            <a:endCxn id="10" idx="0"/>
          </p:cNvCxnSpPr>
          <p:nvPr/>
        </p:nvCxnSpPr>
        <p:spPr>
          <a:xfrm>
            <a:off x="11201578" y="3130381"/>
            <a:ext cx="0" cy="509946"/>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06D13072-9E69-4E37-FDEF-6C78CA1473DD}"/>
              </a:ext>
            </a:extLst>
          </p:cNvPr>
          <p:cNvCxnSpPr>
            <a:cxnSpLocks/>
            <a:stCxn id="11" idx="0"/>
          </p:cNvCxnSpPr>
          <p:nvPr/>
        </p:nvCxnSpPr>
        <p:spPr>
          <a:xfrm flipV="1">
            <a:off x="11201578" y="4554727"/>
            <a:ext cx="0" cy="509946"/>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sp>
        <p:nvSpPr>
          <p:cNvPr id="33" name="Freeform: Shape 32">
            <a:extLst>
              <a:ext uri="{FF2B5EF4-FFF2-40B4-BE49-F238E27FC236}">
                <a16:creationId xmlns:a16="http://schemas.microsoft.com/office/drawing/2014/main" id="{58DF6F3D-A716-EDB5-25A0-3B7363D59CD8}"/>
              </a:ext>
            </a:extLst>
          </p:cNvPr>
          <p:cNvSpPr/>
          <p:nvPr/>
        </p:nvSpPr>
        <p:spPr>
          <a:xfrm>
            <a:off x="642857" y="2830131"/>
            <a:ext cx="7645397" cy="5633592"/>
          </a:xfrm>
          <a:custGeom>
            <a:avLst/>
            <a:gdLst>
              <a:gd name="csX0" fmla="*/ 2901954 w 7645397"/>
              <a:gd name="csY0" fmla="*/ 2153792 h 5633592"/>
              <a:gd name="csX1" fmla="*/ 2679700 w 7645397"/>
              <a:gd name="csY1" fmla="*/ 2376046 h 5633592"/>
              <a:gd name="csX2" fmla="*/ 2679700 w 7645397"/>
              <a:gd name="csY2" fmla="*/ 3265038 h 5633592"/>
              <a:gd name="csX3" fmla="*/ 2901954 w 7645397"/>
              <a:gd name="csY3" fmla="*/ 3487292 h 5633592"/>
              <a:gd name="csX4" fmla="*/ 4159246 w 7645397"/>
              <a:gd name="csY4" fmla="*/ 3487292 h 5633592"/>
              <a:gd name="csX5" fmla="*/ 4381500 w 7645397"/>
              <a:gd name="csY5" fmla="*/ 3265038 h 5633592"/>
              <a:gd name="csX6" fmla="*/ 4381500 w 7645397"/>
              <a:gd name="csY6" fmla="*/ 2376046 h 5633592"/>
              <a:gd name="csX7" fmla="*/ 4159246 w 7645397"/>
              <a:gd name="csY7" fmla="*/ 2153792 h 5633592"/>
              <a:gd name="csX8" fmla="*/ 0 w 7645397"/>
              <a:gd name="csY8" fmla="*/ 0 h 5633592"/>
              <a:gd name="csX9" fmla="*/ 7645397 w 7645397"/>
              <a:gd name="csY9" fmla="*/ 0 h 5633592"/>
              <a:gd name="csX10" fmla="*/ 7645397 w 7645397"/>
              <a:gd name="csY10" fmla="*/ 5633592 h 5633592"/>
              <a:gd name="csX11" fmla="*/ 0 w 7645397"/>
              <a:gd name="csY11" fmla="*/ 5633592 h 563359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7645397" h="5633592">
                <a:moveTo>
                  <a:pt x="2901954" y="2153792"/>
                </a:moveTo>
                <a:cubicBezTo>
                  <a:pt x="2779207" y="2153792"/>
                  <a:pt x="2679700" y="2253299"/>
                  <a:pt x="2679700" y="2376046"/>
                </a:cubicBezTo>
                <a:lnTo>
                  <a:pt x="2679700" y="3265038"/>
                </a:lnTo>
                <a:cubicBezTo>
                  <a:pt x="2679700" y="3387785"/>
                  <a:pt x="2779207" y="3487292"/>
                  <a:pt x="2901954" y="3487292"/>
                </a:cubicBezTo>
                <a:lnTo>
                  <a:pt x="4159246" y="3487292"/>
                </a:lnTo>
                <a:cubicBezTo>
                  <a:pt x="4281993" y="3487292"/>
                  <a:pt x="4381500" y="3387785"/>
                  <a:pt x="4381500" y="3265038"/>
                </a:cubicBezTo>
                <a:lnTo>
                  <a:pt x="4381500" y="2376046"/>
                </a:lnTo>
                <a:cubicBezTo>
                  <a:pt x="4381500" y="2253299"/>
                  <a:pt x="4281993" y="2153792"/>
                  <a:pt x="4159246" y="2153792"/>
                </a:cubicBezTo>
                <a:close/>
                <a:moveTo>
                  <a:pt x="0" y="0"/>
                </a:moveTo>
                <a:lnTo>
                  <a:pt x="7645397" y="0"/>
                </a:lnTo>
                <a:lnTo>
                  <a:pt x="7645397" y="5633592"/>
                </a:lnTo>
                <a:lnTo>
                  <a:pt x="0" y="5633592"/>
                </a:lnTo>
                <a:close/>
              </a:path>
            </a:pathLst>
          </a:cu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TextBox 17">
            <a:extLst>
              <a:ext uri="{FF2B5EF4-FFF2-40B4-BE49-F238E27FC236}">
                <a16:creationId xmlns:a16="http://schemas.microsoft.com/office/drawing/2014/main" id="{32C96C71-0638-8340-0CC6-57E8004C2E0C}"/>
              </a:ext>
            </a:extLst>
          </p:cNvPr>
          <p:cNvSpPr txBox="1"/>
          <p:nvPr/>
        </p:nvSpPr>
        <p:spPr>
          <a:xfrm>
            <a:off x="2355698" y="2859785"/>
            <a:ext cx="2692340" cy="461665"/>
          </a:xfrm>
          <a:prstGeom prst="rect">
            <a:avLst/>
          </a:prstGeom>
          <a:noFill/>
        </p:spPr>
        <p:txBody>
          <a:bodyPr wrap="none" rtlCol="0">
            <a:spAutoFit/>
          </a:bodyPr>
          <a:lstStyle/>
          <a:p>
            <a:r>
              <a:rPr lang="en-US" sz="2400" dirty="0"/>
              <a:t>Metabolic Network</a:t>
            </a:r>
          </a:p>
        </p:txBody>
      </p:sp>
      <p:sp>
        <p:nvSpPr>
          <p:cNvPr id="24" name="Rectangle: Rounded Corners 23">
            <a:extLst>
              <a:ext uri="{FF2B5EF4-FFF2-40B4-BE49-F238E27FC236}">
                <a16:creationId xmlns:a16="http://schemas.microsoft.com/office/drawing/2014/main" id="{CC572E9E-9825-2B77-7D0A-578D4BDB42F5}"/>
              </a:ext>
            </a:extLst>
          </p:cNvPr>
          <p:cNvSpPr/>
          <p:nvPr/>
        </p:nvSpPr>
        <p:spPr>
          <a:xfrm>
            <a:off x="3300659" y="4982124"/>
            <a:ext cx="1718734" cy="1329606"/>
          </a:xfrm>
          <a:prstGeom prst="round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 name="Group 3">
            <a:extLst>
              <a:ext uri="{FF2B5EF4-FFF2-40B4-BE49-F238E27FC236}">
                <a16:creationId xmlns:a16="http://schemas.microsoft.com/office/drawing/2014/main" id="{EE809CEC-E140-70AA-462C-F70FDF3C4145}"/>
              </a:ext>
            </a:extLst>
          </p:cNvPr>
          <p:cNvGrpSpPr/>
          <p:nvPr/>
        </p:nvGrpSpPr>
        <p:grpSpPr>
          <a:xfrm>
            <a:off x="3367055" y="137274"/>
            <a:ext cx="5234086" cy="2326548"/>
            <a:chOff x="3367055" y="137274"/>
            <a:chExt cx="5234086" cy="2326548"/>
          </a:xfrm>
        </p:grpSpPr>
        <p:grpSp>
          <p:nvGrpSpPr>
            <p:cNvPr id="23" name="Group 22">
              <a:extLst>
                <a:ext uri="{FF2B5EF4-FFF2-40B4-BE49-F238E27FC236}">
                  <a16:creationId xmlns:a16="http://schemas.microsoft.com/office/drawing/2014/main" id="{043ED8B7-52F5-99A7-B5C4-72A20F1F1B4B}"/>
                </a:ext>
              </a:extLst>
            </p:cNvPr>
            <p:cNvGrpSpPr>
              <a:grpSpLocks noChangeAspect="1"/>
            </p:cNvGrpSpPr>
            <p:nvPr/>
          </p:nvGrpSpPr>
          <p:grpSpPr>
            <a:xfrm>
              <a:off x="3367055" y="137274"/>
              <a:ext cx="4769781" cy="2326548"/>
              <a:chOff x="3283415" y="292395"/>
              <a:chExt cx="5822202" cy="2839883"/>
            </a:xfrm>
          </p:grpSpPr>
          <p:cxnSp>
            <p:nvCxnSpPr>
              <p:cNvPr id="26" name="Straight Arrow Connector 25">
                <a:extLst>
                  <a:ext uri="{FF2B5EF4-FFF2-40B4-BE49-F238E27FC236}">
                    <a16:creationId xmlns:a16="http://schemas.microsoft.com/office/drawing/2014/main" id="{E8B4092A-C1EB-9C72-7FF6-A9C9DFD05233}"/>
                  </a:ext>
                </a:extLst>
              </p:cNvPr>
              <p:cNvCxnSpPr>
                <a:cxnSpLocks/>
                <a:endCxn id="58" idx="3"/>
              </p:cNvCxnSpPr>
              <p:nvPr/>
            </p:nvCxnSpPr>
            <p:spPr>
              <a:xfrm flipV="1">
                <a:off x="7050953" y="1927917"/>
                <a:ext cx="1032252" cy="732347"/>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23BC2AFC-6BC5-D93A-8E72-2F181B83B99F}"/>
                  </a:ext>
                </a:extLst>
              </p:cNvPr>
              <p:cNvCxnSpPr>
                <a:cxnSpLocks/>
              </p:cNvCxnSpPr>
              <p:nvPr/>
            </p:nvCxnSpPr>
            <p:spPr>
              <a:xfrm>
                <a:off x="7101617" y="838200"/>
                <a:ext cx="998056" cy="692913"/>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75C79FB6-8881-382B-DF22-50326DEBF935}"/>
                  </a:ext>
                </a:extLst>
              </p:cNvPr>
              <p:cNvCxnSpPr>
                <a:cxnSpLocks/>
                <a:stCxn id="44" idx="6"/>
                <a:endCxn id="54" idx="2"/>
              </p:cNvCxnSpPr>
              <p:nvPr/>
            </p:nvCxnSpPr>
            <p:spPr>
              <a:xfrm flipV="1">
                <a:off x="5845780" y="2660264"/>
                <a:ext cx="760539" cy="1688"/>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1C191BE5-9A92-3FF8-26E9-19F94D70C8A2}"/>
                  </a:ext>
                </a:extLst>
              </p:cNvPr>
              <p:cNvCxnSpPr>
                <a:cxnSpLocks/>
                <a:stCxn id="60" idx="6"/>
                <a:endCxn id="56" idx="2"/>
              </p:cNvCxnSpPr>
              <p:nvPr/>
            </p:nvCxnSpPr>
            <p:spPr>
              <a:xfrm>
                <a:off x="5849079" y="809532"/>
                <a:ext cx="773483" cy="8467"/>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31" name="Straight Arrow Connector 30">
                <a:extLst>
                  <a:ext uri="{FF2B5EF4-FFF2-40B4-BE49-F238E27FC236}">
                    <a16:creationId xmlns:a16="http://schemas.microsoft.com/office/drawing/2014/main" id="{120B33CD-B9AB-FF9D-4079-E36E27A4AB1B}"/>
                  </a:ext>
                </a:extLst>
              </p:cNvPr>
              <p:cNvCxnSpPr>
                <a:cxnSpLocks/>
                <a:endCxn id="60" idx="2"/>
              </p:cNvCxnSpPr>
              <p:nvPr/>
            </p:nvCxnSpPr>
            <p:spPr>
              <a:xfrm flipV="1">
                <a:off x="4523657" y="809532"/>
                <a:ext cx="776782" cy="976601"/>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215A0D01-1C97-5F24-7B50-AFCDF121E1EB}"/>
                      </a:ext>
                    </a:extLst>
                  </p:cNvPr>
                  <p:cNvSpPr txBox="1"/>
                  <p:nvPr/>
                </p:nvSpPr>
                <p:spPr>
                  <a:xfrm>
                    <a:off x="3283415" y="1276094"/>
                    <a:ext cx="543340" cy="45082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in</m:t>
                              </m:r>
                            </m:sub>
                          </m:sSub>
                        </m:oMath>
                      </m:oMathPara>
                    </a14:m>
                    <a:endParaRPr lang="en-US" dirty="0">
                      <a:solidFill>
                        <a:schemeClr val="tx1"/>
                      </a:solidFill>
                    </a:endParaRPr>
                  </a:p>
                </p:txBody>
              </p:sp>
            </mc:Choice>
            <mc:Fallback xmlns="">
              <p:sp>
                <p:nvSpPr>
                  <p:cNvPr id="35" name="TextBox 34">
                    <a:extLst>
                      <a:ext uri="{FF2B5EF4-FFF2-40B4-BE49-F238E27FC236}">
                        <a16:creationId xmlns:a16="http://schemas.microsoft.com/office/drawing/2014/main" id="{215A0D01-1C97-5F24-7B50-AFCDF121E1EB}"/>
                      </a:ext>
                    </a:extLst>
                  </p:cNvPr>
                  <p:cNvSpPr txBox="1">
                    <a:spLocks noRot="1" noChangeAspect="1" noMove="1" noResize="1" noEditPoints="1" noAdjustHandles="1" noChangeArrowheads="1" noChangeShapeType="1" noTextEdit="1"/>
                  </p:cNvSpPr>
                  <p:nvPr/>
                </p:nvSpPr>
                <p:spPr>
                  <a:xfrm>
                    <a:off x="3283415" y="1276094"/>
                    <a:ext cx="543340" cy="450822"/>
                  </a:xfrm>
                  <a:prstGeom prst="rect">
                    <a:avLst/>
                  </a:prstGeom>
                  <a:blipFill>
                    <a:blip r:embed="rId4"/>
                    <a:stretch>
                      <a:fillRect r="-13699"/>
                    </a:stretch>
                  </a:blipFill>
                </p:spPr>
                <p:txBody>
                  <a:bodyPr/>
                  <a:lstStyle/>
                  <a:p>
                    <a:r>
                      <a:rPr lang="en-US">
                        <a:noFill/>
                      </a:rPr>
                      <a:t> </a:t>
                    </a:r>
                  </a:p>
                </p:txBody>
              </p:sp>
            </mc:Fallback>
          </mc:AlternateContent>
          <p:cxnSp>
            <p:nvCxnSpPr>
              <p:cNvPr id="37" name="Straight Arrow Connector 36">
                <a:extLst>
                  <a:ext uri="{FF2B5EF4-FFF2-40B4-BE49-F238E27FC236}">
                    <a16:creationId xmlns:a16="http://schemas.microsoft.com/office/drawing/2014/main" id="{8EDBA514-EDBA-F4AC-9982-66DFA3198EE0}"/>
                  </a:ext>
                </a:extLst>
              </p:cNvPr>
              <p:cNvCxnSpPr>
                <a:cxnSpLocks/>
                <a:endCxn id="44" idx="2"/>
              </p:cNvCxnSpPr>
              <p:nvPr/>
            </p:nvCxnSpPr>
            <p:spPr>
              <a:xfrm>
                <a:off x="4523657" y="1786133"/>
                <a:ext cx="773483" cy="875819"/>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38" name="Straight Arrow Connector 37">
                <a:extLst>
                  <a:ext uri="{FF2B5EF4-FFF2-40B4-BE49-F238E27FC236}">
                    <a16:creationId xmlns:a16="http://schemas.microsoft.com/office/drawing/2014/main" id="{CAE6D10B-01F2-F641-E715-3DE4E761B7A9}"/>
                  </a:ext>
                </a:extLst>
              </p:cNvPr>
              <p:cNvCxnSpPr>
                <a:cxnSpLocks/>
              </p:cNvCxnSpPr>
              <p:nvPr/>
            </p:nvCxnSpPr>
            <p:spPr>
              <a:xfrm flipV="1">
                <a:off x="8387577" y="1726916"/>
                <a:ext cx="718040" cy="1"/>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grpSp>
            <p:nvGrpSpPr>
              <p:cNvPr id="39" name="Group 38">
                <a:extLst>
                  <a:ext uri="{FF2B5EF4-FFF2-40B4-BE49-F238E27FC236}">
                    <a16:creationId xmlns:a16="http://schemas.microsoft.com/office/drawing/2014/main" id="{53B13778-EDC9-D805-5B1C-9529371ED695}"/>
                  </a:ext>
                </a:extLst>
              </p:cNvPr>
              <p:cNvGrpSpPr/>
              <p:nvPr/>
            </p:nvGrpSpPr>
            <p:grpSpPr>
              <a:xfrm>
                <a:off x="5300439" y="534254"/>
                <a:ext cx="587792" cy="550556"/>
                <a:chOff x="4764744" y="3666589"/>
                <a:chExt cx="587792" cy="550556"/>
              </a:xfrm>
            </p:grpSpPr>
            <p:sp>
              <p:nvSpPr>
                <p:cNvPr id="60" name="Oval 59">
                  <a:extLst>
                    <a:ext uri="{FF2B5EF4-FFF2-40B4-BE49-F238E27FC236}">
                      <a16:creationId xmlns:a16="http://schemas.microsoft.com/office/drawing/2014/main" id="{C7C0E2B3-B5D1-9676-3E18-79BAE94A9C53}"/>
                    </a:ext>
                  </a:extLst>
                </p:cNvPr>
                <p:cNvSpPr>
                  <a:spLocks noChangeAspect="1"/>
                </p:cNvSpPr>
                <p:nvPr/>
              </p:nvSpPr>
              <p:spPr>
                <a:xfrm>
                  <a:off x="4764744" y="3666589"/>
                  <a:ext cx="548640" cy="550556"/>
                </a:xfrm>
                <a:prstGeom prst="ellipse">
                  <a:avLst/>
                </a:prstGeom>
                <a:solidFill>
                  <a:schemeClr val="tx2">
                    <a:lumMod val="25000"/>
                    <a:lumOff val="75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61" name="TextBox 60">
                      <a:extLst>
                        <a:ext uri="{FF2B5EF4-FFF2-40B4-BE49-F238E27FC236}">
                          <a16:creationId xmlns:a16="http://schemas.microsoft.com/office/drawing/2014/main" id="{C3109F61-9F05-4200-A6B5-150D6F834F8A}"/>
                        </a:ext>
                      </a:extLst>
                    </p:cNvPr>
                    <p:cNvSpPr txBox="1"/>
                    <p:nvPr/>
                  </p:nvSpPr>
                  <p:spPr>
                    <a:xfrm>
                      <a:off x="4797682" y="3678461"/>
                      <a:ext cx="554854" cy="45082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a:rPr lang="de-DE" b="0" i="1" smtClean="0">
                                    <a:solidFill>
                                      <a:schemeClr val="bg1"/>
                                    </a:solidFill>
                                    <a:latin typeface="Cambria Math" panose="02040503050406030204" pitchFamily="18" charset="0"/>
                                  </a:rPr>
                                  <m:t>11</m:t>
                                </m:r>
                              </m:sub>
                            </m:sSub>
                          </m:oMath>
                        </m:oMathPara>
                      </a14:m>
                      <a:endParaRPr lang="en-US" dirty="0">
                        <a:solidFill>
                          <a:schemeClr val="bg1"/>
                        </a:solidFill>
                      </a:endParaRPr>
                    </a:p>
                  </p:txBody>
                </p:sp>
              </mc:Choice>
              <mc:Fallback xmlns="">
                <p:sp>
                  <p:nvSpPr>
                    <p:cNvPr id="21" name="TextBox 20">
                      <a:extLst>
                        <a:ext uri="{FF2B5EF4-FFF2-40B4-BE49-F238E27FC236}">
                          <a16:creationId xmlns:a16="http://schemas.microsoft.com/office/drawing/2014/main" id="{2E28F1B4-2645-3A75-25AF-14CAFDD1B482}"/>
                        </a:ext>
                      </a:extLst>
                    </p:cNvPr>
                    <p:cNvSpPr txBox="1">
                      <a:spLocks noRot="1" noChangeAspect="1" noMove="1" noResize="1" noEditPoints="1" noAdjustHandles="1" noChangeArrowheads="1" noChangeShapeType="1" noTextEdit="1"/>
                    </p:cNvSpPr>
                    <p:nvPr/>
                  </p:nvSpPr>
                  <p:spPr>
                    <a:xfrm>
                      <a:off x="4797682" y="3678461"/>
                      <a:ext cx="554854" cy="450822"/>
                    </a:xfrm>
                    <a:prstGeom prst="rect">
                      <a:avLst/>
                    </a:prstGeom>
                    <a:blipFill>
                      <a:blip r:embed="rId5"/>
                      <a:stretch>
                        <a:fillRect/>
                      </a:stretch>
                    </a:blipFill>
                  </p:spPr>
                  <p:txBody>
                    <a:bodyPr/>
                    <a:lstStyle/>
                    <a:p>
                      <a:r>
                        <a:rPr lang="en-US">
                          <a:noFill/>
                        </a:rPr>
                        <a:t> </a:t>
                      </a:r>
                    </a:p>
                  </p:txBody>
                </p:sp>
              </mc:Fallback>
            </mc:AlternateContent>
          </p:grpSp>
          <p:sp>
            <p:nvSpPr>
              <p:cNvPr id="43" name="Rectangle 42">
                <a:extLst>
                  <a:ext uri="{FF2B5EF4-FFF2-40B4-BE49-F238E27FC236}">
                    <a16:creationId xmlns:a16="http://schemas.microsoft.com/office/drawing/2014/main" id="{3AC37CF6-FD88-9E73-931C-A63F5DA27FD5}"/>
                  </a:ext>
                </a:extLst>
              </p:cNvPr>
              <p:cNvSpPr/>
              <p:nvPr/>
            </p:nvSpPr>
            <p:spPr>
              <a:xfrm>
                <a:off x="4099942" y="292395"/>
                <a:ext cx="4667795" cy="2839883"/>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44" name="Oval 43">
                <a:extLst>
                  <a:ext uri="{FF2B5EF4-FFF2-40B4-BE49-F238E27FC236}">
                    <a16:creationId xmlns:a16="http://schemas.microsoft.com/office/drawing/2014/main" id="{708FA3A2-BBFB-887A-DF12-39137538904F}"/>
                  </a:ext>
                </a:extLst>
              </p:cNvPr>
              <p:cNvSpPr>
                <a:spLocks noChangeAspect="1"/>
              </p:cNvSpPr>
              <p:nvPr/>
            </p:nvSpPr>
            <p:spPr>
              <a:xfrm>
                <a:off x="5297140" y="2386674"/>
                <a:ext cx="548640" cy="550556"/>
              </a:xfrm>
              <a:prstGeom prst="ellipse">
                <a:avLst/>
              </a:prstGeom>
              <a:solidFill>
                <a:schemeClr val="tx2">
                  <a:lumMod val="25000"/>
                  <a:lumOff val="75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grpSp>
            <p:nvGrpSpPr>
              <p:cNvPr id="49" name="Group 48">
                <a:extLst>
                  <a:ext uri="{FF2B5EF4-FFF2-40B4-BE49-F238E27FC236}">
                    <a16:creationId xmlns:a16="http://schemas.microsoft.com/office/drawing/2014/main" id="{F1713793-C86E-16BA-3067-73C721C9547E}"/>
                  </a:ext>
                </a:extLst>
              </p:cNvPr>
              <p:cNvGrpSpPr/>
              <p:nvPr/>
            </p:nvGrpSpPr>
            <p:grpSpPr>
              <a:xfrm>
                <a:off x="7948290" y="1457988"/>
                <a:ext cx="603209" cy="550556"/>
                <a:chOff x="4710175" y="3666589"/>
                <a:chExt cx="603209" cy="550556"/>
              </a:xfrm>
            </p:grpSpPr>
            <p:sp>
              <p:nvSpPr>
                <p:cNvPr id="58" name="Oval 57">
                  <a:extLst>
                    <a:ext uri="{FF2B5EF4-FFF2-40B4-BE49-F238E27FC236}">
                      <a16:creationId xmlns:a16="http://schemas.microsoft.com/office/drawing/2014/main" id="{DC39F5AA-8BA9-8901-BF87-FA5112A9D7FC}"/>
                    </a:ext>
                  </a:extLst>
                </p:cNvPr>
                <p:cNvSpPr>
                  <a:spLocks noChangeAspect="1"/>
                </p:cNvSpPr>
                <p:nvPr/>
              </p:nvSpPr>
              <p:spPr>
                <a:xfrm>
                  <a:off x="4764744" y="3666589"/>
                  <a:ext cx="548640" cy="550556"/>
                </a:xfrm>
                <a:prstGeom prst="ellipse">
                  <a:avLst/>
                </a:prstGeom>
                <a:solidFill>
                  <a:schemeClr val="tx2">
                    <a:lumMod val="25000"/>
                    <a:lumOff val="75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572D2CC8-A833-807B-CB50-4165273FB10F}"/>
                        </a:ext>
                      </a:extLst>
                    </p:cNvPr>
                    <p:cNvSpPr txBox="1"/>
                    <p:nvPr/>
                  </p:nvSpPr>
                  <p:spPr>
                    <a:xfrm>
                      <a:off x="4710175" y="3698505"/>
                      <a:ext cx="554854" cy="45082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out</m:t>
                                </m:r>
                              </m:sub>
                            </m:sSub>
                          </m:oMath>
                        </m:oMathPara>
                      </a14:m>
                      <a:endParaRPr lang="en-US" dirty="0">
                        <a:solidFill>
                          <a:schemeClr val="bg1"/>
                        </a:solidFill>
                      </a:endParaRPr>
                    </a:p>
                  </p:txBody>
                </p:sp>
              </mc:Choice>
              <mc:Fallback xmlns="">
                <p:sp>
                  <p:nvSpPr>
                    <p:cNvPr id="59" name="TextBox 58">
                      <a:extLst>
                        <a:ext uri="{FF2B5EF4-FFF2-40B4-BE49-F238E27FC236}">
                          <a16:creationId xmlns:a16="http://schemas.microsoft.com/office/drawing/2014/main" id="{572D2CC8-A833-807B-CB50-4165273FB10F}"/>
                        </a:ext>
                      </a:extLst>
                    </p:cNvPr>
                    <p:cNvSpPr txBox="1">
                      <a:spLocks noRot="1" noChangeAspect="1" noMove="1" noResize="1" noEditPoints="1" noAdjustHandles="1" noChangeArrowheads="1" noChangeShapeType="1" noTextEdit="1"/>
                    </p:cNvSpPr>
                    <p:nvPr/>
                  </p:nvSpPr>
                  <p:spPr>
                    <a:xfrm>
                      <a:off x="4710175" y="3698505"/>
                      <a:ext cx="554854" cy="450822"/>
                    </a:xfrm>
                    <a:prstGeom prst="rect">
                      <a:avLst/>
                    </a:prstGeom>
                    <a:blipFill>
                      <a:blip r:embed="rId6"/>
                      <a:stretch>
                        <a:fillRect r="-12000"/>
                      </a:stretch>
                    </a:blipFill>
                  </p:spPr>
                  <p:txBody>
                    <a:bodyPr/>
                    <a:lstStyle/>
                    <a:p>
                      <a:r>
                        <a:rPr lang="en-US">
                          <a:noFill/>
                        </a:rPr>
                        <a:t> </a:t>
                      </a:r>
                    </a:p>
                  </p:txBody>
                </p:sp>
              </mc:Fallback>
            </mc:AlternateContent>
          </p:grpSp>
          <p:cxnSp>
            <p:nvCxnSpPr>
              <p:cNvPr id="50" name="Straight Arrow Connector 49">
                <a:extLst>
                  <a:ext uri="{FF2B5EF4-FFF2-40B4-BE49-F238E27FC236}">
                    <a16:creationId xmlns:a16="http://schemas.microsoft.com/office/drawing/2014/main" id="{A2AFA567-CDC4-91CA-A3AF-ADEC300BC066}"/>
                  </a:ext>
                </a:extLst>
              </p:cNvPr>
              <p:cNvCxnSpPr>
                <a:cxnSpLocks/>
              </p:cNvCxnSpPr>
              <p:nvPr/>
            </p:nvCxnSpPr>
            <p:spPr>
              <a:xfrm flipV="1">
                <a:off x="3826755" y="1786133"/>
                <a:ext cx="718040" cy="1"/>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grpSp>
            <p:nvGrpSpPr>
              <p:cNvPr id="51" name="Group 50">
                <a:extLst>
                  <a:ext uri="{FF2B5EF4-FFF2-40B4-BE49-F238E27FC236}">
                    <a16:creationId xmlns:a16="http://schemas.microsoft.com/office/drawing/2014/main" id="{95E72FAD-ADBB-72C1-78BE-92E0897CD194}"/>
                  </a:ext>
                </a:extLst>
              </p:cNvPr>
              <p:cNvGrpSpPr/>
              <p:nvPr/>
            </p:nvGrpSpPr>
            <p:grpSpPr>
              <a:xfrm>
                <a:off x="6622562" y="542721"/>
                <a:ext cx="587792" cy="550556"/>
                <a:chOff x="4764744" y="3666589"/>
                <a:chExt cx="587792" cy="550556"/>
              </a:xfrm>
            </p:grpSpPr>
            <p:sp>
              <p:nvSpPr>
                <p:cNvPr id="56" name="Oval 55">
                  <a:extLst>
                    <a:ext uri="{FF2B5EF4-FFF2-40B4-BE49-F238E27FC236}">
                      <a16:creationId xmlns:a16="http://schemas.microsoft.com/office/drawing/2014/main" id="{E91ED657-5B95-042B-88E5-59FF53F2CEB3}"/>
                    </a:ext>
                  </a:extLst>
                </p:cNvPr>
                <p:cNvSpPr>
                  <a:spLocks noChangeAspect="1"/>
                </p:cNvSpPr>
                <p:nvPr/>
              </p:nvSpPr>
              <p:spPr>
                <a:xfrm>
                  <a:off x="4764744" y="3666589"/>
                  <a:ext cx="548640" cy="550556"/>
                </a:xfrm>
                <a:prstGeom prst="ellipse">
                  <a:avLst/>
                </a:prstGeom>
                <a:solidFill>
                  <a:schemeClr val="tx2">
                    <a:lumMod val="25000"/>
                    <a:lumOff val="75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224C83B1-1723-DDC3-DB30-36CDC1D23D5E}"/>
                        </a:ext>
                      </a:extLst>
                    </p:cNvPr>
                    <p:cNvSpPr txBox="1"/>
                    <p:nvPr/>
                  </p:nvSpPr>
                  <p:spPr>
                    <a:xfrm>
                      <a:off x="4797682" y="3678461"/>
                      <a:ext cx="554854" cy="45082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a:rPr lang="de-DE" b="0" i="1" smtClean="0">
                                    <a:solidFill>
                                      <a:schemeClr val="bg1"/>
                                    </a:solidFill>
                                    <a:latin typeface="Cambria Math" panose="02040503050406030204" pitchFamily="18" charset="0"/>
                                  </a:rPr>
                                  <m:t>12</m:t>
                                </m:r>
                              </m:sub>
                            </m:sSub>
                          </m:oMath>
                        </m:oMathPara>
                      </a14:m>
                      <a:endParaRPr lang="en-US" dirty="0">
                        <a:solidFill>
                          <a:schemeClr val="bg1"/>
                        </a:solidFill>
                      </a:endParaRPr>
                    </a:p>
                  </p:txBody>
                </p:sp>
              </mc:Choice>
              <mc:Fallback xmlns="">
                <p:sp>
                  <p:nvSpPr>
                    <p:cNvPr id="57" name="TextBox 56">
                      <a:extLst>
                        <a:ext uri="{FF2B5EF4-FFF2-40B4-BE49-F238E27FC236}">
                          <a16:creationId xmlns:a16="http://schemas.microsoft.com/office/drawing/2014/main" id="{224C83B1-1723-DDC3-DB30-36CDC1D23D5E}"/>
                        </a:ext>
                      </a:extLst>
                    </p:cNvPr>
                    <p:cNvSpPr txBox="1">
                      <a:spLocks noRot="1" noChangeAspect="1" noMove="1" noResize="1" noEditPoints="1" noAdjustHandles="1" noChangeArrowheads="1" noChangeShapeType="1" noTextEdit="1"/>
                    </p:cNvSpPr>
                    <p:nvPr/>
                  </p:nvSpPr>
                  <p:spPr>
                    <a:xfrm>
                      <a:off x="4797682" y="3678461"/>
                      <a:ext cx="554854" cy="450822"/>
                    </a:xfrm>
                    <a:prstGeom prst="rect">
                      <a:avLst/>
                    </a:prstGeom>
                    <a:blipFill>
                      <a:blip r:embed="rId7"/>
                      <a:stretch>
                        <a:fillRect/>
                      </a:stretch>
                    </a:blipFill>
                  </p:spPr>
                  <p:txBody>
                    <a:bodyPr/>
                    <a:lstStyle/>
                    <a:p>
                      <a:r>
                        <a:rPr lang="en-US">
                          <a:noFill/>
                        </a:rPr>
                        <a:t> </a:t>
                      </a:r>
                    </a:p>
                  </p:txBody>
                </p:sp>
              </mc:Fallback>
            </mc:AlternateContent>
          </p:grpSp>
          <p:grpSp>
            <p:nvGrpSpPr>
              <p:cNvPr id="52" name="Group 51">
                <a:extLst>
                  <a:ext uri="{FF2B5EF4-FFF2-40B4-BE49-F238E27FC236}">
                    <a16:creationId xmlns:a16="http://schemas.microsoft.com/office/drawing/2014/main" id="{9DEE8CB3-E77A-6069-D461-E54D7E0E49EA}"/>
                  </a:ext>
                </a:extLst>
              </p:cNvPr>
              <p:cNvGrpSpPr/>
              <p:nvPr/>
            </p:nvGrpSpPr>
            <p:grpSpPr>
              <a:xfrm>
                <a:off x="6606319" y="2384986"/>
                <a:ext cx="587792" cy="550556"/>
                <a:chOff x="4764744" y="3666589"/>
                <a:chExt cx="587792" cy="550556"/>
              </a:xfrm>
            </p:grpSpPr>
            <p:sp>
              <p:nvSpPr>
                <p:cNvPr id="54" name="Oval 53">
                  <a:extLst>
                    <a:ext uri="{FF2B5EF4-FFF2-40B4-BE49-F238E27FC236}">
                      <a16:creationId xmlns:a16="http://schemas.microsoft.com/office/drawing/2014/main" id="{483D0F79-3A26-DD66-58CE-3C95BD0A2730}"/>
                    </a:ext>
                  </a:extLst>
                </p:cNvPr>
                <p:cNvSpPr>
                  <a:spLocks noChangeAspect="1"/>
                </p:cNvSpPr>
                <p:nvPr/>
              </p:nvSpPr>
              <p:spPr>
                <a:xfrm>
                  <a:off x="4764744" y="3666589"/>
                  <a:ext cx="548640" cy="550556"/>
                </a:xfrm>
                <a:prstGeom prst="ellipse">
                  <a:avLst/>
                </a:prstGeom>
                <a:solidFill>
                  <a:schemeClr val="tx2">
                    <a:lumMod val="25000"/>
                    <a:lumOff val="75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2B76337B-8C98-BDC0-DAF3-28A102C9BD1E}"/>
                        </a:ext>
                      </a:extLst>
                    </p:cNvPr>
                    <p:cNvSpPr txBox="1"/>
                    <p:nvPr/>
                  </p:nvSpPr>
                  <p:spPr>
                    <a:xfrm>
                      <a:off x="4797682" y="3678461"/>
                      <a:ext cx="554854" cy="45082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a:rPr lang="de-DE" b="0" i="1" smtClean="0">
                                    <a:solidFill>
                                      <a:schemeClr val="bg1"/>
                                    </a:solidFill>
                                    <a:latin typeface="Cambria Math" panose="02040503050406030204" pitchFamily="18" charset="0"/>
                                  </a:rPr>
                                  <m:t>22</m:t>
                                </m:r>
                              </m:sub>
                            </m:sSub>
                          </m:oMath>
                        </m:oMathPara>
                      </a14:m>
                      <a:endParaRPr lang="en-US" dirty="0">
                        <a:solidFill>
                          <a:schemeClr val="bg1"/>
                        </a:solidFill>
                      </a:endParaRPr>
                    </a:p>
                  </p:txBody>
                </p:sp>
              </mc:Choice>
              <mc:Fallback xmlns="">
                <p:sp>
                  <p:nvSpPr>
                    <p:cNvPr id="55" name="TextBox 54">
                      <a:extLst>
                        <a:ext uri="{FF2B5EF4-FFF2-40B4-BE49-F238E27FC236}">
                          <a16:creationId xmlns:a16="http://schemas.microsoft.com/office/drawing/2014/main" id="{2B76337B-8C98-BDC0-DAF3-28A102C9BD1E}"/>
                        </a:ext>
                      </a:extLst>
                    </p:cNvPr>
                    <p:cNvSpPr txBox="1">
                      <a:spLocks noRot="1" noChangeAspect="1" noMove="1" noResize="1" noEditPoints="1" noAdjustHandles="1" noChangeArrowheads="1" noChangeShapeType="1" noTextEdit="1"/>
                    </p:cNvSpPr>
                    <p:nvPr/>
                  </p:nvSpPr>
                  <p:spPr>
                    <a:xfrm>
                      <a:off x="4797682" y="3678461"/>
                      <a:ext cx="554854" cy="450822"/>
                    </a:xfrm>
                    <a:prstGeom prst="rect">
                      <a:avLst/>
                    </a:prstGeom>
                    <a:blipFill>
                      <a:blip r:embed="rId8"/>
                      <a:stretch>
                        <a:fillRect/>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5618964C-F651-4BA2-CE42-5D710C248AD7}"/>
                      </a:ext>
                    </a:extLst>
                  </p:cNvPr>
                  <p:cNvSpPr txBox="1"/>
                  <p:nvPr/>
                </p:nvSpPr>
                <p:spPr>
                  <a:xfrm>
                    <a:off x="5330077" y="2398546"/>
                    <a:ext cx="554854" cy="45082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a:rPr lang="de-DE" b="0" i="1" smtClean="0">
                                  <a:solidFill>
                                    <a:schemeClr val="bg1"/>
                                  </a:solidFill>
                                  <a:latin typeface="Cambria Math" panose="02040503050406030204" pitchFamily="18" charset="0"/>
                                </a:rPr>
                                <m:t>21</m:t>
                              </m:r>
                            </m:sub>
                          </m:sSub>
                        </m:oMath>
                      </m:oMathPara>
                    </a14:m>
                    <a:endParaRPr lang="en-US" dirty="0">
                      <a:solidFill>
                        <a:schemeClr val="bg1"/>
                      </a:solidFill>
                    </a:endParaRPr>
                  </a:p>
                </p:txBody>
              </p:sp>
            </mc:Choice>
            <mc:Fallback xmlns="">
              <p:sp>
                <p:nvSpPr>
                  <p:cNvPr id="144" name="TextBox 143">
                    <a:extLst>
                      <a:ext uri="{FF2B5EF4-FFF2-40B4-BE49-F238E27FC236}">
                        <a16:creationId xmlns:a16="http://schemas.microsoft.com/office/drawing/2014/main" id="{F0EDCC4A-BC29-7DA6-7EEC-6F2BC35BBA60}"/>
                      </a:ext>
                    </a:extLst>
                  </p:cNvPr>
                  <p:cNvSpPr txBox="1">
                    <a:spLocks noRot="1" noChangeAspect="1" noMove="1" noResize="1" noEditPoints="1" noAdjustHandles="1" noChangeArrowheads="1" noChangeShapeType="1" noTextEdit="1"/>
                  </p:cNvSpPr>
                  <p:nvPr/>
                </p:nvSpPr>
                <p:spPr>
                  <a:xfrm>
                    <a:off x="5330077" y="2398546"/>
                    <a:ext cx="554854" cy="450822"/>
                  </a:xfrm>
                  <a:prstGeom prst="rect">
                    <a:avLst/>
                  </a:prstGeom>
                  <a:blipFill>
                    <a:blip r:embed="rId9"/>
                    <a:stretch>
                      <a:fillRect/>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6EAA1CE-A73C-1DE6-AACE-D6943D66B352}"/>
                    </a:ext>
                  </a:extLst>
                </p:cNvPr>
                <p:cNvSpPr txBox="1"/>
                <p:nvPr/>
              </p:nvSpPr>
              <p:spPr>
                <a:xfrm>
                  <a:off x="8156015" y="943160"/>
                  <a:ext cx="44512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out</m:t>
                            </m:r>
                          </m:sub>
                        </m:sSub>
                      </m:oMath>
                    </m:oMathPara>
                  </a14:m>
                  <a:endParaRPr lang="en-US" dirty="0">
                    <a:solidFill>
                      <a:schemeClr val="tx1"/>
                    </a:solidFill>
                  </a:endParaRPr>
                </a:p>
              </p:txBody>
            </p:sp>
          </mc:Choice>
          <mc:Fallback xmlns="">
            <p:sp>
              <p:nvSpPr>
                <p:cNvPr id="25" name="TextBox 24">
                  <a:extLst>
                    <a:ext uri="{FF2B5EF4-FFF2-40B4-BE49-F238E27FC236}">
                      <a16:creationId xmlns:a16="http://schemas.microsoft.com/office/drawing/2014/main" id="{36EAA1CE-A73C-1DE6-AACE-D6943D66B352}"/>
                    </a:ext>
                  </a:extLst>
                </p:cNvPr>
                <p:cNvSpPr txBox="1">
                  <a:spLocks noRot="1" noChangeAspect="1" noMove="1" noResize="1" noEditPoints="1" noAdjustHandles="1" noChangeArrowheads="1" noChangeShapeType="1" noTextEdit="1"/>
                </p:cNvSpPr>
                <p:nvPr/>
              </p:nvSpPr>
              <p:spPr>
                <a:xfrm>
                  <a:off x="8156015" y="943160"/>
                  <a:ext cx="445126" cy="369332"/>
                </a:xfrm>
                <a:prstGeom prst="rect">
                  <a:avLst/>
                </a:prstGeom>
                <a:blipFill>
                  <a:blip r:embed="rId10"/>
                  <a:stretch>
                    <a:fillRect r="-35616"/>
                  </a:stretch>
                </a:blipFill>
              </p:spPr>
              <p:txBody>
                <a:bodyPr/>
                <a:lstStyle/>
                <a:p>
                  <a:r>
                    <a:rPr lang="en-US">
                      <a:noFill/>
                    </a:rPr>
                    <a:t> </a:t>
                  </a:r>
                </a:p>
              </p:txBody>
            </p:sp>
          </mc:Fallback>
        </mc:AlternateContent>
      </p:grpSp>
    </p:spTree>
    <p:extLst>
      <p:ext uri="{BB962C8B-B14F-4D97-AF65-F5344CB8AC3E}">
        <p14:creationId xmlns:p14="http://schemas.microsoft.com/office/powerpoint/2010/main" val="266886466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34158-E06A-7F2E-87D9-4DDA6F172A9D}"/>
            </a:ext>
          </a:extLst>
        </p:cNvPr>
        <p:cNvGrpSpPr/>
        <p:nvPr/>
      </p:nvGrpSpPr>
      <p:grpSpPr>
        <a:xfrm>
          <a:off x="0" y="0"/>
          <a:ext cx="0" cy="0"/>
          <a:chOff x="0" y="0"/>
          <a:chExt cx="0" cy="0"/>
        </a:xfrm>
      </p:grpSpPr>
      <p:pic>
        <p:nvPicPr>
          <p:cNvPr id="19" name="Picture 2" descr="Metro-style map of major metabolic pathways">
            <a:extLst>
              <a:ext uri="{FF2B5EF4-FFF2-40B4-BE49-F238E27FC236}">
                <a16:creationId xmlns:a16="http://schemas.microsoft.com/office/drawing/2014/main" id="{D2907EF9-7B72-FE43-ADCE-AB6B41965D9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21177" y="3040825"/>
            <a:ext cx="5084973" cy="3813730"/>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3" name="Title 1">
            <a:extLst>
              <a:ext uri="{FF2B5EF4-FFF2-40B4-BE49-F238E27FC236}">
                <a16:creationId xmlns:a16="http://schemas.microsoft.com/office/drawing/2014/main" id="{1343D961-E962-25F4-BB52-9A995BDCDEAB}"/>
              </a:ext>
            </a:extLst>
          </p:cNvPr>
          <p:cNvSpPr>
            <a:spLocks noGrp="1"/>
          </p:cNvSpPr>
          <p:nvPr>
            <p:ph type="title"/>
          </p:nvPr>
        </p:nvSpPr>
        <p:spPr>
          <a:xfrm>
            <a:off x="10066812" y="91581"/>
            <a:ext cx="1952334" cy="505057"/>
          </a:xfrm>
        </p:spPr>
        <p:txBody>
          <a:bodyPr>
            <a:normAutofit fontScale="90000"/>
          </a:bodyPr>
          <a:lstStyle/>
          <a:p>
            <a:r>
              <a:rPr lang="en-US" sz="4000" dirty="0"/>
              <a:t>Concept</a:t>
            </a:r>
            <a:endParaRPr lang="en-US" sz="3200" dirty="0"/>
          </a:p>
        </p:txBody>
      </p:sp>
      <p:sp>
        <p:nvSpPr>
          <p:cNvPr id="32" name="Slide Number Placeholder 31">
            <a:extLst>
              <a:ext uri="{FF2B5EF4-FFF2-40B4-BE49-F238E27FC236}">
                <a16:creationId xmlns:a16="http://schemas.microsoft.com/office/drawing/2014/main" id="{26DCF417-691B-7B83-5000-AEC4CB79F0E0}"/>
              </a:ext>
            </a:extLst>
          </p:cNvPr>
          <p:cNvSpPr>
            <a:spLocks noGrp="1"/>
          </p:cNvSpPr>
          <p:nvPr>
            <p:ph type="sldNum" sz="quarter" idx="12"/>
          </p:nvPr>
        </p:nvSpPr>
        <p:spPr>
          <a:xfrm>
            <a:off x="-99230" y="6595961"/>
            <a:ext cx="483102" cy="338556"/>
          </a:xfrm>
        </p:spPr>
        <p:txBody>
          <a:bodyPr/>
          <a:lstStyle/>
          <a:p>
            <a:fld id="{250B62C5-2ACF-4D78-8FF3-37371B948607}" type="slidenum">
              <a:rPr lang="en-US" smtClean="0"/>
              <a:t>28</a:t>
            </a:fld>
            <a:endParaRPr lang="en-US"/>
          </a:p>
        </p:txBody>
      </p:sp>
      <p:sp>
        <p:nvSpPr>
          <p:cNvPr id="5" name="TextBox 4">
            <a:extLst>
              <a:ext uri="{FF2B5EF4-FFF2-40B4-BE49-F238E27FC236}">
                <a16:creationId xmlns:a16="http://schemas.microsoft.com/office/drawing/2014/main" id="{5AC86CC8-E105-893F-016E-DB8D0E62D28D}"/>
              </a:ext>
            </a:extLst>
          </p:cNvPr>
          <p:cNvSpPr txBox="1"/>
          <p:nvPr/>
        </p:nvSpPr>
        <p:spPr>
          <a:xfrm>
            <a:off x="153078" y="202172"/>
            <a:ext cx="2254784" cy="830997"/>
          </a:xfrm>
          <a:prstGeom prst="rect">
            <a:avLst/>
          </a:prstGeom>
          <a:noFill/>
        </p:spPr>
        <p:txBody>
          <a:bodyPr wrap="none" rtlCol="0">
            <a:spAutoFit/>
          </a:bodyPr>
          <a:lstStyle/>
          <a:p>
            <a:r>
              <a:rPr lang="en-US" sz="2400" dirty="0"/>
              <a:t>2 neurons</a:t>
            </a:r>
          </a:p>
          <a:p>
            <a:r>
              <a:rPr lang="en-US" sz="2400" dirty="0"/>
              <a:t>Neural Network</a:t>
            </a:r>
          </a:p>
        </p:txBody>
      </p:sp>
      <p:sp>
        <p:nvSpPr>
          <p:cNvPr id="8" name="Rectangle: Rounded Corners 7">
            <a:extLst>
              <a:ext uri="{FF2B5EF4-FFF2-40B4-BE49-F238E27FC236}">
                <a16:creationId xmlns:a16="http://schemas.microsoft.com/office/drawing/2014/main" id="{0A3BBBD6-5F6E-D810-B5AE-7B8E9EFE1DD8}"/>
              </a:ext>
            </a:extLst>
          </p:cNvPr>
          <p:cNvSpPr/>
          <p:nvPr/>
        </p:nvSpPr>
        <p:spPr>
          <a:xfrm>
            <a:off x="10440319" y="791635"/>
            <a:ext cx="1522517" cy="91440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Algorithm </a:t>
            </a:r>
          </a:p>
        </p:txBody>
      </p:sp>
      <p:sp>
        <p:nvSpPr>
          <p:cNvPr id="9" name="Rectangle: Rounded Corners 8">
            <a:extLst>
              <a:ext uri="{FF2B5EF4-FFF2-40B4-BE49-F238E27FC236}">
                <a16:creationId xmlns:a16="http://schemas.microsoft.com/office/drawing/2014/main" id="{33E896CE-7D60-B663-F82E-357F1A6C1D7E}"/>
              </a:ext>
            </a:extLst>
          </p:cNvPr>
          <p:cNvSpPr/>
          <p:nvPr/>
        </p:nvSpPr>
        <p:spPr>
          <a:xfrm>
            <a:off x="10440319" y="2215981"/>
            <a:ext cx="1522517" cy="914400"/>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Chemical Reactions </a:t>
            </a:r>
          </a:p>
        </p:txBody>
      </p:sp>
      <p:sp>
        <p:nvSpPr>
          <p:cNvPr id="10" name="Rectangle: Rounded Corners 9">
            <a:extLst>
              <a:ext uri="{FF2B5EF4-FFF2-40B4-BE49-F238E27FC236}">
                <a16:creationId xmlns:a16="http://schemas.microsoft.com/office/drawing/2014/main" id="{405CE62A-CD2B-D87B-F139-DD941AC13E91}"/>
              </a:ext>
            </a:extLst>
          </p:cNvPr>
          <p:cNvSpPr/>
          <p:nvPr/>
        </p:nvSpPr>
        <p:spPr>
          <a:xfrm>
            <a:off x="10440319" y="3640327"/>
            <a:ext cx="1522517" cy="914400"/>
          </a:xfrm>
          <a:prstGeom prst="round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Metabolic Network</a:t>
            </a:r>
          </a:p>
        </p:txBody>
      </p:sp>
      <p:sp>
        <p:nvSpPr>
          <p:cNvPr id="11" name="Rectangle: Rounded Corners 10">
            <a:extLst>
              <a:ext uri="{FF2B5EF4-FFF2-40B4-BE49-F238E27FC236}">
                <a16:creationId xmlns:a16="http://schemas.microsoft.com/office/drawing/2014/main" id="{86B314F4-54CE-FDCE-9F36-5068C72E6732}"/>
              </a:ext>
            </a:extLst>
          </p:cNvPr>
          <p:cNvSpPr/>
          <p:nvPr/>
        </p:nvSpPr>
        <p:spPr>
          <a:xfrm>
            <a:off x="10440319" y="5064673"/>
            <a:ext cx="1522517" cy="91440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THz Actuation</a:t>
            </a:r>
          </a:p>
        </p:txBody>
      </p:sp>
      <p:cxnSp>
        <p:nvCxnSpPr>
          <p:cNvPr id="12" name="Straight Arrow Connector 11">
            <a:extLst>
              <a:ext uri="{FF2B5EF4-FFF2-40B4-BE49-F238E27FC236}">
                <a16:creationId xmlns:a16="http://schemas.microsoft.com/office/drawing/2014/main" id="{2CFD7831-732B-58DE-33D1-647ADE6567BD}"/>
              </a:ext>
            </a:extLst>
          </p:cNvPr>
          <p:cNvCxnSpPr>
            <a:stCxn id="8" idx="2"/>
            <a:endCxn id="9" idx="0"/>
          </p:cNvCxnSpPr>
          <p:nvPr/>
        </p:nvCxnSpPr>
        <p:spPr>
          <a:xfrm>
            <a:off x="11201578" y="1706035"/>
            <a:ext cx="0" cy="509946"/>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28C0F2FF-CFEF-EA58-4330-4D35DD0CDFB0}"/>
              </a:ext>
            </a:extLst>
          </p:cNvPr>
          <p:cNvCxnSpPr>
            <a:cxnSpLocks/>
            <a:stCxn id="9" idx="2"/>
            <a:endCxn id="10" idx="0"/>
          </p:cNvCxnSpPr>
          <p:nvPr/>
        </p:nvCxnSpPr>
        <p:spPr>
          <a:xfrm>
            <a:off x="11201578" y="3130381"/>
            <a:ext cx="0" cy="509946"/>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1D45EF59-EB6F-5F30-607A-3E3C7B8D0134}"/>
              </a:ext>
            </a:extLst>
          </p:cNvPr>
          <p:cNvCxnSpPr>
            <a:cxnSpLocks/>
            <a:stCxn id="11" idx="0"/>
          </p:cNvCxnSpPr>
          <p:nvPr/>
        </p:nvCxnSpPr>
        <p:spPr>
          <a:xfrm flipV="1">
            <a:off x="11201578" y="4554727"/>
            <a:ext cx="0" cy="509946"/>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sp>
        <p:nvSpPr>
          <p:cNvPr id="33" name="Freeform: Shape 32">
            <a:extLst>
              <a:ext uri="{FF2B5EF4-FFF2-40B4-BE49-F238E27FC236}">
                <a16:creationId xmlns:a16="http://schemas.microsoft.com/office/drawing/2014/main" id="{A955AA1C-3CC8-1919-C18E-2561EDC37D52}"/>
              </a:ext>
            </a:extLst>
          </p:cNvPr>
          <p:cNvSpPr/>
          <p:nvPr/>
        </p:nvSpPr>
        <p:spPr>
          <a:xfrm>
            <a:off x="2749882" y="1257025"/>
            <a:ext cx="7645397" cy="5633592"/>
          </a:xfrm>
          <a:custGeom>
            <a:avLst/>
            <a:gdLst>
              <a:gd name="csX0" fmla="*/ 2901954 w 7645397"/>
              <a:gd name="csY0" fmla="*/ 2153792 h 5633592"/>
              <a:gd name="csX1" fmla="*/ 2679700 w 7645397"/>
              <a:gd name="csY1" fmla="*/ 2376046 h 5633592"/>
              <a:gd name="csX2" fmla="*/ 2679700 w 7645397"/>
              <a:gd name="csY2" fmla="*/ 3265038 h 5633592"/>
              <a:gd name="csX3" fmla="*/ 2901954 w 7645397"/>
              <a:gd name="csY3" fmla="*/ 3487292 h 5633592"/>
              <a:gd name="csX4" fmla="*/ 4159246 w 7645397"/>
              <a:gd name="csY4" fmla="*/ 3487292 h 5633592"/>
              <a:gd name="csX5" fmla="*/ 4381500 w 7645397"/>
              <a:gd name="csY5" fmla="*/ 3265038 h 5633592"/>
              <a:gd name="csX6" fmla="*/ 4381500 w 7645397"/>
              <a:gd name="csY6" fmla="*/ 2376046 h 5633592"/>
              <a:gd name="csX7" fmla="*/ 4159246 w 7645397"/>
              <a:gd name="csY7" fmla="*/ 2153792 h 5633592"/>
              <a:gd name="csX8" fmla="*/ 0 w 7645397"/>
              <a:gd name="csY8" fmla="*/ 0 h 5633592"/>
              <a:gd name="csX9" fmla="*/ 7645397 w 7645397"/>
              <a:gd name="csY9" fmla="*/ 0 h 5633592"/>
              <a:gd name="csX10" fmla="*/ 7645397 w 7645397"/>
              <a:gd name="csY10" fmla="*/ 5633592 h 5633592"/>
              <a:gd name="csX11" fmla="*/ 0 w 7645397"/>
              <a:gd name="csY11" fmla="*/ 5633592 h 563359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7645397" h="5633592">
                <a:moveTo>
                  <a:pt x="2901954" y="2153792"/>
                </a:moveTo>
                <a:cubicBezTo>
                  <a:pt x="2779207" y="2153792"/>
                  <a:pt x="2679700" y="2253299"/>
                  <a:pt x="2679700" y="2376046"/>
                </a:cubicBezTo>
                <a:lnTo>
                  <a:pt x="2679700" y="3265038"/>
                </a:lnTo>
                <a:cubicBezTo>
                  <a:pt x="2679700" y="3387785"/>
                  <a:pt x="2779207" y="3487292"/>
                  <a:pt x="2901954" y="3487292"/>
                </a:cubicBezTo>
                <a:lnTo>
                  <a:pt x="4159246" y="3487292"/>
                </a:lnTo>
                <a:cubicBezTo>
                  <a:pt x="4281993" y="3487292"/>
                  <a:pt x="4381500" y="3387785"/>
                  <a:pt x="4381500" y="3265038"/>
                </a:cubicBezTo>
                <a:lnTo>
                  <a:pt x="4381500" y="2376046"/>
                </a:lnTo>
                <a:cubicBezTo>
                  <a:pt x="4381500" y="2253299"/>
                  <a:pt x="4281993" y="2153792"/>
                  <a:pt x="4159246" y="2153792"/>
                </a:cubicBezTo>
                <a:close/>
                <a:moveTo>
                  <a:pt x="0" y="0"/>
                </a:moveTo>
                <a:lnTo>
                  <a:pt x="7645397" y="0"/>
                </a:lnTo>
                <a:lnTo>
                  <a:pt x="7645397" y="5633592"/>
                </a:lnTo>
                <a:lnTo>
                  <a:pt x="0" y="5633592"/>
                </a:lnTo>
                <a:close/>
              </a:path>
            </a:pathLst>
          </a:cu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TextBox 17">
            <a:extLst>
              <a:ext uri="{FF2B5EF4-FFF2-40B4-BE49-F238E27FC236}">
                <a16:creationId xmlns:a16="http://schemas.microsoft.com/office/drawing/2014/main" id="{438AA2AE-E628-0F7D-685E-FF597AE43A34}"/>
              </a:ext>
            </a:extLst>
          </p:cNvPr>
          <p:cNvSpPr txBox="1"/>
          <p:nvPr/>
        </p:nvSpPr>
        <p:spPr>
          <a:xfrm>
            <a:off x="2355698" y="2859785"/>
            <a:ext cx="2692340" cy="461665"/>
          </a:xfrm>
          <a:prstGeom prst="rect">
            <a:avLst/>
          </a:prstGeom>
          <a:noFill/>
        </p:spPr>
        <p:txBody>
          <a:bodyPr wrap="none" rtlCol="0">
            <a:spAutoFit/>
          </a:bodyPr>
          <a:lstStyle/>
          <a:p>
            <a:r>
              <a:rPr lang="en-US" sz="2400" dirty="0"/>
              <a:t>Metabolic Network</a:t>
            </a:r>
          </a:p>
        </p:txBody>
      </p:sp>
      <p:sp>
        <p:nvSpPr>
          <p:cNvPr id="24" name="Rectangle: Rounded Corners 23">
            <a:extLst>
              <a:ext uri="{FF2B5EF4-FFF2-40B4-BE49-F238E27FC236}">
                <a16:creationId xmlns:a16="http://schemas.microsoft.com/office/drawing/2014/main" id="{B6242C93-3F08-E45A-F3B0-BF033C025818}"/>
              </a:ext>
            </a:extLst>
          </p:cNvPr>
          <p:cNvSpPr/>
          <p:nvPr/>
        </p:nvSpPr>
        <p:spPr>
          <a:xfrm>
            <a:off x="5413592" y="3385354"/>
            <a:ext cx="1718734" cy="1329606"/>
          </a:xfrm>
          <a:prstGeom prst="round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 name="Group 3">
            <a:extLst>
              <a:ext uri="{FF2B5EF4-FFF2-40B4-BE49-F238E27FC236}">
                <a16:creationId xmlns:a16="http://schemas.microsoft.com/office/drawing/2014/main" id="{981B736F-780F-29C2-4D40-4890F42404DE}"/>
              </a:ext>
            </a:extLst>
          </p:cNvPr>
          <p:cNvGrpSpPr/>
          <p:nvPr/>
        </p:nvGrpSpPr>
        <p:grpSpPr>
          <a:xfrm>
            <a:off x="3367055" y="137274"/>
            <a:ext cx="5234086" cy="2326548"/>
            <a:chOff x="3367055" y="137274"/>
            <a:chExt cx="5234086" cy="2326548"/>
          </a:xfrm>
        </p:grpSpPr>
        <p:grpSp>
          <p:nvGrpSpPr>
            <p:cNvPr id="23" name="Group 22">
              <a:extLst>
                <a:ext uri="{FF2B5EF4-FFF2-40B4-BE49-F238E27FC236}">
                  <a16:creationId xmlns:a16="http://schemas.microsoft.com/office/drawing/2014/main" id="{D5CA57D4-CB66-2CA5-38A6-49FBEFCAA7D4}"/>
                </a:ext>
              </a:extLst>
            </p:cNvPr>
            <p:cNvGrpSpPr>
              <a:grpSpLocks noChangeAspect="1"/>
            </p:cNvGrpSpPr>
            <p:nvPr/>
          </p:nvGrpSpPr>
          <p:grpSpPr>
            <a:xfrm>
              <a:off x="3367055" y="137274"/>
              <a:ext cx="4769781" cy="2326548"/>
              <a:chOff x="3283415" y="292395"/>
              <a:chExt cx="5822202" cy="2839883"/>
            </a:xfrm>
          </p:grpSpPr>
          <p:cxnSp>
            <p:nvCxnSpPr>
              <p:cNvPr id="26" name="Straight Arrow Connector 25">
                <a:extLst>
                  <a:ext uri="{FF2B5EF4-FFF2-40B4-BE49-F238E27FC236}">
                    <a16:creationId xmlns:a16="http://schemas.microsoft.com/office/drawing/2014/main" id="{7D74E215-03D7-3D9C-CDC3-EE0C90BFC27B}"/>
                  </a:ext>
                </a:extLst>
              </p:cNvPr>
              <p:cNvCxnSpPr>
                <a:cxnSpLocks/>
                <a:endCxn id="58" idx="3"/>
              </p:cNvCxnSpPr>
              <p:nvPr/>
            </p:nvCxnSpPr>
            <p:spPr>
              <a:xfrm flipV="1">
                <a:off x="7050953" y="1927917"/>
                <a:ext cx="1032252" cy="732347"/>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E69AC0F2-51CD-7585-99EF-9E9F3F47CA94}"/>
                  </a:ext>
                </a:extLst>
              </p:cNvPr>
              <p:cNvCxnSpPr>
                <a:cxnSpLocks/>
              </p:cNvCxnSpPr>
              <p:nvPr/>
            </p:nvCxnSpPr>
            <p:spPr>
              <a:xfrm>
                <a:off x="7101617" y="838200"/>
                <a:ext cx="998056" cy="692913"/>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C73ABA80-8AF4-742F-82CC-65DDB4C3853D}"/>
                  </a:ext>
                </a:extLst>
              </p:cNvPr>
              <p:cNvCxnSpPr>
                <a:cxnSpLocks/>
                <a:stCxn id="44" idx="6"/>
                <a:endCxn id="54" idx="2"/>
              </p:cNvCxnSpPr>
              <p:nvPr/>
            </p:nvCxnSpPr>
            <p:spPr>
              <a:xfrm flipV="1">
                <a:off x="5845780" y="2660264"/>
                <a:ext cx="760539" cy="1688"/>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53E8FF9A-93D5-6B9B-A3C0-CB8F3F6B264A}"/>
                  </a:ext>
                </a:extLst>
              </p:cNvPr>
              <p:cNvCxnSpPr>
                <a:cxnSpLocks/>
                <a:stCxn id="60" idx="6"/>
                <a:endCxn id="56" idx="2"/>
              </p:cNvCxnSpPr>
              <p:nvPr/>
            </p:nvCxnSpPr>
            <p:spPr>
              <a:xfrm>
                <a:off x="5849079" y="809532"/>
                <a:ext cx="773483" cy="8467"/>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31" name="Straight Arrow Connector 30">
                <a:extLst>
                  <a:ext uri="{FF2B5EF4-FFF2-40B4-BE49-F238E27FC236}">
                    <a16:creationId xmlns:a16="http://schemas.microsoft.com/office/drawing/2014/main" id="{446667E8-0E56-39A4-2ABA-EFA1FAC48A86}"/>
                  </a:ext>
                </a:extLst>
              </p:cNvPr>
              <p:cNvCxnSpPr>
                <a:cxnSpLocks/>
                <a:endCxn id="60" idx="2"/>
              </p:cNvCxnSpPr>
              <p:nvPr/>
            </p:nvCxnSpPr>
            <p:spPr>
              <a:xfrm flipV="1">
                <a:off x="4523657" y="809532"/>
                <a:ext cx="776782" cy="976601"/>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0A69F63B-AC41-DE5F-B4EC-14BC20D9DA49}"/>
                      </a:ext>
                    </a:extLst>
                  </p:cNvPr>
                  <p:cNvSpPr txBox="1"/>
                  <p:nvPr/>
                </p:nvSpPr>
                <p:spPr>
                  <a:xfrm>
                    <a:off x="3283415" y="1276094"/>
                    <a:ext cx="543340" cy="45082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in</m:t>
                              </m:r>
                            </m:sub>
                          </m:sSub>
                        </m:oMath>
                      </m:oMathPara>
                    </a14:m>
                    <a:endParaRPr lang="en-US" dirty="0">
                      <a:solidFill>
                        <a:schemeClr val="tx1"/>
                      </a:solidFill>
                    </a:endParaRPr>
                  </a:p>
                </p:txBody>
              </p:sp>
            </mc:Choice>
            <mc:Fallback xmlns="">
              <p:sp>
                <p:nvSpPr>
                  <p:cNvPr id="35" name="TextBox 34">
                    <a:extLst>
                      <a:ext uri="{FF2B5EF4-FFF2-40B4-BE49-F238E27FC236}">
                        <a16:creationId xmlns:a16="http://schemas.microsoft.com/office/drawing/2014/main" id="{0A69F63B-AC41-DE5F-B4EC-14BC20D9DA49}"/>
                      </a:ext>
                    </a:extLst>
                  </p:cNvPr>
                  <p:cNvSpPr txBox="1">
                    <a:spLocks noRot="1" noChangeAspect="1" noMove="1" noResize="1" noEditPoints="1" noAdjustHandles="1" noChangeArrowheads="1" noChangeShapeType="1" noTextEdit="1"/>
                  </p:cNvSpPr>
                  <p:nvPr/>
                </p:nvSpPr>
                <p:spPr>
                  <a:xfrm>
                    <a:off x="3283415" y="1276094"/>
                    <a:ext cx="543340" cy="450822"/>
                  </a:xfrm>
                  <a:prstGeom prst="rect">
                    <a:avLst/>
                  </a:prstGeom>
                  <a:blipFill>
                    <a:blip r:embed="rId4"/>
                    <a:stretch>
                      <a:fillRect r="-13699"/>
                    </a:stretch>
                  </a:blipFill>
                </p:spPr>
                <p:txBody>
                  <a:bodyPr/>
                  <a:lstStyle/>
                  <a:p>
                    <a:r>
                      <a:rPr lang="en-US">
                        <a:noFill/>
                      </a:rPr>
                      <a:t> </a:t>
                    </a:r>
                  </a:p>
                </p:txBody>
              </p:sp>
            </mc:Fallback>
          </mc:AlternateContent>
          <p:cxnSp>
            <p:nvCxnSpPr>
              <p:cNvPr id="37" name="Straight Arrow Connector 36">
                <a:extLst>
                  <a:ext uri="{FF2B5EF4-FFF2-40B4-BE49-F238E27FC236}">
                    <a16:creationId xmlns:a16="http://schemas.microsoft.com/office/drawing/2014/main" id="{A8660DAC-25D9-B191-E666-1BC91ACB779A}"/>
                  </a:ext>
                </a:extLst>
              </p:cNvPr>
              <p:cNvCxnSpPr>
                <a:cxnSpLocks/>
                <a:endCxn id="44" idx="2"/>
              </p:cNvCxnSpPr>
              <p:nvPr/>
            </p:nvCxnSpPr>
            <p:spPr>
              <a:xfrm>
                <a:off x="4523657" y="1786133"/>
                <a:ext cx="773483" cy="875819"/>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38" name="Straight Arrow Connector 37">
                <a:extLst>
                  <a:ext uri="{FF2B5EF4-FFF2-40B4-BE49-F238E27FC236}">
                    <a16:creationId xmlns:a16="http://schemas.microsoft.com/office/drawing/2014/main" id="{EA9ED8E6-213C-9CE1-0700-63A1B4C1753F}"/>
                  </a:ext>
                </a:extLst>
              </p:cNvPr>
              <p:cNvCxnSpPr>
                <a:cxnSpLocks/>
              </p:cNvCxnSpPr>
              <p:nvPr/>
            </p:nvCxnSpPr>
            <p:spPr>
              <a:xfrm flipV="1">
                <a:off x="8387577" y="1726916"/>
                <a:ext cx="718040" cy="1"/>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grpSp>
            <p:nvGrpSpPr>
              <p:cNvPr id="39" name="Group 38">
                <a:extLst>
                  <a:ext uri="{FF2B5EF4-FFF2-40B4-BE49-F238E27FC236}">
                    <a16:creationId xmlns:a16="http://schemas.microsoft.com/office/drawing/2014/main" id="{3A6E20F6-E71E-84D0-550F-E6E70E08544C}"/>
                  </a:ext>
                </a:extLst>
              </p:cNvPr>
              <p:cNvGrpSpPr/>
              <p:nvPr/>
            </p:nvGrpSpPr>
            <p:grpSpPr>
              <a:xfrm>
                <a:off x="5300439" y="534254"/>
                <a:ext cx="587792" cy="550556"/>
                <a:chOff x="4764744" y="3666589"/>
                <a:chExt cx="587792" cy="550556"/>
              </a:xfrm>
            </p:grpSpPr>
            <p:sp>
              <p:nvSpPr>
                <p:cNvPr id="60" name="Oval 59">
                  <a:extLst>
                    <a:ext uri="{FF2B5EF4-FFF2-40B4-BE49-F238E27FC236}">
                      <a16:creationId xmlns:a16="http://schemas.microsoft.com/office/drawing/2014/main" id="{02ED5679-855B-9B6B-C2A9-4205EB6CFD58}"/>
                    </a:ext>
                  </a:extLst>
                </p:cNvPr>
                <p:cNvSpPr>
                  <a:spLocks noChangeAspect="1"/>
                </p:cNvSpPr>
                <p:nvPr/>
              </p:nvSpPr>
              <p:spPr>
                <a:xfrm>
                  <a:off x="4764744" y="3666589"/>
                  <a:ext cx="548640" cy="550556"/>
                </a:xfrm>
                <a:prstGeom prst="ellipse">
                  <a:avLst/>
                </a:prstGeom>
                <a:solidFill>
                  <a:schemeClr val="tx2">
                    <a:lumMod val="25000"/>
                    <a:lumOff val="75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61" name="TextBox 60">
                      <a:extLst>
                        <a:ext uri="{FF2B5EF4-FFF2-40B4-BE49-F238E27FC236}">
                          <a16:creationId xmlns:a16="http://schemas.microsoft.com/office/drawing/2014/main" id="{742AB347-FD39-E24F-8F9C-B31D53A98ADC}"/>
                        </a:ext>
                      </a:extLst>
                    </p:cNvPr>
                    <p:cNvSpPr txBox="1"/>
                    <p:nvPr/>
                  </p:nvSpPr>
                  <p:spPr>
                    <a:xfrm>
                      <a:off x="4797682" y="3678461"/>
                      <a:ext cx="554854" cy="45082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a:rPr lang="de-DE" b="0" i="1" smtClean="0">
                                    <a:solidFill>
                                      <a:schemeClr val="bg1"/>
                                    </a:solidFill>
                                    <a:latin typeface="Cambria Math" panose="02040503050406030204" pitchFamily="18" charset="0"/>
                                  </a:rPr>
                                  <m:t>11</m:t>
                                </m:r>
                              </m:sub>
                            </m:sSub>
                          </m:oMath>
                        </m:oMathPara>
                      </a14:m>
                      <a:endParaRPr lang="en-US" dirty="0">
                        <a:solidFill>
                          <a:schemeClr val="bg1"/>
                        </a:solidFill>
                      </a:endParaRPr>
                    </a:p>
                  </p:txBody>
                </p:sp>
              </mc:Choice>
              <mc:Fallback xmlns="">
                <p:sp>
                  <p:nvSpPr>
                    <p:cNvPr id="21" name="TextBox 20">
                      <a:extLst>
                        <a:ext uri="{FF2B5EF4-FFF2-40B4-BE49-F238E27FC236}">
                          <a16:creationId xmlns:a16="http://schemas.microsoft.com/office/drawing/2014/main" id="{2E28F1B4-2645-3A75-25AF-14CAFDD1B482}"/>
                        </a:ext>
                      </a:extLst>
                    </p:cNvPr>
                    <p:cNvSpPr txBox="1">
                      <a:spLocks noRot="1" noChangeAspect="1" noMove="1" noResize="1" noEditPoints="1" noAdjustHandles="1" noChangeArrowheads="1" noChangeShapeType="1" noTextEdit="1"/>
                    </p:cNvSpPr>
                    <p:nvPr/>
                  </p:nvSpPr>
                  <p:spPr>
                    <a:xfrm>
                      <a:off x="4797682" y="3678461"/>
                      <a:ext cx="554854" cy="450822"/>
                    </a:xfrm>
                    <a:prstGeom prst="rect">
                      <a:avLst/>
                    </a:prstGeom>
                    <a:blipFill>
                      <a:blip r:embed="rId5"/>
                      <a:stretch>
                        <a:fillRect/>
                      </a:stretch>
                    </a:blipFill>
                  </p:spPr>
                  <p:txBody>
                    <a:bodyPr/>
                    <a:lstStyle/>
                    <a:p>
                      <a:r>
                        <a:rPr lang="en-US">
                          <a:noFill/>
                        </a:rPr>
                        <a:t> </a:t>
                      </a:r>
                    </a:p>
                  </p:txBody>
                </p:sp>
              </mc:Fallback>
            </mc:AlternateContent>
          </p:grpSp>
          <p:sp>
            <p:nvSpPr>
              <p:cNvPr id="43" name="Rectangle 42">
                <a:extLst>
                  <a:ext uri="{FF2B5EF4-FFF2-40B4-BE49-F238E27FC236}">
                    <a16:creationId xmlns:a16="http://schemas.microsoft.com/office/drawing/2014/main" id="{FEB377A8-32E8-D4BA-B28C-EAA4DD95870F}"/>
                  </a:ext>
                </a:extLst>
              </p:cNvPr>
              <p:cNvSpPr/>
              <p:nvPr/>
            </p:nvSpPr>
            <p:spPr>
              <a:xfrm>
                <a:off x="4099942" y="292395"/>
                <a:ext cx="4667795" cy="2839883"/>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44" name="Oval 43">
                <a:extLst>
                  <a:ext uri="{FF2B5EF4-FFF2-40B4-BE49-F238E27FC236}">
                    <a16:creationId xmlns:a16="http://schemas.microsoft.com/office/drawing/2014/main" id="{A70375BC-2BA6-CA68-0ECF-7A8B0D5BBF70}"/>
                  </a:ext>
                </a:extLst>
              </p:cNvPr>
              <p:cNvSpPr>
                <a:spLocks noChangeAspect="1"/>
              </p:cNvSpPr>
              <p:nvPr/>
            </p:nvSpPr>
            <p:spPr>
              <a:xfrm>
                <a:off x="5297140" y="2386674"/>
                <a:ext cx="548640" cy="550556"/>
              </a:xfrm>
              <a:prstGeom prst="ellipse">
                <a:avLst/>
              </a:prstGeom>
              <a:solidFill>
                <a:schemeClr val="tx2">
                  <a:lumMod val="25000"/>
                  <a:lumOff val="75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grpSp>
            <p:nvGrpSpPr>
              <p:cNvPr id="49" name="Group 48">
                <a:extLst>
                  <a:ext uri="{FF2B5EF4-FFF2-40B4-BE49-F238E27FC236}">
                    <a16:creationId xmlns:a16="http://schemas.microsoft.com/office/drawing/2014/main" id="{98BD11F3-D2A0-70B3-E88F-9A7C803927D6}"/>
                  </a:ext>
                </a:extLst>
              </p:cNvPr>
              <p:cNvGrpSpPr/>
              <p:nvPr/>
            </p:nvGrpSpPr>
            <p:grpSpPr>
              <a:xfrm>
                <a:off x="7948290" y="1457988"/>
                <a:ext cx="603209" cy="550556"/>
                <a:chOff x="4710175" y="3666589"/>
                <a:chExt cx="603209" cy="550556"/>
              </a:xfrm>
            </p:grpSpPr>
            <p:sp>
              <p:nvSpPr>
                <p:cNvPr id="58" name="Oval 57">
                  <a:extLst>
                    <a:ext uri="{FF2B5EF4-FFF2-40B4-BE49-F238E27FC236}">
                      <a16:creationId xmlns:a16="http://schemas.microsoft.com/office/drawing/2014/main" id="{16837F58-1417-AE91-D3AF-24BF45F85C3D}"/>
                    </a:ext>
                  </a:extLst>
                </p:cNvPr>
                <p:cNvSpPr>
                  <a:spLocks noChangeAspect="1"/>
                </p:cNvSpPr>
                <p:nvPr/>
              </p:nvSpPr>
              <p:spPr>
                <a:xfrm>
                  <a:off x="4764744" y="3666589"/>
                  <a:ext cx="548640" cy="550556"/>
                </a:xfrm>
                <a:prstGeom prst="ellipse">
                  <a:avLst/>
                </a:prstGeom>
                <a:solidFill>
                  <a:schemeClr val="tx2">
                    <a:lumMod val="25000"/>
                    <a:lumOff val="75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F0955766-F182-52A5-588E-6FBE1139133E}"/>
                        </a:ext>
                      </a:extLst>
                    </p:cNvPr>
                    <p:cNvSpPr txBox="1"/>
                    <p:nvPr/>
                  </p:nvSpPr>
                  <p:spPr>
                    <a:xfrm>
                      <a:off x="4710175" y="3698505"/>
                      <a:ext cx="554854" cy="45082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out</m:t>
                                </m:r>
                              </m:sub>
                            </m:sSub>
                          </m:oMath>
                        </m:oMathPara>
                      </a14:m>
                      <a:endParaRPr lang="en-US" dirty="0">
                        <a:solidFill>
                          <a:schemeClr val="bg1"/>
                        </a:solidFill>
                      </a:endParaRPr>
                    </a:p>
                  </p:txBody>
                </p:sp>
              </mc:Choice>
              <mc:Fallback xmlns="">
                <p:sp>
                  <p:nvSpPr>
                    <p:cNvPr id="59" name="TextBox 58">
                      <a:extLst>
                        <a:ext uri="{FF2B5EF4-FFF2-40B4-BE49-F238E27FC236}">
                          <a16:creationId xmlns:a16="http://schemas.microsoft.com/office/drawing/2014/main" id="{F0955766-F182-52A5-588E-6FBE1139133E}"/>
                        </a:ext>
                      </a:extLst>
                    </p:cNvPr>
                    <p:cNvSpPr txBox="1">
                      <a:spLocks noRot="1" noChangeAspect="1" noMove="1" noResize="1" noEditPoints="1" noAdjustHandles="1" noChangeArrowheads="1" noChangeShapeType="1" noTextEdit="1"/>
                    </p:cNvSpPr>
                    <p:nvPr/>
                  </p:nvSpPr>
                  <p:spPr>
                    <a:xfrm>
                      <a:off x="4710175" y="3698505"/>
                      <a:ext cx="554854" cy="450822"/>
                    </a:xfrm>
                    <a:prstGeom prst="rect">
                      <a:avLst/>
                    </a:prstGeom>
                    <a:blipFill>
                      <a:blip r:embed="rId6"/>
                      <a:stretch>
                        <a:fillRect r="-12000"/>
                      </a:stretch>
                    </a:blipFill>
                  </p:spPr>
                  <p:txBody>
                    <a:bodyPr/>
                    <a:lstStyle/>
                    <a:p>
                      <a:r>
                        <a:rPr lang="en-US">
                          <a:noFill/>
                        </a:rPr>
                        <a:t> </a:t>
                      </a:r>
                    </a:p>
                  </p:txBody>
                </p:sp>
              </mc:Fallback>
            </mc:AlternateContent>
          </p:grpSp>
          <p:cxnSp>
            <p:nvCxnSpPr>
              <p:cNvPr id="50" name="Straight Arrow Connector 49">
                <a:extLst>
                  <a:ext uri="{FF2B5EF4-FFF2-40B4-BE49-F238E27FC236}">
                    <a16:creationId xmlns:a16="http://schemas.microsoft.com/office/drawing/2014/main" id="{EB31B724-E726-0AA7-BAAF-58ED377D9F51}"/>
                  </a:ext>
                </a:extLst>
              </p:cNvPr>
              <p:cNvCxnSpPr>
                <a:cxnSpLocks/>
              </p:cNvCxnSpPr>
              <p:nvPr/>
            </p:nvCxnSpPr>
            <p:spPr>
              <a:xfrm flipV="1">
                <a:off x="3826755" y="1786133"/>
                <a:ext cx="718040" cy="1"/>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grpSp>
            <p:nvGrpSpPr>
              <p:cNvPr id="51" name="Group 50">
                <a:extLst>
                  <a:ext uri="{FF2B5EF4-FFF2-40B4-BE49-F238E27FC236}">
                    <a16:creationId xmlns:a16="http://schemas.microsoft.com/office/drawing/2014/main" id="{EBBB43C6-8938-7AFE-FCB9-094CFF1AD022}"/>
                  </a:ext>
                </a:extLst>
              </p:cNvPr>
              <p:cNvGrpSpPr/>
              <p:nvPr/>
            </p:nvGrpSpPr>
            <p:grpSpPr>
              <a:xfrm>
                <a:off x="6622562" y="542721"/>
                <a:ext cx="587792" cy="550556"/>
                <a:chOff x="4764744" y="3666589"/>
                <a:chExt cx="587792" cy="550556"/>
              </a:xfrm>
            </p:grpSpPr>
            <p:sp>
              <p:nvSpPr>
                <p:cNvPr id="56" name="Oval 55">
                  <a:extLst>
                    <a:ext uri="{FF2B5EF4-FFF2-40B4-BE49-F238E27FC236}">
                      <a16:creationId xmlns:a16="http://schemas.microsoft.com/office/drawing/2014/main" id="{DB8CA34A-2CE7-9D90-D03F-84645F76EDD7}"/>
                    </a:ext>
                  </a:extLst>
                </p:cNvPr>
                <p:cNvSpPr>
                  <a:spLocks noChangeAspect="1"/>
                </p:cNvSpPr>
                <p:nvPr/>
              </p:nvSpPr>
              <p:spPr>
                <a:xfrm>
                  <a:off x="4764744" y="3666589"/>
                  <a:ext cx="548640" cy="550556"/>
                </a:xfrm>
                <a:prstGeom prst="ellipse">
                  <a:avLst/>
                </a:prstGeom>
                <a:solidFill>
                  <a:schemeClr val="tx2">
                    <a:lumMod val="25000"/>
                    <a:lumOff val="75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2312348C-DB2D-DD64-E924-33AC971D7ACD}"/>
                        </a:ext>
                      </a:extLst>
                    </p:cNvPr>
                    <p:cNvSpPr txBox="1"/>
                    <p:nvPr/>
                  </p:nvSpPr>
                  <p:spPr>
                    <a:xfrm>
                      <a:off x="4797682" y="3678461"/>
                      <a:ext cx="554854" cy="45082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a:rPr lang="de-DE" b="0" i="1" smtClean="0">
                                    <a:solidFill>
                                      <a:schemeClr val="bg1"/>
                                    </a:solidFill>
                                    <a:latin typeface="Cambria Math" panose="02040503050406030204" pitchFamily="18" charset="0"/>
                                  </a:rPr>
                                  <m:t>12</m:t>
                                </m:r>
                              </m:sub>
                            </m:sSub>
                          </m:oMath>
                        </m:oMathPara>
                      </a14:m>
                      <a:endParaRPr lang="en-US" dirty="0">
                        <a:solidFill>
                          <a:schemeClr val="bg1"/>
                        </a:solidFill>
                      </a:endParaRPr>
                    </a:p>
                  </p:txBody>
                </p:sp>
              </mc:Choice>
              <mc:Fallback xmlns="">
                <p:sp>
                  <p:nvSpPr>
                    <p:cNvPr id="57" name="TextBox 56">
                      <a:extLst>
                        <a:ext uri="{FF2B5EF4-FFF2-40B4-BE49-F238E27FC236}">
                          <a16:creationId xmlns:a16="http://schemas.microsoft.com/office/drawing/2014/main" id="{2312348C-DB2D-DD64-E924-33AC971D7ACD}"/>
                        </a:ext>
                      </a:extLst>
                    </p:cNvPr>
                    <p:cNvSpPr txBox="1">
                      <a:spLocks noRot="1" noChangeAspect="1" noMove="1" noResize="1" noEditPoints="1" noAdjustHandles="1" noChangeArrowheads="1" noChangeShapeType="1" noTextEdit="1"/>
                    </p:cNvSpPr>
                    <p:nvPr/>
                  </p:nvSpPr>
                  <p:spPr>
                    <a:xfrm>
                      <a:off x="4797682" y="3678461"/>
                      <a:ext cx="554854" cy="450822"/>
                    </a:xfrm>
                    <a:prstGeom prst="rect">
                      <a:avLst/>
                    </a:prstGeom>
                    <a:blipFill>
                      <a:blip r:embed="rId7"/>
                      <a:stretch>
                        <a:fillRect/>
                      </a:stretch>
                    </a:blipFill>
                  </p:spPr>
                  <p:txBody>
                    <a:bodyPr/>
                    <a:lstStyle/>
                    <a:p>
                      <a:r>
                        <a:rPr lang="en-US">
                          <a:noFill/>
                        </a:rPr>
                        <a:t> </a:t>
                      </a:r>
                    </a:p>
                  </p:txBody>
                </p:sp>
              </mc:Fallback>
            </mc:AlternateContent>
          </p:grpSp>
          <p:grpSp>
            <p:nvGrpSpPr>
              <p:cNvPr id="52" name="Group 51">
                <a:extLst>
                  <a:ext uri="{FF2B5EF4-FFF2-40B4-BE49-F238E27FC236}">
                    <a16:creationId xmlns:a16="http://schemas.microsoft.com/office/drawing/2014/main" id="{AEB65518-EB90-9B12-A03B-CBE2C5DC51E8}"/>
                  </a:ext>
                </a:extLst>
              </p:cNvPr>
              <p:cNvGrpSpPr/>
              <p:nvPr/>
            </p:nvGrpSpPr>
            <p:grpSpPr>
              <a:xfrm>
                <a:off x="6606319" y="2384986"/>
                <a:ext cx="587792" cy="550556"/>
                <a:chOff x="4764744" y="3666589"/>
                <a:chExt cx="587792" cy="550556"/>
              </a:xfrm>
            </p:grpSpPr>
            <p:sp>
              <p:nvSpPr>
                <p:cNvPr id="54" name="Oval 53">
                  <a:extLst>
                    <a:ext uri="{FF2B5EF4-FFF2-40B4-BE49-F238E27FC236}">
                      <a16:creationId xmlns:a16="http://schemas.microsoft.com/office/drawing/2014/main" id="{A979C072-16AE-ADFA-E010-2859BD8747C2}"/>
                    </a:ext>
                  </a:extLst>
                </p:cNvPr>
                <p:cNvSpPr>
                  <a:spLocks noChangeAspect="1"/>
                </p:cNvSpPr>
                <p:nvPr/>
              </p:nvSpPr>
              <p:spPr>
                <a:xfrm>
                  <a:off x="4764744" y="3666589"/>
                  <a:ext cx="548640" cy="550556"/>
                </a:xfrm>
                <a:prstGeom prst="ellipse">
                  <a:avLst/>
                </a:prstGeom>
                <a:solidFill>
                  <a:schemeClr val="tx2">
                    <a:lumMod val="25000"/>
                    <a:lumOff val="75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504E9B0F-5311-275E-FB69-01A2EFFDC830}"/>
                        </a:ext>
                      </a:extLst>
                    </p:cNvPr>
                    <p:cNvSpPr txBox="1"/>
                    <p:nvPr/>
                  </p:nvSpPr>
                  <p:spPr>
                    <a:xfrm>
                      <a:off x="4797682" y="3678461"/>
                      <a:ext cx="554854" cy="45082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a:rPr lang="de-DE" b="0" i="1" smtClean="0">
                                    <a:solidFill>
                                      <a:schemeClr val="bg1"/>
                                    </a:solidFill>
                                    <a:latin typeface="Cambria Math" panose="02040503050406030204" pitchFamily="18" charset="0"/>
                                  </a:rPr>
                                  <m:t>22</m:t>
                                </m:r>
                              </m:sub>
                            </m:sSub>
                          </m:oMath>
                        </m:oMathPara>
                      </a14:m>
                      <a:endParaRPr lang="en-US" dirty="0">
                        <a:solidFill>
                          <a:schemeClr val="bg1"/>
                        </a:solidFill>
                      </a:endParaRPr>
                    </a:p>
                  </p:txBody>
                </p:sp>
              </mc:Choice>
              <mc:Fallback xmlns="">
                <p:sp>
                  <p:nvSpPr>
                    <p:cNvPr id="55" name="TextBox 54">
                      <a:extLst>
                        <a:ext uri="{FF2B5EF4-FFF2-40B4-BE49-F238E27FC236}">
                          <a16:creationId xmlns:a16="http://schemas.microsoft.com/office/drawing/2014/main" id="{504E9B0F-5311-275E-FB69-01A2EFFDC830}"/>
                        </a:ext>
                      </a:extLst>
                    </p:cNvPr>
                    <p:cNvSpPr txBox="1">
                      <a:spLocks noRot="1" noChangeAspect="1" noMove="1" noResize="1" noEditPoints="1" noAdjustHandles="1" noChangeArrowheads="1" noChangeShapeType="1" noTextEdit="1"/>
                    </p:cNvSpPr>
                    <p:nvPr/>
                  </p:nvSpPr>
                  <p:spPr>
                    <a:xfrm>
                      <a:off x="4797682" y="3678461"/>
                      <a:ext cx="554854" cy="450822"/>
                    </a:xfrm>
                    <a:prstGeom prst="rect">
                      <a:avLst/>
                    </a:prstGeom>
                    <a:blipFill>
                      <a:blip r:embed="rId8"/>
                      <a:stretch>
                        <a:fillRect/>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B98FAB4E-E775-4EDF-1071-6741226BEC1C}"/>
                      </a:ext>
                    </a:extLst>
                  </p:cNvPr>
                  <p:cNvSpPr txBox="1"/>
                  <p:nvPr/>
                </p:nvSpPr>
                <p:spPr>
                  <a:xfrm>
                    <a:off x="5330077" y="2398546"/>
                    <a:ext cx="554854" cy="45082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a:rPr lang="de-DE" b="0" i="1" smtClean="0">
                                  <a:solidFill>
                                    <a:schemeClr val="bg1"/>
                                  </a:solidFill>
                                  <a:latin typeface="Cambria Math" panose="02040503050406030204" pitchFamily="18" charset="0"/>
                                </a:rPr>
                                <m:t>21</m:t>
                              </m:r>
                            </m:sub>
                          </m:sSub>
                        </m:oMath>
                      </m:oMathPara>
                    </a14:m>
                    <a:endParaRPr lang="en-US" dirty="0">
                      <a:solidFill>
                        <a:schemeClr val="bg1"/>
                      </a:solidFill>
                    </a:endParaRPr>
                  </a:p>
                </p:txBody>
              </p:sp>
            </mc:Choice>
            <mc:Fallback xmlns="">
              <p:sp>
                <p:nvSpPr>
                  <p:cNvPr id="144" name="TextBox 143">
                    <a:extLst>
                      <a:ext uri="{FF2B5EF4-FFF2-40B4-BE49-F238E27FC236}">
                        <a16:creationId xmlns:a16="http://schemas.microsoft.com/office/drawing/2014/main" id="{F0EDCC4A-BC29-7DA6-7EEC-6F2BC35BBA60}"/>
                      </a:ext>
                    </a:extLst>
                  </p:cNvPr>
                  <p:cNvSpPr txBox="1">
                    <a:spLocks noRot="1" noChangeAspect="1" noMove="1" noResize="1" noEditPoints="1" noAdjustHandles="1" noChangeArrowheads="1" noChangeShapeType="1" noTextEdit="1"/>
                  </p:cNvSpPr>
                  <p:nvPr/>
                </p:nvSpPr>
                <p:spPr>
                  <a:xfrm>
                    <a:off x="5330077" y="2398546"/>
                    <a:ext cx="554854" cy="450822"/>
                  </a:xfrm>
                  <a:prstGeom prst="rect">
                    <a:avLst/>
                  </a:prstGeom>
                  <a:blipFill>
                    <a:blip r:embed="rId9"/>
                    <a:stretch>
                      <a:fillRect/>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89F98FAD-AB9B-D3D8-0DBA-2984C0174F30}"/>
                    </a:ext>
                  </a:extLst>
                </p:cNvPr>
                <p:cNvSpPr txBox="1"/>
                <p:nvPr/>
              </p:nvSpPr>
              <p:spPr>
                <a:xfrm>
                  <a:off x="8156015" y="943160"/>
                  <a:ext cx="44512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out</m:t>
                            </m:r>
                          </m:sub>
                        </m:sSub>
                      </m:oMath>
                    </m:oMathPara>
                  </a14:m>
                  <a:endParaRPr lang="en-US" dirty="0">
                    <a:solidFill>
                      <a:schemeClr val="tx1"/>
                    </a:solidFill>
                  </a:endParaRPr>
                </a:p>
              </p:txBody>
            </p:sp>
          </mc:Choice>
          <mc:Fallback xmlns="">
            <p:sp>
              <p:nvSpPr>
                <p:cNvPr id="25" name="TextBox 24">
                  <a:extLst>
                    <a:ext uri="{FF2B5EF4-FFF2-40B4-BE49-F238E27FC236}">
                      <a16:creationId xmlns:a16="http://schemas.microsoft.com/office/drawing/2014/main" id="{89F98FAD-AB9B-D3D8-0DBA-2984C0174F30}"/>
                    </a:ext>
                  </a:extLst>
                </p:cNvPr>
                <p:cNvSpPr txBox="1">
                  <a:spLocks noRot="1" noChangeAspect="1" noMove="1" noResize="1" noEditPoints="1" noAdjustHandles="1" noChangeArrowheads="1" noChangeShapeType="1" noTextEdit="1"/>
                </p:cNvSpPr>
                <p:nvPr/>
              </p:nvSpPr>
              <p:spPr>
                <a:xfrm>
                  <a:off x="8156015" y="943160"/>
                  <a:ext cx="445126" cy="369332"/>
                </a:xfrm>
                <a:prstGeom prst="rect">
                  <a:avLst/>
                </a:prstGeom>
                <a:blipFill>
                  <a:blip r:embed="rId10"/>
                  <a:stretch>
                    <a:fillRect r="-35616"/>
                  </a:stretch>
                </a:blipFill>
              </p:spPr>
              <p:txBody>
                <a:bodyPr/>
                <a:lstStyle/>
                <a:p>
                  <a:r>
                    <a:rPr lang="en-US">
                      <a:noFill/>
                    </a:rPr>
                    <a:t> </a:t>
                  </a:r>
                </a:p>
              </p:txBody>
            </p:sp>
          </mc:Fallback>
        </mc:AlternateContent>
      </p:grpSp>
    </p:spTree>
    <p:extLst>
      <p:ext uri="{BB962C8B-B14F-4D97-AF65-F5344CB8AC3E}">
        <p14:creationId xmlns:p14="http://schemas.microsoft.com/office/powerpoint/2010/main" val="15906695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307FAD-615B-A980-3462-E4557FF67AF7}"/>
            </a:ext>
          </a:extLst>
        </p:cNvPr>
        <p:cNvGrpSpPr/>
        <p:nvPr/>
      </p:nvGrpSpPr>
      <p:grpSpPr>
        <a:xfrm>
          <a:off x="0" y="0"/>
          <a:ext cx="0" cy="0"/>
          <a:chOff x="0" y="0"/>
          <a:chExt cx="0" cy="0"/>
        </a:xfrm>
      </p:grpSpPr>
      <p:pic>
        <p:nvPicPr>
          <p:cNvPr id="19" name="Picture 2" descr="Metro-style map of major metabolic pathways">
            <a:extLst>
              <a:ext uri="{FF2B5EF4-FFF2-40B4-BE49-F238E27FC236}">
                <a16:creationId xmlns:a16="http://schemas.microsoft.com/office/drawing/2014/main" id="{176FF0F8-A6CB-43E2-D4B6-79A8F1EFE15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55346" y="3058251"/>
            <a:ext cx="5084973" cy="3813730"/>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3" name="Title 1">
            <a:extLst>
              <a:ext uri="{FF2B5EF4-FFF2-40B4-BE49-F238E27FC236}">
                <a16:creationId xmlns:a16="http://schemas.microsoft.com/office/drawing/2014/main" id="{7E7FEDD7-402F-E503-4111-D0E9642D41E9}"/>
              </a:ext>
            </a:extLst>
          </p:cNvPr>
          <p:cNvSpPr>
            <a:spLocks noGrp="1"/>
          </p:cNvSpPr>
          <p:nvPr>
            <p:ph type="title"/>
          </p:nvPr>
        </p:nvSpPr>
        <p:spPr>
          <a:xfrm>
            <a:off x="10066812" y="91581"/>
            <a:ext cx="1952334" cy="505057"/>
          </a:xfrm>
        </p:spPr>
        <p:txBody>
          <a:bodyPr>
            <a:normAutofit fontScale="90000"/>
          </a:bodyPr>
          <a:lstStyle/>
          <a:p>
            <a:r>
              <a:rPr lang="en-US" sz="4000" dirty="0"/>
              <a:t>Concept</a:t>
            </a:r>
            <a:endParaRPr lang="en-US" sz="3200" dirty="0"/>
          </a:p>
        </p:txBody>
      </p:sp>
      <p:sp>
        <p:nvSpPr>
          <p:cNvPr id="32" name="Slide Number Placeholder 31">
            <a:extLst>
              <a:ext uri="{FF2B5EF4-FFF2-40B4-BE49-F238E27FC236}">
                <a16:creationId xmlns:a16="http://schemas.microsoft.com/office/drawing/2014/main" id="{80E8D0DB-D75B-2B72-C7C8-C86613D99DC9}"/>
              </a:ext>
            </a:extLst>
          </p:cNvPr>
          <p:cNvSpPr>
            <a:spLocks noGrp="1"/>
          </p:cNvSpPr>
          <p:nvPr>
            <p:ph type="sldNum" sz="quarter" idx="12"/>
          </p:nvPr>
        </p:nvSpPr>
        <p:spPr>
          <a:xfrm>
            <a:off x="-99230" y="6595961"/>
            <a:ext cx="483102" cy="338556"/>
          </a:xfrm>
        </p:spPr>
        <p:txBody>
          <a:bodyPr/>
          <a:lstStyle/>
          <a:p>
            <a:fld id="{250B62C5-2ACF-4D78-8FF3-37371B948607}" type="slidenum">
              <a:rPr lang="en-US" smtClean="0"/>
              <a:t>29</a:t>
            </a:fld>
            <a:endParaRPr lang="en-US"/>
          </a:p>
        </p:txBody>
      </p:sp>
      <p:sp>
        <p:nvSpPr>
          <p:cNvPr id="5" name="TextBox 4">
            <a:extLst>
              <a:ext uri="{FF2B5EF4-FFF2-40B4-BE49-F238E27FC236}">
                <a16:creationId xmlns:a16="http://schemas.microsoft.com/office/drawing/2014/main" id="{14CF1ADB-673F-C4AC-7335-FDE0D7F41B8F}"/>
              </a:ext>
            </a:extLst>
          </p:cNvPr>
          <p:cNvSpPr txBox="1"/>
          <p:nvPr/>
        </p:nvSpPr>
        <p:spPr>
          <a:xfrm>
            <a:off x="153078" y="202172"/>
            <a:ext cx="2254784" cy="830997"/>
          </a:xfrm>
          <a:prstGeom prst="rect">
            <a:avLst/>
          </a:prstGeom>
          <a:noFill/>
        </p:spPr>
        <p:txBody>
          <a:bodyPr wrap="none" rtlCol="0">
            <a:spAutoFit/>
          </a:bodyPr>
          <a:lstStyle/>
          <a:p>
            <a:r>
              <a:rPr lang="en-US" sz="2400" dirty="0"/>
              <a:t>2 neurons</a:t>
            </a:r>
          </a:p>
          <a:p>
            <a:r>
              <a:rPr lang="en-US" sz="2400" dirty="0"/>
              <a:t>Neural Network</a:t>
            </a:r>
          </a:p>
        </p:txBody>
      </p:sp>
      <p:sp>
        <p:nvSpPr>
          <p:cNvPr id="8" name="Rectangle: Rounded Corners 7">
            <a:extLst>
              <a:ext uri="{FF2B5EF4-FFF2-40B4-BE49-F238E27FC236}">
                <a16:creationId xmlns:a16="http://schemas.microsoft.com/office/drawing/2014/main" id="{3A293E8A-5B4A-EF7E-C4CC-8EE467C75E78}"/>
              </a:ext>
            </a:extLst>
          </p:cNvPr>
          <p:cNvSpPr/>
          <p:nvPr/>
        </p:nvSpPr>
        <p:spPr>
          <a:xfrm>
            <a:off x="10440319" y="791635"/>
            <a:ext cx="1522517" cy="91440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Algorithm </a:t>
            </a:r>
          </a:p>
        </p:txBody>
      </p:sp>
      <p:sp>
        <p:nvSpPr>
          <p:cNvPr id="9" name="Rectangle: Rounded Corners 8">
            <a:extLst>
              <a:ext uri="{FF2B5EF4-FFF2-40B4-BE49-F238E27FC236}">
                <a16:creationId xmlns:a16="http://schemas.microsoft.com/office/drawing/2014/main" id="{ED479FA5-DEFF-94FC-5742-B1ED7D65A8E8}"/>
              </a:ext>
            </a:extLst>
          </p:cNvPr>
          <p:cNvSpPr/>
          <p:nvPr/>
        </p:nvSpPr>
        <p:spPr>
          <a:xfrm>
            <a:off x="10440319" y="2215981"/>
            <a:ext cx="1522517" cy="914400"/>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Chemical Reactions </a:t>
            </a:r>
          </a:p>
        </p:txBody>
      </p:sp>
      <p:sp>
        <p:nvSpPr>
          <p:cNvPr id="10" name="Rectangle: Rounded Corners 9">
            <a:extLst>
              <a:ext uri="{FF2B5EF4-FFF2-40B4-BE49-F238E27FC236}">
                <a16:creationId xmlns:a16="http://schemas.microsoft.com/office/drawing/2014/main" id="{533DDDBD-5C60-5577-6055-5BEEDE660314}"/>
              </a:ext>
            </a:extLst>
          </p:cNvPr>
          <p:cNvSpPr/>
          <p:nvPr/>
        </p:nvSpPr>
        <p:spPr>
          <a:xfrm>
            <a:off x="10440319" y="3640327"/>
            <a:ext cx="1522517" cy="914400"/>
          </a:xfrm>
          <a:prstGeom prst="round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Metabolic Network</a:t>
            </a:r>
          </a:p>
        </p:txBody>
      </p:sp>
      <p:sp>
        <p:nvSpPr>
          <p:cNvPr id="11" name="Rectangle: Rounded Corners 10">
            <a:extLst>
              <a:ext uri="{FF2B5EF4-FFF2-40B4-BE49-F238E27FC236}">
                <a16:creationId xmlns:a16="http://schemas.microsoft.com/office/drawing/2014/main" id="{CC8E30BB-B70F-0D4D-9726-DE6921E9D8A4}"/>
              </a:ext>
            </a:extLst>
          </p:cNvPr>
          <p:cNvSpPr/>
          <p:nvPr/>
        </p:nvSpPr>
        <p:spPr>
          <a:xfrm>
            <a:off x="10440319" y="5064673"/>
            <a:ext cx="1522517" cy="91440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THz Actuation</a:t>
            </a:r>
          </a:p>
        </p:txBody>
      </p:sp>
      <p:cxnSp>
        <p:nvCxnSpPr>
          <p:cNvPr id="12" name="Straight Arrow Connector 11">
            <a:extLst>
              <a:ext uri="{FF2B5EF4-FFF2-40B4-BE49-F238E27FC236}">
                <a16:creationId xmlns:a16="http://schemas.microsoft.com/office/drawing/2014/main" id="{5C73BAF0-CB37-4FAE-EE09-EB0D5CE6126B}"/>
              </a:ext>
            </a:extLst>
          </p:cNvPr>
          <p:cNvCxnSpPr>
            <a:stCxn id="8" idx="2"/>
            <a:endCxn id="9" idx="0"/>
          </p:cNvCxnSpPr>
          <p:nvPr/>
        </p:nvCxnSpPr>
        <p:spPr>
          <a:xfrm>
            <a:off x="11201578" y="1706035"/>
            <a:ext cx="0" cy="509946"/>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C21D588C-8569-1566-1302-BE1E6FBCDAC7}"/>
              </a:ext>
            </a:extLst>
          </p:cNvPr>
          <p:cNvCxnSpPr>
            <a:cxnSpLocks/>
            <a:stCxn id="9" idx="2"/>
            <a:endCxn id="10" idx="0"/>
          </p:cNvCxnSpPr>
          <p:nvPr/>
        </p:nvCxnSpPr>
        <p:spPr>
          <a:xfrm>
            <a:off x="11201578" y="3130381"/>
            <a:ext cx="0" cy="509946"/>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8B6A4D34-12DC-8FFA-28F0-7CEEA33AE858}"/>
              </a:ext>
            </a:extLst>
          </p:cNvPr>
          <p:cNvCxnSpPr>
            <a:cxnSpLocks/>
            <a:stCxn id="11" idx="0"/>
          </p:cNvCxnSpPr>
          <p:nvPr/>
        </p:nvCxnSpPr>
        <p:spPr>
          <a:xfrm flipV="1">
            <a:off x="11201578" y="4554727"/>
            <a:ext cx="0" cy="509946"/>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sp>
        <p:nvSpPr>
          <p:cNvPr id="33" name="Freeform: Shape 32">
            <a:extLst>
              <a:ext uri="{FF2B5EF4-FFF2-40B4-BE49-F238E27FC236}">
                <a16:creationId xmlns:a16="http://schemas.microsoft.com/office/drawing/2014/main" id="{44DC17E1-0B5E-A43B-9C39-788148E9B6FF}"/>
              </a:ext>
            </a:extLst>
          </p:cNvPr>
          <p:cNvSpPr/>
          <p:nvPr/>
        </p:nvSpPr>
        <p:spPr>
          <a:xfrm>
            <a:off x="2729387" y="1118322"/>
            <a:ext cx="7645397" cy="5633592"/>
          </a:xfrm>
          <a:custGeom>
            <a:avLst/>
            <a:gdLst>
              <a:gd name="csX0" fmla="*/ 2901954 w 7645397"/>
              <a:gd name="csY0" fmla="*/ 2153792 h 5633592"/>
              <a:gd name="csX1" fmla="*/ 2679700 w 7645397"/>
              <a:gd name="csY1" fmla="*/ 2376046 h 5633592"/>
              <a:gd name="csX2" fmla="*/ 2679700 w 7645397"/>
              <a:gd name="csY2" fmla="*/ 3265038 h 5633592"/>
              <a:gd name="csX3" fmla="*/ 2901954 w 7645397"/>
              <a:gd name="csY3" fmla="*/ 3487292 h 5633592"/>
              <a:gd name="csX4" fmla="*/ 4159246 w 7645397"/>
              <a:gd name="csY4" fmla="*/ 3487292 h 5633592"/>
              <a:gd name="csX5" fmla="*/ 4381500 w 7645397"/>
              <a:gd name="csY5" fmla="*/ 3265038 h 5633592"/>
              <a:gd name="csX6" fmla="*/ 4381500 w 7645397"/>
              <a:gd name="csY6" fmla="*/ 2376046 h 5633592"/>
              <a:gd name="csX7" fmla="*/ 4159246 w 7645397"/>
              <a:gd name="csY7" fmla="*/ 2153792 h 5633592"/>
              <a:gd name="csX8" fmla="*/ 0 w 7645397"/>
              <a:gd name="csY8" fmla="*/ 0 h 5633592"/>
              <a:gd name="csX9" fmla="*/ 7645397 w 7645397"/>
              <a:gd name="csY9" fmla="*/ 0 h 5633592"/>
              <a:gd name="csX10" fmla="*/ 7645397 w 7645397"/>
              <a:gd name="csY10" fmla="*/ 5633592 h 5633592"/>
              <a:gd name="csX11" fmla="*/ 0 w 7645397"/>
              <a:gd name="csY11" fmla="*/ 5633592 h 563359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7645397" h="5633592">
                <a:moveTo>
                  <a:pt x="2901954" y="2153792"/>
                </a:moveTo>
                <a:cubicBezTo>
                  <a:pt x="2779207" y="2153792"/>
                  <a:pt x="2679700" y="2253299"/>
                  <a:pt x="2679700" y="2376046"/>
                </a:cubicBezTo>
                <a:lnTo>
                  <a:pt x="2679700" y="3265038"/>
                </a:lnTo>
                <a:cubicBezTo>
                  <a:pt x="2679700" y="3387785"/>
                  <a:pt x="2779207" y="3487292"/>
                  <a:pt x="2901954" y="3487292"/>
                </a:cubicBezTo>
                <a:lnTo>
                  <a:pt x="4159246" y="3487292"/>
                </a:lnTo>
                <a:cubicBezTo>
                  <a:pt x="4281993" y="3487292"/>
                  <a:pt x="4381500" y="3387785"/>
                  <a:pt x="4381500" y="3265038"/>
                </a:cubicBezTo>
                <a:lnTo>
                  <a:pt x="4381500" y="2376046"/>
                </a:lnTo>
                <a:cubicBezTo>
                  <a:pt x="4381500" y="2253299"/>
                  <a:pt x="4281993" y="2153792"/>
                  <a:pt x="4159246" y="2153792"/>
                </a:cubicBezTo>
                <a:close/>
                <a:moveTo>
                  <a:pt x="0" y="0"/>
                </a:moveTo>
                <a:lnTo>
                  <a:pt x="7645397" y="0"/>
                </a:lnTo>
                <a:lnTo>
                  <a:pt x="7645397" y="5633592"/>
                </a:lnTo>
                <a:lnTo>
                  <a:pt x="0" y="5633592"/>
                </a:lnTo>
                <a:close/>
              </a:path>
            </a:pathLst>
          </a:cu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TextBox 17">
            <a:extLst>
              <a:ext uri="{FF2B5EF4-FFF2-40B4-BE49-F238E27FC236}">
                <a16:creationId xmlns:a16="http://schemas.microsoft.com/office/drawing/2014/main" id="{FD747491-2502-5F65-DADD-83DF9F157479}"/>
              </a:ext>
            </a:extLst>
          </p:cNvPr>
          <p:cNvSpPr txBox="1"/>
          <p:nvPr/>
        </p:nvSpPr>
        <p:spPr>
          <a:xfrm>
            <a:off x="5065034" y="2764379"/>
            <a:ext cx="2692340" cy="461665"/>
          </a:xfrm>
          <a:prstGeom prst="rect">
            <a:avLst/>
          </a:prstGeom>
          <a:noFill/>
        </p:spPr>
        <p:txBody>
          <a:bodyPr wrap="none" rtlCol="0">
            <a:spAutoFit/>
          </a:bodyPr>
          <a:lstStyle/>
          <a:p>
            <a:r>
              <a:rPr lang="en-US" sz="2400" dirty="0"/>
              <a:t>Metabolic Network</a:t>
            </a:r>
          </a:p>
        </p:txBody>
      </p:sp>
      <p:sp>
        <p:nvSpPr>
          <p:cNvPr id="24" name="Rectangle: Rounded Corners 23">
            <a:extLst>
              <a:ext uri="{FF2B5EF4-FFF2-40B4-BE49-F238E27FC236}">
                <a16:creationId xmlns:a16="http://schemas.microsoft.com/office/drawing/2014/main" id="{9949E27F-3A23-342A-C261-4201F3926DB5}"/>
              </a:ext>
            </a:extLst>
          </p:cNvPr>
          <p:cNvSpPr/>
          <p:nvPr/>
        </p:nvSpPr>
        <p:spPr>
          <a:xfrm>
            <a:off x="5413592" y="3385354"/>
            <a:ext cx="1718734" cy="1329606"/>
          </a:xfrm>
          <a:prstGeom prst="round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 name="Group 3">
            <a:extLst>
              <a:ext uri="{FF2B5EF4-FFF2-40B4-BE49-F238E27FC236}">
                <a16:creationId xmlns:a16="http://schemas.microsoft.com/office/drawing/2014/main" id="{A55EB782-A1DD-E7FC-408B-E2F61A8E372B}"/>
              </a:ext>
            </a:extLst>
          </p:cNvPr>
          <p:cNvGrpSpPr/>
          <p:nvPr/>
        </p:nvGrpSpPr>
        <p:grpSpPr>
          <a:xfrm>
            <a:off x="3367055" y="137274"/>
            <a:ext cx="5234086" cy="2326548"/>
            <a:chOff x="3367055" y="137274"/>
            <a:chExt cx="5234086" cy="2326548"/>
          </a:xfrm>
        </p:grpSpPr>
        <p:grpSp>
          <p:nvGrpSpPr>
            <p:cNvPr id="23" name="Group 22">
              <a:extLst>
                <a:ext uri="{FF2B5EF4-FFF2-40B4-BE49-F238E27FC236}">
                  <a16:creationId xmlns:a16="http://schemas.microsoft.com/office/drawing/2014/main" id="{72011794-F114-C0DB-5904-F1D0D66767AA}"/>
                </a:ext>
              </a:extLst>
            </p:cNvPr>
            <p:cNvGrpSpPr>
              <a:grpSpLocks noChangeAspect="1"/>
            </p:cNvGrpSpPr>
            <p:nvPr/>
          </p:nvGrpSpPr>
          <p:grpSpPr>
            <a:xfrm>
              <a:off x="3367055" y="137274"/>
              <a:ext cx="4769781" cy="2326548"/>
              <a:chOff x="3283415" y="292395"/>
              <a:chExt cx="5822202" cy="2839883"/>
            </a:xfrm>
          </p:grpSpPr>
          <p:cxnSp>
            <p:nvCxnSpPr>
              <p:cNvPr id="26" name="Straight Arrow Connector 25">
                <a:extLst>
                  <a:ext uri="{FF2B5EF4-FFF2-40B4-BE49-F238E27FC236}">
                    <a16:creationId xmlns:a16="http://schemas.microsoft.com/office/drawing/2014/main" id="{558D31F4-301B-A875-985C-7E186566EF15}"/>
                  </a:ext>
                </a:extLst>
              </p:cNvPr>
              <p:cNvCxnSpPr>
                <a:cxnSpLocks/>
                <a:endCxn id="58" idx="3"/>
              </p:cNvCxnSpPr>
              <p:nvPr/>
            </p:nvCxnSpPr>
            <p:spPr>
              <a:xfrm flipV="1">
                <a:off x="7050953" y="1927917"/>
                <a:ext cx="1032252" cy="732347"/>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A7237411-2638-0018-9AB8-4A172E084D6A}"/>
                  </a:ext>
                </a:extLst>
              </p:cNvPr>
              <p:cNvCxnSpPr>
                <a:cxnSpLocks/>
              </p:cNvCxnSpPr>
              <p:nvPr/>
            </p:nvCxnSpPr>
            <p:spPr>
              <a:xfrm>
                <a:off x="7101617" y="838200"/>
                <a:ext cx="998056" cy="692913"/>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B822FB1C-A93F-A15D-A1A8-A7A0D7554ADB}"/>
                  </a:ext>
                </a:extLst>
              </p:cNvPr>
              <p:cNvCxnSpPr>
                <a:cxnSpLocks/>
                <a:stCxn id="44" idx="6"/>
                <a:endCxn id="54" idx="2"/>
              </p:cNvCxnSpPr>
              <p:nvPr/>
            </p:nvCxnSpPr>
            <p:spPr>
              <a:xfrm flipV="1">
                <a:off x="5845780" y="2660264"/>
                <a:ext cx="760539" cy="1688"/>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E8B066F7-557D-6035-0AFE-F415CD353970}"/>
                  </a:ext>
                </a:extLst>
              </p:cNvPr>
              <p:cNvCxnSpPr>
                <a:cxnSpLocks/>
                <a:stCxn id="60" idx="6"/>
                <a:endCxn id="56" idx="2"/>
              </p:cNvCxnSpPr>
              <p:nvPr/>
            </p:nvCxnSpPr>
            <p:spPr>
              <a:xfrm>
                <a:off x="5849079" y="809532"/>
                <a:ext cx="773483" cy="8467"/>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31" name="Straight Arrow Connector 30">
                <a:extLst>
                  <a:ext uri="{FF2B5EF4-FFF2-40B4-BE49-F238E27FC236}">
                    <a16:creationId xmlns:a16="http://schemas.microsoft.com/office/drawing/2014/main" id="{7EE76C2A-D695-DDAF-47FD-4C3EF4A60873}"/>
                  </a:ext>
                </a:extLst>
              </p:cNvPr>
              <p:cNvCxnSpPr>
                <a:cxnSpLocks/>
                <a:endCxn id="60" idx="2"/>
              </p:cNvCxnSpPr>
              <p:nvPr/>
            </p:nvCxnSpPr>
            <p:spPr>
              <a:xfrm flipV="1">
                <a:off x="4523657" y="809532"/>
                <a:ext cx="776782" cy="976601"/>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9B8A7200-0C23-6816-2BE2-09924F63DA13}"/>
                      </a:ext>
                    </a:extLst>
                  </p:cNvPr>
                  <p:cNvSpPr txBox="1"/>
                  <p:nvPr/>
                </p:nvSpPr>
                <p:spPr>
                  <a:xfrm>
                    <a:off x="3283415" y="1276094"/>
                    <a:ext cx="543340" cy="45082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in</m:t>
                              </m:r>
                            </m:sub>
                          </m:sSub>
                        </m:oMath>
                      </m:oMathPara>
                    </a14:m>
                    <a:endParaRPr lang="en-US" dirty="0">
                      <a:solidFill>
                        <a:schemeClr val="tx1"/>
                      </a:solidFill>
                    </a:endParaRPr>
                  </a:p>
                </p:txBody>
              </p:sp>
            </mc:Choice>
            <mc:Fallback xmlns="">
              <p:sp>
                <p:nvSpPr>
                  <p:cNvPr id="35" name="TextBox 34">
                    <a:extLst>
                      <a:ext uri="{FF2B5EF4-FFF2-40B4-BE49-F238E27FC236}">
                        <a16:creationId xmlns:a16="http://schemas.microsoft.com/office/drawing/2014/main" id="{9B8A7200-0C23-6816-2BE2-09924F63DA13}"/>
                      </a:ext>
                    </a:extLst>
                  </p:cNvPr>
                  <p:cNvSpPr txBox="1">
                    <a:spLocks noRot="1" noChangeAspect="1" noMove="1" noResize="1" noEditPoints="1" noAdjustHandles="1" noChangeArrowheads="1" noChangeShapeType="1" noTextEdit="1"/>
                  </p:cNvSpPr>
                  <p:nvPr/>
                </p:nvSpPr>
                <p:spPr>
                  <a:xfrm>
                    <a:off x="3283415" y="1276094"/>
                    <a:ext cx="543340" cy="450822"/>
                  </a:xfrm>
                  <a:prstGeom prst="rect">
                    <a:avLst/>
                  </a:prstGeom>
                  <a:blipFill>
                    <a:blip r:embed="rId4"/>
                    <a:stretch>
                      <a:fillRect r="-13699"/>
                    </a:stretch>
                  </a:blipFill>
                </p:spPr>
                <p:txBody>
                  <a:bodyPr/>
                  <a:lstStyle/>
                  <a:p>
                    <a:r>
                      <a:rPr lang="en-US">
                        <a:noFill/>
                      </a:rPr>
                      <a:t> </a:t>
                    </a:r>
                  </a:p>
                </p:txBody>
              </p:sp>
            </mc:Fallback>
          </mc:AlternateContent>
          <p:cxnSp>
            <p:nvCxnSpPr>
              <p:cNvPr id="37" name="Straight Arrow Connector 36">
                <a:extLst>
                  <a:ext uri="{FF2B5EF4-FFF2-40B4-BE49-F238E27FC236}">
                    <a16:creationId xmlns:a16="http://schemas.microsoft.com/office/drawing/2014/main" id="{5B8DD50A-F3B4-02CC-AD28-579BE02E5DEF}"/>
                  </a:ext>
                </a:extLst>
              </p:cNvPr>
              <p:cNvCxnSpPr>
                <a:cxnSpLocks/>
                <a:endCxn id="44" idx="2"/>
              </p:cNvCxnSpPr>
              <p:nvPr/>
            </p:nvCxnSpPr>
            <p:spPr>
              <a:xfrm>
                <a:off x="4523657" y="1786133"/>
                <a:ext cx="773483" cy="875819"/>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38" name="Straight Arrow Connector 37">
                <a:extLst>
                  <a:ext uri="{FF2B5EF4-FFF2-40B4-BE49-F238E27FC236}">
                    <a16:creationId xmlns:a16="http://schemas.microsoft.com/office/drawing/2014/main" id="{6A71CAA5-8DB0-6A54-4135-C7BC94EE8237}"/>
                  </a:ext>
                </a:extLst>
              </p:cNvPr>
              <p:cNvCxnSpPr>
                <a:cxnSpLocks/>
              </p:cNvCxnSpPr>
              <p:nvPr/>
            </p:nvCxnSpPr>
            <p:spPr>
              <a:xfrm flipV="1">
                <a:off x="8387577" y="1726916"/>
                <a:ext cx="718040" cy="1"/>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grpSp>
            <p:nvGrpSpPr>
              <p:cNvPr id="39" name="Group 38">
                <a:extLst>
                  <a:ext uri="{FF2B5EF4-FFF2-40B4-BE49-F238E27FC236}">
                    <a16:creationId xmlns:a16="http://schemas.microsoft.com/office/drawing/2014/main" id="{8F498B9E-3063-7858-191D-41BECF209E52}"/>
                  </a:ext>
                </a:extLst>
              </p:cNvPr>
              <p:cNvGrpSpPr/>
              <p:nvPr/>
            </p:nvGrpSpPr>
            <p:grpSpPr>
              <a:xfrm>
                <a:off x="5300439" y="534254"/>
                <a:ext cx="587792" cy="550556"/>
                <a:chOff x="4764744" y="3666589"/>
                <a:chExt cx="587792" cy="550556"/>
              </a:xfrm>
            </p:grpSpPr>
            <p:sp>
              <p:nvSpPr>
                <p:cNvPr id="60" name="Oval 59">
                  <a:extLst>
                    <a:ext uri="{FF2B5EF4-FFF2-40B4-BE49-F238E27FC236}">
                      <a16:creationId xmlns:a16="http://schemas.microsoft.com/office/drawing/2014/main" id="{A5E59E5F-676C-5879-C5D0-1D890C35DF46}"/>
                    </a:ext>
                  </a:extLst>
                </p:cNvPr>
                <p:cNvSpPr>
                  <a:spLocks noChangeAspect="1"/>
                </p:cNvSpPr>
                <p:nvPr/>
              </p:nvSpPr>
              <p:spPr>
                <a:xfrm>
                  <a:off x="4764744" y="3666589"/>
                  <a:ext cx="548640" cy="550556"/>
                </a:xfrm>
                <a:prstGeom prst="ellipse">
                  <a:avLst/>
                </a:prstGeom>
                <a:solidFill>
                  <a:schemeClr val="tx2">
                    <a:lumMod val="25000"/>
                    <a:lumOff val="75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61" name="TextBox 60">
                      <a:extLst>
                        <a:ext uri="{FF2B5EF4-FFF2-40B4-BE49-F238E27FC236}">
                          <a16:creationId xmlns:a16="http://schemas.microsoft.com/office/drawing/2014/main" id="{9E10382A-9A2D-B2E7-28D8-E38134F16BB3}"/>
                        </a:ext>
                      </a:extLst>
                    </p:cNvPr>
                    <p:cNvSpPr txBox="1"/>
                    <p:nvPr/>
                  </p:nvSpPr>
                  <p:spPr>
                    <a:xfrm>
                      <a:off x="4797682" y="3678461"/>
                      <a:ext cx="554854" cy="45082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a:rPr lang="de-DE" b="0" i="1" smtClean="0">
                                    <a:solidFill>
                                      <a:schemeClr val="bg1"/>
                                    </a:solidFill>
                                    <a:latin typeface="Cambria Math" panose="02040503050406030204" pitchFamily="18" charset="0"/>
                                  </a:rPr>
                                  <m:t>11</m:t>
                                </m:r>
                              </m:sub>
                            </m:sSub>
                          </m:oMath>
                        </m:oMathPara>
                      </a14:m>
                      <a:endParaRPr lang="en-US" dirty="0">
                        <a:solidFill>
                          <a:schemeClr val="bg1"/>
                        </a:solidFill>
                      </a:endParaRPr>
                    </a:p>
                  </p:txBody>
                </p:sp>
              </mc:Choice>
              <mc:Fallback xmlns="">
                <p:sp>
                  <p:nvSpPr>
                    <p:cNvPr id="61" name="TextBox 60">
                      <a:extLst>
                        <a:ext uri="{FF2B5EF4-FFF2-40B4-BE49-F238E27FC236}">
                          <a16:creationId xmlns:a16="http://schemas.microsoft.com/office/drawing/2014/main" id="{9E10382A-9A2D-B2E7-28D8-E38134F16BB3}"/>
                        </a:ext>
                      </a:extLst>
                    </p:cNvPr>
                    <p:cNvSpPr txBox="1">
                      <a:spLocks noRot="1" noChangeAspect="1" noMove="1" noResize="1" noEditPoints="1" noAdjustHandles="1" noChangeArrowheads="1" noChangeShapeType="1" noTextEdit="1"/>
                    </p:cNvSpPr>
                    <p:nvPr/>
                  </p:nvSpPr>
                  <p:spPr>
                    <a:xfrm>
                      <a:off x="4797682" y="3678461"/>
                      <a:ext cx="554854" cy="450822"/>
                    </a:xfrm>
                    <a:prstGeom prst="rect">
                      <a:avLst/>
                    </a:prstGeom>
                    <a:blipFill>
                      <a:blip r:embed="rId5"/>
                      <a:stretch>
                        <a:fillRect/>
                      </a:stretch>
                    </a:blipFill>
                  </p:spPr>
                  <p:txBody>
                    <a:bodyPr/>
                    <a:lstStyle/>
                    <a:p>
                      <a:r>
                        <a:rPr lang="en-US">
                          <a:noFill/>
                        </a:rPr>
                        <a:t> </a:t>
                      </a:r>
                    </a:p>
                  </p:txBody>
                </p:sp>
              </mc:Fallback>
            </mc:AlternateContent>
          </p:grpSp>
          <p:sp>
            <p:nvSpPr>
              <p:cNvPr id="43" name="Rectangle 42">
                <a:extLst>
                  <a:ext uri="{FF2B5EF4-FFF2-40B4-BE49-F238E27FC236}">
                    <a16:creationId xmlns:a16="http://schemas.microsoft.com/office/drawing/2014/main" id="{5A671F01-F017-EED3-F79C-85A93E01B976}"/>
                  </a:ext>
                </a:extLst>
              </p:cNvPr>
              <p:cNvSpPr/>
              <p:nvPr/>
            </p:nvSpPr>
            <p:spPr>
              <a:xfrm>
                <a:off x="4099942" y="292395"/>
                <a:ext cx="4667795" cy="2839883"/>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44" name="Oval 43">
                <a:extLst>
                  <a:ext uri="{FF2B5EF4-FFF2-40B4-BE49-F238E27FC236}">
                    <a16:creationId xmlns:a16="http://schemas.microsoft.com/office/drawing/2014/main" id="{3DE0B01E-0FDC-51F3-EC9C-DF64F81CAE3C}"/>
                  </a:ext>
                </a:extLst>
              </p:cNvPr>
              <p:cNvSpPr>
                <a:spLocks noChangeAspect="1"/>
              </p:cNvSpPr>
              <p:nvPr/>
            </p:nvSpPr>
            <p:spPr>
              <a:xfrm>
                <a:off x="5297140" y="2386674"/>
                <a:ext cx="548640" cy="550556"/>
              </a:xfrm>
              <a:prstGeom prst="ellipse">
                <a:avLst/>
              </a:prstGeom>
              <a:solidFill>
                <a:schemeClr val="tx2">
                  <a:lumMod val="25000"/>
                  <a:lumOff val="75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grpSp>
            <p:nvGrpSpPr>
              <p:cNvPr id="49" name="Group 48">
                <a:extLst>
                  <a:ext uri="{FF2B5EF4-FFF2-40B4-BE49-F238E27FC236}">
                    <a16:creationId xmlns:a16="http://schemas.microsoft.com/office/drawing/2014/main" id="{4C93517A-9E11-0EC5-DEDB-A6F5E7B5383F}"/>
                  </a:ext>
                </a:extLst>
              </p:cNvPr>
              <p:cNvGrpSpPr/>
              <p:nvPr/>
            </p:nvGrpSpPr>
            <p:grpSpPr>
              <a:xfrm>
                <a:off x="7948290" y="1457988"/>
                <a:ext cx="603209" cy="550556"/>
                <a:chOff x="4710175" y="3666589"/>
                <a:chExt cx="603209" cy="550556"/>
              </a:xfrm>
            </p:grpSpPr>
            <p:sp>
              <p:nvSpPr>
                <p:cNvPr id="58" name="Oval 57">
                  <a:extLst>
                    <a:ext uri="{FF2B5EF4-FFF2-40B4-BE49-F238E27FC236}">
                      <a16:creationId xmlns:a16="http://schemas.microsoft.com/office/drawing/2014/main" id="{CAE5ABAB-617F-47AC-DACE-0A64AC24A5A7}"/>
                    </a:ext>
                  </a:extLst>
                </p:cNvPr>
                <p:cNvSpPr>
                  <a:spLocks noChangeAspect="1"/>
                </p:cNvSpPr>
                <p:nvPr/>
              </p:nvSpPr>
              <p:spPr>
                <a:xfrm>
                  <a:off x="4764744" y="3666589"/>
                  <a:ext cx="548640" cy="550556"/>
                </a:xfrm>
                <a:prstGeom prst="ellipse">
                  <a:avLst/>
                </a:prstGeom>
                <a:solidFill>
                  <a:schemeClr val="tx2">
                    <a:lumMod val="25000"/>
                    <a:lumOff val="75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19FE0F4F-CFFF-EF44-5AEA-4DCD9B622C18}"/>
                        </a:ext>
                      </a:extLst>
                    </p:cNvPr>
                    <p:cNvSpPr txBox="1"/>
                    <p:nvPr/>
                  </p:nvSpPr>
                  <p:spPr>
                    <a:xfrm>
                      <a:off x="4710175" y="3698505"/>
                      <a:ext cx="554854" cy="45082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out</m:t>
                                </m:r>
                              </m:sub>
                            </m:sSub>
                          </m:oMath>
                        </m:oMathPara>
                      </a14:m>
                      <a:endParaRPr lang="en-US" dirty="0">
                        <a:solidFill>
                          <a:schemeClr val="bg1"/>
                        </a:solidFill>
                      </a:endParaRPr>
                    </a:p>
                  </p:txBody>
                </p:sp>
              </mc:Choice>
              <mc:Fallback xmlns="">
                <p:sp>
                  <p:nvSpPr>
                    <p:cNvPr id="59" name="TextBox 58">
                      <a:extLst>
                        <a:ext uri="{FF2B5EF4-FFF2-40B4-BE49-F238E27FC236}">
                          <a16:creationId xmlns:a16="http://schemas.microsoft.com/office/drawing/2014/main" id="{19FE0F4F-CFFF-EF44-5AEA-4DCD9B622C18}"/>
                        </a:ext>
                      </a:extLst>
                    </p:cNvPr>
                    <p:cNvSpPr txBox="1">
                      <a:spLocks noRot="1" noChangeAspect="1" noMove="1" noResize="1" noEditPoints="1" noAdjustHandles="1" noChangeArrowheads="1" noChangeShapeType="1" noTextEdit="1"/>
                    </p:cNvSpPr>
                    <p:nvPr/>
                  </p:nvSpPr>
                  <p:spPr>
                    <a:xfrm>
                      <a:off x="4710175" y="3698505"/>
                      <a:ext cx="554854" cy="450822"/>
                    </a:xfrm>
                    <a:prstGeom prst="rect">
                      <a:avLst/>
                    </a:prstGeom>
                    <a:blipFill>
                      <a:blip r:embed="rId6"/>
                      <a:stretch>
                        <a:fillRect r="-12000"/>
                      </a:stretch>
                    </a:blipFill>
                  </p:spPr>
                  <p:txBody>
                    <a:bodyPr/>
                    <a:lstStyle/>
                    <a:p>
                      <a:r>
                        <a:rPr lang="en-US">
                          <a:noFill/>
                        </a:rPr>
                        <a:t> </a:t>
                      </a:r>
                    </a:p>
                  </p:txBody>
                </p:sp>
              </mc:Fallback>
            </mc:AlternateContent>
          </p:grpSp>
          <p:cxnSp>
            <p:nvCxnSpPr>
              <p:cNvPr id="50" name="Straight Arrow Connector 49">
                <a:extLst>
                  <a:ext uri="{FF2B5EF4-FFF2-40B4-BE49-F238E27FC236}">
                    <a16:creationId xmlns:a16="http://schemas.microsoft.com/office/drawing/2014/main" id="{AA7AB1D8-8ED4-B65B-43CB-48976CCE45B6}"/>
                  </a:ext>
                </a:extLst>
              </p:cNvPr>
              <p:cNvCxnSpPr>
                <a:cxnSpLocks/>
              </p:cNvCxnSpPr>
              <p:nvPr/>
            </p:nvCxnSpPr>
            <p:spPr>
              <a:xfrm flipV="1">
                <a:off x="3826755" y="1786133"/>
                <a:ext cx="718040" cy="1"/>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grpSp>
            <p:nvGrpSpPr>
              <p:cNvPr id="51" name="Group 50">
                <a:extLst>
                  <a:ext uri="{FF2B5EF4-FFF2-40B4-BE49-F238E27FC236}">
                    <a16:creationId xmlns:a16="http://schemas.microsoft.com/office/drawing/2014/main" id="{B7252C1C-6EE1-EF83-1823-CB5ADD1B467F}"/>
                  </a:ext>
                </a:extLst>
              </p:cNvPr>
              <p:cNvGrpSpPr/>
              <p:nvPr/>
            </p:nvGrpSpPr>
            <p:grpSpPr>
              <a:xfrm>
                <a:off x="6622562" y="542721"/>
                <a:ext cx="587792" cy="550556"/>
                <a:chOff x="4764744" y="3666589"/>
                <a:chExt cx="587792" cy="550556"/>
              </a:xfrm>
            </p:grpSpPr>
            <p:sp>
              <p:nvSpPr>
                <p:cNvPr id="56" name="Oval 55">
                  <a:extLst>
                    <a:ext uri="{FF2B5EF4-FFF2-40B4-BE49-F238E27FC236}">
                      <a16:creationId xmlns:a16="http://schemas.microsoft.com/office/drawing/2014/main" id="{283D328C-DF03-EC10-F35D-877C2C338782}"/>
                    </a:ext>
                  </a:extLst>
                </p:cNvPr>
                <p:cNvSpPr>
                  <a:spLocks noChangeAspect="1"/>
                </p:cNvSpPr>
                <p:nvPr/>
              </p:nvSpPr>
              <p:spPr>
                <a:xfrm>
                  <a:off x="4764744" y="3666589"/>
                  <a:ext cx="548640" cy="550556"/>
                </a:xfrm>
                <a:prstGeom prst="ellipse">
                  <a:avLst/>
                </a:prstGeom>
                <a:solidFill>
                  <a:schemeClr val="tx2">
                    <a:lumMod val="25000"/>
                    <a:lumOff val="75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205B0832-B34E-9BD9-9045-5E88A48A07CF}"/>
                        </a:ext>
                      </a:extLst>
                    </p:cNvPr>
                    <p:cNvSpPr txBox="1"/>
                    <p:nvPr/>
                  </p:nvSpPr>
                  <p:spPr>
                    <a:xfrm>
                      <a:off x="4797682" y="3678461"/>
                      <a:ext cx="554854" cy="45082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a:rPr lang="de-DE" b="0" i="1" smtClean="0">
                                    <a:solidFill>
                                      <a:schemeClr val="bg1"/>
                                    </a:solidFill>
                                    <a:latin typeface="Cambria Math" panose="02040503050406030204" pitchFamily="18" charset="0"/>
                                  </a:rPr>
                                  <m:t>12</m:t>
                                </m:r>
                              </m:sub>
                            </m:sSub>
                          </m:oMath>
                        </m:oMathPara>
                      </a14:m>
                      <a:endParaRPr lang="en-US" dirty="0">
                        <a:solidFill>
                          <a:schemeClr val="bg1"/>
                        </a:solidFill>
                      </a:endParaRPr>
                    </a:p>
                  </p:txBody>
                </p:sp>
              </mc:Choice>
              <mc:Fallback xmlns="">
                <p:sp>
                  <p:nvSpPr>
                    <p:cNvPr id="57" name="TextBox 56">
                      <a:extLst>
                        <a:ext uri="{FF2B5EF4-FFF2-40B4-BE49-F238E27FC236}">
                          <a16:creationId xmlns:a16="http://schemas.microsoft.com/office/drawing/2014/main" id="{205B0832-B34E-9BD9-9045-5E88A48A07CF}"/>
                        </a:ext>
                      </a:extLst>
                    </p:cNvPr>
                    <p:cNvSpPr txBox="1">
                      <a:spLocks noRot="1" noChangeAspect="1" noMove="1" noResize="1" noEditPoints="1" noAdjustHandles="1" noChangeArrowheads="1" noChangeShapeType="1" noTextEdit="1"/>
                    </p:cNvSpPr>
                    <p:nvPr/>
                  </p:nvSpPr>
                  <p:spPr>
                    <a:xfrm>
                      <a:off x="4797682" y="3678461"/>
                      <a:ext cx="554854" cy="450822"/>
                    </a:xfrm>
                    <a:prstGeom prst="rect">
                      <a:avLst/>
                    </a:prstGeom>
                    <a:blipFill>
                      <a:blip r:embed="rId7"/>
                      <a:stretch>
                        <a:fillRect/>
                      </a:stretch>
                    </a:blipFill>
                  </p:spPr>
                  <p:txBody>
                    <a:bodyPr/>
                    <a:lstStyle/>
                    <a:p>
                      <a:r>
                        <a:rPr lang="en-US">
                          <a:noFill/>
                        </a:rPr>
                        <a:t> </a:t>
                      </a:r>
                    </a:p>
                  </p:txBody>
                </p:sp>
              </mc:Fallback>
            </mc:AlternateContent>
          </p:grpSp>
          <p:grpSp>
            <p:nvGrpSpPr>
              <p:cNvPr id="52" name="Group 51">
                <a:extLst>
                  <a:ext uri="{FF2B5EF4-FFF2-40B4-BE49-F238E27FC236}">
                    <a16:creationId xmlns:a16="http://schemas.microsoft.com/office/drawing/2014/main" id="{859AA2FE-BA11-4D72-A2BA-23588A697CB2}"/>
                  </a:ext>
                </a:extLst>
              </p:cNvPr>
              <p:cNvGrpSpPr/>
              <p:nvPr/>
            </p:nvGrpSpPr>
            <p:grpSpPr>
              <a:xfrm>
                <a:off x="6606319" y="2384986"/>
                <a:ext cx="587792" cy="550556"/>
                <a:chOff x="4764744" y="3666589"/>
                <a:chExt cx="587792" cy="550556"/>
              </a:xfrm>
            </p:grpSpPr>
            <p:sp>
              <p:nvSpPr>
                <p:cNvPr id="54" name="Oval 53">
                  <a:extLst>
                    <a:ext uri="{FF2B5EF4-FFF2-40B4-BE49-F238E27FC236}">
                      <a16:creationId xmlns:a16="http://schemas.microsoft.com/office/drawing/2014/main" id="{9C0BCB6F-691F-12AE-84C0-BBAA23577E3F}"/>
                    </a:ext>
                  </a:extLst>
                </p:cNvPr>
                <p:cNvSpPr>
                  <a:spLocks noChangeAspect="1"/>
                </p:cNvSpPr>
                <p:nvPr/>
              </p:nvSpPr>
              <p:spPr>
                <a:xfrm>
                  <a:off x="4764744" y="3666589"/>
                  <a:ext cx="548640" cy="550556"/>
                </a:xfrm>
                <a:prstGeom prst="ellipse">
                  <a:avLst/>
                </a:prstGeom>
                <a:solidFill>
                  <a:schemeClr val="tx2">
                    <a:lumMod val="25000"/>
                    <a:lumOff val="75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41CE7416-A3B9-33D6-0DFE-A1AA8ABF8D52}"/>
                        </a:ext>
                      </a:extLst>
                    </p:cNvPr>
                    <p:cNvSpPr txBox="1"/>
                    <p:nvPr/>
                  </p:nvSpPr>
                  <p:spPr>
                    <a:xfrm>
                      <a:off x="4797682" y="3678461"/>
                      <a:ext cx="554854" cy="45082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a:rPr lang="de-DE" b="0" i="1" smtClean="0">
                                    <a:solidFill>
                                      <a:schemeClr val="bg1"/>
                                    </a:solidFill>
                                    <a:latin typeface="Cambria Math" panose="02040503050406030204" pitchFamily="18" charset="0"/>
                                  </a:rPr>
                                  <m:t>22</m:t>
                                </m:r>
                              </m:sub>
                            </m:sSub>
                          </m:oMath>
                        </m:oMathPara>
                      </a14:m>
                      <a:endParaRPr lang="en-US" dirty="0">
                        <a:solidFill>
                          <a:schemeClr val="bg1"/>
                        </a:solidFill>
                      </a:endParaRPr>
                    </a:p>
                  </p:txBody>
                </p:sp>
              </mc:Choice>
              <mc:Fallback xmlns="">
                <p:sp>
                  <p:nvSpPr>
                    <p:cNvPr id="55" name="TextBox 54">
                      <a:extLst>
                        <a:ext uri="{FF2B5EF4-FFF2-40B4-BE49-F238E27FC236}">
                          <a16:creationId xmlns:a16="http://schemas.microsoft.com/office/drawing/2014/main" id="{41CE7416-A3B9-33D6-0DFE-A1AA8ABF8D52}"/>
                        </a:ext>
                      </a:extLst>
                    </p:cNvPr>
                    <p:cNvSpPr txBox="1">
                      <a:spLocks noRot="1" noChangeAspect="1" noMove="1" noResize="1" noEditPoints="1" noAdjustHandles="1" noChangeArrowheads="1" noChangeShapeType="1" noTextEdit="1"/>
                    </p:cNvSpPr>
                    <p:nvPr/>
                  </p:nvSpPr>
                  <p:spPr>
                    <a:xfrm>
                      <a:off x="4797682" y="3678461"/>
                      <a:ext cx="554854" cy="450822"/>
                    </a:xfrm>
                    <a:prstGeom prst="rect">
                      <a:avLst/>
                    </a:prstGeom>
                    <a:blipFill>
                      <a:blip r:embed="rId8"/>
                      <a:stretch>
                        <a:fillRect/>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E5DC2F14-FC48-6212-EC94-246D32BB97D7}"/>
                      </a:ext>
                    </a:extLst>
                  </p:cNvPr>
                  <p:cNvSpPr txBox="1"/>
                  <p:nvPr/>
                </p:nvSpPr>
                <p:spPr>
                  <a:xfrm>
                    <a:off x="5330077" y="2398546"/>
                    <a:ext cx="554854" cy="45082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a:rPr lang="de-DE" b="0" i="1" smtClean="0">
                                  <a:solidFill>
                                    <a:schemeClr val="bg1"/>
                                  </a:solidFill>
                                  <a:latin typeface="Cambria Math" panose="02040503050406030204" pitchFamily="18" charset="0"/>
                                </a:rPr>
                                <m:t>21</m:t>
                              </m:r>
                            </m:sub>
                          </m:sSub>
                        </m:oMath>
                      </m:oMathPara>
                    </a14:m>
                    <a:endParaRPr lang="en-US" dirty="0">
                      <a:solidFill>
                        <a:schemeClr val="bg1"/>
                      </a:solidFill>
                    </a:endParaRPr>
                  </a:p>
                </p:txBody>
              </p:sp>
            </mc:Choice>
            <mc:Fallback xmlns="">
              <p:sp>
                <p:nvSpPr>
                  <p:cNvPr id="53" name="TextBox 52">
                    <a:extLst>
                      <a:ext uri="{FF2B5EF4-FFF2-40B4-BE49-F238E27FC236}">
                        <a16:creationId xmlns:a16="http://schemas.microsoft.com/office/drawing/2014/main" id="{E5DC2F14-FC48-6212-EC94-246D32BB97D7}"/>
                      </a:ext>
                    </a:extLst>
                  </p:cNvPr>
                  <p:cNvSpPr txBox="1">
                    <a:spLocks noRot="1" noChangeAspect="1" noMove="1" noResize="1" noEditPoints="1" noAdjustHandles="1" noChangeArrowheads="1" noChangeShapeType="1" noTextEdit="1"/>
                  </p:cNvSpPr>
                  <p:nvPr/>
                </p:nvSpPr>
                <p:spPr>
                  <a:xfrm>
                    <a:off x="5330077" y="2398546"/>
                    <a:ext cx="554854" cy="450822"/>
                  </a:xfrm>
                  <a:prstGeom prst="rect">
                    <a:avLst/>
                  </a:prstGeom>
                  <a:blipFill>
                    <a:blip r:embed="rId9"/>
                    <a:stretch>
                      <a:fillRect/>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5B71159B-0024-7822-F35E-A4ACB69987A6}"/>
                    </a:ext>
                  </a:extLst>
                </p:cNvPr>
                <p:cNvSpPr txBox="1"/>
                <p:nvPr/>
              </p:nvSpPr>
              <p:spPr>
                <a:xfrm>
                  <a:off x="8156015" y="943160"/>
                  <a:ext cx="44512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out</m:t>
                            </m:r>
                          </m:sub>
                        </m:sSub>
                      </m:oMath>
                    </m:oMathPara>
                  </a14:m>
                  <a:endParaRPr lang="en-US" dirty="0">
                    <a:solidFill>
                      <a:schemeClr val="tx1"/>
                    </a:solidFill>
                  </a:endParaRPr>
                </a:p>
              </p:txBody>
            </p:sp>
          </mc:Choice>
          <mc:Fallback xmlns="">
            <p:sp>
              <p:nvSpPr>
                <p:cNvPr id="25" name="TextBox 24">
                  <a:extLst>
                    <a:ext uri="{FF2B5EF4-FFF2-40B4-BE49-F238E27FC236}">
                      <a16:creationId xmlns:a16="http://schemas.microsoft.com/office/drawing/2014/main" id="{5B71159B-0024-7822-F35E-A4ACB69987A6}"/>
                    </a:ext>
                  </a:extLst>
                </p:cNvPr>
                <p:cNvSpPr txBox="1">
                  <a:spLocks noRot="1" noChangeAspect="1" noMove="1" noResize="1" noEditPoints="1" noAdjustHandles="1" noChangeArrowheads="1" noChangeShapeType="1" noTextEdit="1"/>
                </p:cNvSpPr>
                <p:nvPr/>
              </p:nvSpPr>
              <p:spPr>
                <a:xfrm>
                  <a:off x="8156015" y="943160"/>
                  <a:ext cx="445126" cy="369332"/>
                </a:xfrm>
                <a:prstGeom prst="rect">
                  <a:avLst/>
                </a:prstGeom>
                <a:blipFill>
                  <a:blip r:embed="rId10"/>
                  <a:stretch>
                    <a:fillRect r="-35616"/>
                  </a:stretch>
                </a:blipFill>
              </p:spPr>
              <p:txBody>
                <a:bodyPr/>
                <a:lstStyle/>
                <a:p>
                  <a:r>
                    <a:rPr lang="en-US">
                      <a:noFill/>
                    </a:rPr>
                    <a:t> </a:t>
                  </a:r>
                </a:p>
              </p:txBody>
            </p:sp>
          </mc:Fallback>
        </mc:AlternateContent>
      </p:grpSp>
      <p:pic>
        <p:nvPicPr>
          <p:cNvPr id="6" name="Picture 5">
            <a:extLst>
              <a:ext uri="{FF2B5EF4-FFF2-40B4-BE49-F238E27FC236}">
                <a16:creationId xmlns:a16="http://schemas.microsoft.com/office/drawing/2014/main" id="{B18C4FFA-D08E-8001-4E79-B072354E8317}"/>
              </a:ext>
            </a:extLst>
          </p:cNvPr>
          <p:cNvPicPr>
            <a:picLocks noChangeAspect="1"/>
          </p:cNvPicPr>
          <p:nvPr/>
        </p:nvPicPr>
        <p:blipFill>
          <a:blip r:embed="rId11"/>
          <a:stretch>
            <a:fillRect/>
          </a:stretch>
        </p:blipFill>
        <p:spPr>
          <a:xfrm>
            <a:off x="-66692" y="2692854"/>
            <a:ext cx="4735899" cy="4165145"/>
          </a:xfrm>
          <a:prstGeom prst="rect">
            <a:avLst/>
          </a:prstGeom>
        </p:spPr>
      </p:pic>
      <p:sp>
        <p:nvSpPr>
          <p:cNvPr id="7" name="Arrow: Right 6">
            <a:extLst>
              <a:ext uri="{FF2B5EF4-FFF2-40B4-BE49-F238E27FC236}">
                <a16:creationId xmlns:a16="http://schemas.microsoft.com/office/drawing/2014/main" id="{11102E52-EB66-A05A-B82F-1BE195BA8A93}"/>
              </a:ext>
            </a:extLst>
          </p:cNvPr>
          <p:cNvSpPr/>
          <p:nvPr/>
        </p:nvSpPr>
        <p:spPr>
          <a:xfrm flipH="1">
            <a:off x="4210741" y="4643413"/>
            <a:ext cx="978408" cy="484632"/>
          </a:xfrm>
          <a:prstGeom prst="rightArrow">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463959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513429-6A53-5ECC-A597-A21F6824BCF9}"/>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0B2A70BC-256B-5897-6975-83E8324043B0}"/>
              </a:ext>
            </a:extLst>
          </p:cNvPr>
          <p:cNvSpPr>
            <a:spLocks noGrp="1"/>
          </p:cNvSpPr>
          <p:nvPr>
            <p:ph type="title"/>
          </p:nvPr>
        </p:nvSpPr>
        <p:spPr>
          <a:xfrm>
            <a:off x="10066812" y="91581"/>
            <a:ext cx="1952334" cy="505057"/>
          </a:xfrm>
        </p:spPr>
        <p:txBody>
          <a:bodyPr>
            <a:normAutofit fontScale="90000"/>
          </a:bodyPr>
          <a:lstStyle/>
          <a:p>
            <a:r>
              <a:rPr lang="en-US" sz="4000" dirty="0"/>
              <a:t>Concept</a:t>
            </a:r>
            <a:endParaRPr lang="en-US" sz="3200" dirty="0"/>
          </a:p>
        </p:txBody>
      </p:sp>
      <p:sp>
        <p:nvSpPr>
          <p:cNvPr id="32" name="Slide Number Placeholder 31">
            <a:extLst>
              <a:ext uri="{FF2B5EF4-FFF2-40B4-BE49-F238E27FC236}">
                <a16:creationId xmlns:a16="http://schemas.microsoft.com/office/drawing/2014/main" id="{AA17C62C-80FB-D107-1378-205C536F18EA}"/>
              </a:ext>
            </a:extLst>
          </p:cNvPr>
          <p:cNvSpPr>
            <a:spLocks noGrp="1"/>
          </p:cNvSpPr>
          <p:nvPr>
            <p:ph type="sldNum" sz="quarter" idx="12"/>
          </p:nvPr>
        </p:nvSpPr>
        <p:spPr>
          <a:xfrm>
            <a:off x="-99230" y="6595961"/>
            <a:ext cx="483102" cy="338556"/>
          </a:xfrm>
        </p:spPr>
        <p:txBody>
          <a:bodyPr/>
          <a:lstStyle/>
          <a:p>
            <a:fld id="{250B62C5-2ACF-4D78-8FF3-37371B948607}" type="slidenum">
              <a:rPr lang="en-US" smtClean="0"/>
              <a:t>30</a:t>
            </a:fld>
            <a:endParaRPr lang="en-US"/>
          </a:p>
        </p:txBody>
      </p:sp>
      <p:sp>
        <p:nvSpPr>
          <p:cNvPr id="5" name="TextBox 4">
            <a:extLst>
              <a:ext uri="{FF2B5EF4-FFF2-40B4-BE49-F238E27FC236}">
                <a16:creationId xmlns:a16="http://schemas.microsoft.com/office/drawing/2014/main" id="{7220C136-DB7D-91F4-733C-0F0645D4F2ED}"/>
              </a:ext>
            </a:extLst>
          </p:cNvPr>
          <p:cNvSpPr txBox="1"/>
          <p:nvPr/>
        </p:nvSpPr>
        <p:spPr>
          <a:xfrm>
            <a:off x="153078" y="202172"/>
            <a:ext cx="2254784" cy="830997"/>
          </a:xfrm>
          <a:prstGeom prst="rect">
            <a:avLst/>
          </a:prstGeom>
          <a:noFill/>
        </p:spPr>
        <p:txBody>
          <a:bodyPr wrap="none" rtlCol="0">
            <a:spAutoFit/>
          </a:bodyPr>
          <a:lstStyle/>
          <a:p>
            <a:r>
              <a:rPr lang="en-US" sz="2400" dirty="0"/>
              <a:t>2 neurons</a:t>
            </a:r>
          </a:p>
          <a:p>
            <a:r>
              <a:rPr lang="en-US" sz="2400" dirty="0"/>
              <a:t>Neural Network</a:t>
            </a:r>
          </a:p>
        </p:txBody>
      </p:sp>
      <p:sp>
        <p:nvSpPr>
          <p:cNvPr id="4" name="Rectangle: Rounded Corners 3">
            <a:extLst>
              <a:ext uri="{FF2B5EF4-FFF2-40B4-BE49-F238E27FC236}">
                <a16:creationId xmlns:a16="http://schemas.microsoft.com/office/drawing/2014/main" id="{DDEFDD57-CCDD-0842-ECA0-F9103B4C1D48}"/>
              </a:ext>
            </a:extLst>
          </p:cNvPr>
          <p:cNvSpPr/>
          <p:nvPr/>
        </p:nvSpPr>
        <p:spPr>
          <a:xfrm>
            <a:off x="10648692" y="937210"/>
            <a:ext cx="1522517" cy="91440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Algorithm </a:t>
            </a:r>
          </a:p>
        </p:txBody>
      </p:sp>
      <p:sp>
        <p:nvSpPr>
          <p:cNvPr id="19" name="Rectangle: Rounded Corners 18">
            <a:extLst>
              <a:ext uri="{FF2B5EF4-FFF2-40B4-BE49-F238E27FC236}">
                <a16:creationId xmlns:a16="http://schemas.microsoft.com/office/drawing/2014/main" id="{E390F51B-A53C-F86E-3659-4C98762B31F4}"/>
              </a:ext>
            </a:extLst>
          </p:cNvPr>
          <p:cNvSpPr/>
          <p:nvPr/>
        </p:nvSpPr>
        <p:spPr>
          <a:xfrm>
            <a:off x="10648692" y="2361556"/>
            <a:ext cx="1522517" cy="914400"/>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Chemical Reactions </a:t>
            </a:r>
          </a:p>
        </p:txBody>
      </p:sp>
      <p:sp>
        <p:nvSpPr>
          <p:cNvPr id="24" name="Rectangle: Rounded Corners 23">
            <a:extLst>
              <a:ext uri="{FF2B5EF4-FFF2-40B4-BE49-F238E27FC236}">
                <a16:creationId xmlns:a16="http://schemas.microsoft.com/office/drawing/2014/main" id="{0CD4FB54-1FF1-30AB-BA5B-D5E9B1ECF8BA}"/>
              </a:ext>
            </a:extLst>
          </p:cNvPr>
          <p:cNvSpPr/>
          <p:nvPr/>
        </p:nvSpPr>
        <p:spPr>
          <a:xfrm>
            <a:off x="10648692" y="3785902"/>
            <a:ext cx="1522517" cy="91440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Metabolic Network</a:t>
            </a:r>
          </a:p>
        </p:txBody>
      </p:sp>
      <p:sp>
        <p:nvSpPr>
          <p:cNvPr id="25" name="Rectangle: Rounded Corners 24">
            <a:extLst>
              <a:ext uri="{FF2B5EF4-FFF2-40B4-BE49-F238E27FC236}">
                <a16:creationId xmlns:a16="http://schemas.microsoft.com/office/drawing/2014/main" id="{0FD6446E-4F83-F47E-69C3-E35981019D02}"/>
              </a:ext>
            </a:extLst>
          </p:cNvPr>
          <p:cNvSpPr/>
          <p:nvPr/>
        </p:nvSpPr>
        <p:spPr>
          <a:xfrm>
            <a:off x="10648692" y="5210248"/>
            <a:ext cx="1522517" cy="914400"/>
          </a:xfrm>
          <a:prstGeom prst="round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THz Actuation</a:t>
            </a:r>
          </a:p>
        </p:txBody>
      </p:sp>
      <p:cxnSp>
        <p:nvCxnSpPr>
          <p:cNvPr id="26" name="Straight Arrow Connector 25">
            <a:extLst>
              <a:ext uri="{FF2B5EF4-FFF2-40B4-BE49-F238E27FC236}">
                <a16:creationId xmlns:a16="http://schemas.microsoft.com/office/drawing/2014/main" id="{E418860E-E9BB-EEFB-A623-8CFEA7A4E261}"/>
              </a:ext>
            </a:extLst>
          </p:cNvPr>
          <p:cNvCxnSpPr>
            <a:stCxn id="4" idx="2"/>
            <a:endCxn id="19" idx="0"/>
          </p:cNvCxnSpPr>
          <p:nvPr/>
        </p:nvCxnSpPr>
        <p:spPr>
          <a:xfrm>
            <a:off x="11409951" y="1851610"/>
            <a:ext cx="0" cy="509946"/>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1678BB52-4C0E-E1A9-3D05-D295F6A96232}"/>
              </a:ext>
            </a:extLst>
          </p:cNvPr>
          <p:cNvCxnSpPr>
            <a:cxnSpLocks/>
            <a:stCxn id="19" idx="2"/>
            <a:endCxn id="24" idx="0"/>
          </p:cNvCxnSpPr>
          <p:nvPr/>
        </p:nvCxnSpPr>
        <p:spPr>
          <a:xfrm>
            <a:off x="11409951" y="3275956"/>
            <a:ext cx="0" cy="509946"/>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D5F7BFFC-6A32-7B43-FCA4-DACF195DE43F}"/>
              </a:ext>
            </a:extLst>
          </p:cNvPr>
          <p:cNvCxnSpPr>
            <a:cxnSpLocks/>
            <a:stCxn id="25" idx="0"/>
          </p:cNvCxnSpPr>
          <p:nvPr/>
        </p:nvCxnSpPr>
        <p:spPr>
          <a:xfrm flipV="1">
            <a:off x="11409951" y="4700302"/>
            <a:ext cx="0" cy="509946"/>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graphicFrame>
            <p:nvGraphicFramePr>
              <p:cNvPr id="31" name="Table 30">
                <a:extLst>
                  <a:ext uri="{FF2B5EF4-FFF2-40B4-BE49-F238E27FC236}">
                    <a16:creationId xmlns:a16="http://schemas.microsoft.com/office/drawing/2014/main" id="{CCD76CF6-F4DA-E931-3190-4F26C7AC01AD}"/>
                  </a:ext>
                </a:extLst>
              </p:cNvPr>
              <p:cNvGraphicFramePr>
                <a:graphicFrameLocks noGrp="1"/>
              </p:cNvGraphicFramePr>
              <p:nvPr>
                <p:extLst>
                  <p:ext uri="{D42A27DB-BD31-4B8C-83A1-F6EECF244321}">
                    <p14:modId xmlns:p14="http://schemas.microsoft.com/office/powerpoint/2010/main" val="1337494845"/>
                  </p:ext>
                </p:extLst>
              </p:nvPr>
            </p:nvGraphicFramePr>
            <p:xfrm>
              <a:off x="50367" y="3350968"/>
              <a:ext cx="10564026" cy="2346960"/>
            </p:xfrm>
            <a:graphic>
              <a:graphicData uri="http://schemas.openxmlformats.org/drawingml/2006/table">
                <a:tbl>
                  <a:tblPr firstRow="1" bandRow="1">
                    <a:tableStyleId>{C4B1156A-380E-4F78-BDF5-A606A8083BF9}</a:tableStyleId>
                  </a:tblPr>
                  <a:tblGrid>
                    <a:gridCol w="498273">
                      <a:extLst>
                        <a:ext uri="{9D8B030D-6E8A-4147-A177-3AD203B41FA5}">
                          <a16:colId xmlns:a16="http://schemas.microsoft.com/office/drawing/2014/main" val="2247704463"/>
                        </a:ext>
                      </a:extLst>
                    </a:gridCol>
                    <a:gridCol w="4410480">
                      <a:extLst>
                        <a:ext uri="{9D8B030D-6E8A-4147-A177-3AD203B41FA5}">
                          <a16:colId xmlns:a16="http://schemas.microsoft.com/office/drawing/2014/main" val="1120151498"/>
                        </a:ext>
                      </a:extLst>
                    </a:gridCol>
                    <a:gridCol w="4550640">
                      <a:extLst>
                        <a:ext uri="{9D8B030D-6E8A-4147-A177-3AD203B41FA5}">
                          <a16:colId xmlns:a16="http://schemas.microsoft.com/office/drawing/2014/main" val="1146850531"/>
                        </a:ext>
                      </a:extLst>
                    </a:gridCol>
                    <a:gridCol w="1104633">
                      <a:extLst>
                        <a:ext uri="{9D8B030D-6E8A-4147-A177-3AD203B41FA5}">
                          <a16:colId xmlns:a16="http://schemas.microsoft.com/office/drawing/2014/main" val="2587608585"/>
                        </a:ext>
                      </a:extLst>
                    </a:gridCol>
                  </a:tblGrid>
                  <a:tr h="274320">
                    <a:tc>
                      <a:txBody>
                        <a:bodyPr/>
                        <a:lstStyle/>
                        <a:p>
                          <a:pPr algn="l"/>
                          <a:endParaRPr lang="en-US" sz="1400" dirty="0"/>
                        </a:p>
                      </a:txBody>
                      <a:tcPr/>
                    </a:tc>
                    <a:tc>
                      <a:txBody>
                        <a:bodyPr/>
                        <a:lstStyle/>
                        <a:p>
                          <a:r>
                            <a:rPr lang="en-US" sz="1400" b="1" dirty="0"/>
                            <a:t>Reactant</a:t>
                          </a:r>
                        </a:p>
                      </a:txBody>
                      <a:tcPr/>
                    </a:tc>
                    <a:tc>
                      <a:txBody>
                        <a:bodyPr/>
                        <a:lstStyle/>
                        <a:p>
                          <a:r>
                            <a:rPr lang="en-US" sz="1400" b="1" dirty="0"/>
                            <a:t>Product</a:t>
                          </a:r>
                        </a:p>
                      </a:txBody>
                      <a:tcPr/>
                    </a:tc>
                    <a:tc>
                      <a:txBody>
                        <a:bodyPr/>
                        <a:lstStyle/>
                        <a:p>
                          <a:r>
                            <a:rPr lang="en-US" sz="1400" b="1" dirty="0"/>
                            <a:t>Genes</a:t>
                          </a:r>
                        </a:p>
                      </a:txBody>
                      <a:tcPr/>
                    </a:tc>
                    <a:extLst>
                      <a:ext uri="{0D108BD9-81ED-4DB2-BD59-A6C34878D82A}">
                        <a16:rowId xmlns:a16="http://schemas.microsoft.com/office/drawing/2014/main" val="830326239"/>
                      </a:ext>
                    </a:extLst>
                  </a:tr>
                  <a:tr h="274320">
                    <a:tc>
                      <a:txBody>
                        <a:bodyPr/>
                        <a:lstStyle/>
                        <a:p>
                          <a:pPr algn="l"/>
                          <a14:m>
                            <m:oMathPara xmlns:m="http://schemas.openxmlformats.org/officeDocument/2006/math">
                              <m:oMath>
                                <m:sSub>
                                  <m:sSubPr>
                                    <m:ctrlPr>
                                      <a:rPr lang="de-DE" sz="1800" b="0" i="1" smtClean="0">
                                        <a:latin typeface="Cambria Math" panose="02040503050406030204" pitchFamily="18" charset="0"/>
                                      </a:rPr>
                                    </m:ctrlPr>
                                  </m:sSubPr>
                                  <m:e>
                                    <m:r>
                                      <a:rPr lang="de-DE" sz="1800" b="0" i="1" smtClean="0">
                                        <a:latin typeface="Cambria Math" panose="02040503050406030204" pitchFamily="18" charset="0"/>
                                      </a:rPr>
                                      <m:t>𝑟</m:t>
                                    </m:r>
                                  </m:e>
                                  <m:sub>
                                    <m:r>
                                      <a:rPr lang="de-DE" sz="1800" b="0" i="1" smtClean="0">
                                        <a:latin typeface="Cambria Math" panose="02040503050406030204" pitchFamily="18" charset="0"/>
                                      </a:rPr>
                                      <m:t>11</m:t>
                                    </m:r>
                                  </m:sub>
                                </m:sSub>
                              </m:oMath>
                            </m:oMathPara>
                          </a14:m>
                          <a:endParaRPr lang="en-US" sz="1800" dirty="0"/>
                        </a:p>
                      </a:txBody>
                      <a:tcPr/>
                    </a:tc>
                    <a:tc>
                      <a:txBody>
                        <a:bodyPr/>
                        <a:lstStyle/>
                        <a:p>
                          <a:r>
                            <a:rPr lang="pt-BR" sz="1600" b="0" dirty="0"/>
                            <a:t>7,8-dihydropteroate + ATP + L-glutamate</a:t>
                          </a:r>
                          <a:r>
                            <a:rPr lang="pt-BR" sz="1600" b="1" i="0" dirty="0">
                              <a:solidFill>
                                <a:srgbClr val="C00000"/>
                              </a:solidFill>
                            </a:rPr>
                            <a:t>(</a:t>
                          </a:r>
                          <a14:m>
                            <m:oMath xmlns:m="http://schemas.openxmlformats.org/officeDocument/2006/math">
                              <m:sSub>
                                <m:sSubPr>
                                  <m:ctrlPr>
                                    <a:rPr lang="de-DE" sz="1600" b="1" i="0" smtClean="0">
                                      <a:solidFill>
                                        <a:srgbClr val="C00000"/>
                                      </a:solidFill>
                                      <a:latin typeface="Cambria Math" panose="02040503050406030204" pitchFamily="18" charset="0"/>
                                    </a:rPr>
                                  </m:ctrlPr>
                                </m:sSubPr>
                                <m:e>
                                  <m:r>
                                    <a:rPr lang="de-DE" sz="1600" b="1" i="0" smtClean="0">
                                      <a:solidFill>
                                        <a:srgbClr val="C00000"/>
                                      </a:solidFill>
                                      <a:latin typeface="Cambria Math" panose="02040503050406030204" pitchFamily="18" charset="0"/>
                                    </a:rPr>
                                    <m:t>𝐦</m:t>
                                  </m:r>
                                </m:e>
                                <m:sub>
                                  <m:r>
                                    <m:rPr>
                                      <m:sty m:val="p"/>
                                    </m:rPr>
                                    <a:rPr lang="de-DE" sz="1600" b="1" i="0" smtClean="0">
                                      <a:solidFill>
                                        <a:srgbClr val="C00000"/>
                                      </a:solidFill>
                                      <a:latin typeface="Cambria Math" panose="02040503050406030204" pitchFamily="18" charset="0"/>
                                    </a:rPr>
                                    <m:t>in</m:t>
                                  </m:r>
                                </m:sub>
                              </m:sSub>
                            </m:oMath>
                          </a14:m>
                          <a:r>
                            <a:rPr lang="pt-BR" sz="1600" b="1" i="0" dirty="0">
                              <a:solidFill>
                                <a:srgbClr val="C00000"/>
                              </a:solidFill>
                            </a:rPr>
                            <a:t>)</a:t>
                          </a:r>
                          <a:endParaRPr lang="en-US" sz="1600" b="0" dirty="0"/>
                        </a:p>
                      </a:txBody>
                      <a:tcPr/>
                    </a:tc>
                    <a:tc>
                      <a:txBody>
                        <a:bodyPr/>
                        <a:lstStyle/>
                        <a:p>
                          <a:r>
                            <a:rPr lang="pt-BR" sz="1600" b="0" dirty="0"/>
                            <a:t>ADP + dihydrofolic acid</a:t>
                          </a:r>
                          <a:r>
                            <a:rPr lang="pt-BR" sz="1600" b="1" dirty="0">
                              <a:solidFill>
                                <a:srgbClr val="C00000"/>
                              </a:solidFill>
                            </a:rPr>
                            <a:t>(</a:t>
                          </a:r>
                          <a14:m>
                            <m:oMath xmlns:m="http://schemas.openxmlformats.org/officeDocument/2006/math">
                              <m:sSub>
                                <m:sSubPr>
                                  <m:ctrlPr>
                                    <a:rPr lang="pt-BR" sz="1600" b="1" i="0" dirty="0" smtClean="0">
                                      <a:solidFill>
                                        <a:srgbClr val="C00000"/>
                                      </a:solidFill>
                                      <a:latin typeface="Cambria Math" panose="02040503050406030204" pitchFamily="18" charset="0"/>
                                    </a:rPr>
                                  </m:ctrlPr>
                                </m:sSubPr>
                                <m:e>
                                  <m:r>
                                    <a:rPr lang="pt-BR" sz="1600" b="1" i="0" dirty="0" smtClean="0">
                                      <a:solidFill>
                                        <a:srgbClr val="C00000"/>
                                      </a:solidFill>
                                      <a:latin typeface="Cambria Math" panose="02040503050406030204" pitchFamily="18" charset="0"/>
                                    </a:rPr>
                                    <m:t>𝐦</m:t>
                                  </m:r>
                                </m:e>
                                <m:sub>
                                  <m:r>
                                    <a:rPr lang="pt-BR" sz="1600" b="1" i="0" dirty="0" smtClean="0">
                                      <a:solidFill>
                                        <a:srgbClr val="C00000"/>
                                      </a:solidFill>
                                      <a:latin typeface="Cambria Math" panose="02040503050406030204" pitchFamily="18" charset="0"/>
                                    </a:rPr>
                                    <m:t>𝟏𝟏</m:t>
                                  </m:r>
                                </m:sub>
                              </m:sSub>
                            </m:oMath>
                          </a14:m>
                          <a:r>
                            <a:rPr lang="pt-BR" sz="1600" b="1" dirty="0">
                              <a:solidFill>
                                <a:srgbClr val="C00000"/>
                              </a:solidFill>
                            </a:rPr>
                            <a:t>) </a:t>
                          </a:r>
                          <a:r>
                            <a:rPr lang="pt-BR" sz="1600" b="0" dirty="0"/>
                            <a:t>+ H+ + phosphate</a:t>
                          </a:r>
                          <a:endParaRPr lang="en-US" sz="1600" b="0" dirty="0"/>
                        </a:p>
                      </a:txBody>
                      <a:tcPr/>
                    </a:tc>
                    <a:tc>
                      <a:txBody>
                        <a:bodyPr/>
                        <a:lstStyle/>
                        <a:p>
                          <a:r>
                            <a:rPr lang="en-US" sz="1600" b="0" dirty="0"/>
                            <a:t>YMR113W</a:t>
                          </a:r>
                        </a:p>
                      </a:txBody>
                      <a:tcPr/>
                    </a:tc>
                    <a:extLst>
                      <a:ext uri="{0D108BD9-81ED-4DB2-BD59-A6C34878D82A}">
                        <a16:rowId xmlns:a16="http://schemas.microsoft.com/office/drawing/2014/main" val="4006369147"/>
                      </a:ext>
                    </a:extLst>
                  </a:tr>
                  <a:tr h="274320">
                    <a:tc>
                      <a:txBody>
                        <a:bodyPr/>
                        <a:lstStyle/>
                        <a:p>
                          <a:pPr algn="l"/>
                          <a14:m>
                            <m:oMathPara xmlns:m="http://schemas.openxmlformats.org/officeDocument/2006/math">
                              <m:oMathParaPr>
                                <m:jc m:val="left"/>
                              </m:oMathParaPr>
                              <m:oMath>
                                <m:sSub>
                                  <m:sSubPr>
                                    <m:ctrlPr>
                                      <a:rPr lang="de-DE" sz="1800" b="0" i="1" smtClean="0">
                                        <a:latin typeface="Cambria Math" panose="02040503050406030204" pitchFamily="18" charset="0"/>
                                      </a:rPr>
                                    </m:ctrlPr>
                                  </m:sSubPr>
                                  <m:e>
                                    <m:r>
                                      <a:rPr lang="de-DE" sz="1800" b="0" i="1" smtClean="0">
                                        <a:latin typeface="Cambria Math" panose="02040503050406030204" pitchFamily="18" charset="0"/>
                                      </a:rPr>
                                      <m:t>𝑟</m:t>
                                    </m:r>
                                  </m:e>
                                  <m:sub>
                                    <m:r>
                                      <a:rPr lang="de-DE" sz="1800" b="0" i="1" smtClean="0">
                                        <a:latin typeface="Cambria Math" panose="02040503050406030204" pitchFamily="18" charset="0"/>
                                      </a:rPr>
                                      <m:t>12</m:t>
                                    </m:r>
                                  </m:sub>
                                </m:sSub>
                              </m:oMath>
                            </m:oMathPara>
                          </a14:m>
                          <a:endParaRPr lang="en-US" sz="1800" dirty="0"/>
                        </a:p>
                      </a:txBody>
                      <a:tcPr/>
                    </a:tc>
                    <a:tc>
                      <a:txBody>
                        <a:bodyPr/>
                        <a:lstStyle/>
                        <a:p>
                          <a:r>
                            <a:rPr lang="pt-BR" sz="1600" dirty="0"/>
                            <a:t>dihydrofolic acid</a:t>
                          </a:r>
                          <a:r>
                            <a:rPr lang="pt-BR" sz="1600" b="1" dirty="0">
                              <a:solidFill>
                                <a:srgbClr val="C00000"/>
                              </a:solidFill>
                            </a:rPr>
                            <a:t>(</a:t>
                          </a:r>
                          <a14:m>
                            <m:oMath xmlns:m="http://schemas.openxmlformats.org/officeDocument/2006/math">
                              <m:sSub>
                                <m:sSubPr>
                                  <m:ctrlPr>
                                    <a:rPr lang="pt-BR" sz="1600" b="1" i="0" dirty="0" smtClean="0">
                                      <a:solidFill>
                                        <a:srgbClr val="C00000"/>
                                      </a:solidFill>
                                      <a:latin typeface="Cambria Math" panose="02040503050406030204" pitchFamily="18" charset="0"/>
                                    </a:rPr>
                                  </m:ctrlPr>
                                </m:sSubPr>
                                <m:e>
                                  <m:r>
                                    <a:rPr lang="pt-BR" sz="1600" b="1" i="0" dirty="0" smtClean="0">
                                      <a:solidFill>
                                        <a:srgbClr val="C00000"/>
                                      </a:solidFill>
                                      <a:latin typeface="Cambria Math" panose="02040503050406030204" pitchFamily="18" charset="0"/>
                                    </a:rPr>
                                    <m:t>𝐦</m:t>
                                  </m:r>
                                </m:e>
                                <m:sub>
                                  <m:r>
                                    <a:rPr lang="pt-BR" sz="1600" b="1" i="0" dirty="0" smtClean="0">
                                      <a:solidFill>
                                        <a:srgbClr val="C00000"/>
                                      </a:solidFill>
                                      <a:latin typeface="Cambria Math" panose="02040503050406030204" pitchFamily="18" charset="0"/>
                                    </a:rPr>
                                    <m:t>𝟏𝟏</m:t>
                                  </m:r>
                                </m:sub>
                              </m:sSub>
                            </m:oMath>
                          </a14:m>
                          <a:r>
                            <a:rPr lang="pt-BR" sz="1600" b="1" dirty="0">
                              <a:solidFill>
                                <a:srgbClr val="C00000"/>
                              </a:solidFill>
                            </a:rPr>
                            <a:t>) </a:t>
                          </a:r>
                          <a:r>
                            <a:rPr lang="pt-BR" sz="1600" dirty="0"/>
                            <a:t>+ H+ + NADPH</a:t>
                          </a:r>
                          <a:endParaRPr lang="en-US"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NADP(+) + THF</a:t>
                          </a:r>
                          <a:r>
                            <a:rPr lang="pt-BR" sz="1600" b="1" dirty="0">
                              <a:solidFill>
                                <a:srgbClr val="C00000"/>
                              </a:solidFill>
                            </a:rPr>
                            <a:t>(</a:t>
                          </a:r>
                          <a14:m>
                            <m:oMath xmlns:m="http://schemas.openxmlformats.org/officeDocument/2006/math">
                              <m:sSub>
                                <m:sSubPr>
                                  <m:ctrlPr>
                                    <a:rPr lang="pt-BR" sz="1600" b="1" i="0" dirty="0" smtClean="0">
                                      <a:solidFill>
                                        <a:srgbClr val="C00000"/>
                                      </a:solidFill>
                                      <a:latin typeface="Cambria Math" panose="02040503050406030204" pitchFamily="18" charset="0"/>
                                    </a:rPr>
                                  </m:ctrlPr>
                                </m:sSubPr>
                                <m:e>
                                  <m:r>
                                    <a:rPr lang="pt-BR" sz="1600" b="1" i="0" dirty="0" smtClean="0">
                                      <a:solidFill>
                                        <a:srgbClr val="C00000"/>
                                      </a:solidFill>
                                      <a:latin typeface="Cambria Math" panose="02040503050406030204" pitchFamily="18" charset="0"/>
                                    </a:rPr>
                                    <m:t>𝐦</m:t>
                                  </m:r>
                                </m:e>
                                <m:sub>
                                  <m:r>
                                    <a:rPr lang="pt-BR" sz="1600" b="1" i="0" dirty="0" smtClean="0">
                                      <a:solidFill>
                                        <a:srgbClr val="C00000"/>
                                      </a:solidFill>
                                      <a:latin typeface="Cambria Math" panose="02040503050406030204" pitchFamily="18" charset="0"/>
                                    </a:rPr>
                                    <m:t>𝟏</m:t>
                                  </m:r>
                                  <m:r>
                                    <a:rPr lang="de-DE" sz="1600" b="1" i="1" dirty="0" smtClean="0">
                                      <a:solidFill>
                                        <a:srgbClr val="C00000"/>
                                      </a:solidFill>
                                      <a:latin typeface="Cambria Math" panose="02040503050406030204" pitchFamily="18" charset="0"/>
                                    </a:rPr>
                                    <m:t>2</m:t>
                                  </m:r>
                                </m:sub>
                              </m:sSub>
                            </m:oMath>
                          </a14:m>
                          <a:r>
                            <a:rPr lang="pt-BR" sz="1600" b="1" dirty="0">
                              <a:solidFill>
                                <a:srgbClr val="C00000"/>
                              </a:solidFill>
                            </a:rPr>
                            <a:t>)</a:t>
                          </a:r>
                          <a:endParaRPr lang="en-US" sz="1600" dirty="0"/>
                        </a:p>
                      </a:txBody>
                      <a:tcPr/>
                    </a:tc>
                    <a:tc>
                      <a:txBody>
                        <a:bodyPr/>
                        <a:lstStyle/>
                        <a:p>
                          <a:r>
                            <a:rPr lang="en-US" sz="1600" dirty="0"/>
                            <a:t>YOR236W</a:t>
                          </a:r>
                        </a:p>
                      </a:txBody>
                      <a:tcPr/>
                    </a:tc>
                    <a:extLst>
                      <a:ext uri="{0D108BD9-81ED-4DB2-BD59-A6C34878D82A}">
                        <a16:rowId xmlns:a16="http://schemas.microsoft.com/office/drawing/2014/main" val="1526051723"/>
                      </a:ext>
                    </a:extLst>
                  </a:tr>
                  <a:tr h="274320">
                    <a:tc>
                      <a:txBody>
                        <a:bodyPr/>
                        <a:lstStyle/>
                        <a:p>
                          <a:pPr algn="l"/>
                          <a14:m>
                            <m:oMath xmlns:m="http://schemas.openxmlformats.org/officeDocument/2006/math">
                              <m:sSub>
                                <m:sSubPr>
                                  <m:ctrlPr>
                                    <a:rPr lang="de-DE" sz="1800" b="0" i="1" smtClean="0">
                                      <a:latin typeface="Cambria Math" panose="02040503050406030204" pitchFamily="18" charset="0"/>
                                    </a:rPr>
                                  </m:ctrlPr>
                                </m:sSubPr>
                                <m:e>
                                  <m:r>
                                    <a:rPr lang="de-DE" sz="1800" b="0" i="1" smtClean="0">
                                      <a:latin typeface="Cambria Math" panose="02040503050406030204" pitchFamily="18" charset="0"/>
                                    </a:rPr>
                                    <m:t>𝑟</m:t>
                                  </m:r>
                                </m:e>
                                <m:sub>
                                  <m:r>
                                    <a:rPr lang="de-DE" sz="1800" b="0" i="1" smtClean="0">
                                      <a:latin typeface="Cambria Math" panose="02040503050406030204" pitchFamily="18" charset="0"/>
                                    </a:rPr>
                                    <m:t>21</m:t>
                                  </m:r>
                                </m:sub>
                              </m:sSub>
                            </m:oMath>
                          </a14:m>
                          <a:r>
                            <a:rPr lang="en-US" sz="1800" dirty="0"/>
                            <a:t> </a:t>
                          </a:r>
                        </a:p>
                      </a:txBody>
                      <a:tcPr/>
                    </a:tc>
                    <a:tc>
                      <a:txBody>
                        <a:bodyPr/>
                        <a:lstStyle/>
                        <a:p>
                          <a:r>
                            <a:rPr lang="pt-BR" sz="1600" dirty="0"/>
                            <a:t>3-phospho-hydroxypyruvate + L-glutamate</a:t>
                          </a:r>
                          <a:r>
                            <a:rPr lang="pt-BR" sz="1600" b="1" i="0" dirty="0">
                              <a:solidFill>
                                <a:srgbClr val="C00000"/>
                              </a:solidFill>
                            </a:rPr>
                            <a:t>(</a:t>
                          </a:r>
                          <a14:m>
                            <m:oMath xmlns:m="http://schemas.openxmlformats.org/officeDocument/2006/math">
                              <m:sSub>
                                <m:sSubPr>
                                  <m:ctrlPr>
                                    <a:rPr lang="de-DE" sz="1600" b="1" i="0" smtClean="0">
                                      <a:solidFill>
                                        <a:srgbClr val="C00000"/>
                                      </a:solidFill>
                                      <a:latin typeface="Cambria Math" panose="02040503050406030204" pitchFamily="18" charset="0"/>
                                    </a:rPr>
                                  </m:ctrlPr>
                                </m:sSubPr>
                                <m:e>
                                  <m:r>
                                    <a:rPr lang="de-DE" sz="1600" b="1" i="0" smtClean="0">
                                      <a:solidFill>
                                        <a:srgbClr val="C00000"/>
                                      </a:solidFill>
                                      <a:latin typeface="Cambria Math" panose="02040503050406030204" pitchFamily="18" charset="0"/>
                                    </a:rPr>
                                    <m:t>𝐦</m:t>
                                  </m:r>
                                </m:e>
                                <m:sub>
                                  <m:r>
                                    <m:rPr>
                                      <m:sty m:val="p"/>
                                    </m:rPr>
                                    <a:rPr lang="de-DE" sz="1600" b="1" i="1" smtClean="0">
                                      <a:solidFill>
                                        <a:srgbClr val="C00000"/>
                                      </a:solidFill>
                                      <a:latin typeface="Cambria Math" panose="02040503050406030204" pitchFamily="18" charset="0"/>
                                    </a:rPr>
                                    <m:t>in</m:t>
                                  </m:r>
                                </m:sub>
                              </m:sSub>
                            </m:oMath>
                          </a14:m>
                          <a:r>
                            <a:rPr lang="pt-BR" sz="1600" b="1" i="0" dirty="0">
                              <a:solidFill>
                                <a:srgbClr val="C00000"/>
                              </a:solidFill>
                            </a:rPr>
                            <a:t>) </a:t>
                          </a:r>
                          <a:endParaRPr lang="en-US"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600" dirty="0"/>
                            <a:t>2-oxoglutarate + 3-phospho-serine</a:t>
                          </a:r>
                          <a:r>
                            <a:rPr lang="pt-BR" sz="1600" b="1" dirty="0">
                              <a:solidFill>
                                <a:srgbClr val="C00000"/>
                              </a:solidFill>
                            </a:rPr>
                            <a:t>(</a:t>
                          </a:r>
                          <a14:m>
                            <m:oMath xmlns:m="http://schemas.openxmlformats.org/officeDocument/2006/math">
                              <m:sSub>
                                <m:sSubPr>
                                  <m:ctrlPr>
                                    <a:rPr lang="pt-BR" sz="1600" b="1" i="0" dirty="0" smtClean="0">
                                      <a:solidFill>
                                        <a:srgbClr val="C00000"/>
                                      </a:solidFill>
                                      <a:latin typeface="Cambria Math" panose="02040503050406030204" pitchFamily="18" charset="0"/>
                                    </a:rPr>
                                  </m:ctrlPr>
                                </m:sSubPr>
                                <m:e>
                                  <m:r>
                                    <a:rPr lang="pt-BR" sz="1600" b="1" i="0" dirty="0" smtClean="0">
                                      <a:solidFill>
                                        <a:srgbClr val="C00000"/>
                                      </a:solidFill>
                                      <a:latin typeface="Cambria Math" panose="02040503050406030204" pitchFamily="18" charset="0"/>
                                    </a:rPr>
                                    <m:t>𝐦</m:t>
                                  </m:r>
                                </m:e>
                                <m:sub>
                                  <m:r>
                                    <a:rPr lang="de-DE" sz="1600" b="1" i="0" dirty="0" smtClean="0">
                                      <a:solidFill>
                                        <a:srgbClr val="C00000"/>
                                      </a:solidFill>
                                      <a:latin typeface="Cambria Math" panose="02040503050406030204" pitchFamily="18" charset="0"/>
                                    </a:rPr>
                                    <m:t>2</m:t>
                                  </m:r>
                                  <m:r>
                                    <a:rPr lang="pt-BR" sz="1600" b="1" i="0" dirty="0" smtClean="0">
                                      <a:solidFill>
                                        <a:srgbClr val="C00000"/>
                                      </a:solidFill>
                                      <a:latin typeface="Cambria Math" panose="02040503050406030204" pitchFamily="18" charset="0"/>
                                    </a:rPr>
                                    <m:t>𝟏</m:t>
                                  </m:r>
                                </m:sub>
                              </m:sSub>
                            </m:oMath>
                          </a14:m>
                          <a:r>
                            <a:rPr lang="pt-BR" sz="1600" b="1" dirty="0">
                              <a:solidFill>
                                <a:srgbClr val="C00000"/>
                              </a:solidFill>
                            </a:rPr>
                            <a:t>) </a:t>
                          </a:r>
                          <a:endParaRPr lang="en-US" sz="1600" dirty="0"/>
                        </a:p>
                      </a:txBody>
                      <a:tcPr/>
                    </a:tc>
                    <a:tc>
                      <a:txBody>
                        <a:bodyPr/>
                        <a:lstStyle/>
                        <a:p>
                          <a:r>
                            <a:rPr lang="en-US" sz="1600" dirty="0"/>
                            <a:t>YOR184W</a:t>
                          </a:r>
                        </a:p>
                      </a:txBody>
                      <a:tcPr/>
                    </a:tc>
                    <a:extLst>
                      <a:ext uri="{0D108BD9-81ED-4DB2-BD59-A6C34878D82A}">
                        <a16:rowId xmlns:a16="http://schemas.microsoft.com/office/drawing/2014/main" val="652912411"/>
                      </a:ext>
                    </a:extLst>
                  </a:tr>
                  <a:tr h="274320">
                    <a:tc>
                      <a:txBody>
                        <a:bodyPr/>
                        <a:lstStyle/>
                        <a:p>
                          <a:pPr algn="l"/>
                          <a14:m>
                            <m:oMath xmlns:m="http://schemas.openxmlformats.org/officeDocument/2006/math">
                              <m:sSub>
                                <m:sSubPr>
                                  <m:ctrlPr>
                                    <a:rPr lang="de-DE" sz="1800" b="0" i="1" smtClean="0">
                                      <a:latin typeface="Cambria Math" panose="02040503050406030204" pitchFamily="18" charset="0"/>
                                    </a:rPr>
                                  </m:ctrlPr>
                                </m:sSubPr>
                                <m:e>
                                  <m:r>
                                    <a:rPr lang="de-DE" sz="1800" b="0" i="1" smtClean="0">
                                      <a:latin typeface="Cambria Math" panose="02040503050406030204" pitchFamily="18" charset="0"/>
                                    </a:rPr>
                                    <m:t>𝑟</m:t>
                                  </m:r>
                                </m:e>
                                <m:sub>
                                  <m:r>
                                    <a:rPr lang="de-DE" sz="1800" b="0" i="1" smtClean="0">
                                      <a:latin typeface="Cambria Math" panose="02040503050406030204" pitchFamily="18" charset="0"/>
                                    </a:rPr>
                                    <m:t>22</m:t>
                                  </m:r>
                                </m:sub>
                              </m:sSub>
                            </m:oMath>
                          </a14:m>
                          <a:r>
                            <a:rPr lang="en-US" sz="1800" dirty="0"/>
                            <a:t> </a:t>
                          </a:r>
                        </a:p>
                      </a:txBody>
                      <a:tcPr/>
                    </a:tc>
                    <a:tc>
                      <a:txBody>
                        <a:bodyPr/>
                        <a:lstStyle/>
                        <a:p>
                          <a:r>
                            <a:rPr lang="en-US" sz="1600" dirty="0"/>
                            <a:t>3-phospho-serine</a:t>
                          </a:r>
                          <a:r>
                            <a:rPr lang="pt-BR" sz="1600" b="1" dirty="0">
                              <a:solidFill>
                                <a:srgbClr val="C00000"/>
                              </a:solidFill>
                            </a:rPr>
                            <a:t>(</a:t>
                          </a:r>
                          <a14:m>
                            <m:oMath xmlns:m="http://schemas.openxmlformats.org/officeDocument/2006/math">
                              <m:sSub>
                                <m:sSubPr>
                                  <m:ctrlPr>
                                    <a:rPr lang="pt-BR" sz="1600" b="1" i="0" dirty="0" smtClean="0">
                                      <a:solidFill>
                                        <a:srgbClr val="C00000"/>
                                      </a:solidFill>
                                      <a:latin typeface="Cambria Math" panose="02040503050406030204" pitchFamily="18" charset="0"/>
                                    </a:rPr>
                                  </m:ctrlPr>
                                </m:sSubPr>
                                <m:e>
                                  <m:r>
                                    <a:rPr lang="pt-BR" sz="1600" b="1" i="0" dirty="0" smtClean="0">
                                      <a:solidFill>
                                        <a:srgbClr val="C00000"/>
                                      </a:solidFill>
                                      <a:latin typeface="Cambria Math" panose="02040503050406030204" pitchFamily="18" charset="0"/>
                                    </a:rPr>
                                    <m:t>𝐦</m:t>
                                  </m:r>
                                </m:e>
                                <m:sub>
                                  <m:r>
                                    <a:rPr lang="de-DE" sz="1600" b="1" i="0" dirty="0" smtClean="0">
                                      <a:solidFill>
                                        <a:srgbClr val="C00000"/>
                                      </a:solidFill>
                                      <a:latin typeface="Cambria Math" panose="02040503050406030204" pitchFamily="18" charset="0"/>
                                    </a:rPr>
                                    <m:t>2</m:t>
                                  </m:r>
                                  <m:r>
                                    <a:rPr lang="pt-BR" sz="1600" b="1" i="0" dirty="0" smtClean="0">
                                      <a:solidFill>
                                        <a:srgbClr val="C00000"/>
                                      </a:solidFill>
                                      <a:latin typeface="Cambria Math" panose="02040503050406030204" pitchFamily="18" charset="0"/>
                                    </a:rPr>
                                    <m:t>𝟏</m:t>
                                  </m:r>
                                </m:sub>
                              </m:sSub>
                            </m:oMath>
                          </a14:m>
                          <a:r>
                            <a:rPr lang="pt-BR" sz="1600" b="1" dirty="0">
                              <a:solidFill>
                                <a:srgbClr val="C00000"/>
                              </a:solidFill>
                            </a:rPr>
                            <a:t>) </a:t>
                          </a:r>
                          <a:r>
                            <a:rPr lang="en-US" sz="1600" dirty="0"/>
                            <a:t>+ H2O</a:t>
                          </a:r>
                        </a:p>
                      </a:txBody>
                      <a:tcPr/>
                    </a:tc>
                    <a:tc>
                      <a:txBody>
                        <a:bodyPr/>
                        <a:lstStyle/>
                        <a:p>
                          <a:r>
                            <a:rPr lang="en-US" sz="1600" dirty="0"/>
                            <a:t>L-serine</a:t>
                          </a:r>
                          <a:r>
                            <a:rPr lang="pt-BR" sz="1600" b="1" dirty="0">
                              <a:solidFill>
                                <a:srgbClr val="C00000"/>
                              </a:solidFill>
                            </a:rPr>
                            <a:t>(</a:t>
                          </a:r>
                          <a14:m>
                            <m:oMath xmlns:m="http://schemas.openxmlformats.org/officeDocument/2006/math">
                              <m:sSub>
                                <m:sSubPr>
                                  <m:ctrlPr>
                                    <a:rPr lang="pt-BR" sz="1600" b="1" i="0" dirty="0" smtClean="0">
                                      <a:solidFill>
                                        <a:srgbClr val="C00000"/>
                                      </a:solidFill>
                                      <a:latin typeface="Cambria Math" panose="02040503050406030204" pitchFamily="18" charset="0"/>
                                    </a:rPr>
                                  </m:ctrlPr>
                                </m:sSubPr>
                                <m:e>
                                  <m:r>
                                    <a:rPr lang="pt-BR" sz="1600" b="1" i="0" dirty="0" smtClean="0">
                                      <a:solidFill>
                                        <a:srgbClr val="C00000"/>
                                      </a:solidFill>
                                      <a:latin typeface="Cambria Math" panose="02040503050406030204" pitchFamily="18" charset="0"/>
                                    </a:rPr>
                                    <m:t>𝐦</m:t>
                                  </m:r>
                                </m:e>
                                <m:sub>
                                  <m:r>
                                    <a:rPr lang="de-DE" sz="1600" b="1" i="0" dirty="0" smtClean="0">
                                      <a:solidFill>
                                        <a:srgbClr val="C00000"/>
                                      </a:solidFill>
                                      <a:latin typeface="Cambria Math" panose="02040503050406030204" pitchFamily="18" charset="0"/>
                                    </a:rPr>
                                    <m:t>2</m:t>
                                  </m:r>
                                  <m:r>
                                    <a:rPr lang="de-DE" sz="1600" b="1" i="1" dirty="0" smtClean="0">
                                      <a:solidFill>
                                        <a:srgbClr val="C00000"/>
                                      </a:solidFill>
                                      <a:latin typeface="Cambria Math" panose="02040503050406030204" pitchFamily="18" charset="0"/>
                                    </a:rPr>
                                    <m:t>2</m:t>
                                  </m:r>
                                </m:sub>
                              </m:sSub>
                            </m:oMath>
                          </a14:m>
                          <a:r>
                            <a:rPr lang="pt-BR" sz="1600" b="1" dirty="0">
                              <a:solidFill>
                                <a:srgbClr val="C00000"/>
                              </a:solidFill>
                            </a:rPr>
                            <a:t>) </a:t>
                          </a:r>
                          <a:r>
                            <a:rPr lang="en-US" sz="1600" dirty="0"/>
                            <a:t> + phosphate</a:t>
                          </a:r>
                        </a:p>
                      </a:txBody>
                      <a:tcPr/>
                    </a:tc>
                    <a:tc>
                      <a:txBody>
                        <a:bodyPr/>
                        <a:lstStyle/>
                        <a:p>
                          <a:r>
                            <a:rPr lang="en-US" sz="1600" dirty="0"/>
                            <a:t>YGR208W</a:t>
                          </a:r>
                        </a:p>
                      </a:txBody>
                      <a:tcPr/>
                    </a:tc>
                    <a:extLst>
                      <a:ext uri="{0D108BD9-81ED-4DB2-BD59-A6C34878D82A}">
                        <a16:rowId xmlns:a16="http://schemas.microsoft.com/office/drawing/2014/main" val="2113626482"/>
                      </a:ext>
                    </a:extLst>
                  </a:tr>
                  <a:tr h="274320">
                    <a:tc>
                      <a:txBody>
                        <a:bodyPr/>
                        <a:lstStyle/>
                        <a:p>
                          <a:pPr algn="l"/>
                          <a14:m>
                            <m:oMath xmlns:m="http://schemas.openxmlformats.org/officeDocument/2006/math">
                              <m:sSub>
                                <m:sSubPr>
                                  <m:ctrlPr>
                                    <a:rPr lang="de-DE" sz="1800" b="0" i="1" smtClean="0">
                                      <a:latin typeface="Cambria Math" panose="02040503050406030204" pitchFamily="18" charset="0"/>
                                    </a:rPr>
                                  </m:ctrlPr>
                                </m:sSubPr>
                                <m:e>
                                  <m:r>
                                    <a:rPr lang="de-DE" sz="1800" b="0" i="1" smtClean="0">
                                      <a:latin typeface="Cambria Math" panose="02040503050406030204" pitchFamily="18" charset="0"/>
                                    </a:rPr>
                                    <m:t>𝑟</m:t>
                                  </m:r>
                                </m:e>
                                <m:sub>
                                  <m:r>
                                    <m:rPr>
                                      <m:sty m:val="p"/>
                                    </m:rPr>
                                    <a:rPr lang="de-DE" sz="1800" b="0" i="1" smtClean="0">
                                      <a:latin typeface="Cambria Math" panose="02040503050406030204" pitchFamily="18" charset="0"/>
                                    </a:rPr>
                                    <m:t>out</m:t>
                                  </m:r>
                                </m:sub>
                              </m:sSub>
                            </m:oMath>
                          </a14:m>
                          <a:r>
                            <a:rPr lang="en-US" sz="1800" dirty="0"/>
                            <a:t> </a:t>
                          </a:r>
                        </a:p>
                      </a:txBody>
                      <a:tcPr/>
                    </a:tc>
                    <a:tc>
                      <a:txBody>
                        <a:bodyPr/>
                        <a:lstStyle/>
                        <a:p>
                          <a:r>
                            <a:rPr lang="en-US" sz="1600" dirty="0"/>
                            <a:t>THF</a:t>
                          </a:r>
                          <a:r>
                            <a:rPr lang="pt-BR" sz="1600" b="1" dirty="0">
                              <a:solidFill>
                                <a:srgbClr val="C00000"/>
                              </a:solidFill>
                            </a:rPr>
                            <a:t>(</a:t>
                          </a:r>
                          <a14:m>
                            <m:oMath xmlns:m="http://schemas.openxmlformats.org/officeDocument/2006/math">
                              <m:sSub>
                                <m:sSubPr>
                                  <m:ctrlPr>
                                    <a:rPr lang="pt-BR" sz="1600" b="1" i="0" dirty="0" smtClean="0">
                                      <a:solidFill>
                                        <a:srgbClr val="C00000"/>
                                      </a:solidFill>
                                      <a:latin typeface="Cambria Math" panose="02040503050406030204" pitchFamily="18" charset="0"/>
                                    </a:rPr>
                                  </m:ctrlPr>
                                </m:sSubPr>
                                <m:e>
                                  <m:r>
                                    <a:rPr lang="pt-BR" sz="1600" b="1" i="0" dirty="0" smtClean="0">
                                      <a:solidFill>
                                        <a:srgbClr val="C00000"/>
                                      </a:solidFill>
                                      <a:latin typeface="Cambria Math" panose="02040503050406030204" pitchFamily="18" charset="0"/>
                                    </a:rPr>
                                    <m:t>𝐦</m:t>
                                  </m:r>
                                </m:e>
                                <m:sub>
                                  <m:r>
                                    <a:rPr lang="pt-BR" sz="1600" b="1" i="0" dirty="0" smtClean="0">
                                      <a:solidFill>
                                        <a:srgbClr val="C00000"/>
                                      </a:solidFill>
                                      <a:latin typeface="Cambria Math" panose="02040503050406030204" pitchFamily="18" charset="0"/>
                                    </a:rPr>
                                    <m:t>𝟏</m:t>
                                  </m:r>
                                  <m:r>
                                    <a:rPr lang="de-DE" sz="1600" b="1" i="1" dirty="0" smtClean="0">
                                      <a:solidFill>
                                        <a:srgbClr val="C00000"/>
                                      </a:solidFill>
                                      <a:latin typeface="Cambria Math" panose="02040503050406030204" pitchFamily="18" charset="0"/>
                                    </a:rPr>
                                    <m:t>2</m:t>
                                  </m:r>
                                </m:sub>
                              </m:sSub>
                            </m:oMath>
                          </a14:m>
                          <a:r>
                            <a:rPr lang="pt-BR" sz="1600" b="1" dirty="0">
                              <a:solidFill>
                                <a:srgbClr val="C00000"/>
                              </a:solidFill>
                            </a:rPr>
                            <a:t>) </a:t>
                          </a:r>
                          <a:r>
                            <a:rPr lang="pt-BR" sz="1600" b="0" dirty="0">
                              <a:solidFill>
                                <a:schemeClr val="tx1"/>
                              </a:solidFill>
                            </a:rPr>
                            <a:t>+</a:t>
                          </a:r>
                          <a:r>
                            <a:rPr lang="en-US" sz="1600" dirty="0"/>
                            <a:t>L-serine</a:t>
                          </a:r>
                          <a:r>
                            <a:rPr lang="pt-BR" sz="1600" b="1" dirty="0">
                              <a:solidFill>
                                <a:srgbClr val="C00000"/>
                              </a:solidFill>
                            </a:rPr>
                            <a:t>(</a:t>
                          </a:r>
                          <a14:m>
                            <m:oMath xmlns:m="http://schemas.openxmlformats.org/officeDocument/2006/math">
                              <m:sSub>
                                <m:sSubPr>
                                  <m:ctrlPr>
                                    <a:rPr lang="pt-BR" sz="1600" b="1" i="0" dirty="0" smtClean="0">
                                      <a:solidFill>
                                        <a:srgbClr val="C00000"/>
                                      </a:solidFill>
                                      <a:latin typeface="Cambria Math" panose="02040503050406030204" pitchFamily="18" charset="0"/>
                                    </a:rPr>
                                  </m:ctrlPr>
                                </m:sSubPr>
                                <m:e>
                                  <m:r>
                                    <a:rPr lang="pt-BR" sz="1600" b="1" i="0" dirty="0" smtClean="0">
                                      <a:solidFill>
                                        <a:srgbClr val="C00000"/>
                                      </a:solidFill>
                                      <a:latin typeface="Cambria Math" panose="02040503050406030204" pitchFamily="18" charset="0"/>
                                    </a:rPr>
                                    <m:t>𝐦</m:t>
                                  </m:r>
                                </m:e>
                                <m:sub>
                                  <m:r>
                                    <a:rPr lang="de-DE" sz="1600" b="1" i="0" dirty="0" smtClean="0">
                                      <a:solidFill>
                                        <a:srgbClr val="C00000"/>
                                      </a:solidFill>
                                      <a:latin typeface="Cambria Math" panose="02040503050406030204" pitchFamily="18" charset="0"/>
                                    </a:rPr>
                                    <m:t>2</m:t>
                                  </m:r>
                                  <m:r>
                                    <a:rPr lang="de-DE" sz="1600" b="1" i="1" dirty="0" smtClean="0">
                                      <a:solidFill>
                                        <a:srgbClr val="C00000"/>
                                      </a:solidFill>
                                      <a:latin typeface="Cambria Math" panose="02040503050406030204" pitchFamily="18" charset="0"/>
                                    </a:rPr>
                                    <m:t>2</m:t>
                                  </m:r>
                                </m:sub>
                              </m:sSub>
                            </m:oMath>
                          </a14:m>
                          <a:r>
                            <a:rPr lang="pt-BR" sz="1600" b="1" dirty="0">
                              <a:solidFill>
                                <a:srgbClr val="C00000"/>
                              </a:solidFill>
                            </a:rPr>
                            <a:t>) </a:t>
                          </a:r>
                          <a:endParaRPr lang="en-US" sz="1600" dirty="0"/>
                        </a:p>
                      </a:txBody>
                      <a:tcPr/>
                    </a:tc>
                    <a:tc>
                      <a:txBody>
                        <a:bodyPr/>
                        <a:lstStyle/>
                        <a:p>
                          <a:r>
                            <a:rPr lang="en-US" sz="1600" dirty="0"/>
                            <a:t>5,10-methylenetetrahydrofolate</a:t>
                          </a:r>
                          <a:r>
                            <a:rPr lang="pt-BR" sz="1600" b="1" dirty="0">
                              <a:solidFill>
                                <a:srgbClr val="C00000"/>
                              </a:solidFill>
                            </a:rPr>
                            <a:t>(</a:t>
                          </a:r>
                          <a14:m>
                            <m:oMath xmlns:m="http://schemas.openxmlformats.org/officeDocument/2006/math">
                              <m:sSub>
                                <m:sSubPr>
                                  <m:ctrlPr>
                                    <a:rPr lang="pt-BR" sz="1600" b="1" i="0" dirty="0" smtClean="0">
                                      <a:solidFill>
                                        <a:srgbClr val="C00000"/>
                                      </a:solidFill>
                                      <a:latin typeface="Cambria Math" panose="02040503050406030204" pitchFamily="18" charset="0"/>
                                    </a:rPr>
                                  </m:ctrlPr>
                                </m:sSubPr>
                                <m:e>
                                  <m:r>
                                    <a:rPr lang="pt-BR" sz="1600" b="1" i="0" dirty="0" smtClean="0">
                                      <a:solidFill>
                                        <a:srgbClr val="C00000"/>
                                      </a:solidFill>
                                      <a:latin typeface="Cambria Math" panose="02040503050406030204" pitchFamily="18" charset="0"/>
                                    </a:rPr>
                                    <m:t>𝐦</m:t>
                                  </m:r>
                                </m:e>
                                <m:sub>
                                  <m:r>
                                    <m:rPr>
                                      <m:sty m:val="p"/>
                                    </m:rPr>
                                    <a:rPr lang="de-DE" sz="1600" b="1" i="1" dirty="0" smtClean="0">
                                      <a:solidFill>
                                        <a:srgbClr val="C00000"/>
                                      </a:solidFill>
                                      <a:latin typeface="Cambria Math" panose="02040503050406030204" pitchFamily="18" charset="0"/>
                                    </a:rPr>
                                    <m:t>out</m:t>
                                  </m:r>
                                </m:sub>
                              </m:sSub>
                            </m:oMath>
                          </a14:m>
                          <a:r>
                            <a:rPr lang="pt-BR" sz="1600" b="1" dirty="0">
                              <a:solidFill>
                                <a:srgbClr val="C00000"/>
                              </a:solidFill>
                            </a:rPr>
                            <a:t>) </a:t>
                          </a:r>
                          <a:r>
                            <a:rPr lang="en-US" sz="1600" dirty="0"/>
                            <a:t>+ H2O + L-glycine</a:t>
                          </a:r>
                        </a:p>
                      </a:txBody>
                      <a:tcPr/>
                    </a:tc>
                    <a:tc>
                      <a:txBody>
                        <a:bodyPr/>
                        <a:lstStyle/>
                        <a:p>
                          <a:r>
                            <a:rPr lang="en-US" sz="1600" dirty="0"/>
                            <a:t>YLR058C</a:t>
                          </a:r>
                        </a:p>
                      </a:txBody>
                      <a:tcPr/>
                    </a:tc>
                    <a:extLst>
                      <a:ext uri="{0D108BD9-81ED-4DB2-BD59-A6C34878D82A}">
                        <a16:rowId xmlns:a16="http://schemas.microsoft.com/office/drawing/2014/main" val="2606163442"/>
                      </a:ext>
                    </a:extLst>
                  </a:tr>
                </a:tbl>
              </a:graphicData>
            </a:graphic>
          </p:graphicFrame>
        </mc:Choice>
        <mc:Fallback xmlns="">
          <p:graphicFrame>
            <p:nvGraphicFramePr>
              <p:cNvPr id="31" name="Table 30">
                <a:extLst>
                  <a:ext uri="{FF2B5EF4-FFF2-40B4-BE49-F238E27FC236}">
                    <a16:creationId xmlns:a16="http://schemas.microsoft.com/office/drawing/2014/main" id="{CCD76CF6-F4DA-E931-3190-4F26C7AC01AD}"/>
                  </a:ext>
                </a:extLst>
              </p:cNvPr>
              <p:cNvGraphicFramePr>
                <a:graphicFrameLocks noGrp="1"/>
              </p:cNvGraphicFramePr>
              <p:nvPr>
                <p:extLst>
                  <p:ext uri="{D42A27DB-BD31-4B8C-83A1-F6EECF244321}">
                    <p14:modId xmlns:p14="http://schemas.microsoft.com/office/powerpoint/2010/main" val="1337494845"/>
                  </p:ext>
                </p:extLst>
              </p:nvPr>
            </p:nvGraphicFramePr>
            <p:xfrm>
              <a:off x="50367" y="3350968"/>
              <a:ext cx="10564026" cy="2346960"/>
            </p:xfrm>
            <a:graphic>
              <a:graphicData uri="http://schemas.openxmlformats.org/drawingml/2006/table">
                <a:tbl>
                  <a:tblPr firstRow="1" bandRow="1">
                    <a:tableStyleId>{C4B1156A-380E-4F78-BDF5-A606A8083BF9}</a:tableStyleId>
                  </a:tblPr>
                  <a:tblGrid>
                    <a:gridCol w="498273">
                      <a:extLst>
                        <a:ext uri="{9D8B030D-6E8A-4147-A177-3AD203B41FA5}">
                          <a16:colId xmlns:a16="http://schemas.microsoft.com/office/drawing/2014/main" val="2247704463"/>
                        </a:ext>
                      </a:extLst>
                    </a:gridCol>
                    <a:gridCol w="4410480">
                      <a:extLst>
                        <a:ext uri="{9D8B030D-6E8A-4147-A177-3AD203B41FA5}">
                          <a16:colId xmlns:a16="http://schemas.microsoft.com/office/drawing/2014/main" val="1120151498"/>
                        </a:ext>
                      </a:extLst>
                    </a:gridCol>
                    <a:gridCol w="4550640">
                      <a:extLst>
                        <a:ext uri="{9D8B030D-6E8A-4147-A177-3AD203B41FA5}">
                          <a16:colId xmlns:a16="http://schemas.microsoft.com/office/drawing/2014/main" val="1146850531"/>
                        </a:ext>
                      </a:extLst>
                    </a:gridCol>
                    <a:gridCol w="1104633">
                      <a:extLst>
                        <a:ext uri="{9D8B030D-6E8A-4147-A177-3AD203B41FA5}">
                          <a16:colId xmlns:a16="http://schemas.microsoft.com/office/drawing/2014/main" val="2587608585"/>
                        </a:ext>
                      </a:extLst>
                    </a:gridCol>
                  </a:tblGrid>
                  <a:tr h="304800">
                    <a:tc>
                      <a:txBody>
                        <a:bodyPr/>
                        <a:lstStyle/>
                        <a:p>
                          <a:pPr algn="l"/>
                          <a:endParaRPr lang="en-US" sz="1400" dirty="0"/>
                        </a:p>
                      </a:txBody>
                      <a:tcPr/>
                    </a:tc>
                    <a:tc>
                      <a:txBody>
                        <a:bodyPr/>
                        <a:lstStyle/>
                        <a:p>
                          <a:r>
                            <a:rPr lang="en-US" sz="1400" b="1" dirty="0"/>
                            <a:t>Reactant</a:t>
                          </a:r>
                        </a:p>
                      </a:txBody>
                      <a:tcPr/>
                    </a:tc>
                    <a:tc>
                      <a:txBody>
                        <a:bodyPr/>
                        <a:lstStyle/>
                        <a:p>
                          <a:r>
                            <a:rPr lang="en-US" sz="1400" b="1" dirty="0"/>
                            <a:t>Product</a:t>
                          </a:r>
                        </a:p>
                      </a:txBody>
                      <a:tcPr/>
                    </a:tc>
                    <a:tc>
                      <a:txBody>
                        <a:bodyPr/>
                        <a:lstStyle/>
                        <a:p>
                          <a:r>
                            <a:rPr lang="en-US" sz="1400" b="1" dirty="0"/>
                            <a:t>Genes</a:t>
                          </a:r>
                        </a:p>
                      </a:txBody>
                      <a:tcPr/>
                    </a:tc>
                    <a:extLst>
                      <a:ext uri="{0D108BD9-81ED-4DB2-BD59-A6C34878D82A}">
                        <a16:rowId xmlns:a16="http://schemas.microsoft.com/office/drawing/2014/main" val="830326239"/>
                      </a:ext>
                    </a:extLst>
                  </a:tr>
                  <a:tr h="365760">
                    <a:tc>
                      <a:txBody>
                        <a:bodyPr/>
                        <a:lstStyle/>
                        <a:p>
                          <a:endParaRPr lang="LID4096"/>
                        </a:p>
                      </a:txBody>
                      <a:tcPr>
                        <a:blipFill>
                          <a:blip r:embed="rId3"/>
                          <a:stretch>
                            <a:fillRect l="-1220" t="-85000" r="-2017073" b="-481667"/>
                          </a:stretch>
                        </a:blipFill>
                      </a:tcPr>
                    </a:tc>
                    <a:tc>
                      <a:txBody>
                        <a:bodyPr/>
                        <a:lstStyle/>
                        <a:p>
                          <a:endParaRPr lang="LID4096"/>
                        </a:p>
                      </a:txBody>
                      <a:tcPr>
                        <a:blipFill>
                          <a:blip r:embed="rId3"/>
                          <a:stretch>
                            <a:fillRect l="-11464" t="-85000" r="-128453" b="-481667"/>
                          </a:stretch>
                        </a:blipFill>
                      </a:tcPr>
                    </a:tc>
                    <a:tc>
                      <a:txBody>
                        <a:bodyPr/>
                        <a:lstStyle/>
                        <a:p>
                          <a:endParaRPr lang="LID4096"/>
                        </a:p>
                      </a:txBody>
                      <a:tcPr>
                        <a:blipFill>
                          <a:blip r:embed="rId3"/>
                          <a:stretch>
                            <a:fillRect l="-108032" t="-85000" r="-24498" b="-481667"/>
                          </a:stretch>
                        </a:blipFill>
                      </a:tcPr>
                    </a:tc>
                    <a:tc>
                      <a:txBody>
                        <a:bodyPr/>
                        <a:lstStyle/>
                        <a:p>
                          <a:r>
                            <a:rPr lang="en-US" sz="1600" b="0" dirty="0"/>
                            <a:t>YMR113W</a:t>
                          </a:r>
                        </a:p>
                      </a:txBody>
                      <a:tcPr/>
                    </a:tc>
                    <a:extLst>
                      <a:ext uri="{0D108BD9-81ED-4DB2-BD59-A6C34878D82A}">
                        <a16:rowId xmlns:a16="http://schemas.microsoft.com/office/drawing/2014/main" val="4006369147"/>
                      </a:ext>
                    </a:extLst>
                  </a:tr>
                  <a:tr h="365760">
                    <a:tc>
                      <a:txBody>
                        <a:bodyPr/>
                        <a:lstStyle/>
                        <a:p>
                          <a:endParaRPr lang="LID4096"/>
                        </a:p>
                      </a:txBody>
                      <a:tcPr>
                        <a:blipFill>
                          <a:blip r:embed="rId3"/>
                          <a:stretch>
                            <a:fillRect l="-1220" t="-185000" r="-2017073" b="-381667"/>
                          </a:stretch>
                        </a:blipFill>
                      </a:tcPr>
                    </a:tc>
                    <a:tc>
                      <a:txBody>
                        <a:bodyPr/>
                        <a:lstStyle/>
                        <a:p>
                          <a:endParaRPr lang="LID4096"/>
                        </a:p>
                      </a:txBody>
                      <a:tcPr>
                        <a:blipFill>
                          <a:blip r:embed="rId3"/>
                          <a:stretch>
                            <a:fillRect l="-11464" t="-185000" r="-128453" b="-381667"/>
                          </a:stretch>
                        </a:blipFill>
                      </a:tcPr>
                    </a:tc>
                    <a:tc>
                      <a:txBody>
                        <a:bodyPr/>
                        <a:lstStyle/>
                        <a:p>
                          <a:endParaRPr lang="LID4096"/>
                        </a:p>
                      </a:txBody>
                      <a:tcPr>
                        <a:blipFill>
                          <a:blip r:embed="rId3"/>
                          <a:stretch>
                            <a:fillRect l="-108032" t="-185000" r="-24498" b="-381667"/>
                          </a:stretch>
                        </a:blipFill>
                      </a:tcPr>
                    </a:tc>
                    <a:tc>
                      <a:txBody>
                        <a:bodyPr/>
                        <a:lstStyle/>
                        <a:p>
                          <a:r>
                            <a:rPr lang="en-US" sz="1600" dirty="0"/>
                            <a:t>YOR236W</a:t>
                          </a:r>
                        </a:p>
                      </a:txBody>
                      <a:tcPr/>
                    </a:tc>
                    <a:extLst>
                      <a:ext uri="{0D108BD9-81ED-4DB2-BD59-A6C34878D82A}">
                        <a16:rowId xmlns:a16="http://schemas.microsoft.com/office/drawing/2014/main" val="1526051723"/>
                      </a:ext>
                    </a:extLst>
                  </a:tr>
                  <a:tr h="365760">
                    <a:tc>
                      <a:txBody>
                        <a:bodyPr/>
                        <a:lstStyle/>
                        <a:p>
                          <a:endParaRPr lang="LID4096"/>
                        </a:p>
                      </a:txBody>
                      <a:tcPr>
                        <a:blipFill>
                          <a:blip r:embed="rId3"/>
                          <a:stretch>
                            <a:fillRect l="-1220" t="-280328" r="-2017073" b="-275410"/>
                          </a:stretch>
                        </a:blipFill>
                      </a:tcPr>
                    </a:tc>
                    <a:tc>
                      <a:txBody>
                        <a:bodyPr/>
                        <a:lstStyle/>
                        <a:p>
                          <a:endParaRPr lang="LID4096"/>
                        </a:p>
                      </a:txBody>
                      <a:tcPr>
                        <a:blipFill>
                          <a:blip r:embed="rId3"/>
                          <a:stretch>
                            <a:fillRect l="-11464" t="-280328" r="-128453" b="-275410"/>
                          </a:stretch>
                        </a:blipFill>
                      </a:tcPr>
                    </a:tc>
                    <a:tc>
                      <a:txBody>
                        <a:bodyPr/>
                        <a:lstStyle/>
                        <a:p>
                          <a:endParaRPr lang="LID4096"/>
                        </a:p>
                      </a:txBody>
                      <a:tcPr>
                        <a:blipFill>
                          <a:blip r:embed="rId3"/>
                          <a:stretch>
                            <a:fillRect l="-108032" t="-280328" r="-24498" b="-275410"/>
                          </a:stretch>
                        </a:blipFill>
                      </a:tcPr>
                    </a:tc>
                    <a:tc>
                      <a:txBody>
                        <a:bodyPr/>
                        <a:lstStyle/>
                        <a:p>
                          <a:r>
                            <a:rPr lang="en-US" sz="1600" dirty="0"/>
                            <a:t>YOR184W</a:t>
                          </a:r>
                        </a:p>
                      </a:txBody>
                      <a:tcPr/>
                    </a:tc>
                    <a:extLst>
                      <a:ext uri="{0D108BD9-81ED-4DB2-BD59-A6C34878D82A}">
                        <a16:rowId xmlns:a16="http://schemas.microsoft.com/office/drawing/2014/main" val="652912411"/>
                      </a:ext>
                    </a:extLst>
                  </a:tr>
                  <a:tr h="365760">
                    <a:tc>
                      <a:txBody>
                        <a:bodyPr/>
                        <a:lstStyle/>
                        <a:p>
                          <a:endParaRPr lang="LID4096"/>
                        </a:p>
                      </a:txBody>
                      <a:tcPr>
                        <a:blipFill>
                          <a:blip r:embed="rId3"/>
                          <a:stretch>
                            <a:fillRect l="-1220" t="-386667" r="-2017073" b="-180000"/>
                          </a:stretch>
                        </a:blipFill>
                      </a:tcPr>
                    </a:tc>
                    <a:tc>
                      <a:txBody>
                        <a:bodyPr/>
                        <a:lstStyle/>
                        <a:p>
                          <a:endParaRPr lang="LID4096"/>
                        </a:p>
                      </a:txBody>
                      <a:tcPr>
                        <a:blipFill>
                          <a:blip r:embed="rId3"/>
                          <a:stretch>
                            <a:fillRect l="-11464" t="-386667" r="-128453" b="-180000"/>
                          </a:stretch>
                        </a:blipFill>
                      </a:tcPr>
                    </a:tc>
                    <a:tc>
                      <a:txBody>
                        <a:bodyPr/>
                        <a:lstStyle/>
                        <a:p>
                          <a:endParaRPr lang="LID4096"/>
                        </a:p>
                      </a:txBody>
                      <a:tcPr>
                        <a:blipFill>
                          <a:blip r:embed="rId3"/>
                          <a:stretch>
                            <a:fillRect l="-108032" t="-386667" r="-24498" b="-180000"/>
                          </a:stretch>
                        </a:blipFill>
                      </a:tcPr>
                    </a:tc>
                    <a:tc>
                      <a:txBody>
                        <a:bodyPr/>
                        <a:lstStyle/>
                        <a:p>
                          <a:r>
                            <a:rPr lang="en-US" sz="1600" dirty="0"/>
                            <a:t>YGR208W</a:t>
                          </a:r>
                        </a:p>
                      </a:txBody>
                      <a:tcPr/>
                    </a:tc>
                    <a:extLst>
                      <a:ext uri="{0D108BD9-81ED-4DB2-BD59-A6C34878D82A}">
                        <a16:rowId xmlns:a16="http://schemas.microsoft.com/office/drawing/2014/main" val="2113626482"/>
                      </a:ext>
                    </a:extLst>
                  </a:tr>
                  <a:tr h="579120">
                    <a:tc>
                      <a:txBody>
                        <a:bodyPr/>
                        <a:lstStyle/>
                        <a:p>
                          <a:endParaRPr lang="LID4096"/>
                        </a:p>
                      </a:txBody>
                      <a:tcPr>
                        <a:blipFill>
                          <a:blip r:embed="rId3"/>
                          <a:stretch>
                            <a:fillRect l="-1220" t="-307368" r="-2017073" b="-13684"/>
                          </a:stretch>
                        </a:blipFill>
                      </a:tcPr>
                    </a:tc>
                    <a:tc>
                      <a:txBody>
                        <a:bodyPr/>
                        <a:lstStyle/>
                        <a:p>
                          <a:endParaRPr lang="LID4096"/>
                        </a:p>
                      </a:txBody>
                      <a:tcPr>
                        <a:blipFill>
                          <a:blip r:embed="rId3"/>
                          <a:stretch>
                            <a:fillRect l="-11464" t="-307368" r="-128453" b="-13684"/>
                          </a:stretch>
                        </a:blipFill>
                      </a:tcPr>
                    </a:tc>
                    <a:tc>
                      <a:txBody>
                        <a:bodyPr/>
                        <a:lstStyle/>
                        <a:p>
                          <a:endParaRPr lang="LID4096"/>
                        </a:p>
                      </a:txBody>
                      <a:tcPr>
                        <a:blipFill>
                          <a:blip r:embed="rId3"/>
                          <a:stretch>
                            <a:fillRect l="-108032" t="-307368" r="-24498" b="-13684"/>
                          </a:stretch>
                        </a:blipFill>
                      </a:tcPr>
                    </a:tc>
                    <a:tc>
                      <a:txBody>
                        <a:bodyPr/>
                        <a:lstStyle/>
                        <a:p>
                          <a:r>
                            <a:rPr lang="en-US" sz="1600" dirty="0"/>
                            <a:t>YLR058C</a:t>
                          </a:r>
                        </a:p>
                      </a:txBody>
                      <a:tcPr/>
                    </a:tc>
                    <a:extLst>
                      <a:ext uri="{0D108BD9-81ED-4DB2-BD59-A6C34878D82A}">
                        <a16:rowId xmlns:a16="http://schemas.microsoft.com/office/drawing/2014/main" val="2606163442"/>
                      </a:ext>
                    </a:extLst>
                  </a:tr>
                </a:tbl>
              </a:graphicData>
            </a:graphic>
          </p:graphicFrame>
        </mc:Fallback>
      </mc:AlternateContent>
      <p:sp>
        <p:nvSpPr>
          <p:cNvPr id="35" name="TextBox 34">
            <a:extLst>
              <a:ext uri="{FF2B5EF4-FFF2-40B4-BE49-F238E27FC236}">
                <a16:creationId xmlns:a16="http://schemas.microsoft.com/office/drawing/2014/main" id="{397E38FA-3DA1-EC4D-9637-68ED749A3F52}"/>
              </a:ext>
            </a:extLst>
          </p:cNvPr>
          <p:cNvSpPr txBox="1"/>
          <p:nvPr/>
        </p:nvSpPr>
        <p:spPr>
          <a:xfrm>
            <a:off x="84667" y="2568375"/>
            <a:ext cx="6162521" cy="461665"/>
          </a:xfrm>
          <a:prstGeom prst="rect">
            <a:avLst/>
          </a:prstGeom>
          <a:noFill/>
        </p:spPr>
        <p:txBody>
          <a:bodyPr wrap="none" rtlCol="0">
            <a:spAutoFit/>
          </a:bodyPr>
          <a:lstStyle/>
          <a:p>
            <a:r>
              <a:rPr lang="en-US" sz="2400" dirty="0"/>
              <a:t>Set of Enzyme-mediated Chemical Reactions</a:t>
            </a: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D846E7A6-466B-9303-66C8-4EE8E7582046}"/>
                  </a:ext>
                </a:extLst>
              </p:cNvPr>
              <p:cNvSpPr txBox="1"/>
              <p:nvPr/>
            </p:nvSpPr>
            <p:spPr>
              <a:xfrm>
                <a:off x="5417946" y="166654"/>
                <a:ext cx="633668" cy="369332"/>
              </a:xfrm>
              <a:prstGeom prst="rect">
                <a:avLst/>
              </a:prstGeom>
              <a:noFill/>
            </p:spPr>
            <p:txBody>
              <a:bodyPr wrap="square">
                <a:spAutoFit/>
              </a:bodyPr>
              <a:lstStyle/>
              <a:p>
                <a:pPr/>
                <a14:m>
                  <m:oMathPara xmlns:m="http://schemas.openxmlformats.org/officeDocument/2006/math">
                    <m:oMath>
                      <m:sSub>
                        <m:sSubPr>
                          <m:ctrlPr>
                            <a:rPr lang="de-DE" sz="1800" b="0" i="0" smtClean="0">
                              <a:solidFill>
                                <a:schemeClr val="tx1"/>
                              </a:solidFill>
                              <a:latin typeface="Cambria Math" panose="02040503050406030204" pitchFamily="18" charset="0"/>
                            </a:rPr>
                          </m:ctrlPr>
                        </m:sSubPr>
                        <m:e>
                          <m:r>
                            <m:rPr>
                              <m:sty m:val="p"/>
                            </m:rPr>
                            <a:rPr lang="de-DE" sz="1800" b="0" i="0" smtClean="0">
                              <a:solidFill>
                                <a:schemeClr val="tx1"/>
                              </a:solidFill>
                              <a:latin typeface="Cambria Math" panose="02040503050406030204" pitchFamily="18" charset="0"/>
                            </a:rPr>
                            <m:t>m</m:t>
                          </m:r>
                        </m:e>
                        <m:sub>
                          <m:r>
                            <a:rPr lang="de-DE" sz="1800" b="0" i="1" smtClean="0">
                              <a:solidFill>
                                <a:schemeClr val="tx1"/>
                              </a:solidFill>
                              <a:latin typeface="Cambria Math" panose="02040503050406030204" pitchFamily="18" charset="0"/>
                            </a:rPr>
                            <m:t>11</m:t>
                          </m:r>
                        </m:sub>
                      </m:sSub>
                    </m:oMath>
                  </m:oMathPara>
                </a14:m>
                <a:endParaRPr lang="en-US" dirty="0"/>
              </a:p>
            </p:txBody>
          </p:sp>
        </mc:Choice>
        <mc:Fallback xmlns="">
          <p:sp>
            <p:nvSpPr>
              <p:cNvPr id="11" name="TextBox 10">
                <a:extLst>
                  <a:ext uri="{FF2B5EF4-FFF2-40B4-BE49-F238E27FC236}">
                    <a16:creationId xmlns:a16="http://schemas.microsoft.com/office/drawing/2014/main" id="{D846E7A6-466B-9303-66C8-4EE8E7582046}"/>
                  </a:ext>
                </a:extLst>
              </p:cNvPr>
              <p:cNvSpPr txBox="1">
                <a:spLocks noRot="1" noChangeAspect="1" noMove="1" noResize="1" noEditPoints="1" noAdjustHandles="1" noChangeArrowheads="1" noChangeShapeType="1" noTextEdit="1"/>
              </p:cNvSpPr>
              <p:nvPr/>
            </p:nvSpPr>
            <p:spPr>
              <a:xfrm>
                <a:off x="5417946" y="166654"/>
                <a:ext cx="633668" cy="36933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E1FD70BA-5747-10F0-1B19-08851158DFBD}"/>
                  </a:ext>
                </a:extLst>
              </p:cNvPr>
              <p:cNvSpPr txBox="1"/>
              <p:nvPr/>
            </p:nvSpPr>
            <p:spPr>
              <a:xfrm>
                <a:off x="6836845" y="533314"/>
                <a:ext cx="633668" cy="369332"/>
              </a:xfrm>
              <a:prstGeom prst="rect">
                <a:avLst/>
              </a:prstGeom>
              <a:noFill/>
            </p:spPr>
            <p:txBody>
              <a:bodyPr wrap="square">
                <a:spAutoFit/>
              </a:bodyPr>
              <a:lstStyle/>
              <a:p>
                <a:pPr/>
                <a14:m>
                  <m:oMathPara xmlns:m="http://schemas.openxmlformats.org/officeDocument/2006/math">
                    <m:oMath>
                      <m:sSub>
                        <m:sSubPr>
                          <m:ctrlPr>
                            <a:rPr lang="de-DE" sz="1800" b="0" i="0" smtClean="0">
                              <a:solidFill>
                                <a:schemeClr val="tx1"/>
                              </a:solidFill>
                              <a:latin typeface="Cambria Math" panose="02040503050406030204" pitchFamily="18" charset="0"/>
                            </a:rPr>
                          </m:ctrlPr>
                        </m:sSubPr>
                        <m:e>
                          <m:r>
                            <m:rPr>
                              <m:sty m:val="p"/>
                            </m:rPr>
                            <a:rPr lang="de-DE" sz="1800" b="0" i="0" smtClean="0">
                              <a:solidFill>
                                <a:schemeClr val="tx1"/>
                              </a:solidFill>
                              <a:latin typeface="Cambria Math" panose="02040503050406030204" pitchFamily="18" charset="0"/>
                            </a:rPr>
                            <m:t>m</m:t>
                          </m:r>
                        </m:e>
                        <m:sub>
                          <m:r>
                            <a:rPr lang="de-DE" sz="1800" b="0" i="1" smtClean="0">
                              <a:solidFill>
                                <a:schemeClr val="tx1"/>
                              </a:solidFill>
                              <a:latin typeface="Cambria Math" panose="02040503050406030204" pitchFamily="18" charset="0"/>
                            </a:rPr>
                            <m:t>12</m:t>
                          </m:r>
                        </m:sub>
                      </m:sSub>
                    </m:oMath>
                  </m:oMathPara>
                </a14:m>
                <a:endParaRPr lang="en-US" dirty="0"/>
              </a:p>
            </p:txBody>
          </p:sp>
        </mc:Choice>
        <mc:Fallback xmlns="">
          <p:sp>
            <p:nvSpPr>
              <p:cNvPr id="16" name="TextBox 15">
                <a:extLst>
                  <a:ext uri="{FF2B5EF4-FFF2-40B4-BE49-F238E27FC236}">
                    <a16:creationId xmlns:a16="http://schemas.microsoft.com/office/drawing/2014/main" id="{E1FD70BA-5747-10F0-1B19-08851158DFBD}"/>
                  </a:ext>
                </a:extLst>
              </p:cNvPr>
              <p:cNvSpPr txBox="1">
                <a:spLocks noRot="1" noChangeAspect="1" noMove="1" noResize="1" noEditPoints="1" noAdjustHandles="1" noChangeArrowheads="1" noChangeShapeType="1" noTextEdit="1"/>
              </p:cNvSpPr>
              <p:nvPr/>
            </p:nvSpPr>
            <p:spPr>
              <a:xfrm>
                <a:off x="6836845" y="533314"/>
                <a:ext cx="633668"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E3A12BD6-3B80-4C8F-4774-BA70EB418576}"/>
                  </a:ext>
                </a:extLst>
              </p:cNvPr>
              <p:cNvSpPr txBox="1"/>
              <p:nvPr/>
            </p:nvSpPr>
            <p:spPr>
              <a:xfrm>
                <a:off x="5408190" y="1605547"/>
                <a:ext cx="633668" cy="369332"/>
              </a:xfrm>
              <a:prstGeom prst="rect">
                <a:avLst/>
              </a:prstGeom>
              <a:noFill/>
            </p:spPr>
            <p:txBody>
              <a:bodyPr wrap="square">
                <a:spAutoFit/>
              </a:bodyPr>
              <a:lstStyle/>
              <a:p>
                <a:pPr/>
                <a14:m>
                  <m:oMathPara xmlns:m="http://schemas.openxmlformats.org/officeDocument/2006/math">
                    <m:oMath>
                      <m:sSub>
                        <m:sSubPr>
                          <m:ctrlPr>
                            <a:rPr lang="de-DE" sz="1800" b="0" i="0" smtClean="0">
                              <a:solidFill>
                                <a:schemeClr val="tx1"/>
                              </a:solidFill>
                              <a:latin typeface="Cambria Math" panose="02040503050406030204" pitchFamily="18" charset="0"/>
                            </a:rPr>
                          </m:ctrlPr>
                        </m:sSubPr>
                        <m:e>
                          <m:r>
                            <m:rPr>
                              <m:sty m:val="p"/>
                            </m:rPr>
                            <a:rPr lang="de-DE" sz="1800" b="0" i="0" smtClean="0">
                              <a:solidFill>
                                <a:schemeClr val="tx1"/>
                              </a:solidFill>
                              <a:latin typeface="Cambria Math" panose="02040503050406030204" pitchFamily="18" charset="0"/>
                            </a:rPr>
                            <m:t>m</m:t>
                          </m:r>
                        </m:e>
                        <m:sub>
                          <m:r>
                            <a:rPr lang="de-DE" sz="1800" b="0" i="1" smtClean="0">
                              <a:solidFill>
                                <a:schemeClr val="tx1"/>
                              </a:solidFill>
                              <a:latin typeface="Cambria Math" panose="02040503050406030204" pitchFamily="18" charset="0"/>
                            </a:rPr>
                            <m:t>21</m:t>
                          </m:r>
                        </m:sub>
                      </m:sSub>
                    </m:oMath>
                  </m:oMathPara>
                </a14:m>
                <a:endParaRPr lang="en-US" dirty="0"/>
              </a:p>
            </p:txBody>
          </p:sp>
        </mc:Choice>
        <mc:Fallback xmlns="">
          <p:sp>
            <p:nvSpPr>
              <p:cNvPr id="39" name="TextBox 38">
                <a:extLst>
                  <a:ext uri="{FF2B5EF4-FFF2-40B4-BE49-F238E27FC236}">
                    <a16:creationId xmlns:a16="http://schemas.microsoft.com/office/drawing/2014/main" id="{E3A12BD6-3B80-4C8F-4774-BA70EB418576}"/>
                  </a:ext>
                </a:extLst>
              </p:cNvPr>
              <p:cNvSpPr txBox="1">
                <a:spLocks noRot="1" noChangeAspect="1" noMove="1" noResize="1" noEditPoints="1" noAdjustHandles="1" noChangeArrowheads="1" noChangeShapeType="1" noTextEdit="1"/>
              </p:cNvSpPr>
              <p:nvPr/>
            </p:nvSpPr>
            <p:spPr>
              <a:xfrm>
                <a:off x="5408190" y="1605547"/>
                <a:ext cx="633668" cy="3693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812A2753-542F-BD4E-D46A-10B98F85EBF2}"/>
                  </a:ext>
                </a:extLst>
              </p:cNvPr>
              <p:cNvSpPr txBox="1"/>
              <p:nvPr/>
            </p:nvSpPr>
            <p:spPr>
              <a:xfrm>
                <a:off x="6925044" y="1703849"/>
                <a:ext cx="633668" cy="369332"/>
              </a:xfrm>
              <a:prstGeom prst="rect">
                <a:avLst/>
              </a:prstGeom>
              <a:noFill/>
            </p:spPr>
            <p:txBody>
              <a:bodyPr wrap="square">
                <a:spAutoFit/>
              </a:bodyPr>
              <a:lstStyle/>
              <a:p>
                <a:pPr/>
                <a14:m>
                  <m:oMathPara xmlns:m="http://schemas.openxmlformats.org/officeDocument/2006/math">
                    <m:oMath>
                      <m:sSub>
                        <m:sSubPr>
                          <m:ctrlPr>
                            <a:rPr lang="de-DE" sz="1800" b="0" i="0" smtClean="0">
                              <a:solidFill>
                                <a:schemeClr val="tx1"/>
                              </a:solidFill>
                              <a:latin typeface="Cambria Math" panose="02040503050406030204" pitchFamily="18" charset="0"/>
                            </a:rPr>
                          </m:ctrlPr>
                        </m:sSubPr>
                        <m:e>
                          <m:r>
                            <m:rPr>
                              <m:sty m:val="p"/>
                            </m:rPr>
                            <a:rPr lang="de-DE" sz="1800" b="0" i="0" smtClean="0">
                              <a:solidFill>
                                <a:schemeClr val="tx1"/>
                              </a:solidFill>
                              <a:latin typeface="Cambria Math" panose="02040503050406030204" pitchFamily="18" charset="0"/>
                            </a:rPr>
                            <m:t>m</m:t>
                          </m:r>
                        </m:e>
                        <m:sub>
                          <m:r>
                            <a:rPr lang="de-DE" sz="1800" b="0" i="1" smtClean="0">
                              <a:solidFill>
                                <a:schemeClr val="tx1"/>
                              </a:solidFill>
                              <a:latin typeface="Cambria Math" panose="02040503050406030204" pitchFamily="18" charset="0"/>
                            </a:rPr>
                            <m:t>22</m:t>
                          </m:r>
                        </m:sub>
                      </m:sSub>
                    </m:oMath>
                  </m:oMathPara>
                </a14:m>
                <a:endParaRPr lang="en-US" dirty="0"/>
              </a:p>
            </p:txBody>
          </p:sp>
        </mc:Choice>
        <mc:Fallback xmlns="">
          <p:sp>
            <p:nvSpPr>
              <p:cNvPr id="44" name="TextBox 43">
                <a:extLst>
                  <a:ext uri="{FF2B5EF4-FFF2-40B4-BE49-F238E27FC236}">
                    <a16:creationId xmlns:a16="http://schemas.microsoft.com/office/drawing/2014/main" id="{812A2753-542F-BD4E-D46A-10B98F85EBF2}"/>
                  </a:ext>
                </a:extLst>
              </p:cNvPr>
              <p:cNvSpPr txBox="1">
                <a:spLocks noRot="1" noChangeAspect="1" noMove="1" noResize="1" noEditPoints="1" noAdjustHandles="1" noChangeArrowheads="1" noChangeShapeType="1" noTextEdit="1"/>
              </p:cNvSpPr>
              <p:nvPr/>
            </p:nvSpPr>
            <p:spPr>
              <a:xfrm>
                <a:off x="6925044" y="1703849"/>
                <a:ext cx="633668" cy="369332"/>
              </a:xfrm>
              <a:prstGeom prst="rect">
                <a:avLst/>
              </a:prstGeom>
              <a:blipFill>
                <a:blip r:embed="rId7"/>
                <a:stretch>
                  <a:fillRect/>
                </a:stretch>
              </a:blipFill>
            </p:spPr>
            <p:txBody>
              <a:bodyPr/>
              <a:lstStyle/>
              <a:p>
                <a:r>
                  <a:rPr lang="en-US">
                    <a:noFill/>
                  </a:rPr>
                  <a:t> </a:t>
                </a:r>
              </a:p>
            </p:txBody>
          </p:sp>
        </mc:Fallback>
      </mc:AlternateContent>
      <p:grpSp>
        <p:nvGrpSpPr>
          <p:cNvPr id="54" name="Group 53">
            <a:extLst>
              <a:ext uri="{FF2B5EF4-FFF2-40B4-BE49-F238E27FC236}">
                <a16:creationId xmlns:a16="http://schemas.microsoft.com/office/drawing/2014/main" id="{C6700E49-D354-FFB8-A9FA-43CC6DF90B83}"/>
              </a:ext>
            </a:extLst>
          </p:cNvPr>
          <p:cNvGrpSpPr/>
          <p:nvPr/>
        </p:nvGrpSpPr>
        <p:grpSpPr>
          <a:xfrm>
            <a:off x="3367055" y="137274"/>
            <a:ext cx="5234086" cy="2326548"/>
            <a:chOff x="3367055" y="137274"/>
            <a:chExt cx="5234086" cy="2326548"/>
          </a:xfrm>
        </p:grpSpPr>
        <p:grpSp>
          <p:nvGrpSpPr>
            <p:cNvPr id="22" name="Group 21">
              <a:extLst>
                <a:ext uri="{FF2B5EF4-FFF2-40B4-BE49-F238E27FC236}">
                  <a16:creationId xmlns:a16="http://schemas.microsoft.com/office/drawing/2014/main" id="{97FF7B67-5C47-433F-C2F8-2DE9EA680586}"/>
                </a:ext>
              </a:extLst>
            </p:cNvPr>
            <p:cNvGrpSpPr>
              <a:grpSpLocks noChangeAspect="1"/>
            </p:cNvGrpSpPr>
            <p:nvPr/>
          </p:nvGrpSpPr>
          <p:grpSpPr>
            <a:xfrm>
              <a:off x="3367055" y="137274"/>
              <a:ext cx="4769781" cy="2326548"/>
              <a:chOff x="3283415" y="292395"/>
              <a:chExt cx="5822202" cy="2839883"/>
            </a:xfrm>
          </p:grpSpPr>
          <p:cxnSp>
            <p:nvCxnSpPr>
              <p:cNvPr id="149" name="Straight Arrow Connector 148">
                <a:extLst>
                  <a:ext uri="{FF2B5EF4-FFF2-40B4-BE49-F238E27FC236}">
                    <a16:creationId xmlns:a16="http://schemas.microsoft.com/office/drawing/2014/main" id="{5F7D62C1-3516-34C3-6323-8A4F77D5C06A}"/>
                  </a:ext>
                </a:extLst>
              </p:cNvPr>
              <p:cNvCxnSpPr>
                <a:cxnSpLocks/>
                <a:endCxn id="46" idx="3"/>
              </p:cNvCxnSpPr>
              <p:nvPr/>
            </p:nvCxnSpPr>
            <p:spPr>
              <a:xfrm flipV="1">
                <a:off x="7050953" y="1927917"/>
                <a:ext cx="1032252" cy="732347"/>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145" name="Straight Arrow Connector 144">
                <a:extLst>
                  <a:ext uri="{FF2B5EF4-FFF2-40B4-BE49-F238E27FC236}">
                    <a16:creationId xmlns:a16="http://schemas.microsoft.com/office/drawing/2014/main" id="{EB2D8711-B436-CF9C-387A-FDA7894CDCBD}"/>
                  </a:ext>
                </a:extLst>
              </p:cNvPr>
              <p:cNvCxnSpPr>
                <a:cxnSpLocks/>
              </p:cNvCxnSpPr>
              <p:nvPr/>
            </p:nvCxnSpPr>
            <p:spPr>
              <a:xfrm>
                <a:off x="7101617" y="838200"/>
                <a:ext cx="998056" cy="692913"/>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6" name="Straight Arrow Connector 5">
                <a:extLst>
                  <a:ext uri="{FF2B5EF4-FFF2-40B4-BE49-F238E27FC236}">
                    <a16:creationId xmlns:a16="http://schemas.microsoft.com/office/drawing/2014/main" id="{20038C65-6101-F1E0-02DB-423A8DF58C29}"/>
                  </a:ext>
                </a:extLst>
              </p:cNvPr>
              <p:cNvCxnSpPr>
                <a:cxnSpLocks/>
                <a:stCxn id="36" idx="6"/>
                <a:endCxn id="137" idx="2"/>
              </p:cNvCxnSpPr>
              <p:nvPr/>
            </p:nvCxnSpPr>
            <p:spPr>
              <a:xfrm flipV="1">
                <a:off x="5845780" y="2660264"/>
                <a:ext cx="760539" cy="1688"/>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7" name="Straight Arrow Connector 6">
                <a:extLst>
                  <a:ext uri="{FF2B5EF4-FFF2-40B4-BE49-F238E27FC236}">
                    <a16:creationId xmlns:a16="http://schemas.microsoft.com/office/drawing/2014/main" id="{2545D4AE-9F89-2371-E0C5-B0FA260A06F7}"/>
                  </a:ext>
                </a:extLst>
              </p:cNvPr>
              <p:cNvCxnSpPr>
                <a:cxnSpLocks/>
                <a:stCxn id="2" idx="6"/>
                <a:endCxn id="133" idx="2"/>
              </p:cNvCxnSpPr>
              <p:nvPr/>
            </p:nvCxnSpPr>
            <p:spPr>
              <a:xfrm>
                <a:off x="5849079" y="809532"/>
                <a:ext cx="773483" cy="8467"/>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74686247-38F1-34BD-B5AA-A0F53FDE9E82}"/>
                  </a:ext>
                </a:extLst>
              </p:cNvPr>
              <p:cNvCxnSpPr>
                <a:cxnSpLocks/>
                <a:endCxn id="2" idx="2"/>
              </p:cNvCxnSpPr>
              <p:nvPr/>
            </p:nvCxnSpPr>
            <p:spPr>
              <a:xfrm flipV="1">
                <a:off x="4523657" y="809532"/>
                <a:ext cx="776782" cy="976601"/>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B28D034F-FCED-1F4E-9BAA-9439388753EA}"/>
                      </a:ext>
                    </a:extLst>
                  </p:cNvPr>
                  <p:cNvSpPr txBox="1"/>
                  <p:nvPr/>
                </p:nvSpPr>
                <p:spPr>
                  <a:xfrm>
                    <a:off x="3283415" y="1276094"/>
                    <a:ext cx="543340" cy="45082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in</m:t>
                              </m:r>
                            </m:sub>
                          </m:sSub>
                        </m:oMath>
                      </m:oMathPara>
                    </a14:m>
                    <a:endParaRPr lang="en-US" dirty="0">
                      <a:solidFill>
                        <a:schemeClr val="tx1"/>
                      </a:solidFill>
                    </a:endParaRPr>
                  </a:p>
                </p:txBody>
              </p:sp>
            </mc:Choice>
            <mc:Fallback xmlns="">
              <p:sp>
                <p:nvSpPr>
                  <p:cNvPr id="14" name="TextBox 13">
                    <a:extLst>
                      <a:ext uri="{FF2B5EF4-FFF2-40B4-BE49-F238E27FC236}">
                        <a16:creationId xmlns:a16="http://schemas.microsoft.com/office/drawing/2014/main" id="{B28D034F-FCED-1F4E-9BAA-9439388753EA}"/>
                      </a:ext>
                    </a:extLst>
                  </p:cNvPr>
                  <p:cNvSpPr txBox="1">
                    <a:spLocks noRot="1" noChangeAspect="1" noMove="1" noResize="1" noEditPoints="1" noAdjustHandles="1" noChangeArrowheads="1" noChangeShapeType="1" noTextEdit="1"/>
                  </p:cNvSpPr>
                  <p:nvPr/>
                </p:nvSpPr>
                <p:spPr>
                  <a:xfrm>
                    <a:off x="3283415" y="1276094"/>
                    <a:ext cx="543340" cy="450822"/>
                  </a:xfrm>
                  <a:prstGeom prst="rect">
                    <a:avLst/>
                  </a:prstGeom>
                  <a:blipFill>
                    <a:blip r:embed="rId8"/>
                    <a:stretch>
                      <a:fillRect r="-13699"/>
                    </a:stretch>
                  </a:blipFill>
                </p:spPr>
                <p:txBody>
                  <a:bodyPr/>
                  <a:lstStyle/>
                  <a:p>
                    <a:r>
                      <a:rPr lang="en-US">
                        <a:noFill/>
                      </a:rPr>
                      <a:t> </a:t>
                    </a:r>
                  </a:p>
                </p:txBody>
              </p:sp>
            </mc:Fallback>
          </mc:AlternateContent>
          <p:cxnSp>
            <p:nvCxnSpPr>
              <p:cNvPr id="15" name="Straight Arrow Connector 14">
                <a:extLst>
                  <a:ext uri="{FF2B5EF4-FFF2-40B4-BE49-F238E27FC236}">
                    <a16:creationId xmlns:a16="http://schemas.microsoft.com/office/drawing/2014/main" id="{7A744C9F-BEED-355E-5D57-1F4DFF48873A}"/>
                  </a:ext>
                </a:extLst>
              </p:cNvPr>
              <p:cNvCxnSpPr>
                <a:cxnSpLocks/>
                <a:endCxn id="36" idx="2"/>
              </p:cNvCxnSpPr>
              <p:nvPr/>
            </p:nvCxnSpPr>
            <p:spPr>
              <a:xfrm>
                <a:off x="4523657" y="1786133"/>
                <a:ext cx="773483" cy="875819"/>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EFFEE527-3DB1-4BA0-3C71-98AC60E1BB76}"/>
                  </a:ext>
                </a:extLst>
              </p:cNvPr>
              <p:cNvCxnSpPr>
                <a:cxnSpLocks/>
              </p:cNvCxnSpPr>
              <p:nvPr/>
            </p:nvCxnSpPr>
            <p:spPr>
              <a:xfrm flipV="1">
                <a:off x="8387577" y="1726916"/>
                <a:ext cx="718040" cy="1"/>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grpSp>
            <p:nvGrpSpPr>
              <p:cNvPr id="34" name="Group 33">
                <a:extLst>
                  <a:ext uri="{FF2B5EF4-FFF2-40B4-BE49-F238E27FC236}">
                    <a16:creationId xmlns:a16="http://schemas.microsoft.com/office/drawing/2014/main" id="{DDDAC4AB-E93F-5142-F24C-7102700177E5}"/>
                  </a:ext>
                </a:extLst>
              </p:cNvPr>
              <p:cNvGrpSpPr/>
              <p:nvPr/>
            </p:nvGrpSpPr>
            <p:grpSpPr>
              <a:xfrm>
                <a:off x="5300439" y="534254"/>
                <a:ext cx="587792" cy="550556"/>
                <a:chOff x="4764744" y="3666589"/>
                <a:chExt cx="587792" cy="550556"/>
              </a:xfrm>
            </p:grpSpPr>
            <p:sp>
              <p:nvSpPr>
                <p:cNvPr id="2" name="Oval 1">
                  <a:extLst>
                    <a:ext uri="{FF2B5EF4-FFF2-40B4-BE49-F238E27FC236}">
                      <a16:creationId xmlns:a16="http://schemas.microsoft.com/office/drawing/2014/main" id="{924C47E5-7776-CB3B-2333-B9F149411019}"/>
                    </a:ext>
                  </a:extLst>
                </p:cNvPr>
                <p:cNvSpPr>
                  <a:spLocks noChangeAspect="1"/>
                </p:cNvSpPr>
                <p:nvPr/>
              </p:nvSpPr>
              <p:spPr>
                <a:xfrm>
                  <a:off x="4764744" y="3666589"/>
                  <a:ext cx="548640" cy="550556"/>
                </a:xfrm>
                <a:prstGeom prst="ellipse">
                  <a:avLst/>
                </a:prstGeom>
                <a:solidFill>
                  <a:schemeClr val="tx2">
                    <a:lumMod val="25000"/>
                    <a:lumOff val="75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2E28F1B4-2645-3A75-25AF-14CAFDD1B482}"/>
                        </a:ext>
                      </a:extLst>
                    </p:cNvPr>
                    <p:cNvSpPr txBox="1"/>
                    <p:nvPr/>
                  </p:nvSpPr>
                  <p:spPr>
                    <a:xfrm>
                      <a:off x="4797682" y="3678461"/>
                      <a:ext cx="554854" cy="45082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a:rPr lang="de-DE" b="0" i="1" smtClean="0">
                                    <a:solidFill>
                                      <a:schemeClr val="bg1"/>
                                    </a:solidFill>
                                    <a:latin typeface="Cambria Math" panose="02040503050406030204" pitchFamily="18" charset="0"/>
                                  </a:rPr>
                                  <m:t>11</m:t>
                                </m:r>
                              </m:sub>
                            </m:sSub>
                          </m:oMath>
                        </m:oMathPara>
                      </a14:m>
                      <a:endParaRPr lang="en-US" dirty="0">
                        <a:solidFill>
                          <a:schemeClr val="bg1"/>
                        </a:solidFill>
                      </a:endParaRPr>
                    </a:p>
                  </p:txBody>
                </p:sp>
              </mc:Choice>
              <mc:Fallback xmlns="">
                <p:sp>
                  <p:nvSpPr>
                    <p:cNvPr id="21" name="TextBox 20">
                      <a:extLst>
                        <a:ext uri="{FF2B5EF4-FFF2-40B4-BE49-F238E27FC236}">
                          <a16:creationId xmlns:a16="http://schemas.microsoft.com/office/drawing/2014/main" id="{2E28F1B4-2645-3A75-25AF-14CAFDD1B482}"/>
                        </a:ext>
                      </a:extLst>
                    </p:cNvPr>
                    <p:cNvSpPr txBox="1">
                      <a:spLocks noRot="1" noChangeAspect="1" noMove="1" noResize="1" noEditPoints="1" noAdjustHandles="1" noChangeArrowheads="1" noChangeShapeType="1" noTextEdit="1"/>
                    </p:cNvSpPr>
                    <p:nvPr/>
                  </p:nvSpPr>
                  <p:spPr>
                    <a:xfrm>
                      <a:off x="4797682" y="3678461"/>
                      <a:ext cx="554854" cy="450822"/>
                    </a:xfrm>
                    <a:prstGeom prst="rect">
                      <a:avLst/>
                    </a:prstGeom>
                    <a:blipFill>
                      <a:blip r:embed="rId9"/>
                      <a:stretch>
                        <a:fillRect/>
                      </a:stretch>
                    </a:blipFill>
                  </p:spPr>
                  <p:txBody>
                    <a:bodyPr/>
                    <a:lstStyle/>
                    <a:p>
                      <a:r>
                        <a:rPr lang="en-US">
                          <a:noFill/>
                        </a:rPr>
                        <a:t> </a:t>
                      </a:r>
                    </a:p>
                  </p:txBody>
                </p:sp>
              </mc:Fallback>
            </mc:AlternateContent>
          </p:grpSp>
          <p:sp>
            <p:nvSpPr>
              <p:cNvPr id="29" name="Rectangle 28">
                <a:extLst>
                  <a:ext uri="{FF2B5EF4-FFF2-40B4-BE49-F238E27FC236}">
                    <a16:creationId xmlns:a16="http://schemas.microsoft.com/office/drawing/2014/main" id="{637B2C17-C2F2-1C72-8DB9-2302C7A5DA81}"/>
                  </a:ext>
                </a:extLst>
              </p:cNvPr>
              <p:cNvSpPr/>
              <p:nvPr/>
            </p:nvSpPr>
            <p:spPr>
              <a:xfrm>
                <a:off x="4099942" y="292395"/>
                <a:ext cx="4667795" cy="2839883"/>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6" name="Oval 35">
                <a:extLst>
                  <a:ext uri="{FF2B5EF4-FFF2-40B4-BE49-F238E27FC236}">
                    <a16:creationId xmlns:a16="http://schemas.microsoft.com/office/drawing/2014/main" id="{68BA22FD-9916-94DC-1DC1-BEF4C6A777F9}"/>
                  </a:ext>
                </a:extLst>
              </p:cNvPr>
              <p:cNvSpPr>
                <a:spLocks noChangeAspect="1"/>
              </p:cNvSpPr>
              <p:nvPr/>
            </p:nvSpPr>
            <p:spPr>
              <a:xfrm>
                <a:off x="5297140" y="2386674"/>
                <a:ext cx="548640" cy="550556"/>
              </a:xfrm>
              <a:prstGeom prst="ellipse">
                <a:avLst/>
              </a:prstGeom>
              <a:solidFill>
                <a:schemeClr val="tx2">
                  <a:lumMod val="25000"/>
                  <a:lumOff val="75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grpSp>
            <p:nvGrpSpPr>
              <p:cNvPr id="45" name="Group 44">
                <a:extLst>
                  <a:ext uri="{FF2B5EF4-FFF2-40B4-BE49-F238E27FC236}">
                    <a16:creationId xmlns:a16="http://schemas.microsoft.com/office/drawing/2014/main" id="{D702B19F-F21F-146E-378E-EF301910ABF6}"/>
                  </a:ext>
                </a:extLst>
              </p:cNvPr>
              <p:cNvGrpSpPr/>
              <p:nvPr/>
            </p:nvGrpSpPr>
            <p:grpSpPr>
              <a:xfrm>
                <a:off x="7948290" y="1457988"/>
                <a:ext cx="603209" cy="550556"/>
                <a:chOff x="4710175" y="3666589"/>
                <a:chExt cx="603209" cy="550556"/>
              </a:xfrm>
            </p:grpSpPr>
            <p:sp>
              <p:nvSpPr>
                <p:cNvPr id="46" name="Oval 45">
                  <a:extLst>
                    <a:ext uri="{FF2B5EF4-FFF2-40B4-BE49-F238E27FC236}">
                      <a16:creationId xmlns:a16="http://schemas.microsoft.com/office/drawing/2014/main" id="{82EC54C1-B7DE-4A4D-A058-C3E7EA885EE7}"/>
                    </a:ext>
                  </a:extLst>
                </p:cNvPr>
                <p:cNvSpPr>
                  <a:spLocks noChangeAspect="1"/>
                </p:cNvSpPr>
                <p:nvPr/>
              </p:nvSpPr>
              <p:spPr>
                <a:xfrm>
                  <a:off x="4764744" y="3666589"/>
                  <a:ext cx="548640" cy="550556"/>
                </a:xfrm>
                <a:prstGeom prst="ellipse">
                  <a:avLst/>
                </a:prstGeom>
                <a:solidFill>
                  <a:schemeClr val="tx2">
                    <a:lumMod val="25000"/>
                    <a:lumOff val="75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10F6331D-DB16-62C2-5914-7ED27F213C36}"/>
                        </a:ext>
                      </a:extLst>
                    </p:cNvPr>
                    <p:cNvSpPr txBox="1"/>
                    <p:nvPr/>
                  </p:nvSpPr>
                  <p:spPr>
                    <a:xfrm>
                      <a:off x="4710175" y="3698505"/>
                      <a:ext cx="554854" cy="45082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out</m:t>
                                </m:r>
                              </m:sub>
                            </m:sSub>
                          </m:oMath>
                        </m:oMathPara>
                      </a14:m>
                      <a:endParaRPr lang="en-US" dirty="0">
                        <a:solidFill>
                          <a:schemeClr val="bg1"/>
                        </a:solidFill>
                      </a:endParaRPr>
                    </a:p>
                  </p:txBody>
                </p:sp>
              </mc:Choice>
              <mc:Fallback xmlns="">
                <p:sp>
                  <p:nvSpPr>
                    <p:cNvPr id="47" name="TextBox 46">
                      <a:extLst>
                        <a:ext uri="{FF2B5EF4-FFF2-40B4-BE49-F238E27FC236}">
                          <a16:creationId xmlns:a16="http://schemas.microsoft.com/office/drawing/2014/main" id="{10F6331D-DB16-62C2-5914-7ED27F213C36}"/>
                        </a:ext>
                      </a:extLst>
                    </p:cNvPr>
                    <p:cNvSpPr txBox="1">
                      <a:spLocks noRot="1" noChangeAspect="1" noMove="1" noResize="1" noEditPoints="1" noAdjustHandles="1" noChangeArrowheads="1" noChangeShapeType="1" noTextEdit="1"/>
                    </p:cNvSpPr>
                    <p:nvPr/>
                  </p:nvSpPr>
                  <p:spPr>
                    <a:xfrm>
                      <a:off x="4710175" y="3698505"/>
                      <a:ext cx="554854" cy="450822"/>
                    </a:xfrm>
                    <a:prstGeom prst="rect">
                      <a:avLst/>
                    </a:prstGeom>
                    <a:blipFill>
                      <a:blip r:embed="rId10"/>
                      <a:stretch>
                        <a:fillRect r="-12000"/>
                      </a:stretch>
                    </a:blipFill>
                  </p:spPr>
                  <p:txBody>
                    <a:bodyPr/>
                    <a:lstStyle/>
                    <a:p>
                      <a:r>
                        <a:rPr lang="en-US">
                          <a:noFill/>
                        </a:rPr>
                        <a:t> </a:t>
                      </a:r>
                    </a:p>
                  </p:txBody>
                </p:sp>
              </mc:Fallback>
            </mc:AlternateContent>
          </p:grpSp>
          <p:cxnSp>
            <p:nvCxnSpPr>
              <p:cNvPr id="48" name="Straight Arrow Connector 47">
                <a:extLst>
                  <a:ext uri="{FF2B5EF4-FFF2-40B4-BE49-F238E27FC236}">
                    <a16:creationId xmlns:a16="http://schemas.microsoft.com/office/drawing/2014/main" id="{9E478CC7-2C4A-86FE-BE03-322E8491E764}"/>
                  </a:ext>
                </a:extLst>
              </p:cNvPr>
              <p:cNvCxnSpPr>
                <a:cxnSpLocks/>
              </p:cNvCxnSpPr>
              <p:nvPr/>
            </p:nvCxnSpPr>
            <p:spPr>
              <a:xfrm flipV="1">
                <a:off x="3826755" y="1786133"/>
                <a:ext cx="718040" cy="1"/>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grpSp>
            <p:nvGrpSpPr>
              <p:cNvPr id="132" name="Group 131">
                <a:extLst>
                  <a:ext uri="{FF2B5EF4-FFF2-40B4-BE49-F238E27FC236}">
                    <a16:creationId xmlns:a16="http://schemas.microsoft.com/office/drawing/2014/main" id="{2C95B6F1-D906-A2B5-0230-63A594FCB2C7}"/>
                  </a:ext>
                </a:extLst>
              </p:cNvPr>
              <p:cNvGrpSpPr/>
              <p:nvPr/>
            </p:nvGrpSpPr>
            <p:grpSpPr>
              <a:xfrm>
                <a:off x="6622562" y="542721"/>
                <a:ext cx="587792" cy="550556"/>
                <a:chOff x="4764744" y="3666589"/>
                <a:chExt cx="587792" cy="550556"/>
              </a:xfrm>
            </p:grpSpPr>
            <p:sp>
              <p:nvSpPr>
                <p:cNvPr id="133" name="Oval 132">
                  <a:extLst>
                    <a:ext uri="{FF2B5EF4-FFF2-40B4-BE49-F238E27FC236}">
                      <a16:creationId xmlns:a16="http://schemas.microsoft.com/office/drawing/2014/main" id="{A49AC710-6DB7-3B70-8C9B-B5B590A3E775}"/>
                    </a:ext>
                  </a:extLst>
                </p:cNvPr>
                <p:cNvSpPr>
                  <a:spLocks noChangeAspect="1"/>
                </p:cNvSpPr>
                <p:nvPr/>
              </p:nvSpPr>
              <p:spPr>
                <a:xfrm>
                  <a:off x="4764744" y="3666589"/>
                  <a:ext cx="548640" cy="550556"/>
                </a:xfrm>
                <a:prstGeom prst="ellipse">
                  <a:avLst/>
                </a:prstGeom>
                <a:solidFill>
                  <a:schemeClr val="tx2">
                    <a:lumMod val="25000"/>
                    <a:lumOff val="75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134" name="TextBox 133">
                      <a:extLst>
                        <a:ext uri="{FF2B5EF4-FFF2-40B4-BE49-F238E27FC236}">
                          <a16:creationId xmlns:a16="http://schemas.microsoft.com/office/drawing/2014/main" id="{F7C092CE-EC16-862A-D8C4-5FB5A2D988E7}"/>
                        </a:ext>
                      </a:extLst>
                    </p:cNvPr>
                    <p:cNvSpPr txBox="1"/>
                    <p:nvPr/>
                  </p:nvSpPr>
                  <p:spPr>
                    <a:xfrm>
                      <a:off x="4797682" y="3678461"/>
                      <a:ext cx="554854" cy="45082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a:rPr lang="de-DE" b="0" i="1" smtClean="0">
                                    <a:solidFill>
                                      <a:schemeClr val="bg1"/>
                                    </a:solidFill>
                                    <a:latin typeface="Cambria Math" panose="02040503050406030204" pitchFamily="18" charset="0"/>
                                  </a:rPr>
                                  <m:t>12</m:t>
                                </m:r>
                              </m:sub>
                            </m:sSub>
                          </m:oMath>
                        </m:oMathPara>
                      </a14:m>
                      <a:endParaRPr lang="en-US" dirty="0">
                        <a:solidFill>
                          <a:schemeClr val="bg1"/>
                        </a:solidFill>
                      </a:endParaRPr>
                    </a:p>
                  </p:txBody>
                </p:sp>
              </mc:Choice>
              <mc:Fallback xmlns="">
                <p:sp>
                  <p:nvSpPr>
                    <p:cNvPr id="134" name="TextBox 133">
                      <a:extLst>
                        <a:ext uri="{FF2B5EF4-FFF2-40B4-BE49-F238E27FC236}">
                          <a16:creationId xmlns:a16="http://schemas.microsoft.com/office/drawing/2014/main" id="{F7C092CE-EC16-862A-D8C4-5FB5A2D988E7}"/>
                        </a:ext>
                      </a:extLst>
                    </p:cNvPr>
                    <p:cNvSpPr txBox="1">
                      <a:spLocks noRot="1" noChangeAspect="1" noMove="1" noResize="1" noEditPoints="1" noAdjustHandles="1" noChangeArrowheads="1" noChangeShapeType="1" noTextEdit="1"/>
                    </p:cNvSpPr>
                    <p:nvPr/>
                  </p:nvSpPr>
                  <p:spPr>
                    <a:xfrm>
                      <a:off x="4797682" y="3678461"/>
                      <a:ext cx="554854" cy="450822"/>
                    </a:xfrm>
                    <a:prstGeom prst="rect">
                      <a:avLst/>
                    </a:prstGeom>
                    <a:blipFill>
                      <a:blip r:embed="rId11"/>
                      <a:stretch>
                        <a:fillRect/>
                      </a:stretch>
                    </a:blipFill>
                  </p:spPr>
                  <p:txBody>
                    <a:bodyPr/>
                    <a:lstStyle/>
                    <a:p>
                      <a:r>
                        <a:rPr lang="en-US">
                          <a:noFill/>
                        </a:rPr>
                        <a:t> </a:t>
                      </a:r>
                    </a:p>
                  </p:txBody>
                </p:sp>
              </mc:Fallback>
            </mc:AlternateContent>
          </p:grpSp>
          <p:grpSp>
            <p:nvGrpSpPr>
              <p:cNvPr id="136" name="Group 135">
                <a:extLst>
                  <a:ext uri="{FF2B5EF4-FFF2-40B4-BE49-F238E27FC236}">
                    <a16:creationId xmlns:a16="http://schemas.microsoft.com/office/drawing/2014/main" id="{9BF6DA7F-0F4F-45A6-88AD-83476836055F}"/>
                  </a:ext>
                </a:extLst>
              </p:cNvPr>
              <p:cNvGrpSpPr/>
              <p:nvPr/>
            </p:nvGrpSpPr>
            <p:grpSpPr>
              <a:xfrm>
                <a:off x="6606319" y="2384986"/>
                <a:ext cx="587792" cy="550556"/>
                <a:chOff x="4764744" y="3666589"/>
                <a:chExt cx="587792" cy="550556"/>
              </a:xfrm>
            </p:grpSpPr>
            <p:sp>
              <p:nvSpPr>
                <p:cNvPr id="137" name="Oval 136">
                  <a:extLst>
                    <a:ext uri="{FF2B5EF4-FFF2-40B4-BE49-F238E27FC236}">
                      <a16:creationId xmlns:a16="http://schemas.microsoft.com/office/drawing/2014/main" id="{79A0A130-D59D-AADC-791A-8AAD48C716C6}"/>
                    </a:ext>
                  </a:extLst>
                </p:cNvPr>
                <p:cNvSpPr>
                  <a:spLocks noChangeAspect="1"/>
                </p:cNvSpPr>
                <p:nvPr/>
              </p:nvSpPr>
              <p:spPr>
                <a:xfrm>
                  <a:off x="4764744" y="3666589"/>
                  <a:ext cx="548640" cy="550556"/>
                </a:xfrm>
                <a:prstGeom prst="ellipse">
                  <a:avLst/>
                </a:prstGeom>
                <a:solidFill>
                  <a:schemeClr val="tx2">
                    <a:lumMod val="25000"/>
                    <a:lumOff val="75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138" name="TextBox 137">
                      <a:extLst>
                        <a:ext uri="{FF2B5EF4-FFF2-40B4-BE49-F238E27FC236}">
                          <a16:creationId xmlns:a16="http://schemas.microsoft.com/office/drawing/2014/main" id="{4513B7E4-98FA-71BD-6DCE-60167676D9B8}"/>
                        </a:ext>
                      </a:extLst>
                    </p:cNvPr>
                    <p:cNvSpPr txBox="1"/>
                    <p:nvPr/>
                  </p:nvSpPr>
                  <p:spPr>
                    <a:xfrm>
                      <a:off x="4797682" y="3678461"/>
                      <a:ext cx="554854" cy="45082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a:rPr lang="de-DE" b="0" i="1" smtClean="0">
                                    <a:solidFill>
                                      <a:schemeClr val="bg1"/>
                                    </a:solidFill>
                                    <a:latin typeface="Cambria Math" panose="02040503050406030204" pitchFamily="18" charset="0"/>
                                  </a:rPr>
                                  <m:t>22</m:t>
                                </m:r>
                              </m:sub>
                            </m:sSub>
                          </m:oMath>
                        </m:oMathPara>
                      </a14:m>
                      <a:endParaRPr lang="en-US" dirty="0">
                        <a:solidFill>
                          <a:schemeClr val="bg1"/>
                        </a:solidFill>
                      </a:endParaRPr>
                    </a:p>
                  </p:txBody>
                </p:sp>
              </mc:Choice>
              <mc:Fallback xmlns="">
                <p:sp>
                  <p:nvSpPr>
                    <p:cNvPr id="138" name="TextBox 137">
                      <a:extLst>
                        <a:ext uri="{FF2B5EF4-FFF2-40B4-BE49-F238E27FC236}">
                          <a16:creationId xmlns:a16="http://schemas.microsoft.com/office/drawing/2014/main" id="{4513B7E4-98FA-71BD-6DCE-60167676D9B8}"/>
                        </a:ext>
                      </a:extLst>
                    </p:cNvPr>
                    <p:cNvSpPr txBox="1">
                      <a:spLocks noRot="1" noChangeAspect="1" noMove="1" noResize="1" noEditPoints="1" noAdjustHandles="1" noChangeArrowheads="1" noChangeShapeType="1" noTextEdit="1"/>
                    </p:cNvSpPr>
                    <p:nvPr/>
                  </p:nvSpPr>
                  <p:spPr>
                    <a:xfrm>
                      <a:off x="4797682" y="3678461"/>
                      <a:ext cx="554854" cy="450822"/>
                    </a:xfrm>
                    <a:prstGeom prst="rect">
                      <a:avLst/>
                    </a:prstGeom>
                    <a:blipFill>
                      <a:blip r:embed="rId12"/>
                      <a:stretch>
                        <a:fillRect/>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144" name="TextBox 143">
                    <a:extLst>
                      <a:ext uri="{FF2B5EF4-FFF2-40B4-BE49-F238E27FC236}">
                        <a16:creationId xmlns:a16="http://schemas.microsoft.com/office/drawing/2014/main" id="{F0EDCC4A-BC29-7DA6-7EEC-6F2BC35BBA60}"/>
                      </a:ext>
                    </a:extLst>
                  </p:cNvPr>
                  <p:cNvSpPr txBox="1"/>
                  <p:nvPr/>
                </p:nvSpPr>
                <p:spPr>
                  <a:xfrm>
                    <a:off x="5330077" y="2398546"/>
                    <a:ext cx="554854" cy="45082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a:rPr lang="de-DE" b="0" i="1" smtClean="0">
                                  <a:solidFill>
                                    <a:schemeClr val="bg1"/>
                                  </a:solidFill>
                                  <a:latin typeface="Cambria Math" panose="02040503050406030204" pitchFamily="18" charset="0"/>
                                </a:rPr>
                                <m:t>21</m:t>
                              </m:r>
                            </m:sub>
                          </m:sSub>
                        </m:oMath>
                      </m:oMathPara>
                    </a14:m>
                    <a:endParaRPr lang="en-US" dirty="0">
                      <a:solidFill>
                        <a:schemeClr val="bg1"/>
                      </a:solidFill>
                    </a:endParaRPr>
                  </a:p>
                </p:txBody>
              </p:sp>
            </mc:Choice>
            <mc:Fallback xmlns="">
              <p:sp>
                <p:nvSpPr>
                  <p:cNvPr id="144" name="TextBox 143">
                    <a:extLst>
                      <a:ext uri="{FF2B5EF4-FFF2-40B4-BE49-F238E27FC236}">
                        <a16:creationId xmlns:a16="http://schemas.microsoft.com/office/drawing/2014/main" id="{F0EDCC4A-BC29-7DA6-7EEC-6F2BC35BBA60}"/>
                      </a:ext>
                    </a:extLst>
                  </p:cNvPr>
                  <p:cNvSpPr txBox="1">
                    <a:spLocks noRot="1" noChangeAspect="1" noMove="1" noResize="1" noEditPoints="1" noAdjustHandles="1" noChangeArrowheads="1" noChangeShapeType="1" noTextEdit="1"/>
                  </p:cNvSpPr>
                  <p:nvPr/>
                </p:nvSpPr>
                <p:spPr>
                  <a:xfrm>
                    <a:off x="5330077" y="2398546"/>
                    <a:ext cx="554854" cy="450822"/>
                  </a:xfrm>
                  <a:prstGeom prst="rect">
                    <a:avLst/>
                  </a:prstGeom>
                  <a:blipFill>
                    <a:blip r:embed="rId13"/>
                    <a:stretch>
                      <a:fillRect/>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1F8116C1-4387-4F47-C07E-162B3CAA1E94}"/>
                    </a:ext>
                  </a:extLst>
                </p:cNvPr>
                <p:cNvSpPr txBox="1"/>
                <p:nvPr/>
              </p:nvSpPr>
              <p:spPr>
                <a:xfrm>
                  <a:off x="8156015" y="943160"/>
                  <a:ext cx="44512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out</m:t>
                            </m:r>
                          </m:sub>
                        </m:sSub>
                      </m:oMath>
                    </m:oMathPara>
                  </a14:m>
                  <a:endParaRPr lang="en-US" dirty="0">
                    <a:solidFill>
                      <a:schemeClr val="tx1"/>
                    </a:solidFill>
                  </a:endParaRPr>
                </a:p>
              </p:txBody>
            </p:sp>
          </mc:Choice>
          <mc:Fallback xmlns="">
            <p:sp>
              <p:nvSpPr>
                <p:cNvPr id="50" name="TextBox 49">
                  <a:extLst>
                    <a:ext uri="{FF2B5EF4-FFF2-40B4-BE49-F238E27FC236}">
                      <a16:creationId xmlns:a16="http://schemas.microsoft.com/office/drawing/2014/main" id="{1F8116C1-4387-4F47-C07E-162B3CAA1E94}"/>
                    </a:ext>
                  </a:extLst>
                </p:cNvPr>
                <p:cNvSpPr txBox="1">
                  <a:spLocks noRot="1" noChangeAspect="1" noMove="1" noResize="1" noEditPoints="1" noAdjustHandles="1" noChangeArrowheads="1" noChangeShapeType="1" noTextEdit="1"/>
                </p:cNvSpPr>
                <p:nvPr/>
              </p:nvSpPr>
              <p:spPr>
                <a:xfrm>
                  <a:off x="8156015" y="943160"/>
                  <a:ext cx="445126" cy="369332"/>
                </a:xfrm>
                <a:prstGeom prst="rect">
                  <a:avLst/>
                </a:prstGeom>
                <a:blipFill>
                  <a:blip r:embed="rId14"/>
                  <a:stretch>
                    <a:fillRect r="-35616"/>
                  </a:stretch>
                </a:blipFill>
              </p:spPr>
              <p:txBody>
                <a:bodyPr/>
                <a:lstStyle/>
                <a:p>
                  <a:r>
                    <a:rPr lang="en-US">
                      <a:noFill/>
                    </a:rPr>
                    <a:t> </a:t>
                  </a:r>
                </a:p>
              </p:txBody>
            </p:sp>
          </mc:Fallback>
        </mc:AlternateContent>
      </p:grpSp>
    </p:spTree>
    <p:extLst>
      <p:ext uri="{BB962C8B-B14F-4D97-AF65-F5344CB8AC3E}">
        <p14:creationId xmlns:p14="http://schemas.microsoft.com/office/powerpoint/2010/main" val="13509936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7E9441-C62F-2173-ED0D-932722494979}"/>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DB642FAD-301F-9588-4D98-4BB392F24BF1}"/>
              </a:ext>
            </a:extLst>
          </p:cNvPr>
          <p:cNvSpPr>
            <a:spLocks noGrp="1"/>
          </p:cNvSpPr>
          <p:nvPr>
            <p:ph type="title"/>
          </p:nvPr>
        </p:nvSpPr>
        <p:spPr>
          <a:xfrm>
            <a:off x="10066812" y="91581"/>
            <a:ext cx="1952334" cy="505057"/>
          </a:xfrm>
        </p:spPr>
        <p:txBody>
          <a:bodyPr>
            <a:normAutofit fontScale="90000"/>
          </a:bodyPr>
          <a:lstStyle/>
          <a:p>
            <a:r>
              <a:rPr lang="en-US" sz="4000" dirty="0"/>
              <a:t>Concept</a:t>
            </a:r>
            <a:endParaRPr lang="en-US" sz="3200" dirty="0"/>
          </a:p>
        </p:txBody>
      </p:sp>
      <p:sp>
        <p:nvSpPr>
          <p:cNvPr id="32" name="Slide Number Placeholder 31">
            <a:extLst>
              <a:ext uri="{FF2B5EF4-FFF2-40B4-BE49-F238E27FC236}">
                <a16:creationId xmlns:a16="http://schemas.microsoft.com/office/drawing/2014/main" id="{B74A3734-DC5E-9906-0CF3-3384B66A6CBB}"/>
              </a:ext>
            </a:extLst>
          </p:cNvPr>
          <p:cNvSpPr>
            <a:spLocks noGrp="1"/>
          </p:cNvSpPr>
          <p:nvPr>
            <p:ph type="sldNum" sz="quarter" idx="12"/>
          </p:nvPr>
        </p:nvSpPr>
        <p:spPr>
          <a:xfrm>
            <a:off x="-99230" y="6595961"/>
            <a:ext cx="483102" cy="338556"/>
          </a:xfrm>
        </p:spPr>
        <p:txBody>
          <a:bodyPr/>
          <a:lstStyle/>
          <a:p>
            <a:fld id="{250B62C5-2ACF-4D78-8FF3-37371B948607}" type="slidenum">
              <a:rPr lang="en-US" smtClean="0"/>
              <a:t>31</a:t>
            </a:fld>
            <a:endParaRPr lang="en-US"/>
          </a:p>
        </p:txBody>
      </p:sp>
      <p:sp>
        <p:nvSpPr>
          <p:cNvPr id="5" name="TextBox 4">
            <a:extLst>
              <a:ext uri="{FF2B5EF4-FFF2-40B4-BE49-F238E27FC236}">
                <a16:creationId xmlns:a16="http://schemas.microsoft.com/office/drawing/2014/main" id="{ABFB1FF9-763F-5F28-5A92-5BCB2D7106AD}"/>
              </a:ext>
            </a:extLst>
          </p:cNvPr>
          <p:cNvSpPr txBox="1"/>
          <p:nvPr/>
        </p:nvSpPr>
        <p:spPr>
          <a:xfrm>
            <a:off x="153078" y="202172"/>
            <a:ext cx="2254784" cy="830997"/>
          </a:xfrm>
          <a:prstGeom prst="rect">
            <a:avLst/>
          </a:prstGeom>
          <a:noFill/>
        </p:spPr>
        <p:txBody>
          <a:bodyPr wrap="none" rtlCol="0">
            <a:spAutoFit/>
          </a:bodyPr>
          <a:lstStyle/>
          <a:p>
            <a:r>
              <a:rPr lang="en-US" sz="2400" dirty="0"/>
              <a:t>2 neurons</a:t>
            </a:r>
          </a:p>
          <a:p>
            <a:r>
              <a:rPr lang="en-US" sz="2400" dirty="0"/>
              <a:t>Neural Network</a:t>
            </a:r>
          </a:p>
        </p:txBody>
      </p:sp>
      <p:sp>
        <p:nvSpPr>
          <p:cNvPr id="4" name="Rectangle: Rounded Corners 3">
            <a:extLst>
              <a:ext uri="{FF2B5EF4-FFF2-40B4-BE49-F238E27FC236}">
                <a16:creationId xmlns:a16="http://schemas.microsoft.com/office/drawing/2014/main" id="{8895A82C-4F70-AA1B-1222-9E785B1BA402}"/>
              </a:ext>
            </a:extLst>
          </p:cNvPr>
          <p:cNvSpPr/>
          <p:nvPr/>
        </p:nvSpPr>
        <p:spPr>
          <a:xfrm>
            <a:off x="10648692" y="937210"/>
            <a:ext cx="1522517" cy="91440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Algorithm </a:t>
            </a:r>
          </a:p>
        </p:txBody>
      </p:sp>
      <p:sp>
        <p:nvSpPr>
          <p:cNvPr id="19" name="Rectangle: Rounded Corners 18">
            <a:extLst>
              <a:ext uri="{FF2B5EF4-FFF2-40B4-BE49-F238E27FC236}">
                <a16:creationId xmlns:a16="http://schemas.microsoft.com/office/drawing/2014/main" id="{7496C21A-3B34-7E7E-8959-213B4083421A}"/>
              </a:ext>
            </a:extLst>
          </p:cNvPr>
          <p:cNvSpPr/>
          <p:nvPr/>
        </p:nvSpPr>
        <p:spPr>
          <a:xfrm>
            <a:off x="10648692" y="2361556"/>
            <a:ext cx="1522517" cy="914400"/>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Chemical Reactions </a:t>
            </a:r>
          </a:p>
        </p:txBody>
      </p:sp>
      <p:sp>
        <p:nvSpPr>
          <p:cNvPr id="24" name="Rectangle: Rounded Corners 23">
            <a:extLst>
              <a:ext uri="{FF2B5EF4-FFF2-40B4-BE49-F238E27FC236}">
                <a16:creationId xmlns:a16="http://schemas.microsoft.com/office/drawing/2014/main" id="{E8DB83BD-C99A-EA9E-7870-087B41942651}"/>
              </a:ext>
            </a:extLst>
          </p:cNvPr>
          <p:cNvSpPr/>
          <p:nvPr/>
        </p:nvSpPr>
        <p:spPr>
          <a:xfrm>
            <a:off x="10648692" y="3785902"/>
            <a:ext cx="1522517" cy="91440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Metabolic Network</a:t>
            </a:r>
          </a:p>
        </p:txBody>
      </p:sp>
      <p:sp>
        <p:nvSpPr>
          <p:cNvPr id="25" name="Rectangle: Rounded Corners 24">
            <a:extLst>
              <a:ext uri="{FF2B5EF4-FFF2-40B4-BE49-F238E27FC236}">
                <a16:creationId xmlns:a16="http://schemas.microsoft.com/office/drawing/2014/main" id="{C394C254-3F7D-6F21-8CC3-E6E59CE8CE46}"/>
              </a:ext>
            </a:extLst>
          </p:cNvPr>
          <p:cNvSpPr/>
          <p:nvPr/>
        </p:nvSpPr>
        <p:spPr>
          <a:xfrm>
            <a:off x="10648692" y="5210248"/>
            <a:ext cx="1522517" cy="914400"/>
          </a:xfrm>
          <a:prstGeom prst="round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THz Actuation</a:t>
            </a:r>
          </a:p>
        </p:txBody>
      </p:sp>
      <p:cxnSp>
        <p:nvCxnSpPr>
          <p:cNvPr id="26" name="Straight Arrow Connector 25">
            <a:extLst>
              <a:ext uri="{FF2B5EF4-FFF2-40B4-BE49-F238E27FC236}">
                <a16:creationId xmlns:a16="http://schemas.microsoft.com/office/drawing/2014/main" id="{637654B5-3970-04B2-2D0A-F5DB87CC4499}"/>
              </a:ext>
            </a:extLst>
          </p:cNvPr>
          <p:cNvCxnSpPr>
            <a:stCxn id="4" idx="2"/>
            <a:endCxn id="19" idx="0"/>
          </p:cNvCxnSpPr>
          <p:nvPr/>
        </p:nvCxnSpPr>
        <p:spPr>
          <a:xfrm>
            <a:off x="11409951" y="1851610"/>
            <a:ext cx="0" cy="509946"/>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B3A57F2E-EEB9-7CAE-579B-141255B62A00}"/>
              </a:ext>
            </a:extLst>
          </p:cNvPr>
          <p:cNvCxnSpPr>
            <a:cxnSpLocks/>
            <a:stCxn id="19" idx="2"/>
            <a:endCxn id="24" idx="0"/>
          </p:cNvCxnSpPr>
          <p:nvPr/>
        </p:nvCxnSpPr>
        <p:spPr>
          <a:xfrm>
            <a:off x="11409951" y="3275956"/>
            <a:ext cx="0" cy="509946"/>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F7B70AFD-1A44-BD8D-DF50-62D83BCE137A}"/>
              </a:ext>
            </a:extLst>
          </p:cNvPr>
          <p:cNvCxnSpPr>
            <a:cxnSpLocks/>
            <a:stCxn id="25" idx="0"/>
          </p:cNvCxnSpPr>
          <p:nvPr/>
        </p:nvCxnSpPr>
        <p:spPr>
          <a:xfrm flipV="1">
            <a:off x="11409951" y="4700302"/>
            <a:ext cx="0" cy="509946"/>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graphicFrame>
            <p:nvGraphicFramePr>
              <p:cNvPr id="31" name="Table 30">
                <a:extLst>
                  <a:ext uri="{FF2B5EF4-FFF2-40B4-BE49-F238E27FC236}">
                    <a16:creationId xmlns:a16="http://schemas.microsoft.com/office/drawing/2014/main" id="{3FA17DE6-10D1-3C9A-8444-A2A55D7D465A}"/>
                  </a:ext>
                </a:extLst>
              </p:cNvPr>
              <p:cNvGraphicFramePr>
                <a:graphicFrameLocks noGrp="1"/>
              </p:cNvGraphicFramePr>
              <p:nvPr>
                <p:extLst>
                  <p:ext uri="{D42A27DB-BD31-4B8C-83A1-F6EECF244321}">
                    <p14:modId xmlns:p14="http://schemas.microsoft.com/office/powerpoint/2010/main" val="3576002614"/>
                  </p:ext>
                </p:extLst>
              </p:nvPr>
            </p:nvGraphicFramePr>
            <p:xfrm>
              <a:off x="50367" y="3350968"/>
              <a:ext cx="10564026" cy="2346960"/>
            </p:xfrm>
            <a:graphic>
              <a:graphicData uri="http://schemas.openxmlformats.org/drawingml/2006/table">
                <a:tbl>
                  <a:tblPr firstRow="1" bandRow="1">
                    <a:tableStyleId>{C4B1156A-380E-4F78-BDF5-A606A8083BF9}</a:tableStyleId>
                  </a:tblPr>
                  <a:tblGrid>
                    <a:gridCol w="498273">
                      <a:extLst>
                        <a:ext uri="{9D8B030D-6E8A-4147-A177-3AD203B41FA5}">
                          <a16:colId xmlns:a16="http://schemas.microsoft.com/office/drawing/2014/main" val="2247704463"/>
                        </a:ext>
                      </a:extLst>
                    </a:gridCol>
                    <a:gridCol w="4410480">
                      <a:extLst>
                        <a:ext uri="{9D8B030D-6E8A-4147-A177-3AD203B41FA5}">
                          <a16:colId xmlns:a16="http://schemas.microsoft.com/office/drawing/2014/main" val="1120151498"/>
                        </a:ext>
                      </a:extLst>
                    </a:gridCol>
                    <a:gridCol w="4550640">
                      <a:extLst>
                        <a:ext uri="{9D8B030D-6E8A-4147-A177-3AD203B41FA5}">
                          <a16:colId xmlns:a16="http://schemas.microsoft.com/office/drawing/2014/main" val="1146850531"/>
                        </a:ext>
                      </a:extLst>
                    </a:gridCol>
                    <a:gridCol w="1104633">
                      <a:extLst>
                        <a:ext uri="{9D8B030D-6E8A-4147-A177-3AD203B41FA5}">
                          <a16:colId xmlns:a16="http://schemas.microsoft.com/office/drawing/2014/main" val="2587608585"/>
                        </a:ext>
                      </a:extLst>
                    </a:gridCol>
                  </a:tblGrid>
                  <a:tr h="274320">
                    <a:tc>
                      <a:txBody>
                        <a:bodyPr/>
                        <a:lstStyle/>
                        <a:p>
                          <a:pPr algn="l"/>
                          <a:endParaRPr lang="en-US" sz="1400" dirty="0"/>
                        </a:p>
                      </a:txBody>
                      <a:tcPr/>
                    </a:tc>
                    <a:tc>
                      <a:txBody>
                        <a:bodyPr/>
                        <a:lstStyle/>
                        <a:p>
                          <a:r>
                            <a:rPr lang="en-US" sz="1400" b="1" dirty="0"/>
                            <a:t>Reactant</a:t>
                          </a:r>
                        </a:p>
                      </a:txBody>
                      <a:tcPr/>
                    </a:tc>
                    <a:tc>
                      <a:txBody>
                        <a:bodyPr/>
                        <a:lstStyle/>
                        <a:p>
                          <a:r>
                            <a:rPr lang="en-US" sz="1400" b="1" dirty="0"/>
                            <a:t>Product</a:t>
                          </a:r>
                        </a:p>
                      </a:txBody>
                      <a:tcPr/>
                    </a:tc>
                    <a:tc>
                      <a:txBody>
                        <a:bodyPr/>
                        <a:lstStyle/>
                        <a:p>
                          <a:r>
                            <a:rPr lang="en-US" sz="1400" b="1" dirty="0"/>
                            <a:t>Genes</a:t>
                          </a:r>
                        </a:p>
                      </a:txBody>
                      <a:tcPr/>
                    </a:tc>
                    <a:extLst>
                      <a:ext uri="{0D108BD9-81ED-4DB2-BD59-A6C34878D82A}">
                        <a16:rowId xmlns:a16="http://schemas.microsoft.com/office/drawing/2014/main" val="830326239"/>
                      </a:ext>
                    </a:extLst>
                  </a:tr>
                  <a:tr h="274320">
                    <a:tc>
                      <a:txBody>
                        <a:bodyPr/>
                        <a:lstStyle/>
                        <a:p>
                          <a:pPr algn="l"/>
                          <a14:m>
                            <m:oMathPara xmlns:m="http://schemas.openxmlformats.org/officeDocument/2006/math">
                              <m:oMath>
                                <m:sSub>
                                  <m:sSubPr>
                                    <m:ctrlPr>
                                      <a:rPr lang="de-DE" sz="1800" b="0" i="1" smtClean="0">
                                        <a:latin typeface="Cambria Math" panose="02040503050406030204" pitchFamily="18" charset="0"/>
                                      </a:rPr>
                                    </m:ctrlPr>
                                  </m:sSubPr>
                                  <m:e>
                                    <m:r>
                                      <a:rPr lang="de-DE" sz="1800" b="0" i="1" smtClean="0">
                                        <a:latin typeface="Cambria Math" panose="02040503050406030204" pitchFamily="18" charset="0"/>
                                      </a:rPr>
                                      <m:t>𝑟</m:t>
                                    </m:r>
                                  </m:e>
                                  <m:sub>
                                    <m:r>
                                      <a:rPr lang="de-DE" sz="1800" b="0" i="1" smtClean="0">
                                        <a:latin typeface="Cambria Math" panose="02040503050406030204" pitchFamily="18" charset="0"/>
                                      </a:rPr>
                                      <m:t>11</m:t>
                                    </m:r>
                                  </m:sub>
                                </m:sSub>
                              </m:oMath>
                            </m:oMathPara>
                          </a14:m>
                          <a:endParaRPr lang="en-US" sz="1800" dirty="0"/>
                        </a:p>
                      </a:txBody>
                      <a:tcPr/>
                    </a:tc>
                    <a:tc>
                      <a:txBody>
                        <a:bodyPr/>
                        <a:lstStyle/>
                        <a:p>
                          <a:r>
                            <a:rPr lang="pt-BR" sz="1600" b="0" dirty="0"/>
                            <a:t>7,8-dihydropteroate + ATP + L-glutamate</a:t>
                          </a:r>
                          <a:r>
                            <a:rPr lang="pt-BR" sz="1600" b="1" i="0" dirty="0">
                              <a:solidFill>
                                <a:srgbClr val="C00000"/>
                              </a:solidFill>
                            </a:rPr>
                            <a:t>(</a:t>
                          </a:r>
                          <a14:m>
                            <m:oMath xmlns:m="http://schemas.openxmlformats.org/officeDocument/2006/math">
                              <m:sSub>
                                <m:sSubPr>
                                  <m:ctrlPr>
                                    <a:rPr lang="de-DE" sz="1600" b="1" i="0" smtClean="0">
                                      <a:solidFill>
                                        <a:srgbClr val="C00000"/>
                                      </a:solidFill>
                                      <a:latin typeface="Cambria Math" panose="02040503050406030204" pitchFamily="18" charset="0"/>
                                    </a:rPr>
                                  </m:ctrlPr>
                                </m:sSubPr>
                                <m:e>
                                  <m:r>
                                    <a:rPr lang="de-DE" sz="1600" b="1" i="0" smtClean="0">
                                      <a:solidFill>
                                        <a:srgbClr val="C00000"/>
                                      </a:solidFill>
                                      <a:latin typeface="Cambria Math" panose="02040503050406030204" pitchFamily="18" charset="0"/>
                                    </a:rPr>
                                    <m:t>𝐦</m:t>
                                  </m:r>
                                </m:e>
                                <m:sub>
                                  <m:r>
                                    <m:rPr>
                                      <m:sty m:val="p"/>
                                    </m:rPr>
                                    <a:rPr lang="de-DE" sz="1600" b="1" i="0" smtClean="0">
                                      <a:solidFill>
                                        <a:srgbClr val="C00000"/>
                                      </a:solidFill>
                                      <a:latin typeface="Cambria Math" panose="02040503050406030204" pitchFamily="18" charset="0"/>
                                    </a:rPr>
                                    <m:t>in</m:t>
                                  </m:r>
                                </m:sub>
                              </m:sSub>
                            </m:oMath>
                          </a14:m>
                          <a:r>
                            <a:rPr lang="pt-BR" sz="1600" b="1" i="0" dirty="0">
                              <a:solidFill>
                                <a:srgbClr val="C00000"/>
                              </a:solidFill>
                            </a:rPr>
                            <a:t>)</a:t>
                          </a:r>
                          <a:endParaRPr lang="en-US" sz="1600" b="0" dirty="0"/>
                        </a:p>
                      </a:txBody>
                      <a:tcPr/>
                    </a:tc>
                    <a:tc>
                      <a:txBody>
                        <a:bodyPr/>
                        <a:lstStyle/>
                        <a:p>
                          <a:r>
                            <a:rPr lang="pt-BR" sz="1600" b="0" dirty="0"/>
                            <a:t>ADP + dihydrofolic acid</a:t>
                          </a:r>
                          <a:r>
                            <a:rPr lang="pt-BR" sz="1600" b="1" dirty="0">
                              <a:solidFill>
                                <a:srgbClr val="C00000"/>
                              </a:solidFill>
                            </a:rPr>
                            <a:t>(</a:t>
                          </a:r>
                          <a14:m>
                            <m:oMath xmlns:m="http://schemas.openxmlformats.org/officeDocument/2006/math">
                              <m:sSub>
                                <m:sSubPr>
                                  <m:ctrlPr>
                                    <a:rPr lang="pt-BR" sz="1600" b="1" i="0" dirty="0" smtClean="0">
                                      <a:solidFill>
                                        <a:srgbClr val="C00000"/>
                                      </a:solidFill>
                                      <a:latin typeface="Cambria Math" panose="02040503050406030204" pitchFamily="18" charset="0"/>
                                    </a:rPr>
                                  </m:ctrlPr>
                                </m:sSubPr>
                                <m:e>
                                  <m:r>
                                    <a:rPr lang="pt-BR" sz="1600" b="1" i="0" dirty="0" smtClean="0">
                                      <a:solidFill>
                                        <a:srgbClr val="C00000"/>
                                      </a:solidFill>
                                      <a:latin typeface="Cambria Math" panose="02040503050406030204" pitchFamily="18" charset="0"/>
                                    </a:rPr>
                                    <m:t>𝐦</m:t>
                                  </m:r>
                                </m:e>
                                <m:sub>
                                  <m:r>
                                    <a:rPr lang="pt-BR" sz="1600" b="1" i="0" dirty="0" smtClean="0">
                                      <a:solidFill>
                                        <a:srgbClr val="C00000"/>
                                      </a:solidFill>
                                      <a:latin typeface="Cambria Math" panose="02040503050406030204" pitchFamily="18" charset="0"/>
                                    </a:rPr>
                                    <m:t>𝟏𝟏</m:t>
                                  </m:r>
                                </m:sub>
                              </m:sSub>
                            </m:oMath>
                          </a14:m>
                          <a:r>
                            <a:rPr lang="pt-BR" sz="1600" b="1" dirty="0">
                              <a:solidFill>
                                <a:srgbClr val="C00000"/>
                              </a:solidFill>
                            </a:rPr>
                            <a:t>) </a:t>
                          </a:r>
                          <a:r>
                            <a:rPr lang="pt-BR" sz="1600" b="0" dirty="0"/>
                            <a:t>+ H+ + phosphate</a:t>
                          </a:r>
                          <a:endParaRPr lang="en-US" sz="1600" b="0" dirty="0"/>
                        </a:p>
                      </a:txBody>
                      <a:tcPr/>
                    </a:tc>
                    <a:tc>
                      <a:txBody>
                        <a:bodyPr/>
                        <a:lstStyle/>
                        <a:p>
                          <a:r>
                            <a:rPr lang="en-US" sz="1600" b="0" dirty="0"/>
                            <a:t>YMR113W</a:t>
                          </a:r>
                        </a:p>
                      </a:txBody>
                      <a:tcPr/>
                    </a:tc>
                    <a:extLst>
                      <a:ext uri="{0D108BD9-81ED-4DB2-BD59-A6C34878D82A}">
                        <a16:rowId xmlns:a16="http://schemas.microsoft.com/office/drawing/2014/main" val="4006369147"/>
                      </a:ext>
                    </a:extLst>
                  </a:tr>
                  <a:tr h="274320">
                    <a:tc>
                      <a:txBody>
                        <a:bodyPr/>
                        <a:lstStyle/>
                        <a:p>
                          <a:pPr algn="l"/>
                          <a14:m>
                            <m:oMathPara xmlns:m="http://schemas.openxmlformats.org/officeDocument/2006/math">
                              <m:oMathParaPr>
                                <m:jc m:val="left"/>
                              </m:oMathParaPr>
                              <m:oMath>
                                <m:sSub>
                                  <m:sSubPr>
                                    <m:ctrlPr>
                                      <a:rPr lang="de-DE" sz="1800" b="0" i="1" smtClean="0">
                                        <a:latin typeface="Cambria Math" panose="02040503050406030204" pitchFamily="18" charset="0"/>
                                      </a:rPr>
                                    </m:ctrlPr>
                                  </m:sSubPr>
                                  <m:e>
                                    <m:r>
                                      <a:rPr lang="de-DE" sz="1800" b="0" i="1" smtClean="0">
                                        <a:latin typeface="Cambria Math" panose="02040503050406030204" pitchFamily="18" charset="0"/>
                                      </a:rPr>
                                      <m:t>𝑟</m:t>
                                    </m:r>
                                  </m:e>
                                  <m:sub>
                                    <m:r>
                                      <a:rPr lang="de-DE" sz="1800" b="0" i="1" smtClean="0">
                                        <a:latin typeface="Cambria Math" panose="02040503050406030204" pitchFamily="18" charset="0"/>
                                      </a:rPr>
                                      <m:t>12</m:t>
                                    </m:r>
                                  </m:sub>
                                </m:sSub>
                              </m:oMath>
                            </m:oMathPara>
                          </a14:m>
                          <a:endParaRPr lang="en-US" sz="1800" dirty="0"/>
                        </a:p>
                      </a:txBody>
                      <a:tcPr/>
                    </a:tc>
                    <a:tc>
                      <a:txBody>
                        <a:bodyPr/>
                        <a:lstStyle/>
                        <a:p>
                          <a:r>
                            <a:rPr lang="en-US" sz="1600" dirty="0" err="1"/>
                            <a:t>dihydrofolic</a:t>
                          </a:r>
                          <a:r>
                            <a:rPr lang="en-US" sz="1600" dirty="0"/>
                            <a:t> acid</a:t>
                          </a:r>
                          <a:r>
                            <a:rPr lang="pt-BR" sz="1600" b="1" dirty="0">
                              <a:solidFill>
                                <a:srgbClr val="C00000"/>
                              </a:solidFill>
                            </a:rPr>
                            <a:t>(</a:t>
                          </a:r>
                          <a14:m>
                            <m:oMath xmlns:m="http://schemas.openxmlformats.org/officeDocument/2006/math">
                              <m:sSub>
                                <m:sSubPr>
                                  <m:ctrlPr>
                                    <a:rPr lang="pt-BR" sz="1600" b="1" i="0" dirty="0" smtClean="0">
                                      <a:solidFill>
                                        <a:srgbClr val="C00000"/>
                                      </a:solidFill>
                                      <a:latin typeface="Cambria Math" panose="02040503050406030204" pitchFamily="18" charset="0"/>
                                    </a:rPr>
                                  </m:ctrlPr>
                                </m:sSubPr>
                                <m:e>
                                  <m:r>
                                    <a:rPr lang="pt-BR" sz="1600" b="1" i="0" dirty="0" smtClean="0">
                                      <a:solidFill>
                                        <a:srgbClr val="C00000"/>
                                      </a:solidFill>
                                      <a:latin typeface="Cambria Math" panose="02040503050406030204" pitchFamily="18" charset="0"/>
                                    </a:rPr>
                                    <m:t>𝐦</m:t>
                                  </m:r>
                                </m:e>
                                <m:sub>
                                  <m:r>
                                    <m:rPr>
                                      <m:sty m:val="p"/>
                                    </m:rPr>
                                    <a:rPr lang="de-DE" sz="1600" b="1" i="1" dirty="0" smtClean="0">
                                      <a:solidFill>
                                        <a:srgbClr val="C00000"/>
                                      </a:solidFill>
                                      <a:latin typeface="Cambria Math" panose="02040503050406030204" pitchFamily="18" charset="0"/>
                                    </a:rPr>
                                    <m:t>in</m:t>
                                  </m:r>
                                </m:sub>
                              </m:sSub>
                            </m:oMath>
                          </a14:m>
                          <a:r>
                            <a:rPr lang="pt-BR" sz="1600" b="1" dirty="0">
                              <a:solidFill>
                                <a:srgbClr val="C00000"/>
                              </a:solidFill>
                            </a:rPr>
                            <a:t>) </a:t>
                          </a:r>
                          <a:r>
                            <a:rPr lang="en-US" sz="1600" dirty="0"/>
                            <a:t>+ H+ + NADPH</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NADP(+) + THF</a:t>
                          </a:r>
                          <a:r>
                            <a:rPr lang="pt-BR" sz="1600" b="1" dirty="0">
                              <a:solidFill>
                                <a:srgbClr val="C00000"/>
                              </a:solidFill>
                            </a:rPr>
                            <a:t>(</a:t>
                          </a:r>
                          <a14:m>
                            <m:oMath xmlns:m="http://schemas.openxmlformats.org/officeDocument/2006/math">
                              <m:sSub>
                                <m:sSubPr>
                                  <m:ctrlPr>
                                    <a:rPr lang="pt-BR" sz="1600" b="1" i="0" dirty="0" smtClean="0">
                                      <a:solidFill>
                                        <a:srgbClr val="C00000"/>
                                      </a:solidFill>
                                      <a:latin typeface="Cambria Math" panose="02040503050406030204" pitchFamily="18" charset="0"/>
                                    </a:rPr>
                                  </m:ctrlPr>
                                </m:sSubPr>
                                <m:e>
                                  <m:r>
                                    <a:rPr lang="pt-BR" sz="1600" b="1" i="0" dirty="0" smtClean="0">
                                      <a:solidFill>
                                        <a:srgbClr val="C00000"/>
                                      </a:solidFill>
                                      <a:latin typeface="Cambria Math" panose="02040503050406030204" pitchFamily="18" charset="0"/>
                                    </a:rPr>
                                    <m:t>𝐦</m:t>
                                  </m:r>
                                </m:e>
                                <m:sub>
                                  <m:r>
                                    <a:rPr lang="pt-BR" sz="1600" b="1" i="0" dirty="0" smtClean="0">
                                      <a:solidFill>
                                        <a:srgbClr val="C00000"/>
                                      </a:solidFill>
                                      <a:latin typeface="Cambria Math" panose="02040503050406030204" pitchFamily="18" charset="0"/>
                                    </a:rPr>
                                    <m:t>𝟏</m:t>
                                  </m:r>
                                  <m:r>
                                    <a:rPr lang="de-DE" sz="1600" b="1" i="1" dirty="0" smtClean="0">
                                      <a:solidFill>
                                        <a:srgbClr val="C00000"/>
                                      </a:solidFill>
                                      <a:latin typeface="Cambria Math" panose="02040503050406030204" pitchFamily="18" charset="0"/>
                                    </a:rPr>
                                    <m:t>2</m:t>
                                  </m:r>
                                </m:sub>
                              </m:sSub>
                            </m:oMath>
                          </a14:m>
                          <a:r>
                            <a:rPr lang="pt-BR" sz="1600" b="1" dirty="0">
                              <a:solidFill>
                                <a:srgbClr val="C00000"/>
                              </a:solidFill>
                            </a:rPr>
                            <a:t>) </a:t>
                          </a:r>
                          <a:endParaRPr lang="en-US" sz="1600" dirty="0"/>
                        </a:p>
                      </a:txBody>
                      <a:tcPr/>
                    </a:tc>
                    <a:tc>
                      <a:txBody>
                        <a:bodyPr/>
                        <a:lstStyle/>
                        <a:p>
                          <a:r>
                            <a:rPr lang="en-US" sz="1600" dirty="0"/>
                            <a:t>YOR236W</a:t>
                          </a:r>
                        </a:p>
                      </a:txBody>
                      <a:tcPr/>
                    </a:tc>
                    <a:extLst>
                      <a:ext uri="{0D108BD9-81ED-4DB2-BD59-A6C34878D82A}">
                        <a16:rowId xmlns:a16="http://schemas.microsoft.com/office/drawing/2014/main" val="1526051723"/>
                      </a:ext>
                    </a:extLst>
                  </a:tr>
                  <a:tr h="274320">
                    <a:tc>
                      <a:txBody>
                        <a:bodyPr/>
                        <a:lstStyle/>
                        <a:p>
                          <a:pPr algn="l"/>
                          <a14:m>
                            <m:oMath xmlns:m="http://schemas.openxmlformats.org/officeDocument/2006/math">
                              <m:sSub>
                                <m:sSubPr>
                                  <m:ctrlPr>
                                    <a:rPr lang="de-DE" sz="1800" b="0" i="1" smtClean="0">
                                      <a:latin typeface="Cambria Math" panose="02040503050406030204" pitchFamily="18" charset="0"/>
                                    </a:rPr>
                                  </m:ctrlPr>
                                </m:sSubPr>
                                <m:e>
                                  <m:r>
                                    <a:rPr lang="de-DE" sz="1800" b="0" i="1" smtClean="0">
                                      <a:latin typeface="Cambria Math" panose="02040503050406030204" pitchFamily="18" charset="0"/>
                                    </a:rPr>
                                    <m:t>𝑟</m:t>
                                  </m:r>
                                </m:e>
                                <m:sub>
                                  <m:r>
                                    <a:rPr lang="de-DE" sz="1800" b="0" i="1" smtClean="0">
                                      <a:latin typeface="Cambria Math" panose="02040503050406030204" pitchFamily="18" charset="0"/>
                                    </a:rPr>
                                    <m:t>21</m:t>
                                  </m:r>
                                </m:sub>
                              </m:sSub>
                            </m:oMath>
                          </a14:m>
                          <a:r>
                            <a:rPr lang="en-US" sz="1800" dirty="0"/>
                            <a:t> </a:t>
                          </a:r>
                        </a:p>
                      </a:txBody>
                      <a:tcPr/>
                    </a:tc>
                    <a:tc>
                      <a:txBody>
                        <a:bodyPr/>
                        <a:lstStyle/>
                        <a:p>
                          <a:r>
                            <a:rPr lang="pt-BR" sz="1600" dirty="0"/>
                            <a:t>3-phospho-hydroxypyruvate + L-glutamate</a:t>
                          </a:r>
                          <a:r>
                            <a:rPr lang="pt-BR" sz="1600" b="1" i="0" dirty="0">
                              <a:solidFill>
                                <a:srgbClr val="C00000"/>
                              </a:solidFill>
                            </a:rPr>
                            <a:t>(</a:t>
                          </a:r>
                          <a14:m>
                            <m:oMath xmlns:m="http://schemas.openxmlformats.org/officeDocument/2006/math">
                              <m:sSub>
                                <m:sSubPr>
                                  <m:ctrlPr>
                                    <a:rPr lang="de-DE" sz="1600" b="1" i="0" smtClean="0">
                                      <a:solidFill>
                                        <a:srgbClr val="C00000"/>
                                      </a:solidFill>
                                      <a:latin typeface="Cambria Math" panose="02040503050406030204" pitchFamily="18" charset="0"/>
                                    </a:rPr>
                                  </m:ctrlPr>
                                </m:sSubPr>
                                <m:e>
                                  <m:r>
                                    <a:rPr lang="de-DE" sz="1600" b="1" i="0" smtClean="0">
                                      <a:solidFill>
                                        <a:srgbClr val="C00000"/>
                                      </a:solidFill>
                                      <a:latin typeface="Cambria Math" panose="02040503050406030204" pitchFamily="18" charset="0"/>
                                    </a:rPr>
                                    <m:t>𝐦</m:t>
                                  </m:r>
                                </m:e>
                                <m:sub>
                                  <m:r>
                                    <a:rPr lang="de-DE" sz="1600" b="1" i="0" smtClean="0">
                                      <a:solidFill>
                                        <a:srgbClr val="C00000"/>
                                      </a:solidFill>
                                      <a:latin typeface="Cambria Math" panose="02040503050406030204" pitchFamily="18" charset="0"/>
                                    </a:rPr>
                                    <m:t>𝟏</m:t>
                                  </m:r>
                                </m:sub>
                              </m:sSub>
                            </m:oMath>
                          </a14:m>
                          <a:r>
                            <a:rPr lang="pt-BR" sz="1600" b="1" i="0" dirty="0">
                              <a:solidFill>
                                <a:srgbClr val="C00000"/>
                              </a:solidFill>
                            </a:rPr>
                            <a:t>) </a:t>
                          </a:r>
                          <a:endParaRPr lang="en-US"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600" dirty="0"/>
                            <a:t>2-oxoglutarate + 3-phospho-serine</a:t>
                          </a:r>
                          <a:r>
                            <a:rPr lang="pt-BR" sz="1600" b="1" dirty="0">
                              <a:solidFill>
                                <a:srgbClr val="C00000"/>
                              </a:solidFill>
                            </a:rPr>
                            <a:t>(</a:t>
                          </a:r>
                          <a14:m>
                            <m:oMath xmlns:m="http://schemas.openxmlformats.org/officeDocument/2006/math">
                              <m:sSub>
                                <m:sSubPr>
                                  <m:ctrlPr>
                                    <a:rPr lang="pt-BR" sz="1600" b="1" i="0" dirty="0" smtClean="0">
                                      <a:solidFill>
                                        <a:srgbClr val="C00000"/>
                                      </a:solidFill>
                                      <a:latin typeface="Cambria Math" panose="02040503050406030204" pitchFamily="18" charset="0"/>
                                    </a:rPr>
                                  </m:ctrlPr>
                                </m:sSubPr>
                                <m:e>
                                  <m:r>
                                    <a:rPr lang="pt-BR" sz="1600" b="1" i="0" dirty="0" smtClean="0">
                                      <a:solidFill>
                                        <a:srgbClr val="C00000"/>
                                      </a:solidFill>
                                      <a:latin typeface="Cambria Math" panose="02040503050406030204" pitchFamily="18" charset="0"/>
                                    </a:rPr>
                                    <m:t>𝐦</m:t>
                                  </m:r>
                                </m:e>
                                <m:sub>
                                  <m:r>
                                    <a:rPr lang="de-DE" sz="1600" b="1" i="0" dirty="0" smtClean="0">
                                      <a:solidFill>
                                        <a:srgbClr val="C00000"/>
                                      </a:solidFill>
                                      <a:latin typeface="Cambria Math" panose="02040503050406030204" pitchFamily="18" charset="0"/>
                                    </a:rPr>
                                    <m:t>2</m:t>
                                  </m:r>
                                  <m:r>
                                    <a:rPr lang="pt-BR" sz="1600" b="1" i="0" dirty="0" smtClean="0">
                                      <a:solidFill>
                                        <a:srgbClr val="C00000"/>
                                      </a:solidFill>
                                      <a:latin typeface="Cambria Math" panose="02040503050406030204" pitchFamily="18" charset="0"/>
                                    </a:rPr>
                                    <m:t>𝟏</m:t>
                                  </m:r>
                                </m:sub>
                              </m:sSub>
                            </m:oMath>
                          </a14:m>
                          <a:r>
                            <a:rPr lang="pt-BR" sz="1600" b="1" dirty="0">
                              <a:solidFill>
                                <a:srgbClr val="C00000"/>
                              </a:solidFill>
                            </a:rPr>
                            <a:t>) </a:t>
                          </a:r>
                          <a:endParaRPr lang="en-US" sz="1600" dirty="0"/>
                        </a:p>
                      </a:txBody>
                      <a:tcPr/>
                    </a:tc>
                    <a:tc>
                      <a:txBody>
                        <a:bodyPr/>
                        <a:lstStyle/>
                        <a:p>
                          <a:r>
                            <a:rPr lang="en-US" sz="1600" dirty="0"/>
                            <a:t>YOR184W</a:t>
                          </a:r>
                        </a:p>
                      </a:txBody>
                      <a:tcPr/>
                    </a:tc>
                    <a:extLst>
                      <a:ext uri="{0D108BD9-81ED-4DB2-BD59-A6C34878D82A}">
                        <a16:rowId xmlns:a16="http://schemas.microsoft.com/office/drawing/2014/main" val="652912411"/>
                      </a:ext>
                    </a:extLst>
                  </a:tr>
                  <a:tr h="274320">
                    <a:tc>
                      <a:txBody>
                        <a:bodyPr/>
                        <a:lstStyle/>
                        <a:p>
                          <a:pPr algn="l"/>
                          <a14:m>
                            <m:oMath xmlns:m="http://schemas.openxmlformats.org/officeDocument/2006/math">
                              <m:sSub>
                                <m:sSubPr>
                                  <m:ctrlPr>
                                    <a:rPr lang="de-DE" sz="1800" b="0" i="1" smtClean="0">
                                      <a:latin typeface="Cambria Math" panose="02040503050406030204" pitchFamily="18" charset="0"/>
                                    </a:rPr>
                                  </m:ctrlPr>
                                </m:sSubPr>
                                <m:e>
                                  <m:r>
                                    <a:rPr lang="de-DE" sz="1800" b="0" i="1" smtClean="0">
                                      <a:latin typeface="Cambria Math" panose="02040503050406030204" pitchFamily="18" charset="0"/>
                                    </a:rPr>
                                    <m:t>𝑟</m:t>
                                  </m:r>
                                </m:e>
                                <m:sub>
                                  <m:r>
                                    <a:rPr lang="de-DE" sz="1800" b="0" i="1" smtClean="0">
                                      <a:latin typeface="Cambria Math" panose="02040503050406030204" pitchFamily="18" charset="0"/>
                                    </a:rPr>
                                    <m:t>22</m:t>
                                  </m:r>
                                </m:sub>
                              </m:sSub>
                            </m:oMath>
                          </a14:m>
                          <a:r>
                            <a:rPr lang="en-US" sz="1800" dirty="0"/>
                            <a:t> </a:t>
                          </a:r>
                        </a:p>
                      </a:txBody>
                      <a:tcPr/>
                    </a:tc>
                    <a:tc>
                      <a:txBody>
                        <a:bodyPr/>
                        <a:lstStyle/>
                        <a:p>
                          <a:r>
                            <a:rPr lang="en-US" sz="1600" dirty="0"/>
                            <a:t>3-phospho-serine</a:t>
                          </a:r>
                          <a:r>
                            <a:rPr lang="pt-BR" sz="1600" b="1" dirty="0">
                              <a:solidFill>
                                <a:srgbClr val="C00000"/>
                              </a:solidFill>
                            </a:rPr>
                            <a:t>(</a:t>
                          </a:r>
                          <a14:m>
                            <m:oMath xmlns:m="http://schemas.openxmlformats.org/officeDocument/2006/math">
                              <m:sSub>
                                <m:sSubPr>
                                  <m:ctrlPr>
                                    <a:rPr lang="pt-BR" sz="1600" b="1" i="0" dirty="0" smtClean="0">
                                      <a:solidFill>
                                        <a:srgbClr val="C00000"/>
                                      </a:solidFill>
                                      <a:latin typeface="Cambria Math" panose="02040503050406030204" pitchFamily="18" charset="0"/>
                                    </a:rPr>
                                  </m:ctrlPr>
                                </m:sSubPr>
                                <m:e>
                                  <m:r>
                                    <a:rPr lang="pt-BR" sz="1600" b="1" i="0" dirty="0" smtClean="0">
                                      <a:solidFill>
                                        <a:srgbClr val="C00000"/>
                                      </a:solidFill>
                                      <a:latin typeface="Cambria Math" panose="02040503050406030204" pitchFamily="18" charset="0"/>
                                    </a:rPr>
                                    <m:t>𝐦</m:t>
                                  </m:r>
                                </m:e>
                                <m:sub>
                                  <m:r>
                                    <a:rPr lang="de-DE" sz="1600" b="1" i="0" dirty="0" smtClean="0">
                                      <a:solidFill>
                                        <a:srgbClr val="C00000"/>
                                      </a:solidFill>
                                      <a:latin typeface="Cambria Math" panose="02040503050406030204" pitchFamily="18" charset="0"/>
                                    </a:rPr>
                                    <m:t>2</m:t>
                                  </m:r>
                                  <m:r>
                                    <a:rPr lang="pt-BR" sz="1600" b="1" i="0" dirty="0" smtClean="0">
                                      <a:solidFill>
                                        <a:srgbClr val="C00000"/>
                                      </a:solidFill>
                                      <a:latin typeface="Cambria Math" panose="02040503050406030204" pitchFamily="18" charset="0"/>
                                    </a:rPr>
                                    <m:t>𝟏</m:t>
                                  </m:r>
                                </m:sub>
                              </m:sSub>
                            </m:oMath>
                          </a14:m>
                          <a:r>
                            <a:rPr lang="pt-BR" sz="1600" b="1" dirty="0">
                              <a:solidFill>
                                <a:srgbClr val="C00000"/>
                              </a:solidFill>
                            </a:rPr>
                            <a:t>) </a:t>
                          </a:r>
                          <a:r>
                            <a:rPr lang="en-US" sz="1600" dirty="0"/>
                            <a:t>+ H2O</a:t>
                          </a:r>
                        </a:p>
                      </a:txBody>
                      <a:tcPr/>
                    </a:tc>
                    <a:tc>
                      <a:txBody>
                        <a:bodyPr/>
                        <a:lstStyle/>
                        <a:p>
                          <a:r>
                            <a:rPr lang="en-US" sz="1600" dirty="0"/>
                            <a:t>L-serine</a:t>
                          </a:r>
                          <a:r>
                            <a:rPr lang="pt-BR" sz="1600" b="1" dirty="0">
                              <a:solidFill>
                                <a:srgbClr val="C00000"/>
                              </a:solidFill>
                            </a:rPr>
                            <a:t>(</a:t>
                          </a:r>
                          <a14:m>
                            <m:oMath xmlns:m="http://schemas.openxmlformats.org/officeDocument/2006/math">
                              <m:sSub>
                                <m:sSubPr>
                                  <m:ctrlPr>
                                    <a:rPr lang="pt-BR" sz="1600" b="1" i="0" dirty="0" smtClean="0">
                                      <a:solidFill>
                                        <a:srgbClr val="C00000"/>
                                      </a:solidFill>
                                      <a:latin typeface="Cambria Math" panose="02040503050406030204" pitchFamily="18" charset="0"/>
                                    </a:rPr>
                                  </m:ctrlPr>
                                </m:sSubPr>
                                <m:e>
                                  <m:r>
                                    <a:rPr lang="pt-BR" sz="1600" b="1" i="0" dirty="0" smtClean="0">
                                      <a:solidFill>
                                        <a:srgbClr val="C00000"/>
                                      </a:solidFill>
                                      <a:latin typeface="Cambria Math" panose="02040503050406030204" pitchFamily="18" charset="0"/>
                                    </a:rPr>
                                    <m:t>𝐦</m:t>
                                  </m:r>
                                </m:e>
                                <m:sub>
                                  <m:r>
                                    <a:rPr lang="de-DE" sz="1600" b="1" i="0" dirty="0" smtClean="0">
                                      <a:solidFill>
                                        <a:srgbClr val="C00000"/>
                                      </a:solidFill>
                                      <a:latin typeface="Cambria Math" panose="02040503050406030204" pitchFamily="18" charset="0"/>
                                    </a:rPr>
                                    <m:t>2</m:t>
                                  </m:r>
                                  <m:r>
                                    <a:rPr lang="de-DE" sz="1600" b="1" i="1" dirty="0" smtClean="0">
                                      <a:solidFill>
                                        <a:srgbClr val="C00000"/>
                                      </a:solidFill>
                                      <a:latin typeface="Cambria Math" panose="02040503050406030204" pitchFamily="18" charset="0"/>
                                    </a:rPr>
                                    <m:t>2</m:t>
                                  </m:r>
                                </m:sub>
                              </m:sSub>
                            </m:oMath>
                          </a14:m>
                          <a:r>
                            <a:rPr lang="pt-BR" sz="1600" b="1" dirty="0">
                              <a:solidFill>
                                <a:srgbClr val="C00000"/>
                              </a:solidFill>
                            </a:rPr>
                            <a:t>) </a:t>
                          </a:r>
                          <a:r>
                            <a:rPr lang="en-US" sz="1600" dirty="0"/>
                            <a:t> + phosphate</a:t>
                          </a:r>
                        </a:p>
                      </a:txBody>
                      <a:tcPr/>
                    </a:tc>
                    <a:tc>
                      <a:txBody>
                        <a:bodyPr/>
                        <a:lstStyle/>
                        <a:p>
                          <a:r>
                            <a:rPr lang="en-US" sz="1600" dirty="0"/>
                            <a:t>YGR208W</a:t>
                          </a:r>
                        </a:p>
                      </a:txBody>
                      <a:tcPr/>
                    </a:tc>
                    <a:extLst>
                      <a:ext uri="{0D108BD9-81ED-4DB2-BD59-A6C34878D82A}">
                        <a16:rowId xmlns:a16="http://schemas.microsoft.com/office/drawing/2014/main" val="2113626482"/>
                      </a:ext>
                    </a:extLst>
                  </a:tr>
                  <a:tr h="274320">
                    <a:tc>
                      <a:txBody>
                        <a:bodyPr/>
                        <a:lstStyle/>
                        <a:p>
                          <a:pPr algn="l"/>
                          <a14:m>
                            <m:oMath xmlns:m="http://schemas.openxmlformats.org/officeDocument/2006/math">
                              <m:sSub>
                                <m:sSubPr>
                                  <m:ctrlPr>
                                    <a:rPr lang="de-DE" sz="1800" b="0" i="1" smtClean="0">
                                      <a:latin typeface="Cambria Math" panose="02040503050406030204" pitchFamily="18" charset="0"/>
                                    </a:rPr>
                                  </m:ctrlPr>
                                </m:sSubPr>
                                <m:e>
                                  <m:r>
                                    <a:rPr lang="de-DE" sz="1800" b="0" i="1" smtClean="0">
                                      <a:latin typeface="Cambria Math" panose="02040503050406030204" pitchFamily="18" charset="0"/>
                                    </a:rPr>
                                    <m:t>𝑟</m:t>
                                  </m:r>
                                </m:e>
                                <m:sub>
                                  <m:r>
                                    <m:rPr>
                                      <m:sty m:val="p"/>
                                    </m:rPr>
                                    <a:rPr lang="de-DE" sz="1800" b="0" i="1" smtClean="0">
                                      <a:latin typeface="Cambria Math" panose="02040503050406030204" pitchFamily="18" charset="0"/>
                                    </a:rPr>
                                    <m:t>out</m:t>
                                  </m:r>
                                </m:sub>
                              </m:sSub>
                            </m:oMath>
                          </a14:m>
                          <a:r>
                            <a:rPr lang="en-US" sz="1800" dirty="0"/>
                            <a:t> </a:t>
                          </a:r>
                        </a:p>
                      </a:txBody>
                      <a:tcPr/>
                    </a:tc>
                    <a:tc>
                      <a:txBody>
                        <a:bodyPr/>
                        <a:lstStyle/>
                        <a:p>
                          <a:r>
                            <a:rPr lang="en-US" sz="1600" dirty="0"/>
                            <a:t>THF</a:t>
                          </a:r>
                          <a:r>
                            <a:rPr lang="pt-BR" sz="1600" b="1" dirty="0">
                              <a:solidFill>
                                <a:srgbClr val="C00000"/>
                              </a:solidFill>
                            </a:rPr>
                            <a:t>(</a:t>
                          </a:r>
                          <a14:m>
                            <m:oMath xmlns:m="http://schemas.openxmlformats.org/officeDocument/2006/math">
                              <m:sSub>
                                <m:sSubPr>
                                  <m:ctrlPr>
                                    <a:rPr lang="pt-BR" sz="1600" b="1" i="0" dirty="0" smtClean="0">
                                      <a:solidFill>
                                        <a:srgbClr val="C00000"/>
                                      </a:solidFill>
                                      <a:latin typeface="Cambria Math" panose="02040503050406030204" pitchFamily="18" charset="0"/>
                                    </a:rPr>
                                  </m:ctrlPr>
                                </m:sSubPr>
                                <m:e>
                                  <m:r>
                                    <a:rPr lang="pt-BR" sz="1600" b="1" i="0" dirty="0" smtClean="0">
                                      <a:solidFill>
                                        <a:srgbClr val="C00000"/>
                                      </a:solidFill>
                                      <a:latin typeface="Cambria Math" panose="02040503050406030204" pitchFamily="18" charset="0"/>
                                    </a:rPr>
                                    <m:t>𝐦</m:t>
                                  </m:r>
                                </m:e>
                                <m:sub>
                                  <m:r>
                                    <a:rPr lang="pt-BR" sz="1600" b="1" i="0" dirty="0" smtClean="0">
                                      <a:solidFill>
                                        <a:srgbClr val="C00000"/>
                                      </a:solidFill>
                                      <a:latin typeface="Cambria Math" panose="02040503050406030204" pitchFamily="18" charset="0"/>
                                    </a:rPr>
                                    <m:t>𝟏</m:t>
                                  </m:r>
                                  <m:r>
                                    <a:rPr lang="de-DE" sz="1600" b="1" i="1" dirty="0" smtClean="0">
                                      <a:solidFill>
                                        <a:srgbClr val="C00000"/>
                                      </a:solidFill>
                                      <a:latin typeface="Cambria Math" panose="02040503050406030204" pitchFamily="18" charset="0"/>
                                    </a:rPr>
                                    <m:t>2</m:t>
                                  </m:r>
                                </m:sub>
                              </m:sSub>
                            </m:oMath>
                          </a14:m>
                          <a:r>
                            <a:rPr lang="pt-BR" sz="1600" b="1" dirty="0">
                              <a:solidFill>
                                <a:srgbClr val="C00000"/>
                              </a:solidFill>
                            </a:rPr>
                            <a:t>) </a:t>
                          </a:r>
                          <a:r>
                            <a:rPr lang="pt-BR" sz="1600" b="0" dirty="0">
                              <a:solidFill>
                                <a:schemeClr val="tx1"/>
                              </a:solidFill>
                            </a:rPr>
                            <a:t>+</a:t>
                          </a:r>
                          <a:r>
                            <a:rPr lang="en-US" sz="1600" dirty="0"/>
                            <a:t>L-serine</a:t>
                          </a:r>
                          <a:r>
                            <a:rPr lang="pt-BR" sz="1600" b="1" dirty="0">
                              <a:solidFill>
                                <a:srgbClr val="C00000"/>
                              </a:solidFill>
                            </a:rPr>
                            <a:t>(</a:t>
                          </a:r>
                          <a14:m>
                            <m:oMath xmlns:m="http://schemas.openxmlformats.org/officeDocument/2006/math">
                              <m:sSub>
                                <m:sSubPr>
                                  <m:ctrlPr>
                                    <a:rPr lang="pt-BR" sz="1600" b="1" i="0" dirty="0" smtClean="0">
                                      <a:solidFill>
                                        <a:srgbClr val="C00000"/>
                                      </a:solidFill>
                                      <a:latin typeface="Cambria Math" panose="02040503050406030204" pitchFamily="18" charset="0"/>
                                    </a:rPr>
                                  </m:ctrlPr>
                                </m:sSubPr>
                                <m:e>
                                  <m:r>
                                    <a:rPr lang="pt-BR" sz="1600" b="1" i="0" dirty="0" smtClean="0">
                                      <a:solidFill>
                                        <a:srgbClr val="C00000"/>
                                      </a:solidFill>
                                      <a:latin typeface="Cambria Math" panose="02040503050406030204" pitchFamily="18" charset="0"/>
                                    </a:rPr>
                                    <m:t>𝐦</m:t>
                                  </m:r>
                                </m:e>
                                <m:sub>
                                  <m:r>
                                    <a:rPr lang="de-DE" sz="1600" b="1" i="0" dirty="0" smtClean="0">
                                      <a:solidFill>
                                        <a:srgbClr val="C00000"/>
                                      </a:solidFill>
                                      <a:latin typeface="Cambria Math" panose="02040503050406030204" pitchFamily="18" charset="0"/>
                                    </a:rPr>
                                    <m:t>2</m:t>
                                  </m:r>
                                  <m:r>
                                    <a:rPr lang="de-DE" sz="1600" b="1" i="1" dirty="0" smtClean="0">
                                      <a:solidFill>
                                        <a:srgbClr val="C00000"/>
                                      </a:solidFill>
                                      <a:latin typeface="Cambria Math" panose="02040503050406030204" pitchFamily="18" charset="0"/>
                                    </a:rPr>
                                    <m:t>2</m:t>
                                  </m:r>
                                </m:sub>
                              </m:sSub>
                            </m:oMath>
                          </a14:m>
                          <a:r>
                            <a:rPr lang="pt-BR" sz="1600" b="1" dirty="0">
                              <a:solidFill>
                                <a:srgbClr val="C00000"/>
                              </a:solidFill>
                            </a:rPr>
                            <a:t>) </a:t>
                          </a:r>
                          <a:endParaRPr lang="en-US" sz="1600" dirty="0"/>
                        </a:p>
                      </a:txBody>
                      <a:tcPr/>
                    </a:tc>
                    <a:tc>
                      <a:txBody>
                        <a:bodyPr/>
                        <a:lstStyle/>
                        <a:p>
                          <a:r>
                            <a:rPr lang="en-US" sz="1600" dirty="0"/>
                            <a:t>5,10-methylenetetrahydrofolate</a:t>
                          </a:r>
                          <a:r>
                            <a:rPr lang="pt-BR" sz="1600" b="1" dirty="0">
                              <a:solidFill>
                                <a:srgbClr val="C00000"/>
                              </a:solidFill>
                            </a:rPr>
                            <a:t>(</a:t>
                          </a:r>
                          <a14:m>
                            <m:oMath xmlns:m="http://schemas.openxmlformats.org/officeDocument/2006/math">
                              <m:sSub>
                                <m:sSubPr>
                                  <m:ctrlPr>
                                    <a:rPr lang="pt-BR" sz="1600" b="1" i="0" dirty="0" smtClean="0">
                                      <a:solidFill>
                                        <a:srgbClr val="C00000"/>
                                      </a:solidFill>
                                      <a:latin typeface="Cambria Math" panose="02040503050406030204" pitchFamily="18" charset="0"/>
                                    </a:rPr>
                                  </m:ctrlPr>
                                </m:sSubPr>
                                <m:e>
                                  <m:r>
                                    <a:rPr lang="pt-BR" sz="1600" b="1" i="0" dirty="0" smtClean="0">
                                      <a:solidFill>
                                        <a:srgbClr val="C00000"/>
                                      </a:solidFill>
                                      <a:latin typeface="Cambria Math" panose="02040503050406030204" pitchFamily="18" charset="0"/>
                                    </a:rPr>
                                    <m:t>𝐦</m:t>
                                  </m:r>
                                </m:e>
                                <m:sub>
                                  <m:r>
                                    <m:rPr>
                                      <m:sty m:val="p"/>
                                    </m:rPr>
                                    <a:rPr lang="de-DE" sz="1600" b="1" i="1" dirty="0" smtClean="0">
                                      <a:solidFill>
                                        <a:srgbClr val="C00000"/>
                                      </a:solidFill>
                                      <a:latin typeface="Cambria Math" panose="02040503050406030204" pitchFamily="18" charset="0"/>
                                    </a:rPr>
                                    <m:t>out</m:t>
                                  </m:r>
                                </m:sub>
                              </m:sSub>
                            </m:oMath>
                          </a14:m>
                          <a:r>
                            <a:rPr lang="pt-BR" sz="1600" b="1" dirty="0">
                              <a:solidFill>
                                <a:srgbClr val="C00000"/>
                              </a:solidFill>
                            </a:rPr>
                            <a:t>) </a:t>
                          </a:r>
                          <a:r>
                            <a:rPr lang="en-US" sz="1600" dirty="0"/>
                            <a:t>+ H2O + L-glycine</a:t>
                          </a:r>
                        </a:p>
                      </a:txBody>
                      <a:tcPr/>
                    </a:tc>
                    <a:tc>
                      <a:txBody>
                        <a:bodyPr/>
                        <a:lstStyle/>
                        <a:p>
                          <a:r>
                            <a:rPr lang="en-US" sz="1600" dirty="0"/>
                            <a:t>YLR058C</a:t>
                          </a:r>
                        </a:p>
                      </a:txBody>
                      <a:tcPr/>
                    </a:tc>
                    <a:extLst>
                      <a:ext uri="{0D108BD9-81ED-4DB2-BD59-A6C34878D82A}">
                        <a16:rowId xmlns:a16="http://schemas.microsoft.com/office/drawing/2014/main" val="2606163442"/>
                      </a:ext>
                    </a:extLst>
                  </a:tr>
                </a:tbl>
              </a:graphicData>
            </a:graphic>
          </p:graphicFrame>
        </mc:Choice>
        <mc:Fallback xmlns="">
          <p:graphicFrame>
            <p:nvGraphicFramePr>
              <p:cNvPr id="31" name="Table 30">
                <a:extLst>
                  <a:ext uri="{FF2B5EF4-FFF2-40B4-BE49-F238E27FC236}">
                    <a16:creationId xmlns:a16="http://schemas.microsoft.com/office/drawing/2014/main" id="{3FA17DE6-10D1-3C9A-8444-A2A55D7D465A}"/>
                  </a:ext>
                </a:extLst>
              </p:cNvPr>
              <p:cNvGraphicFramePr>
                <a:graphicFrameLocks noGrp="1"/>
              </p:cNvGraphicFramePr>
              <p:nvPr>
                <p:extLst>
                  <p:ext uri="{D42A27DB-BD31-4B8C-83A1-F6EECF244321}">
                    <p14:modId xmlns:p14="http://schemas.microsoft.com/office/powerpoint/2010/main" val="3576002614"/>
                  </p:ext>
                </p:extLst>
              </p:nvPr>
            </p:nvGraphicFramePr>
            <p:xfrm>
              <a:off x="50367" y="3350968"/>
              <a:ext cx="10564026" cy="2346960"/>
            </p:xfrm>
            <a:graphic>
              <a:graphicData uri="http://schemas.openxmlformats.org/drawingml/2006/table">
                <a:tbl>
                  <a:tblPr firstRow="1" bandRow="1">
                    <a:tableStyleId>{C4B1156A-380E-4F78-BDF5-A606A8083BF9}</a:tableStyleId>
                  </a:tblPr>
                  <a:tblGrid>
                    <a:gridCol w="498273">
                      <a:extLst>
                        <a:ext uri="{9D8B030D-6E8A-4147-A177-3AD203B41FA5}">
                          <a16:colId xmlns:a16="http://schemas.microsoft.com/office/drawing/2014/main" val="2247704463"/>
                        </a:ext>
                      </a:extLst>
                    </a:gridCol>
                    <a:gridCol w="4410480">
                      <a:extLst>
                        <a:ext uri="{9D8B030D-6E8A-4147-A177-3AD203B41FA5}">
                          <a16:colId xmlns:a16="http://schemas.microsoft.com/office/drawing/2014/main" val="1120151498"/>
                        </a:ext>
                      </a:extLst>
                    </a:gridCol>
                    <a:gridCol w="4550640">
                      <a:extLst>
                        <a:ext uri="{9D8B030D-6E8A-4147-A177-3AD203B41FA5}">
                          <a16:colId xmlns:a16="http://schemas.microsoft.com/office/drawing/2014/main" val="1146850531"/>
                        </a:ext>
                      </a:extLst>
                    </a:gridCol>
                    <a:gridCol w="1104633">
                      <a:extLst>
                        <a:ext uri="{9D8B030D-6E8A-4147-A177-3AD203B41FA5}">
                          <a16:colId xmlns:a16="http://schemas.microsoft.com/office/drawing/2014/main" val="2587608585"/>
                        </a:ext>
                      </a:extLst>
                    </a:gridCol>
                  </a:tblGrid>
                  <a:tr h="304800">
                    <a:tc>
                      <a:txBody>
                        <a:bodyPr/>
                        <a:lstStyle/>
                        <a:p>
                          <a:pPr algn="l"/>
                          <a:endParaRPr lang="en-US" sz="1400" dirty="0"/>
                        </a:p>
                      </a:txBody>
                      <a:tcPr/>
                    </a:tc>
                    <a:tc>
                      <a:txBody>
                        <a:bodyPr/>
                        <a:lstStyle/>
                        <a:p>
                          <a:r>
                            <a:rPr lang="en-US" sz="1400" b="1" dirty="0"/>
                            <a:t>Reactant</a:t>
                          </a:r>
                        </a:p>
                      </a:txBody>
                      <a:tcPr/>
                    </a:tc>
                    <a:tc>
                      <a:txBody>
                        <a:bodyPr/>
                        <a:lstStyle/>
                        <a:p>
                          <a:r>
                            <a:rPr lang="en-US" sz="1400" b="1" dirty="0"/>
                            <a:t>Product</a:t>
                          </a:r>
                        </a:p>
                      </a:txBody>
                      <a:tcPr/>
                    </a:tc>
                    <a:tc>
                      <a:txBody>
                        <a:bodyPr/>
                        <a:lstStyle/>
                        <a:p>
                          <a:r>
                            <a:rPr lang="en-US" sz="1400" b="1" dirty="0"/>
                            <a:t>Genes</a:t>
                          </a:r>
                        </a:p>
                      </a:txBody>
                      <a:tcPr/>
                    </a:tc>
                    <a:extLst>
                      <a:ext uri="{0D108BD9-81ED-4DB2-BD59-A6C34878D82A}">
                        <a16:rowId xmlns:a16="http://schemas.microsoft.com/office/drawing/2014/main" val="830326239"/>
                      </a:ext>
                    </a:extLst>
                  </a:tr>
                  <a:tr h="365760">
                    <a:tc>
                      <a:txBody>
                        <a:bodyPr/>
                        <a:lstStyle/>
                        <a:p>
                          <a:endParaRPr lang="LID4096"/>
                        </a:p>
                      </a:txBody>
                      <a:tcPr>
                        <a:blipFill>
                          <a:blip r:embed="rId3"/>
                          <a:stretch>
                            <a:fillRect l="-1220" t="-85000" r="-2017073" b="-481667"/>
                          </a:stretch>
                        </a:blipFill>
                      </a:tcPr>
                    </a:tc>
                    <a:tc>
                      <a:txBody>
                        <a:bodyPr/>
                        <a:lstStyle/>
                        <a:p>
                          <a:endParaRPr lang="LID4096"/>
                        </a:p>
                      </a:txBody>
                      <a:tcPr>
                        <a:blipFill>
                          <a:blip r:embed="rId3"/>
                          <a:stretch>
                            <a:fillRect l="-11464" t="-85000" r="-128453" b="-481667"/>
                          </a:stretch>
                        </a:blipFill>
                      </a:tcPr>
                    </a:tc>
                    <a:tc>
                      <a:txBody>
                        <a:bodyPr/>
                        <a:lstStyle/>
                        <a:p>
                          <a:endParaRPr lang="LID4096"/>
                        </a:p>
                      </a:txBody>
                      <a:tcPr>
                        <a:blipFill>
                          <a:blip r:embed="rId3"/>
                          <a:stretch>
                            <a:fillRect l="-108032" t="-85000" r="-24498" b="-481667"/>
                          </a:stretch>
                        </a:blipFill>
                      </a:tcPr>
                    </a:tc>
                    <a:tc>
                      <a:txBody>
                        <a:bodyPr/>
                        <a:lstStyle/>
                        <a:p>
                          <a:r>
                            <a:rPr lang="en-US" sz="1600" b="0" dirty="0"/>
                            <a:t>YMR113W</a:t>
                          </a:r>
                        </a:p>
                      </a:txBody>
                      <a:tcPr/>
                    </a:tc>
                    <a:extLst>
                      <a:ext uri="{0D108BD9-81ED-4DB2-BD59-A6C34878D82A}">
                        <a16:rowId xmlns:a16="http://schemas.microsoft.com/office/drawing/2014/main" val="4006369147"/>
                      </a:ext>
                    </a:extLst>
                  </a:tr>
                  <a:tr h="365760">
                    <a:tc>
                      <a:txBody>
                        <a:bodyPr/>
                        <a:lstStyle/>
                        <a:p>
                          <a:endParaRPr lang="LID4096"/>
                        </a:p>
                      </a:txBody>
                      <a:tcPr>
                        <a:blipFill>
                          <a:blip r:embed="rId3"/>
                          <a:stretch>
                            <a:fillRect l="-1220" t="-185000" r="-2017073" b="-381667"/>
                          </a:stretch>
                        </a:blipFill>
                      </a:tcPr>
                    </a:tc>
                    <a:tc>
                      <a:txBody>
                        <a:bodyPr/>
                        <a:lstStyle/>
                        <a:p>
                          <a:endParaRPr lang="LID4096"/>
                        </a:p>
                      </a:txBody>
                      <a:tcPr>
                        <a:blipFill>
                          <a:blip r:embed="rId3"/>
                          <a:stretch>
                            <a:fillRect l="-11464" t="-185000" r="-128453" b="-381667"/>
                          </a:stretch>
                        </a:blipFill>
                      </a:tcPr>
                    </a:tc>
                    <a:tc>
                      <a:txBody>
                        <a:bodyPr/>
                        <a:lstStyle/>
                        <a:p>
                          <a:endParaRPr lang="LID4096"/>
                        </a:p>
                      </a:txBody>
                      <a:tcPr>
                        <a:blipFill>
                          <a:blip r:embed="rId3"/>
                          <a:stretch>
                            <a:fillRect l="-108032" t="-185000" r="-24498" b="-381667"/>
                          </a:stretch>
                        </a:blipFill>
                      </a:tcPr>
                    </a:tc>
                    <a:tc>
                      <a:txBody>
                        <a:bodyPr/>
                        <a:lstStyle/>
                        <a:p>
                          <a:r>
                            <a:rPr lang="en-US" sz="1600" dirty="0"/>
                            <a:t>YOR236W</a:t>
                          </a:r>
                        </a:p>
                      </a:txBody>
                      <a:tcPr/>
                    </a:tc>
                    <a:extLst>
                      <a:ext uri="{0D108BD9-81ED-4DB2-BD59-A6C34878D82A}">
                        <a16:rowId xmlns:a16="http://schemas.microsoft.com/office/drawing/2014/main" val="1526051723"/>
                      </a:ext>
                    </a:extLst>
                  </a:tr>
                  <a:tr h="365760">
                    <a:tc>
                      <a:txBody>
                        <a:bodyPr/>
                        <a:lstStyle/>
                        <a:p>
                          <a:endParaRPr lang="LID4096"/>
                        </a:p>
                      </a:txBody>
                      <a:tcPr>
                        <a:blipFill>
                          <a:blip r:embed="rId3"/>
                          <a:stretch>
                            <a:fillRect l="-1220" t="-280328" r="-2017073" b="-275410"/>
                          </a:stretch>
                        </a:blipFill>
                      </a:tcPr>
                    </a:tc>
                    <a:tc>
                      <a:txBody>
                        <a:bodyPr/>
                        <a:lstStyle/>
                        <a:p>
                          <a:endParaRPr lang="LID4096"/>
                        </a:p>
                      </a:txBody>
                      <a:tcPr>
                        <a:blipFill>
                          <a:blip r:embed="rId3"/>
                          <a:stretch>
                            <a:fillRect l="-11464" t="-280328" r="-128453" b="-275410"/>
                          </a:stretch>
                        </a:blipFill>
                      </a:tcPr>
                    </a:tc>
                    <a:tc>
                      <a:txBody>
                        <a:bodyPr/>
                        <a:lstStyle/>
                        <a:p>
                          <a:endParaRPr lang="LID4096"/>
                        </a:p>
                      </a:txBody>
                      <a:tcPr>
                        <a:blipFill>
                          <a:blip r:embed="rId3"/>
                          <a:stretch>
                            <a:fillRect l="-108032" t="-280328" r="-24498" b="-275410"/>
                          </a:stretch>
                        </a:blipFill>
                      </a:tcPr>
                    </a:tc>
                    <a:tc>
                      <a:txBody>
                        <a:bodyPr/>
                        <a:lstStyle/>
                        <a:p>
                          <a:r>
                            <a:rPr lang="en-US" sz="1600" dirty="0"/>
                            <a:t>YOR184W</a:t>
                          </a:r>
                        </a:p>
                      </a:txBody>
                      <a:tcPr/>
                    </a:tc>
                    <a:extLst>
                      <a:ext uri="{0D108BD9-81ED-4DB2-BD59-A6C34878D82A}">
                        <a16:rowId xmlns:a16="http://schemas.microsoft.com/office/drawing/2014/main" val="652912411"/>
                      </a:ext>
                    </a:extLst>
                  </a:tr>
                  <a:tr h="365760">
                    <a:tc>
                      <a:txBody>
                        <a:bodyPr/>
                        <a:lstStyle/>
                        <a:p>
                          <a:endParaRPr lang="LID4096"/>
                        </a:p>
                      </a:txBody>
                      <a:tcPr>
                        <a:blipFill>
                          <a:blip r:embed="rId3"/>
                          <a:stretch>
                            <a:fillRect l="-1220" t="-386667" r="-2017073" b="-180000"/>
                          </a:stretch>
                        </a:blipFill>
                      </a:tcPr>
                    </a:tc>
                    <a:tc>
                      <a:txBody>
                        <a:bodyPr/>
                        <a:lstStyle/>
                        <a:p>
                          <a:endParaRPr lang="LID4096"/>
                        </a:p>
                      </a:txBody>
                      <a:tcPr>
                        <a:blipFill>
                          <a:blip r:embed="rId3"/>
                          <a:stretch>
                            <a:fillRect l="-11464" t="-386667" r="-128453" b="-180000"/>
                          </a:stretch>
                        </a:blipFill>
                      </a:tcPr>
                    </a:tc>
                    <a:tc>
                      <a:txBody>
                        <a:bodyPr/>
                        <a:lstStyle/>
                        <a:p>
                          <a:endParaRPr lang="LID4096"/>
                        </a:p>
                      </a:txBody>
                      <a:tcPr>
                        <a:blipFill>
                          <a:blip r:embed="rId3"/>
                          <a:stretch>
                            <a:fillRect l="-108032" t="-386667" r="-24498" b="-180000"/>
                          </a:stretch>
                        </a:blipFill>
                      </a:tcPr>
                    </a:tc>
                    <a:tc>
                      <a:txBody>
                        <a:bodyPr/>
                        <a:lstStyle/>
                        <a:p>
                          <a:r>
                            <a:rPr lang="en-US" sz="1600" dirty="0"/>
                            <a:t>YGR208W</a:t>
                          </a:r>
                        </a:p>
                      </a:txBody>
                      <a:tcPr/>
                    </a:tc>
                    <a:extLst>
                      <a:ext uri="{0D108BD9-81ED-4DB2-BD59-A6C34878D82A}">
                        <a16:rowId xmlns:a16="http://schemas.microsoft.com/office/drawing/2014/main" val="2113626482"/>
                      </a:ext>
                    </a:extLst>
                  </a:tr>
                  <a:tr h="579120">
                    <a:tc>
                      <a:txBody>
                        <a:bodyPr/>
                        <a:lstStyle/>
                        <a:p>
                          <a:endParaRPr lang="LID4096"/>
                        </a:p>
                      </a:txBody>
                      <a:tcPr>
                        <a:blipFill>
                          <a:blip r:embed="rId3"/>
                          <a:stretch>
                            <a:fillRect l="-1220" t="-307368" r="-2017073" b="-13684"/>
                          </a:stretch>
                        </a:blipFill>
                      </a:tcPr>
                    </a:tc>
                    <a:tc>
                      <a:txBody>
                        <a:bodyPr/>
                        <a:lstStyle/>
                        <a:p>
                          <a:endParaRPr lang="LID4096"/>
                        </a:p>
                      </a:txBody>
                      <a:tcPr>
                        <a:blipFill>
                          <a:blip r:embed="rId3"/>
                          <a:stretch>
                            <a:fillRect l="-11464" t="-307368" r="-128453" b="-13684"/>
                          </a:stretch>
                        </a:blipFill>
                      </a:tcPr>
                    </a:tc>
                    <a:tc>
                      <a:txBody>
                        <a:bodyPr/>
                        <a:lstStyle/>
                        <a:p>
                          <a:endParaRPr lang="LID4096"/>
                        </a:p>
                      </a:txBody>
                      <a:tcPr>
                        <a:blipFill>
                          <a:blip r:embed="rId3"/>
                          <a:stretch>
                            <a:fillRect l="-108032" t="-307368" r="-24498" b="-13684"/>
                          </a:stretch>
                        </a:blipFill>
                      </a:tcPr>
                    </a:tc>
                    <a:tc>
                      <a:txBody>
                        <a:bodyPr/>
                        <a:lstStyle/>
                        <a:p>
                          <a:r>
                            <a:rPr lang="en-US" sz="1600" dirty="0"/>
                            <a:t>YLR058C</a:t>
                          </a:r>
                        </a:p>
                      </a:txBody>
                      <a:tcPr/>
                    </a:tc>
                    <a:extLst>
                      <a:ext uri="{0D108BD9-81ED-4DB2-BD59-A6C34878D82A}">
                        <a16:rowId xmlns:a16="http://schemas.microsoft.com/office/drawing/2014/main" val="2606163442"/>
                      </a:ext>
                    </a:extLst>
                  </a:tr>
                </a:tbl>
              </a:graphicData>
            </a:graphic>
          </p:graphicFrame>
        </mc:Fallback>
      </mc:AlternateContent>
      <p:sp>
        <p:nvSpPr>
          <p:cNvPr id="35" name="TextBox 34">
            <a:extLst>
              <a:ext uri="{FF2B5EF4-FFF2-40B4-BE49-F238E27FC236}">
                <a16:creationId xmlns:a16="http://schemas.microsoft.com/office/drawing/2014/main" id="{1C22E26C-75BA-156E-40A9-8FA9B12089CA}"/>
              </a:ext>
            </a:extLst>
          </p:cNvPr>
          <p:cNvSpPr txBox="1"/>
          <p:nvPr/>
        </p:nvSpPr>
        <p:spPr>
          <a:xfrm>
            <a:off x="84667" y="2568375"/>
            <a:ext cx="6162521" cy="461665"/>
          </a:xfrm>
          <a:prstGeom prst="rect">
            <a:avLst/>
          </a:prstGeom>
          <a:noFill/>
        </p:spPr>
        <p:txBody>
          <a:bodyPr wrap="none" rtlCol="0">
            <a:spAutoFit/>
          </a:bodyPr>
          <a:lstStyle/>
          <a:p>
            <a:r>
              <a:rPr lang="en-US" sz="2400" dirty="0"/>
              <a:t>Set of Enzyme-mediated Chemical Reactions</a:t>
            </a: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FFABC8DF-37B5-32A0-0C0C-3B94FA8F9011}"/>
                  </a:ext>
                </a:extLst>
              </p:cNvPr>
              <p:cNvSpPr txBox="1"/>
              <p:nvPr/>
            </p:nvSpPr>
            <p:spPr>
              <a:xfrm>
                <a:off x="5417946" y="166654"/>
                <a:ext cx="633668" cy="369332"/>
              </a:xfrm>
              <a:prstGeom prst="rect">
                <a:avLst/>
              </a:prstGeom>
              <a:noFill/>
            </p:spPr>
            <p:txBody>
              <a:bodyPr wrap="square">
                <a:spAutoFit/>
              </a:bodyPr>
              <a:lstStyle/>
              <a:p>
                <a:pPr/>
                <a14:m>
                  <m:oMathPara xmlns:m="http://schemas.openxmlformats.org/officeDocument/2006/math">
                    <m:oMath>
                      <m:sSub>
                        <m:sSubPr>
                          <m:ctrlPr>
                            <a:rPr lang="de-DE" sz="1800" b="0" i="0" smtClean="0">
                              <a:solidFill>
                                <a:schemeClr val="tx1"/>
                              </a:solidFill>
                              <a:latin typeface="Cambria Math" panose="02040503050406030204" pitchFamily="18" charset="0"/>
                            </a:rPr>
                          </m:ctrlPr>
                        </m:sSubPr>
                        <m:e>
                          <m:r>
                            <m:rPr>
                              <m:sty m:val="p"/>
                            </m:rPr>
                            <a:rPr lang="de-DE" sz="1800" b="0" i="0" smtClean="0">
                              <a:solidFill>
                                <a:schemeClr val="tx1"/>
                              </a:solidFill>
                              <a:latin typeface="Cambria Math" panose="02040503050406030204" pitchFamily="18" charset="0"/>
                            </a:rPr>
                            <m:t>m</m:t>
                          </m:r>
                        </m:e>
                        <m:sub>
                          <m:r>
                            <a:rPr lang="de-DE" sz="1800" b="0" i="1" smtClean="0">
                              <a:solidFill>
                                <a:schemeClr val="tx1"/>
                              </a:solidFill>
                              <a:latin typeface="Cambria Math" panose="02040503050406030204" pitchFamily="18" charset="0"/>
                            </a:rPr>
                            <m:t>11</m:t>
                          </m:r>
                        </m:sub>
                      </m:sSub>
                    </m:oMath>
                  </m:oMathPara>
                </a14:m>
                <a:endParaRPr lang="en-US" dirty="0"/>
              </a:p>
            </p:txBody>
          </p:sp>
        </mc:Choice>
        <mc:Fallback xmlns="">
          <p:sp>
            <p:nvSpPr>
              <p:cNvPr id="11" name="TextBox 10">
                <a:extLst>
                  <a:ext uri="{FF2B5EF4-FFF2-40B4-BE49-F238E27FC236}">
                    <a16:creationId xmlns:a16="http://schemas.microsoft.com/office/drawing/2014/main" id="{FFABC8DF-37B5-32A0-0C0C-3B94FA8F9011}"/>
                  </a:ext>
                </a:extLst>
              </p:cNvPr>
              <p:cNvSpPr txBox="1">
                <a:spLocks noRot="1" noChangeAspect="1" noMove="1" noResize="1" noEditPoints="1" noAdjustHandles="1" noChangeArrowheads="1" noChangeShapeType="1" noTextEdit="1"/>
              </p:cNvSpPr>
              <p:nvPr/>
            </p:nvSpPr>
            <p:spPr>
              <a:xfrm>
                <a:off x="5417946" y="166654"/>
                <a:ext cx="633668" cy="36933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F8BFA95A-53DD-5B78-8DF9-CD650CE183FB}"/>
                  </a:ext>
                </a:extLst>
              </p:cNvPr>
              <p:cNvSpPr txBox="1"/>
              <p:nvPr/>
            </p:nvSpPr>
            <p:spPr>
              <a:xfrm>
                <a:off x="6836845" y="533314"/>
                <a:ext cx="633668" cy="369332"/>
              </a:xfrm>
              <a:prstGeom prst="rect">
                <a:avLst/>
              </a:prstGeom>
              <a:noFill/>
            </p:spPr>
            <p:txBody>
              <a:bodyPr wrap="square">
                <a:spAutoFit/>
              </a:bodyPr>
              <a:lstStyle/>
              <a:p>
                <a:pPr/>
                <a14:m>
                  <m:oMathPara xmlns:m="http://schemas.openxmlformats.org/officeDocument/2006/math">
                    <m:oMath>
                      <m:sSub>
                        <m:sSubPr>
                          <m:ctrlPr>
                            <a:rPr lang="de-DE" sz="1800" b="0" i="0" smtClean="0">
                              <a:solidFill>
                                <a:schemeClr val="tx1"/>
                              </a:solidFill>
                              <a:latin typeface="Cambria Math" panose="02040503050406030204" pitchFamily="18" charset="0"/>
                            </a:rPr>
                          </m:ctrlPr>
                        </m:sSubPr>
                        <m:e>
                          <m:r>
                            <m:rPr>
                              <m:sty m:val="p"/>
                            </m:rPr>
                            <a:rPr lang="de-DE" sz="1800" b="0" i="0" smtClean="0">
                              <a:solidFill>
                                <a:schemeClr val="tx1"/>
                              </a:solidFill>
                              <a:latin typeface="Cambria Math" panose="02040503050406030204" pitchFamily="18" charset="0"/>
                            </a:rPr>
                            <m:t>m</m:t>
                          </m:r>
                        </m:e>
                        <m:sub>
                          <m:r>
                            <a:rPr lang="de-DE" sz="1800" b="0" i="1" smtClean="0">
                              <a:solidFill>
                                <a:schemeClr val="tx1"/>
                              </a:solidFill>
                              <a:latin typeface="Cambria Math" panose="02040503050406030204" pitchFamily="18" charset="0"/>
                            </a:rPr>
                            <m:t>12</m:t>
                          </m:r>
                        </m:sub>
                      </m:sSub>
                    </m:oMath>
                  </m:oMathPara>
                </a14:m>
                <a:endParaRPr lang="en-US" dirty="0"/>
              </a:p>
            </p:txBody>
          </p:sp>
        </mc:Choice>
        <mc:Fallback xmlns="">
          <p:sp>
            <p:nvSpPr>
              <p:cNvPr id="16" name="TextBox 15">
                <a:extLst>
                  <a:ext uri="{FF2B5EF4-FFF2-40B4-BE49-F238E27FC236}">
                    <a16:creationId xmlns:a16="http://schemas.microsoft.com/office/drawing/2014/main" id="{F8BFA95A-53DD-5B78-8DF9-CD650CE183FB}"/>
                  </a:ext>
                </a:extLst>
              </p:cNvPr>
              <p:cNvSpPr txBox="1">
                <a:spLocks noRot="1" noChangeAspect="1" noMove="1" noResize="1" noEditPoints="1" noAdjustHandles="1" noChangeArrowheads="1" noChangeShapeType="1" noTextEdit="1"/>
              </p:cNvSpPr>
              <p:nvPr/>
            </p:nvSpPr>
            <p:spPr>
              <a:xfrm>
                <a:off x="6836845" y="533314"/>
                <a:ext cx="633668"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0B08CD08-905D-B97C-A1F3-739882AE8F29}"/>
                  </a:ext>
                </a:extLst>
              </p:cNvPr>
              <p:cNvSpPr txBox="1"/>
              <p:nvPr/>
            </p:nvSpPr>
            <p:spPr>
              <a:xfrm>
                <a:off x="5408190" y="1605547"/>
                <a:ext cx="633668" cy="369332"/>
              </a:xfrm>
              <a:prstGeom prst="rect">
                <a:avLst/>
              </a:prstGeom>
              <a:noFill/>
            </p:spPr>
            <p:txBody>
              <a:bodyPr wrap="square">
                <a:spAutoFit/>
              </a:bodyPr>
              <a:lstStyle/>
              <a:p>
                <a:pPr/>
                <a14:m>
                  <m:oMathPara xmlns:m="http://schemas.openxmlformats.org/officeDocument/2006/math">
                    <m:oMath>
                      <m:sSub>
                        <m:sSubPr>
                          <m:ctrlPr>
                            <a:rPr lang="de-DE" sz="1800" b="0" i="0" smtClean="0">
                              <a:solidFill>
                                <a:schemeClr val="tx1"/>
                              </a:solidFill>
                              <a:latin typeface="Cambria Math" panose="02040503050406030204" pitchFamily="18" charset="0"/>
                            </a:rPr>
                          </m:ctrlPr>
                        </m:sSubPr>
                        <m:e>
                          <m:r>
                            <m:rPr>
                              <m:sty m:val="p"/>
                            </m:rPr>
                            <a:rPr lang="de-DE" sz="1800" b="0" i="0" smtClean="0">
                              <a:solidFill>
                                <a:schemeClr val="tx1"/>
                              </a:solidFill>
                              <a:latin typeface="Cambria Math" panose="02040503050406030204" pitchFamily="18" charset="0"/>
                            </a:rPr>
                            <m:t>m</m:t>
                          </m:r>
                        </m:e>
                        <m:sub>
                          <m:r>
                            <a:rPr lang="de-DE" sz="1800" b="0" i="1" smtClean="0">
                              <a:solidFill>
                                <a:schemeClr val="tx1"/>
                              </a:solidFill>
                              <a:latin typeface="Cambria Math" panose="02040503050406030204" pitchFamily="18" charset="0"/>
                            </a:rPr>
                            <m:t>21</m:t>
                          </m:r>
                        </m:sub>
                      </m:sSub>
                    </m:oMath>
                  </m:oMathPara>
                </a14:m>
                <a:endParaRPr lang="en-US" dirty="0"/>
              </a:p>
            </p:txBody>
          </p:sp>
        </mc:Choice>
        <mc:Fallback xmlns="">
          <p:sp>
            <p:nvSpPr>
              <p:cNvPr id="39" name="TextBox 38">
                <a:extLst>
                  <a:ext uri="{FF2B5EF4-FFF2-40B4-BE49-F238E27FC236}">
                    <a16:creationId xmlns:a16="http://schemas.microsoft.com/office/drawing/2014/main" id="{0B08CD08-905D-B97C-A1F3-739882AE8F29}"/>
                  </a:ext>
                </a:extLst>
              </p:cNvPr>
              <p:cNvSpPr txBox="1">
                <a:spLocks noRot="1" noChangeAspect="1" noMove="1" noResize="1" noEditPoints="1" noAdjustHandles="1" noChangeArrowheads="1" noChangeShapeType="1" noTextEdit="1"/>
              </p:cNvSpPr>
              <p:nvPr/>
            </p:nvSpPr>
            <p:spPr>
              <a:xfrm>
                <a:off x="5408190" y="1605547"/>
                <a:ext cx="633668" cy="3693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5BA7E45C-26D8-80A6-A4BA-4CB8E272E43E}"/>
                  </a:ext>
                </a:extLst>
              </p:cNvPr>
              <p:cNvSpPr txBox="1"/>
              <p:nvPr/>
            </p:nvSpPr>
            <p:spPr>
              <a:xfrm>
                <a:off x="6925044" y="1703849"/>
                <a:ext cx="633668" cy="369332"/>
              </a:xfrm>
              <a:prstGeom prst="rect">
                <a:avLst/>
              </a:prstGeom>
              <a:noFill/>
            </p:spPr>
            <p:txBody>
              <a:bodyPr wrap="square">
                <a:spAutoFit/>
              </a:bodyPr>
              <a:lstStyle/>
              <a:p>
                <a:pPr/>
                <a14:m>
                  <m:oMathPara xmlns:m="http://schemas.openxmlformats.org/officeDocument/2006/math">
                    <m:oMath>
                      <m:sSub>
                        <m:sSubPr>
                          <m:ctrlPr>
                            <a:rPr lang="de-DE" sz="1800" b="0" i="0" smtClean="0">
                              <a:solidFill>
                                <a:schemeClr val="tx1"/>
                              </a:solidFill>
                              <a:latin typeface="Cambria Math" panose="02040503050406030204" pitchFamily="18" charset="0"/>
                            </a:rPr>
                          </m:ctrlPr>
                        </m:sSubPr>
                        <m:e>
                          <m:r>
                            <m:rPr>
                              <m:sty m:val="p"/>
                            </m:rPr>
                            <a:rPr lang="de-DE" sz="1800" b="0" i="0" smtClean="0">
                              <a:solidFill>
                                <a:schemeClr val="tx1"/>
                              </a:solidFill>
                              <a:latin typeface="Cambria Math" panose="02040503050406030204" pitchFamily="18" charset="0"/>
                            </a:rPr>
                            <m:t>m</m:t>
                          </m:r>
                        </m:e>
                        <m:sub>
                          <m:r>
                            <a:rPr lang="de-DE" sz="1800" b="0" i="1" smtClean="0">
                              <a:solidFill>
                                <a:schemeClr val="tx1"/>
                              </a:solidFill>
                              <a:latin typeface="Cambria Math" panose="02040503050406030204" pitchFamily="18" charset="0"/>
                            </a:rPr>
                            <m:t>22</m:t>
                          </m:r>
                        </m:sub>
                      </m:sSub>
                    </m:oMath>
                  </m:oMathPara>
                </a14:m>
                <a:endParaRPr lang="en-US" dirty="0"/>
              </a:p>
            </p:txBody>
          </p:sp>
        </mc:Choice>
        <mc:Fallback xmlns="">
          <p:sp>
            <p:nvSpPr>
              <p:cNvPr id="44" name="TextBox 43">
                <a:extLst>
                  <a:ext uri="{FF2B5EF4-FFF2-40B4-BE49-F238E27FC236}">
                    <a16:creationId xmlns:a16="http://schemas.microsoft.com/office/drawing/2014/main" id="{5BA7E45C-26D8-80A6-A4BA-4CB8E272E43E}"/>
                  </a:ext>
                </a:extLst>
              </p:cNvPr>
              <p:cNvSpPr txBox="1">
                <a:spLocks noRot="1" noChangeAspect="1" noMove="1" noResize="1" noEditPoints="1" noAdjustHandles="1" noChangeArrowheads="1" noChangeShapeType="1" noTextEdit="1"/>
              </p:cNvSpPr>
              <p:nvPr/>
            </p:nvSpPr>
            <p:spPr>
              <a:xfrm>
                <a:off x="6925044" y="1703849"/>
                <a:ext cx="633668" cy="369332"/>
              </a:xfrm>
              <a:prstGeom prst="rect">
                <a:avLst/>
              </a:prstGeom>
              <a:blipFill>
                <a:blip r:embed="rId7"/>
                <a:stretch>
                  <a:fillRect/>
                </a:stretch>
              </a:blipFill>
            </p:spPr>
            <p:txBody>
              <a:bodyPr/>
              <a:lstStyle/>
              <a:p>
                <a:r>
                  <a:rPr lang="en-US">
                    <a:noFill/>
                  </a:rPr>
                  <a:t> </a:t>
                </a:r>
              </a:p>
            </p:txBody>
          </p:sp>
        </mc:Fallback>
      </mc:AlternateContent>
      <p:grpSp>
        <p:nvGrpSpPr>
          <p:cNvPr id="54" name="Group 53">
            <a:extLst>
              <a:ext uri="{FF2B5EF4-FFF2-40B4-BE49-F238E27FC236}">
                <a16:creationId xmlns:a16="http://schemas.microsoft.com/office/drawing/2014/main" id="{BE1C3B5C-A1D7-8F5E-D73A-F229578EE08E}"/>
              </a:ext>
            </a:extLst>
          </p:cNvPr>
          <p:cNvGrpSpPr/>
          <p:nvPr/>
        </p:nvGrpSpPr>
        <p:grpSpPr>
          <a:xfrm>
            <a:off x="3367055" y="137274"/>
            <a:ext cx="5234086" cy="2326548"/>
            <a:chOff x="3367055" y="137274"/>
            <a:chExt cx="5234086" cy="2326548"/>
          </a:xfrm>
        </p:grpSpPr>
        <p:grpSp>
          <p:nvGrpSpPr>
            <p:cNvPr id="22" name="Group 21">
              <a:extLst>
                <a:ext uri="{FF2B5EF4-FFF2-40B4-BE49-F238E27FC236}">
                  <a16:creationId xmlns:a16="http://schemas.microsoft.com/office/drawing/2014/main" id="{2A1E2ED7-A2A7-F3A9-F472-18D0EBB6720B}"/>
                </a:ext>
              </a:extLst>
            </p:cNvPr>
            <p:cNvGrpSpPr>
              <a:grpSpLocks noChangeAspect="1"/>
            </p:cNvGrpSpPr>
            <p:nvPr/>
          </p:nvGrpSpPr>
          <p:grpSpPr>
            <a:xfrm>
              <a:off x="3367055" y="137274"/>
              <a:ext cx="4769781" cy="2326548"/>
              <a:chOff x="3283415" y="292395"/>
              <a:chExt cx="5822202" cy="2839883"/>
            </a:xfrm>
          </p:grpSpPr>
          <p:cxnSp>
            <p:nvCxnSpPr>
              <p:cNvPr id="149" name="Straight Arrow Connector 148">
                <a:extLst>
                  <a:ext uri="{FF2B5EF4-FFF2-40B4-BE49-F238E27FC236}">
                    <a16:creationId xmlns:a16="http://schemas.microsoft.com/office/drawing/2014/main" id="{487E58AE-6EC9-0FAA-8A73-D503DB858BC6}"/>
                  </a:ext>
                </a:extLst>
              </p:cNvPr>
              <p:cNvCxnSpPr>
                <a:cxnSpLocks/>
                <a:endCxn id="46" idx="3"/>
              </p:cNvCxnSpPr>
              <p:nvPr/>
            </p:nvCxnSpPr>
            <p:spPr>
              <a:xfrm flipV="1">
                <a:off x="7050953" y="1927917"/>
                <a:ext cx="1032252" cy="732347"/>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145" name="Straight Arrow Connector 144">
                <a:extLst>
                  <a:ext uri="{FF2B5EF4-FFF2-40B4-BE49-F238E27FC236}">
                    <a16:creationId xmlns:a16="http://schemas.microsoft.com/office/drawing/2014/main" id="{1C59534C-40CE-3404-3229-0169744E2C8F}"/>
                  </a:ext>
                </a:extLst>
              </p:cNvPr>
              <p:cNvCxnSpPr>
                <a:cxnSpLocks/>
              </p:cNvCxnSpPr>
              <p:nvPr/>
            </p:nvCxnSpPr>
            <p:spPr>
              <a:xfrm>
                <a:off x="7101617" y="838200"/>
                <a:ext cx="998056" cy="692913"/>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6" name="Straight Arrow Connector 5">
                <a:extLst>
                  <a:ext uri="{FF2B5EF4-FFF2-40B4-BE49-F238E27FC236}">
                    <a16:creationId xmlns:a16="http://schemas.microsoft.com/office/drawing/2014/main" id="{41733EF0-DC48-2BAE-398A-9139D48CE4FC}"/>
                  </a:ext>
                </a:extLst>
              </p:cNvPr>
              <p:cNvCxnSpPr>
                <a:cxnSpLocks/>
                <a:stCxn id="36" idx="6"/>
                <a:endCxn id="137" idx="2"/>
              </p:cNvCxnSpPr>
              <p:nvPr/>
            </p:nvCxnSpPr>
            <p:spPr>
              <a:xfrm flipV="1">
                <a:off x="5845780" y="2660264"/>
                <a:ext cx="760539" cy="1688"/>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7" name="Straight Arrow Connector 6">
                <a:extLst>
                  <a:ext uri="{FF2B5EF4-FFF2-40B4-BE49-F238E27FC236}">
                    <a16:creationId xmlns:a16="http://schemas.microsoft.com/office/drawing/2014/main" id="{C0FEE675-74F0-807C-6064-D5EAD9F14E8D}"/>
                  </a:ext>
                </a:extLst>
              </p:cNvPr>
              <p:cNvCxnSpPr>
                <a:cxnSpLocks/>
                <a:stCxn id="2" idx="6"/>
                <a:endCxn id="133" idx="2"/>
              </p:cNvCxnSpPr>
              <p:nvPr/>
            </p:nvCxnSpPr>
            <p:spPr>
              <a:xfrm>
                <a:off x="5849079" y="809532"/>
                <a:ext cx="773483" cy="8467"/>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622B84CC-7BA4-1057-44C5-AD670AA38533}"/>
                  </a:ext>
                </a:extLst>
              </p:cNvPr>
              <p:cNvCxnSpPr>
                <a:cxnSpLocks/>
                <a:endCxn id="2" idx="2"/>
              </p:cNvCxnSpPr>
              <p:nvPr/>
            </p:nvCxnSpPr>
            <p:spPr>
              <a:xfrm flipV="1">
                <a:off x="4523657" y="809532"/>
                <a:ext cx="776782" cy="976601"/>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8F58D22-4BD3-0D75-3C1F-E7BA70FA1490}"/>
                      </a:ext>
                    </a:extLst>
                  </p:cNvPr>
                  <p:cNvSpPr txBox="1"/>
                  <p:nvPr/>
                </p:nvSpPr>
                <p:spPr>
                  <a:xfrm>
                    <a:off x="3283415" y="1276094"/>
                    <a:ext cx="543340" cy="45082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in</m:t>
                              </m:r>
                            </m:sub>
                          </m:sSub>
                        </m:oMath>
                      </m:oMathPara>
                    </a14:m>
                    <a:endParaRPr lang="en-US" dirty="0">
                      <a:solidFill>
                        <a:schemeClr val="tx1"/>
                      </a:solidFill>
                    </a:endParaRPr>
                  </a:p>
                </p:txBody>
              </p:sp>
            </mc:Choice>
            <mc:Fallback xmlns="">
              <p:sp>
                <p:nvSpPr>
                  <p:cNvPr id="14" name="TextBox 13">
                    <a:extLst>
                      <a:ext uri="{FF2B5EF4-FFF2-40B4-BE49-F238E27FC236}">
                        <a16:creationId xmlns:a16="http://schemas.microsoft.com/office/drawing/2014/main" id="{48F58D22-4BD3-0D75-3C1F-E7BA70FA1490}"/>
                      </a:ext>
                    </a:extLst>
                  </p:cNvPr>
                  <p:cNvSpPr txBox="1">
                    <a:spLocks noRot="1" noChangeAspect="1" noMove="1" noResize="1" noEditPoints="1" noAdjustHandles="1" noChangeArrowheads="1" noChangeShapeType="1" noTextEdit="1"/>
                  </p:cNvSpPr>
                  <p:nvPr/>
                </p:nvSpPr>
                <p:spPr>
                  <a:xfrm>
                    <a:off x="3283415" y="1276094"/>
                    <a:ext cx="543340" cy="450822"/>
                  </a:xfrm>
                  <a:prstGeom prst="rect">
                    <a:avLst/>
                  </a:prstGeom>
                  <a:blipFill>
                    <a:blip r:embed="rId8"/>
                    <a:stretch>
                      <a:fillRect r="-13699"/>
                    </a:stretch>
                  </a:blipFill>
                </p:spPr>
                <p:txBody>
                  <a:bodyPr/>
                  <a:lstStyle/>
                  <a:p>
                    <a:r>
                      <a:rPr lang="en-US">
                        <a:noFill/>
                      </a:rPr>
                      <a:t> </a:t>
                    </a:r>
                  </a:p>
                </p:txBody>
              </p:sp>
            </mc:Fallback>
          </mc:AlternateContent>
          <p:cxnSp>
            <p:nvCxnSpPr>
              <p:cNvPr id="15" name="Straight Arrow Connector 14">
                <a:extLst>
                  <a:ext uri="{FF2B5EF4-FFF2-40B4-BE49-F238E27FC236}">
                    <a16:creationId xmlns:a16="http://schemas.microsoft.com/office/drawing/2014/main" id="{0BA8E066-5DB9-8B89-A32C-FEE5DF4E2E37}"/>
                  </a:ext>
                </a:extLst>
              </p:cNvPr>
              <p:cNvCxnSpPr>
                <a:cxnSpLocks/>
                <a:endCxn id="36" idx="2"/>
              </p:cNvCxnSpPr>
              <p:nvPr/>
            </p:nvCxnSpPr>
            <p:spPr>
              <a:xfrm>
                <a:off x="4523657" y="1786133"/>
                <a:ext cx="773483" cy="875819"/>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8A54C8A1-BDB7-E8F3-0575-9F3985031F70}"/>
                  </a:ext>
                </a:extLst>
              </p:cNvPr>
              <p:cNvCxnSpPr>
                <a:cxnSpLocks/>
              </p:cNvCxnSpPr>
              <p:nvPr/>
            </p:nvCxnSpPr>
            <p:spPr>
              <a:xfrm flipV="1">
                <a:off x="8387577" y="1726916"/>
                <a:ext cx="718040" cy="1"/>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grpSp>
            <p:nvGrpSpPr>
              <p:cNvPr id="34" name="Group 33">
                <a:extLst>
                  <a:ext uri="{FF2B5EF4-FFF2-40B4-BE49-F238E27FC236}">
                    <a16:creationId xmlns:a16="http://schemas.microsoft.com/office/drawing/2014/main" id="{6ACC670C-B0B5-5ABB-1394-DAAE2C25E66B}"/>
                  </a:ext>
                </a:extLst>
              </p:cNvPr>
              <p:cNvGrpSpPr/>
              <p:nvPr/>
            </p:nvGrpSpPr>
            <p:grpSpPr>
              <a:xfrm>
                <a:off x="5300439" y="534254"/>
                <a:ext cx="587792" cy="550556"/>
                <a:chOff x="4764744" y="3666589"/>
                <a:chExt cx="587792" cy="550556"/>
              </a:xfrm>
            </p:grpSpPr>
            <p:sp>
              <p:nvSpPr>
                <p:cNvPr id="2" name="Oval 1">
                  <a:extLst>
                    <a:ext uri="{FF2B5EF4-FFF2-40B4-BE49-F238E27FC236}">
                      <a16:creationId xmlns:a16="http://schemas.microsoft.com/office/drawing/2014/main" id="{198573F3-EBD6-EC3D-D735-C3C1DBD64043}"/>
                    </a:ext>
                  </a:extLst>
                </p:cNvPr>
                <p:cNvSpPr>
                  <a:spLocks noChangeAspect="1"/>
                </p:cNvSpPr>
                <p:nvPr/>
              </p:nvSpPr>
              <p:spPr>
                <a:xfrm>
                  <a:off x="4764744" y="3666589"/>
                  <a:ext cx="548640" cy="550556"/>
                </a:xfrm>
                <a:prstGeom prst="ellipse">
                  <a:avLst/>
                </a:prstGeom>
                <a:solidFill>
                  <a:schemeClr val="tx2">
                    <a:lumMod val="25000"/>
                    <a:lumOff val="75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37B0A748-49C7-2E3B-17DF-9129DFDE3039}"/>
                        </a:ext>
                      </a:extLst>
                    </p:cNvPr>
                    <p:cNvSpPr txBox="1"/>
                    <p:nvPr/>
                  </p:nvSpPr>
                  <p:spPr>
                    <a:xfrm>
                      <a:off x="4797682" y="3678461"/>
                      <a:ext cx="554854" cy="45082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a:rPr lang="de-DE" b="0" i="1" smtClean="0">
                                    <a:solidFill>
                                      <a:schemeClr val="bg1"/>
                                    </a:solidFill>
                                    <a:latin typeface="Cambria Math" panose="02040503050406030204" pitchFamily="18" charset="0"/>
                                  </a:rPr>
                                  <m:t>11</m:t>
                                </m:r>
                              </m:sub>
                            </m:sSub>
                          </m:oMath>
                        </m:oMathPara>
                      </a14:m>
                      <a:endParaRPr lang="en-US" dirty="0">
                        <a:solidFill>
                          <a:schemeClr val="bg1"/>
                        </a:solidFill>
                      </a:endParaRPr>
                    </a:p>
                  </p:txBody>
                </p:sp>
              </mc:Choice>
              <mc:Fallback xmlns="">
                <p:sp>
                  <p:nvSpPr>
                    <p:cNvPr id="21" name="TextBox 20">
                      <a:extLst>
                        <a:ext uri="{FF2B5EF4-FFF2-40B4-BE49-F238E27FC236}">
                          <a16:creationId xmlns:a16="http://schemas.microsoft.com/office/drawing/2014/main" id="{37B0A748-49C7-2E3B-17DF-9129DFDE3039}"/>
                        </a:ext>
                      </a:extLst>
                    </p:cNvPr>
                    <p:cNvSpPr txBox="1">
                      <a:spLocks noRot="1" noChangeAspect="1" noMove="1" noResize="1" noEditPoints="1" noAdjustHandles="1" noChangeArrowheads="1" noChangeShapeType="1" noTextEdit="1"/>
                    </p:cNvSpPr>
                    <p:nvPr/>
                  </p:nvSpPr>
                  <p:spPr>
                    <a:xfrm>
                      <a:off x="4797682" y="3678461"/>
                      <a:ext cx="554854" cy="450822"/>
                    </a:xfrm>
                    <a:prstGeom prst="rect">
                      <a:avLst/>
                    </a:prstGeom>
                    <a:blipFill>
                      <a:blip r:embed="rId9"/>
                      <a:stretch>
                        <a:fillRect/>
                      </a:stretch>
                    </a:blipFill>
                  </p:spPr>
                  <p:txBody>
                    <a:bodyPr/>
                    <a:lstStyle/>
                    <a:p>
                      <a:r>
                        <a:rPr lang="en-US">
                          <a:noFill/>
                        </a:rPr>
                        <a:t> </a:t>
                      </a:r>
                    </a:p>
                  </p:txBody>
                </p:sp>
              </mc:Fallback>
            </mc:AlternateContent>
          </p:grpSp>
          <p:sp>
            <p:nvSpPr>
              <p:cNvPr id="29" name="Rectangle 28">
                <a:extLst>
                  <a:ext uri="{FF2B5EF4-FFF2-40B4-BE49-F238E27FC236}">
                    <a16:creationId xmlns:a16="http://schemas.microsoft.com/office/drawing/2014/main" id="{977C8CA1-F650-D54A-822C-82100E0D4F46}"/>
                  </a:ext>
                </a:extLst>
              </p:cNvPr>
              <p:cNvSpPr/>
              <p:nvPr/>
            </p:nvSpPr>
            <p:spPr>
              <a:xfrm>
                <a:off x="4099942" y="292395"/>
                <a:ext cx="4667795" cy="2839883"/>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6" name="Oval 35">
                <a:extLst>
                  <a:ext uri="{FF2B5EF4-FFF2-40B4-BE49-F238E27FC236}">
                    <a16:creationId xmlns:a16="http://schemas.microsoft.com/office/drawing/2014/main" id="{019CDDB1-7D32-5607-E340-E8D79B8899DD}"/>
                  </a:ext>
                </a:extLst>
              </p:cNvPr>
              <p:cNvSpPr>
                <a:spLocks noChangeAspect="1"/>
              </p:cNvSpPr>
              <p:nvPr/>
            </p:nvSpPr>
            <p:spPr>
              <a:xfrm>
                <a:off x="5297140" y="2386674"/>
                <a:ext cx="548640" cy="550556"/>
              </a:xfrm>
              <a:prstGeom prst="ellipse">
                <a:avLst/>
              </a:prstGeom>
              <a:solidFill>
                <a:schemeClr val="tx2">
                  <a:lumMod val="25000"/>
                  <a:lumOff val="75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grpSp>
            <p:nvGrpSpPr>
              <p:cNvPr id="45" name="Group 44">
                <a:extLst>
                  <a:ext uri="{FF2B5EF4-FFF2-40B4-BE49-F238E27FC236}">
                    <a16:creationId xmlns:a16="http://schemas.microsoft.com/office/drawing/2014/main" id="{9883C384-EAE0-2A60-5047-1DC7EE5F1B8D}"/>
                  </a:ext>
                </a:extLst>
              </p:cNvPr>
              <p:cNvGrpSpPr/>
              <p:nvPr/>
            </p:nvGrpSpPr>
            <p:grpSpPr>
              <a:xfrm>
                <a:off x="7948290" y="1457988"/>
                <a:ext cx="603209" cy="550556"/>
                <a:chOff x="4710175" y="3666589"/>
                <a:chExt cx="603209" cy="550556"/>
              </a:xfrm>
            </p:grpSpPr>
            <p:sp>
              <p:nvSpPr>
                <p:cNvPr id="46" name="Oval 45">
                  <a:extLst>
                    <a:ext uri="{FF2B5EF4-FFF2-40B4-BE49-F238E27FC236}">
                      <a16:creationId xmlns:a16="http://schemas.microsoft.com/office/drawing/2014/main" id="{460DAE8F-65E0-5E36-18D0-CDC95F0C15BA}"/>
                    </a:ext>
                  </a:extLst>
                </p:cNvPr>
                <p:cNvSpPr>
                  <a:spLocks noChangeAspect="1"/>
                </p:cNvSpPr>
                <p:nvPr/>
              </p:nvSpPr>
              <p:spPr>
                <a:xfrm>
                  <a:off x="4764744" y="3666589"/>
                  <a:ext cx="548640" cy="550556"/>
                </a:xfrm>
                <a:prstGeom prst="ellipse">
                  <a:avLst/>
                </a:prstGeom>
                <a:solidFill>
                  <a:schemeClr val="tx2">
                    <a:lumMod val="25000"/>
                    <a:lumOff val="75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E19CAFC9-0E12-52FA-16FA-C8D2CC612CA9}"/>
                        </a:ext>
                      </a:extLst>
                    </p:cNvPr>
                    <p:cNvSpPr txBox="1"/>
                    <p:nvPr/>
                  </p:nvSpPr>
                  <p:spPr>
                    <a:xfrm>
                      <a:off x="4710175" y="3698505"/>
                      <a:ext cx="554854" cy="45082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out</m:t>
                                </m:r>
                              </m:sub>
                            </m:sSub>
                          </m:oMath>
                        </m:oMathPara>
                      </a14:m>
                      <a:endParaRPr lang="en-US" dirty="0">
                        <a:solidFill>
                          <a:schemeClr val="bg1"/>
                        </a:solidFill>
                      </a:endParaRPr>
                    </a:p>
                  </p:txBody>
                </p:sp>
              </mc:Choice>
              <mc:Fallback xmlns="">
                <p:sp>
                  <p:nvSpPr>
                    <p:cNvPr id="47" name="TextBox 46">
                      <a:extLst>
                        <a:ext uri="{FF2B5EF4-FFF2-40B4-BE49-F238E27FC236}">
                          <a16:creationId xmlns:a16="http://schemas.microsoft.com/office/drawing/2014/main" id="{E19CAFC9-0E12-52FA-16FA-C8D2CC612CA9}"/>
                        </a:ext>
                      </a:extLst>
                    </p:cNvPr>
                    <p:cNvSpPr txBox="1">
                      <a:spLocks noRot="1" noChangeAspect="1" noMove="1" noResize="1" noEditPoints="1" noAdjustHandles="1" noChangeArrowheads="1" noChangeShapeType="1" noTextEdit="1"/>
                    </p:cNvSpPr>
                    <p:nvPr/>
                  </p:nvSpPr>
                  <p:spPr>
                    <a:xfrm>
                      <a:off x="4710175" y="3698505"/>
                      <a:ext cx="554854" cy="450822"/>
                    </a:xfrm>
                    <a:prstGeom prst="rect">
                      <a:avLst/>
                    </a:prstGeom>
                    <a:blipFill>
                      <a:blip r:embed="rId10"/>
                      <a:stretch>
                        <a:fillRect r="-12000"/>
                      </a:stretch>
                    </a:blipFill>
                  </p:spPr>
                  <p:txBody>
                    <a:bodyPr/>
                    <a:lstStyle/>
                    <a:p>
                      <a:r>
                        <a:rPr lang="en-US">
                          <a:noFill/>
                        </a:rPr>
                        <a:t> </a:t>
                      </a:r>
                    </a:p>
                  </p:txBody>
                </p:sp>
              </mc:Fallback>
            </mc:AlternateContent>
          </p:grpSp>
          <p:cxnSp>
            <p:nvCxnSpPr>
              <p:cNvPr id="48" name="Straight Arrow Connector 47">
                <a:extLst>
                  <a:ext uri="{FF2B5EF4-FFF2-40B4-BE49-F238E27FC236}">
                    <a16:creationId xmlns:a16="http://schemas.microsoft.com/office/drawing/2014/main" id="{B3C4EF49-242B-A072-6333-FC16018E94EC}"/>
                  </a:ext>
                </a:extLst>
              </p:cNvPr>
              <p:cNvCxnSpPr>
                <a:cxnSpLocks/>
              </p:cNvCxnSpPr>
              <p:nvPr/>
            </p:nvCxnSpPr>
            <p:spPr>
              <a:xfrm flipV="1">
                <a:off x="3826755" y="1786133"/>
                <a:ext cx="718040" cy="1"/>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grpSp>
            <p:nvGrpSpPr>
              <p:cNvPr id="132" name="Group 131">
                <a:extLst>
                  <a:ext uri="{FF2B5EF4-FFF2-40B4-BE49-F238E27FC236}">
                    <a16:creationId xmlns:a16="http://schemas.microsoft.com/office/drawing/2014/main" id="{11A67D52-7334-A3B8-8422-1344DA195EC8}"/>
                  </a:ext>
                </a:extLst>
              </p:cNvPr>
              <p:cNvGrpSpPr/>
              <p:nvPr/>
            </p:nvGrpSpPr>
            <p:grpSpPr>
              <a:xfrm>
                <a:off x="6622562" y="542721"/>
                <a:ext cx="587792" cy="550556"/>
                <a:chOff x="4764744" y="3666589"/>
                <a:chExt cx="587792" cy="550556"/>
              </a:xfrm>
            </p:grpSpPr>
            <p:sp>
              <p:nvSpPr>
                <p:cNvPr id="133" name="Oval 132">
                  <a:extLst>
                    <a:ext uri="{FF2B5EF4-FFF2-40B4-BE49-F238E27FC236}">
                      <a16:creationId xmlns:a16="http://schemas.microsoft.com/office/drawing/2014/main" id="{6CC4482A-D9F6-1FAE-2190-9F8C123DA1FA}"/>
                    </a:ext>
                  </a:extLst>
                </p:cNvPr>
                <p:cNvSpPr>
                  <a:spLocks noChangeAspect="1"/>
                </p:cNvSpPr>
                <p:nvPr/>
              </p:nvSpPr>
              <p:spPr>
                <a:xfrm>
                  <a:off x="4764744" y="3666589"/>
                  <a:ext cx="548640" cy="550556"/>
                </a:xfrm>
                <a:prstGeom prst="ellipse">
                  <a:avLst/>
                </a:prstGeom>
                <a:solidFill>
                  <a:schemeClr val="tx2">
                    <a:lumMod val="25000"/>
                    <a:lumOff val="75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134" name="TextBox 133">
                      <a:extLst>
                        <a:ext uri="{FF2B5EF4-FFF2-40B4-BE49-F238E27FC236}">
                          <a16:creationId xmlns:a16="http://schemas.microsoft.com/office/drawing/2014/main" id="{095BEE8D-E407-FA52-F66B-6491249E65D3}"/>
                        </a:ext>
                      </a:extLst>
                    </p:cNvPr>
                    <p:cNvSpPr txBox="1"/>
                    <p:nvPr/>
                  </p:nvSpPr>
                  <p:spPr>
                    <a:xfrm>
                      <a:off x="4797682" y="3678461"/>
                      <a:ext cx="554854" cy="45082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a:rPr lang="de-DE" b="0" i="1" smtClean="0">
                                    <a:solidFill>
                                      <a:schemeClr val="bg1"/>
                                    </a:solidFill>
                                    <a:latin typeface="Cambria Math" panose="02040503050406030204" pitchFamily="18" charset="0"/>
                                  </a:rPr>
                                  <m:t>12</m:t>
                                </m:r>
                              </m:sub>
                            </m:sSub>
                          </m:oMath>
                        </m:oMathPara>
                      </a14:m>
                      <a:endParaRPr lang="en-US" dirty="0">
                        <a:solidFill>
                          <a:schemeClr val="bg1"/>
                        </a:solidFill>
                      </a:endParaRPr>
                    </a:p>
                  </p:txBody>
                </p:sp>
              </mc:Choice>
              <mc:Fallback xmlns="">
                <p:sp>
                  <p:nvSpPr>
                    <p:cNvPr id="134" name="TextBox 133">
                      <a:extLst>
                        <a:ext uri="{FF2B5EF4-FFF2-40B4-BE49-F238E27FC236}">
                          <a16:creationId xmlns:a16="http://schemas.microsoft.com/office/drawing/2014/main" id="{095BEE8D-E407-FA52-F66B-6491249E65D3}"/>
                        </a:ext>
                      </a:extLst>
                    </p:cNvPr>
                    <p:cNvSpPr txBox="1">
                      <a:spLocks noRot="1" noChangeAspect="1" noMove="1" noResize="1" noEditPoints="1" noAdjustHandles="1" noChangeArrowheads="1" noChangeShapeType="1" noTextEdit="1"/>
                    </p:cNvSpPr>
                    <p:nvPr/>
                  </p:nvSpPr>
                  <p:spPr>
                    <a:xfrm>
                      <a:off x="4797682" y="3678461"/>
                      <a:ext cx="554854" cy="450822"/>
                    </a:xfrm>
                    <a:prstGeom prst="rect">
                      <a:avLst/>
                    </a:prstGeom>
                    <a:blipFill>
                      <a:blip r:embed="rId11"/>
                      <a:stretch>
                        <a:fillRect/>
                      </a:stretch>
                    </a:blipFill>
                  </p:spPr>
                  <p:txBody>
                    <a:bodyPr/>
                    <a:lstStyle/>
                    <a:p>
                      <a:r>
                        <a:rPr lang="en-US">
                          <a:noFill/>
                        </a:rPr>
                        <a:t> </a:t>
                      </a:r>
                    </a:p>
                  </p:txBody>
                </p:sp>
              </mc:Fallback>
            </mc:AlternateContent>
          </p:grpSp>
          <p:grpSp>
            <p:nvGrpSpPr>
              <p:cNvPr id="136" name="Group 135">
                <a:extLst>
                  <a:ext uri="{FF2B5EF4-FFF2-40B4-BE49-F238E27FC236}">
                    <a16:creationId xmlns:a16="http://schemas.microsoft.com/office/drawing/2014/main" id="{BA22B530-F20F-254F-8C47-D9BB1C6A520D}"/>
                  </a:ext>
                </a:extLst>
              </p:cNvPr>
              <p:cNvGrpSpPr/>
              <p:nvPr/>
            </p:nvGrpSpPr>
            <p:grpSpPr>
              <a:xfrm>
                <a:off x="6606319" y="2384986"/>
                <a:ext cx="587792" cy="550556"/>
                <a:chOff x="4764744" y="3666589"/>
                <a:chExt cx="587792" cy="550556"/>
              </a:xfrm>
            </p:grpSpPr>
            <p:sp>
              <p:nvSpPr>
                <p:cNvPr id="137" name="Oval 136">
                  <a:extLst>
                    <a:ext uri="{FF2B5EF4-FFF2-40B4-BE49-F238E27FC236}">
                      <a16:creationId xmlns:a16="http://schemas.microsoft.com/office/drawing/2014/main" id="{9A5FB694-1A70-8C91-7B04-FCF823707CE4}"/>
                    </a:ext>
                  </a:extLst>
                </p:cNvPr>
                <p:cNvSpPr>
                  <a:spLocks noChangeAspect="1"/>
                </p:cNvSpPr>
                <p:nvPr/>
              </p:nvSpPr>
              <p:spPr>
                <a:xfrm>
                  <a:off x="4764744" y="3666589"/>
                  <a:ext cx="548640" cy="550556"/>
                </a:xfrm>
                <a:prstGeom prst="ellipse">
                  <a:avLst/>
                </a:prstGeom>
                <a:solidFill>
                  <a:schemeClr val="tx2">
                    <a:lumMod val="25000"/>
                    <a:lumOff val="75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138" name="TextBox 137">
                      <a:extLst>
                        <a:ext uri="{FF2B5EF4-FFF2-40B4-BE49-F238E27FC236}">
                          <a16:creationId xmlns:a16="http://schemas.microsoft.com/office/drawing/2014/main" id="{C5676A18-3F58-5E52-9925-D349D6B9E47D}"/>
                        </a:ext>
                      </a:extLst>
                    </p:cNvPr>
                    <p:cNvSpPr txBox="1"/>
                    <p:nvPr/>
                  </p:nvSpPr>
                  <p:spPr>
                    <a:xfrm>
                      <a:off x="4797682" y="3678461"/>
                      <a:ext cx="554854" cy="45082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a:rPr lang="de-DE" b="0" i="1" smtClean="0">
                                    <a:solidFill>
                                      <a:schemeClr val="bg1"/>
                                    </a:solidFill>
                                    <a:latin typeface="Cambria Math" panose="02040503050406030204" pitchFamily="18" charset="0"/>
                                  </a:rPr>
                                  <m:t>22</m:t>
                                </m:r>
                              </m:sub>
                            </m:sSub>
                          </m:oMath>
                        </m:oMathPara>
                      </a14:m>
                      <a:endParaRPr lang="en-US" dirty="0">
                        <a:solidFill>
                          <a:schemeClr val="bg1"/>
                        </a:solidFill>
                      </a:endParaRPr>
                    </a:p>
                  </p:txBody>
                </p:sp>
              </mc:Choice>
              <mc:Fallback xmlns="">
                <p:sp>
                  <p:nvSpPr>
                    <p:cNvPr id="138" name="TextBox 137">
                      <a:extLst>
                        <a:ext uri="{FF2B5EF4-FFF2-40B4-BE49-F238E27FC236}">
                          <a16:creationId xmlns:a16="http://schemas.microsoft.com/office/drawing/2014/main" id="{C5676A18-3F58-5E52-9925-D349D6B9E47D}"/>
                        </a:ext>
                      </a:extLst>
                    </p:cNvPr>
                    <p:cNvSpPr txBox="1">
                      <a:spLocks noRot="1" noChangeAspect="1" noMove="1" noResize="1" noEditPoints="1" noAdjustHandles="1" noChangeArrowheads="1" noChangeShapeType="1" noTextEdit="1"/>
                    </p:cNvSpPr>
                    <p:nvPr/>
                  </p:nvSpPr>
                  <p:spPr>
                    <a:xfrm>
                      <a:off x="4797682" y="3678461"/>
                      <a:ext cx="554854" cy="450822"/>
                    </a:xfrm>
                    <a:prstGeom prst="rect">
                      <a:avLst/>
                    </a:prstGeom>
                    <a:blipFill>
                      <a:blip r:embed="rId12"/>
                      <a:stretch>
                        <a:fillRect/>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144" name="TextBox 143">
                    <a:extLst>
                      <a:ext uri="{FF2B5EF4-FFF2-40B4-BE49-F238E27FC236}">
                        <a16:creationId xmlns:a16="http://schemas.microsoft.com/office/drawing/2014/main" id="{108660EC-FD4B-BE37-5AAD-1AFBEE150F6F}"/>
                      </a:ext>
                    </a:extLst>
                  </p:cNvPr>
                  <p:cNvSpPr txBox="1"/>
                  <p:nvPr/>
                </p:nvSpPr>
                <p:spPr>
                  <a:xfrm>
                    <a:off x="5330077" y="2398546"/>
                    <a:ext cx="554854" cy="45082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a:rPr lang="de-DE" b="0" i="1" smtClean="0">
                                  <a:solidFill>
                                    <a:schemeClr val="bg1"/>
                                  </a:solidFill>
                                  <a:latin typeface="Cambria Math" panose="02040503050406030204" pitchFamily="18" charset="0"/>
                                </a:rPr>
                                <m:t>21</m:t>
                              </m:r>
                            </m:sub>
                          </m:sSub>
                        </m:oMath>
                      </m:oMathPara>
                    </a14:m>
                    <a:endParaRPr lang="en-US" dirty="0">
                      <a:solidFill>
                        <a:schemeClr val="bg1"/>
                      </a:solidFill>
                    </a:endParaRPr>
                  </a:p>
                </p:txBody>
              </p:sp>
            </mc:Choice>
            <mc:Fallback xmlns="">
              <p:sp>
                <p:nvSpPr>
                  <p:cNvPr id="144" name="TextBox 143">
                    <a:extLst>
                      <a:ext uri="{FF2B5EF4-FFF2-40B4-BE49-F238E27FC236}">
                        <a16:creationId xmlns:a16="http://schemas.microsoft.com/office/drawing/2014/main" id="{108660EC-FD4B-BE37-5AAD-1AFBEE150F6F}"/>
                      </a:ext>
                    </a:extLst>
                  </p:cNvPr>
                  <p:cNvSpPr txBox="1">
                    <a:spLocks noRot="1" noChangeAspect="1" noMove="1" noResize="1" noEditPoints="1" noAdjustHandles="1" noChangeArrowheads="1" noChangeShapeType="1" noTextEdit="1"/>
                  </p:cNvSpPr>
                  <p:nvPr/>
                </p:nvSpPr>
                <p:spPr>
                  <a:xfrm>
                    <a:off x="5330077" y="2398546"/>
                    <a:ext cx="554854" cy="450822"/>
                  </a:xfrm>
                  <a:prstGeom prst="rect">
                    <a:avLst/>
                  </a:prstGeom>
                  <a:blipFill>
                    <a:blip r:embed="rId13"/>
                    <a:stretch>
                      <a:fillRect/>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FD84FC60-1D3D-79E9-7734-D41EC58A4F3C}"/>
                    </a:ext>
                  </a:extLst>
                </p:cNvPr>
                <p:cNvSpPr txBox="1"/>
                <p:nvPr/>
              </p:nvSpPr>
              <p:spPr>
                <a:xfrm>
                  <a:off x="8156015" y="943160"/>
                  <a:ext cx="44512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out</m:t>
                            </m:r>
                          </m:sub>
                        </m:sSub>
                      </m:oMath>
                    </m:oMathPara>
                  </a14:m>
                  <a:endParaRPr lang="en-US" dirty="0">
                    <a:solidFill>
                      <a:schemeClr val="tx1"/>
                    </a:solidFill>
                  </a:endParaRPr>
                </a:p>
              </p:txBody>
            </p:sp>
          </mc:Choice>
          <mc:Fallback xmlns="">
            <p:sp>
              <p:nvSpPr>
                <p:cNvPr id="50" name="TextBox 49">
                  <a:extLst>
                    <a:ext uri="{FF2B5EF4-FFF2-40B4-BE49-F238E27FC236}">
                      <a16:creationId xmlns:a16="http://schemas.microsoft.com/office/drawing/2014/main" id="{FD84FC60-1D3D-79E9-7734-D41EC58A4F3C}"/>
                    </a:ext>
                  </a:extLst>
                </p:cNvPr>
                <p:cNvSpPr txBox="1">
                  <a:spLocks noRot="1" noChangeAspect="1" noMove="1" noResize="1" noEditPoints="1" noAdjustHandles="1" noChangeArrowheads="1" noChangeShapeType="1" noTextEdit="1"/>
                </p:cNvSpPr>
                <p:nvPr/>
              </p:nvSpPr>
              <p:spPr>
                <a:xfrm>
                  <a:off x="8156015" y="943160"/>
                  <a:ext cx="445126" cy="369332"/>
                </a:xfrm>
                <a:prstGeom prst="rect">
                  <a:avLst/>
                </a:prstGeom>
                <a:blipFill>
                  <a:blip r:embed="rId14"/>
                  <a:stretch>
                    <a:fillRect r="-35616"/>
                  </a:stretch>
                </a:blipFill>
              </p:spPr>
              <p:txBody>
                <a:bodyPr/>
                <a:lstStyle/>
                <a:p>
                  <a:r>
                    <a:rPr lang="en-US">
                      <a:noFill/>
                    </a:rPr>
                    <a:t> </a:t>
                  </a:r>
                </a:p>
              </p:txBody>
            </p:sp>
          </mc:Fallback>
        </mc:AlternateContent>
      </p:grpSp>
      <p:sp>
        <p:nvSpPr>
          <p:cNvPr id="9" name="Rectangle 8">
            <a:extLst>
              <a:ext uri="{FF2B5EF4-FFF2-40B4-BE49-F238E27FC236}">
                <a16:creationId xmlns:a16="http://schemas.microsoft.com/office/drawing/2014/main" id="{C1F7989F-433C-8118-4909-407CBFCBEACE}"/>
              </a:ext>
            </a:extLst>
          </p:cNvPr>
          <p:cNvSpPr/>
          <p:nvPr/>
        </p:nvSpPr>
        <p:spPr>
          <a:xfrm>
            <a:off x="588400" y="3172570"/>
            <a:ext cx="8881604" cy="3101010"/>
          </a:xfrm>
          <a:prstGeom prst="rect">
            <a:avLst/>
          </a:prstGeom>
          <a:solidFill>
            <a:schemeClr val="bg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331909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46C30A-1295-8B85-C9AB-81FD6DC592E4}"/>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D4BB402-6C7E-F69F-7FE0-77E64A80087F}"/>
              </a:ext>
            </a:extLst>
          </p:cNvPr>
          <p:cNvSpPr>
            <a:spLocks noGrp="1"/>
          </p:cNvSpPr>
          <p:nvPr>
            <p:ph type="sldNum" sz="quarter" idx="12"/>
          </p:nvPr>
        </p:nvSpPr>
        <p:spPr/>
        <p:txBody>
          <a:bodyPr/>
          <a:lstStyle/>
          <a:p>
            <a:fld id="{250B62C5-2ACF-4D78-8FF3-37371B948607}" type="slidenum">
              <a:rPr lang="en-US" smtClean="0"/>
              <a:t>32</a:t>
            </a:fld>
            <a:endParaRPr lang="en-US" dirty="0"/>
          </a:p>
        </p:txBody>
      </p:sp>
      <p:sp>
        <p:nvSpPr>
          <p:cNvPr id="43" name="Rectangle: Rounded Corners 42">
            <a:extLst>
              <a:ext uri="{FF2B5EF4-FFF2-40B4-BE49-F238E27FC236}">
                <a16:creationId xmlns:a16="http://schemas.microsoft.com/office/drawing/2014/main" id="{7C62D439-A2FC-CC00-5105-457DF4E8C6A8}"/>
              </a:ext>
            </a:extLst>
          </p:cNvPr>
          <p:cNvSpPr/>
          <p:nvPr/>
        </p:nvSpPr>
        <p:spPr>
          <a:xfrm>
            <a:off x="10668919" y="143935"/>
            <a:ext cx="1522517" cy="91440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Algorithm </a:t>
            </a:r>
          </a:p>
        </p:txBody>
      </p:sp>
      <p:sp>
        <p:nvSpPr>
          <p:cNvPr id="44" name="Rectangle: Rounded Corners 43">
            <a:extLst>
              <a:ext uri="{FF2B5EF4-FFF2-40B4-BE49-F238E27FC236}">
                <a16:creationId xmlns:a16="http://schemas.microsoft.com/office/drawing/2014/main" id="{F5E768D5-4323-BA9D-2867-A8E12384EF62}"/>
              </a:ext>
            </a:extLst>
          </p:cNvPr>
          <p:cNvSpPr/>
          <p:nvPr/>
        </p:nvSpPr>
        <p:spPr>
          <a:xfrm>
            <a:off x="10668919" y="1568281"/>
            <a:ext cx="1522517" cy="914400"/>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Chemical Reactions </a:t>
            </a:r>
          </a:p>
        </p:txBody>
      </p:sp>
      <p:sp>
        <p:nvSpPr>
          <p:cNvPr id="45" name="Rectangle: Rounded Corners 44">
            <a:extLst>
              <a:ext uri="{FF2B5EF4-FFF2-40B4-BE49-F238E27FC236}">
                <a16:creationId xmlns:a16="http://schemas.microsoft.com/office/drawing/2014/main" id="{1ECAF540-4828-E8F0-98E3-35BC4CE6D19B}"/>
              </a:ext>
            </a:extLst>
          </p:cNvPr>
          <p:cNvSpPr/>
          <p:nvPr/>
        </p:nvSpPr>
        <p:spPr>
          <a:xfrm>
            <a:off x="10668919" y="2992627"/>
            <a:ext cx="1522517" cy="91440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Metabolic Network</a:t>
            </a:r>
          </a:p>
        </p:txBody>
      </p:sp>
      <p:sp>
        <p:nvSpPr>
          <p:cNvPr id="46" name="Rectangle: Rounded Corners 45">
            <a:extLst>
              <a:ext uri="{FF2B5EF4-FFF2-40B4-BE49-F238E27FC236}">
                <a16:creationId xmlns:a16="http://schemas.microsoft.com/office/drawing/2014/main" id="{540DE813-CB68-99C4-04CE-A7154E351E3E}"/>
              </a:ext>
            </a:extLst>
          </p:cNvPr>
          <p:cNvSpPr/>
          <p:nvPr/>
        </p:nvSpPr>
        <p:spPr>
          <a:xfrm>
            <a:off x="10668919" y="4416973"/>
            <a:ext cx="1522517" cy="914400"/>
          </a:xfrm>
          <a:prstGeom prst="round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THz Actuation</a:t>
            </a:r>
          </a:p>
        </p:txBody>
      </p:sp>
      <p:cxnSp>
        <p:nvCxnSpPr>
          <p:cNvPr id="47" name="Straight Arrow Connector 46">
            <a:extLst>
              <a:ext uri="{FF2B5EF4-FFF2-40B4-BE49-F238E27FC236}">
                <a16:creationId xmlns:a16="http://schemas.microsoft.com/office/drawing/2014/main" id="{D2465381-253F-CDFF-D66B-55605DABC2A1}"/>
              </a:ext>
            </a:extLst>
          </p:cNvPr>
          <p:cNvCxnSpPr>
            <a:stCxn id="43" idx="2"/>
            <a:endCxn id="44" idx="0"/>
          </p:cNvCxnSpPr>
          <p:nvPr/>
        </p:nvCxnSpPr>
        <p:spPr>
          <a:xfrm>
            <a:off x="11430178" y="1058335"/>
            <a:ext cx="0" cy="509946"/>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48" name="Straight Arrow Connector 47">
            <a:extLst>
              <a:ext uri="{FF2B5EF4-FFF2-40B4-BE49-F238E27FC236}">
                <a16:creationId xmlns:a16="http://schemas.microsoft.com/office/drawing/2014/main" id="{6F5B5BC2-F68D-79D8-DF46-73A71B9C984D}"/>
              </a:ext>
            </a:extLst>
          </p:cNvPr>
          <p:cNvCxnSpPr>
            <a:cxnSpLocks/>
            <a:stCxn id="44" idx="2"/>
            <a:endCxn id="45" idx="0"/>
          </p:cNvCxnSpPr>
          <p:nvPr/>
        </p:nvCxnSpPr>
        <p:spPr>
          <a:xfrm>
            <a:off x="11430178" y="2482681"/>
            <a:ext cx="0" cy="509946"/>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49" name="Straight Arrow Connector 48">
            <a:extLst>
              <a:ext uri="{FF2B5EF4-FFF2-40B4-BE49-F238E27FC236}">
                <a16:creationId xmlns:a16="http://schemas.microsoft.com/office/drawing/2014/main" id="{0F88DE2D-CA23-6FBB-709A-6F78E4A90003}"/>
              </a:ext>
            </a:extLst>
          </p:cNvPr>
          <p:cNvCxnSpPr>
            <a:cxnSpLocks/>
            <a:stCxn id="46" idx="0"/>
          </p:cNvCxnSpPr>
          <p:nvPr/>
        </p:nvCxnSpPr>
        <p:spPr>
          <a:xfrm flipV="1">
            <a:off x="11430178" y="3907027"/>
            <a:ext cx="0" cy="509946"/>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pic>
        <p:nvPicPr>
          <p:cNvPr id="2050" name="Picture 2">
            <a:extLst>
              <a:ext uri="{FF2B5EF4-FFF2-40B4-BE49-F238E27FC236}">
                <a16:creationId xmlns:a16="http://schemas.microsoft.com/office/drawing/2014/main" id="{5118155C-E1B3-6600-FC85-F15F079AFBB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6745" t="4225" r="15412" b="7108"/>
          <a:stretch>
            <a:fillRect/>
          </a:stretch>
        </p:blipFill>
        <p:spPr bwMode="auto">
          <a:xfrm>
            <a:off x="112073" y="1108601"/>
            <a:ext cx="2271032" cy="2968099"/>
          </a:xfrm>
          <a:prstGeom prst="rect">
            <a:avLst/>
          </a:prstGeom>
          <a:noFill/>
          <a:extLst>
            <a:ext uri="{909E8E84-426E-40DD-AFC4-6F175D3DCCD1}">
              <a14:hiddenFill xmlns:a14="http://schemas.microsoft.com/office/drawing/2010/main">
                <a:solidFill>
                  <a:srgbClr val="FFFFFF"/>
                </a:solidFill>
              </a14:hiddenFill>
            </a:ext>
          </a:extLst>
        </p:spPr>
      </p:pic>
      <p:sp>
        <p:nvSpPr>
          <p:cNvPr id="83" name="TextBox 82">
            <a:extLst>
              <a:ext uri="{FF2B5EF4-FFF2-40B4-BE49-F238E27FC236}">
                <a16:creationId xmlns:a16="http://schemas.microsoft.com/office/drawing/2014/main" id="{53E7B12B-C480-B6BA-D0E8-BA7813150828}"/>
              </a:ext>
            </a:extLst>
          </p:cNvPr>
          <p:cNvSpPr txBox="1"/>
          <p:nvPr/>
        </p:nvSpPr>
        <p:spPr>
          <a:xfrm>
            <a:off x="102393" y="143935"/>
            <a:ext cx="3231042" cy="907941"/>
          </a:xfrm>
          <a:prstGeom prst="rect">
            <a:avLst/>
          </a:prstGeom>
          <a:noFill/>
        </p:spPr>
        <p:txBody>
          <a:bodyPr wrap="square">
            <a:spAutoFit/>
          </a:bodyPr>
          <a:lstStyle/>
          <a:p>
            <a:pPr>
              <a:spcAft>
                <a:spcPts val="600"/>
              </a:spcAft>
            </a:pPr>
            <a:r>
              <a:rPr lang="es-ES" sz="2400" dirty="0" err="1">
                <a:hlinkClick r:id="rId4"/>
              </a:rPr>
              <a:t>Enzyme</a:t>
            </a:r>
            <a:endParaRPr lang="es-ES" sz="2400" dirty="0">
              <a:hlinkClick r:id="rId4"/>
            </a:endParaRPr>
          </a:p>
          <a:p>
            <a:pPr>
              <a:spcAft>
                <a:spcPts val="600"/>
              </a:spcAft>
            </a:pPr>
            <a:r>
              <a:rPr lang="es-ES" sz="2400" dirty="0">
                <a:hlinkClick r:id="rId4"/>
              </a:rPr>
              <a:t>PBD ID: 1TUB </a:t>
            </a:r>
            <a:endParaRPr lang="en-US" sz="2400" dirty="0"/>
          </a:p>
        </p:txBody>
      </p:sp>
      <p:sp>
        <p:nvSpPr>
          <p:cNvPr id="85" name="TextBox 84">
            <a:extLst>
              <a:ext uri="{FF2B5EF4-FFF2-40B4-BE49-F238E27FC236}">
                <a16:creationId xmlns:a16="http://schemas.microsoft.com/office/drawing/2014/main" id="{552E14D3-D0A1-2FF0-17A2-80D57DA4594E}"/>
              </a:ext>
            </a:extLst>
          </p:cNvPr>
          <p:cNvSpPr txBox="1"/>
          <p:nvPr/>
        </p:nvSpPr>
        <p:spPr>
          <a:xfrm>
            <a:off x="2942102" y="23037"/>
            <a:ext cx="2269043" cy="1200329"/>
          </a:xfrm>
          <a:prstGeom prst="rect">
            <a:avLst/>
          </a:prstGeom>
          <a:noFill/>
        </p:spPr>
        <p:txBody>
          <a:bodyPr wrap="square">
            <a:spAutoFit/>
          </a:bodyPr>
          <a:lstStyle/>
          <a:p>
            <a:r>
              <a:rPr lang="en-US" sz="2400" dirty="0"/>
              <a:t>Anisotropic Network</a:t>
            </a:r>
          </a:p>
          <a:p>
            <a:r>
              <a:rPr lang="en-US" sz="2400" dirty="0"/>
              <a:t>Model</a:t>
            </a:r>
          </a:p>
        </p:txBody>
      </p:sp>
      <p:pic>
        <p:nvPicPr>
          <p:cNvPr id="90" name="Picture 89">
            <a:extLst>
              <a:ext uri="{FF2B5EF4-FFF2-40B4-BE49-F238E27FC236}">
                <a16:creationId xmlns:a16="http://schemas.microsoft.com/office/drawing/2014/main" id="{1B760CAD-5683-DBD1-77BA-6189449F58EB}"/>
              </a:ext>
            </a:extLst>
          </p:cNvPr>
          <p:cNvPicPr>
            <a:picLocks noChangeAspect="1"/>
          </p:cNvPicPr>
          <p:nvPr/>
        </p:nvPicPr>
        <p:blipFill>
          <a:blip r:embed="rId5"/>
          <a:srcRect t="6852" b="5399"/>
          <a:stretch>
            <a:fillRect/>
          </a:stretch>
        </p:blipFill>
        <p:spPr>
          <a:xfrm>
            <a:off x="2606297" y="1344264"/>
            <a:ext cx="2384803" cy="2968099"/>
          </a:xfrm>
          <a:prstGeom prst="rect">
            <a:avLst/>
          </a:prstGeom>
        </p:spPr>
      </p:pic>
      <mc:AlternateContent xmlns:mc="http://schemas.openxmlformats.org/markup-compatibility/2006" xmlns:a14="http://schemas.microsoft.com/office/drawing/2010/main">
        <mc:Choice Requires="a14">
          <p:sp>
            <p:nvSpPr>
              <p:cNvPr id="105" name="TextBox 104">
                <a:extLst>
                  <a:ext uri="{FF2B5EF4-FFF2-40B4-BE49-F238E27FC236}">
                    <a16:creationId xmlns:a16="http://schemas.microsoft.com/office/drawing/2014/main" id="{64B3089B-AA4B-85E4-F90F-6113099C53AD}"/>
                  </a:ext>
                </a:extLst>
              </p:cNvPr>
              <p:cNvSpPr txBox="1"/>
              <p:nvPr/>
            </p:nvSpPr>
            <p:spPr>
              <a:xfrm>
                <a:off x="5466503" y="4467904"/>
                <a:ext cx="3532698" cy="953018"/>
              </a:xfrm>
              <a:prstGeom prst="rect">
                <a:avLst/>
              </a:prstGeom>
              <a:noFill/>
            </p:spPr>
            <p:txBody>
              <a:bodyPr wrap="none" lIns="0" tIns="0" rIns="0" bIns="0" rtlCol="0">
                <a:spAutoFit/>
              </a:bodyPr>
              <a:lstStyle/>
              <a:p>
                <a:pPr/>
                <a14:m>
                  <m:oMathPara xmlns:m="http://schemas.openxmlformats.org/officeDocument/2006/math">
                    <m:oMath>
                      <m:sSub>
                        <m:sSubPr>
                          <m:ctrlPr>
                            <a:rPr lang="en-US" sz="2400" i="1">
                              <a:latin typeface="Cambria Math" panose="02040503050406030204" pitchFamily="18" charset="0"/>
                            </a:rPr>
                          </m:ctrlPr>
                        </m:sSubPr>
                        <m:e>
                          <m:r>
                            <a:rPr lang="en-US" sz="2400" i="1">
                              <a:latin typeface="Cambria Math" panose="02040503050406030204" pitchFamily="18" charset="0"/>
                            </a:rPr>
                            <m:t>𝑝</m:t>
                          </m:r>
                        </m:e>
                        <m:sub>
                          <m:r>
                            <a:rPr lang="en-US" sz="2400" i="1">
                              <a:latin typeface="Cambria Math" panose="02040503050406030204" pitchFamily="18" charset="0"/>
                            </a:rPr>
                            <m:t>𝑈</m:t>
                          </m:r>
                        </m:sub>
                      </m:sSub>
                      <m:r>
                        <a:rPr lang="en-US" sz="2400" i="1">
                          <a:latin typeface="Cambria Math" panose="02040503050406030204" pitchFamily="18" charset="0"/>
                        </a:rPr>
                        <m:t>=1−</m:t>
                      </m:r>
                      <m:f>
                        <m:fPr>
                          <m:ctrlPr>
                            <a:rPr lang="en-US" sz="2400" i="1">
                              <a:latin typeface="Cambria Math" panose="02040503050406030204" pitchFamily="18" charset="0"/>
                            </a:rPr>
                          </m:ctrlPr>
                        </m:fPr>
                        <m:num>
                          <m:r>
                            <a:rPr lang="en-US" sz="2400" i="1">
                              <a:latin typeface="Cambria Math" panose="02040503050406030204" pitchFamily="18" charset="0"/>
                            </a:rPr>
                            <m:t>1</m:t>
                          </m:r>
                        </m:num>
                        <m:den>
                          <m:r>
                            <a:rPr lang="en-US" sz="2400" i="1">
                              <a:latin typeface="Cambria Math" panose="02040503050406030204" pitchFamily="18" charset="0"/>
                            </a:rPr>
                            <m:t>1+</m:t>
                          </m:r>
                          <m:sSup>
                            <m:sSupPr>
                              <m:ctrlPr>
                                <a:rPr lang="de-DE" sz="2400" b="0" i="1" smtClean="0">
                                  <a:latin typeface="Cambria Math" panose="02040503050406030204" pitchFamily="18" charset="0"/>
                                </a:rPr>
                              </m:ctrlPr>
                            </m:sSupPr>
                            <m:e>
                              <m:r>
                                <a:rPr lang="de-DE" sz="2400" b="0" i="1" smtClean="0">
                                  <a:latin typeface="Cambria Math" panose="02040503050406030204" pitchFamily="18" charset="0"/>
                                </a:rPr>
                                <m:t>𝑒</m:t>
                              </m:r>
                            </m:e>
                            <m:sup>
                              <m:d>
                                <m:dPr>
                                  <m:ctrlPr>
                                    <a:rPr lang="en-US" sz="2400" i="1">
                                      <a:latin typeface="Cambria Math" panose="02040503050406030204" pitchFamily="18" charset="0"/>
                                    </a:rPr>
                                  </m:ctrlPr>
                                </m:dPr>
                                <m:e>
                                  <m:f>
                                    <m:fPr>
                                      <m:ctrlPr>
                                        <a:rPr lang="en-US" sz="2400">
                                          <a:latin typeface="Cambria Math" panose="02040503050406030204" pitchFamily="18" charset="0"/>
                                        </a:rPr>
                                      </m:ctrlPr>
                                    </m:fPr>
                                    <m:num>
                                      <m:r>
                                        <m:rPr>
                                          <m:sty m:val="p"/>
                                        </m:rPr>
                                        <a:rPr lang="en-US" sz="2400">
                                          <a:latin typeface="Cambria Math" panose="02040503050406030204" pitchFamily="18" charset="0"/>
                                        </a:rPr>
                                        <m:t>Δ</m:t>
                                      </m:r>
                                      <m:r>
                                        <a:rPr lang="en-US" sz="2400" i="1">
                                          <a:latin typeface="Cambria Math" panose="02040503050406030204" pitchFamily="18" charset="0"/>
                                        </a:rPr>
                                        <m:t>𝐸</m:t>
                                      </m:r>
                                      <m:r>
                                        <a:rPr lang="en-US" sz="2400" i="1">
                                          <a:latin typeface="Cambria Math" panose="02040503050406030204" pitchFamily="18" charset="0"/>
                                        </a:rPr>
                                        <m:t>−</m:t>
                                      </m:r>
                                      <m:sSub>
                                        <m:sSubPr>
                                          <m:ctrlPr>
                                            <a:rPr lang="en-US" sz="2400" i="1">
                                              <a:solidFill>
                                                <a:srgbClr val="C00000"/>
                                              </a:solidFill>
                                              <a:latin typeface="Cambria Math" panose="02040503050406030204" pitchFamily="18" charset="0"/>
                                            </a:rPr>
                                          </m:ctrlPr>
                                        </m:sSubPr>
                                        <m:e>
                                          <m:d>
                                            <m:dPr>
                                              <m:begChr m:val="⟨"/>
                                              <m:endChr m:val="⟩"/>
                                              <m:ctrlPr>
                                                <a:rPr lang="en-US" sz="2400" i="1">
                                                  <a:solidFill>
                                                    <a:srgbClr val="C00000"/>
                                                  </a:solidFill>
                                                  <a:latin typeface="Cambria Math" panose="02040503050406030204" pitchFamily="18" charset="0"/>
                                                </a:rPr>
                                              </m:ctrlPr>
                                            </m:dPr>
                                            <m:e>
                                              <m:sSub>
                                                <m:sSubPr>
                                                  <m:ctrlPr>
                                                    <a:rPr lang="en-US" sz="2400" i="1">
                                                      <a:solidFill>
                                                        <a:srgbClr val="C00000"/>
                                                      </a:solidFill>
                                                      <a:latin typeface="Cambria Math" panose="02040503050406030204" pitchFamily="18" charset="0"/>
                                                    </a:rPr>
                                                  </m:ctrlPr>
                                                </m:sSubPr>
                                                <m:e>
                                                  <m:r>
                                                    <a:rPr lang="en-US" sz="2400" i="1">
                                                      <a:solidFill>
                                                        <a:srgbClr val="C00000"/>
                                                      </a:solidFill>
                                                      <a:latin typeface="Cambria Math" panose="02040503050406030204" pitchFamily="18" charset="0"/>
                                                    </a:rPr>
                                                    <m:t>𝐸</m:t>
                                                  </m:r>
                                                </m:e>
                                                <m:sub>
                                                  <m:r>
                                                    <m:rPr>
                                                      <m:sty m:val="p"/>
                                                    </m:rPr>
                                                    <a:rPr lang="en-US" sz="2400" i="0">
                                                      <a:solidFill>
                                                        <a:srgbClr val="C00000"/>
                                                      </a:solidFill>
                                                      <a:latin typeface="Cambria Math" panose="02040503050406030204" pitchFamily="18" charset="0"/>
                                                    </a:rPr>
                                                    <m:t>tot</m:t>
                                                  </m:r>
                                                </m:sub>
                                              </m:sSub>
                                            </m:e>
                                          </m:d>
                                        </m:e>
                                        <m:sub>
                                          <m:r>
                                            <a:rPr lang="en-US" sz="2400" i="1">
                                              <a:solidFill>
                                                <a:srgbClr val="C00000"/>
                                              </a:solidFill>
                                              <a:latin typeface="Cambria Math" panose="02040503050406030204" pitchFamily="18" charset="0"/>
                                            </a:rPr>
                                            <m:t>𝑠𝑠</m:t>
                                          </m:r>
                                        </m:sub>
                                      </m:sSub>
                                    </m:num>
                                    <m:den>
                                      <m:sSub>
                                        <m:sSubPr>
                                          <m:ctrlPr>
                                            <a:rPr lang="en-US" sz="2400" i="1">
                                              <a:latin typeface="Cambria Math" panose="02040503050406030204" pitchFamily="18" charset="0"/>
                                            </a:rPr>
                                          </m:ctrlPr>
                                        </m:sSubPr>
                                        <m:e>
                                          <m:r>
                                            <a:rPr lang="en-US" sz="2400" i="1">
                                              <a:latin typeface="Cambria Math" panose="02040503050406030204" pitchFamily="18" charset="0"/>
                                            </a:rPr>
                                            <m:t>𝑘</m:t>
                                          </m:r>
                                        </m:e>
                                        <m:sub>
                                          <m:r>
                                            <a:rPr lang="en-US" sz="2400" i="1">
                                              <a:latin typeface="Cambria Math" panose="02040503050406030204" pitchFamily="18" charset="0"/>
                                            </a:rPr>
                                            <m:t>𝑏</m:t>
                                          </m:r>
                                        </m:sub>
                                      </m:sSub>
                                      <m:r>
                                        <a:rPr lang="en-US" sz="2400" i="1">
                                          <a:latin typeface="Cambria Math" panose="02040503050406030204" pitchFamily="18" charset="0"/>
                                        </a:rPr>
                                        <m:t>𝑇</m:t>
                                      </m:r>
                                    </m:den>
                                  </m:f>
                                </m:e>
                              </m:d>
                            </m:sup>
                          </m:sSup>
                        </m:den>
                      </m:f>
                    </m:oMath>
                  </m:oMathPara>
                </a14:m>
                <a:endParaRPr lang="en-US" sz="2400" dirty="0"/>
              </a:p>
            </p:txBody>
          </p:sp>
        </mc:Choice>
        <mc:Fallback xmlns="">
          <p:sp>
            <p:nvSpPr>
              <p:cNvPr id="105" name="TextBox 104">
                <a:extLst>
                  <a:ext uri="{FF2B5EF4-FFF2-40B4-BE49-F238E27FC236}">
                    <a16:creationId xmlns:a16="http://schemas.microsoft.com/office/drawing/2014/main" id="{BF309272-F6DC-735C-93A4-24FAE8BB2F57}"/>
                  </a:ext>
                </a:extLst>
              </p:cNvPr>
              <p:cNvSpPr txBox="1">
                <a:spLocks noRot="1" noChangeAspect="1" noMove="1" noResize="1" noEditPoints="1" noAdjustHandles="1" noChangeArrowheads="1" noChangeShapeType="1" noTextEdit="1"/>
              </p:cNvSpPr>
              <p:nvPr/>
            </p:nvSpPr>
            <p:spPr>
              <a:xfrm>
                <a:off x="5466503" y="4467904"/>
                <a:ext cx="3532698" cy="953018"/>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6" name="TextBox 105">
                <a:extLst>
                  <a:ext uri="{FF2B5EF4-FFF2-40B4-BE49-F238E27FC236}">
                    <a16:creationId xmlns:a16="http://schemas.microsoft.com/office/drawing/2014/main" id="{2393ED91-5CE9-105D-6B85-52DEFBF0D3E8}"/>
                  </a:ext>
                </a:extLst>
              </p:cNvPr>
              <p:cNvSpPr txBox="1"/>
              <p:nvPr/>
            </p:nvSpPr>
            <p:spPr>
              <a:xfrm>
                <a:off x="4738858" y="5732731"/>
                <a:ext cx="6793911" cy="708143"/>
              </a:xfrm>
              <a:prstGeom prst="rect">
                <a:avLst/>
              </a:prstGeom>
              <a:noFill/>
            </p:spPr>
            <p:txBody>
              <a:bodyPr wrap="none" lIns="0" tIns="0" rIns="0" bIns="0" rtlCol="0">
                <a:spAutoFit/>
              </a:bodyPr>
              <a:lstStyle/>
              <a:p>
                <a:pPr/>
                <a14:m>
                  <m:oMathPara xmlns:m="http://schemas.openxmlformats.org/officeDocument/2006/math">
                    <m:oMath>
                      <m:r>
                        <a:rPr lang="es-ES" sz="2400" i="1" smtClean="0">
                          <a:latin typeface="Cambria Math" panose="02040503050406030204" pitchFamily="18" charset="0"/>
                        </a:rPr>
                        <m:t>⟨</m:t>
                      </m:r>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𝐸</m:t>
                          </m:r>
                        </m:e>
                        <m:sub>
                          <m:r>
                            <m:rPr>
                              <m:sty m:val="p"/>
                            </m:rPr>
                            <a:rPr lang="de-DE" sz="2400" b="0" i="1" smtClean="0">
                              <a:latin typeface="Cambria Math" panose="02040503050406030204" pitchFamily="18" charset="0"/>
                            </a:rPr>
                            <m:t>tot</m:t>
                          </m:r>
                        </m:sub>
                      </m:sSub>
                      <m:r>
                        <a:rPr lang="es-ES" sz="2400" i="1" smtClean="0">
                          <a:latin typeface="Cambria Math" panose="02040503050406030204" pitchFamily="18" charset="0"/>
                        </a:rPr>
                        <m:t> ⟩=</m:t>
                      </m:r>
                      <m:f>
                        <m:fPr>
                          <m:ctrlPr>
                            <a:rPr lang="es-ES" sz="2400" i="1" smtClean="0">
                              <a:solidFill>
                                <a:srgbClr val="C00000"/>
                              </a:solidFill>
                              <a:latin typeface="Cambria Math" panose="02040503050406030204" pitchFamily="18" charset="0"/>
                            </a:rPr>
                          </m:ctrlPr>
                        </m:fPr>
                        <m:num>
                          <m:r>
                            <a:rPr lang="es-ES" sz="2400" i="1" smtClean="0">
                              <a:solidFill>
                                <a:srgbClr val="C00000"/>
                              </a:solidFill>
                              <a:latin typeface="Cambria Math" panose="02040503050406030204" pitchFamily="18" charset="0"/>
                            </a:rPr>
                            <m:t>𝛼</m:t>
                          </m:r>
                        </m:num>
                        <m:den>
                          <m:r>
                            <a:rPr lang="de-DE" sz="2400" b="0" i="1" smtClean="0">
                              <a:latin typeface="Cambria Math" panose="02040503050406030204" pitchFamily="18" charset="0"/>
                            </a:rPr>
                            <m:t>4</m:t>
                          </m:r>
                          <m:r>
                            <a:rPr lang="de-DE" sz="2400" b="0" i="1" smtClean="0">
                              <a:latin typeface="Cambria Math" panose="02040503050406030204" pitchFamily="18" charset="0"/>
                              <a:ea typeface="Cambria Math" panose="02040503050406030204" pitchFamily="18" charset="0"/>
                            </a:rPr>
                            <m:t>𝛽</m:t>
                          </m:r>
                          <m:r>
                            <a:rPr lang="de-DE" sz="2400" b="0" i="1" smtClean="0">
                              <a:latin typeface="Cambria Math" panose="02040503050406030204" pitchFamily="18" charset="0"/>
                              <a:ea typeface="Cambria Math" panose="02040503050406030204" pitchFamily="18" charset="0"/>
                            </a:rPr>
                            <m:t>𝑚</m:t>
                          </m:r>
                          <m:d>
                            <m:dPr>
                              <m:begChr m:val="["/>
                              <m:endChr m:val="]"/>
                              <m:ctrlPr>
                                <a:rPr lang="es-ES" sz="2400" i="1">
                                  <a:latin typeface="Cambria Math" panose="02040503050406030204" pitchFamily="18" charset="0"/>
                                </a:rPr>
                              </m:ctrlPr>
                            </m:dPr>
                            <m:e>
                              <m:sSup>
                                <m:sSupPr>
                                  <m:ctrlPr>
                                    <a:rPr lang="es-ES" sz="2400" i="1">
                                      <a:latin typeface="Cambria Math" panose="02040503050406030204" pitchFamily="18" charset="0"/>
                                    </a:rPr>
                                  </m:ctrlPr>
                                </m:sSupPr>
                                <m:e>
                                  <m:d>
                                    <m:dPr>
                                      <m:ctrlPr>
                                        <a:rPr lang="es-ES" sz="2400" i="1">
                                          <a:latin typeface="Cambria Math" panose="02040503050406030204" pitchFamily="18" charset="0"/>
                                        </a:rPr>
                                      </m:ctrlPr>
                                    </m:dPr>
                                    <m:e>
                                      <m:sSubSup>
                                        <m:sSubSupPr>
                                          <m:ctrlPr>
                                            <a:rPr lang="es-ES" sz="2400" i="1">
                                              <a:latin typeface="Cambria Math" panose="02040503050406030204" pitchFamily="18" charset="0"/>
                                            </a:rPr>
                                          </m:ctrlPr>
                                        </m:sSubSupPr>
                                        <m:e>
                                          <m:r>
                                            <a:rPr lang="es-ES" sz="2400" i="1">
                                              <a:latin typeface="Cambria Math" panose="02040503050406030204" pitchFamily="18" charset="0"/>
                                            </a:rPr>
                                            <m:t>𝜔</m:t>
                                          </m:r>
                                        </m:e>
                                        <m:sub>
                                          <m:r>
                                            <a:rPr lang="es-ES" sz="2400" i="1">
                                              <a:latin typeface="Cambria Math" panose="02040503050406030204" pitchFamily="18" charset="0"/>
                                            </a:rPr>
                                            <m:t>𝑜</m:t>
                                          </m:r>
                                        </m:sub>
                                        <m:sup>
                                          <m:r>
                                            <a:rPr lang="es-ES" sz="2400" i="1">
                                              <a:latin typeface="Cambria Math" panose="02040503050406030204" pitchFamily="18" charset="0"/>
                                            </a:rPr>
                                            <m:t>2</m:t>
                                          </m:r>
                                        </m:sup>
                                      </m:sSubSup>
                                      <m:r>
                                        <a:rPr lang="es-ES" sz="2400" i="1">
                                          <a:latin typeface="Cambria Math" panose="02040503050406030204" pitchFamily="18" charset="0"/>
                                        </a:rPr>
                                        <m:t>−</m:t>
                                      </m:r>
                                      <m:sSubSup>
                                        <m:sSubSupPr>
                                          <m:ctrlPr>
                                            <a:rPr lang="es-ES" sz="2400" i="1">
                                              <a:solidFill>
                                                <a:srgbClr val="C00000"/>
                                              </a:solidFill>
                                              <a:latin typeface="Cambria Math" panose="02040503050406030204" pitchFamily="18" charset="0"/>
                                            </a:rPr>
                                          </m:ctrlPr>
                                        </m:sSubSupPr>
                                        <m:e>
                                          <m:r>
                                            <a:rPr lang="es-ES" sz="2400" i="1">
                                              <a:solidFill>
                                                <a:srgbClr val="C00000"/>
                                              </a:solidFill>
                                              <a:latin typeface="Cambria Math" panose="02040503050406030204" pitchFamily="18" charset="0"/>
                                            </a:rPr>
                                            <m:t>𝜔</m:t>
                                          </m:r>
                                        </m:e>
                                        <m:sub>
                                          <m:r>
                                            <a:rPr lang="es-ES" sz="2400" i="1">
                                              <a:solidFill>
                                                <a:srgbClr val="C00000"/>
                                              </a:solidFill>
                                              <a:latin typeface="Cambria Math" panose="02040503050406030204" pitchFamily="18" charset="0"/>
                                            </a:rPr>
                                            <m:t>𝑎</m:t>
                                          </m:r>
                                        </m:sub>
                                        <m:sup>
                                          <m:r>
                                            <a:rPr lang="es-ES" sz="2400" i="1">
                                              <a:solidFill>
                                                <a:srgbClr val="C00000"/>
                                              </a:solidFill>
                                              <a:latin typeface="Cambria Math" panose="02040503050406030204" pitchFamily="18" charset="0"/>
                                            </a:rPr>
                                            <m:t>2</m:t>
                                          </m:r>
                                        </m:sup>
                                      </m:sSubSup>
                                    </m:e>
                                  </m:d>
                                </m:e>
                                <m:sup>
                                  <m:r>
                                    <a:rPr lang="es-ES" sz="2400" i="1">
                                      <a:latin typeface="Cambria Math" panose="02040503050406030204" pitchFamily="18" charset="0"/>
                                    </a:rPr>
                                    <m:t>2</m:t>
                                  </m:r>
                                </m:sup>
                              </m:sSup>
                              <m:r>
                                <a:rPr lang="es-ES" sz="2400" i="1">
                                  <a:latin typeface="Cambria Math" panose="02040503050406030204" pitchFamily="18" charset="0"/>
                                </a:rPr>
                                <m:t>+</m:t>
                              </m:r>
                              <m:sSup>
                                <m:sSupPr>
                                  <m:ctrlPr>
                                    <a:rPr lang="es-ES" sz="2400" i="1">
                                      <a:latin typeface="Cambria Math" panose="02040503050406030204" pitchFamily="18" charset="0"/>
                                    </a:rPr>
                                  </m:ctrlPr>
                                </m:sSupPr>
                                <m:e>
                                  <m:d>
                                    <m:dPr>
                                      <m:ctrlPr>
                                        <a:rPr lang="es-ES" sz="2400" i="1">
                                          <a:latin typeface="Cambria Math" panose="02040503050406030204" pitchFamily="18" charset="0"/>
                                        </a:rPr>
                                      </m:ctrlPr>
                                    </m:dPr>
                                    <m:e>
                                      <m:sSub>
                                        <m:sSubPr>
                                          <m:ctrlPr>
                                            <a:rPr lang="es-ES" sz="2400" i="1">
                                              <a:latin typeface="Cambria Math" panose="02040503050406030204" pitchFamily="18" charset="0"/>
                                            </a:rPr>
                                          </m:ctrlPr>
                                        </m:sSubPr>
                                        <m:e>
                                          <m:r>
                                            <a:rPr lang="es-ES" sz="2400" i="1">
                                              <a:latin typeface="Cambria Math" panose="02040503050406030204" pitchFamily="18" charset="0"/>
                                            </a:rPr>
                                            <m:t>𝜔</m:t>
                                          </m:r>
                                        </m:e>
                                        <m:sub>
                                          <m:r>
                                            <a:rPr lang="es-ES" sz="2400" i="1">
                                              <a:latin typeface="Cambria Math" panose="02040503050406030204" pitchFamily="18" charset="0"/>
                                            </a:rPr>
                                            <m:t>𝑎</m:t>
                                          </m:r>
                                        </m:sub>
                                      </m:sSub>
                                      <m:r>
                                        <a:rPr lang="es-ES" sz="2400" i="1">
                                          <a:latin typeface="Cambria Math" panose="02040503050406030204" pitchFamily="18" charset="0"/>
                                        </a:rPr>
                                        <m:t>𝛾</m:t>
                                      </m:r>
                                    </m:e>
                                  </m:d>
                                </m:e>
                                <m:sup>
                                  <m:r>
                                    <a:rPr lang="es-ES" sz="2400" i="1">
                                      <a:latin typeface="Cambria Math" panose="02040503050406030204" pitchFamily="18" charset="0"/>
                                    </a:rPr>
                                    <m:t>2</m:t>
                                  </m:r>
                                </m:sup>
                              </m:sSup>
                            </m:e>
                          </m:d>
                        </m:den>
                      </m:f>
                      <m:sSup>
                        <m:sSupPr>
                          <m:ctrlPr>
                            <a:rPr lang="es-ES" sz="2400" i="1">
                              <a:latin typeface="Cambria Math" panose="02040503050406030204" pitchFamily="18" charset="0"/>
                            </a:rPr>
                          </m:ctrlPr>
                        </m:sSupPr>
                        <m:e>
                          <m:d>
                            <m:dPr>
                              <m:ctrlPr>
                                <a:rPr lang="es-ES" sz="2400" i="1">
                                  <a:latin typeface="Cambria Math" panose="02040503050406030204" pitchFamily="18" charset="0"/>
                                </a:rPr>
                              </m:ctrlPr>
                            </m:dPr>
                            <m:e>
                              <m:sSubSup>
                                <m:sSubSupPr>
                                  <m:ctrlPr>
                                    <a:rPr lang="es-ES" sz="2400" i="1">
                                      <a:latin typeface="Cambria Math" panose="02040503050406030204" pitchFamily="18" charset="0"/>
                                    </a:rPr>
                                  </m:ctrlPr>
                                </m:sSubSupPr>
                                <m:e>
                                  <m:r>
                                    <a:rPr lang="es-ES" sz="2400" i="1">
                                      <a:latin typeface="Cambria Math" panose="02040503050406030204" pitchFamily="18" charset="0"/>
                                    </a:rPr>
                                    <m:t>𝜔</m:t>
                                  </m:r>
                                </m:e>
                                <m:sub>
                                  <m:r>
                                    <a:rPr lang="es-ES" sz="2400" i="1">
                                      <a:latin typeface="Cambria Math" panose="02040503050406030204" pitchFamily="18" charset="0"/>
                                    </a:rPr>
                                    <m:t>𝑜</m:t>
                                  </m:r>
                                </m:sub>
                                <m:sup>
                                  <m:r>
                                    <a:rPr lang="es-ES" sz="2400" i="1">
                                      <a:latin typeface="Cambria Math" panose="02040503050406030204" pitchFamily="18" charset="0"/>
                                    </a:rPr>
                                    <m:t>2</m:t>
                                  </m:r>
                                </m:sup>
                              </m:sSubSup>
                              <m:r>
                                <a:rPr lang="de-DE" sz="2400" b="0" i="1" smtClean="0">
                                  <a:latin typeface="Cambria Math" panose="02040503050406030204" pitchFamily="18" charset="0"/>
                                </a:rPr>
                                <m:t>+</m:t>
                              </m:r>
                              <m:sSubSup>
                                <m:sSubSupPr>
                                  <m:ctrlPr>
                                    <a:rPr lang="es-ES" sz="2400" i="1">
                                      <a:latin typeface="Cambria Math" panose="02040503050406030204" pitchFamily="18" charset="0"/>
                                    </a:rPr>
                                  </m:ctrlPr>
                                </m:sSubSupPr>
                                <m:e>
                                  <m:r>
                                    <a:rPr lang="es-ES" sz="2400" i="1">
                                      <a:latin typeface="Cambria Math" panose="02040503050406030204" pitchFamily="18" charset="0"/>
                                    </a:rPr>
                                    <m:t>𝜔</m:t>
                                  </m:r>
                                </m:e>
                                <m:sub>
                                  <m:r>
                                    <a:rPr lang="es-ES" sz="2400" i="1">
                                      <a:latin typeface="Cambria Math" panose="02040503050406030204" pitchFamily="18" charset="0"/>
                                    </a:rPr>
                                    <m:t>𝑎</m:t>
                                  </m:r>
                                </m:sub>
                                <m:sup>
                                  <m:r>
                                    <a:rPr lang="es-ES" sz="2400" i="1">
                                      <a:latin typeface="Cambria Math" panose="02040503050406030204" pitchFamily="18" charset="0"/>
                                    </a:rPr>
                                    <m:t>2</m:t>
                                  </m:r>
                                </m:sup>
                              </m:sSubSup>
                            </m:e>
                          </m:d>
                        </m:e>
                        <m:sup>
                          <m:r>
                            <a:rPr lang="es-ES" sz="2400" i="1">
                              <a:latin typeface="Cambria Math" panose="02040503050406030204" pitchFamily="18" charset="0"/>
                            </a:rPr>
                            <m:t>2</m:t>
                          </m:r>
                        </m:sup>
                      </m:sSup>
                    </m:oMath>
                  </m:oMathPara>
                </a14:m>
                <a:br>
                  <a:rPr lang="es-ES" sz="2400" dirty="0"/>
                </a:br>
                <a:endParaRPr lang="en-US" sz="2400" dirty="0"/>
              </a:p>
            </p:txBody>
          </p:sp>
        </mc:Choice>
        <mc:Fallback xmlns="">
          <p:sp>
            <p:nvSpPr>
              <p:cNvPr id="106" name="TextBox 105">
                <a:extLst>
                  <a:ext uri="{FF2B5EF4-FFF2-40B4-BE49-F238E27FC236}">
                    <a16:creationId xmlns:a16="http://schemas.microsoft.com/office/drawing/2014/main" id="{9709DABF-9CF8-BE8A-39AB-43CCA5A9DE6D}"/>
                  </a:ext>
                </a:extLst>
              </p:cNvPr>
              <p:cNvSpPr txBox="1">
                <a:spLocks noRot="1" noChangeAspect="1" noMove="1" noResize="1" noEditPoints="1" noAdjustHandles="1" noChangeArrowheads="1" noChangeShapeType="1" noTextEdit="1"/>
              </p:cNvSpPr>
              <p:nvPr/>
            </p:nvSpPr>
            <p:spPr>
              <a:xfrm>
                <a:off x="4738858" y="5732731"/>
                <a:ext cx="6793911" cy="708143"/>
              </a:xfrm>
              <a:prstGeom prst="rect">
                <a:avLst/>
              </a:prstGeom>
              <a:blipFill>
                <a:blip r:embed="rId7"/>
                <a:stretch>
                  <a:fillRect/>
                </a:stretch>
              </a:blipFill>
            </p:spPr>
            <p:txBody>
              <a:bodyPr/>
              <a:lstStyle/>
              <a:p>
                <a:r>
                  <a:rPr lang="en-US">
                    <a:noFill/>
                  </a:rPr>
                  <a:t> </a:t>
                </a:r>
              </a:p>
            </p:txBody>
          </p:sp>
        </mc:Fallback>
      </mc:AlternateContent>
      <p:sp>
        <p:nvSpPr>
          <p:cNvPr id="107" name="TextBox 106">
            <a:extLst>
              <a:ext uri="{FF2B5EF4-FFF2-40B4-BE49-F238E27FC236}">
                <a16:creationId xmlns:a16="http://schemas.microsoft.com/office/drawing/2014/main" id="{62F738D4-D0AE-03D0-8948-2EFA7C3F425D}"/>
              </a:ext>
            </a:extLst>
          </p:cNvPr>
          <p:cNvSpPr txBox="1"/>
          <p:nvPr/>
        </p:nvSpPr>
        <p:spPr>
          <a:xfrm>
            <a:off x="0" y="5234525"/>
            <a:ext cx="3721100" cy="1600438"/>
          </a:xfrm>
          <a:prstGeom prst="rect">
            <a:avLst/>
          </a:prstGeom>
          <a:noFill/>
        </p:spPr>
        <p:txBody>
          <a:bodyPr wrap="square">
            <a:spAutoFit/>
          </a:bodyPr>
          <a:lstStyle/>
          <a:p>
            <a:r>
              <a:rPr lang="en-US" sz="1400" dirty="0"/>
              <a:t>[1] Hadeel Elayan, Andrew W. Eckford, and Raviraj S. Adve. 2023. Terahertz In-</a:t>
            </a:r>
            <a:r>
              <a:rPr lang="en-US" sz="1400" dirty="0" err="1"/>
              <a:t>duced</a:t>
            </a:r>
            <a:r>
              <a:rPr lang="en-US" sz="1400" dirty="0"/>
              <a:t> Protein Interactions in a Random Medium. IEEE Transactions on </a:t>
            </a:r>
            <a:r>
              <a:rPr lang="en-US" sz="1400" dirty="0" err="1"/>
              <a:t>Molecu</a:t>
            </a:r>
            <a:r>
              <a:rPr lang="en-US" sz="1400" dirty="0"/>
              <a:t>-lar, Biological and Multi-Scale Communications 9, 4 (Dec. 2023), 435–446. https://doi.org/10.1109/tmbmc.2023.3327302</a:t>
            </a:r>
          </a:p>
        </p:txBody>
      </p:sp>
      <p:sp>
        <p:nvSpPr>
          <p:cNvPr id="111" name="TextBox 110">
            <a:extLst>
              <a:ext uri="{FF2B5EF4-FFF2-40B4-BE49-F238E27FC236}">
                <a16:creationId xmlns:a16="http://schemas.microsoft.com/office/drawing/2014/main" id="{A964E0AA-2957-46AD-C232-ED2AC3AA0EC6}"/>
              </a:ext>
            </a:extLst>
          </p:cNvPr>
          <p:cNvSpPr txBox="1"/>
          <p:nvPr/>
        </p:nvSpPr>
        <p:spPr>
          <a:xfrm>
            <a:off x="9344403" y="4686155"/>
            <a:ext cx="471604" cy="400110"/>
          </a:xfrm>
          <a:prstGeom prst="rect">
            <a:avLst/>
          </a:prstGeom>
          <a:noFill/>
        </p:spPr>
        <p:txBody>
          <a:bodyPr wrap="none" rtlCol="0">
            <a:spAutoFit/>
          </a:bodyPr>
          <a:lstStyle/>
          <a:p>
            <a:r>
              <a:rPr lang="en-US" sz="2000" dirty="0"/>
              <a:t>(4)</a:t>
            </a:r>
          </a:p>
        </p:txBody>
      </p:sp>
      <p:sp>
        <p:nvSpPr>
          <p:cNvPr id="112" name="TextBox 111">
            <a:extLst>
              <a:ext uri="{FF2B5EF4-FFF2-40B4-BE49-F238E27FC236}">
                <a16:creationId xmlns:a16="http://schemas.microsoft.com/office/drawing/2014/main" id="{776E76C7-DEAB-63FF-64DF-0355878BB361}"/>
              </a:ext>
            </a:extLst>
          </p:cNvPr>
          <p:cNvSpPr txBox="1"/>
          <p:nvPr/>
        </p:nvSpPr>
        <p:spPr>
          <a:xfrm>
            <a:off x="11569877" y="5886747"/>
            <a:ext cx="471604" cy="400110"/>
          </a:xfrm>
          <a:prstGeom prst="rect">
            <a:avLst/>
          </a:prstGeom>
          <a:noFill/>
        </p:spPr>
        <p:txBody>
          <a:bodyPr wrap="none" rtlCol="0">
            <a:spAutoFit/>
          </a:bodyPr>
          <a:lstStyle/>
          <a:p>
            <a:r>
              <a:rPr lang="en-US" sz="2000" dirty="0"/>
              <a:t>(5)</a:t>
            </a:r>
          </a:p>
        </p:txBody>
      </p:sp>
      <p:grpSp>
        <p:nvGrpSpPr>
          <p:cNvPr id="13" name="Group 12">
            <a:extLst>
              <a:ext uri="{FF2B5EF4-FFF2-40B4-BE49-F238E27FC236}">
                <a16:creationId xmlns:a16="http://schemas.microsoft.com/office/drawing/2014/main" id="{BBE8BCFD-906B-D786-A2F9-4A3BA342B906}"/>
              </a:ext>
            </a:extLst>
          </p:cNvPr>
          <p:cNvGrpSpPr/>
          <p:nvPr/>
        </p:nvGrpSpPr>
        <p:grpSpPr>
          <a:xfrm>
            <a:off x="4643513" y="272505"/>
            <a:ext cx="6037758" cy="3693215"/>
            <a:chOff x="4643513" y="272505"/>
            <a:chExt cx="6037758" cy="3693215"/>
          </a:xfrm>
        </p:grpSpPr>
        <p:sp>
          <p:nvSpPr>
            <p:cNvPr id="95" name="TextBox 94">
              <a:extLst>
                <a:ext uri="{FF2B5EF4-FFF2-40B4-BE49-F238E27FC236}">
                  <a16:creationId xmlns:a16="http://schemas.microsoft.com/office/drawing/2014/main" id="{3D19E0AA-0688-BAC5-AA6A-5D8309EC952C}"/>
                </a:ext>
              </a:extLst>
            </p:cNvPr>
            <p:cNvSpPr txBox="1"/>
            <p:nvPr/>
          </p:nvSpPr>
          <p:spPr>
            <a:xfrm>
              <a:off x="6173144" y="272505"/>
              <a:ext cx="4013199" cy="738664"/>
            </a:xfrm>
            <a:prstGeom prst="rect">
              <a:avLst/>
            </a:prstGeom>
            <a:noFill/>
          </p:spPr>
          <p:txBody>
            <a:bodyPr wrap="square" rtlCol="0">
              <a:spAutoFit/>
            </a:bodyPr>
            <a:lstStyle/>
            <a:p>
              <a:r>
                <a:rPr lang="es-ES" sz="2400" dirty="0"/>
                <a:t>Langevin</a:t>
              </a:r>
              <a:r>
                <a:rPr lang="es-ES" b="1" dirty="0"/>
                <a:t> </a:t>
              </a:r>
              <a:r>
                <a:rPr lang="es-ES" sz="2400" dirty="0" err="1"/>
                <a:t>Equation</a:t>
              </a:r>
              <a:endParaRPr lang="es-ES" sz="2400" dirty="0"/>
            </a:p>
            <a:p>
              <a:endParaRPr lang="en-US" dirty="0"/>
            </a:p>
          </p:txBody>
        </p:sp>
        <p:sp>
          <p:nvSpPr>
            <p:cNvPr id="94" name="Oval 93">
              <a:extLst>
                <a:ext uri="{FF2B5EF4-FFF2-40B4-BE49-F238E27FC236}">
                  <a16:creationId xmlns:a16="http://schemas.microsoft.com/office/drawing/2014/main" id="{82F22FE3-FB67-D685-E355-6303B699954A}"/>
                </a:ext>
              </a:extLst>
            </p:cNvPr>
            <p:cNvSpPr/>
            <p:nvPr/>
          </p:nvSpPr>
          <p:spPr>
            <a:xfrm rot="20516196">
              <a:off x="4643513" y="2619652"/>
              <a:ext cx="454684" cy="573775"/>
            </a:xfrm>
            <a:prstGeom prst="ellipse">
              <a:avLst/>
            </a:prstGeom>
            <a:solidFill>
              <a:schemeClr val="bg1">
                <a:alpha val="74000"/>
              </a:schemeClr>
            </a:solidFill>
            <a:ln w="41275">
              <a:solidFill>
                <a:srgbClr val="0070C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7" name="Straight Arrow Connector 96">
              <a:extLst>
                <a:ext uri="{FF2B5EF4-FFF2-40B4-BE49-F238E27FC236}">
                  <a16:creationId xmlns:a16="http://schemas.microsoft.com/office/drawing/2014/main" id="{51034FE0-2420-FE03-DC85-176273246A1A}"/>
                </a:ext>
              </a:extLst>
            </p:cNvPr>
            <p:cNvCxnSpPr>
              <a:cxnSpLocks/>
              <a:stCxn id="94" idx="7"/>
              <a:endCxn id="8" idx="1"/>
            </p:cNvCxnSpPr>
            <p:nvPr/>
          </p:nvCxnSpPr>
          <p:spPr>
            <a:xfrm flipV="1">
              <a:off x="4960786" y="2399388"/>
              <a:ext cx="427667" cy="264444"/>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99" name="TextBox 98">
                  <a:extLst>
                    <a:ext uri="{FF2B5EF4-FFF2-40B4-BE49-F238E27FC236}">
                      <a16:creationId xmlns:a16="http://schemas.microsoft.com/office/drawing/2014/main" id="{7BF11E9C-D1DD-C8F2-2598-44638D6DE226}"/>
                    </a:ext>
                  </a:extLst>
                </p:cNvPr>
                <p:cNvSpPr txBox="1"/>
                <p:nvPr/>
              </p:nvSpPr>
              <p:spPr>
                <a:xfrm>
                  <a:off x="5753100" y="1874426"/>
                  <a:ext cx="3474477" cy="369332"/>
                </a:xfrm>
                <a:prstGeom prst="rect">
                  <a:avLst/>
                </a:prstGeom>
                <a:noFill/>
              </p:spPr>
              <p:txBody>
                <a:bodyPr wrap="none" lIns="0" tIns="0" rIns="0" bIns="0" rtlCol="0">
                  <a:spAutoFit/>
                </a:bodyPr>
                <a:lstStyle/>
                <a:p>
                  <a:pPr/>
                  <a14:m>
                    <m:oMathPara xmlns:m="http://schemas.openxmlformats.org/officeDocument/2006/math">
                      <m:oMath>
                        <m:sSub>
                          <m:sSubPr>
                            <m:ctrlPr>
                              <a:rPr lang="es-ES" sz="2400" i="1">
                                <a:latin typeface="Cambria Math" panose="02040503050406030204" pitchFamily="18" charset="0"/>
                              </a:rPr>
                            </m:ctrlPr>
                          </m:sSubPr>
                          <m:e>
                            <m:r>
                              <a:rPr lang="es-ES" sz="2400" i="1">
                                <a:latin typeface="Cambria Math" panose="02040503050406030204" pitchFamily="18" charset="0"/>
                              </a:rPr>
                              <m:t>𝑓</m:t>
                            </m:r>
                          </m:e>
                          <m:sub>
                            <m:r>
                              <m:rPr>
                                <m:sty m:val="p"/>
                              </m:rPr>
                              <a:rPr lang="de-DE" sz="2400" b="0" i="1" smtClean="0">
                                <a:latin typeface="Cambria Math" panose="02040503050406030204" pitchFamily="18" charset="0"/>
                              </a:rPr>
                              <m:t>THz</m:t>
                            </m:r>
                          </m:sub>
                        </m:sSub>
                        <m:d>
                          <m:dPr>
                            <m:ctrlPr>
                              <a:rPr lang="es-ES" sz="2400" i="1">
                                <a:latin typeface="Cambria Math" panose="02040503050406030204" pitchFamily="18" charset="0"/>
                              </a:rPr>
                            </m:ctrlPr>
                          </m:dPr>
                          <m:e>
                            <m:r>
                              <a:rPr lang="es-ES" sz="2400" i="1">
                                <a:latin typeface="Cambria Math" panose="02040503050406030204" pitchFamily="18" charset="0"/>
                              </a:rPr>
                              <m:t>𝑡</m:t>
                            </m:r>
                          </m:e>
                        </m:d>
                        <m:r>
                          <a:rPr lang="de-DE" sz="2400" b="0" i="1" smtClean="0">
                            <a:latin typeface="Cambria Math" panose="02040503050406030204" pitchFamily="18" charset="0"/>
                          </a:rPr>
                          <m:t>=</m:t>
                        </m:r>
                        <m:sSub>
                          <m:sSubPr>
                            <m:ctrlPr>
                              <a:rPr lang="es-ES" sz="2400" i="1">
                                <a:solidFill>
                                  <a:srgbClr val="C00000"/>
                                </a:solidFill>
                                <a:latin typeface="Cambria Math" panose="02040503050406030204" pitchFamily="18" charset="0"/>
                              </a:rPr>
                            </m:ctrlPr>
                          </m:sSubPr>
                          <m:e>
                            <m:r>
                              <a:rPr lang="es-ES" sz="2400" i="1">
                                <a:solidFill>
                                  <a:srgbClr val="C00000"/>
                                </a:solidFill>
                                <a:latin typeface="Cambria Math" panose="02040503050406030204" pitchFamily="18" charset="0"/>
                              </a:rPr>
                              <m:t>𝑓</m:t>
                            </m:r>
                          </m:e>
                          <m:sub>
                            <m:r>
                              <a:rPr lang="es-ES" sz="2400" i="1">
                                <a:solidFill>
                                  <a:srgbClr val="C00000"/>
                                </a:solidFill>
                                <a:latin typeface="Cambria Math" panose="02040503050406030204" pitchFamily="18" charset="0"/>
                              </a:rPr>
                              <m:t>𝑜</m:t>
                            </m:r>
                          </m:sub>
                        </m:sSub>
                        <m:r>
                          <m:rPr>
                            <m:nor/>
                          </m:rPr>
                          <a:rPr lang="es-ES" sz="2400" i="0"/>
                          <m:t>cos</m:t>
                        </m:r>
                        <m:d>
                          <m:dPr>
                            <m:ctrlPr>
                              <a:rPr lang="es-ES" sz="2400" i="1">
                                <a:solidFill>
                                  <a:srgbClr val="C00000"/>
                                </a:solidFill>
                                <a:latin typeface="Cambria Math" panose="02040503050406030204" pitchFamily="18" charset="0"/>
                              </a:rPr>
                            </m:ctrlPr>
                          </m:dPr>
                          <m:e>
                            <m:sSub>
                              <m:sSubPr>
                                <m:ctrlPr>
                                  <a:rPr lang="es-ES" sz="2400" i="1">
                                    <a:solidFill>
                                      <a:srgbClr val="C00000"/>
                                    </a:solidFill>
                                    <a:latin typeface="Cambria Math" panose="02040503050406030204" pitchFamily="18" charset="0"/>
                                  </a:rPr>
                                </m:ctrlPr>
                              </m:sSubPr>
                              <m:e>
                                <m:r>
                                  <a:rPr lang="es-ES" sz="2400" i="1">
                                    <a:solidFill>
                                      <a:srgbClr val="C00000"/>
                                    </a:solidFill>
                                    <a:latin typeface="Cambria Math" panose="02040503050406030204" pitchFamily="18" charset="0"/>
                                  </a:rPr>
                                  <m:t>𝜔</m:t>
                                </m:r>
                              </m:e>
                              <m:sub>
                                <m:r>
                                  <a:rPr lang="es-ES" sz="2400" i="1">
                                    <a:solidFill>
                                      <a:srgbClr val="C00000"/>
                                    </a:solidFill>
                                    <a:latin typeface="Cambria Math" panose="02040503050406030204" pitchFamily="18" charset="0"/>
                                  </a:rPr>
                                  <m:t>𝑎</m:t>
                                </m:r>
                              </m:sub>
                            </m:sSub>
                            <m:r>
                              <a:rPr lang="es-ES" sz="2400" i="1">
                                <a:latin typeface="Cambria Math" panose="02040503050406030204" pitchFamily="18" charset="0"/>
                              </a:rPr>
                              <m:t>𝑡</m:t>
                            </m:r>
                            <m:r>
                              <a:rPr lang="es-ES" sz="2400" i="1">
                                <a:latin typeface="Cambria Math" panose="02040503050406030204" pitchFamily="18" charset="0"/>
                              </a:rPr>
                              <m:t>+</m:t>
                            </m:r>
                            <m:r>
                              <m:rPr>
                                <m:sty m:val="p"/>
                              </m:rPr>
                              <a:rPr lang="es-ES" sz="2400">
                                <a:latin typeface="Cambria Math" panose="02040503050406030204" pitchFamily="18" charset="0"/>
                              </a:rPr>
                              <m:t>Θ</m:t>
                            </m:r>
                          </m:e>
                        </m:d>
                      </m:oMath>
                    </m:oMathPara>
                  </a14:m>
                  <a:endParaRPr lang="en-US" sz="2400" dirty="0"/>
                </a:p>
              </p:txBody>
            </p:sp>
          </mc:Choice>
          <mc:Fallback xmlns="">
            <p:sp>
              <p:nvSpPr>
                <p:cNvPr id="99" name="TextBox 98">
                  <a:extLst>
                    <a:ext uri="{FF2B5EF4-FFF2-40B4-BE49-F238E27FC236}">
                      <a16:creationId xmlns:a16="http://schemas.microsoft.com/office/drawing/2014/main" id="{47B227BC-264C-6109-07E2-4878E8A2AC2B}"/>
                    </a:ext>
                  </a:extLst>
                </p:cNvPr>
                <p:cNvSpPr txBox="1">
                  <a:spLocks noRot="1" noChangeAspect="1" noMove="1" noResize="1" noEditPoints="1" noAdjustHandles="1" noChangeArrowheads="1" noChangeShapeType="1" noTextEdit="1"/>
                </p:cNvSpPr>
                <p:nvPr/>
              </p:nvSpPr>
              <p:spPr>
                <a:xfrm>
                  <a:off x="5753100" y="1874426"/>
                  <a:ext cx="3474477" cy="369332"/>
                </a:xfrm>
                <a:prstGeom prst="rect">
                  <a:avLst/>
                </a:prstGeom>
                <a:blipFill>
                  <a:blip r:embed="rId8"/>
                  <a:stretch>
                    <a:fillRect l="-2807" t="-1639" b="-327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2" name="TextBox 101">
                  <a:extLst>
                    <a:ext uri="{FF2B5EF4-FFF2-40B4-BE49-F238E27FC236}">
                      <a16:creationId xmlns:a16="http://schemas.microsoft.com/office/drawing/2014/main" id="{3106DDE6-4A95-9AA9-B5CB-1E35274400F0}"/>
                    </a:ext>
                  </a:extLst>
                </p:cNvPr>
                <p:cNvSpPr txBox="1"/>
                <p:nvPr/>
              </p:nvSpPr>
              <p:spPr>
                <a:xfrm>
                  <a:off x="5682403" y="2687669"/>
                  <a:ext cx="3880359" cy="461665"/>
                </a:xfrm>
                <a:prstGeom prst="rect">
                  <a:avLst/>
                </a:prstGeom>
                <a:noFill/>
              </p:spPr>
              <p:txBody>
                <a:bodyPr wrap="square">
                  <a:spAutoFit/>
                </a:bodyPr>
                <a:lstStyle/>
                <a:p>
                  <a:pPr/>
                  <a14:m>
                    <m:oMathPara xmlns:m="http://schemas.openxmlformats.org/officeDocument/2006/math">
                      <m:oMath>
                        <m:sSub>
                          <m:sSubPr>
                            <m:ctrlPr>
                              <a:rPr lang="en-US" sz="2400" i="1" dirty="0" smtClean="0">
                                <a:latin typeface="Cambria Math" panose="02040503050406030204" pitchFamily="18" charset="0"/>
                              </a:rPr>
                            </m:ctrlPr>
                          </m:sSubPr>
                          <m:e>
                            <m:r>
                              <a:rPr lang="en-US" sz="2400" i="1" dirty="0" smtClean="0">
                                <a:latin typeface="Cambria Math" panose="02040503050406030204" pitchFamily="18" charset="0"/>
                              </a:rPr>
                              <m:t>𝑓</m:t>
                            </m:r>
                          </m:e>
                          <m:sub>
                            <m:r>
                              <a:rPr lang="en-US" sz="2400" i="1" dirty="0" smtClean="0">
                                <a:latin typeface="Cambria Math" panose="02040503050406030204" pitchFamily="18" charset="0"/>
                              </a:rPr>
                              <m:t>𝑜</m:t>
                            </m:r>
                          </m:sub>
                        </m:sSub>
                        <m:r>
                          <a:rPr lang="de-DE" sz="2400" b="0" i="1" dirty="0" smtClean="0">
                            <a:latin typeface="Cambria Math" panose="02040503050406030204" pitchFamily="18" charset="0"/>
                          </a:rPr>
                          <m:t>=</m:t>
                        </m:r>
                        <m:r>
                          <a:rPr lang="en-US" sz="2400" i="1" dirty="0" smtClean="0">
                            <a:latin typeface="Cambria Math" panose="02040503050406030204" pitchFamily="18" charset="0"/>
                          </a:rPr>
                          <m:t>2</m:t>
                        </m:r>
                        <m:r>
                          <a:rPr lang="en-US" sz="2400" i="1" dirty="0" smtClean="0">
                            <a:latin typeface="Cambria Math" panose="02040503050406030204" pitchFamily="18" charset="0"/>
                          </a:rPr>
                          <m:t>𝜋</m:t>
                        </m:r>
                        <m:sSup>
                          <m:sSupPr>
                            <m:ctrlPr>
                              <a:rPr lang="en-US" sz="2400" i="1" dirty="0" smtClean="0">
                                <a:latin typeface="Cambria Math" panose="02040503050406030204" pitchFamily="18" charset="0"/>
                              </a:rPr>
                            </m:ctrlPr>
                          </m:sSupPr>
                          <m:e>
                            <m:r>
                              <a:rPr lang="en-US" sz="2400" i="1" dirty="0" smtClean="0">
                                <a:latin typeface="Cambria Math" panose="02040503050406030204" pitchFamily="18" charset="0"/>
                              </a:rPr>
                              <m:t>𝑟</m:t>
                            </m:r>
                          </m:e>
                          <m:sup>
                            <m:r>
                              <a:rPr lang="en-US" sz="2400" i="1" dirty="0" smtClean="0">
                                <a:latin typeface="Cambria Math" panose="02040503050406030204" pitchFamily="18" charset="0"/>
                              </a:rPr>
                              <m:t>3</m:t>
                            </m:r>
                          </m:sup>
                        </m:sSup>
                        <m:sSub>
                          <m:sSubPr>
                            <m:ctrlPr>
                              <a:rPr lang="en-US" sz="2400" i="1" dirty="0" smtClean="0">
                                <a:latin typeface="Cambria Math" panose="02040503050406030204" pitchFamily="18" charset="0"/>
                              </a:rPr>
                            </m:ctrlPr>
                          </m:sSubPr>
                          <m:e>
                            <m:r>
                              <a:rPr lang="en-US" sz="2400" i="1" dirty="0" smtClean="0">
                                <a:latin typeface="Cambria Math" panose="02040503050406030204" pitchFamily="18" charset="0"/>
                              </a:rPr>
                              <m:t>𝜀</m:t>
                            </m:r>
                          </m:e>
                          <m:sub>
                            <m:r>
                              <a:rPr lang="en-US" sz="2400" i="1" dirty="0">
                                <a:latin typeface="Cambria Math" panose="02040503050406030204" pitchFamily="18" charset="0"/>
                              </a:rPr>
                              <m:t>𝑚</m:t>
                            </m:r>
                          </m:sub>
                        </m:sSub>
                        <m:r>
                          <a:rPr lang="en-US" sz="2400" i="1" dirty="0">
                            <a:latin typeface="Cambria Math" panose="02040503050406030204" pitchFamily="18" charset="0"/>
                          </a:rPr>
                          <m:t>𝐑𝐞</m:t>
                        </m:r>
                        <m:d>
                          <m:dPr>
                            <m:begChr m:val="{"/>
                            <m:endChr m:val="}"/>
                            <m:ctrlPr>
                              <a:rPr lang="en-US" sz="2400" i="1" dirty="0">
                                <a:latin typeface="Cambria Math" panose="02040503050406030204" pitchFamily="18" charset="0"/>
                              </a:rPr>
                            </m:ctrlPr>
                          </m:dPr>
                          <m:e>
                            <m:r>
                              <a:rPr lang="en-US" sz="2400" i="1" dirty="0">
                                <a:latin typeface="Cambria Math" panose="02040503050406030204" pitchFamily="18" charset="0"/>
                              </a:rPr>
                              <m:t>𝒦</m:t>
                            </m:r>
                          </m:e>
                        </m:d>
                        <m:r>
                          <m:rPr>
                            <m:sty m:val="p"/>
                          </m:rPr>
                          <a:rPr lang="en-US" sz="2400" i="0" dirty="0">
                            <a:latin typeface="Cambria Math" panose="02040503050406030204" pitchFamily="18" charset="0"/>
                          </a:rPr>
                          <m:t>∇</m:t>
                        </m:r>
                        <m:sSup>
                          <m:sSupPr>
                            <m:ctrlPr>
                              <a:rPr lang="en-US" sz="2400" i="1" dirty="0">
                                <a:latin typeface="Cambria Math" panose="02040503050406030204" pitchFamily="18" charset="0"/>
                              </a:rPr>
                            </m:ctrlPr>
                          </m:sSupPr>
                          <m:e>
                            <m:d>
                              <m:dPr>
                                <m:begChr m:val="|"/>
                                <m:endChr m:val="|"/>
                                <m:ctrlPr>
                                  <a:rPr lang="en-US" sz="2400" i="1" dirty="0">
                                    <a:latin typeface="Cambria Math" panose="02040503050406030204" pitchFamily="18" charset="0"/>
                                  </a:rPr>
                                </m:ctrlPr>
                              </m:dPr>
                              <m:e>
                                <m:sSub>
                                  <m:sSubPr>
                                    <m:ctrlPr>
                                      <a:rPr lang="en-US" sz="2400" i="1" dirty="0">
                                        <a:latin typeface="Cambria Math" panose="02040503050406030204" pitchFamily="18" charset="0"/>
                                      </a:rPr>
                                    </m:ctrlPr>
                                  </m:sSubPr>
                                  <m:e>
                                    <m:r>
                                      <a:rPr lang="en-US" sz="2400" i="1" dirty="0">
                                        <a:latin typeface="Cambria Math" panose="02040503050406030204" pitchFamily="18" charset="0"/>
                                      </a:rPr>
                                      <m:t>𝐄</m:t>
                                    </m:r>
                                  </m:e>
                                  <m:sub>
                                    <m:r>
                                      <a:rPr lang="en-US" sz="2400" i="1" dirty="0">
                                        <a:latin typeface="Cambria Math" panose="02040503050406030204" pitchFamily="18" charset="0"/>
                                      </a:rPr>
                                      <m:t>𝐫𝐦𝐬</m:t>
                                    </m:r>
                                  </m:sub>
                                </m:sSub>
                              </m:e>
                            </m:d>
                          </m:e>
                          <m:sup>
                            <m:r>
                              <a:rPr lang="en-US" sz="2400" i="1" dirty="0">
                                <a:latin typeface="Cambria Math" panose="02040503050406030204" pitchFamily="18" charset="0"/>
                              </a:rPr>
                              <m:t>2</m:t>
                            </m:r>
                          </m:sup>
                        </m:sSup>
                      </m:oMath>
                    </m:oMathPara>
                  </a14:m>
                  <a:endParaRPr dirty="0"/>
                </a:p>
              </p:txBody>
            </p:sp>
          </mc:Choice>
          <mc:Fallback xmlns="">
            <p:sp>
              <p:nvSpPr>
                <p:cNvPr id="102" name="TextBox 101">
                  <a:extLst>
                    <a:ext uri="{FF2B5EF4-FFF2-40B4-BE49-F238E27FC236}">
                      <a16:creationId xmlns:a16="http://schemas.microsoft.com/office/drawing/2014/main" id="{0E7BA2BA-1B01-7A64-5119-6E05F9209BC8}"/>
                    </a:ext>
                  </a:extLst>
                </p:cNvPr>
                <p:cNvSpPr txBox="1">
                  <a:spLocks noRot="1" noChangeAspect="1" noMove="1" noResize="1" noEditPoints="1" noAdjustHandles="1" noChangeArrowheads="1" noChangeShapeType="1" noTextEdit="1"/>
                </p:cNvSpPr>
                <p:nvPr/>
              </p:nvSpPr>
              <p:spPr>
                <a:xfrm>
                  <a:off x="5682403" y="2687669"/>
                  <a:ext cx="3880359" cy="461665"/>
                </a:xfrm>
                <a:prstGeom prst="rect">
                  <a:avLst/>
                </a:prstGeom>
                <a:blipFill>
                  <a:blip r:embed="rId9"/>
                  <a:stretch>
                    <a:fillRect l="-942" b="-17105"/>
                  </a:stretch>
                </a:blipFill>
              </p:spPr>
              <p:txBody>
                <a:bodyPr/>
                <a:lstStyle/>
                <a:p>
                  <a:r>
                    <a:rPr lang="en-US">
                      <a:noFill/>
                    </a:rPr>
                    <a:t> </a:t>
                  </a:r>
                </a:p>
              </p:txBody>
            </p:sp>
          </mc:Fallback>
        </mc:AlternateContent>
        <p:sp>
          <p:nvSpPr>
            <p:cNvPr id="108" name="TextBox 107">
              <a:extLst>
                <a:ext uri="{FF2B5EF4-FFF2-40B4-BE49-F238E27FC236}">
                  <a16:creationId xmlns:a16="http://schemas.microsoft.com/office/drawing/2014/main" id="{15382C65-7117-ADE7-B7EB-CA6271F14D37}"/>
                </a:ext>
              </a:extLst>
            </p:cNvPr>
            <p:cNvSpPr txBox="1"/>
            <p:nvPr/>
          </p:nvSpPr>
          <p:spPr>
            <a:xfrm>
              <a:off x="10209667" y="1029373"/>
              <a:ext cx="471604" cy="400110"/>
            </a:xfrm>
            <a:prstGeom prst="rect">
              <a:avLst/>
            </a:prstGeom>
            <a:noFill/>
          </p:spPr>
          <p:txBody>
            <a:bodyPr wrap="none" rtlCol="0">
              <a:spAutoFit/>
            </a:bodyPr>
            <a:lstStyle/>
            <a:p>
              <a:r>
                <a:rPr lang="en-US" sz="2000" dirty="0"/>
                <a:t>(1)</a:t>
              </a:r>
            </a:p>
          </p:txBody>
        </p:sp>
        <p:sp>
          <p:nvSpPr>
            <p:cNvPr id="109" name="TextBox 108">
              <a:extLst>
                <a:ext uri="{FF2B5EF4-FFF2-40B4-BE49-F238E27FC236}">
                  <a16:creationId xmlns:a16="http://schemas.microsoft.com/office/drawing/2014/main" id="{4C35DCD2-F438-4D6B-8925-D3A15A82B452}"/>
                </a:ext>
              </a:extLst>
            </p:cNvPr>
            <p:cNvSpPr txBox="1"/>
            <p:nvPr/>
          </p:nvSpPr>
          <p:spPr>
            <a:xfrm>
              <a:off x="9624930" y="1850925"/>
              <a:ext cx="471604" cy="400110"/>
            </a:xfrm>
            <a:prstGeom prst="rect">
              <a:avLst/>
            </a:prstGeom>
            <a:noFill/>
          </p:spPr>
          <p:txBody>
            <a:bodyPr wrap="none" rtlCol="0">
              <a:spAutoFit/>
            </a:bodyPr>
            <a:lstStyle/>
            <a:p>
              <a:r>
                <a:rPr lang="en-US" sz="2000" dirty="0"/>
                <a:t>(2)</a:t>
              </a:r>
            </a:p>
          </p:txBody>
        </p:sp>
        <p:sp>
          <p:nvSpPr>
            <p:cNvPr id="110" name="TextBox 109">
              <a:extLst>
                <a:ext uri="{FF2B5EF4-FFF2-40B4-BE49-F238E27FC236}">
                  <a16:creationId xmlns:a16="http://schemas.microsoft.com/office/drawing/2014/main" id="{11C453EC-95FC-3398-3497-FB64104AEAB7}"/>
                </a:ext>
              </a:extLst>
            </p:cNvPr>
            <p:cNvSpPr txBox="1"/>
            <p:nvPr/>
          </p:nvSpPr>
          <p:spPr>
            <a:xfrm>
              <a:off x="9624930" y="2729423"/>
              <a:ext cx="471604" cy="400110"/>
            </a:xfrm>
            <a:prstGeom prst="rect">
              <a:avLst/>
            </a:prstGeom>
            <a:noFill/>
          </p:spPr>
          <p:txBody>
            <a:bodyPr wrap="none" rtlCol="0">
              <a:spAutoFit/>
            </a:bodyPr>
            <a:lstStyle/>
            <a:p>
              <a:r>
                <a:rPr lang="en-US" sz="2000" dirty="0"/>
                <a:t>(3)</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8F0EA6D5-160B-2495-3F5C-2B44420CC332}"/>
                    </a:ext>
                  </a:extLst>
                </p:cNvPr>
                <p:cNvSpPr txBox="1"/>
                <p:nvPr/>
              </p:nvSpPr>
              <p:spPr>
                <a:xfrm>
                  <a:off x="5397085" y="980692"/>
                  <a:ext cx="5052829" cy="475708"/>
                </a:xfrm>
                <a:prstGeom prst="rect">
                  <a:avLst/>
                </a:prstGeom>
                <a:noFill/>
              </p:spPr>
              <p:txBody>
                <a:bodyPr wrap="square">
                  <a:spAutoFit/>
                </a:bodyPr>
                <a:lstStyle/>
                <a:p>
                  <a:pPr/>
                  <a14:m>
                    <m:oMathPara xmlns:m="http://schemas.openxmlformats.org/officeDocument/2006/math">
                      <m:oMath>
                        <m:r>
                          <a:rPr lang="es-ES" sz="2400" i="1" dirty="0" smtClean="0">
                            <a:latin typeface="Cambria Math" panose="02040503050406030204" pitchFamily="18" charset="0"/>
                          </a:rPr>
                          <m:t>𝐌</m:t>
                        </m:r>
                        <m:acc>
                          <m:accPr>
                            <m:chr m:val="̈"/>
                            <m:ctrlPr>
                              <a:rPr lang="es-ES" sz="2400" i="1" dirty="0" smtClean="0">
                                <a:latin typeface="Cambria Math" panose="02040503050406030204" pitchFamily="18" charset="0"/>
                              </a:rPr>
                            </m:ctrlPr>
                          </m:accPr>
                          <m:e>
                            <m:r>
                              <a:rPr lang="es-ES" sz="2400" i="1" dirty="0" smtClean="0">
                                <a:latin typeface="Cambria Math" panose="02040503050406030204" pitchFamily="18" charset="0"/>
                              </a:rPr>
                              <m:t>𝐱</m:t>
                            </m:r>
                          </m:e>
                        </m:acc>
                        <m:r>
                          <a:rPr lang="es-ES" sz="2400" i="1" dirty="0" smtClean="0">
                            <a:latin typeface="Cambria Math" panose="02040503050406030204" pitchFamily="18" charset="0"/>
                          </a:rPr>
                          <m:t>=−</m:t>
                        </m:r>
                        <m:r>
                          <a:rPr lang="es-ES" sz="2400" i="1" dirty="0" smtClean="0">
                            <a:latin typeface="Cambria Math" panose="02040503050406030204" pitchFamily="18" charset="0"/>
                          </a:rPr>
                          <m:t>𝐇𝐱</m:t>
                        </m:r>
                        <m:r>
                          <a:rPr lang="es-ES" sz="2400" i="1" dirty="0" smtClean="0">
                            <a:latin typeface="Cambria Math" panose="02040503050406030204" pitchFamily="18" charset="0"/>
                          </a:rPr>
                          <m:t>−</m:t>
                        </m:r>
                        <m:r>
                          <a:rPr lang="es-ES" sz="2400" i="1" dirty="0" smtClean="0">
                            <a:latin typeface="Cambria Math" panose="02040503050406030204" pitchFamily="18" charset="0"/>
                          </a:rPr>
                          <m:t>𝐁</m:t>
                        </m:r>
                        <m:acc>
                          <m:accPr>
                            <m:chr m:val="̇"/>
                            <m:ctrlPr>
                              <a:rPr lang="es-ES" sz="2400" i="1" dirty="0" smtClean="0">
                                <a:latin typeface="Cambria Math" panose="02040503050406030204" pitchFamily="18" charset="0"/>
                              </a:rPr>
                            </m:ctrlPr>
                          </m:accPr>
                          <m:e>
                            <m:r>
                              <a:rPr lang="es-ES" sz="2400" i="1" dirty="0" smtClean="0">
                                <a:latin typeface="Cambria Math" panose="02040503050406030204" pitchFamily="18" charset="0"/>
                              </a:rPr>
                              <m:t>𝐱</m:t>
                            </m:r>
                          </m:e>
                        </m:acc>
                        <m:r>
                          <a:rPr lang="es-ES" sz="2400" i="1" dirty="0" smtClean="0">
                            <a:latin typeface="Cambria Math" panose="02040503050406030204" pitchFamily="18" charset="0"/>
                          </a:rPr>
                          <m:t>+</m:t>
                        </m:r>
                        <m:sSub>
                          <m:sSubPr>
                            <m:ctrlPr>
                              <a:rPr lang="es-ES" sz="2400" i="1" dirty="0" smtClean="0">
                                <a:latin typeface="Cambria Math" panose="02040503050406030204" pitchFamily="18" charset="0"/>
                              </a:rPr>
                            </m:ctrlPr>
                          </m:sSubPr>
                          <m:e>
                            <m:r>
                              <a:rPr lang="es-ES" sz="2400" i="1" dirty="0" smtClean="0">
                                <a:latin typeface="Cambria Math" panose="02040503050406030204" pitchFamily="18" charset="0"/>
                              </a:rPr>
                              <m:t>𝐟</m:t>
                            </m:r>
                          </m:e>
                          <m:sub>
                            <m:r>
                              <a:rPr lang="es-ES" sz="2400" i="1" dirty="0" smtClean="0">
                                <a:latin typeface="Cambria Math" panose="02040503050406030204" pitchFamily="18" charset="0"/>
                              </a:rPr>
                              <m:t>𝐓𝐇𝐳</m:t>
                            </m:r>
                          </m:sub>
                        </m:sSub>
                        <m:d>
                          <m:dPr>
                            <m:ctrlPr>
                              <a:rPr lang="es-ES" sz="2400" i="1" dirty="0" smtClean="0">
                                <a:latin typeface="Cambria Math" panose="02040503050406030204" pitchFamily="18" charset="0"/>
                              </a:rPr>
                            </m:ctrlPr>
                          </m:dPr>
                          <m:e>
                            <m:r>
                              <a:rPr lang="es-ES" sz="2400" i="1" dirty="0" smtClean="0">
                                <a:latin typeface="Cambria Math" panose="02040503050406030204" pitchFamily="18" charset="0"/>
                              </a:rPr>
                              <m:t>𝑡</m:t>
                            </m:r>
                          </m:e>
                        </m:d>
                        <m:r>
                          <a:rPr lang="es-ES" sz="2400" i="1" dirty="0" smtClean="0">
                            <a:latin typeface="Cambria Math" panose="02040503050406030204" pitchFamily="18" charset="0"/>
                          </a:rPr>
                          <m:t>+</m:t>
                        </m:r>
                        <m:r>
                          <a:rPr lang="es-ES" sz="2400" i="1" dirty="0" smtClean="0">
                            <a:latin typeface="Cambria Math" panose="02040503050406030204" pitchFamily="18" charset="0"/>
                          </a:rPr>
                          <m:t>𝝃</m:t>
                        </m:r>
                        <m:d>
                          <m:dPr>
                            <m:ctrlPr>
                              <a:rPr lang="es-ES" sz="2400" i="1" dirty="0" smtClean="0">
                                <a:latin typeface="Cambria Math" panose="02040503050406030204" pitchFamily="18" charset="0"/>
                              </a:rPr>
                            </m:ctrlPr>
                          </m:dPr>
                          <m:e>
                            <m:r>
                              <a:rPr lang="es-ES" sz="2400" i="1" dirty="0" smtClean="0">
                                <a:latin typeface="Cambria Math" panose="02040503050406030204" pitchFamily="18" charset="0"/>
                              </a:rPr>
                              <m:t>𝑡</m:t>
                            </m:r>
                          </m:e>
                        </m:d>
                      </m:oMath>
                    </m:oMathPara>
                  </a14:m>
                  <a:endParaRPr dirty="0"/>
                </a:p>
              </p:txBody>
            </p:sp>
          </mc:Choice>
          <mc:Fallback xmlns="">
            <p:sp>
              <p:nvSpPr>
                <p:cNvPr id="5" name="TextBox 4">
                  <a:extLst>
                    <a:ext uri="{FF2B5EF4-FFF2-40B4-BE49-F238E27FC236}">
                      <a16:creationId xmlns:a16="http://schemas.microsoft.com/office/drawing/2014/main" id="{0932E11D-E651-4C41-D65F-3B2F628F1F02}"/>
                    </a:ext>
                  </a:extLst>
                </p:cNvPr>
                <p:cNvSpPr txBox="1">
                  <a:spLocks noRot="1" noChangeAspect="1" noMove="1" noResize="1" noEditPoints="1" noAdjustHandles="1" noChangeArrowheads="1" noChangeShapeType="1" noTextEdit="1"/>
                </p:cNvSpPr>
                <p:nvPr/>
              </p:nvSpPr>
              <p:spPr>
                <a:xfrm>
                  <a:off x="5397085" y="980692"/>
                  <a:ext cx="5052829" cy="475708"/>
                </a:xfrm>
                <a:prstGeom prst="rect">
                  <a:avLst/>
                </a:prstGeom>
                <a:blipFill>
                  <a:blip r:embed="rId10"/>
                  <a:stretch>
                    <a:fillRect t="-10256" b="-25641"/>
                  </a:stretch>
                </a:blipFill>
              </p:spPr>
              <p:txBody>
                <a:bodyPr/>
                <a:lstStyle/>
                <a:p>
                  <a:r>
                    <a:rPr lang="en-US">
                      <a:noFill/>
                    </a:rPr>
                    <a:t> </a:t>
                  </a:r>
                </a:p>
              </p:txBody>
            </p:sp>
          </mc:Fallback>
        </mc:AlternateContent>
        <p:sp>
          <p:nvSpPr>
            <p:cNvPr id="8" name="Left Brace 7">
              <a:extLst>
                <a:ext uri="{FF2B5EF4-FFF2-40B4-BE49-F238E27FC236}">
                  <a16:creationId xmlns:a16="http://schemas.microsoft.com/office/drawing/2014/main" id="{AF4BA1C9-8C84-8488-C6DD-924B08AB25E6}"/>
                </a:ext>
              </a:extLst>
            </p:cNvPr>
            <p:cNvSpPr/>
            <p:nvPr/>
          </p:nvSpPr>
          <p:spPr>
            <a:xfrm>
              <a:off x="5388453" y="833055"/>
              <a:ext cx="456041" cy="3132665"/>
            </a:xfrm>
            <a:prstGeom prst="leftBrace">
              <a:avLst>
                <a:gd name="adj1" fmla="val 64030"/>
                <a:gd name="adj2" fmla="val 50000"/>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grpSp>
    </p:spTree>
    <p:extLst>
      <p:ext uri="{BB962C8B-B14F-4D97-AF65-F5344CB8AC3E}">
        <p14:creationId xmlns:p14="http://schemas.microsoft.com/office/powerpoint/2010/main" val="9516650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5"/>
                                        </p:tgtEl>
                                        <p:attrNameLst>
                                          <p:attrName>style.visibility</p:attrName>
                                        </p:attrNameLst>
                                      </p:cBhvr>
                                      <p:to>
                                        <p:strVal val="visible"/>
                                      </p:to>
                                    </p:set>
                                    <p:animEffect transition="in" filter="fade">
                                      <p:cBhvr>
                                        <p:cTn id="12" dur="500"/>
                                        <p:tgtEl>
                                          <p:spTgt spid="105"/>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11"/>
                                        </p:tgtEl>
                                        <p:attrNameLst>
                                          <p:attrName>style.visibility</p:attrName>
                                        </p:attrNameLst>
                                      </p:cBhvr>
                                      <p:to>
                                        <p:strVal val="visible"/>
                                      </p:to>
                                    </p:set>
                                    <p:animEffect transition="in" filter="fade">
                                      <p:cBhvr>
                                        <p:cTn id="15" dur="500"/>
                                        <p:tgtEl>
                                          <p:spTgt spid="111"/>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6"/>
                                        </p:tgtEl>
                                        <p:attrNameLst>
                                          <p:attrName>style.visibility</p:attrName>
                                        </p:attrNameLst>
                                      </p:cBhvr>
                                      <p:to>
                                        <p:strVal val="visible"/>
                                      </p:to>
                                    </p:set>
                                    <p:animEffect transition="in" filter="fade">
                                      <p:cBhvr>
                                        <p:cTn id="18" dur="500"/>
                                        <p:tgtEl>
                                          <p:spTgt spid="106"/>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12"/>
                                        </p:tgtEl>
                                        <p:attrNameLst>
                                          <p:attrName>style.visibility</p:attrName>
                                        </p:attrNameLst>
                                      </p:cBhvr>
                                      <p:to>
                                        <p:strVal val="visible"/>
                                      </p:to>
                                    </p:set>
                                    <p:animEffect transition="in" filter="fade">
                                      <p:cBhvr>
                                        <p:cTn id="21" dur="500"/>
                                        <p:tgtEl>
                                          <p:spTgt spid="1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 grpId="0"/>
      <p:bldP spid="106" grpId="0"/>
      <p:bldP spid="111" grpId="0"/>
      <p:bldP spid="112"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6DAA1E-9DC3-BEE6-20E5-65E2564A90B6}"/>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4C6BD03-09F2-D268-457D-144E45B1036A}"/>
              </a:ext>
            </a:extLst>
          </p:cNvPr>
          <p:cNvSpPr>
            <a:spLocks noGrp="1"/>
          </p:cNvSpPr>
          <p:nvPr>
            <p:ph type="sldNum" sz="quarter" idx="12"/>
          </p:nvPr>
        </p:nvSpPr>
        <p:spPr>
          <a:xfrm>
            <a:off x="112073" y="6308840"/>
            <a:ext cx="406400" cy="357715"/>
          </a:xfrm>
        </p:spPr>
        <p:txBody>
          <a:bodyPr/>
          <a:lstStyle/>
          <a:p>
            <a:fld id="{250B62C5-2ACF-4D78-8FF3-37371B948607}" type="slidenum">
              <a:rPr lang="en-US" smtClean="0"/>
              <a:t>33</a:t>
            </a:fld>
            <a:endParaRPr lang="en-US"/>
          </a:p>
        </p:txBody>
      </p:sp>
      <p:sp>
        <p:nvSpPr>
          <p:cNvPr id="43" name="Rectangle: Rounded Corners 42">
            <a:extLst>
              <a:ext uri="{FF2B5EF4-FFF2-40B4-BE49-F238E27FC236}">
                <a16:creationId xmlns:a16="http://schemas.microsoft.com/office/drawing/2014/main" id="{3D2DB96E-6805-00F5-7546-0981DE6CEE89}"/>
              </a:ext>
            </a:extLst>
          </p:cNvPr>
          <p:cNvSpPr/>
          <p:nvPr/>
        </p:nvSpPr>
        <p:spPr>
          <a:xfrm>
            <a:off x="10554619" y="143935"/>
            <a:ext cx="1522517" cy="91440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Algorithm </a:t>
            </a:r>
          </a:p>
        </p:txBody>
      </p:sp>
      <p:sp>
        <p:nvSpPr>
          <p:cNvPr id="44" name="Rectangle: Rounded Corners 43">
            <a:extLst>
              <a:ext uri="{FF2B5EF4-FFF2-40B4-BE49-F238E27FC236}">
                <a16:creationId xmlns:a16="http://schemas.microsoft.com/office/drawing/2014/main" id="{8322BA81-3178-BE53-B0D2-25E562E26297}"/>
              </a:ext>
            </a:extLst>
          </p:cNvPr>
          <p:cNvSpPr/>
          <p:nvPr/>
        </p:nvSpPr>
        <p:spPr>
          <a:xfrm>
            <a:off x="10554619" y="1568281"/>
            <a:ext cx="1522517" cy="914400"/>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Chemical Reactions </a:t>
            </a:r>
          </a:p>
        </p:txBody>
      </p:sp>
      <p:sp>
        <p:nvSpPr>
          <p:cNvPr id="45" name="Rectangle: Rounded Corners 44">
            <a:extLst>
              <a:ext uri="{FF2B5EF4-FFF2-40B4-BE49-F238E27FC236}">
                <a16:creationId xmlns:a16="http://schemas.microsoft.com/office/drawing/2014/main" id="{93590EE6-0A02-89AC-4348-CB011B16865B}"/>
              </a:ext>
            </a:extLst>
          </p:cNvPr>
          <p:cNvSpPr/>
          <p:nvPr/>
        </p:nvSpPr>
        <p:spPr>
          <a:xfrm>
            <a:off x="10554619" y="2992627"/>
            <a:ext cx="1522517" cy="91440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Metabolic Network</a:t>
            </a:r>
          </a:p>
        </p:txBody>
      </p:sp>
      <p:sp>
        <p:nvSpPr>
          <p:cNvPr id="46" name="Rectangle: Rounded Corners 45">
            <a:extLst>
              <a:ext uri="{FF2B5EF4-FFF2-40B4-BE49-F238E27FC236}">
                <a16:creationId xmlns:a16="http://schemas.microsoft.com/office/drawing/2014/main" id="{11DC40FD-E5D0-AA72-7F83-3120BCA732B1}"/>
              </a:ext>
            </a:extLst>
          </p:cNvPr>
          <p:cNvSpPr/>
          <p:nvPr/>
        </p:nvSpPr>
        <p:spPr>
          <a:xfrm>
            <a:off x="10554619" y="4416973"/>
            <a:ext cx="1522517" cy="914400"/>
          </a:xfrm>
          <a:prstGeom prst="round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THz Actuation</a:t>
            </a:r>
          </a:p>
        </p:txBody>
      </p:sp>
      <p:cxnSp>
        <p:nvCxnSpPr>
          <p:cNvPr id="47" name="Straight Arrow Connector 46">
            <a:extLst>
              <a:ext uri="{FF2B5EF4-FFF2-40B4-BE49-F238E27FC236}">
                <a16:creationId xmlns:a16="http://schemas.microsoft.com/office/drawing/2014/main" id="{114FCF06-BF13-2B1E-2F26-440FF1D2931B}"/>
              </a:ext>
            </a:extLst>
          </p:cNvPr>
          <p:cNvCxnSpPr>
            <a:cxnSpLocks/>
            <a:stCxn id="43" idx="2"/>
            <a:endCxn id="44" idx="0"/>
          </p:cNvCxnSpPr>
          <p:nvPr/>
        </p:nvCxnSpPr>
        <p:spPr>
          <a:xfrm>
            <a:off x="11315878" y="1058335"/>
            <a:ext cx="0" cy="509946"/>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48" name="Straight Arrow Connector 47">
            <a:extLst>
              <a:ext uri="{FF2B5EF4-FFF2-40B4-BE49-F238E27FC236}">
                <a16:creationId xmlns:a16="http://schemas.microsoft.com/office/drawing/2014/main" id="{C6B6E2FD-D887-7F56-E1D2-75F03A173363}"/>
              </a:ext>
            </a:extLst>
          </p:cNvPr>
          <p:cNvCxnSpPr>
            <a:cxnSpLocks/>
            <a:stCxn id="44" idx="2"/>
            <a:endCxn id="45" idx="0"/>
          </p:cNvCxnSpPr>
          <p:nvPr/>
        </p:nvCxnSpPr>
        <p:spPr>
          <a:xfrm>
            <a:off x="11315878" y="2482681"/>
            <a:ext cx="0" cy="509946"/>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49" name="Straight Arrow Connector 48">
            <a:extLst>
              <a:ext uri="{FF2B5EF4-FFF2-40B4-BE49-F238E27FC236}">
                <a16:creationId xmlns:a16="http://schemas.microsoft.com/office/drawing/2014/main" id="{250B486D-A86B-F27D-3FCA-4778C85E2C9D}"/>
              </a:ext>
            </a:extLst>
          </p:cNvPr>
          <p:cNvCxnSpPr>
            <a:cxnSpLocks/>
            <a:stCxn id="46" idx="0"/>
          </p:cNvCxnSpPr>
          <p:nvPr/>
        </p:nvCxnSpPr>
        <p:spPr>
          <a:xfrm flipV="1">
            <a:off x="11315878" y="3907027"/>
            <a:ext cx="0" cy="509946"/>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pic>
        <p:nvPicPr>
          <p:cNvPr id="2050" name="Picture 2">
            <a:extLst>
              <a:ext uri="{FF2B5EF4-FFF2-40B4-BE49-F238E27FC236}">
                <a16:creationId xmlns:a16="http://schemas.microsoft.com/office/drawing/2014/main" id="{9ACD0E3A-A583-8B41-26F2-F4AC4F5EC91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6745" t="4225" r="15412" b="7108"/>
          <a:stretch>
            <a:fillRect/>
          </a:stretch>
        </p:blipFill>
        <p:spPr bwMode="auto">
          <a:xfrm>
            <a:off x="112073" y="1108600"/>
            <a:ext cx="3231042" cy="4222773"/>
          </a:xfrm>
          <a:prstGeom prst="rect">
            <a:avLst/>
          </a:prstGeom>
          <a:noFill/>
          <a:extLst>
            <a:ext uri="{909E8E84-426E-40DD-AFC4-6F175D3DCCD1}">
              <a14:hiddenFill xmlns:a14="http://schemas.microsoft.com/office/drawing/2010/main">
                <a:solidFill>
                  <a:srgbClr val="FFFFFF"/>
                </a:solidFill>
              </a14:hiddenFill>
            </a:ext>
          </a:extLst>
        </p:spPr>
      </p:pic>
      <p:sp>
        <p:nvSpPr>
          <p:cNvPr id="83" name="TextBox 82">
            <a:extLst>
              <a:ext uri="{FF2B5EF4-FFF2-40B4-BE49-F238E27FC236}">
                <a16:creationId xmlns:a16="http://schemas.microsoft.com/office/drawing/2014/main" id="{62E9ACD5-2FCC-D952-BE72-9147B1037C89}"/>
              </a:ext>
            </a:extLst>
          </p:cNvPr>
          <p:cNvSpPr txBox="1"/>
          <p:nvPr/>
        </p:nvSpPr>
        <p:spPr>
          <a:xfrm>
            <a:off x="112073" y="370302"/>
            <a:ext cx="3231042" cy="461665"/>
          </a:xfrm>
          <a:prstGeom prst="rect">
            <a:avLst/>
          </a:prstGeom>
          <a:noFill/>
        </p:spPr>
        <p:txBody>
          <a:bodyPr wrap="square">
            <a:spAutoFit/>
          </a:bodyPr>
          <a:lstStyle/>
          <a:p>
            <a:pPr>
              <a:spcAft>
                <a:spcPts val="600"/>
              </a:spcAft>
            </a:pPr>
            <a:r>
              <a:rPr lang="es-ES" sz="2400" dirty="0" err="1">
                <a:hlinkClick r:id="rId4"/>
              </a:rPr>
              <a:t>Enzyme</a:t>
            </a:r>
            <a:r>
              <a:rPr lang="es-ES" sz="2400" dirty="0">
                <a:hlinkClick r:id="rId4"/>
              </a:rPr>
              <a:t> PBD ID: 1TUB </a:t>
            </a:r>
            <a:endParaRPr lang="en-US" sz="2400" dirty="0"/>
          </a:p>
        </p:txBody>
      </p:sp>
      <p:sp>
        <p:nvSpPr>
          <p:cNvPr id="85" name="TextBox 84">
            <a:extLst>
              <a:ext uri="{FF2B5EF4-FFF2-40B4-BE49-F238E27FC236}">
                <a16:creationId xmlns:a16="http://schemas.microsoft.com/office/drawing/2014/main" id="{1D133834-1CA3-FD66-CD0C-7F44CA910F58}"/>
              </a:ext>
            </a:extLst>
          </p:cNvPr>
          <p:cNvSpPr txBox="1"/>
          <p:nvPr/>
        </p:nvSpPr>
        <p:spPr>
          <a:xfrm>
            <a:off x="4539501" y="370301"/>
            <a:ext cx="4933031" cy="461665"/>
          </a:xfrm>
          <a:prstGeom prst="rect">
            <a:avLst/>
          </a:prstGeom>
          <a:noFill/>
        </p:spPr>
        <p:txBody>
          <a:bodyPr wrap="square">
            <a:spAutoFit/>
          </a:bodyPr>
          <a:lstStyle/>
          <a:p>
            <a:r>
              <a:rPr lang="en-US" sz="2400" dirty="0"/>
              <a:t>Anisotropic Network Model (ANM)</a:t>
            </a:r>
          </a:p>
        </p:txBody>
      </p:sp>
      <p:pic>
        <p:nvPicPr>
          <p:cNvPr id="92" name="Picture 91">
            <a:extLst>
              <a:ext uri="{FF2B5EF4-FFF2-40B4-BE49-F238E27FC236}">
                <a16:creationId xmlns:a16="http://schemas.microsoft.com/office/drawing/2014/main" id="{AFD42315-8C8E-0D0E-CA55-550BA343AC6A}"/>
              </a:ext>
            </a:extLst>
          </p:cNvPr>
          <p:cNvPicPr>
            <a:picLocks noChangeAspect="1"/>
          </p:cNvPicPr>
          <p:nvPr/>
        </p:nvPicPr>
        <p:blipFill>
          <a:blip r:embed="rId5">
            <a:extLst>
              <a:ext uri="{28A0092B-C50C-407E-A947-70E740481C1C}">
                <a14:useLocalDpi xmlns:a14="http://schemas.microsoft.com/office/drawing/2010/main" val="0"/>
              </a:ext>
            </a:extLst>
          </a:blip>
          <a:srcRect l="27110" t="29244" r="20223" b="30044"/>
          <a:stretch>
            <a:fillRect/>
          </a:stretch>
        </p:blipFill>
        <p:spPr>
          <a:xfrm>
            <a:off x="4256796" y="831966"/>
            <a:ext cx="5384142" cy="4162057"/>
          </a:xfrm>
          <a:prstGeom prst="rect">
            <a:avLst/>
          </a:prstGeom>
        </p:spPr>
      </p:pic>
      <p:pic>
        <p:nvPicPr>
          <p:cNvPr id="6" name="Picture 5">
            <a:extLst>
              <a:ext uri="{FF2B5EF4-FFF2-40B4-BE49-F238E27FC236}">
                <a16:creationId xmlns:a16="http://schemas.microsoft.com/office/drawing/2014/main" id="{F86B3A85-58CC-DA81-24F5-316C463DBD3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575020" y="5079864"/>
            <a:ext cx="1795023" cy="1795023"/>
          </a:xfrm>
          <a:prstGeom prst="rect">
            <a:avLst/>
          </a:prstGeom>
        </p:spPr>
      </p:pic>
      <p:pic>
        <p:nvPicPr>
          <p:cNvPr id="7" name="Picture 6">
            <a:extLst>
              <a:ext uri="{FF2B5EF4-FFF2-40B4-BE49-F238E27FC236}">
                <a16:creationId xmlns:a16="http://schemas.microsoft.com/office/drawing/2014/main" id="{6D062231-4088-95DF-4294-45BDFDB139BF}"/>
              </a:ext>
            </a:extLst>
          </p:cNvPr>
          <p:cNvPicPr>
            <a:picLocks noChangeAspect="1"/>
          </p:cNvPicPr>
          <p:nvPr/>
        </p:nvPicPr>
        <p:blipFill>
          <a:blip r:embed="rId7"/>
          <a:stretch>
            <a:fillRect/>
          </a:stretch>
        </p:blipFill>
        <p:spPr>
          <a:xfrm>
            <a:off x="7966582" y="5765444"/>
            <a:ext cx="423862" cy="423862"/>
          </a:xfrm>
          <a:prstGeom prst="rect">
            <a:avLst/>
          </a:prstGeom>
        </p:spPr>
      </p:pic>
    </p:spTree>
    <p:extLst>
      <p:ext uri="{BB962C8B-B14F-4D97-AF65-F5344CB8AC3E}">
        <p14:creationId xmlns:p14="http://schemas.microsoft.com/office/powerpoint/2010/main" val="10202774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F116A7-B491-703E-7C67-8979FAE7381B}"/>
            </a:ext>
          </a:extLst>
        </p:cNvPr>
        <p:cNvGrpSpPr/>
        <p:nvPr/>
      </p:nvGrpSpPr>
      <p:grpSpPr>
        <a:xfrm>
          <a:off x="0" y="0"/>
          <a:ext cx="0" cy="0"/>
          <a:chOff x="0" y="0"/>
          <a:chExt cx="0" cy="0"/>
        </a:xfrm>
      </p:grpSpPr>
      <p:sp>
        <p:nvSpPr>
          <p:cNvPr id="55" name="PlaceHolder 1">
            <a:extLst>
              <a:ext uri="{FF2B5EF4-FFF2-40B4-BE49-F238E27FC236}">
                <a16:creationId xmlns:a16="http://schemas.microsoft.com/office/drawing/2014/main" id="{FCCD20DA-5BAC-BB70-0C2D-F9C3D2B28D4D}"/>
              </a:ext>
            </a:extLst>
          </p:cNvPr>
          <p:cNvSpPr>
            <a:spLocks noGrp="1"/>
          </p:cNvSpPr>
          <p:nvPr>
            <p:ph type="title"/>
          </p:nvPr>
        </p:nvSpPr>
        <p:spPr>
          <a:xfrm>
            <a:off x="1286540" y="3834128"/>
            <a:ext cx="10676860" cy="1968624"/>
          </a:xfrm>
          <a:prstGeom prst="rect">
            <a:avLst/>
          </a:prstGeom>
          <a:noFill/>
          <a:ln w="0">
            <a:noFill/>
          </a:ln>
        </p:spPr>
        <p:txBody>
          <a:bodyPr lIns="0" tIns="0" rIns="0" bIns="0" anchor="b">
            <a:noAutofit/>
          </a:bodyPr>
          <a:lstStyle/>
          <a:p>
            <a:pPr indent="0">
              <a:lnSpc>
                <a:spcPct val="100000"/>
              </a:lnSpc>
              <a:buNone/>
              <a:tabLst>
                <a:tab pos="0" algn="l"/>
              </a:tabLst>
            </a:pPr>
            <a:r>
              <a:rPr lang="en-GB" sz="2400" b="0" strike="noStrike" spc="-1" dirty="0">
                <a:solidFill>
                  <a:schemeClr val="lt1"/>
                </a:solidFill>
                <a:latin typeface="Arial"/>
              </a:rPr>
              <a:t>Jorge Torres Gómez, Hadeel Mohamad, Sarah Gräfin, Lars Liebermeister</a:t>
            </a:r>
            <a:br>
              <a:rPr lang="en-GB" sz="2400" b="0" strike="noStrike" spc="-1" dirty="0">
                <a:solidFill>
                  <a:schemeClr val="lt1"/>
                </a:solidFill>
                <a:latin typeface="Arial"/>
              </a:rPr>
            </a:br>
            <a:endParaRPr lang="en-GB" sz="2400" b="0" strike="noStrike" spc="-1" dirty="0">
              <a:solidFill>
                <a:schemeClr val="lt1"/>
              </a:solidFill>
              <a:latin typeface="Arial"/>
            </a:endParaRPr>
          </a:p>
        </p:txBody>
      </p:sp>
      <p:sp>
        <p:nvSpPr>
          <p:cNvPr id="5" name="TextBox 4">
            <a:extLst>
              <a:ext uri="{FF2B5EF4-FFF2-40B4-BE49-F238E27FC236}">
                <a16:creationId xmlns:a16="http://schemas.microsoft.com/office/drawing/2014/main" id="{648AA290-328F-902A-C235-648ABEA3035F}"/>
              </a:ext>
            </a:extLst>
          </p:cNvPr>
          <p:cNvSpPr txBox="1"/>
          <p:nvPr/>
        </p:nvSpPr>
        <p:spPr>
          <a:xfrm>
            <a:off x="-70242" y="2263895"/>
            <a:ext cx="12033642" cy="193899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srgbClr val="FFFFFF"/>
                </a:solidFill>
                <a:effectLst/>
                <a:uLnTx/>
                <a:uFillTx/>
                <a:latin typeface="Arial"/>
              </a:rPr>
              <a:t>Communicating Smartly in Molecular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srgbClr val="FFFFFF"/>
                </a:solidFill>
                <a:effectLst/>
                <a:uLnTx/>
                <a:uFillTx/>
                <a:latin typeface="Arial"/>
              </a:rPr>
              <a:t>Communication Environments: Neural</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srgbClr val="FFFFFF"/>
                </a:solidFill>
                <a:effectLst/>
                <a:uLnTx/>
                <a:uFillTx/>
                <a:latin typeface="Arial"/>
              </a:rPr>
              <a:t>Networks in the Internet of Bio-Nano Things</a:t>
            </a:r>
          </a:p>
        </p:txBody>
      </p:sp>
      <p:pic>
        <p:nvPicPr>
          <p:cNvPr id="9" name="Picture 8" descr="HHI - Profil | SQuaD - Quantenkommunikation in Deutschland">
            <a:extLst>
              <a:ext uri="{FF2B5EF4-FFF2-40B4-BE49-F238E27FC236}">
                <a16:creationId xmlns:a16="http://schemas.microsoft.com/office/drawing/2014/main" id="{1E1D71AB-566A-3014-41E4-A0E04730A031}"/>
              </a:ext>
            </a:extLst>
          </p:cNvPr>
          <p:cNvPicPr>
            <a:picLocks noChangeAspect="1"/>
          </p:cNvPicPr>
          <p:nvPr/>
        </p:nvPicPr>
        <p:blipFill>
          <a:blip r:embed="rId2"/>
          <a:srcRect l="9787" t="33069" r="8374" b="29669"/>
          <a:stretch>
            <a:fillRect/>
          </a:stretch>
        </p:blipFill>
        <p:spPr>
          <a:xfrm>
            <a:off x="6581553" y="378303"/>
            <a:ext cx="2456122" cy="676945"/>
          </a:xfrm>
          <a:prstGeom prst="rect">
            <a:avLst/>
          </a:prstGeom>
        </p:spPr>
      </p:pic>
      <p:pic>
        <p:nvPicPr>
          <p:cNvPr id="11" name="Picture 10" descr="Primary Logos - Brand Center">
            <a:extLst>
              <a:ext uri="{FF2B5EF4-FFF2-40B4-BE49-F238E27FC236}">
                <a16:creationId xmlns:a16="http://schemas.microsoft.com/office/drawing/2014/main" id="{48CC062B-C261-0EBF-2F2E-8662F4408EA6}"/>
              </a:ext>
            </a:extLst>
          </p:cNvPr>
          <p:cNvPicPr>
            <a:picLocks noChangeAspect="1"/>
          </p:cNvPicPr>
          <p:nvPr/>
        </p:nvPicPr>
        <p:blipFill>
          <a:blip r:embed="rId3"/>
          <a:stretch>
            <a:fillRect/>
          </a:stretch>
        </p:blipFill>
        <p:spPr>
          <a:xfrm>
            <a:off x="4416273" y="377999"/>
            <a:ext cx="1679727" cy="525768"/>
          </a:xfrm>
          <a:prstGeom prst="rect">
            <a:avLst/>
          </a:prstGeom>
        </p:spPr>
      </p:pic>
      <p:pic>
        <p:nvPicPr>
          <p:cNvPr id="8" name="Picture 7">
            <a:extLst>
              <a:ext uri="{FF2B5EF4-FFF2-40B4-BE49-F238E27FC236}">
                <a16:creationId xmlns:a16="http://schemas.microsoft.com/office/drawing/2014/main" id="{28427588-CA9C-B830-ADC0-B778774EACD3}"/>
              </a:ext>
            </a:extLst>
          </p:cNvPr>
          <p:cNvPicPr>
            <a:picLocks noChangeAspect="1"/>
          </p:cNvPicPr>
          <p:nvPr/>
        </p:nvPicPr>
        <p:blipFill>
          <a:blip r:embed="rId4"/>
          <a:stretch>
            <a:fillRect/>
          </a:stretch>
        </p:blipFill>
        <p:spPr>
          <a:xfrm>
            <a:off x="0" y="6163241"/>
            <a:ext cx="6496216" cy="694759"/>
          </a:xfrm>
          <a:prstGeom prst="rect">
            <a:avLst/>
          </a:prstGeom>
        </p:spPr>
      </p:pic>
    </p:spTree>
    <p:extLst>
      <p:ext uri="{BB962C8B-B14F-4D97-AF65-F5344CB8AC3E}">
        <p14:creationId xmlns:p14="http://schemas.microsoft.com/office/powerpoint/2010/main" val="118895949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1A8C0F5-C0CA-AAF0-8EC8-1EA7620F7AF2}"/>
            </a:ext>
          </a:extLst>
        </p:cNvPr>
        <p:cNvGrpSpPr/>
        <p:nvPr/>
      </p:nvGrpSpPr>
      <p:grpSpPr>
        <a:xfrm>
          <a:off x="0" y="0"/>
          <a:ext cx="0" cy="0"/>
          <a:chOff x="0" y="0"/>
          <a:chExt cx="0" cy="0"/>
        </a:xfrm>
      </p:grpSpPr>
      <p:grpSp>
        <p:nvGrpSpPr>
          <p:cNvPr id="36" name="Group 35">
            <a:extLst>
              <a:ext uri="{FF2B5EF4-FFF2-40B4-BE49-F238E27FC236}">
                <a16:creationId xmlns:a16="http://schemas.microsoft.com/office/drawing/2014/main" id="{24D67A53-65D5-CCED-C2CE-23EAECC5B08D}"/>
              </a:ext>
            </a:extLst>
          </p:cNvPr>
          <p:cNvGrpSpPr/>
          <p:nvPr/>
        </p:nvGrpSpPr>
        <p:grpSpPr>
          <a:xfrm>
            <a:off x="8859442" y="3875942"/>
            <a:ext cx="3243500" cy="2674953"/>
            <a:chOff x="8859442" y="3875942"/>
            <a:chExt cx="3243500" cy="2674953"/>
          </a:xfrm>
        </p:grpSpPr>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7009999E-DFBE-8CDF-93C9-7E020A66F9A3}"/>
                    </a:ext>
                  </a:extLst>
                </p:cNvPr>
                <p:cNvSpPr txBox="1"/>
                <p:nvPr/>
              </p:nvSpPr>
              <p:spPr>
                <a:xfrm>
                  <a:off x="9005877" y="4177264"/>
                  <a:ext cx="2360583" cy="635240"/>
                </a:xfrm>
                <a:prstGeom prst="rect">
                  <a:avLst/>
                </a:prstGeom>
                <a:noFill/>
              </p:spPr>
              <p:txBody>
                <a:bodyPr wrap="none" lIns="0" tIns="0" rIns="0" bIns="0" rtlCol="0">
                  <a:spAutoFit/>
                </a:bodyPr>
                <a:lstStyle/>
                <a:p>
                  <a:pPr/>
                  <a14:m>
                    <m:oMathPara xmlns:m="http://schemas.openxmlformats.org/officeDocument/2006/math">
                      <m:oMath>
                        <m:sSub>
                          <m:sSubPr>
                            <m:ctrlPr>
                              <a:rPr lang="en-US" sz="1600" i="1">
                                <a:latin typeface="Cambria Math" panose="02040503050406030204" pitchFamily="18" charset="0"/>
                              </a:rPr>
                            </m:ctrlPr>
                          </m:sSubPr>
                          <m:e>
                            <m:r>
                              <a:rPr lang="en-US" sz="1600" i="1">
                                <a:latin typeface="Cambria Math" panose="02040503050406030204" pitchFamily="18" charset="0"/>
                              </a:rPr>
                              <m:t>𝑝</m:t>
                            </m:r>
                          </m:e>
                          <m:sub>
                            <m:r>
                              <a:rPr lang="en-US" sz="1600" i="1">
                                <a:latin typeface="Cambria Math" panose="02040503050406030204" pitchFamily="18" charset="0"/>
                              </a:rPr>
                              <m:t>𝑈</m:t>
                            </m:r>
                          </m:sub>
                        </m:sSub>
                        <m:r>
                          <a:rPr lang="en-US" sz="1600" i="1">
                            <a:latin typeface="Cambria Math" panose="02040503050406030204" pitchFamily="18" charset="0"/>
                          </a:rPr>
                          <m:t>=1−</m:t>
                        </m:r>
                        <m:f>
                          <m:fPr>
                            <m:ctrlPr>
                              <a:rPr lang="en-US" sz="1600" i="1">
                                <a:latin typeface="Cambria Math" panose="02040503050406030204" pitchFamily="18" charset="0"/>
                              </a:rPr>
                            </m:ctrlPr>
                          </m:fPr>
                          <m:num>
                            <m:r>
                              <a:rPr lang="en-US" sz="1600" i="1">
                                <a:latin typeface="Cambria Math" panose="02040503050406030204" pitchFamily="18" charset="0"/>
                              </a:rPr>
                              <m:t>1</m:t>
                            </m:r>
                          </m:num>
                          <m:den>
                            <m:r>
                              <a:rPr lang="en-US" sz="1600" i="1">
                                <a:latin typeface="Cambria Math" panose="02040503050406030204" pitchFamily="18" charset="0"/>
                              </a:rPr>
                              <m:t>1+</m:t>
                            </m:r>
                            <m:sSup>
                              <m:sSupPr>
                                <m:ctrlPr>
                                  <a:rPr lang="de-DE" sz="1600" b="0" i="1" smtClean="0">
                                    <a:latin typeface="Cambria Math" panose="02040503050406030204" pitchFamily="18" charset="0"/>
                                  </a:rPr>
                                </m:ctrlPr>
                              </m:sSupPr>
                              <m:e>
                                <m:r>
                                  <a:rPr lang="de-DE" sz="1600" b="0" i="1" smtClean="0">
                                    <a:latin typeface="Cambria Math" panose="02040503050406030204" pitchFamily="18" charset="0"/>
                                  </a:rPr>
                                  <m:t>𝑒</m:t>
                                </m:r>
                              </m:e>
                              <m:sup>
                                <m:d>
                                  <m:dPr>
                                    <m:ctrlPr>
                                      <a:rPr lang="en-US" sz="1600" i="1">
                                        <a:latin typeface="Cambria Math" panose="02040503050406030204" pitchFamily="18" charset="0"/>
                                      </a:rPr>
                                    </m:ctrlPr>
                                  </m:dPr>
                                  <m:e>
                                    <m:f>
                                      <m:fPr>
                                        <m:ctrlPr>
                                          <a:rPr lang="en-US" sz="1600">
                                            <a:latin typeface="Cambria Math" panose="02040503050406030204" pitchFamily="18" charset="0"/>
                                          </a:rPr>
                                        </m:ctrlPr>
                                      </m:fPr>
                                      <m:num>
                                        <m:r>
                                          <m:rPr>
                                            <m:sty m:val="p"/>
                                          </m:rPr>
                                          <a:rPr lang="en-US" sz="1600">
                                            <a:latin typeface="Cambria Math" panose="02040503050406030204" pitchFamily="18" charset="0"/>
                                          </a:rPr>
                                          <m:t>Δ</m:t>
                                        </m:r>
                                        <m:r>
                                          <a:rPr lang="en-US" sz="1600" i="1">
                                            <a:latin typeface="Cambria Math" panose="02040503050406030204" pitchFamily="18" charset="0"/>
                                          </a:rPr>
                                          <m:t>𝐸</m:t>
                                        </m:r>
                                        <m:r>
                                          <a:rPr lang="en-US" sz="1600" i="1">
                                            <a:latin typeface="Cambria Math" panose="02040503050406030204" pitchFamily="18" charset="0"/>
                                          </a:rPr>
                                          <m:t>−</m:t>
                                        </m:r>
                                        <m:sSub>
                                          <m:sSubPr>
                                            <m:ctrlPr>
                                              <a:rPr lang="en-US" sz="1600" i="1">
                                                <a:latin typeface="Cambria Math" panose="02040503050406030204" pitchFamily="18" charset="0"/>
                                              </a:rPr>
                                            </m:ctrlPr>
                                          </m:sSubPr>
                                          <m:e>
                                            <m:d>
                                              <m:dPr>
                                                <m:begChr m:val="⟨"/>
                                                <m:endChr m:val="⟩"/>
                                                <m:ctrlPr>
                                                  <a:rPr lang="en-US" sz="1600" i="1">
                                                    <a:latin typeface="Cambria Math" panose="02040503050406030204" pitchFamily="18" charset="0"/>
                                                  </a:rPr>
                                                </m:ctrlPr>
                                              </m:dPr>
                                              <m:e>
                                                <m:sSub>
                                                  <m:sSubPr>
                                                    <m:ctrlPr>
                                                      <a:rPr lang="en-US" sz="1600" i="1">
                                                        <a:latin typeface="Cambria Math" panose="02040503050406030204" pitchFamily="18" charset="0"/>
                                                      </a:rPr>
                                                    </m:ctrlPr>
                                                  </m:sSubPr>
                                                  <m:e>
                                                    <m:r>
                                                      <a:rPr lang="en-US" sz="1600" i="1">
                                                        <a:latin typeface="Cambria Math" panose="02040503050406030204" pitchFamily="18" charset="0"/>
                                                      </a:rPr>
                                                      <m:t>𝐸</m:t>
                                                    </m:r>
                                                  </m:e>
                                                  <m:sub>
                                                    <m:r>
                                                      <a:rPr lang="en-US" sz="1600" i="1">
                                                        <a:latin typeface="Cambria Math" panose="02040503050406030204" pitchFamily="18" charset="0"/>
                                                      </a:rPr>
                                                      <m:t>𝑡𝑜𝑡</m:t>
                                                    </m:r>
                                                  </m:sub>
                                                </m:sSub>
                                              </m:e>
                                            </m:d>
                                          </m:e>
                                          <m:sub>
                                            <m:r>
                                              <a:rPr lang="en-US" sz="1600" i="1">
                                                <a:latin typeface="Cambria Math" panose="02040503050406030204" pitchFamily="18" charset="0"/>
                                              </a:rPr>
                                              <m:t>𝑠𝑠</m:t>
                                            </m:r>
                                          </m:sub>
                                        </m:sSub>
                                      </m:num>
                                      <m:den>
                                        <m:sSub>
                                          <m:sSubPr>
                                            <m:ctrlPr>
                                              <a:rPr lang="en-US" sz="1600" i="1">
                                                <a:latin typeface="Cambria Math" panose="02040503050406030204" pitchFamily="18" charset="0"/>
                                              </a:rPr>
                                            </m:ctrlPr>
                                          </m:sSubPr>
                                          <m:e>
                                            <m:r>
                                              <a:rPr lang="en-US" sz="1600" i="1">
                                                <a:latin typeface="Cambria Math" panose="02040503050406030204" pitchFamily="18" charset="0"/>
                                              </a:rPr>
                                              <m:t>𝑘</m:t>
                                            </m:r>
                                          </m:e>
                                          <m:sub>
                                            <m:r>
                                              <a:rPr lang="en-US" sz="1600" i="1">
                                                <a:latin typeface="Cambria Math" panose="02040503050406030204" pitchFamily="18" charset="0"/>
                                              </a:rPr>
                                              <m:t>𝑏</m:t>
                                            </m:r>
                                          </m:sub>
                                        </m:sSub>
                                        <m:r>
                                          <a:rPr lang="en-US" sz="1600" i="1">
                                            <a:latin typeface="Cambria Math" panose="02040503050406030204" pitchFamily="18" charset="0"/>
                                          </a:rPr>
                                          <m:t>𝑇</m:t>
                                        </m:r>
                                      </m:den>
                                    </m:f>
                                  </m:e>
                                </m:d>
                              </m:sup>
                            </m:sSup>
                          </m:den>
                        </m:f>
                      </m:oMath>
                    </m:oMathPara>
                  </a14:m>
                  <a:endParaRPr lang="en-US" sz="1600" dirty="0"/>
                </a:p>
              </p:txBody>
            </p:sp>
          </mc:Choice>
          <mc:Fallback xmlns="">
            <p:sp>
              <p:nvSpPr>
                <p:cNvPr id="6" name="TextBox 5">
                  <a:extLst>
                    <a:ext uri="{FF2B5EF4-FFF2-40B4-BE49-F238E27FC236}">
                      <a16:creationId xmlns:a16="http://schemas.microsoft.com/office/drawing/2014/main" id="{7009999E-DFBE-8CDF-93C9-7E020A66F9A3}"/>
                    </a:ext>
                  </a:extLst>
                </p:cNvPr>
                <p:cNvSpPr txBox="1">
                  <a:spLocks noRot="1" noChangeAspect="1" noMove="1" noResize="1" noEditPoints="1" noAdjustHandles="1" noChangeArrowheads="1" noChangeShapeType="1" noTextEdit="1"/>
                </p:cNvSpPr>
                <p:nvPr/>
              </p:nvSpPr>
              <p:spPr>
                <a:xfrm>
                  <a:off x="9005877" y="4177264"/>
                  <a:ext cx="2360583" cy="635240"/>
                </a:xfrm>
                <a:prstGeom prst="rect">
                  <a:avLst/>
                </a:prstGeom>
                <a:blipFill>
                  <a:blip r:embed="rId4"/>
                  <a:stretch>
                    <a:fillRect b="-962"/>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B854A092-F48B-D396-5C6F-DF3BCBA93B10}"/>
                </a:ext>
              </a:extLst>
            </p:cNvPr>
            <p:cNvSpPr txBox="1"/>
            <p:nvPr/>
          </p:nvSpPr>
          <p:spPr>
            <a:xfrm>
              <a:off x="8859442" y="3875942"/>
              <a:ext cx="3042822" cy="338555"/>
            </a:xfrm>
            <a:prstGeom prst="rect">
              <a:avLst/>
            </a:prstGeom>
            <a:noFill/>
          </p:spPr>
          <p:txBody>
            <a:bodyPr wrap="none" rtlCol="0">
              <a:spAutoFit/>
            </a:bodyPr>
            <a:lstStyle/>
            <a:p>
              <a:r>
                <a:rPr lang="en-US" sz="1600" dirty="0">
                  <a:ln/>
                  <a:solidFill>
                    <a:srgbClr val="000000"/>
                  </a:solidFill>
                  <a:latin typeface="Arial"/>
                  <a:cs typeface="Arial"/>
                  <a:sym typeface="Arial"/>
                  <a:rtl val="0"/>
                </a:rPr>
                <a:t>●  </a:t>
              </a:r>
              <a:r>
                <a:rPr lang="en-US" sz="1600" spc="0" baseline="0" dirty="0">
                  <a:ln/>
                  <a:solidFill>
                    <a:srgbClr val="000000"/>
                  </a:solidFill>
                  <a:latin typeface="Arial"/>
                  <a:cs typeface="Arial"/>
                  <a:sym typeface="Arial"/>
                  <a:rtl val="0"/>
                </a:rPr>
                <a:t>Enzyme unfolding probability</a:t>
              </a:r>
              <a:endParaRPr lang="en-US" sz="1600" dirty="0">
                <a:ln/>
                <a:solidFill>
                  <a:srgbClr val="000000"/>
                </a:solidFill>
                <a:latin typeface="Arial"/>
                <a:cs typeface="Arial"/>
                <a:sym typeface="Arial"/>
                <a:rtl val="0"/>
              </a:endParaRP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CF7F1E51-5189-202E-EC64-373CD33519F6}"/>
                    </a:ext>
                  </a:extLst>
                </p:cNvPr>
                <p:cNvSpPr txBox="1"/>
                <p:nvPr/>
              </p:nvSpPr>
              <p:spPr>
                <a:xfrm>
                  <a:off x="8937109" y="5365273"/>
                  <a:ext cx="281598" cy="338555"/>
                </a:xfrm>
                <a:prstGeom prst="rect">
                  <a:avLst/>
                </a:prstGeom>
                <a:noFill/>
              </p:spPr>
              <p:txBody>
                <a:bodyPr wrap="square">
                  <a:spAutoFit/>
                </a:bodyPr>
                <a:lstStyle/>
                <a:p>
                  <a:pPr/>
                  <a14:m>
                    <m:oMathPara xmlns:m="http://schemas.openxmlformats.org/officeDocument/2006/math">
                      <m:oMath>
                        <m:r>
                          <m:rPr>
                            <m:sty m:val="p"/>
                          </m:rPr>
                          <a:rPr lang="en-US" sz="1600" smtClean="0">
                            <a:latin typeface="Cambria Math" panose="02040503050406030204" pitchFamily="18" charset="0"/>
                          </a:rPr>
                          <m:t>Δ</m:t>
                        </m:r>
                        <m:r>
                          <a:rPr lang="en-US" sz="1600" i="1">
                            <a:latin typeface="Cambria Math" panose="02040503050406030204" pitchFamily="18" charset="0"/>
                          </a:rPr>
                          <m:t>𝐸</m:t>
                        </m:r>
                      </m:oMath>
                    </m:oMathPara>
                  </a14:m>
                  <a:endParaRPr lang="en-US" sz="1600" dirty="0"/>
                </a:p>
              </p:txBody>
            </p:sp>
          </mc:Choice>
          <mc:Fallback xmlns="">
            <p:sp>
              <p:nvSpPr>
                <p:cNvPr id="16" name="TextBox 15">
                  <a:extLst>
                    <a:ext uri="{FF2B5EF4-FFF2-40B4-BE49-F238E27FC236}">
                      <a16:creationId xmlns:a16="http://schemas.microsoft.com/office/drawing/2014/main" id="{CF7F1E51-5189-202E-EC64-373CD33519F6}"/>
                    </a:ext>
                  </a:extLst>
                </p:cNvPr>
                <p:cNvSpPr txBox="1">
                  <a:spLocks noRot="1" noChangeAspect="1" noMove="1" noResize="1" noEditPoints="1" noAdjustHandles="1" noChangeArrowheads="1" noChangeShapeType="1" noTextEdit="1"/>
                </p:cNvSpPr>
                <p:nvPr/>
              </p:nvSpPr>
              <p:spPr>
                <a:xfrm>
                  <a:off x="8937109" y="5365273"/>
                  <a:ext cx="281598" cy="338555"/>
                </a:xfrm>
                <a:prstGeom prst="rect">
                  <a:avLst/>
                </a:prstGeom>
                <a:blipFill>
                  <a:blip r:embed="rId5"/>
                  <a:stretch>
                    <a:fillRect r="-4782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9D7B7D5B-CB1A-D93C-D05E-5A441775A9A9}"/>
                    </a:ext>
                  </a:extLst>
                </p:cNvPr>
                <p:cNvSpPr txBox="1"/>
                <p:nvPr/>
              </p:nvSpPr>
              <p:spPr>
                <a:xfrm>
                  <a:off x="8877734" y="4959805"/>
                  <a:ext cx="469949" cy="338555"/>
                </a:xfrm>
                <a:prstGeom prst="rect">
                  <a:avLst/>
                </a:prstGeom>
                <a:noFill/>
              </p:spPr>
              <p:txBody>
                <a:bodyPr wrap="square">
                  <a:spAutoFit/>
                </a:bodyPr>
                <a:lstStyle/>
                <a:p>
                  <a:pPr/>
                  <a14:m>
                    <m:oMathPara xmlns:m="http://schemas.openxmlformats.org/officeDocument/2006/math">
                      <m:oMathParaPr>
                        <m:jc m:val="left"/>
                      </m:oMathParaPr>
                      <m:oMath>
                        <m:sSub>
                          <m:sSubPr>
                            <m:ctrlPr>
                              <a:rPr lang="en-US" sz="1600" i="1">
                                <a:latin typeface="Cambria Math" panose="02040503050406030204" pitchFamily="18" charset="0"/>
                              </a:rPr>
                            </m:ctrlPr>
                          </m:sSubPr>
                          <m:e>
                            <m:d>
                              <m:dPr>
                                <m:begChr m:val="⟨"/>
                                <m:endChr m:val="⟩"/>
                                <m:ctrlPr>
                                  <a:rPr lang="en-US" sz="1600" i="1">
                                    <a:latin typeface="Cambria Math" panose="02040503050406030204" pitchFamily="18" charset="0"/>
                                  </a:rPr>
                                </m:ctrlPr>
                              </m:dPr>
                              <m:e>
                                <m:sSub>
                                  <m:sSubPr>
                                    <m:ctrlPr>
                                      <a:rPr lang="en-US" sz="1600" i="1">
                                        <a:latin typeface="Cambria Math" panose="02040503050406030204" pitchFamily="18" charset="0"/>
                                      </a:rPr>
                                    </m:ctrlPr>
                                  </m:sSubPr>
                                  <m:e>
                                    <m:r>
                                      <a:rPr lang="en-US" sz="1600" i="1">
                                        <a:latin typeface="Cambria Math" panose="02040503050406030204" pitchFamily="18" charset="0"/>
                                      </a:rPr>
                                      <m:t>𝐸</m:t>
                                    </m:r>
                                  </m:e>
                                  <m:sub>
                                    <m:r>
                                      <a:rPr lang="en-US" sz="1600" i="1">
                                        <a:latin typeface="Cambria Math" panose="02040503050406030204" pitchFamily="18" charset="0"/>
                                      </a:rPr>
                                      <m:t>𝑡𝑜𝑡</m:t>
                                    </m:r>
                                  </m:sub>
                                </m:sSub>
                              </m:e>
                            </m:d>
                          </m:e>
                          <m:sub>
                            <m:r>
                              <a:rPr lang="en-US" sz="1600" i="1">
                                <a:latin typeface="Cambria Math" panose="02040503050406030204" pitchFamily="18" charset="0"/>
                              </a:rPr>
                              <m:t>𝑠𝑠</m:t>
                            </m:r>
                          </m:sub>
                        </m:sSub>
                      </m:oMath>
                    </m:oMathPara>
                  </a14:m>
                  <a:endParaRPr lang="en-US" sz="1600" dirty="0"/>
                </a:p>
              </p:txBody>
            </p:sp>
          </mc:Choice>
          <mc:Fallback xmlns="">
            <p:sp>
              <p:nvSpPr>
                <p:cNvPr id="17" name="TextBox 16">
                  <a:extLst>
                    <a:ext uri="{FF2B5EF4-FFF2-40B4-BE49-F238E27FC236}">
                      <a16:creationId xmlns:a16="http://schemas.microsoft.com/office/drawing/2014/main" id="{9D7B7D5B-CB1A-D93C-D05E-5A441775A9A9}"/>
                    </a:ext>
                  </a:extLst>
                </p:cNvPr>
                <p:cNvSpPr txBox="1">
                  <a:spLocks noRot="1" noChangeAspect="1" noMove="1" noResize="1" noEditPoints="1" noAdjustHandles="1" noChangeArrowheads="1" noChangeShapeType="1" noTextEdit="1"/>
                </p:cNvSpPr>
                <p:nvPr/>
              </p:nvSpPr>
              <p:spPr>
                <a:xfrm>
                  <a:off x="8877734" y="4959805"/>
                  <a:ext cx="469949" cy="338555"/>
                </a:xfrm>
                <a:prstGeom prst="rect">
                  <a:avLst/>
                </a:prstGeom>
                <a:blipFill>
                  <a:blip r:embed="rId6"/>
                  <a:stretch>
                    <a:fillRect r="-6493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2E8B1F17-AC55-537B-3224-6423B2DA9B2D}"/>
                    </a:ext>
                  </a:extLst>
                </p:cNvPr>
                <p:cNvSpPr txBox="1"/>
                <p:nvPr/>
              </p:nvSpPr>
              <p:spPr>
                <a:xfrm>
                  <a:off x="8997682" y="5800281"/>
                  <a:ext cx="331731" cy="338555"/>
                </a:xfrm>
                <a:prstGeom prst="rect">
                  <a:avLst/>
                </a:prstGeom>
                <a:noFill/>
              </p:spPr>
              <p:txBody>
                <a:bodyPr wrap="square">
                  <a:spAutoFit/>
                </a:bodyPr>
                <a:lstStyle/>
                <a:p>
                  <a:pPr/>
                  <a14:m>
                    <m:oMathPara xmlns:m="http://schemas.openxmlformats.org/officeDocument/2006/math">
                      <m:oMathParaPr>
                        <m:jc m:val="left"/>
                      </m:oMathParaPr>
                      <m:oMath>
                        <m:sSub>
                          <m:sSubPr>
                            <m:ctrlPr>
                              <a:rPr lang="en-US" sz="1600" i="1">
                                <a:latin typeface="Cambria Math" panose="02040503050406030204" pitchFamily="18" charset="0"/>
                              </a:rPr>
                            </m:ctrlPr>
                          </m:sSubPr>
                          <m:e>
                            <m:r>
                              <a:rPr lang="en-US" sz="1600" i="1">
                                <a:latin typeface="Cambria Math" panose="02040503050406030204" pitchFamily="18" charset="0"/>
                              </a:rPr>
                              <m:t>𝑘</m:t>
                            </m:r>
                          </m:e>
                          <m:sub>
                            <m:r>
                              <a:rPr lang="en-US" sz="1600" i="1">
                                <a:latin typeface="Cambria Math" panose="02040503050406030204" pitchFamily="18" charset="0"/>
                              </a:rPr>
                              <m:t>𝑏</m:t>
                            </m:r>
                          </m:sub>
                        </m:sSub>
                      </m:oMath>
                    </m:oMathPara>
                  </a14:m>
                  <a:endParaRPr lang="en-US" sz="1600" dirty="0"/>
                </a:p>
              </p:txBody>
            </p:sp>
          </mc:Choice>
          <mc:Fallback xmlns="">
            <p:sp>
              <p:nvSpPr>
                <p:cNvPr id="18" name="TextBox 17">
                  <a:extLst>
                    <a:ext uri="{FF2B5EF4-FFF2-40B4-BE49-F238E27FC236}">
                      <a16:creationId xmlns:a16="http://schemas.microsoft.com/office/drawing/2014/main" id="{2E8B1F17-AC55-537B-3224-6423B2DA9B2D}"/>
                    </a:ext>
                  </a:extLst>
                </p:cNvPr>
                <p:cNvSpPr txBox="1">
                  <a:spLocks noRot="1" noChangeAspect="1" noMove="1" noResize="1" noEditPoints="1" noAdjustHandles="1" noChangeArrowheads="1" noChangeShapeType="1" noTextEdit="1"/>
                </p:cNvSpPr>
                <p:nvPr/>
              </p:nvSpPr>
              <p:spPr>
                <a:xfrm>
                  <a:off x="8997682" y="5800281"/>
                  <a:ext cx="331731" cy="338555"/>
                </a:xfrm>
                <a:prstGeom prst="rect">
                  <a:avLst/>
                </a:prstGeom>
                <a:blipFill>
                  <a:blip r:embed="rId7"/>
                  <a:stretch>
                    <a:fillRect r="-185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17B29FCA-51B6-5E42-1D44-B772D2ACEBFD}"/>
                    </a:ext>
                  </a:extLst>
                </p:cNvPr>
                <p:cNvSpPr txBox="1"/>
                <p:nvPr/>
              </p:nvSpPr>
              <p:spPr>
                <a:xfrm>
                  <a:off x="9036682" y="6200053"/>
                  <a:ext cx="191670" cy="338555"/>
                </a:xfrm>
                <a:prstGeom prst="rect">
                  <a:avLst/>
                </a:prstGeom>
                <a:noFill/>
              </p:spPr>
              <p:txBody>
                <a:bodyPr wrap="square">
                  <a:spAutoFit/>
                </a:bodyPr>
                <a:lstStyle/>
                <a:p>
                  <a:pPr/>
                  <a14:m>
                    <m:oMathPara xmlns:m="http://schemas.openxmlformats.org/officeDocument/2006/math">
                      <m:oMathParaPr>
                        <m:jc m:val="left"/>
                      </m:oMathParaPr>
                      <m:oMath>
                        <m:r>
                          <a:rPr lang="en-US" sz="1600" i="1" smtClean="0">
                            <a:latin typeface="Cambria Math" panose="02040503050406030204" pitchFamily="18" charset="0"/>
                          </a:rPr>
                          <m:t>𝑇</m:t>
                        </m:r>
                      </m:oMath>
                    </m:oMathPara>
                  </a14:m>
                  <a:endParaRPr lang="en-US" sz="1600" dirty="0"/>
                </a:p>
              </p:txBody>
            </p:sp>
          </mc:Choice>
          <mc:Fallback xmlns="">
            <p:sp>
              <p:nvSpPr>
                <p:cNvPr id="19" name="TextBox 18">
                  <a:extLst>
                    <a:ext uri="{FF2B5EF4-FFF2-40B4-BE49-F238E27FC236}">
                      <a16:creationId xmlns:a16="http://schemas.microsoft.com/office/drawing/2014/main" id="{17B29FCA-51B6-5E42-1D44-B772D2ACEBFD}"/>
                    </a:ext>
                  </a:extLst>
                </p:cNvPr>
                <p:cNvSpPr txBox="1">
                  <a:spLocks noRot="1" noChangeAspect="1" noMove="1" noResize="1" noEditPoints="1" noAdjustHandles="1" noChangeArrowheads="1" noChangeShapeType="1" noTextEdit="1"/>
                </p:cNvSpPr>
                <p:nvPr/>
              </p:nvSpPr>
              <p:spPr>
                <a:xfrm>
                  <a:off x="9036682" y="6200053"/>
                  <a:ext cx="191670" cy="338555"/>
                </a:xfrm>
                <a:prstGeom prst="rect">
                  <a:avLst/>
                </a:prstGeom>
                <a:blipFill>
                  <a:blip r:embed="rId8"/>
                  <a:stretch>
                    <a:fillRect r="-46875"/>
                  </a:stretch>
                </a:blipFill>
              </p:spPr>
              <p:txBody>
                <a:bodyPr/>
                <a:lstStyle/>
                <a:p>
                  <a:r>
                    <a:rPr lang="en-US">
                      <a:noFill/>
                    </a:rPr>
                    <a:t> </a:t>
                  </a:r>
                </a:p>
              </p:txBody>
            </p:sp>
          </mc:Fallback>
        </mc:AlternateContent>
        <p:sp>
          <p:nvSpPr>
            <p:cNvPr id="20" name="TextBox 19">
              <a:extLst>
                <a:ext uri="{FF2B5EF4-FFF2-40B4-BE49-F238E27FC236}">
                  <a16:creationId xmlns:a16="http://schemas.microsoft.com/office/drawing/2014/main" id="{4BCF4A6C-B6F0-8A85-A5E3-1866FE8D594A}"/>
                </a:ext>
              </a:extLst>
            </p:cNvPr>
            <p:cNvSpPr txBox="1"/>
            <p:nvPr/>
          </p:nvSpPr>
          <p:spPr>
            <a:xfrm>
              <a:off x="9593152" y="4968104"/>
              <a:ext cx="2509790" cy="338555"/>
            </a:xfrm>
            <a:prstGeom prst="rect">
              <a:avLst/>
            </a:prstGeom>
            <a:noFill/>
          </p:spPr>
          <p:txBody>
            <a:bodyPr wrap="none" rtlCol="0">
              <a:spAutoFit/>
            </a:bodyPr>
            <a:lstStyle/>
            <a:p>
              <a:r>
                <a:rPr lang="en-US" sz="1600" dirty="0"/>
                <a:t>Total energy of the enzyme</a:t>
              </a:r>
            </a:p>
          </p:txBody>
        </p:sp>
        <p:sp>
          <p:nvSpPr>
            <p:cNvPr id="21" name="TextBox 20">
              <a:extLst>
                <a:ext uri="{FF2B5EF4-FFF2-40B4-BE49-F238E27FC236}">
                  <a16:creationId xmlns:a16="http://schemas.microsoft.com/office/drawing/2014/main" id="{813D1E35-D6EE-C97E-A252-8BC48B95D747}"/>
                </a:ext>
              </a:extLst>
            </p:cNvPr>
            <p:cNvSpPr txBox="1"/>
            <p:nvPr/>
          </p:nvSpPr>
          <p:spPr>
            <a:xfrm>
              <a:off x="9680190" y="5375268"/>
              <a:ext cx="1919884" cy="338555"/>
            </a:xfrm>
            <a:prstGeom prst="rect">
              <a:avLst/>
            </a:prstGeom>
            <a:noFill/>
          </p:spPr>
          <p:txBody>
            <a:bodyPr wrap="none" rtlCol="0">
              <a:spAutoFit/>
            </a:bodyPr>
            <a:lstStyle/>
            <a:p>
              <a:r>
                <a:rPr lang="en-US" sz="1600" dirty="0"/>
                <a:t>Enzyme-free energy</a:t>
              </a:r>
            </a:p>
          </p:txBody>
        </p:sp>
        <p:sp>
          <p:nvSpPr>
            <p:cNvPr id="22" name="TextBox 21">
              <a:extLst>
                <a:ext uri="{FF2B5EF4-FFF2-40B4-BE49-F238E27FC236}">
                  <a16:creationId xmlns:a16="http://schemas.microsoft.com/office/drawing/2014/main" id="{6A1D815F-26E7-1579-6DE8-0C2825F89B03}"/>
                </a:ext>
              </a:extLst>
            </p:cNvPr>
            <p:cNvSpPr txBox="1"/>
            <p:nvPr/>
          </p:nvSpPr>
          <p:spPr>
            <a:xfrm>
              <a:off x="9644567" y="5808580"/>
              <a:ext cx="1969962" cy="338555"/>
            </a:xfrm>
            <a:prstGeom prst="rect">
              <a:avLst/>
            </a:prstGeom>
            <a:noFill/>
          </p:spPr>
          <p:txBody>
            <a:bodyPr wrap="none" rtlCol="0">
              <a:spAutoFit/>
            </a:bodyPr>
            <a:lstStyle/>
            <a:p>
              <a:r>
                <a:rPr lang="en-US" sz="1600" dirty="0"/>
                <a:t>Boltzmann constant</a:t>
              </a:r>
            </a:p>
          </p:txBody>
        </p:sp>
        <p:sp>
          <p:nvSpPr>
            <p:cNvPr id="23" name="TextBox 22">
              <a:extLst>
                <a:ext uri="{FF2B5EF4-FFF2-40B4-BE49-F238E27FC236}">
                  <a16:creationId xmlns:a16="http://schemas.microsoft.com/office/drawing/2014/main" id="{7F9035C9-CFFE-0DA9-3F47-7F6D42F270FD}"/>
                </a:ext>
              </a:extLst>
            </p:cNvPr>
            <p:cNvSpPr txBox="1"/>
            <p:nvPr/>
          </p:nvSpPr>
          <p:spPr>
            <a:xfrm>
              <a:off x="9650234" y="6212340"/>
              <a:ext cx="2239843" cy="338555"/>
            </a:xfrm>
            <a:prstGeom prst="rect">
              <a:avLst/>
            </a:prstGeom>
            <a:noFill/>
          </p:spPr>
          <p:txBody>
            <a:bodyPr wrap="none" rtlCol="0">
              <a:spAutoFit/>
            </a:bodyPr>
            <a:lstStyle/>
            <a:p>
              <a:r>
                <a:rPr lang="en-US" sz="1600" dirty="0"/>
                <a:t>Temperature of the Cell</a:t>
              </a:r>
            </a:p>
          </p:txBody>
        </p:sp>
      </p:grpSp>
      <p:pic>
        <p:nvPicPr>
          <p:cNvPr id="24" name="Picture 23">
            <a:extLst>
              <a:ext uri="{FF2B5EF4-FFF2-40B4-BE49-F238E27FC236}">
                <a16:creationId xmlns:a16="http://schemas.microsoft.com/office/drawing/2014/main" id="{6F708CCF-D707-6FB7-1B9F-C825ACEE893B}"/>
              </a:ext>
            </a:extLst>
          </p:cNvPr>
          <p:cNvPicPr>
            <a:picLocks noChangeAspect="1"/>
          </p:cNvPicPr>
          <p:nvPr/>
        </p:nvPicPr>
        <p:blipFill>
          <a:blip r:embed="rId9"/>
          <a:stretch>
            <a:fillRect/>
          </a:stretch>
        </p:blipFill>
        <p:spPr>
          <a:xfrm rot="16379150" flipH="1">
            <a:off x="9367036" y="2103242"/>
            <a:ext cx="1483213" cy="1483214"/>
          </a:xfrm>
          <a:prstGeom prst="rect">
            <a:avLst/>
          </a:prstGeom>
        </p:spPr>
      </p:pic>
      <p:sp>
        <p:nvSpPr>
          <p:cNvPr id="25" name="TextBox 24">
            <a:extLst>
              <a:ext uri="{FF2B5EF4-FFF2-40B4-BE49-F238E27FC236}">
                <a16:creationId xmlns:a16="http://schemas.microsoft.com/office/drawing/2014/main" id="{890B4519-09EA-B2FB-9386-E34DCFD631D2}"/>
              </a:ext>
            </a:extLst>
          </p:cNvPr>
          <p:cNvSpPr txBox="1"/>
          <p:nvPr/>
        </p:nvSpPr>
        <p:spPr>
          <a:xfrm>
            <a:off x="10486368" y="2276987"/>
            <a:ext cx="1210460" cy="338555"/>
          </a:xfrm>
          <a:prstGeom prst="rect">
            <a:avLst/>
          </a:prstGeom>
          <a:noFill/>
        </p:spPr>
        <p:txBody>
          <a:bodyPr wrap="none" rtlCol="0">
            <a:spAutoFit/>
          </a:bodyPr>
          <a:lstStyle/>
          <a:p>
            <a:r>
              <a:rPr lang="en-US" sz="1600" dirty="0">
                <a:ln/>
                <a:solidFill>
                  <a:srgbClr val="000000"/>
                </a:solidFill>
                <a:latin typeface="Arial"/>
                <a:cs typeface="Arial"/>
                <a:sym typeface="Arial"/>
                <a:rtl val="0"/>
              </a:rPr>
              <a:t>  </a:t>
            </a:r>
            <a:r>
              <a:rPr lang="en-US" sz="1600" spc="0" baseline="0" dirty="0">
                <a:ln/>
                <a:solidFill>
                  <a:srgbClr val="000000"/>
                </a:solidFill>
                <a:latin typeface="Arial"/>
                <a:cs typeface="Arial"/>
                <a:sym typeface="Arial"/>
                <a:rtl val="0"/>
              </a:rPr>
              <a:t>Yeast Cell</a:t>
            </a:r>
            <a:endParaRPr lang="en-US" sz="1600" dirty="0">
              <a:ln/>
              <a:solidFill>
                <a:srgbClr val="000000"/>
              </a:solidFill>
              <a:latin typeface="Arial"/>
              <a:cs typeface="Arial"/>
              <a:sym typeface="Arial"/>
              <a:rtl val="0"/>
            </a:endParaRPr>
          </a:p>
        </p:txBody>
      </p:sp>
      <p:pic>
        <p:nvPicPr>
          <p:cNvPr id="26" name="Picture 25">
            <a:extLst>
              <a:ext uri="{FF2B5EF4-FFF2-40B4-BE49-F238E27FC236}">
                <a16:creationId xmlns:a16="http://schemas.microsoft.com/office/drawing/2014/main" id="{F030DF57-8B30-4F82-DC98-51928849A8F5}"/>
              </a:ext>
            </a:extLst>
          </p:cNvPr>
          <p:cNvPicPr>
            <a:picLocks noChangeAspect="1"/>
          </p:cNvPicPr>
          <p:nvPr/>
        </p:nvPicPr>
        <p:blipFill>
          <a:blip r:embed="rId10"/>
          <a:srcRect l="8213"/>
          <a:stretch>
            <a:fillRect/>
          </a:stretch>
        </p:blipFill>
        <p:spPr>
          <a:xfrm>
            <a:off x="7627804" y="2628581"/>
            <a:ext cx="1438385" cy="1567101"/>
          </a:xfrm>
          <a:prstGeom prst="rect">
            <a:avLst/>
          </a:prstGeom>
        </p:spPr>
      </p:pic>
      <p:cxnSp>
        <p:nvCxnSpPr>
          <p:cNvPr id="27" name="Straight Connector 26">
            <a:extLst>
              <a:ext uri="{FF2B5EF4-FFF2-40B4-BE49-F238E27FC236}">
                <a16:creationId xmlns:a16="http://schemas.microsoft.com/office/drawing/2014/main" id="{1DB79373-9FB1-2B44-9542-9A8EDF52564C}"/>
              </a:ext>
            </a:extLst>
          </p:cNvPr>
          <p:cNvCxnSpPr>
            <a:cxnSpLocks/>
          </p:cNvCxnSpPr>
          <p:nvPr/>
        </p:nvCxnSpPr>
        <p:spPr>
          <a:xfrm flipH="1" flipV="1">
            <a:off x="8249028" y="2635692"/>
            <a:ext cx="1750311" cy="198020"/>
          </a:xfrm>
          <a:prstGeom prst="line">
            <a:avLst/>
          </a:prstGeom>
          <a:ln w="19050">
            <a:prstDash val="dash"/>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8AB6B2AB-CD2F-9F44-912E-4A93D217967A}"/>
              </a:ext>
            </a:extLst>
          </p:cNvPr>
          <p:cNvCxnSpPr>
            <a:cxnSpLocks/>
          </p:cNvCxnSpPr>
          <p:nvPr/>
        </p:nvCxnSpPr>
        <p:spPr>
          <a:xfrm flipV="1">
            <a:off x="8959300" y="2910679"/>
            <a:ext cx="1040040" cy="1030124"/>
          </a:xfrm>
          <a:prstGeom prst="line">
            <a:avLst/>
          </a:prstGeom>
          <a:ln w="28575">
            <a:prstDash val="dash"/>
          </a:ln>
        </p:spPr>
        <p:style>
          <a:lnRef idx="2">
            <a:schemeClr val="accent1"/>
          </a:lnRef>
          <a:fillRef idx="0">
            <a:schemeClr val="accent1"/>
          </a:fillRef>
          <a:effectRef idx="1">
            <a:schemeClr val="accent1"/>
          </a:effectRef>
          <a:fontRef idx="minor">
            <a:schemeClr val="tx1"/>
          </a:fontRef>
        </p:style>
      </p:cxnSp>
      <p:pic>
        <p:nvPicPr>
          <p:cNvPr id="4" name="Picture 3">
            <a:extLst>
              <a:ext uri="{FF2B5EF4-FFF2-40B4-BE49-F238E27FC236}">
                <a16:creationId xmlns:a16="http://schemas.microsoft.com/office/drawing/2014/main" id="{FEAFE42F-4765-1884-3201-6DFC453AF424}"/>
              </a:ext>
            </a:extLst>
          </p:cNvPr>
          <p:cNvPicPr>
            <a:picLocks noChangeAspect="1"/>
          </p:cNvPicPr>
          <p:nvPr/>
        </p:nvPicPr>
        <p:blipFill>
          <a:blip r:embed="rId11"/>
          <a:stretch>
            <a:fillRect/>
          </a:stretch>
        </p:blipFill>
        <p:spPr>
          <a:xfrm>
            <a:off x="7290882" y="5040554"/>
            <a:ext cx="1679641" cy="1679642"/>
          </a:xfrm>
          <a:prstGeom prst="rect">
            <a:avLst/>
          </a:prstGeom>
        </p:spPr>
      </p:pic>
      <p:grpSp>
        <p:nvGrpSpPr>
          <p:cNvPr id="62" name="Group 61">
            <a:extLst>
              <a:ext uri="{FF2B5EF4-FFF2-40B4-BE49-F238E27FC236}">
                <a16:creationId xmlns:a16="http://schemas.microsoft.com/office/drawing/2014/main" id="{039061E2-D77A-FAB4-1AFC-64088C5B84C8}"/>
              </a:ext>
            </a:extLst>
          </p:cNvPr>
          <p:cNvGrpSpPr/>
          <p:nvPr/>
        </p:nvGrpSpPr>
        <p:grpSpPr>
          <a:xfrm rot="5400000">
            <a:off x="4423929" y="1375784"/>
            <a:ext cx="929932" cy="775626"/>
            <a:chOff x="583890" y="-94136"/>
            <a:chExt cx="929932" cy="775626"/>
          </a:xfrm>
        </p:grpSpPr>
        <p:pic>
          <p:nvPicPr>
            <p:cNvPr id="5" name="Picture 4">
              <a:extLst>
                <a:ext uri="{FF2B5EF4-FFF2-40B4-BE49-F238E27FC236}">
                  <a16:creationId xmlns:a16="http://schemas.microsoft.com/office/drawing/2014/main" id="{7229A624-C607-5CF4-0C9F-C4C39F7D3A88}"/>
                </a:ext>
              </a:extLst>
            </p:cNvPr>
            <p:cNvPicPr>
              <a:picLocks noChangeAspect="1"/>
            </p:cNvPicPr>
            <p:nvPr/>
          </p:nvPicPr>
          <p:blipFill>
            <a:blip r:embed="rId12"/>
            <a:srcRect l="25538" t="6542" r="31911" b="10234"/>
            <a:stretch>
              <a:fillRect/>
            </a:stretch>
          </p:blipFill>
          <p:spPr>
            <a:xfrm rot="9842333">
              <a:off x="906610" y="218803"/>
              <a:ext cx="354848" cy="462687"/>
            </a:xfrm>
            <a:prstGeom prst="rect">
              <a:avLst/>
            </a:prstGeom>
          </p:spPr>
        </p:pic>
        <p:pic>
          <p:nvPicPr>
            <p:cNvPr id="9" name="Picture 8">
              <a:extLst>
                <a:ext uri="{FF2B5EF4-FFF2-40B4-BE49-F238E27FC236}">
                  <a16:creationId xmlns:a16="http://schemas.microsoft.com/office/drawing/2014/main" id="{F5AB5F80-30A3-C0B4-25F4-F9248B930A62}"/>
                </a:ext>
              </a:extLst>
            </p:cNvPr>
            <p:cNvPicPr>
              <a:picLocks noChangeAspect="1"/>
            </p:cNvPicPr>
            <p:nvPr/>
          </p:nvPicPr>
          <p:blipFill>
            <a:blip r:embed="rId12"/>
            <a:srcRect l="25538" t="6542" r="31911" b="10234"/>
            <a:stretch>
              <a:fillRect/>
            </a:stretch>
          </p:blipFill>
          <p:spPr>
            <a:xfrm rot="9842333">
              <a:off x="1158974" y="-94136"/>
              <a:ext cx="354848" cy="462687"/>
            </a:xfrm>
            <a:prstGeom prst="rect">
              <a:avLst/>
            </a:prstGeom>
          </p:spPr>
        </p:pic>
        <p:pic>
          <p:nvPicPr>
            <p:cNvPr id="10" name="Picture 9">
              <a:extLst>
                <a:ext uri="{FF2B5EF4-FFF2-40B4-BE49-F238E27FC236}">
                  <a16:creationId xmlns:a16="http://schemas.microsoft.com/office/drawing/2014/main" id="{FDD8EDE8-D888-786C-9852-F44237B40D29}"/>
                </a:ext>
              </a:extLst>
            </p:cNvPr>
            <p:cNvPicPr>
              <a:picLocks noChangeAspect="1"/>
            </p:cNvPicPr>
            <p:nvPr/>
          </p:nvPicPr>
          <p:blipFill>
            <a:blip r:embed="rId12"/>
            <a:srcRect l="25538" t="6542" r="31911" b="10234"/>
            <a:stretch>
              <a:fillRect/>
            </a:stretch>
          </p:blipFill>
          <p:spPr>
            <a:xfrm rot="9842333">
              <a:off x="583890" y="98442"/>
              <a:ext cx="354848" cy="462687"/>
            </a:xfrm>
            <a:prstGeom prst="rect">
              <a:avLst/>
            </a:prstGeom>
          </p:spPr>
        </p:pic>
        <p:pic>
          <p:nvPicPr>
            <p:cNvPr id="11" name="Picture 10">
              <a:extLst>
                <a:ext uri="{FF2B5EF4-FFF2-40B4-BE49-F238E27FC236}">
                  <a16:creationId xmlns:a16="http://schemas.microsoft.com/office/drawing/2014/main" id="{94DB2F84-C961-076A-2A89-658175E401CE}"/>
                </a:ext>
              </a:extLst>
            </p:cNvPr>
            <p:cNvPicPr>
              <a:picLocks noChangeAspect="1"/>
            </p:cNvPicPr>
            <p:nvPr/>
          </p:nvPicPr>
          <p:blipFill>
            <a:blip r:embed="rId12"/>
            <a:srcRect l="25538" t="6542" r="31911" b="10234"/>
            <a:stretch>
              <a:fillRect/>
            </a:stretch>
          </p:blipFill>
          <p:spPr>
            <a:xfrm rot="9842333">
              <a:off x="888484" y="-81377"/>
              <a:ext cx="354848" cy="462687"/>
            </a:xfrm>
            <a:prstGeom prst="rect">
              <a:avLst/>
            </a:prstGeom>
          </p:spPr>
        </p:pic>
      </p:grpSp>
      <p:grpSp>
        <p:nvGrpSpPr>
          <p:cNvPr id="61" name="Group 60">
            <a:extLst>
              <a:ext uri="{FF2B5EF4-FFF2-40B4-BE49-F238E27FC236}">
                <a16:creationId xmlns:a16="http://schemas.microsoft.com/office/drawing/2014/main" id="{D34BB200-75D5-475B-6636-31DE02886400}"/>
              </a:ext>
            </a:extLst>
          </p:cNvPr>
          <p:cNvGrpSpPr/>
          <p:nvPr/>
        </p:nvGrpSpPr>
        <p:grpSpPr>
          <a:xfrm rot="4130755">
            <a:off x="3777528" y="2107011"/>
            <a:ext cx="503836" cy="1038348"/>
            <a:chOff x="1562125" y="646334"/>
            <a:chExt cx="503836" cy="1038348"/>
          </a:xfrm>
        </p:grpSpPr>
        <p:sp>
          <p:nvSpPr>
            <p:cNvPr id="8" name="Freeform: Shape 7">
              <a:extLst>
                <a:ext uri="{FF2B5EF4-FFF2-40B4-BE49-F238E27FC236}">
                  <a16:creationId xmlns:a16="http://schemas.microsoft.com/office/drawing/2014/main" id="{FDCCA52D-0BEF-CB14-E1F9-40FAF55C7F71}"/>
                </a:ext>
              </a:extLst>
            </p:cNvPr>
            <p:cNvSpPr/>
            <p:nvPr/>
          </p:nvSpPr>
          <p:spPr>
            <a:xfrm rot="3269968" flipV="1">
              <a:off x="1310379" y="1127408"/>
              <a:ext cx="1038348" cy="76200"/>
            </a:xfrm>
            <a:custGeom>
              <a:avLst/>
              <a:gdLst>
                <a:gd name="connsiteX0" fmla="*/ 0 w 4991100"/>
                <a:gd name="connsiteY0" fmla="*/ 914404 h 914418"/>
                <a:gd name="connsiteX1" fmla="*/ 901700 w 4991100"/>
                <a:gd name="connsiteY1" fmla="*/ 25404 h 914418"/>
                <a:gd name="connsiteX2" fmla="*/ 1816100 w 4991100"/>
                <a:gd name="connsiteY2" fmla="*/ 914404 h 914418"/>
                <a:gd name="connsiteX3" fmla="*/ 2717800 w 4991100"/>
                <a:gd name="connsiteY3" fmla="*/ 4 h 914418"/>
                <a:gd name="connsiteX4" fmla="*/ 3644900 w 4991100"/>
                <a:gd name="connsiteY4" fmla="*/ 901704 h 914418"/>
                <a:gd name="connsiteX5" fmla="*/ 4533900 w 4991100"/>
                <a:gd name="connsiteY5" fmla="*/ 457204 h 914418"/>
                <a:gd name="connsiteX6" fmla="*/ 4991100 w 4991100"/>
                <a:gd name="connsiteY6" fmla="*/ 355604 h 9144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91100" h="914418">
                  <a:moveTo>
                    <a:pt x="0" y="914404"/>
                  </a:moveTo>
                  <a:cubicBezTo>
                    <a:pt x="299508" y="469904"/>
                    <a:pt x="599017" y="25404"/>
                    <a:pt x="901700" y="25404"/>
                  </a:cubicBezTo>
                  <a:cubicBezTo>
                    <a:pt x="1204383" y="25404"/>
                    <a:pt x="1513417" y="918637"/>
                    <a:pt x="1816100" y="914404"/>
                  </a:cubicBezTo>
                  <a:cubicBezTo>
                    <a:pt x="2118783" y="910171"/>
                    <a:pt x="2413000" y="2121"/>
                    <a:pt x="2717800" y="4"/>
                  </a:cubicBezTo>
                  <a:cubicBezTo>
                    <a:pt x="3022600" y="-2113"/>
                    <a:pt x="3342217" y="825504"/>
                    <a:pt x="3644900" y="901704"/>
                  </a:cubicBezTo>
                  <a:cubicBezTo>
                    <a:pt x="3947583" y="977904"/>
                    <a:pt x="4309533" y="548221"/>
                    <a:pt x="4533900" y="457204"/>
                  </a:cubicBezTo>
                  <a:cubicBezTo>
                    <a:pt x="4758267" y="366187"/>
                    <a:pt x="4874683" y="360895"/>
                    <a:pt x="4991100" y="355604"/>
                  </a:cubicBezTo>
                </a:path>
              </a:pathLst>
            </a:custGeom>
            <a:ln w="31750">
              <a:tailEnd type="triangle" w="lg" len="lg"/>
            </a:ln>
            <a:effectLst>
              <a:glow rad="457200">
                <a:schemeClr val="accent2">
                  <a:satMod val="175000"/>
                  <a:alpha val="40000"/>
                </a:schemeClr>
              </a:glow>
            </a:effectLst>
          </p:spPr>
          <p:style>
            <a:lnRef idx="3">
              <a:schemeClr val="accent2"/>
            </a:lnRef>
            <a:fillRef idx="0">
              <a:schemeClr val="accent2"/>
            </a:fillRef>
            <a:effectRef idx="2">
              <a:schemeClr val="accent2"/>
            </a:effectRef>
            <a:fontRef idx="minor">
              <a:schemeClr val="tx1"/>
            </a:fontRef>
          </p:style>
          <p:txBody>
            <a:bodyPr rtlCol="0" anchor="ctr"/>
            <a:lstStyle/>
            <a:p>
              <a:pPr algn="ctr"/>
              <a:endParaRPr lang="en-US" sz="1200">
                <a:ln w="0"/>
                <a:solidFill>
                  <a:schemeClr val="accent1"/>
                </a:solidFill>
                <a:effectLst>
                  <a:outerShdw blurRad="38100" dist="25400" dir="5400000" algn="ctr" rotWithShape="0">
                    <a:srgbClr val="6E747A">
                      <a:alpha val="43000"/>
                    </a:srgbClr>
                  </a:outerShdw>
                </a:effectLst>
              </a:endParaRPr>
            </a:p>
          </p:txBody>
        </p:sp>
        <p:sp>
          <p:nvSpPr>
            <p:cNvPr id="12" name="Freeform: Shape 11">
              <a:extLst>
                <a:ext uri="{FF2B5EF4-FFF2-40B4-BE49-F238E27FC236}">
                  <a16:creationId xmlns:a16="http://schemas.microsoft.com/office/drawing/2014/main" id="{904B17C5-F7D5-8394-8282-D86341A6F379}"/>
                </a:ext>
              </a:extLst>
            </p:cNvPr>
            <p:cNvSpPr/>
            <p:nvPr/>
          </p:nvSpPr>
          <p:spPr>
            <a:xfrm rot="3269968" flipV="1">
              <a:off x="1615088" y="994589"/>
              <a:ext cx="783907" cy="117839"/>
            </a:xfrm>
            <a:custGeom>
              <a:avLst/>
              <a:gdLst>
                <a:gd name="connsiteX0" fmla="*/ 0 w 4991100"/>
                <a:gd name="connsiteY0" fmla="*/ 914404 h 914418"/>
                <a:gd name="connsiteX1" fmla="*/ 901700 w 4991100"/>
                <a:gd name="connsiteY1" fmla="*/ 25404 h 914418"/>
                <a:gd name="connsiteX2" fmla="*/ 1816100 w 4991100"/>
                <a:gd name="connsiteY2" fmla="*/ 914404 h 914418"/>
                <a:gd name="connsiteX3" fmla="*/ 2717800 w 4991100"/>
                <a:gd name="connsiteY3" fmla="*/ 4 h 914418"/>
                <a:gd name="connsiteX4" fmla="*/ 3644900 w 4991100"/>
                <a:gd name="connsiteY4" fmla="*/ 901704 h 914418"/>
                <a:gd name="connsiteX5" fmla="*/ 4533900 w 4991100"/>
                <a:gd name="connsiteY5" fmla="*/ 457204 h 914418"/>
                <a:gd name="connsiteX6" fmla="*/ 4991100 w 4991100"/>
                <a:gd name="connsiteY6" fmla="*/ 355604 h 9144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91100" h="914418">
                  <a:moveTo>
                    <a:pt x="0" y="914404"/>
                  </a:moveTo>
                  <a:cubicBezTo>
                    <a:pt x="299508" y="469904"/>
                    <a:pt x="599017" y="25404"/>
                    <a:pt x="901700" y="25404"/>
                  </a:cubicBezTo>
                  <a:cubicBezTo>
                    <a:pt x="1204383" y="25404"/>
                    <a:pt x="1513417" y="918637"/>
                    <a:pt x="1816100" y="914404"/>
                  </a:cubicBezTo>
                  <a:cubicBezTo>
                    <a:pt x="2118783" y="910171"/>
                    <a:pt x="2413000" y="2121"/>
                    <a:pt x="2717800" y="4"/>
                  </a:cubicBezTo>
                  <a:cubicBezTo>
                    <a:pt x="3022600" y="-2113"/>
                    <a:pt x="3342217" y="825504"/>
                    <a:pt x="3644900" y="901704"/>
                  </a:cubicBezTo>
                  <a:cubicBezTo>
                    <a:pt x="3947583" y="977904"/>
                    <a:pt x="4309533" y="548221"/>
                    <a:pt x="4533900" y="457204"/>
                  </a:cubicBezTo>
                  <a:cubicBezTo>
                    <a:pt x="4758267" y="366187"/>
                    <a:pt x="4874683" y="360895"/>
                    <a:pt x="4991100" y="355604"/>
                  </a:cubicBezTo>
                </a:path>
              </a:pathLst>
            </a:custGeom>
            <a:ln w="31750">
              <a:tailEnd type="triangle" w="lg" len="lg"/>
            </a:ln>
            <a:effectLst>
              <a:glow rad="457200">
                <a:schemeClr val="accent2">
                  <a:satMod val="175000"/>
                  <a:alpha val="40000"/>
                </a:schemeClr>
              </a:glow>
            </a:effectLst>
          </p:spPr>
          <p:style>
            <a:lnRef idx="3">
              <a:schemeClr val="accent2"/>
            </a:lnRef>
            <a:fillRef idx="0">
              <a:schemeClr val="accent2"/>
            </a:fillRef>
            <a:effectRef idx="2">
              <a:schemeClr val="accent2"/>
            </a:effectRef>
            <a:fontRef idx="minor">
              <a:schemeClr val="tx1"/>
            </a:fontRef>
          </p:style>
          <p:txBody>
            <a:bodyPr rtlCol="0" anchor="ctr"/>
            <a:lstStyle/>
            <a:p>
              <a:pPr algn="ctr"/>
              <a:endParaRPr lang="en-US" sz="1200">
                <a:ln w="0"/>
                <a:solidFill>
                  <a:schemeClr val="accent1"/>
                </a:solidFill>
                <a:effectLst>
                  <a:outerShdw blurRad="38100" dist="25400" dir="5400000" algn="ctr" rotWithShape="0">
                    <a:srgbClr val="6E747A">
                      <a:alpha val="43000"/>
                    </a:srgbClr>
                  </a:outerShdw>
                </a:effectLst>
              </a:endParaRPr>
            </a:p>
          </p:txBody>
        </p:sp>
        <p:sp>
          <p:nvSpPr>
            <p:cNvPr id="13" name="Freeform: Shape 12">
              <a:extLst>
                <a:ext uri="{FF2B5EF4-FFF2-40B4-BE49-F238E27FC236}">
                  <a16:creationId xmlns:a16="http://schemas.microsoft.com/office/drawing/2014/main" id="{231B16CA-DAB3-C952-0CB8-F7FA25C5881E}"/>
                </a:ext>
              </a:extLst>
            </p:cNvPr>
            <p:cNvSpPr/>
            <p:nvPr/>
          </p:nvSpPr>
          <p:spPr>
            <a:xfrm rot="3269968" flipV="1">
              <a:off x="1217693" y="1216531"/>
              <a:ext cx="806703" cy="117839"/>
            </a:xfrm>
            <a:custGeom>
              <a:avLst/>
              <a:gdLst>
                <a:gd name="connsiteX0" fmla="*/ 0 w 4991100"/>
                <a:gd name="connsiteY0" fmla="*/ 914404 h 914418"/>
                <a:gd name="connsiteX1" fmla="*/ 901700 w 4991100"/>
                <a:gd name="connsiteY1" fmla="*/ 25404 h 914418"/>
                <a:gd name="connsiteX2" fmla="*/ 1816100 w 4991100"/>
                <a:gd name="connsiteY2" fmla="*/ 914404 h 914418"/>
                <a:gd name="connsiteX3" fmla="*/ 2717800 w 4991100"/>
                <a:gd name="connsiteY3" fmla="*/ 4 h 914418"/>
                <a:gd name="connsiteX4" fmla="*/ 3644900 w 4991100"/>
                <a:gd name="connsiteY4" fmla="*/ 901704 h 914418"/>
                <a:gd name="connsiteX5" fmla="*/ 4533900 w 4991100"/>
                <a:gd name="connsiteY5" fmla="*/ 457204 h 914418"/>
                <a:gd name="connsiteX6" fmla="*/ 4991100 w 4991100"/>
                <a:gd name="connsiteY6" fmla="*/ 355604 h 9144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91100" h="914418">
                  <a:moveTo>
                    <a:pt x="0" y="914404"/>
                  </a:moveTo>
                  <a:cubicBezTo>
                    <a:pt x="299508" y="469904"/>
                    <a:pt x="599017" y="25404"/>
                    <a:pt x="901700" y="25404"/>
                  </a:cubicBezTo>
                  <a:cubicBezTo>
                    <a:pt x="1204383" y="25404"/>
                    <a:pt x="1513417" y="918637"/>
                    <a:pt x="1816100" y="914404"/>
                  </a:cubicBezTo>
                  <a:cubicBezTo>
                    <a:pt x="2118783" y="910171"/>
                    <a:pt x="2413000" y="2121"/>
                    <a:pt x="2717800" y="4"/>
                  </a:cubicBezTo>
                  <a:cubicBezTo>
                    <a:pt x="3022600" y="-2113"/>
                    <a:pt x="3342217" y="825504"/>
                    <a:pt x="3644900" y="901704"/>
                  </a:cubicBezTo>
                  <a:cubicBezTo>
                    <a:pt x="3947583" y="977904"/>
                    <a:pt x="4309533" y="548221"/>
                    <a:pt x="4533900" y="457204"/>
                  </a:cubicBezTo>
                  <a:cubicBezTo>
                    <a:pt x="4758267" y="366187"/>
                    <a:pt x="4874683" y="360895"/>
                    <a:pt x="4991100" y="355604"/>
                  </a:cubicBezTo>
                </a:path>
              </a:pathLst>
            </a:custGeom>
            <a:ln w="31750">
              <a:tailEnd type="triangle" w="lg" len="lg"/>
            </a:ln>
            <a:effectLst>
              <a:glow rad="457200">
                <a:schemeClr val="accent2">
                  <a:satMod val="175000"/>
                  <a:alpha val="40000"/>
                </a:schemeClr>
              </a:glow>
            </a:effectLst>
          </p:spPr>
          <p:style>
            <a:lnRef idx="3">
              <a:schemeClr val="accent2"/>
            </a:lnRef>
            <a:fillRef idx="0">
              <a:schemeClr val="accent2"/>
            </a:fillRef>
            <a:effectRef idx="2">
              <a:schemeClr val="accent2"/>
            </a:effectRef>
            <a:fontRef idx="minor">
              <a:schemeClr val="tx1"/>
            </a:fontRef>
          </p:style>
          <p:txBody>
            <a:bodyPr rtlCol="0" anchor="ctr"/>
            <a:lstStyle/>
            <a:p>
              <a:pPr algn="ctr"/>
              <a:endParaRPr lang="en-US" sz="1200">
                <a:ln w="0"/>
                <a:solidFill>
                  <a:schemeClr val="accent1"/>
                </a:solidFill>
                <a:effectLst>
                  <a:outerShdw blurRad="38100" dist="25400" dir="5400000" algn="ctr" rotWithShape="0">
                    <a:srgbClr val="6E747A">
                      <a:alpha val="43000"/>
                    </a:srgbClr>
                  </a:outerShdw>
                </a:effectLst>
              </a:endParaRPr>
            </a:p>
          </p:txBody>
        </p:sp>
      </p:grpSp>
      <p:sp>
        <p:nvSpPr>
          <p:cNvPr id="14" name="TextBox 13">
            <a:extLst>
              <a:ext uri="{FF2B5EF4-FFF2-40B4-BE49-F238E27FC236}">
                <a16:creationId xmlns:a16="http://schemas.microsoft.com/office/drawing/2014/main" id="{FB0321C5-7A7D-E4E5-8016-5FF8134F89F2}"/>
              </a:ext>
            </a:extLst>
          </p:cNvPr>
          <p:cNvSpPr txBox="1"/>
          <p:nvPr/>
        </p:nvSpPr>
        <p:spPr>
          <a:xfrm>
            <a:off x="5031340" y="1026518"/>
            <a:ext cx="1762149" cy="369332"/>
          </a:xfrm>
          <a:prstGeom prst="rect">
            <a:avLst/>
          </a:prstGeom>
          <a:noFill/>
        </p:spPr>
        <p:txBody>
          <a:bodyPr wrap="none" rtlCol="0">
            <a:spAutoFit/>
          </a:bodyPr>
          <a:lstStyle/>
          <a:p>
            <a:r>
              <a:rPr lang="en-US" dirty="0">
                <a:ln/>
                <a:solidFill>
                  <a:srgbClr val="000000"/>
                </a:solidFill>
                <a:latin typeface="Arial"/>
                <a:cs typeface="Arial"/>
                <a:sym typeface="Arial"/>
                <a:rtl val="0"/>
              </a:rPr>
              <a:t>  </a:t>
            </a:r>
            <a:r>
              <a:rPr lang="en-US" spc="0" baseline="0" dirty="0">
                <a:ln/>
                <a:solidFill>
                  <a:srgbClr val="000000"/>
                </a:solidFill>
                <a:latin typeface="Arial"/>
                <a:cs typeface="Arial"/>
                <a:sym typeface="Arial"/>
                <a:rtl val="0"/>
              </a:rPr>
              <a:t>Antenna Array</a:t>
            </a:r>
            <a:endParaRPr lang="en-US" dirty="0">
              <a:ln/>
              <a:solidFill>
                <a:srgbClr val="000000"/>
              </a:solidFill>
              <a:latin typeface="Arial"/>
              <a:cs typeface="Arial"/>
              <a:sym typeface="Arial"/>
              <a:rtl val="0"/>
            </a:endParaRPr>
          </a:p>
        </p:txBody>
      </p:sp>
      <p:sp>
        <p:nvSpPr>
          <p:cNvPr id="15" name="TextBox 14">
            <a:extLst>
              <a:ext uri="{FF2B5EF4-FFF2-40B4-BE49-F238E27FC236}">
                <a16:creationId xmlns:a16="http://schemas.microsoft.com/office/drawing/2014/main" id="{483D7E50-050D-A457-C8DE-6967D93E56D4}"/>
              </a:ext>
            </a:extLst>
          </p:cNvPr>
          <p:cNvSpPr txBox="1"/>
          <p:nvPr/>
        </p:nvSpPr>
        <p:spPr>
          <a:xfrm>
            <a:off x="2931340" y="1243952"/>
            <a:ext cx="1215782" cy="584774"/>
          </a:xfrm>
          <a:prstGeom prst="rect">
            <a:avLst/>
          </a:prstGeom>
          <a:noFill/>
        </p:spPr>
        <p:txBody>
          <a:bodyPr wrap="none" rtlCol="0">
            <a:spAutoFit/>
          </a:bodyPr>
          <a:lstStyle/>
          <a:p>
            <a:r>
              <a:rPr lang="en-US" sz="1600" dirty="0">
                <a:ln/>
                <a:solidFill>
                  <a:srgbClr val="000000"/>
                </a:solidFill>
                <a:latin typeface="Arial"/>
                <a:cs typeface="Arial"/>
                <a:sym typeface="Arial"/>
                <a:rtl val="0"/>
              </a:rPr>
              <a:t>  </a:t>
            </a:r>
            <a:r>
              <a:rPr lang="en-US" sz="1600" spc="0" baseline="0" dirty="0">
                <a:ln/>
                <a:solidFill>
                  <a:srgbClr val="000000"/>
                </a:solidFill>
                <a:latin typeface="Arial"/>
                <a:cs typeface="Arial"/>
                <a:sym typeface="Arial"/>
                <a:rtl val="0"/>
              </a:rPr>
              <a:t>Terahertz</a:t>
            </a:r>
          </a:p>
          <a:p>
            <a:pPr algn="ctr"/>
            <a:r>
              <a:rPr lang="en-US" sz="1600" dirty="0">
                <a:ln/>
                <a:solidFill>
                  <a:srgbClr val="000000"/>
                </a:solidFill>
                <a:latin typeface="Arial"/>
                <a:cs typeface="Arial"/>
                <a:sym typeface="Arial"/>
                <a:rtl val="0"/>
              </a:rPr>
              <a:t>Waveforms</a:t>
            </a:r>
          </a:p>
        </p:txBody>
      </p:sp>
      <p:sp>
        <p:nvSpPr>
          <p:cNvPr id="29" name="Arc 28">
            <a:extLst>
              <a:ext uri="{FF2B5EF4-FFF2-40B4-BE49-F238E27FC236}">
                <a16:creationId xmlns:a16="http://schemas.microsoft.com/office/drawing/2014/main" id="{5E5D222D-01C3-CA4F-0166-039F39C7EBB8}"/>
              </a:ext>
            </a:extLst>
          </p:cNvPr>
          <p:cNvSpPr/>
          <p:nvPr/>
        </p:nvSpPr>
        <p:spPr>
          <a:xfrm>
            <a:off x="7385882" y="4174455"/>
            <a:ext cx="1378779" cy="1778117"/>
          </a:xfrm>
          <a:prstGeom prst="arc">
            <a:avLst>
              <a:gd name="adj1" fmla="val 17378697"/>
              <a:gd name="adj2" fmla="val 1554691"/>
            </a:avLst>
          </a:prstGeom>
          <a:ln w="15875">
            <a:tailEnd type="triangle" w="lg" len="lg"/>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1200"/>
          </a:p>
        </p:txBody>
      </p:sp>
      <p:sp>
        <p:nvSpPr>
          <p:cNvPr id="30" name="TextBox 29">
            <a:extLst>
              <a:ext uri="{FF2B5EF4-FFF2-40B4-BE49-F238E27FC236}">
                <a16:creationId xmlns:a16="http://schemas.microsoft.com/office/drawing/2014/main" id="{855F9D38-986F-D980-8669-907845FC2D97}"/>
              </a:ext>
            </a:extLst>
          </p:cNvPr>
          <p:cNvSpPr txBox="1"/>
          <p:nvPr/>
        </p:nvSpPr>
        <p:spPr>
          <a:xfrm>
            <a:off x="2280481" y="2574593"/>
            <a:ext cx="1154483" cy="400110"/>
          </a:xfrm>
          <a:prstGeom prst="rect">
            <a:avLst/>
          </a:prstGeom>
          <a:noFill/>
        </p:spPr>
        <p:txBody>
          <a:bodyPr wrap="none" rtlCol="0">
            <a:spAutoFit/>
          </a:bodyPr>
          <a:lstStyle/>
          <a:p>
            <a:r>
              <a:rPr lang="en-US" sz="2000" b="1" spc="0" baseline="0" dirty="0">
                <a:ln/>
                <a:solidFill>
                  <a:srgbClr val="000000"/>
                </a:solidFill>
                <a:latin typeface="Arial"/>
                <a:cs typeface="Arial"/>
                <a:sym typeface="Arial"/>
                <a:rtl val="0"/>
              </a:rPr>
              <a:t>Enzyme</a:t>
            </a:r>
            <a:endParaRPr lang="en-US" sz="2000" b="1" dirty="0">
              <a:ln/>
              <a:solidFill>
                <a:srgbClr val="000000"/>
              </a:solidFill>
              <a:latin typeface="Arial"/>
              <a:cs typeface="Arial"/>
              <a:sym typeface="Arial"/>
              <a:rtl val="0"/>
            </a:endParaRPr>
          </a:p>
        </p:txBody>
      </p:sp>
      <p:sp>
        <p:nvSpPr>
          <p:cNvPr id="31" name="TextBox 30">
            <a:extLst>
              <a:ext uri="{FF2B5EF4-FFF2-40B4-BE49-F238E27FC236}">
                <a16:creationId xmlns:a16="http://schemas.microsoft.com/office/drawing/2014/main" id="{1E0BFE10-9AAF-B04B-1DDC-35469BE82908}"/>
              </a:ext>
            </a:extLst>
          </p:cNvPr>
          <p:cNvSpPr txBox="1"/>
          <p:nvPr/>
        </p:nvSpPr>
        <p:spPr>
          <a:xfrm>
            <a:off x="6610277" y="4572557"/>
            <a:ext cx="1917513" cy="338555"/>
          </a:xfrm>
          <a:prstGeom prst="rect">
            <a:avLst/>
          </a:prstGeom>
          <a:noFill/>
        </p:spPr>
        <p:txBody>
          <a:bodyPr wrap="none" rtlCol="0">
            <a:spAutoFit/>
          </a:bodyPr>
          <a:lstStyle/>
          <a:p>
            <a:r>
              <a:rPr lang="en-US" sz="1600" dirty="0">
                <a:ln/>
                <a:solidFill>
                  <a:srgbClr val="000000"/>
                </a:solidFill>
                <a:latin typeface="Arial"/>
                <a:cs typeface="Arial"/>
                <a:sym typeface="Arial"/>
                <a:rtl val="0"/>
              </a:rPr>
              <a:t>  Unf</a:t>
            </a:r>
            <a:r>
              <a:rPr lang="en-US" sz="1600" spc="0" baseline="0" dirty="0">
                <a:ln/>
                <a:solidFill>
                  <a:srgbClr val="000000"/>
                </a:solidFill>
                <a:latin typeface="Arial"/>
                <a:cs typeface="Arial"/>
                <a:sym typeface="Arial"/>
                <a:rtl val="0"/>
              </a:rPr>
              <a:t>olded Enzyme</a:t>
            </a:r>
            <a:endParaRPr lang="en-US" sz="1600" dirty="0">
              <a:ln/>
              <a:solidFill>
                <a:srgbClr val="000000"/>
              </a:solidFill>
              <a:latin typeface="Arial"/>
              <a:cs typeface="Arial"/>
              <a:sym typeface="Arial"/>
              <a:rtl val="0"/>
            </a:endParaRPr>
          </a:p>
        </p:txBody>
      </p:sp>
      <p:sp>
        <p:nvSpPr>
          <p:cNvPr id="3" name="Title 1">
            <a:extLst>
              <a:ext uri="{FF2B5EF4-FFF2-40B4-BE49-F238E27FC236}">
                <a16:creationId xmlns:a16="http://schemas.microsoft.com/office/drawing/2014/main" id="{5A47581C-155C-3F4B-45B1-533ACBC5A83A}"/>
              </a:ext>
            </a:extLst>
          </p:cNvPr>
          <p:cNvSpPr>
            <a:spLocks noGrp="1"/>
          </p:cNvSpPr>
          <p:nvPr>
            <p:ph type="title"/>
          </p:nvPr>
        </p:nvSpPr>
        <p:spPr>
          <a:xfrm>
            <a:off x="10066812" y="91581"/>
            <a:ext cx="1952334" cy="505057"/>
          </a:xfrm>
        </p:spPr>
        <p:txBody>
          <a:bodyPr>
            <a:normAutofit fontScale="90000"/>
          </a:bodyPr>
          <a:lstStyle/>
          <a:p>
            <a:r>
              <a:rPr lang="en-US" sz="4000" dirty="0"/>
              <a:t>Concept</a:t>
            </a:r>
            <a:endParaRPr lang="en-US" sz="3200" dirty="0"/>
          </a:p>
        </p:txBody>
      </p:sp>
      <p:sp>
        <p:nvSpPr>
          <p:cNvPr id="32" name="Slide Number Placeholder 31">
            <a:extLst>
              <a:ext uri="{FF2B5EF4-FFF2-40B4-BE49-F238E27FC236}">
                <a16:creationId xmlns:a16="http://schemas.microsoft.com/office/drawing/2014/main" id="{0E7E547D-85AB-9B3D-423F-34D060C60854}"/>
              </a:ext>
            </a:extLst>
          </p:cNvPr>
          <p:cNvSpPr>
            <a:spLocks noGrp="1"/>
          </p:cNvSpPr>
          <p:nvPr>
            <p:ph type="sldNum" sz="quarter" idx="12"/>
          </p:nvPr>
        </p:nvSpPr>
        <p:spPr>
          <a:xfrm>
            <a:off x="-99230" y="6595961"/>
            <a:ext cx="483102" cy="338556"/>
          </a:xfrm>
        </p:spPr>
        <p:txBody>
          <a:bodyPr/>
          <a:lstStyle/>
          <a:p>
            <a:fld id="{250B62C5-2ACF-4D78-8FF3-37371B948607}" type="slidenum">
              <a:rPr lang="en-US" smtClean="0"/>
              <a:t>35</a:t>
            </a:fld>
            <a:endParaRPr lang="en-US"/>
          </a:p>
        </p:txBody>
      </p:sp>
      <p:pic>
        <p:nvPicPr>
          <p:cNvPr id="2" name="Picture 1" descr="RNA related vector icon. RNA sign. Isolated on white background. Editable vector illustration Stock Vector Image &amp; Art - Alamy">
            <a:extLst>
              <a:ext uri="{FF2B5EF4-FFF2-40B4-BE49-F238E27FC236}">
                <a16:creationId xmlns:a16="http://schemas.microsoft.com/office/drawing/2014/main" id="{304D2031-C096-A2B3-5B77-9B4AC3946592}"/>
              </a:ext>
            </a:extLst>
          </p:cNvPr>
          <p:cNvPicPr>
            <a:picLocks noChangeAspect="1"/>
          </p:cNvPicPr>
          <p:nvPr/>
        </p:nvPicPr>
        <p:blipFill>
          <a:blip r:embed="rId13"/>
          <a:srcRect l="35275" t="15265" r="22388" b="22407"/>
          <a:stretch>
            <a:fillRect/>
          </a:stretch>
        </p:blipFill>
        <p:spPr>
          <a:xfrm rot="19474698">
            <a:off x="5426623" y="2959865"/>
            <a:ext cx="875192" cy="1377391"/>
          </a:xfrm>
          <a:prstGeom prst="rect">
            <a:avLst/>
          </a:prstGeom>
        </p:spPr>
      </p:pic>
      <p:cxnSp>
        <p:nvCxnSpPr>
          <p:cNvPr id="37" name="Straight Arrow Connector 36">
            <a:extLst>
              <a:ext uri="{FF2B5EF4-FFF2-40B4-BE49-F238E27FC236}">
                <a16:creationId xmlns:a16="http://schemas.microsoft.com/office/drawing/2014/main" id="{DAE4899C-041E-EA8A-4F65-7FED734926C6}"/>
              </a:ext>
            </a:extLst>
          </p:cNvPr>
          <p:cNvCxnSpPr/>
          <p:nvPr/>
        </p:nvCxnSpPr>
        <p:spPr>
          <a:xfrm flipH="1">
            <a:off x="6096000" y="3624079"/>
            <a:ext cx="1531804" cy="0"/>
          </a:xfrm>
          <a:prstGeom prst="straightConnector1">
            <a:avLst/>
          </a:prstGeom>
          <a:ln w="22225">
            <a:tailEnd type="triangle" w="lg" len="lg"/>
          </a:ln>
        </p:spPr>
        <p:style>
          <a:lnRef idx="2">
            <a:schemeClr val="accent1"/>
          </a:lnRef>
          <a:fillRef idx="0">
            <a:schemeClr val="accent1"/>
          </a:fillRef>
          <a:effectRef idx="1">
            <a:schemeClr val="accent1"/>
          </a:effectRef>
          <a:fontRef idx="minor">
            <a:schemeClr val="tx1"/>
          </a:fontRef>
        </p:style>
      </p:cxnSp>
      <p:sp>
        <p:nvSpPr>
          <p:cNvPr id="39" name="TextBox 38">
            <a:extLst>
              <a:ext uri="{FF2B5EF4-FFF2-40B4-BE49-F238E27FC236}">
                <a16:creationId xmlns:a16="http://schemas.microsoft.com/office/drawing/2014/main" id="{C8F8FBE2-5D8B-1B70-796E-0418C2AC8B75}"/>
              </a:ext>
            </a:extLst>
          </p:cNvPr>
          <p:cNvSpPr txBox="1"/>
          <p:nvPr/>
        </p:nvSpPr>
        <p:spPr>
          <a:xfrm>
            <a:off x="5222979" y="2418161"/>
            <a:ext cx="1003801" cy="584775"/>
          </a:xfrm>
          <a:prstGeom prst="rect">
            <a:avLst/>
          </a:prstGeom>
          <a:noFill/>
        </p:spPr>
        <p:txBody>
          <a:bodyPr wrap="none" rtlCol="0">
            <a:spAutoFit/>
          </a:bodyPr>
          <a:lstStyle/>
          <a:p>
            <a:pPr algn="ctr"/>
            <a:r>
              <a:rPr lang="en-US" sz="1600" dirty="0">
                <a:ln/>
                <a:solidFill>
                  <a:srgbClr val="000000"/>
                </a:solidFill>
                <a:latin typeface="Arial"/>
                <a:cs typeface="Arial"/>
                <a:sym typeface="Arial"/>
                <a:rtl val="0"/>
              </a:rPr>
              <a:t>RNA</a:t>
            </a:r>
          </a:p>
          <a:p>
            <a:pPr algn="ctr"/>
            <a:r>
              <a:rPr lang="en-US" sz="1600" dirty="0">
                <a:ln/>
                <a:solidFill>
                  <a:srgbClr val="000000"/>
                </a:solidFill>
                <a:latin typeface="Arial"/>
                <a:cs typeface="Arial"/>
                <a:sym typeface="Arial"/>
                <a:rtl val="0"/>
              </a:rPr>
              <a:t>molecule</a:t>
            </a:r>
          </a:p>
        </p:txBody>
      </p:sp>
      <p:sp>
        <p:nvSpPr>
          <p:cNvPr id="41" name="TextBox 40">
            <a:extLst>
              <a:ext uri="{FF2B5EF4-FFF2-40B4-BE49-F238E27FC236}">
                <a16:creationId xmlns:a16="http://schemas.microsoft.com/office/drawing/2014/main" id="{DD21DCCB-7446-53E2-97BC-980DF9890AB0}"/>
              </a:ext>
            </a:extLst>
          </p:cNvPr>
          <p:cNvSpPr txBox="1"/>
          <p:nvPr/>
        </p:nvSpPr>
        <p:spPr>
          <a:xfrm>
            <a:off x="6172597" y="3141514"/>
            <a:ext cx="1361655" cy="338554"/>
          </a:xfrm>
          <a:prstGeom prst="rect">
            <a:avLst/>
          </a:prstGeom>
          <a:noFill/>
        </p:spPr>
        <p:txBody>
          <a:bodyPr wrap="none" rtlCol="0">
            <a:spAutoFit/>
          </a:bodyPr>
          <a:lstStyle/>
          <a:p>
            <a:r>
              <a:rPr lang="en-US" sz="1600" dirty="0">
                <a:ln/>
                <a:solidFill>
                  <a:srgbClr val="000000"/>
                </a:solidFill>
                <a:latin typeface="Arial"/>
                <a:cs typeface="Arial"/>
                <a:sym typeface="Arial"/>
                <a:rtl val="0"/>
              </a:rPr>
              <a:t>Transcription</a:t>
            </a:r>
          </a:p>
        </p:txBody>
      </p:sp>
      <p:cxnSp>
        <p:nvCxnSpPr>
          <p:cNvPr id="42" name="Straight Arrow Connector 41">
            <a:extLst>
              <a:ext uri="{FF2B5EF4-FFF2-40B4-BE49-F238E27FC236}">
                <a16:creationId xmlns:a16="http://schemas.microsoft.com/office/drawing/2014/main" id="{12BDA005-8BD8-C292-D7EE-1920757CC556}"/>
              </a:ext>
            </a:extLst>
          </p:cNvPr>
          <p:cNvCxnSpPr/>
          <p:nvPr/>
        </p:nvCxnSpPr>
        <p:spPr>
          <a:xfrm flipH="1">
            <a:off x="3792042" y="3664621"/>
            <a:ext cx="1531804" cy="0"/>
          </a:xfrm>
          <a:prstGeom prst="straightConnector1">
            <a:avLst/>
          </a:prstGeom>
          <a:ln w="22225">
            <a:tailEnd type="triangle" w="lg" len="lg"/>
          </a:ln>
        </p:spPr>
        <p:style>
          <a:lnRef idx="2">
            <a:schemeClr val="accent1"/>
          </a:lnRef>
          <a:fillRef idx="0">
            <a:schemeClr val="accent1"/>
          </a:fillRef>
          <a:effectRef idx="1">
            <a:schemeClr val="accent1"/>
          </a:effectRef>
          <a:fontRef idx="minor">
            <a:schemeClr val="tx1"/>
          </a:fontRef>
        </p:style>
      </p:cxnSp>
      <p:sp>
        <p:nvSpPr>
          <p:cNvPr id="43" name="TextBox 42">
            <a:extLst>
              <a:ext uri="{FF2B5EF4-FFF2-40B4-BE49-F238E27FC236}">
                <a16:creationId xmlns:a16="http://schemas.microsoft.com/office/drawing/2014/main" id="{76F9EC7C-7A89-49D6-82F4-AAC837EADA5A}"/>
              </a:ext>
            </a:extLst>
          </p:cNvPr>
          <p:cNvSpPr txBox="1"/>
          <p:nvPr/>
        </p:nvSpPr>
        <p:spPr>
          <a:xfrm>
            <a:off x="3821591" y="3188405"/>
            <a:ext cx="1190134" cy="338554"/>
          </a:xfrm>
          <a:prstGeom prst="rect">
            <a:avLst/>
          </a:prstGeom>
          <a:noFill/>
        </p:spPr>
        <p:txBody>
          <a:bodyPr wrap="none" rtlCol="0">
            <a:spAutoFit/>
          </a:bodyPr>
          <a:lstStyle/>
          <a:p>
            <a:r>
              <a:rPr lang="en-US" sz="1600" dirty="0">
                <a:ln/>
                <a:solidFill>
                  <a:srgbClr val="000000"/>
                </a:solidFill>
                <a:latin typeface="Arial"/>
                <a:cs typeface="Arial"/>
                <a:sym typeface="Arial"/>
                <a:rtl val="0"/>
              </a:rPr>
              <a:t>Translation</a:t>
            </a:r>
          </a:p>
        </p:txBody>
      </p:sp>
      <p:sp>
        <p:nvSpPr>
          <p:cNvPr id="48" name="TextBox 47">
            <a:extLst>
              <a:ext uri="{FF2B5EF4-FFF2-40B4-BE49-F238E27FC236}">
                <a16:creationId xmlns:a16="http://schemas.microsoft.com/office/drawing/2014/main" id="{F09DBD2A-384A-DB9C-149C-92D9698ACBED}"/>
              </a:ext>
            </a:extLst>
          </p:cNvPr>
          <p:cNvSpPr txBox="1"/>
          <p:nvPr/>
        </p:nvSpPr>
        <p:spPr>
          <a:xfrm>
            <a:off x="142321" y="2751008"/>
            <a:ext cx="1329018" cy="369332"/>
          </a:xfrm>
          <a:prstGeom prst="rect">
            <a:avLst/>
          </a:prstGeom>
          <a:noFill/>
        </p:spPr>
        <p:txBody>
          <a:bodyPr wrap="none" rtlCol="0">
            <a:spAutoFit/>
          </a:bodyPr>
          <a:lstStyle/>
          <a:p>
            <a:r>
              <a:rPr lang="en-US" dirty="0"/>
              <a:t>Substrate A</a:t>
            </a:r>
          </a:p>
        </p:txBody>
      </p:sp>
      <p:cxnSp>
        <p:nvCxnSpPr>
          <p:cNvPr id="50" name="Straight Arrow Connector 49">
            <a:extLst>
              <a:ext uri="{FF2B5EF4-FFF2-40B4-BE49-F238E27FC236}">
                <a16:creationId xmlns:a16="http://schemas.microsoft.com/office/drawing/2014/main" id="{C5C5A85B-36D8-BC14-193E-C867959E2BE6}"/>
              </a:ext>
            </a:extLst>
          </p:cNvPr>
          <p:cNvCxnSpPr/>
          <p:nvPr/>
        </p:nvCxnSpPr>
        <p:spPr>
          <a:xfrm>
            <a:off x="711200" y="3310791"/>
            <a:ext cx="0" cy="1501713"/>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sp>
        <p:nvSpPr>
          <p:cNvPr id="52" name="TextBox 51">
            <a:extLst>
              <a:ext uri="{FF2B5EF4-FFF2-40B4-BE49-F238E27FC236}">
                <a16:creationId xmlns:a16="http://schemas.microsoft.com/office/drawing/2014/main" id="{3024105F-C5E6-7345-1FF8-538808A7DE31}"/>
              </a:ext>
            </a:extLst>
          </p:cNvPr>
          <p:cNvSpPr txBox="1"/>
          <p:nvPr/>
        </p:nvSpPr>
        <p:spPr>
          <a:xfrm>
            <a:off x="156160" y="4937327"/>
            <a:ext cx="1153906" cy="369332"/>
          </a:xfrm>
          <a:prstGeom prst="rect">
            <a:avLst/>
          </a:prstGeom>
          <a:noFill/>
        </p:spPr>
        <p:txBody>
          <a:bodyPr wrap="none" rtlCol="0">
            <a:spAutoFit/>
          </a:bodyPr>
          <a:lstStyle/>
          <a:p>
            <a:r>
              <a:rPr lang="en-US" dirty="0"/>
              <a:t>Product B</a:t>
            </a:r>
          </a:p>
        </p:txBody>
      </p:sp>
      <p:sp>
        <p:nvSpPr>
          <p:cNvPr id="54" name="TextBox 53">
            <a:extLst>
              <a:ext uri="{FF2B5EF4-FFF2-40B4-BE49-F238E27FC236}">
                <a16:creationId xmlns:a16="http://schemas.microsoft.com/office/drawing/2014/main" id="{F86B7D87-1B40-AA1E-6BA5-F7991173F793}"/>
              </a:ext>
            </a:extLst>
          </p:cNvPr>
          <p:cNvSpPr txBox="1"/>
          <p:nvPr/>
        </p:nvSpPr>
        <p:spPr>
          <a:xfrm>
            <a:off x="1088960" y="3310791"/>
            <a:ext cx="1015021" cy="338554"/>
          </a:xfrm>
          <a:prstGeom prst="rect">
            <a:avLst/>
          </a:prstGeom>
          <a:noFill/>
        </p:spPr>
        <p:txBody>
          <a:bodyPr wrap="none" rtlCol="0">
            <a:spAutoFit/>
          </a:bodyPr>
          <a:lstStyle/>
          <a:p>
            <a:r>
              <a:rPr lang="en-US" sz="1600" dirty="0">
                <a:ln/>
                <a:solidFill>
                  <a:srgbClr val="000000"/>
                </a:solidFill>
                <a:latin typeface="Arial"/>
                <a:cs typeface="Arial"/>
                <a:sym typeface="Arial"/>
                <a:rtl val="0"/>
              </a:rPr>
              <a:t>Catalysis</a:t>
            </a:r>
          </a:p>
        </p:txBody>
      </p:sp>
      <p:cxnSp>
        <p:nvCxnSpPr>
          <p:cNvPr id="55" name="Straight Arrow Connector 54">
            <a:extLst>
              <a:ext uri="{FF2B5EF4-FFF2-40B4-BE49-F238E27FC236}">
                <a16:creationId xmlns:a16="http://schemas.microsoft.com/office/drawing/2014/main" id="{6DC0C0A6-1641-C826-8DDD-DE2A7D1781F4}"/>
              </a:ext>
            </a:extLst>
          </p:cNvPr>
          <p:cNvCxnSpPr>
            <a:cxnSpLocks/>
          </p:cNvCxnSpPr>
          <p:nvPr/>
        </p:nvCxnSpPr>
        <p:spPr>
          <a:xfrm flipH="1">
            <a:off x="3860800" y="4402017"/>
            <a:ext cx="1394288" cy="1132533"/>
          </a:xfrm>
          <a:prstGeom prst="straightConnector1">
            <a:avLst/>
          </a:prstGeom>
          <a:ln w="22225">
            <a:tailEnd type="triangle" w="lg" len="lg"/>
          </a:ln>
        </p:spPr>
        <p:style>
          <a:lnRef idx="2">
            <a:schemeClr val="accent1"/>
          </a:lnRef>
          <a:fillRef idx="0">
            <a:schemeClr val="accent1"/>
          </a:fillRef>
          <a:effectRef idx="1">
            <a:schemeClr val="accent1"/>
          </a:effectRef>
          <a:fontRef idx="minor">
            <a:schemeClr val="tx1"/>
          </a:fontRef>
        </p:style>
      </p:cxnSp>
      <p:cxnSp>
        <p:nvCxnSpPr>
          <p:cNvPr id="56" name="Straight Arrow Connector 55">
            <a:extLst>
              <a:ext uri="{FF2B5EF4-FFF2-40B4-BE49-F238E27FC236}">
                <a16:creationId xmlns:a16="http://schemas.microsoft.com/office/drawing/2014/main" id="{CB7DE075-37EA-D9DB-C0A0-E5F6C340C19C}"/>
              </a:ext>
            </a:extLst>
          </p:cNvPr>
          <p:cNvCxnSpPr/>
          <p:nvPr/>
        </p:nvCxnSpPr>
        <p:spPr>
          <a:xfrm flipH="1">
            <a:off x="768106" y="3836762"/>
            <a:ext cx="1531804" cy="0"/>
          </a:xfrm>
          <a:prstGeom prst="straightConnector1">
            <a:avLst/>
          </a:prstGeom>
          <a:ln w="22225">
            <a:tailEnd type="triangle" w="lg" len="lg"/>
          </a:ln>
        </p:spPr>
        <p:style>
          <a:lnRef idx="2">
            <a:schemeClr val="accent1"/>
          </a:lnRef>
          <a:fillRef idx="0">
            <a:schemeClr val="accent1"/>
          </a:fillRef>
          <a:effectRef idx="1">
            <a:schemeClr val="accent1"/>
          </a:effectRef>
          <a:fontRef idx="minor">
            <a:schemeClr val="tx1"/>
          </a:fontRef>
        </p:style>
      </p:cxnSp>
      <p:sp>
        <p:nvSpPr>
          <p:cNvPr id="58" name="TextBox 57">
            <a:extLst>
              <a:ext uri="{FF2B5EF4-FFF2-40B4-BE49-F238E27FC236}">
                <a16:creationId xmlns:a16="http://schemas.microsoft.com/office/drawing/2014/main" id="{D1782780-B2BA-4FA9-5B91-74941F6616D5}"/>
              </a:ext>
            </a:extLst>
          </p:cNvPr>
          <p:cNvSpPr txBox="1"/>
          <p:nvPr/>
        </p:nvSpPr>
        <p:spPr>
          <a:xfrm>
            <a:off x="133958" y="2226075"/>
            <a:ext cx="1268296" cy="400110"/>
          </a:xfrm>
          <a:prstGeom prst="rect">
            <a:avLst/>
          </a:prstGeom>
          <a:noFill/>
        </p:spPr>
        <p:txBody>
          <a:bodyPr wrap="none" rtlCol="0">
            <a:spAutoFit/>
          </a:bodyPr>
          <a:lstStyle/>
          <a:p>
            <a:r>
              <a:rPr lang="en-US" sz="2000" b="1" spc="0" baseline="0" dirty="0">
                <a:ln/>
                <a:solidFill>
                  <a:srgbClr val="000000"/>
                </a:solidFill>
                <a:latin typeface="Arial"/>
                <a:cs typeface="Arial"/>
                <a:sym typeface="Arial"/>
                <a:rtl val="0"/>
              </a:rPr>
              <a:t>Reaction</a:t>
            </a:r>
            <a:endParaRPr lang="en-US" sz="2000" b="1" dirty="0">
              <a:ln/>
              <a:solidFill>
                <a:srgbClr val="000000"/>
              </a:solidFill>
              <a:latin typeface="Arial"/>
              <a:cs typeface="Arial"/>
              <a:sym typeface="Arial"/>
              <a:rtl val="0"/>
            </a:endParaRPr>
          </a:p>
        </p:txBody>
      </p:sp>
      <p:pic>
        <p:nvPicPr>
          <p:cNvPr id="60" name="Picture 59" descr="Protein folding and denaturation (article) | Khan Academy">
            <a:extLst>
              <a:ext uri="{FF2B5EF4-FFF2-40B4-BE49-F238E27FC236}">
                <a16:creationId xmlns:a16="http://schemas.microsoft.com/office/drawing/2014/main" id="{B7D06D30-0C1B-76BF-9637-CF62115B4D22}"/>
              </a:ext>
            </a:extLst>
          </p:cNvPr>
          <p:cNvPicPr>
            <a:picLocks noChangeAspect="1"/>
          </p:cNvPicPr>
          <p:nvPr/>
        </p:nvPicPr>
        <p:blipFill>
          <a:blip r:embed="rId14"/>
          <a:stretch>
            <a:fillRect/>
          </a:stretch>
        </p:blipFill>
        <p:spPr>
          <a:xfrm rot="5400000">
            <a:off x="1359797" y="3843848"/>
            <a:ext cx="3186435" cy="1761252"/>
          </a:xfrm>
          <a:prstGeom prst="rect">
            <a:avLst/>
          </a:prstGeom>
        </p:spPr>
      </p:pic>
    </p:spTree>
    <p:extLst>
      <p:ext uri="{BB962C8B-B14F-4D97-AF65-F5344CB8AC3E}">
        <p14:creationId xmlns:p14="http://schemas.microsoft.com/office/powerpoint/2010/main" val="4766794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500"/>
                                        <p:tgtEl>
                                          <p:spTgt spid="2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5"/>
                                        </p:tgtEl>
                                        <p:attrNameLst>
                                          <p:attrName>style.visibility</p:attrName>
                                        </p:attrNameLst>
                                      </p:cBhvr>
                                      <p:to>
                                        <p:strVal val="visible"/>
                                      </p:to>
                                    </p:set>
                                    <p:animEffect transition="in" filter="fade">
                                      <p:cBhvr>
                                        <p:cTn id="10" dur="500"/>
                                        <p:tgtEl>
                                          <p:spTgt spid="25"/>
                                        </p:tgtEl>
                                      </p:cBhvr>
                                    </p:animEffect>
                                  </p:childTnLst>
                                </p:cTn>
                              </p:par>
                              <p:par>
                                <p:cTn id="11" presetID="10" presetClass="entr" presetSubtype="0" fill="hold" nodeType="withEffect">
                                  <p:stCondLst>
                                    <p:cond delay="0"/>
                                  </p:stCondLst>
                                  <p:childTnLst>
                                    <p:set>
                                      <p:cBhvr>
                                        <p:cTn id="12" dur="1" fill="hold">
                                          <p:stCondLst>
                                            <p:cond delay="0"/>
                                          </p:stCondLst>
                                        </p:cTn>
                                        <p:tgtEl>
                                          <p:spTgt spid="27"/>
                                        </p:tgtEl>
                                        <p:attrNameLst>
                                          <p:attrName>style.visibility</p:attrName>
                                        </p:attrNameLst>
                                      </p:cBhvr>
                                      <p:to>
                                        <p:strVal val="visible"/>
                                      </p:to>
                                    </p:set>
                                    <p:animEffect transition="in" filter="fade">
                                      <p:cBhvr>
                                        <p:cTn id="13" dur="500"/>
                                        <p:tgtEl>
                                          <p:spTgt spid="27"/>
                                        </p:tgtEl>
                                      </p:cBhvr>
                                    </p:animEffect>
                                  </p:childTnLst>
                                </p:cTn>
                              </p:par>
                              <p:par>
                                <p:cTn id="14" presetID="10" presetClass="entr" presetSubtype="0" fill="hold" nodeType="withEffect">
                                  <p:stCondLst>
                                    <p:cond delay="0"/>
                                  </p:stCondLst>
                                  <p:childTnLst>
                                    <p:set>
                                      <p:cBhvr>
                                        <p:cTn id="15" dur="1" fill="hold">
                                          <p:stCondLst>
                                            <p:cond delay="0"/>
                                          </p:stCondLst>
                                        </p:cTn>
                                        <p:tgtEl>
                                          <p:spTgt spid="28"/>
                                        </p:tgtEl>
                                        <p:attrNameLst>
                                          <p:attrName>style.visibility</p:attrName>
                                        </p:attrNameLst>
                                      </p:cBhvr>
                                      <p:to>
                                        <p:strVal val="visible"/>
                                      </p:to>
                                    </p:set>
                                    <p:animEffect transition="in" filter="fade">
                                      <p:cBhvr>
                                        <p:cTn id="16" dur="500"/>
                                        <p:tgtEl>
                                          <p:spTgt spid="28"/>
                                        </p:tgtEl>
                                      </p:cBhvr>
                                    </p:animEffect>
                                  </p:childTnLst>
                                </p:cTn>
                              </p:par>
                              <p:par>
                                <p:cTn id="17" presetID="10" presetClass="entr" presetSubtype="0" fill="hold" nodeType="with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500"/>
                                        <p:tgtEl>
                                          <p:spTgt spid="26"/>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36"/>
                                        </p:tgtEl>
                                        <p:attrNameLst>
                                          <p:attrName>style.visibility</p:attrName>
                                        </p:attrNameLst>
                                      </p:cBhvr>
                                      <p:to>
                                        <p:strVal val="visible"/>
                                      </p:to>
                                    </p:set>
                                    <p:animEffect transition="in" filter="fade">
                                      <p:cBhvr>
                                        <p:cTn id="24"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09F6471-2AFD-2415-7B97-405EBCE96180}"/>
            </a:ext>
          </a:extLst>
        </p:cNvPr>
        <p:cNvGrpSpPr/>
        <p:nvPr/>
      </p:nvGrpSpPr>
      <p:grpSpPr>
        <a:xfrm>
          <a:off x="0" y="0"/>
          <a:ext cx="0" cy="0"/>
          <a:chOff x="0" y="0"/>
          <a:chExt cx="0" cy="0"/>
        </a:xfrm>
      </p:grpSpPr>
      <p:pic>
        <p:nvPicPr>
          <p:cNvPr id="1026" name="Picture 2" descr="Metro-style map of major metabolic pathways">
            <a:extLst>
              <a:ext uri="{FF2B5EF4-FFF2-40B4-BE49-F238E27FC236}">
                <a16:creationId xmlns:a16="http://schemas.microsoft.com/office/drawing/2014/main" id="{93B31775-375A-5B10-D997-8AEE0483AAE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090" y="1657949"/>
            <a:ext cx="6584016" cy="4938012"/>
          </a:xfrm>
          <a:prstGeom prst="rect">
            <a:avLst/>
          </a:prstGeom>
          <a:noFill/>
          <a:ln>
            <a:solidFill>
              <a:schemeClr val="accent1"/>
            </a:solidFill>
          </a:ln>
          <a:extLst>
            <a:ext uri="{909E8E84-426E-40DD-AFC4-6F175D3DCCD1}">
              <a14:hiddenFill xmlns:a14="http://schemas.microsoft.com/office/drawing/2010/main">
                <a:solidFill>
                  <a:srgbClr val="FFFFFF"/>
                </a:solidFill>
              </a14:hiddenFill>
            </a:ext>
          </a:extLst>
        </p:spPr>
      </p:pic>
      <p:grpSp>
        <p:nvGrpSpPr>
          <p:cNvPr id="36" name="Group 35">
            <a:extLst>
              <a:ext uri="{FF2B5EF4-FFF2-40B4-BE49-F238E27FC236}">
                <a16:creationId xmlns:a16="http://schemas.microsoft.com/office/drawing/2014/main" id="{DC145E3B-8A93-C393-7619-D0E697E01CA1}"/>
              </a:ext>
            </a:extLst>
          </p:cNvPr>
          <p:cNvGrpSpPr/>
          <p:nvPr/>
        </p:nvGrpSpPr>
        <p:grpSpPr>
          <a:xfrm>
            <a:off x="8859442" y="3875942"/>
            <a:ext cx="3243500" cy="2674953"/>
            <a:chOff x="8859442" y="3875942"/>
            <a:chExt cx="3243500" cy="2674953"/>
          </a:xfrm>
        </p:grpSpPr>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D3310951-8BD4-0D2E-90EF-71354E0669DC}"/>
                    </a:ext>
                  </a:extLst>
                </p:cNvPr>
                <p:cNvSpPr txBox="1"/>
                <p:nvPr/>
              </p:nvSpPr>
              <p:spPr>
                <a:xfrm>
                  <a:off x="9005877" y="4177264"/>
                  <a:ext cx="2360583" cy="635240"/>
                </a:xfrm>
                <a:prstGeom prst="rect">
                  <a:avLst/>
                </a:prstGeom>
                <a:noFill/>
              </p:spPr>
              <p:txBody>
                <a:bodyPr wrap="none" lIns="0" tIns="0" rIns="0" bIns="0" rtlCol="0">
                  <a:spAutoFit/>
                </a:bodyPr>
                <a:lstStyle/>
                <a:p>
                  <a:pPr/>
                  <a14:m>
                    <m:oMathPara xmlns:m="http://schemas.openxmlformats.org/officeDocument/2006/math">
                      <m:oMath>
                        <m:sSub>
                          <m:sSubPr>
                            <m:ctrlPr>
                              <a:rPr lang="en-US" sz="1600" i="1">
                                <a:latin typeface="Cambria Math" panose="02040503050406030204" pitchFamily="18" charset="0"/>
                              </a:rPr>
                            </m:ctrlPr>
                          </m:sSubPr>
                          <m:e>
                            <m:r>
                              <a:rPr lang="en-US" sz="1600" i="1">
                                <a:latin typeface="Cambria Math" panose="02040503050406030204" pitchFamily="18" charset="0"/>
                              </a:rPr>
                              <m:t>𝑝</m:t>
                            </m:r>
                          </m:e>
                          <m:sub>
                            <m:r>
                              <a:rPr lang="en-US" sz="1600" i="1">
                                <a:latin typeface="Cambria Math" panose="02040503050406030204" pitchFamily="18" charset="0"/>
                              </a:rPr>
                              <m:t>𝑈</m:t>
                            </m:r>
                          </m:sub>
                        </m:sSub>
                        <m:r>
                          <a:rPr lang="en-US" sz="1600" i="1">
                            <a:latin typeface="Cambria Math" panose="02040503050406030204" pitchFamily="18" charset="0"/>
                          </a:rPr>
                          <m:t>=1−</m:t>
                        </m:r>
                        <m:f>
                          <m:fPr>
                            <m:ctrlPr>
                              <a:rPr lang="en-US" sz="1600" i="1">
                                <a:latin typeface="Cambria Math" panose="02040503050406030204" pitchFamily="18" charset="0"/>
                              </a:rPr>
                            </m:ctrlPr>
                          </m:fPr>
                          <m:num>
                            <m:r>
                              <a:rPr lang="en-US" sz="1600" i="1">
                                <a:latin typeface="Cambria Math" panose="02040503050406030204" pitchFamily="18" charset="0"/>
                              </a:rPr>
                              <m:t>1</m:t>
                            </m:r>
                          </m:num>
                          <m:den>
                            <m:r>
                              <a:rPr lang="en-US" sz="1600" i="1">
                                <a:latin typeface="Cambria Math" panose="02040503050406030204" pitchFamily="18" charset="0"/>
                              </a:rPr>
                              <m:t>1+</m:t>
                            </m:r>
                            <m:sSup>
                              <m:sSupPr>
                                <m:ctrlPr>
                                  <a:rPr lang="de-DE" sz="1600" b="0" i="1" smtClean="0">
                                    <a:latin typeface="Cambria Math" panose="02040503050406030204" pitchFamily="18" charset="0"/>
                                  </a:rPr>
                                </m:ctrlPr>
                              </m:sSupPr>
                              <m:e>
                                <m:r>
                                  <a:rPr lang="de-DE" sz="1600" b="0" i="1" smtClean="0">
                                    <a:latin typeface="Cambria Math" panose="02040503050406030204" pitchFamily="18" charset="0"/>
                                  </a:rPr>
                                  <m:t>𝑒</m:t>
                                </m:r>
                              </m:e>
                              <m:sup>
                                <m:d>
                                  <m:dPr>
                                    <m:ctrlPr>
                                      <a:rPr lang="en-US" sz="1600" i="1">
                                        <a:latin typeface="Cambria Math" panose="02040503050406030204" pitchFamily="18" charset="0"/>
                                      </a:rPr>
                                    </m:ctrlPr>
                                  </m:dPr>
                                  <m:e>
                                    <m:f>
                                      <m:fPr>
                                        <m:ctrlPr>
                                          <a:rPr lang="en-US" sz="1600">
                                            <a:latin typeface="Cambria Math" panose="02040503050406030204" pitchFamily="18" charset="0"/>
                                          </a:rPr>
                                        </m:ctrlPr>
                                      </m:fPr>
                                      <m:num>
                                        <m:r>
                                          <m:rPr>
                                            <m:sty m:val="p"/>
                                          </m:rPr>
                                          <a:rPr lang="en-US" sz="1600">
                                            <a:latin typeface="Cambria Math" panose="02040503050406030204" pitchFamily="18" charset="0"/>
                                          </a:rPr>
                                          <m:t>Δ</m:t>
                                        </m:r>
                                        <m:r>
                                          <a:rPr lang="en-US" sz="1600" i="1">
                                            <a:latin typeface="Cambria Math" panose="02040503050406030204" pitchFamily="18" charset="0"/>
                                          </a:rPr>
                                          <m:t>𝐸</m:t>
                                        </m:r>
                                        <m:r>
                                          <a:rPr lang="en-US" sz="1600" i="1">
                                            <a:latin typeface="Cambria Math" panose="02040503050406030204" pitchFamily="18" charset="0"/>
                                          </a:rPr>
                                          <m:t>−</m:t>
                                        </m:r>
                                        <m:sSub>
                                          <m:sSubPr>
                                            <m:ctrlPr>
                                              <a:rPr lang="en-US" sz="1600" i="1">
                                                <a:latin typeface="Cambria Math" panose="02040503050406030204" pitchFamily="18" charset="0"/>
                                              </a:rPr>
                                            </m:ctrlPr>
                                          </m:sSubPr>
                                          <m:e>
                                            <m:d>
                                              <m:dPr>
                                                <m:begChr m:val="⟨"/>
                                                <m:endChr m:val="⟩"/>
                                                <m:ctrlPr>
                                                  <a:rPr lang="en-US" sz="1600" i="1">
                                                    <a:latin typeface="Cambria Math" panose="02040503050406030204" pitchFamily="18" charset="0"/>
                                                  </a:rPr>
                                                </m:ctrlPr>
                                              </m:dPr>
                                              <m:e>
                                                <m:sSub>
                                                  <m:sSubPr>
                                                    <m:ctrlPr>
                                                      <a:rPr lang="en-US" sz="1600" i="1">
                                                        <a:latin typeface="Cambria Math" panose="02040503050406030204" pitchFamily="18" charset="0"/>
                                                      </a:rPr>
                                                    </m:ctrlPr>
                                                  </m:sSubPr>
                                                  <m:e>
                                                    <m:r>
                                                      <a:rPr lang="en-US" sz="1600" i="1">
                                                        <a:latin typeface="Cambria Math" panose="02040503050406030204" pitchFamily="18" charset="0"/>
                                                      </a:rPr>
                                                      <m:t>𝐸</m:t>
                                                    </m:r>
                                                  </m:e>
                                                  <m:sub>
                                                    <m:r>
                                                      <a:rPr lang="en-US" sz="1600" i="1">
                                                        <a:latin typeface="Cambria Math" panose="02040503050406030204" pitchFamily="18" charset="0"/>
                                                      </a:rPr>
                                                      <m:t>𝑡𝑜𝑡</m:t>
                                                    </m:r>
                                                  </m:sub>
                                                </m:sSub>
                                              </m:e>
                                            </m:d>
                                          </m:e>
                                          <m:sub>
                                            <m:r>
                                              <a:rPr lang="en-US" sz="1600" i="1">
                                                <a:latin typeface="Cambria Math" panose="02040503050406030204" pitchFamily="18" charset="0"/>
                                              </a:rPr>
                                              <m:t>𝑠𝑠</m:t>
                                            </m:r>
                                          </m:sub>
                                        </m:sSub>
                                      </m:num>
                                      <m:den>
                                        <m:sSub>
                                          <m:sSubPr>
                                            <m:ctrlPr>
                                              <a:rPr lang="en-US" sz="1600" i="1">
                                                <a:latin typeface="Cambria Math" panose="02040503050406030204" pitchFamily="18" charset="0"/>
                                              </a:rPr>
                                            </m:ctrlPr>
                                          </m:sSubPr>
                                          <m:e>
                                            <m:r>
                                              <a:rPr lang="en-US" sz="1600" i="1">
                                                <a:latin typeface="Cambria Math" panose="02040503050406030204" pitchFamily="18" charset="0"/>
                                              </a:rPr>
                                              <m:t>𝑘</m:t>
                                            </m:r>
                                          </m:e>
                                          <m:sub>
                                            <m:r>
                                              <a:rPr lang="en-US" sz="1600" i="1">
                                                <a:latin typeface="Cambria Math" panose="02040503050406030204" pitchFamily="18" charset="0"/>
                                              </a:rPr>
                                              <m:t>𝑏</m:t>
                                            </m:r>
                                          </m:sub>
                                        </m:sSub>
                                        <m:r>
                                          <a:rPr lang="en-US" sz="1600" i="1">
                                            <a:latin typeface="Cambria Math" panose="02040503050406030204" pitchFamily="18" charset="0"/>
                                          </a:rPr>
                                          <m:t>𝑇</m:t>
                                        </m:r>
                                      </m:den>
                                    </m:f>
                                  </m:e>
                                </m:d>
                              </m:sup>
                            </m:sSup>
                          </m:den>
                        </m:f>
                      </m:oMath>
                    </m:oMathPara>
                  </a14:m>
                  <a:endParaRPr lang="en-US" sz="1600" dirty="0"/>
                </a:p>
              </p:txBody>
            </p:sp>
          </mc:Choice>
          <mc:Fallback xmlns="">
            <p:sp>
              <p:nvSpPr>
                <p:cNvPr id="6" name="TextBox 5">
                  <a:extLst>
                    <a:ext uri="{FF2B5EF4-FFF2-40B4-BE49-F238E27FC236}">
                      <a16:creationId xmlns:a16="http://schemas.microsoft.com/office/drawing/2014/main" id="{D3310951-8BD4-0D2E-90EF-71354E0669DC}"/>
                    </a:ext>
                  </a:extLst>
                </p:cNvPr>
                <p:cNvSpPr txBox="1">
                  <a:spLocks noRot="1" noChangeAspect="1" noMove="1" noResize="1" noEditPoints="1" noAdjustHandles="1" noChangeArrowheads="1" noChangeShapeType="1" noTextEdit="1"/>
                </p:cNvSpPr>
                <p:nvPr/>
              </p:nvSpPr>
              <p:spPr>
                <a:xfrm>
                  <a:off x="9005877" y="4177264"/>
                  <a:ext cx="2360583" cy="635240"/>
                </a:xfrm>
                <a:prstGeom prst="rect">
                  <a:avLst/>
                </a:prstGeom>
                <a:blipFill>
                  <a:blip r:embed="rId4"/>
                  <a:stretch>
                    <a:fillRect b="-962"/>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73458E4D-7CEA-B28C-5B0C-F9FDEC049674}"/>
                </a:ext>
              </a:extLst>
            </p:cNvPr>
            <p:cNvSpPr txBox="1"/>
            <p:nvPr/>
          </p:nvSpPr>
          <p:spPr>
            <a:xfrm>
              <a:off x="8859442" y="3875942"/>
              <a:ext cx="3042822" cy="338555"/>
            </a:xfrm>
            <a:prstGeom prst="rect">
              <a:avLst/>
            </a:prstGeom>
            <a:noFill/>
          </p:spPr>
          <p:txBody>
            <a:bodyPr wrap="none" rtlCol="0">
              <a:spAutoFit/>
            </a:bodyPr>
            <a:lstStyle/>
            <a:p>
              <a:r>
                <a:rPr lang="en-US" sz="1600" dirty="0">
                  <a:ln/>
                  <a:solidFill>
                    <a:srgbClr val="000000"/>
                  </a:solidFill>
                  <a:latin typeface="Arial"/>
                  <a:cs typeface="Arial"/>
                  <a:sym typeface="Arial"/>
                  <a:rtl val="0"/>
                </a:rPr>
                <a:t>●  </a:t>
              </a:r>
              <a:r>
                <a:rPr lang="en-US" sz="1600" spc="0" baseline="0" dirty="0">
                  <a:ln/>
                  <a:solidFill>
                    <a:srgbClr val="000000"/>
                  </a:solidFill>
                  <a:latin typeface="Arial"/>
                  <a:cs typeface="Arial"/>
                  <a:sym typeface="Arial"/>
                  <a:rtl val="0"/>
                </a:rPr>
                <a:t>Enzyme unfolding probability</a:t>
              </a:r>
              <a:endParaRPr lang="en-US" sz="1600" dirty="0">
                <a:ln/>
                <a:solidFill>
                  <a:srgbClr val="000000"/>
                </a:solidFill>
                <a:latin typeface="Arial"/>
                <a:cs typeface="Arial"/>
                <a:sym typeface="Arial"/>
                <a:rtl val="0"/>
              </a:endParaRP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2FCAA222-978F-35E3-90B4-9756764CD421}"/>
                    </a:ext>
                  </a:extLst>
                </p:cNvPr>
                <p:cNvSpPr txBox="1"/>
                <p:nvPr/>
              </p:nvSpPr>
              <p:spPr>
                <a:xfrm>
                  <a:off x="8937109" y="5365273"/>
                  <a:ext cx="281598" cy="338555"/>
                </a:xfrm>
                <a:prstGeom prst="rect">
                  <a:avLst/>
                </a:prstGeom>
                <a:noFill/>
              </p:spPr>
              <p:txBody>
                <a:bodyPr wrap="square">
                  <a:spAutoFit/>
                </a:bodyPr>
                <a:lstStyle/>
                <a:p>
                  <a:pPr/>
                  <a14:m>
                    <m:oMathPara xmlns:m="http://schemas.openxmlformats.org/officeDocument/2006/math">
                      <m:oMath>
                        <m:r>
                          <m:rPr>
                            <m:sty m:val="p"/>
                          </m:rPr>
                          <a:rPr lang="en-US" sz="1600" smtClean="0">
                            <a:latin typeface="Cambria Math" panose="02040503050406030204" pitchFamily="18" charset="0"/>
                          </a:rPr>
                          <m:t>Δ</m:t>
                        </m:r>
                        <m:r>
                          <a:rPr lang="en-US" sz="1600" i="1">
                            <a:latin typeface="Cambria Math" panose="02040503050406030204" pitchFamily="18" charset="0"/>
                          </a:rPr>
                          <m:t>𝐸</m:t>
                        </m:r>
                      </m:oMath>
                    </m:oMathPara>
                  </a14:m>
                  <a:endParaRPr lang="en-US" sz="1600" dirty="0"/>
                </a:p>
              </p:txBody>
            </p:sp>
          </mc:Choice>
          <mc:Fallback xmlns="">
            <p:sp>
              <p:nvSpPr>
                <p:cNvPr id="16" name="TextBox 15">
                  <a:extLst>
                    <a:ext uri="{FF2B5EF4-FFF2-40B4-BE49-F238E27FC236}">
                      <a16:creationId xmlns:a16="http://schemas.microsoft.com/office/drawing/2014/main" id="{2FCAA222-978F-35E3-90B4-9756764CD421}"/>
                    </a:ext>
                  </a:extLst>
                </p:cNvPr>
                <p:cNvSpPr txBox="1">
                  <a:spLocks noRot="1" noChangeAspect="1" noMove="1" noResize="1" noEditPoints="1" noAdjustHandles="1" noChangeArrowheads="1" noChangeShapeType="1" noTextEdit="1"/>
                </p:cNvSpPr>
                <p:nvPr/>
              </p:nvSpPr>
              <p:spPr>
                <a:xfrm>
                  <a:off x="8937109" y="5365273"/>
                  <a:ext cx="281598" cy="338555"/>
                </a:xfrm>
                <a:prstGeom prst="rect">
                  <a:avLst/>
                </a:prstGeom>
                <a:blipFill>
                  <a:blip r:embed="rId5"/>
                  <a:stretch>
                    <a:fillRect r="-4782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AD85EC36-6D63-1CE6-AE93-4144358F76B9}"/>
                    </a:ext>
                  </a:extLst>
                </p:cNvPr>
                <p:cNvSpPr txBox="1"/>
                <p:nvPr/>
              </p:nvSpPr>
              <p:spPr>
                <a:xfrm>
                  <a:off x="8877734" y="4959805"/>
                  <a:ext cx="469949" cy="338555"/>
                </a:xfrm>
                <a:prstGeom prst="rect">
                  <a:avLst/>
                </a:prstGeom>
                <a:noFill/>
              </p:spPr>
              <p:txBody>
                <a:bodyPr wrap="square">
                  <a:spAutoFit/>
                </a:bodyPr>
                <a:lstStyle/>
                <a:p>
                  <a:pPr/>
                  <a14:m>
                    <m:oMathPara xmlns:m="http://schemas.openxmlformats.org/officeDocument/2006/math">
                      <m:oMathParaPr>
                        <m:jc m:val="left"/>
                      </m:oMathParaPr>
                      <m:oMath>
                        <m:sSub>
                          <m:sSubPr>
                            <m:ctrlPr>
                              <a:rPr lang="en-US" sz="1600" i="1">
                                <a:latin typeface="Cambria Math" panose="02040503050406030204" pitchFamily="18" charset="0"/>
                              </a:rPr>
                            </m:ctrlPr>
                          </m:sSubPr>
                          <m:e>
                            <m:d>
                              <m:dPr>
                                <m:begChr m:val="⟨"/>
                                <m:endChr m:val="⟩"/>
                                <m:ctrlPr>
                                  <a:rPr lang="en-US" sz="1600" i="1">
                                    <a:latin typeface="Cambria Math" panose="02040503050406030204" pitchFamily="18" charset="0"/>
                                  </a:rPr>
                                </m:ctrlPr>
                              </m:dPr>
                              <m:e>
                                <m:sSub>
                                  <m:sSubPr>
                                    <m:ctrlPr>
                                      <a:rPr lang="en-US" sz="1600" i="1">
                                        <a:latin typeface="Cambria Math" panose="02040503050406030204" pitchFamily="18" charset="0"/>
                                      </a:rPr>
                                    </m:ctrlPr>
                                  </m:sSubPr>
                                  <m:e>
                                    <m:r>
                                      <a:rPr lang="en-US" sz="1600" i="1">
                                        <a:latin typeface="Cambria Math" panose="02040503050406030204" pitchFamily="18" charset="0"/>
                                      </a:rPr>
                                      <m:t>𝐸</m:t>
                                    </m:r>
                                  </m:e>
                                  <m:sub>
                                    <m:r>
                                      <a:rPr lang="en-US" sz="1600" i="1">
                                        <a:latin typeface="Cambria Math" panose="02040503050406030204" pitchFamily="18" charset="0"/>
                                      </a:rPr>
                                      <m:t>𝑡𝑜𝑡</m:t>
                                    </m:r>
                                  </m:sub>
                                </m:sSub>
                              </m:e>
                            </m:d>
                          </m:e>
                          <m:sub>
                            <m:r>
                              <a:rPr lang="en-US" sz="1600" i="1">
                                <a:latin typeface="Cambria Math" panose="02040503050406030204" pitchFamily="18" charset="0"/>
                              </a:rPr>
                              <m:t>𝑠𝑠</m:t>
                            </m:r>
                          </m:sub>
                        </m:sSub>
                      </m:oMath>
                    </m:oMathPara>
                  </a14:m>
                  <a:endParaRPr lang="en-US" sz="1600" dirty="0"/>
                </a:p>
              </p:txBody>
            </p:sp>
          </mc:Choice>
          <mc:Fallback xmlns="">
            <p:sp>
              <p:nvSpPr>
                <p:cNvPr id="17" name="TextBox 16">
                  <a:extLst>
                    <a:ext uri="{FF2B5EF4-FFF2-40B4-BE49-F238E27FC236}">
                      <a16:creationId xmlns:a16="http://schemas.microsoft.com/office/drawing/2014/main" id="{AD85EC36-6D63-1CE6-AE93-4144358F76B9}"/>
                    </a:ext>
                  </a:extLst>
                </p:cNvPr>
                <p:cNvSpPr txBox="1">
                  <a:spLocks noRot="1" noChangeAspect="1" noMove="1" noResize="1" noEditPoints="1" noAdjustHandles="1" noChangeArrowheads="1" noChangeShapeType="1" noTextEdit="1"/>
                </p:cNvSpPr>
                <p:nvPr/>
              </p:nvSpPr>
              <p:spPr>
                <a:xfrm>
                  <a:off x="8877734" y="4959805"/>
                  <a:ext cx="469949" cy="338555"/>
                </a:xfrm>
                <a:prstGeom prst="rect">
                  <a:avLst/>
                </a:prstGeom>
                <a:blipFill>
                  <a:blip r:embed="rId6"/>
                  <a:stretch>
                    <a:fillRect r="-6493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05D6EB42-DB02-E91C-DCA9-AB1800E0AF0E}"/>
                    </a:ext>
                  </a:extLst>
                </p:cNvPr>
                <p:cNvSpPr txBox="1"/>
                <p:nvPr/>
              </p:nvSpPr>
              <p:spPr>
                <a:xfrm>
                  <a:off x="8997682" y="5800281"/>
                  <a:ext cx="331731" cy="338555"/>
                </a:xfrm>
                <a:prstGeom prst="rect">
                  <a:avLst/>
                </a:prstGeom>
                <a:noFill/>
              </p:spPr>
              <p:txBody>
                <a:bodyPr wrap="square">
                  <a:spAutoFit/>
                </a:bodyPr>
                <a:lstStyle/>
                <a:p>
                  <a:pPr/>
                  <a14:m>
                    <m:oMathPara xmlns:m="http://schemas.openxmlformats.org/officeDocument/2006/math">
                      <m:oMathParaPr>
                        <m:jc m:val="left"/>
                      </m:oMathParaPr>
                      <m:oMath>
                        <m:sSub>
                          <m:sSubPr>
                            <m:ctrlPr>
                              <a:rPr lang="en-US" sz="1600" i="1">
                                <a:latin typeface="Cambria Math" panose="02040503050406030204" pitchFamily="18" charset="0"/>
                              </a:rPr>
                            </m:ctrlPr>
                          </m:sSubPr>
                          <m:e>
                            <m:r>
                              <a:rPr lang="en-US" sz="1600" i="1">
                                <a:latin typeface="Cambria Math" panose="02040503050406030204" pitchFamily="18" charset="0"/>
                              </a:rPr>
                              <m:t>𝑘</m:t>
                            </m:r>
                          </m:e>
                          <m:sub>
                            <m:r>
                              <a:rPr lang="en-US" sz="1600" i="1">
                                <a:latin typeface="Cambria Math" panose="02040503050406030204" pitchFamily="18" charset="0"/>
                              </a:rPr>
                              <m:t>𝑏</m:t>
                            </m:r>
                          </m:sub>
                        </m:sSub>
                      </m:oMath>
                    </m:oMathPara>
                  </a14:m>
                  <a:endParaRPr lang="en-US" sz="1600" dirty="0"/>
                </a:p>
              </p:txBody>
            </p:sp>
          </mc:Choice>
          <mc:Fallback xmlns="">
            <p:sp>
              <p:nvSpPr>
                <p:cNvPr id="18" name="TextBox 17">
                  <a:extLst>
                    <a:ext uri="{FF2B5EF4-FFF2-40B4-BE49-F238E27FC236}">
                      <a16:creationId xmlns:a16="http://schemas.microsoft.com/office/drawing/2014/main" id="{05D6EB42-DB02-E91C-DCA9-AB1800E0AF0E}"/>
                    </a:ext>
                  </a:extLst>
                </p:cNvPr>
                <p:cNvSpPr txBox="1">
                  <a:spLocks noRot="1" noChangeAspect="1" noMove="1" noResize="1" noEditPoints="1" noAdjustHandles="1" noChangeArrowheads="1" noChangeShapeType="1" noTextEdit="1"/>
                </p:cNvSpPr>
                <p:nvPr/>
              </p:nvSpPr>
              <p:spPr>
                <a:xfrm>
                  <a:off x="8997682" y="5800281"/>
                  <a:ext cx="331731" cy="338555"/>
                </a:xfrm>
                <a:prstGeom prst="rect">
                  <a:avLst/>
                </a:prstGeom>
                <a:blipFill>
                  <a:blip r:embed="rId7"/>
                  <a:stretch>
                    <a:fillRect r="-185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AB0E35CD-EAC4-6350-A75B-13EF0F58C759}"/>
                    </a:ext>
                  </a:extLst>
                </p:cNvPr>
                <p:cNvSpPr txBox="1"/>
                <p:nvPr/>
              </p:nvSpPr>
              <p:spPr>
                <a:xfrm>
                  <a:off x="9036682" y="6200053"/>
                  <a:ext cx="191670" cy="338555"/>
                </a:xfrm>
                <a:prstGeom prst="rect">
                  <a:avLst/>
                </a:prstGeom>
                <a:noFill/>
              </p:spPr>
              <p:txBody>
                <a:bodyPr wrap="square">
                  <a:spAutoFit/>
                </a:bodyPr>
                <a:lstStyle/>
                <a:p>
                  <a:pPr/>
                  <a14:m>
                    <m:oMathPara xmlns:m="http://schemas.openxmlformats.org/officeDocument/2006/math">
                      <m:oMathParaPr>
                        <m:jc m:val="left"/>
                      </m:oMathParaPr>
                      <m:oMath>
                        <m:r>
                          <a:rPr lang="en-US" sz="1600" i="1" smtClean="0">
                            <a:latin typeface="Cambria Math" panose="02040503050406030204" pitchFamily="18" charset="0"/>
                          </a:rPr>
                          <m:t>𝑇</m:t>
                        </m:r>
                      </m:oMath>
                    </m:oMathPara>
                  </a14:m>
                  <a:endParaRPr lang="en-US" sz="1600" dirty="0"/>
                </a:p>
              </p:txBody>
            </p:sp>
          </mc:Choice>
          <mc:Fallback xmlns="">
            <p:sp>
              <p:nvSpPr>
                <p:cNvPr id="19" name="TextBox 18">
                  <a:extLst>
                    <a:ext uri="{FF2B5EF4-FFF2-40B4-BE49-F238E27FC236}">
                      <a16:creationId xmlns:a16="http://schemas.microsoft.com/office/drawing/2014/main" id="{AB0E35CD-EAC4-6350-A75B-13EF0F58C759}"/>
                    </a:ext>
                  </a:extLst>
                </p:cNvPr>
                <p:cNvSpPr txBox="1">
                  <a:spLocks noRot="1" noChangeAspect="1" noMove="1" noResize="1" noEditPoints="1" noAdjustHandles="1" noChangeArrowheads="1" noChangeShapeType="1" noTextEdit="1"/>
                </p:cNvSpPr>
                <p:nvPr/>
              </p:nvSpPr>
              <p:spPr>
                <a:xfrm>
                  <a:off x="9036682" y="6200053"/>
                  <a:ext cx="191670" cy="338555"/>
                </a:xfrm>
                <a:prstGeom prst="rect">
                  <a:avLst/>
                </a:prstGeom>
                <a:blipFill>
                  <a:blip r:embed="rId8"/>
                  <a:stretch>
                    <a:fillRect r="-46875"/>
                  </a:stretch>
                </a:blipFill>
              </p:spPr>
              <p:txBody>
                <a:bodyPr/>
                <a:lstStyle/>
                <a:p>
                  <a:r>
                    <a:rPr lang="en-US">
                      <a:noFill/>
                    </a:rPr>
                    <a:t> </a:t>
                  </a:r>
                </a:p>
              </p:txBody>
            </p:sp>
          </mc:Fallback>
        </mc:AlternateContent>
        <p:sp>
          <p:nvSpPr>
            <p:cNvPr id="20" name="TextBox 19">
              <a:extLst>
                <a:ext uri="{FF2B5EF4-FFF2-40B4-BE49-F238E27FC236}">
                  <a16:creationId xmlns:a16="http://schemas.microsoft.com/office/drawing/2014/main" id="{11278E9B-9088-0737-3383-B89F8D42722C}"/>
                </a:ext>
              </a:extLst>
            </p:cNvPr>
            <p:cNvSpPr txBox="1"/>
            <p:nvPr/>
          </p:nvSpPr>
          <p:spPr>
            <a:xfrm>
              <a:off x="9593152" y="4968104"/>
              <a:ext cx="2509790" cy="338555"/>
            </a:xfrm>
            <a:prstGeom prst="rect">
              <a:avLst/>
            </a:prstGeom>
            <a:noFill/>
          </p:spPr>
          <p:txBody>
            <a:bodyPr wrap="none" rtlCol="0">
              <a:spAutoFit/>
            </a:bodyPr>
            <a:lstStyle/>
            <a:p>
              <a:r>
                <a:rPr lang="en-US" sz="1600" dirty="0"/>
                <a:t>Total energy of the enzyme</a:t>
              </a:r>
            </a:p>
          </p:txBody>
        </p:sp>
        <p:sp>
          <p:nvSpPr>
            <p:cNvPr id="21" name="TextBox 20">
              <a:extLst>
                <a:ext uri="{FF2B5EF4-FFF2-40B4-BE49-F238E27FC236}">
                  <a16:creationId xmlns:a16="http://schemas.microsoft.com/office/drawing/2014/main" id="{58B77AD8-C6D8-7932-BB16-DF42E10A8099}"/>
                </a:ext>
              </a:extLst>
            </p:cNvPr>
            <p:cNvSpPr txBox="1"/>
            <p:nvPr/>
          </p:nvSpPr>
          <p:spPr>
            <a:xfrm>
              <a:off x="9680190" y="5375268"/>
              <a:ext cx="1919884" cy="338555"/>
            </a:xfrm>
            <a:prstGeom prst="rect">
              <a:avLst/>
            </a:prstGeom>
            <a:noFill/>
          </p:spPr>
          <p:txBody>
            <a:bodyPr wrap="none" rtlCol="0">
              <a:spAutoFit/>
            </a:bodyPr>
            <a:lstStyle/>
            <a:p>
              <a:r>
                <a:rPr lang="en-US" sz="1600" dirty="0"/>
                <a:t>Enzyme-free energy</a:t>
              </a:r>
            </a:p>
          </p:txBody>
        </p:sp>
        <p:sp>
          <p:nvSpPr>
            <p:cNvPr id="22" name="TextBox 21">
              <a:extLst>
                <a:ext uri="{FF2B5EF4-FFF2-40B4-BE49-F238E27FC236}">
                  <a16:creationId xmlns:a16="http://schemas.microsoft.com/office/drawing/2014/main" id="{861E6F1E-803D-9F5F-B8C3-A04B232D1910}"/>
                </a:ext>
              </a:extLst>
            </p:cNvPr>
            <p:cNvSpPr txBox="1"/>
            <p:nvPr/>
          </p:nvSpPr>
          <p:spPr>
            <a:xfrm>
              <a:off x="9644567" y="5808580"/>
              <a:ext cx="1969962" cy="338555"/>
            </a:xfrm>
            <a:prstGeom prst="rect">
              <a:avLst/>
            </a:prstGeom>
            <a:noFill/>
          </p:spPr>
          <p:txBody>
            <a:bodyPr wrap="none" rtlCol="0">
              <a:spAutoFit/>
            </a:bodyPr>
            <a:lstStyle/>
            <a:p>
              <a:r>
                <a:rPr lang="en-US" sz="1600" dirty="0"/>
                <a:t>Boltzmann constant</a:t>
              </a:r>
            </a:p>
          </p:txBody>
        </p:sp>
        <p:sp>
          <p:nvSpPr>
            <p:cNvPr id="23" name="TextBox 22">
              <a:extLst>
                <a:ext uri="{FF2B5EF4-FFF2-40B4-BE49-F238E27FC236}">
                  <a16:creationId xmlns:a16="http://schemas.microsoft.com/office/drawing/2014/main" id="{94D20A4B-F1E5-0399-B0C9-C6000B5A602B}"/>
                </a:ext>
              </a:extLst>
            </p:cNvPr>
            <p:cNvSpPr txBox="1"/>
            <p:nvPr/>
          </p:nvSpPr>
          <p:spPr>
            <a:xfrm>
              <a:off x="9650234" y="6212340"/>
              <a:ext cx="2239843" cy="338555"/>
            </a:xfrm>
            <a:prstGeom prst="rect">
              <a:avLst/>
            </a:prstGeom>
            <a:noFill/>
          </p:spPr>
          <p:txBody>
            <a:bodyPr wrap="none" rtlCol="0">
              <a:spAutoFit/>
            </a:bodyPr>
            <a:lstStyle/>
            <a:p>
              <a:r>
                <a:rPr lang="en-US" sz="1600" dirty="0"/>
                <a:t>Temperature of the Cell</a:t>
              </a:r>
            </a:p>
          </p:txBody>
        </p:sp>
      </p:grpSp>
      <p:pic>
        <p:nvPicPr>
          <p:cNvPr id="24" name="Picture 23">
            <a:extLst>
              <a:ext uri="{FF2B5EF4-FFF2-40B4-BE49-F238E27FC236}">
                <a16:creationId xmlns:a16="http://schemas.microsoft.com/office/drawing/2014/main" id="{E72B34E5-3AA4-84C8-D466-BF627EEF3E60}"/>
              </a:ext>
            </a:extLst>
          </p:cNvPr>
          <p:cNvPicPr>
            <a:picLocks noChangeAspect="1"/>
          </p:cNvPicPr>
          <p:nvPr/>
        </p:nvPicPr>
        <p:blipFill>
          <a:blip r:embed="rId9"/>
          <a:stretch>
            <a:fillRect/>
          </a:stretch>
        </p:blipFill>
        <p:spPr>
          <a:xfrm rot="16379150" flipH="1">
            <a:off x="9367036" y="2103242"/>
            <a:ext cx="1483213" cy="1483214"/>
          </a:xfrm>
          <a:prstGeom prst="rect">
            <a:avLst/>
          </a:prstGeom>
        </p:spPr>
      </p:pic>
      <p:sp>
        <p:nvSpPr>
          <p:cNvPr id="25" name="TextBox 24">
            <a:extLst>
              <a:ext uri="{FF2B5EF4-FFF2-40B4-BE49-F238E27FC236}">
                <a16:creationId xmlns:a16="http://schemas.microsoft.com/office/drawing/2014/main" id="{7C0E5C59-B25B-4D1E-9887-EB3500CD0D6E}"/>
              </a:ext>
            </a:extLst>
          </p:cNvPr>
          <p:cNvSpPr txBox="1"/>
          <p:nvPr/>
        </p:nvSpPr>
        <p:spPr>
          <a:xfrm>
            <a:off x="10486368" y="2276987"/>
            <a:ext cx="1210460" cy="338555"/>
          </a:xfrm>
          <a:prstGeom prst="rect">
            <a:avLst/>
          </a:prstGeom>
          <a:noFill/>
        </p:spPr>
        <p:txBody>
          <a:bodyPr wrap="none" rtlCol="0">
            <a:spAutoFit/>
          </a:bodyPr>
          <a:lstStyle/>
          <a:p>
            <a:r>
              <a:rPr lang="en-US" sz="1600" dirty="0">
                <a:ln/>
                <a:solidFill>
                  <a:srgbClr val="000000"/>
                </a:solidFill>
                <a:latin typeface="Arial"/>
                <a:cs typeface="Arial"/>
                <a:sym typeface="Arial"/>
                <a:rtl val="0"/>
              </a:rPr>
              <a:t>  </a:t>
            </a:r>
            <a:r>
              <a:rPr lang="en-US" sz="1600" spc="0" baseline="0" dirty="0">
                <a:ln/>
                <a:solidFill>
                  <a:srgbClr val="000000"/>
                </a:solidFill>
                <a:latin typeface="Arial"/>
                <a:cs typeface="Arial"/>
                <a:sym typeface="Arial"/>
                <a:rtl val="0"/>
              </a:rPr>
              <a:t>Yeast Cell</a:t>
            </a:r>
            <a:endParaRPr lang="en-US" sz="1600" dirty="0">
              <a:ln/>
              <a:solidFill>
                <a:srgbClr val="000000"/>
              </a:solidFill>
              <a:latin typeface="Arial"/>
              <a:cs typeface="Arial"/>
              <a:sym typeface="Arial"/>
              <a:rtl val="0"/>
            </a:endParaRPr>
          </a:p>
        </p:txBody>
      </p:sp>
      <p:pic>
        <p:nvPicPr>
          <p:cNvPr id="26" name="Picture 25">
            <a:extLst>
              <a:ext uri="{FF2B5EF4-FFF2-40B4-BE49-F238E27FC236}">
                <a16:creationId xmlns:a16="http://schemas.microsoft.com/office/drawing/2014/main" id="{5D1AB812-D2A3-85D6-F3AC-5807D83F01C7}"/>
              </a:ext>
            </a:extLst>
          </p:cNvPr>
          <p:cNvPicPr>
            <a:picLocks noChangeAspect="1"/>
          </p:cNvPicPr>
          <p:nvPr/>
        </p:nvPicPr>
        <p:blipFill>
          <a:blip r:embed="rId10"/>
          <a:srcRect l="8213"/>
          <a:stretch>
            <a:fillRect/>
          </a:stretch>
        </p:blipFill>
        <p:spPr>
          <a:xfrm>
            <a:off x="7627804" y="2628581"/>
            <a:ext cx="1438385" cy="1567101"/>
          </a:xfrm>
          <a:prstGeom prst="rect">
            <a:avLst/>
          </a:prstGeom>
        </p:spPr>
      </p:pic>
      <p:cxnSp>
        <p:nvCxnSpPr>
          <p:cNvPr id="27" name="Straight Connector 26">
            <a:extLst>
              <a:ext uri="{FF2B5EF4-FFF2-40B4-BE49-F238E27FC236}">
                <a16:creationId xmlns:a16="http://schemas.microsoft.com/office/drawing/2014/main" id="{CE658C16-599E-A55B-8BE9-AB6E2D0E1A79}"/>
              </a:ext>
            </a:extLst>
          </p:cNvPr>
          <p:cNvCxnSpPr>
            <a:cxnSpLocks/>
          </p:cNvCxnSpPr>
          <p:nvPr/>
        </p:nvCxnSpPr>
        <p:spPr>
          <a:xfrm flipH="1" flipV="1">
            <a:off x="8249028" y="2635692"/>
            <a:ext cx="1750311" cy="198020"/>
          </a:xfrm>
          <a:prstGeom prst="line">
            <a:avLst/>
          </a:prstGeom>
          <a:ln w="19050">
            <a:prstDash val="dash"/>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97EF3D4A-BC12-6F2A-06F5-9F074CAD05D9}"/>
              </a:ext>
            </a:extLst>
          </p:cNvPr>
          <p:cNvCxnSpPr>
            <a:cxnSpLocks/>
          </p:cNvCxnSpPr>
          <p:nvPr/>
        </p:nvCxnSpPr>
        <p:spPr>
          <a:xfrm flipV="1">
            <a:off x="8959300" y="2910679"/>
            <a:ext cx="1040040" cy="1030124"/>
          </a:xfrm>
          <a:prstGeom prst="line">
            <a:avLst/>
          </a:prstGeom>
          <a:ln w="28575">
            <a:prstDash val="dash"/>
          </a:ln>
        </p:spPr>
        <p:style>
          <a:lnRef idx="2">
            <a:schemeClr val="accent1"/>
          </a:lnRef>
          <a:fillRef idx="0">
            <a:schemeClr val="accent1"/>
          </a:fillRef>
          <a:effectRef idx="1">
            <a:schemeClr val="accent1"/>
          </a:effectRef>
          <a:fontRef idx="minor">
            <a:schemeClr val="tx1"/>
          </a:fontRef>
        </p:style>
      </p:cxnSp>
      <p:grpSp>
        <p:nvGrpSpPr>
          <p:cNvPr id="35" name="Group 34">
            <a:extLst>
              <a:ext uri="{FF2B5EF4-FFF2-40B4-BE49-F238E27FC236}">
                <a16:creationId xmlns:a16="http://schemas.microsoft.com/office/drawing/2014/main" id="{B83E5059-8840-D803-8856-34889E8F13E0}"/>
              </a:ext>
            </a:extLst>
          </p:cNvPr>
          <p:cNvGrpSpPr/>
          <p:nvPr/>
        </p:nvGrpSpPr>
        <p:grpSpPr>
          <a:xfrm>
            <a:off x="6610277" y="151571"/>
            <a:ext cx="4861322" cy="6568625"/>
            <a:chOff x="6610277" y="151571"/>
            <a:chExt cx="4861322" cy="6568625"/>
          </a:xfrm>
        </p:grpSpPr>
        <p:pic>
          <p:nvPicPr>
            <p:cNvPr id="4" name="Picture 3">
              <a:extLst>
                <a:ext uri="{FF2B5EF4-FFF2-40B4-BE49-F238E27FC236}">
                  <a16:creationId xmlns:a16="http://schemas.microsoft.com/office/drawing/2014/main" id="{229B5AF1-31F1-00D6-0693-B699A7219E4D}"/>
                </a:ext>
              </a:extLst>
            </p:cNvPr>
            <p:cNvPicPr>
              <a:picLocks noChangeAspect="1"/>
            </p:cNvPicPr>
            <p:nvPr/>
          </p:nvPicPr>
          <p:blipFill>
            <a:blip r:embed="rId11"/>
            <a:stretch>
              <a:fillRect/>
            </a:stretch>
          </p:blipFill>
          <p:spPr>
            <a:xfrm>
              <a:off x="7290882" y="5040554"/>
              <a:ext cx="1679641" cy="1679642"/>
            </a:xfrm>
            <a:prstGeom prst="rect">
              <a:avLst/>
            </a:prstGeom>
          </p:spPr>
        </p:pic>
        <p:pic>
          <p:nvPicPr>
            <p:cNvPr id="5" name="Picture 4">
              <a:extLst>
                <a:ext uri="{FF2B5EF4-FFF2-40B4-BE49-F238E27FC236}">
                  <a16:creationId xmlns:a16="http://schemas.microsoft.com/office/drawing/2014/main" id="{1500CE5A-345C-0600-1A9E-15F8D4D433E3}"/>
                </a:ext>
              </a:extLst>
            </p:cNvPr>
            <p:cNvPicPr>
              <a:picLocks noChangeAspect="1"/>
            </p:cNvPicPr>
            <p:nvPr/>
          </p:nvPicPr>
          <p:blipFill>
            <a:blip r:embed="rId12"/>
            <a:srcRect l="25538" t="6542" r="31911" b="10234"/>
            <a:stretch>
              <a:fillRect/>
            </a:stretch>
          </p:blipFill>
          <p:spPr>
            <a:xfrm rot="9842333">
              <a:off x="8828453" y="795315"/>
              <a:ext cx="354848" cy="462687"/>
            </a:xfrm>
            <a:prstGeom prst="rect">
              <a:avLst/>
            </a:prstGeom>
          </p:spPr>
        </p:pic>
        <p:sp>
          <p:nvSpPr>
            <p:cNvPr id="8" name="Freeform: Shape 7">
              <a:extLst>
                <a:ext uri="{FF2B5EF4-FFF2-40B4-BE49-F238E27FC236}">
                  <a16:creationId xmlns:a16="http://schemas.microsoft.com/office/drawing/2014/main" id="{F73F27A9-F71B-0003-15FE-81448A378643}"/>
                </a:ext>
              </a:extLst>
            </p:cNvPr>
            <p:cNvSpPr/>
            <p:nvPr/>
          </p:nvSpPr>
          <p:spPr>
            <a:xfrm rot="3269968" flipV="1">
              <a:off x="9232222" y="1703920"/>
              <a:ext cx="1038348" cy="76200"/>
            </a:xfrm>
            <a:custGeom>
              <a:avLst/>
              <a:gdLst>
                <a:gd name="connsiteX0" fmla="*/ 0 w 4991100"/>
                <a:gd name="connsiteY0" fmla="*/ 914404 h 914418"/>
                <a:gd name="connsiteX1" fmla="*/ 901700 w 4991100"/>
                <a:gd name="connsiteY1" fmla="*/ 25404 h 914418"/>
                <a:gd name="connsiteX2" fmla="*/ 1816100 w 4991100"/>
                <a:gd name="connsiteY2" fmla="*/ 914404 h 914418"/>
                <a:gd name="connsiteX3" fmla="*/ 2717800 w 4991100"/>
                <a:gd name="connsiteY3" fmla="*/ 4 h 914418"/>
                <a:gd name="connsiteX4" fmla="*/ 3644900 w 4991100"/>
                <a:gd name="connsiteY4" fmla="*/ 901704 h 914418"/>
                <a:gd name="connsiteX5" fmla="*/ 4533900 w 4991100"/>
                <a:gd name="connsiteY5" fmla="*/ 457204 h 914418"/>
                <a:gd name="connsiteX6" fmla="*/ 4991100 w 4991100"/>
                <a:gd name="connsiteY6" fmla="*/ 355604 h 9144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91100" h="914418">
                  <a:moveTo>
                    <a:pt x="0" y="914404"/>
                  </a:moveTo>
                  <a:cubicBezTo>
                    <a:pt x="299508" y="469904"/>
                    <a:pt x="599017" y="25404"/>
                    <a:pt x="901700" y="25404"/>
                  </a:cubicBezTo>
                  <a:cubicBezTo>
                    <a:pt x="1204383" y="25404"/>
                    <a:pt x="1513417" y="918637"/>
                    <a:pt x="1816100" y="914404"/>
                  </a:cubicBezTo>
                  <a:cubicBezTo>
                    <a:pt x="2118783" y="910171"/>
                    <a:pt x="2413000" y="2121"/>
                    <a:pt x="2717800" y="4"/>
                  </a:cubicBezTo>
                  <a:cubicBezTo>
                    <a:pt x="3022600" y="-2113"/>
                    <a:pt x="3342217" y="825504"/>
                    <a:pt x="3644900" y="901704"/>
                  </a:cubicBezTo>
                  <a:cubicBezTo>
                    <a:pt x="3947583" y="977904"/>
                    <a:pt x="4309533" y="548221"/>
                    <a:pt x="4533900" y="457204"/>
                  </a:cubicBezTo>
                  <a:cubicBezTo>
                    <a:pt x="4758267" y="366187"/>
                    <a:pt x="4874683" y="360895"/>
                    <a:pt x="4991100" y="355604"/>
                  </a:cubicBezTo>
                </a:path>
              </a:pathLst>
            </a:custGeom>
            <a:ln w="31750">
              <a:tailEnd type="triangle" w="lg" len="lg"/>
            </a:ln>
            <a:effectLst>
              <a:glow rad="457200">
                <a:schemeClr val="accent2">
                  <a:satMod val="175000"/>
                  <a:alpha val="40000"/>
                </a:schemeClr>
              </a:glow>
            </a:effectLst>
          </p:spPr>
          <p:style>
            <a:lnRef idx="3">
              <a:schemeClr val="accent2"/>
            </a:lnRef>
            <a:fillRef idx="0">
              <a:schemeClr val="accent2"/>
            </a:fillRef>
            <a:effectRef idx="2">
              <a:schemeClr val="accent2"/>
            </a:effectRef>
            <a:fontRef idx="minor">
              <a:schemeClr val="tx1"/>
            </a:fontRef>
          </p:style>
          <p:txBody>
            <a:bodyPr rtlCol="0" anchor="ctr"/>
            <a:lstStyle/>
            <a:p>
              <a:pPr algn="ctr"/>
              <a:endParaRPr lang="en-US" sz="1200">
                <a:ln w="0"/>
                <a:solidFill>
                  <a:schemeClr val="accent1"/>
                </a:solidFill>
                <a:effectLst>
                  <a:outerShdw blurRad="38100" dist="25400" dir="5400000" algn="ctr" rotWithShape="0">
                    <a:srgbClr val="6E747A">
                      <a:alpha val="43000"/>
                    </a:srgbClr>
                  </a:outerShdw>
                </a:effectLst>
              </a:endParaRPr>
            </a:p>
          </p:txBody>
        </p:sp>
        <p:pic>
          <p:nvPicPr>
            <p:cNvPr id="9" name="Picture 8">
              <a:extLst>
                <a:ext uri="{FF2B5EF4-FFF2-40B4-BE49-F238E27FC236}">
                  <a16:creationId xmlns:a16="http://schemas.microsoft.com/office/drawing/2014/main" id="{45698F55-D0A2-CA33-7826-C49EB9A61CAA}"/>
                </a:ext>
              </a:extLst>
            </p:cNvPr>
            <p:cNvPicPr>
              <a:picLocks noChangeAspect="1"/>
            </p:cNvPicPr>
            <p:nvPr/>
          </p:nvPicPr>
          <p:blipFill>
            <a:blip r:embed="rId12"/>
            <a:srcRect l="25538" t="6542" r="31911" b="10234"/>
            <a:stretch>
              <a:fillRect/>
            </a:stretch>
          </p:blipFill>
          <p:spPr>
            <a:xfrm rot="9842333">
              <a:off x="9080817" y="482376"/>
              <a:ext cx="354848" cy="462687"/>
            </a:xfrm>
            <a:prstGeom prst="rect">
              <a:avLst/>
            </a:prstGeom>
          </p:spPr>
        </p:pic>
        <p:pic>
          <p:nvPicPr>
            <p:cNvPr id="10" name="Picture 9">
              <a:extLst>
                <a:ext uri="{FF2B5EF4-FFF2-40B4-BE49-F238E27FC236}">
                  <a16:creationId xmlns:a16="http://schemas.microsoft.com/office/drawing/2014/main" id="{A0824996-72A1-6D80-9864-B310732745AB}"/>
                </a:ext>
              </a:extLst>
            </p:cNvPr>
            <p:cNvPicPr>
              <a:picLocks noChangeAspect="1"/>
            </p:cNvPicPr>
            <p:nvPr/>
          </p:nvPicPr>
          <p:blipFill>
            <a:blip r:embed="rId12"/>
            <a:srcRect l="25538" t="6542" r="31911" b="10234"/>
            <a:stretch>
              <a:fillRect/>
            </a:stretch>
          </p:blipFill>
          <p:spPr>
            <a:xfrm rot="9842333">
              <a:off x="8505733" y="674954"/>
              <a:ext cx="354848" cy="462687"/>
            </a:xfrm>
            <a:prstGeom prst="rect">
              <a:avLst/>
            </a:prstGeom>
          </p:spPr>
        </p:pic>
        <p:pic>
          <p:nvPicPr>
            <p:cNvPr id="11" name="Picture 10">
              <a:extLst>
                <a:ext uri="{FF2B5EF4-FFF2-40B4-BE49-F238E27FC236}">
                  <a16:creationId xmlns:a16="http://schemas.microsoft.com/office/drawing/2014/main" id="{B62318C5-5F8F-5970-0F84-F39732860F6E}"/>
                </a:ext>
              </a:extLst>
            </p:cNvPr>
            <p:cNvPicPr>
              <a:picLocks noChangeAspect="1"/>
            </p:cNvPicPr>
            <p:nvPr/>
          </p:nvPicPr>
          <p:blipFill>
            <a:blip r:embed="rId12"/>
            <a:srcRect l="25538" t="6542" r="31911" b="10234"/>
            <a:stretch>
              <a:fillRect/>
            </a:stretch>
          </p:blipFill>
          <p:spPr>
            <a:xfrm rot="9842333">
              <a:off x="8810327" y="495135"/>
              <a:ext cx="354848" cy="462687"/>
            </a:xfrm>
            <a:prstGeom prst="rect">
              <a:avLst/>
            </a:prstGeom>
          </p:spPr>
        </p:pic>
        <p:sp>
          <p:nvSpPr>
            <p:cNvPr id="12" name="Freeform: Shape 11">
              <a:extLst>
                <a:ext uri="{FF2B5EF4-FFF2-40B4-BE49-F238E27FC236}">
                  <a16:creationId xmlns:a16="http://schemas.microsoft.com/office/drawing/2014/main" id="{5739F38F-DB06-CA1C-AA4A-3B8084858D69}"/>
                </a:ext>
              </a:extLst>
            </p:cNvPr>
            <p:cNvSpPr/>
            <p:nvPr/>
          </p:nvSpPr>
          <p:spPr>
            <a:xfrm rot="3269968" flipV="1">
              <a:off x="9536931" y="1571101"/>
              <a:ext cx="783907" cy="117839"/>
            </a:xfrm>
            <a:custGeom>
              <a:avLst/>
              <a:gdLst>
                <a:gd name="connsiteX0" fmla="*/ 0 w 4991100"/>
                <a:gd name="connsiteY0" fmla="*/ 914404 h 914418"/>
                <a:gd name="connsiteX1" fmla="*/ 901700 w 4991100"/>
                <a:gd name="connsiteY1" fmla="*/ 25404 h 914418"/>
                <a:gd name="connsiteX2" fmla="*/ 1816100 w 4991100"/>
                <a:gd name="connsiteY2" fmla="*/ 914404 h 914418"/>
                <a:gd name="connsiteX3" fmla="*/ 2717800 w 4991100"/>
                <a:gd name="connsiteY3" fmla="*/ 4 h 914418"/>
                <a:gd name="connsiteX4" fmla="*/ 3644900 w 4991100"/>
                <a:gd name="connsiteY4" fmla="*/ 901704 h 914418"/>
                <a:gd name="connsiteX5" fmla="*/ 4533900 w 4991100"/>
                <a:gd name="connsiteY5" fmla="*/ 457204 h 914418"/>
                <a:gd name="connsiteX6" fmla="*/ 4991100 w 4991100"/>
                <a:gd name="connsiteY6" fmla="*/ 355604 h 9144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91100" h="914418">
                  <a:moveTo>
                    <a:pt x="0" y="914404"/>
                  </a:moveTo>
                  <a:cubicBezTo>
                    <a:pt x="299508" y="469904"/>
                    <a:pt x="599017" y="25404"/>
                    <a:pt x="901700" y="25404"/>
                  </a:cubicBezTo>
                  <a:cubicBezTo>
                    <a:pt x="1204383" y="25404"/>
                    <a:pt x="1513417" y="918637"/>
                    <a:pt x="1816100" y="914404"/>
                  </a:cubicBezTo>
                  <a:cubicBezTo>
                    <a:pt x="2118783" y="910171"/>
                    <a:pt x="2413000" y="2121"/>
                    <a:pt x="2717800" y="4"/>
                  </a:cubicBezTo>
                  <a:cubicBezTo>
                    <a:pt x="3022600" y="-2113"/>
                    <a:pt x="3342217" y="825504"/>
                    <a:pt x="3644900" y="901704"/>
                  </a:cubicBezTo>
                  <a:cubicBezTo>
                    <a:pt x="3947583" y="977904"/>
                    <a:pt x="4309533" y="548221"/>
                    <a:pt x="4533900" y="457204"/>
                  </a:cubicBezTo>
                  <a:cubicBezTo>
                    <a:pt x="4758267" y="366187"/>
                    <a:pt x="4874683" y="360895"/>
                    <a:pt x="4991100" y="355604"/>
                  </a:cubicBezTo>
                </a:path>
              </a:pathLst>
            </a:custGeom>
            <a:ln w="31750">
              <a:tailEnd type="triangle" w="lg" len="lg"/>
            </a:ln>
            <a:effectLst>
              <a:glow rad="457200">
                <a:schemeClr val="accent2">
                  <a:satMod val="175000"/>
                  <a:alpha val="40000"/>
                </a:schemeClr>
              </a:glow>
            </a:effectLst>
          </p:spPr>
          <p:style>
            <a:lnRef idx="3">
              <a:schemeClr val="accent2"/>
            </a:lnRef>
            <a:fillRef idx="0">
              <a:schemeClr val="accent2"/>
            </a:fillRef>
            <a:effectRef idx="2">
              <a:schemeClr val="accent2"/>
            </a:effectRef>
            <a:fontRef idx="minor">
              <a:schemeClr val="tx1"/>
            </a:fontRef>
          </p:style>
          <p:txBody>
            <a:bodyPr rtlCol="0" anchor="ctr"/>
            <a:lstStyle/>
            <a:p>
              <a:pPr algn="ctr"/>
              <a:endParaRPr lang="en-US" sz="1200">
                <a:ln w="0"/>
                <a:solidFill>
                  <a:schemeClr val="accent1"/>
                </a:solidFill>
                <a:effectLst>
                  <a:outerShdw blurRad="38100" dist="25400" dir="5400000" algn="ctr" rotWithShape="0">
                    <a:srgbClr val="6E747A">
                      <a:alpha val="43000"/>
                    </a:srgbClr>
                  </a:outerShdw>
                </a:effectLst>
              </a:endParaRPr>
            </a:p>
          </p:txBody>
        </p:sp>
        <p:sp>
          <p:nvSpPr>
            <p:cNvPr id="13" name="Freeform: Shape 12">
              <a:extLst>
                <a:ext uri="{FF2B5EF4-FFF2-40B4-BE49-F238E27FC236}">
                  <a16:creationId xmlns:a16="http://schemas.microsoft.com/office/drawing/2014/main" id="{1188E296-40B5-6D54-B0B9-D2A69FCEB4F1}"/>
                </a:ext>
              </a:extLst>
            </p:cNvPr>
            <p:cNvSpPr/>
            <p:nvPr/>
          </p:nvSpPr>
          <p:spPr>
            <a:xfrm rot="3269968" flipV="1">
              <a:off x="9139536" y="1793043"/>
              <a:ext cx="806703" cy="117839"/>
            </a:xfrm>
            <a:custGeom>
              <a:avLst/>
              <a:gdLst>
                <a:gd name="connsiteX0" fmla="*/ 0 w 4991100"/>
                <a:gd name="connsiteY0" fmla="*/ 914404 h 914418"/>
                <a:gd name="connsiteX1" fmla="*/ 901700 w 4991100"/>
                <a:gd name="connsiteY1" fmla="*/ 25404 h 914418"/>
                <a:gd name="connsiteX2" fmla="*/ 1816100 w 4991100"/>
                <a:gd name="connsiteY2" fmla="*/ 914404 h 914418"/>
                <a:gd name="connsiteX3" fmla="*/ 2717800 w 4991100"/>
                <a:gd name="connsiteY3" fmla="*/ 4 h 914418"/>
                <a:gd name="connsiteX4" fmla="*/ 3644900 w 4991100"/>
                <a:gd name="connsiteY4" fmla="*/ 901704 h 914418"/>
                <a:gd name="connsiteX5" fmla="*/ 4533900 w 4991100"/>
                <a:gd name="connsiteY5" fmla="*/ 457204 h 914418"/>
                <a:gd name="connsiteX6" fmla="*/ 4991100 w 4991100"/>
                <a:gd name="connsiteY6" fmla="*/ 355604 h 9144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91100" h="914418">
                  <a:moveTo>
                    <a:pt x="0" y="914404"/>
                  </a:moveTo>
                  <a:cubicBezTo>
                    <a:pt x="299508" y="469904"/>
                    <a:pt x="599017" y="25404"/>
                    <a:pt x="901700" y="25404"/>
                  </a:cubicBezTo>
                  <a:cubicBezTo>
                    <a:pt x="1204383" y="25404"/>
                    <a:pt x="1513417" y="918637"/>
                    <a:pt x="1816100" y="914404"/>
                  </a:cubicBezTo>
                  <a:cubicBezTo>
                    <a:pt x="2118783" y="910171"/>
                    <a:pt x="2413000" y="2121"/>
                    <a:pt x="2717800" y="4"/>
                  </a:cubicBezTo>
                  <a:cubicBezTo>
                    <a:pt x="3022600" y="-2113"/>
                    <a:pt x="3342217" y="825504"/>
                    <a:pt x="3644900" y="901704"/>
                  </a:cubicBezTo>
                  <a:cubicBezTo>
                    <a:pt x="3947583" y="977904"/>
                    <a:pt x="4309533" y="548221"/>
                    <a:pt x="4533900" y="457204"/>
                  </a:cubicBezTo>
                  <a:cubicBezTo>
                    <a:pt x="4758267" y="366187"/>
                    <a:pt x="4874683" y="360895"/>
                    <a:pt x="4991100" y="355604"/>
                  </a:cubicBezTo>
                </a:path>
              </a:pathLst>
            </a:custGeom>
            <a:ln w="31750">
              <a:tailEnd type="triangle" w="lg" len="lg"/>
            </a:ln>
            <a:effectLst>
              <a:glow rad="457200">
                <a:schemeClr val="accent2">
                  <a:satMod val="175000"/>
                  <a:alpha val="40000"/>
                </a:schemeClr>
              </a:glow>
            </a:effectLst>
          </p:spPr>
          <p:style>
            <a:lnRef idx="3">
              <a:schemeClr val="accent2"/>
            </a:lnRef>
            <a:fillRef idx="0">
              <a:schemeClr val="accent2"/>
            </a:fillRef>
            <a:effectRef idx="2">
              <a:schemeClr val="accent2"/>
            </a:effectRef>
            <a:fontRef idx="minor">
              <a:schemeClr val="tx1"/>
            </a:fontRef>
          </p:style>
          <p:txBody>
            <a:bodyPr rtlCol="0" anchor="ctr"/>
            <a:lstStyle/>
            <a:p>
              <a:pPr algn="ctr"/>
              <a:endParaRPr lang="en-US" sz="1200">
                <a:ln w="0"/>
                <a:solidFill>
                  <a:schemeClr val="accent1"/>
                </a:solidFill>
                <a:effectLst>
                  <a:outerShdw blurRad="38100" dist="25400" dir="5400000" algn="ctr" rotWithShape="0">
                    <a:srgbClr val="6E747A">
                      <a:alpha val="43000"/>
                    </a:srgbClr>
                  </a:outerShdw>
                </a:effectLst>
              </a:endParaRPr>
            </a:p>
          </p:txBody>
        </p:sp>
        <p:sp>
          <p:nvSpPr>
            <p:cNvPr id="14" name="TextBox 13">
              <a:extLst>
                <a:ext uri="{FF2B5EF4-FFF2-40B4-BE49-F238E27FC236}">
                  <a16:creationId xmlns:a16="http://schemas.microsoft.com/office/drawing/2014/main" id="{A9E92384-0229-7B32-3F05-E41310F3A3FF}"/>
                </a:ext>
              </a:extLst>
            </p:cNvPr>
            <p:cNvSpPr txBox="1"/>
            <p:nvPr/>
          </p:nvSpPr>
          <p:spPr>
            <a:xfrm>
              <a:off x="7941477" y="151571"/>
              <a:ext cx="1588641" cy="338555"/>
            </a:xfrm>
            <a:prstGeom prst="rect">
              <a:avLst/>
            </a:prstGeom>
            <a:noFill/>
          </p:spPr>
          <p:txBody>
            <a:bodyPr wrap="none" rtlCol="0">
              <a:spAutoFit/>
            </a:bodyPr>
            <a:lstStyle/>
            <a:p>
              <a:r>
                <a:rPr lang="en-US" sz="1600" dirty="0">
                  <a:ln/>
                  <a:solidFill>
                    <a:srgbClr val="000000"/>
                  </a:solidFill>
                  <a:latin typeface="Arial"/>
                  <a:cs typeface="Arial"/>
                  <a:sym typeface="Arial"/>
                  <a:rtl val="0"/>
                </a:rPr>
                <a:t>  </a:t>
              </a:r>
              <a:r>
                <a:rPr lang="en-US" sz="1600" spc="0" baseline="0" dirty="0">
                  <a:ln/>
                  <a:solidFill>
                    <a:srgbClr val="000000"/>
                  </a:solidFill>
                  <a:latin typeface="Arial"/>
                  <a:cs typeface="Arial"/>
                  <a:sym typeface="Arial"/>
                  <a:rtl val="0"/>
                </a:rPr>
                <a:t>Antenna Array</a:t>
              </a:r>
              <a:endParaRPr lang="en-US" sz="1600" dirty="0">
                <a:ln/>
                <a:solidFill>
                  <a:srgbClr val="000000"/>
                </a:solidFill>
                <a:latin typeface="Arial"/>
                <a:cs typeface="Arial"/>
                <a:sym typeface="Arial"/>
                <a:rtl val="0"/>
              </a:endParaRPr>
            </a:p>
          </p:txBody>
        </p:sp>
        <p:sp>
          <p:nvSpPr>
            <p:cNvPr id="15" name="TextBox 14">
              <a:extLst>
                <a:ext uri="{FF2B5EF4-FFF2-40B4-BE49-F238E27FC236}">
                  <a16:creationId xmlns:a16="http://schemas.microsoft.com/office/drawing/2014/main" id="{589C7CB7-55CF-A859-AE4D-D6B478E15CAA}"/>
                </a:ext>
              </a:extLst>
            </p:cNvPr>
            <p:cNvSpPr txBox="1"/>
            <p:nvPr/>
          </p:nvSpPr>
          <p:spPr>
            <a:xfrm>
              <a:off x="10255817" y="824456"/>
              <a:ext cx="1215782" cy="584774"/>
            </a:xfrm>
            <a:prstGeom prst="rect">
              <a:avLst/>
            </a:prstGeom>
            <a:noFill/>
          </p:spPr>
          <p:txBody>
            <a:bodyPr wrap="none" rtlCol="0">
              <a:spAutoFit/>
            </a:bodyPr>
            <a:lstStyle/>
            <a:p>
              <a:r>
                <a:rPr lang="en-US" sz="1600" dirty="0">
                  <a:ln/>
                  <a:solidFill>
                    <a:srgbClr val="000000"/>
                  </a:solidFill>
                  <a:latin typeface="Arial"/>
                  <a:cs typeface="Arial"/>
                  <a:sym typeface="Arial"/>
                  <a:rtl val="0"/>
                </a:rPr>
                <a:t>  </a:t>
              </a:r>
              <a:r>
                <a:rPr lang="en-US" sz="1600" spc="0" baseline="0" dirty="0">
                  <a:ln/>
                  <a:solidFill>
                    <a:srgbClr val="000000"/>
                  </a:solidFill>
                  <a:latin typeface="Arial"/>
                  <a:cs typeface="Arial"/>
                  <a:sym typeface="Arial"/>
                  <a:rtl val="0"/>
                </a:rPr>
                <a:t>Terahertz</a:t>
              </a:r>
            </a:p>
            <a:p>
              <a:pPr algn="ctr"/>
              <a:r>
                <a:rPr lang="en-US" sz="1600" dirty="0">
                  <a:ln/>
                  <a:solidFill>
                    <a:srgbClr val="000000"/>
                  </a:solidFill>
                  <a:latin typeface="Arial"/>
                  <a:cs typeface="Arial"/>
                  <a:sym typeface="Arial"/>
                  <a:rtl val="0"/>
                </a:rPr>
                <a:t>Waveforms</a:t>
              </a:r>
            </a:p>
          </p:txBody>
        </p:sp>
        <p:sp>
          <p:nvSpPr>
            <p:cNvPr id="29" name="Arc 28">
              <a:extLst>
                <a:ext uri="{FF2B5EF4-FFF2-40B4-BE49-F238E27FC236}">
                  <a16:creationId xmlns:a16="http://schemas.microsoft.com/office/drawing/2014/main" id="{35F2FE5A-1690-EB2E-7C30-EBF196025829}"/>
                </a:ext>
              </a:extLst>
            </p:cNvPr>
            <p:cNvSpPr/>
            <p:nvPr/>
          </p:nvSpPr>
          <p:spPr>
            <a:xfrm>
              <a:off x="7385882" y="4174455"/>
              <a:ext cx="1378779" cy="1778117"/>
            </a:xfrm>
            <a:prstGeom prst="arc">
              <a:avLst>
                <a:gd name="adj1" fmla="val 17378697"/>
                <a:gd name="adj2" fmla="val 1554691"/>
              </a:avLst>
            </a:prstGeom>
            <a:ln w="15875">
              <a:tailEnd type="triangle" w="lg" len="lg"/>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1200"/>
            </a:p>
          </p:txBody>
        </p:sp>
        <p:sp>
          <p:nvSpPr>
            <p:cNvPr id="30" name="TextBox 29">
              <a:extLst>
                <a:ext uri="{FF2B5EF4-FFF2-40B4-BE49-F238E27FC236}">
                  <a16:creationId xmlns:a16="http://schemas.microsoft.com/office/drawing/2014/main" id="{B8CB8791-C572-D2C9-49FA-E2EBA108611A}"/>
                </a:ext>
              </a:extLst>
            </p:cNvPr>
            <p:cNvSpPr txBox="1"/>
            <p:nvPr/>
          </p:nvSpPr>
          <p:spPr>
            <a:xfrm>
              <a:off x="6610277" y="2202383"/>
              <a:ext cx="1723549" cy="338555"/>
            </a:xfrm>
            <a:prstGeom prst="rect">
              <a:avLst/>
            </a:prstGeom>
            <a:noFill/>
          </p:spPr>
          <p:txBody>
            <a:bodyPr wrap="none" rtlCol="0">
              <a:spAutoFit/>
            </a:bodyPr>
            <a:lstStyle/>
            <a:p>
              <a:r>
                <a:rPr lang="en-US" sz="1600" dirty="0">
                  <a:ln/>
                  <a:solidFill>
                    <a:srgbClr val="000000"/>
                  </a:solidFill>
                  <a:latin typeface="Arial"/>
                  <a:cs typeface="Arial"/>
                  <a:sym typeface="Arial"/>
                  <a:rtl val="0"/>
                </a:rPr>
                <a:t>  </a:t>
              </a:r>
              <a:r>
                <a:rPr lang="en-US" sz="1600" spc="0" baseline="0" dirty="0">
                  <a:ln/>
                  <a:solidFill>
                    <a:srgbClr val="000000"/>
                  </a:solidFill>
                  <a:latin typeface="Arial"/>
                  <a:cs typeface="Arial"/>
                  <a:sym typeface="Arial"/>
                  <a:rtl val="0"/>
                </a:rPr>
                <a:t>Folded Enzyme</a:t>
              </a:r>
              <a:endParaRPr lang="en-US" sz="1600" dirty="0">
                <a:ln/>
                <a:solidFill>
                  <a:srgbClr val="000000"/>
                </a:solidFill>
                <a:latin typeface="Arial"/>
                <a:cs typeface="Arial"/>
                <a:sym typeface="Arial"/>
                <a:rtl val="0"/>
              </a:endParaRPr>
            </a:p>
          </p:txBody>
        </p:sp>
        <p:sp>
          <p:nvSpPr>
            <p:cNvPr id="31" name="TextBox 30">
              <a:extLst>
                <a:ext uri="{FF2B5EF4-FFF2-40B4-BE49-F238E27FC236}">
                  <a16:creationId xmlns:a16="http://schemas.microsoft.com/office/drawing/2014/main" id="{88CF7724-4ABB-FBC4-DCED-06122314B0A9}"/>
                </a:ext>
              </a:extLst>
            </p:cNvPr>
            <p:cNvSpPr txBox="1"/>
            <p:nvPr/>
          </p:nvSpPr>
          <p:spPr>
            <a:xfrm>
              <a:off x="6610277" y="4572557"/>
              <a:ext cx="1917513" cy="338555"/>
            </a:xfrm>
            <a:prstGeom prst="rect">
              <a:avLst/>
            </a:prstGeom>
            <a:noFill/>
          </p:spPr>
          <p:txBody>
            <a:bodyPr wrap="none" rtlCol="0">
              <a:spAutoFit/>
            </a:bodyPr>
            <a:lstStyle/>
            <a:p>
              <a:r>
                <a:rPr lang="en-US" sz="1600" dirty="0">
                  <a:ln/>
                  <a:solidFill>
                    <a:srgbClr val="000000"/>
                  </a:solidFill>
                  <a:latin typeface="Arial"/>
                  <a:cs typeface="Arial"/>
                  <a:sym typeface="Arial"/>
                  <a:rtl val="0"/>
                </a:rPr>
                <a:t>  Unf</a:t>
              </a:r>
              <a:r>
                <a:rPr lang="en-US" sz="1600" spc="0" baseline="0" dirty="0">
                  <a:ln/>
                  <a:solidFill>
                    <a:srgbClr val="000000"/>
                  </a:solidFill>
                  <a:latin typeface="Arial"/>
                  <a:cs typeface="Arial"/>
                  <a:sym typeface="Arial"/>
                  <a:rtl val="0"/>
                </a:rPr>
                <a:t>olded Enzyme</a:t>
              </a:r>
              <a:endParaRPr lang="en-US" sz="1600" dirty="0">
                <a:ln/>
                <a:solidFill>
                  <a:srgbClr val="000000"/>
                </a:solidFill>
                <a:latin typeface="Arial"/>
                <a:cs typeface="Arial"/>
                <a:sym typeface="Arial"/>
                <a:rtl val="0"/>
              </a:endParaRPr>
            </a:p>
          </p:txBody>
        </p:sp>
      </p:grpSp>
      <p:sp>
        <p:nvSpPr>
          <p:cNvPr id="3" name="Title 1">
            <a:extLst>
              <a:ext uri="{FF2B5EF4-FFF2-40B4-BE49-F238E27FC236}">
                <a16:creationId xmlns:a16="http://schemas.microsoft.com/office/drawing/2014/main" id="{1F7F1449-1E5A-B9EC-8B0B-5DBA74668EE8}"/>
              </a:ext>
            </a:extLst>
          </p:cNvPr>
          <p:cNvSpPr>
            <a:spLocks noGrp="1"/>
          </p:cNvSpPr>
          <p:nvPr>
            <p:ph type="title"/>
          </p:nvPr>
        </p:nvSpPr>
        <p:spPr>
          <a:xfrm>
            <a:off x="383872" y="220928"/>
            <a:ext cx="1952334" cy="505057"/>
          </a:xfrm>
        </p:spPr>
        <p:txBody>
          <a:bodyPr>
            <a:normAutofit fontScale="90000"/>
          </a:bodyPr>
          <a:lstStyle/>
          <a:p>
            <a:r>
              <a:rPr lang="en-US" sz="4000" dirty="0"/>
              <a:t>Concept</a:t>
            </a:r>
            <a:endParaRPr lang="en-US" sz="3200" dirty="0"/>
          </a:p>
        </p:txBody>
      </p:sp>
      <p:sp>
        <p:nvSpPr>
          <p:cNvPr id="34" name="TextBox 33">
            <a:extLst>
              <a:ext uri="{FF2B5EF4-FFF2-40B4-BE49-F238E27FC236}">
                <a16:creationId xmlns:a16="http://schemas.microsoft.com/office/drawing/2014/main" id="{505C2D5C-3660-EC4A-903B-89ABF0724291}"/>
              </a:ext>
            </a:extLst>
          </p:cNvPr>
          <p:cNvSpPr txBox="1"/>
          <p:nvPr/>
        </p:nvSpPr>
        <p:spPr>
          <a:xfrm>
            <a:off x="131056" y="1098212"/>
            <a:ext cx="2692340" cy="461665"/>
          </a:xfrm>
          <a:prstGeom prst="rect">
            <a:avLst/>
          </a:prstGeom>
          <a:noFill/>
        </p:spPr>
        <p:txBody>
          <a:bodyPr wrap="none" rtlCol="0">
            <a:spAutoFit/>
          </a:bodyPr>
          <a:lstStyle/>
          <a:p>
            <a:r>
              <a:rPr lang="en-US" sz="2400" dirty="0"/>
              <a:t>Metabolic Network</a:t>
            </a:r>
          </a:p>
        </p:txBody>
      </p:sp>
      <p:sp>
        <p:nvSpPr>
          <p:cNvPr id="32" name="Slide Number Placeholder 31">
            <a:extLst>
              <a:ext uri="{FF2B5EF4-FFF2-40B4-BE49-F238E27FC236}">
                <a16:creationId xmlns:a16="http://schemas.microsoft.com/office/drawing/2014/main" id="{2073052C-C5D7-82CF-BB16-A3CE7FB3D5E0}"/>
              </a:ext>
            </a:extLst>
          </p:cNvPr>
          <p:cNvSpPr>
            <a:spLocks noGrp="1"/>
          </p:cNvSpPr>
          <p:nvPr>
            <p:ph type="sldNum" sz="quarter" idx="12"/>
          </p:nvPr>
        </p:nvSpPr>
        <p:spPr>
          <a:xfrm>
            <a:off x="-99230" y="6595961"/>
            <a:ext cx="483102" cy="338556"/>
          </a:xfrm>
        </p:spPr>
        <p:txBody>
          <a:bodyPr/>
          <a:lstStyle/>
          <a:p>
            <a:fld id="{250B62C5-2ACF-4D78-8FF3-37371B948607}" type="slidenum">
              <a:rPr lang="en-US" smtClean="0"/>
              <a:t>36</a:t>
            </a:fld>
            <a:endParaRPr lang="en-US"/>
          </a:p>
        </p:txBody>
      </p:sp>
    </p:spTree>
    <p:extLst>
      <p:ext uri="{BB962C8B-B14F-4D97-AF65-F5344CB8AC3E}">
        <p14:creationId xmlns:p14="http://schemas.microsoft.com/office/powerpoint/2010/main" val="34241894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500"/>
                                        <p:tgtEl>
                                          <p:spTgt spid="2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5"/>
                                        </p:tgtEl>
                                        <p:attrNameLst>
                                          <p:attrName>style.visibility</p:attrName>
                                        </p:attrNameLst>
                                      </p:cBhvr>
                                      <p:to>
                                        <p:strVal val="visible"/>
                                      </p:to>
                                    </p:set>
                                    <p:animEffect transition="in" filter="fade">
                                      <p:cBhvr>
                                        <p:cTn id="10" dur="500"/>
                                        <p:tgtEl>
                                          <p:spTgt spid="25"/>
                                        </p:tgtEl>
                                      </p:cBhvr>
                                    </p:animEffect>
                                  </p:childTnLst>
                                </p:cTn>
                              </p:par>
                              <p:par>
                                <p:cTn id="11" presetID="10" presetClass="entr" presetSubtype="0" fill="hold" nodeType="withEffect">
                                  <p:stCondLst>
                                    <p:cond delay="0"/>
                                  </p:stCondLst>
                                  <p:childTnLst>
                                    <p:set>
                                      <p:cBhvr>
                                        <p:cTn id="12" dur="1" fill="hold">
                                          <p:stCondLst>
                                            <p:cond delay="0"/>
                                          </p:stCondLst>
                                        </p:cTn>
                                        <p:tgtEl>
                                          <p:spTgt spid="27"/>
                                        </p:tgtEl>
                                        <p:attrNameLst>
                                          <p:attrName>style.visibility</p:attrName>
                                        </p:attrNameLst>
                                      </p:cBhvr>
                                      <p:to>
                                        <p:strVal val="visible"/>
                                      </p:to>
                                    </p:set>
                                    <p:animEffect transition="in" filter="fade">
                                      <p:cBhvr>
                                        <p:cTn id="13" dur="500"/>
                                        <p:tgtEl>
                                          <p:spTgt spid="27"/>
                                        </p:tgtEl>
                                      </p:cBhvr>
                                    </p:animEffect>
                                  </p:childTnLst>
                                </p:cTn>
                              </p:par>
                              <p:par>
                                <p:cTn id="14" presetID="10" presetClass="entr" presetSubtype="0" fill="hold" nodeType="withEffect">
                                  <p:stCondLst>
                                    <p:cond delay="0"/>
                                  </p:stCondLst>
                                  <p:childTnLst>
                                    <p:set>
                                      <p:cBhvr>
                                        <p:cTn id="15" dur="1" fill="hold">
                                          <p:stCondLst>
                                            <p:cond delay="0"/>
                                          </p:stCondLst>
                                        </p:cTn>
                                        <p:tgtEl>
                                          <p:spTgt spid="28"/>
                                        </p:tgtEl>
                                        <p:attrNameLst>
                                          <p:attrName>style.visibility</p:attrName>
                                        </p:attrNameLst>
                                      </p:cBhvr>
                                      <p:to>
                                        <p:strVal val="visible"/>
                                      </p:to>
                                    </p:set>
                                    <p:animEffect transition="in" filter="fade">
                                      <p:cBhvr>
                                        <p:cTn id="16" dur="500"/>
                                        <p:tgtEl>
                                          <p:spTgt spid="28"/>
                                        </p:tgtEl>
                                      </p:cBhvr>
                                    </p:animEffect>
                                  </p:childTnLst>
                                </p:cTn>
                              </p:par>
                              <p:par>
                                <p:cTn id="17" presetID="10" presetClass="entr" presetSubtype="0" fill="hold" nodeType="with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500"/>
                                        <p:tgtEl>
                                          <p:spTgt spid="26"/>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35"/>
                                        </p:tgtEl>
                                        <p:attrNameLst>
                                          <p:attrName>style.visibility</p:attrName>
                                        </p:attrNameLst>
                                      </p:cBhvr>
                                      <p:to>
                                        <p:strVal val="visible"/>
                                      </p:to>
                                    </p:set>
                                    <p:animEffect transition="in" filter="fade">
                                      <p:cBhvr>
                                        <p:cTn id="24" dur="500"/>
                                        <p:tgtEl>
                                          <p:spTgt spid="35"/>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36"/>
                                        </p:tgtEl>
                                        <p:attrNameLst>
                                          <p:attrName>style.visibility</p:attrName>
                                        </p:attrNameLst>
                                      </p:cBhvr>
                                      <p:to>
                                        <p:strVal val="visible"/>
                                      </p:to>
                                    </p:set>
                                    <p:animEffect transition="in" filter="fade">
                                      <p:cBhvr>
                                        <p:cTn id="29"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0" name="Straight Arrow Connector 29">
            <a:extLst>
              <a:ext uri="{FF2B5EF4-FFF2-40B4-BE49-F238E27FC236}">
                <a16:creationId xmlns:a16="http://schemas.microsoft.com/office/drawing/2014/main" id="{2029D1FE-E2DE-3219-3FC2-3FF565D20E90}"/>
              </a:ext>
            </a:extLst>
          </p:cNvPr>
          <p:cNvCxnSpPr/>
          <p:nvPr/>
        </p:nvCxnSpPr>
        <p:spPr>
          <a:xfrm>
            <a:off x="2091647" y="1338956"/>
            <a:ext cx="3349472" cy="0"/>
          </a:xfrm>
          <a:prstGeom prst="straightConnector1">
            <a:avLst/>
          </a:prstGeom>
          <a:ln>
            <a:headEnd type="triangle" w="lg" len="lg"/>
            <a:tailEnd type="triangle" w="lg" len="lg"/>
          </a:ln>
        </p:spPr>
        <p:style>
          <a:lnRef idx="2">
            <a:schemeClr val="accent1"/>
          </a:lnRef>
          <a:fillRef idx="0">
            <a:schemeClr val="accent1"/>
          </a:fillRef>
          <a:effectRef idx="1">
            <a:schemeClr val="accent1"/>
          </a:effectRef>
          <a:fontRef idx="minor">
            <a:schemeClr val="tx1"/>
          </a:fontRef>
        </p:style>
      </p:cxnSp>
      <p:sp>
        <p:nvSpPr>
          <p:cNvPr id="5" name="Oval 4">
            <a:extLst>
              <a:ext uri="{FF2B5EF4-FFF2-40B4-BE49-F238E27FC236}">
                <a16:creationId xmlns:a16="http://schemas.microsoft.com/office/drawing/2014/main" id="{078957D6-8DA8-763E-5AB9-AB201FFE425D}"/>
              </a:ext>
            </a:extLst>
          </p:cNvPr>
          <p:cNvSpPr>
            <a:spLocks noChangeAspect="1"/>
          </p:cNvSpPr>
          <p:nvPr/>
        </p:nvSpPr>
        <p:spPr>
          <a:xfrm>
            <a:off x="7374371" y="3476932"/>
            <a:ext cx="482803" cy="48280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748A4454-27D7-380F-AB8E-2A28027C150E}"/>
              </a:ext>
            </a:extLst>
          </p:cNvPr>
          <p:cNvSpPr>
            <a:spLocks noChangeAspect="1"/>
          </p:cNvSpPr>
          <p:nvPr/>
        </p:nvSpPr>
        <p:spPr>
          <a:xfrm>
            <a:off x="7385801" y="5679524"/>
            <a:ext cx="482803" cy="48280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25B1F2DE-B415-A239-B2DC-63D5A5B32533}"/>
              </a:ext>
            </a:extLst>
          </p:cNvPr>
          <p:cNvCxnSpPr>
            <a:cxnSpLocks/>
            <a:stCxn id="6" idx="6"/>
            <a:endCxn id="18" idx="3"/>
          </p:cNvCxnSpPr>
          <p:nvPr/>
        </p:nvCxnSpPr>
        <p:spPr>
          <a:xfrm flipV="1">
            <a:off x="7868604" y="4981292"/>
            <a:ext cx="1208754" cy="939634"/>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8" name="Straight Arrow Connector 7">
            <a:extLst>
              <a:ext uri="{FF2B5EF4-FFF2-40B4-BE49-F238E27FC236}">
                <a16:creationId xmlns:a16="http://schemas.microsoft.com/office/drawing/2014/main" id="{6DC290EF-F029-6287-E228-F3B04E496A8A}"/>
              </a:ext>
            </a:extLst>
          </p:cNvPr>
          <p:cNvCxnSpPr>
            <a:cxnSpLocks/>
            <a:stCxn id="5" idx="6"/>
            <a:endCxn id="18" idx="1"/>
          </p:cNvCxnSpPr>
          <p:nvPr/>
        </p:nvCxnSpPr>
        <p:spPr>
          <a:xfrm>
            <a:off x="7857174" y="3718334"/>
            <a:ext cx="1220184" cy="921565"/>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8D0CA52C-68F3-A92B-568F-5577F39D7627}"/>
                  </a:ext>
                </a:extLst>
              </p:cNvPr>
              <p:cNvSpPr txBox="1"/>
              <p:nvPr/>
            </p:nvSpPr>
            <p:spPr>
              <a:xfrm>
                <a:off x="8224625" y="3592145"/>
                <a:ext cx="1006792" cy="461665"/>
              </a:xfrm>
              <a:prstGeom prst="rect">
                <a:avLst/>
              </a:prstGeom>
              <a:noFill/>
            </p:spPr>
            <p:txBody>
              <a:bodyPr wrap="square">
                <a:spAutoFit/>
              </a:bodyPr>
              <a:lstStyle/>
              <a:p>
                <a:pPr/>
                <a14:m>
                  <m:oMathPara xmlns:m="http://schemas.openxmlformats.org/officeDocument/2006/math">
                    <m:oMath>
                      <m:sSub>
                        <m:sSubPr>
                          <m:ctrlPr>
                            <a:rPr lang="de-DE" sz="2400" b="0" i="0" smtClean="0">
                              <a:solidFill>
                                <a:srgbClr val="C00000"/>
                              </a:solidFill>
                              <a:latin typeface="Cambria Math" panose="02040503050406030204" pitchFamily="18" charset="0"/>
                            </a:rPr>
                          </m:ctrlPr>
                        </m:sSubPr>
                        <m:e>
                          <m:r>
                            <m:rPr>
                              <m:sty m:val="p"/>
                            </m:rPr>
                            <a:rPr lang="de-DE" sz="2400" b="0" i="0" smtClean="0">
                              <a:solidFill>
                                <a:srgbClr val="C00000"/>
                              </a:solidFill>
                              <a:latin typeface="Cambria Math" panose="02040503050406030204" pitchFamily="18" charset="0"/>
                            </a:rPr>
                            <m:t>m</m:t>
                          </m:r>
                        </m:e>
                        <m:sub>
                          <m:r>
                            <a:rPr lang="de-DE" sz="2400" b="0" i="1" smtClean="0">
                              <a:solidFill>
                                <a:srgbClr val="C00000"/>
                              </a:solidFill>
                              <a:latin typeface="Cambria Math" panose="02040503050406030204" pitchFamily="18" charset="0"/>
                            </a:rPr>
                            <m:t>4</m:t>
                          </m:r>
                        </m:sub>
                      </m:sSub>
                    </m:oMath>
                  </m:oMathPara>
                </a14:m>
                <a:endParaRPr lang="en-US" sz="2400" dirty="0">
                  <a:solidFill>
                    <a:schemeClr val="tx1"/>
                  </a:solidFill>
                </a:endParaRPr>
              </a:p>
            </p:txBody>
          </p:sp>
        </mc:Choice>
        <mc:Fallback xmlns="">
          <p:sp>
            <p:nvSpPr>
              <p:cNvPr id="9" name="TextBox 8">
                <a:extLst>
                  <a:ext uri="{FF2B5EF4-FFF2-40B4-BE49-F238E27FC236}">
                    <a16:creationId xmlns:a16="http://schemas.microsoft.com/office/drawing/2014/main" id="{8D0CA52C-68F3-A92B-568F-5577F39D7627}"/>
                  </a:ext>
                </a:extLst>
              </p:cNvPr>
              <p:cNvSpPr txBox="1">
                <a:spLocks noRot="1" noChangeAspect="1" noMove="1" noResize="1" noEditPoints="1" noAdjustHandles="1" noChangeArrowheads="1" noChangeShapeType="1" noTextEdit="1"/>
              </p:cNvSpPr>
              <p:nvPr/>
            </p:nvSpPr>
            <p:spPr>
              <a:xfrm>
                <a:off x="8224625" y="3592145"/>
                <a:ext cx="1006792" cy="461665"/>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F60DAC2C-CB46-BADD-719A-EC741A9BD797}"/>
                  </a:ext>
                </a:extLst>
              </p:cNvPr>
              <p:cNvSpPr txBox="1"/>
              <p:nvPr/>
            </p:nvSpPr>
            <p:spPr>
              <a:xfrm>
                <a:off x="8293211" y="5390920"/>
                <a:ext cx="1006792" cy="461665"/>
              </a:xfrm>
              <a:prstGeom prst="rect">
                <a:avLst/>
              </a:prstGeom>
              <a:noFill/>
            </p:spPr>
            <p:txBody>
              <a:bodyPr wrap="square">
                <a:spAutoFit/>
              </a:bodyPr>
              <a:lstStyle/>
              <a:p>
                <a:pPr/>
                <a14:m>
                  <m:oMathPara xmlns:m="http://schemas.openxmlformats.org/officeDocument/2006/math">
                    <m:oMath>
                      <m:sSub>
                        <m:sSubPr>
                          <m:ctrlPr>
                            <a:rPr lang="de-DE" sz="2400" b="0" i="0" smtClean="0">
                              <a:solidFill>
                                <a:srgbClr val="C00000"/>
                              </a:solidFill>
                              <a:latin typeface="Cambria Math" panose="02040503050406030204" pitchFamily="18" charset="0"/>
                            </a:rPr>
                          </m:ctrlPr>
                        </m:sSubPr>
                        <m:e>
                          <m:r>
                            <m:rPr>
                              <m:sty m:val="p"/>
                            </m:rPr>
                            <a:rPr lang="de-DE" sz="2400" b="0" i="0" smtClean="0">
                              <a:solidFill>
                                <a:srgbClr val="C00000"/>
                              </a:solidFill>
                              <a:latin typeface="Cambria Math" panose="02040503050406030204" pitchFamily="18" charset="0"/>
                            </a:rPr>
                            <m:t>m</m:t>
                          </m:r>
                        </m:e>
                        <m:sub>
                          <m:r>
                            <a:rPr lang="de-DE" sz="2400" b="0" i="1" smtClean="0">
                              <a:solidFill>
                                <a:srgbClr val="C00000"/>
                              </a:solidFill>
                              <a:latin typeface="Cambria Math" panose="02040503050406030204" pitchFamily="18" charset="0"/>
                            </a:rPr>
                            <m:t>4</m:t>
                          </m:r>
                        </m:sub>
                      </m:sSub>
                    </m:oMath>
                  </m:oMathPara>
                </a14:m>
                <a:endParaRPr lang="en-US" sz="2400" dirty="0">
                  <a:solidFill>
                    <a:schemeClr val="tx1"/>
                  </a:solidFill>
                </a:endParaRPr>
              </a:p>
            </p:txBody>
          </p:sp>
        </mc:Choice>
        <mc:Fallback xmlns="">
          <p:sp>
            <p:nvSpPr>
              <p:cNvPr id="10" name="TextBox 9">
                <a:extLst>
                  <a:ext uri="{FF2B5EF4-FFF2-40B4-BE49-F238E27FC236}">
                    <a16:creationId xmlns:a16="http://schemas.microsoft.com/office/drawing/2014/main" id="{F60DAC2C-CB46-BADD-719A-EC741A9BD797}"/>
                  </a:ext>
                </a:extLst>
              </p:cNvPr>
              <p:cNvSpPr txBox="1">
                <a:spLocks noRot="1" noChangeAspect="1" noMove="1" noResize="1" noEditPoints="1" noAdjustHandles="1" noChangeArrowheads="1" noChangeShapeType="1" noTextEdit="1"/>
              </p:cNvSpPr>
              <p:nvPr/>
            </p:nvSpPr>
            <p:spPr>
              <a:xfrm>
                <a:off x="8293211" y="5390920"/>
                <a:ext cx="1006792" cy="461665"/>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D6A77611-35C9-92C6-CF81-7F49FE96AC41}"/>
                  </a:ext>
                </a:extLst>
              </p:cNvPr>
              <p:cNvSpPr txBox="1"/>
              <p:nvPr/>
            </p:nvSpPr>
            <p:spPr>
              <a:xfrm>
                <a:off x="5912016" y="3550800"/>
                <a:ext cx="1006792" cy="461665"/>
              </a:xfrm>
              <a:prstGeom prst="rect">
                <a:avLst/>
              </a:prstGeom>
              <a:noFill/>
            </p:spPr>
            <p:txBody>
              <a:bodyPr wrap="square">
                <a:spAutoFit/>
              </a:bodyPr>
              <a:lstStyle/>
              <a:p>
                <a:pPr/>
                <a14:m>
                  <m:oMathPara xmlns:m="http://schemas.openxmlformats.org/officeDocument/2006/math">
                    <m:oMath>
                      <m:sSub>
                        <m:sSubPr>
                          <m:ctrlPr>
                            <a:rPr lang="de-DE" sz="2400" b="0" i="0" smtClean="0">
                              <a:solidFill>
                                <a:srgbClr val="0070C0"/>
                              </a:solidFill>
                              <a:latin typeface="Cambria Math" panose="02040503050406030204" pitchFamily="18" charset="0"/>
                            </a:rPr>
                          </m:ctrlPr>
                        </m:sSubPr>
                        <m:e>
                          <m:r>
                            <m:rPr>
                              <m:sty m:val="p"/>
                            </m:rPr>
                            <a:rPr lang="de-DE" sz="2400" b="0" i="0" smtClean="0">
                              <a:solidFill>
                                <a:srgbClr val="0070C0"/>
                              </a:solidFill>
                              <a:latin typeface="Cambria Math" panose="02040503050406030204" pitchFamily="18" charset="0"/>
                            </a:rPr>
                            <m:t>m</m:t>
                          </m:r>
                        </m:e>
                        <m:sub>
                          <m:r>
                            <a:rPr lang="de-DE" sz="2400" b="0" i="1" smtClean="0">
                              <a:solidFill>
                                <a:srgbClr val="0070C0"/>
                              </a:solidFill>
                              <a:latin typeface="Cambria Math" panose="02040503050406030204" pitchFamily="18" charset="0"/>
                            </a:rPr>
                            <m:t>2</m:t>
                          </m:r>
                        </m:sub>
                      </m:sSub>
                    </m:oMath>
                  </m:oMathPara>
                </a14:m>
                <a:endParaRPr lang="en-US" sz="2400" dirty="0">
                  <a:solidFill>
                    <a:schemeClr val="tx1"/>
                  </a:solidFill>
                </a:endParaRPr>
              </a:p>
            </p:txBody>
          </p:sp>
        </mc:Choice>
        <mc:Fallback xmlns="">
          <p:sp>
            <p:nvSpPr>
              <p:cNvPr id="11" name="TextBox 10">
                <a:extLst>
                  <a:ext uri="{FF2B5EF4-FFF2-40B4-BE49-F238E27FC236}">
                    <a16:creationId xmlns:a16="http://schemas.microsoft.com/office/drawing/2014/main" id="{D6A77611-35C9-92C6-CF81-7F49FE96AC41}"/>
                  </a:ext>
                </a:extLst>
              </p:cNvPr>
              <p:cNvSpPr txBox="1">
                <a:spLocks noRot="1" noChangeAspect="1" noMove="1" noResize="1" noEditPoints="1" noAdjustHandles="1" noChangeArrowheads="1" noChangeShapeType="1" noTextEdit="1"/>
              </p:cNvSpPr>
              <p:nvPr/>
            </p:nvSpPr>
            <p:spPr>
              <a:xfrm>
                <a:off x="5912016" y="3550800"/>
                <a:ext cx="1006792" cy="461665"/>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C6A531ED-4E93-988C-3C41-1C5A947DCACA}"/>
                  </a:ext>
                </a:extLst>
              </p:cNvPr>
              <p:cNvSpPr txBox="1"/>
              <p:nvPr/>
            </p:nvSpPr>
            <p:spPr>
              <a:xfrm>
                <a:off x="5952798" y="5394684"/>
                <a:ext cx="1006792" cy="461665"/>
              </a:xfrm>
              <a:prstGeom prst="rect">
                <a:avLst/>
              </a:prstGeom>
              <a:noFill/>
            </p:spPr>
            <p:txBody>
              <a:bodyPr wrap="square">
                <a:spAutoFit/>
              </a:bodyPr>
              <a:lstStyle/>
              <a:p>
                <a:pPr/>
                <a14:m>
                  <m:oMathPara xmlns:m="http://schemas.openxmlformats.org/officeDocument/2006/math">
                    <m:oMath>
                      <m:sSub>
                        <m:sSubPr>
                          <m:ctrlPr>
                            <a:rPr lang="de-DE" sz="2400" b="0" i="0" smtClean="0">
                              <a:solidFill>
                                <a:schemeClr val="accent6">
                                  <a:lumMod val="75000"/>
                                </a:schemeClr>
                              </a:solidFill>
                              <a:latin typeface="Cambria Math" panose="02040503050406030204" pitchFamily="18" charset="0"/>
                            </a:rPr>
                          </m:ctrlPr>
                        </m:sSubPr>
                        <m:e>
                          <m:r>
                            <m:rPr>
                              <m:sty m:val="p"/>
                            </m:rPr>
                            <a:rPr lang="de-DE" sz="2400" b="0" i="0" smtClean="0">
                              <a:solidFill>
                                <a:schemeClr val="accent6">
                                  <a:lumMod val="75000"/>
                                </a:schemeClr>
                              </a:solidFill>
                              <a:latin typeface="Cambria Math" panose="02040503050406030204" pitchFamily="18" charset="0"/>
                            </a:rPr>
                            <m:t>m</m:t>
                          </m:r>
                        </m:e>
                        <m:sub>
                          <m:r>
                            <a:rPr lang="de-DE" sz="2400" b="0" i="1" smtClean="0">
                              <a:solidFill>
                                <a:schemeClr val="accent6">
                                  <a:lumMod val="75000"/>
                                </a:schemeClr>
                              </a:solidFill>
                              <a:latin typeface="Cambria Math" panose="02040503050406030204" pitchFamily="18" charset="0"/>
                            </a:rPr>
                            <m:t>3</m:t>
                          </m:r>
                        </m:sub>
                      </m:sSub>
                    </m:oMath>
                  </m:oMathPara>
                </a14:m>
                <a:endParaRPr lang="en-US" sz="2400" dirty="0">
                  <a:solidFill>
                    <a:schemeClr val="tx1"/>
                  </a:solidFill>
                </a:endParaRPr>
              </a:p>
            </p:txBody>
          </p:sp>
        </mc:Choice>
        <mc:Fallback xmlns="">
          <p:sp>
            <p:nvSpPr>
              <p:cNvPr id="12" name="TextBox 11">
                <a:extLst>
                  <a:ext uri="{FF2B5EF4-FFF2-40B4-BE49-F238E27FC236}">
                    <a16:creationId xmlns:a16="http://schemas.microsoft.com/office/drawing/2014/main" id="{C6A531ED-4E93-988C-3C41-1C5A947DCACA}"/>
                  </a:ext>
                </a:extLst>
              </p:cNvPr>
              <p:cNvSpPr txBox="1">
                <a:spLocks noRot="1" noChangeAspect="1" noMove="1" noResize="1" noEditPoints="1" noAdjustHandles="1" noChangeArrowheads="1" noChangeShapeType="1" noTextEdit="1"/>
              </p:cNvSpPr>
              <p:nvPr/>
            </p:nvSpPr>
            <p:spPr>
              <a:xfrm>
                <a:off x="5952798" y="5394684"/>
                <a:ext cx="1006792" cy="461665"/>
              </a:xfrm>
              <a:prstGeom prst="rect">
                <a:avLst/>
              </a:prstGeom>
              <a:blipFill>
                <a:blip r:embed="rId6"/>
                <a:stretch>
                  <a:fillRect/>
                </a:stretch>
              </a:blipFill>
            </p:spPr>
            <p:txBody>
              <a:bodyPr/>
              <a:lstStyle/>
              <a:p>
                <a:r>
                  <a:rPr lang="en-US">
                    <a:noFill/>
                  </a:rPr>
                  <a:t> </a:t>
                </a:r>
              </a:p>
            </p:txBody>
          </p:sp>
        </mc:Fallback>
      </mc:AlternateContent>
      <p:sp>
        <p:nvSpPr>
          <p:cNvPr id="13" name="Oval 12">
            <a:extLst>
              <a:ext uri="{FF2B5EF4-FFF2-40B4-BE49-F238E27FC236}">
                <a16:creationId xmlns:a16="http://schemas.microsoft.com/office/drawing/2014/main" id="{111D4F73-2DE0-21E5-82C1-17CC192364C4}"/>
              </a:ext>
            </a:extLst>
          </p:cNvPr>
          <p:cNvSpPr>
            <a:spLocks noChangeAspect="1"/>
          </p:cNvSpPr>
          <p:nvPr/>
        </p:nvSpPr>
        <p:spPr>
          <a:xfrm>
            <a:off x="5552877" y="4569194"/>
            <a:ext cx="482803" cy="48280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Arrow Connector 13">
            <a:extLst>
              <a:ext uri="{FF2B5EF4-FFF2-40B4-BE49-F238E27FC236}">
                <a16:creationId xmlns:a16="http://schemas.microsoft.com/office/drawing/2014/main" id="{1443C199-87C1-8957-77EC-2C913E08675B}"/>
              </a:ext>
            </a:extLst>
          </p:cNvPr>
          <p:cNvCxnSpPr>
            <a:cxnSpLocks/>
            <a:stCxn id="13" idx="7"/>
            <a:endCxn id="5" idx="2"/>
          </p:cNvCxnSpPr>
          <p:nvPr/>
        </p:nvCxnSpPr>
        <p:spPr>
          <a:xfrm flipV="1">
            <a:off x="5964975" y="3718334"/>
            <a:ext cx="1409396" cy="921565"/>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6A9AA6DD-3399-6A34-B4A8-C28E63F78CAE}"/>
                  </a:ext>
                </a:extLst>
              </p:cNvPr>
              <p:cNvSpPr txBox="1"/>
              <p:nvPr/>
            </p:nvSpPr>
            <p:spPr>
              <a:xfrm>
                <a:off x="4594773" y="4312451"/>
                <a:ext cx="642780" cy="461665"/>
              </a:xfrm>
              <a:prstGeom prst="rect">
                <a:avLst/>
              </a:prstGeom>
              <a:noFill/>
            </p:spPr>
            <p:txBody>
              <a:bodyPr wrap="square">
                <a:spAutoFit/>
              </a:bodyPr>
              <a:lstStyle/>
              <a:p>
                <a:pPr/>
                <a14:m>
                  <m:oMathPara xmlns:m="http://schemas.openxmlformats.org/officeDocument/2006/math">
                    <m:oMath>
                      <m:sSub>
                        <m:sSubPr>
                          <m:ctrlPr>
                            <a:rPr lang="de-DE" sz="2400" b="0" i="0" smtClean="0">
                              <a:solidFill>
                                <a:schemeClr val="tx1"/>
                              </a:solidFill>
                              <a:latin typeface="Cambria Math" panose="02040503050406030204" pitchFamily="18" charset="0"/>
                            </a:rPr>
                          </m:ctrlPr>
                        </m:sSubPr>
                        <m:e>
                          <m:r>
                            <m:rPr>
                              <m:sty m:val="p"/>
                            </m:rPr>
                            <a:rPr lang="de-DE" sz="2400" b="0" i="0" smtClean="0">
                              <a:solidFill>
                                <a:schemeClr val="tx1"/>
                              </a:solidFill>
                              <a:latin typeface="Cambria Math" panose="02040503050406030204" pitchFamily="18" charset="0"/>
                            </a:rPr>
                            <m:t>m</m:t>
                          </m:r>
                        </m:e>
                        <m:sub>
                          <m:r>
                            <a:rPr lang="de-DE" sz="2400" b="0" i="1" smtClean="0">
                              <a:solidFill>
                                <a:schemeClr val="tx1"/>
                              </a:solidFill>
                              <a:latin typeface="Cambria Math" panose="02040503050406030204" pitchFamily="18" charset="0"/>
                            </a:rPr>
                            <m:t>1</m:t>
                          </m:r>
                        </m:sub>
                      </m:sSub>
                    </m:oMath>
                  </m:oMathPara>
                </a14:m>
                <a:endParaRPr lang="en-US" sz="2400" dirty="0">
                  <a:solidFill>
                    <a:schemeClr val="tx1"/>
                  </a:solidFill>
                </a:endParaRPr>
              </a:p>
            </p:txBody>
          </p:sp>
        </mc:Choice>
        <mc:Fallback xmlns="">
          <p:sp>
            <p:nvSpPr>
              <p:cNvPr id="15" name="TextBox 14">
                <a:extLst>
                  <a:ext uri="{FF2B5EF4-FFF2-40B4-BE49-F238E27FC236}">
                    <a16:creationId xmlns:a16="http://schemas.microsoft.com/office/drawing/2014/main" id="{6A9AA6DD-3399-6A34-B4A8-C28E63F78CAE}"/>
                  </a:ext>
                </a:extLst>
              </p:cNvPr>
              <p:cNvSpPr txBox="1">
                <a:spLocks noRot="1" noChangeAspect="1" noMove="1" noResize="1" noEditPoints="1" noAdjustHandles="1" noChangeArrowheads="1" noChangeShapeType="1" noTextEdit="1"/>
              </p:cNvSpPr>
              <p:nvPr/>
            </p:nvSpPr>
            <p:spPr>
              <a:xfrm>
                <a:off x="4594773" y="4312451"/>
                <a:ext cx="642780" cy="461665"/>
              </a:xfrm>
              <a:prstGeom prst="rect">
                <a:avLst/>
              </a:prstGeom>
              <a:blipFill>
                <a:blip r:embed="rId7"/>
                <a:stretch>
                  <a:fillRect/>
                </a:stretch>
              </a:blipFill>
            </p:spPr>
            <p:txBody>
              <a:bodyPr/>
              <a:lstStyle/>
              <a:p>
                <a:r>
                  <a:rPr lang="en-US">
                    <a:noFill/>
                  </a:rPr>
                  <a:t> </a:t>
                </a:r>
              </a:p>
            </p:txBody>
          </p:sp>
        </mc:Fallback>
      </mc:AlternateContent>
      <p:cxnSp>
        <p:nvCxnSpPr>
          <p:cNvPr id="16" name="Straight Arrow Connector 15">
            <a:extLst>
              <a:ext uri="{FF2B5EF4-FFF2-40B4-BE49-F238E27FC236}">
                <a16:creationId xmlns:a16="http://schemas.microsoft.com/office/drawing/2014/main" id="{08D63384-DDF5-27C2-8BBB-2BDA26BA9F7F}"/>
              </a:ext>
            </a:extLst>
          </p:cNvPr>
          <p:cNvCxnSpPr>
            <a:cxnSpLocks/>
            <a:stCxn id="59" idx="3"/>
            <a:endCxn id="24" idx="1"/>
          </p:cNvCxnSpPr>
          <p:nvPr/>
        </p:nvCxnSpPr>
        <p:spPr>
          <a:xfrm flipV="1">
            <a:off x="3886356" y="4774117"/>
            <a:ext cx="1666789" cy="2884"/>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CAC4988A-3D7B-64B9-27D2-FFAEA3E8F38F}"/>
              </a:ext>
            </a:extLst>
          </p:cNvPr>
          <p:cNvCxnSpPr>
            <a:cxnSpLocks/>
            <a:stCxn id="13" idx="5"/>
            <a:endCxn id="6" idx="2"/>
          </p:cNvCxnSpPr>
          <p:nvPr/>
        </p:nvCxnSpPr>
        <p:spPr>
          <a:xfrm>
            <a:off x="5964975" y="4981292"/>
            <a:ext cx="1420826" cy="939634"/>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sp>
        <p:nvSpPr>
          <p:cNvPr id="18" name="Oval 17">
            <a:extLst>
              <a:ext uri="{FF2B5EF4-FFF2-40B4-BE49-F238E27FC236}">
                <a16:creationId xmlns:a16="http://schemas.microsoft.com/office/drawing/2014/main" id="{7EE6E6C0-FB4C-7006-7965-837CDFB806B3}"/>
              </a:ext>
            </a:extLst>
          </p:cNvPr>
          <p:cNvSpPr>
            <a:spLocks noChangeAspect="1"/>
          </p:cNvSpPr>
          <p:nvPr/>
        </p:nvSpPr>
        <p:spPr>
          <a:xfrm>
            <a:off x="9006653" y="4569194"/>
            <a:ext cx="482803" cy="48280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Arrow Connector 18">
            <a:extLst>
              <a:ext uri="{FF2B5EF4-FFF2-40B4-BE49-F238E27FC236}">
                <a16:creationId xmlns:a16="http://schemas.microsoft.com/office/drawing/2014/main" id="{D240679F-8600-988E-334F-86ED24580DCE}"/>
              </a:ext>
            </a:extLst>
          </p:cNvPr>
          <p:cNvCxnSpPr>
            <a:cxnSpLocks/>
            <a:stCxn id="18" idx="6"/>
          </p:cNvCxnSpPr>
          <p:nvPr/>
        </p:nvCxnSpPr>
        <p:spPr>
          <a:xfrm flipV="1">
            <a:off x="9489456" y="4810595"/>
            <a:ext cx="849454" cy="1"/>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B3780419-353F-4071-0AAB-E5729CDEF1D6}"/>
                  </a:ext>
                </a:extLst>
              </p:cNvPr>
              <p:cNvSpPr txBox="1"/>
              <p:nvPr/>
            </p:nvSpPr>
            <p:spPr>
              <a:xfrm>
                <a:off x="9534118" y="4230271"/>
                <a:ext cx="1006792" cy="461665"/>
              </a:xfrm>
              <a:prstGeom prst="rect">
                <a:avLst/>
              </a:prstGeom>
              <a:noFill/>
            </p:spPr>
            <p:txBody>
              <a:bodyPr wrap="square">
                <a:spAutoFit/>
              </a:bodyPr>
              <a:lstStyle/>
              <a:p>
                <a:pPr/>
                <a14:m>
                  <m:oMathPara xmlns:m="http://schemas.openxmlformats.org/officeDocument/2006/math">
                    <m:oMath>
                      <m:sSub>
                        <m:sSubPr>
                          <m:ctrlPr>
                            <a:rPr lang="de-DE" sz="2400" b="0" i="1" smtClean="0">
                              <a:latin typeface="Cambria Math" panose="02040503050406030204" pitchFamily="18" charset="0"/>
                            </a:rPr>
                          </m:ctrlPr>
                        </m:sSubPr>
                        <m:e>
                          <m:r>
                            <m:rPr>
                              <m:sty m:val="p"/>
                            </m:rPr>
                            <a:rPr lang="de-DE" sz="2400" b="0" i="1" smtClean="0">
                              <a:latin typeface="Cambria Math" panose="02040503050406030204" pitchFamily="18" charset="0"/>
                            </a:rPr>
                            <m:t>m</m:t>
                          </m:r>
                        </m:e>
                        <m:sub>
                          <m:r>
                            <a:rPr lang="de-DE" sz="2400" b="0" i="1" smtClean="0">
                              <a:latin typeface="Cambria Math" panose="02040503050406030204" pitchFamily="18" charset="0"/>
                            </a:rPr>
                            <m:t>5</m:t>
                          </m:r>
                        </m:sub>
                      </m:sSub>
                    </m:oMath>
                  </m:oMathPara>
                </a14:m>
                <a:endParaRPr lang="en-US" sz="2400" dirty="0"/>
              </a:p>
            </p:txBody>
          </p:sp>
        </mc:Choice>
        <mc:Fallback xmlns="">
          <p:sp>
            <p:nvSpPr>
              <p:cNvPr id="20" name="TextBox 19">
                <a:extLst>
                  <a:ext uri="{FF2B5EF4-FFF2-40B4-BE49-F238E27FC236}">
                    <a16:creationId xmlns:a16="http://schemas.microsoft.com/office/drawing/2014/main" id="{B3780419-353F-4071-0AAB-E5729CDEF1D6}"/>
                  </a:ext>
                </a:extLst>
              </p:cNvPr>
              <p:cNvSpPr txBox="1">
                <a:spLocks noRot="1" noChangeAspect="1" noMove="1" noResize="1" noEditPoints="1" noAdjustHandles="1" noChangeArrowheads="1" noChangeShapeType="1" noTextEdit="1"/>
              </p:cNvSpPr>
              <p:nvPr/>
            </p:nvSpPr>
            <p:spPr>
              <a:xfrm>
                <a:off x="9534118" y="4230271"/>
                <a:ext cx="1006792" cy="461665"/>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B76C7E62-F5B8-3507-3D5C-5C1976BEE911}"/>
                  </a:ext>
                </a:extLst>
              </p:cNvPr>
              <p:cNvSpPr txBox="1"/>
              <p:nvPr/>
            </p:nvSpPr>
            <p:spPr>
              <a:xfrm>
                <a:off x="7298154" y="3438527"/>
                <a:ext cx="656402" cy="461665"/>
              </a:xfrm>
              <a:prstGeom prst="rect">
                <a:avLst/>
              </a:prstGeom>
              <a:noFill/>
            </p:spPr>
            <p:txBody>
              <a:bodyPr wrap="square">
                <a:spAutoFit/>
              </a:bodyPr>
              <a:lstStyle/>
              <a:p>
                <a:pPr/>
                <a14:m>
                  <m:oMathPara xmlns:m="http://schemas.openxmlformats.org/officeDocument/2006/math">
                    <m:oMath>
                      <m:sSub>
                        <m:sSubPr>
                          <m:ctrlPr>
                            <a:rPr lang="de-DE" sz="2400" b="0" i="1" smtClean="0">
                              <a:solidFill>
                                <a:schemeClr val="bg1"/>
                              </a:solidFill>
                              <a:latin typeface="Cambria Math" panose="02040503050406030204" pitchFamily="18" charset="0"/>
                            </a:rPr>
                          </m:ctrlPr>
                        </m:sSubPr>
                        <m:e>
                          <m:r>
                            <m:rPr>
                              <m:sty m:val="p"/>
                            </m:rPr>
                            <a:rPr lang="de-DE" sz="2400" b="0" i="1" smtClean="0">
                              <a:solidFill>
                                <a:schemeClr val="bg1"/>
                              </a:solidFill>
                              <a:latin typeface="Cambria Math" panose="02040503050406030204" pitchFamily="18" charset="0"/>
                            </a:rPr>
                            <m:t>r</m:t>
                          </m:r>
                        </m:e>
                        <m:sub>
                          <m:r>
                            <a:rPr lang="de-DE" sz="2400" b="0" i="1" smtClean="0">
                              <a:solidFill>
                                <a:schemeClr val="bg1"/>
                              </a:solidFill>
                              <a:latin typeface="Cambria Math" panose="02040503050406030204" pitchFamily="18" charset="0"/>
                            </a:rPr>
                            <m:t>2</m:t>
                          </m:r>
                        </m:sub>
                      </m:sSub>
                    </m:oMath>
                  </m:oMathPara>
                </a14:m>
                <a:endParaRPr lang="en-US" sz="2400" dirty="0">
                  <a:solidFill>
                    <a:schemeClr val="bg1"/>
                  </a:solidFill>
                </a:endParaRPr>
              </a:p>
            </p:txBody>
          </p:sp>
        </mc:Choice>
        <mc:Fallback xmlns="">
          <p:sp>
            <p:nvSpPr>
              <p:cNvPr id="22" name="TextBox 21">
                <a:extLst>
                  <a:ext uri="{FF2B5EF4-FFF2-40B4-BE49-F238E27FC236}">
                    <a16:creationId xmlns:a16="http://schemas.microsoft.com/office/drawing/2014/main" id="{B76C7E62-F5B8-3507-3D5C-5C1976BEE911}"/>
                  </a:ext>
                </a:extLst>
              </p:cNvPr>
              <p:cNvSpPr txBox="1">
                <a:spLocks noRot="1" noChangeAspect="1" noMove="1" noResize="1" noEditPoints="1" noAdjustHandles="1" noChangeArrowheads="1" noChangeShapeType="1" noTextEdit="1"/>
              </p:cNvSpPr>
              <p:nvPr/>
            </p:nvSpPr>
            <p:spPr>
              <a:xfrm>
                <a:off x="7298154" y="3438527"/>
                <a:ext cx="656402" cy="461665"/>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1BB7C2D4-A791-64BA-4A39-AAC7A9175C01}"/>
                  </a:ext>
                </a:extLst>
              </p:cNvPr>
              <p:cNvSpPr txBox="1"/>
              <p:nvPr/>
            </p:nvSpPr>
            <p:spPr>
              <a:xfrm>
                <a:off x="7384705" y="5654213"/>
                <a:ext cx="495606" cy="461665"/>
              </a:xfrm>
              <a:prstGeom prst="rect">
                <a:avLst/>
              </a:prstGeom>
              <a:noFill/>
            </p:spPr>
            <p:txBody>
              <a:bodyPr wrap="square">
                <a:spAutoFit/>
              </a:bodyPr>
              <a:lstStyle/>
              <a:p>
                <a:pPr/>
                <a14:m>
                  <m:oMathPara xmlns:m="http://schemas.openxmlformats.org/officeDocument/2006/math">
                    <m:oMath>
                      <m:sSub>
                        <m:sSubPr>
                          <m:ctrlPr>
                            <a:rPr lang="de-DE" sz="2400" b="0" i="1" smtClean="0">
                              <a:solidFill>
                                <a:schemeClr val="bg1"/>
                              </a:solidFill>
                              <a:latin typeface="Cambria Math" panose="02040503050406030204" pitchFamily="18" charset="0"/>
                            </a:rPr>
                          </m:ctrlPr>
                        </m:sSubPr>
                        <m:e>
                          <m:r>
                            <m:rPr>
                              <m:sty m:val="p"/>
                            </m:rPr>
                            <a:rPr lang="de-DE" sz="2400" b="0" i="1" smtClean="0">
                              <a:solidFill>
                                <a:schemeClr val="bg1"/>
                              </a:solidFill>
                              <a:latin typeface="Cambria Math" panose="02040503050406030204" pitchFamily="18" charset="0"/>
                            </a:rPr>
                            <m:t>r</m:t>
                          </m:r>
                        </m:e>
                        <m:sub>
                          <m:r>
                            <a:rPr lang="de-DE" sz="2400" b="0" i="1" smtClean="0">
                              <a:solidFill>
                                <a:schemeClr val="bg1"/>
                              </a:solidFill>
                              <a:latin typeface="Cambria Math" panose="02040503050406030204" pitchFamily="18" charset="0"/>
                            </a:rPr>
                            <m:t>3</m:t>
                          </m:r>
                        </m:sub>
                      </m:sSub>
                    </m:oMath>
                  </m:oMathPara>
                </a14:m>
                <a:endParaRPr lang="en-US" sz="2400" dirty="0">
                  <a:solidFill>
                    <a:schemeClr val="bg1"/>
                  </a:solidFill>
                </a:endParaRPr>
              </a:p>
            </p:txBody>
          </p:sp>
        </mc:Choice>
        <mc:Fallback xmlns="">
          <p:sp>
            <p:nvSpPr>
              <p:cNvPr id="23" name="TextBox 22">
                <a:extLst>
                  <a:ext uri="{FF2B5EF4-FFF2-40B4-BE49-F238E27FC236}">
                    <a16:creationId xmlns:a16="http://schemas.microsoft.com/office/drawing/2014/main" id="{1BB7C2D4-A791-64BA-4A39-AAC7A9175C01}"/>
                  </a:ext>
                </a:extLst>
              </p:cNvPr>
              <p:cNvSpPr txBox="1">
                <a:spLocks noRot="1" noChangeAspect="1" noMove="1" noResize="1" noEditPoints="1" noAdjustHandles="1" noChangeArrowheads="1" noChangeShapeType="1" noTextEdit="1"/>
              </p:cNvSpPr>
              <p:nvPr/>
            </p:nvSpPr>
            <p:spPr>
              <a:xfrm>
                <a:off x="7384705" y="5654213"/>
                <a:ext cx="495606" cy="461665"/>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8EE8AFAF-E3EB-5FD7-8477-066F7944B862}"/>
                  </a:ext>
                </a:extLst>
              </p:cNvPr>
              <p:cNvSpPr txBox="1"/>
              <p:nvPr/>
            </p:nvSpPr>
            <p:spPr>
              <a:xfrm>
                <a:off x="5553145" y="4543284"/>
                <a:ext cx="527465" cy="461665"/>
              </a:xfrm>
              <a:prstGeom prst="rect">
                <a:avLst/>
              </a:prstGeom>
              <a:noFill/>
            </p:spPr>
            <p:txBody>
              <a:bodyPr wrap="square">
                <a:spAutoFit/>
              </a:bodyPr>
              <a:lstStyle/>
              <a:p>
                <a:pPr/>
                <a14:m>
                  <m:oMathPara xmlns:m="http://schemas.openxmlformats.org/officeDocument/2006/math">
                    <m:oMath>
                      <m:sSub>
                        <m:sSubPr>
                          <m:ctrlPr>
                            <a:rPr lang="de-DE" sz="2400" b="0" i="1" smtClean="0">
                              <a:solidFill>
                                <a:schemeClr val="bg1"/>
                              </a:solidFill>
                              <a:latin typeface="Cambria Math" panose="02040503050406030204" pitchFamily="18" charset="0"/>
                            </a:rPr>
                          </m:ctrlPr>
                        </m:sSubPr>
                        <m:e>
                          <m:r>
                            <m:rPr>
                              <m:sty m:val="p"/>
                            </m:rPr>
                            <a:rPr lang="de-DE" sz="2400" b="0" i="1" smtClean="0">
                              <a:solidFill>
                                <a:schemeClr val="bg1"/>
                              </a:solidFill>
                              <a:latin typeface="Cambria Math" panose="02040503050406030204" pitchFamily="18" charset="0"/>
                            </a:rPr>
                            <m:t>r</m:t>
                          </m:r>
                        </m:e>
                        <m:sub>
                          <m:r>
                            <a:rPr lang="de-DE" sz="2400" b="0" i="1" smtClean="0">
                              <a:solidFill>
                                <a:schemeClr val="bg1"/>
                              </a:solidFill>
                              <a:latin typeface="Cambria Math" panose="02040503050406030204" pitchFamily="18" charset="0"/>
                            </a:rPr>
                            <m:t>1</m:t>
                          </m:r>
                        </m:sub>
                      </m:sSub>
                    </m:oMath>
                  </m:oMathPara>
                </a14:m>
                <a:endParaRPr lang="en-US" sz="2400" dirty="0">
                  <a:solidFill>
                    <a:schemeClr val="bg1"/>
                  </a:solidFill>
                </a:endParaRPr>
              </a:p>
            </p:txBody>
          </p:sp>
        </mc:Choice>
        <mc:Fallback xmlns="">
          <p:sp>
            <p:nvSpPr>
              <p:cNvPr id="24" name="TextBox 23">
                <a:extLst>
                  <a:ext uri="{FF2B5EF4-FFF2-40B4-BE49-F238E27FC236}">
                    <a16:creationId xmlns:a16="http://schemas.microsoft.com/office/drawing/2014/main" id="{8EE8AFAF-E3EB-5FD7-8477-066F7944B862}"/>
                  </a:ext>
                </a:extLst>
              </p:cNvPr>
              <p:cNvSpPr txBox="1">
                <a:spLocks noRot="1" noChangeAspect="1" noMove="1" noResize="1" noEditPoints="1" noAdjustHandles="1" noChangeArrowheads="1" noChangeShapeType="1" noTextEdit="1"/>
              </p:cNvSpPr>
              <p:nvPr/>
            </p:nvSpPr>
            <p:spPr>
              <a:xfrm>
                <a:off x="5553145" y="4543284"/>
                <a:ext cx="527465" cy="461665"/>
              </a:xfrm>
              <a:prstGeom prst="rect">
                <a:avLst/>
              </a:prstGeom>
              <a:blipFill>
                <a:blip r:embed="rId11"/>
                <a:stretch>
                  <a:fillRect/>
                </a:stretch>
              </a:blipFill>
            </p:spPr>
            <p:txBody>
              <a:bodyPr/>
              <a:lstStyle/>
              <a:p>
                <a:r>
                  <a:rPr lang="en-US">
                    <a:noFill/>
                  </a:rPr>
                  <a:t> </a:t>
                </a:r>
              </a:p>
            </p:txBody>
          </p:sp>
        </mc:Fallback>
      </mc:AlternateContent>
      <p:sp>
        <p:nvSpPr>
          <p:cNvPr id="25" name="Oval 24">
            <a:extLst>
              <a:ext uri="{FF2B5EF4-FFF2-40B4-BE49-F238E27FC236}">
                <a16:creationId xmlns:a16="http://schemas.microsoft.com/office/drawing/2014/main" id="{97BD8375-6B45-A25F-3EF1-1BBE3025B5FB}"/>
              </a:ext>
            </a:extLst>
          </p:cNvPr>
          <p:cNvSpPr>
            <a:spLocks noChangeAspect="1"/>
          </p:cNvSpPr>
          <p:nvPr/>
        </p:nvSpPr>
        <p:spPr>
          <a:xfrm>
            <a:off x="2162283" y="5459824"/>
            <a:ext cx="482803" cy="48280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8" name="Straight Connector 27">
            <a:extLst>
              <a:ext uri="{FF2B5EF4-FFF2-40B4-BE49-F238E27FC236}">
                <a16:creationId xmlns:a16="http://schemas.microsoft.com/office/drawing/2014/main" id="{8DA5B48C-7D13-6635-FFEF-D6B10482116C}"/>
              </a:ext>
            </a:extLst>
          </p:cNvPr>
          <p:cNvCxnSpPr/>
          <p:nvPr/>
        </p:nvCxnSpPr>
        <p:spPr>
          <a:xfrm>
            <a:off x="2311564" y="5701226"/>
            <a:ext cx="200025" cy="0"/>
          </a:xfrm>
          <a:prstGeom prst="line">
            <a:avLst/>
          </a:prstGeom>
          <a:ln w="25400">
            <a:solidFill>
              <a:schemeClr val="bg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9" name="Rectangle: Rounded Corners 28">
                <a:extLst>
                  <a:ext uri="{FF2B5EF4-FFF2-40B4-BE49-F238E27FC236}">
                    <a16:creationId xmlns:a16="http://schemas.microsoft.com/office/drawing/2014/main" id="{E629CAA8-9FE7-D473-6F4F-C987A4C318B3}"/>
                  </a:ext>
                </a:extLst>
              </p:cNvPr>
              <p:cNvSpPr/>
              <p:nvPr/>
            </p:nvSpPr>
            <p:spPr>
              <a:xfrm>
                <a:off x="1500747" y="6121476"/>
                <a:ext cx="590900" cy="46166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sSup>
                        <m:sSupPr>
                          <m:ctrlPr>
                            <a:rPr lang="de-DE" b="0" i="1" smtClean="0">
                              <a:latin typeface="Cambria Math" panose="02040503050406030204" pitchFamily="18" charset="0"/>
                            </a:rPr>
                          </m:ctrlPr>
                        </m:sSupPr>
                        <m:e>
                          <m:r>
                            <m:rPr>
                              <m:sty m:val="p"/>
                            </m:rPr>
                            <a:rPr lang="de-DE" b="0" i="1" smtClean="0">
                              <a:latin typeface="Cambria Math" panose="02040503050406030204" pitchFamily="18" charset="0"/>
                            </a:rPr>
                            <m:t>z</m:t>
                          </m:r>
                        </m:e>
                        <m:sup>
                          <m:r>
                            <a:rPr lang="de-DE" b="0" i="1" smtClean="0">
                              <a:latin typeface="Cambria Math" panose="02040503050406030204" pitchFamily="18" charset="0"/>
                            </a:rPr>
                            <m:t>−1</m:t>
                          </m:r>
                        </m:sup>
                      </m:sSup>
                    </m:oMath>
                  </m:oMathPara>
                </a14:m>
                <a:endParaRPr lang="en-US" dirty="0"/>
              </a:p>
            </p:txBody>
          </p:sp>
        </mc:Choice>
        <mc:Fallback xmlns="">
          <p:sp>
            <p:nvSpPr>
              <p:cNvPr id="29" name="Rectangle: Rounded Corners 28">
                <a:extLst>
                  <a:ext uri="{FF2B5EF4-FFF2-40B4-BE49-F238E27FC236}">
                    <a16:creationId xmlns:a16="http://schemas.microsoft.com/office/drawing/2014/main" id="{E629CAA8-9FE7-D473-6F4F-C987A4C318B3}"/>
                  </a:ext>
                </a:extLst>
              </p:cNvPr>
              <p:cNvSpPr>
                <a:spLocks noRot="1" noChangeAspect="1" noMove="1" noResize="1" noEditPoints="1" noAdjustHandles="1" noChangeArrowheads="1" noChangeShapeType="1" noTextEdit="1"/>
              </p:cNvSpPr>
              <p:nvPr/>
            </p:nvSpPr>
            <p:spPr>
              <a:xfrm>
                <a:off x="1500747" y="6121476"/>
                <a:ext cx="590900" cy="461665"/>
              </a:xfrm>
              <a:prstGeom prst="roundRect">
                <a:avLst/>
              </a:prstGeom>
              <a:blipFill>
                <a:blip r:embed="rId12"/>
                <a:stretch>
                  <a:fillRect/>
                </a:stretch>
              </a:blipFill>
            </p:spPr>
            <p:txBody>
              <a:bodyPr/>
              <a:lstStyle/>
              <a:p>
                <a:r>
                  <a:rPr lang="en-US">
                    <a:noFill/>
                  </a:rPr>
                  <a:t> </a:t>
                </a:r>
              </a:p>
            </p:txBody>
          </p:sp>
        </mc:Fallback>
      </mc:AlternateContent>
      <p:cxnSp>
        <p:nvCxnSpPr>
          <p:cNvPr id="31" name="Connector: Elbow 30">
            <a:extLst>
              <a:ext uri="{FF2B5EF4-FFF2-40B4-BE49-F238E27FC236}">
                <a16:creationId xmlns:a16="http://schemas.microsoft.com/office/drawing/2014/main" id="{FD567409-C0AF-BA7A-D5D2-5CA9E8CFFC4F}"/>
              </a:ext>
            </a:extLst>
          </p:cNvPr>
          <p:cNvCxnSpPr>
            <a:stCxn id="29" idx="3"/>
            <a:endCxn id="25" idx="4"/>
          </p:cNvCxnSpPr>
          <p:nvPr/>
        </p:nvCxnSpPr>
        <p:spPr>
          <a:xfrm flipV="1">
            <a:off x="2091647" y="5942627"/>
            <a:ext cx="312038" cy="409682"/>
          </a:xfrm>
          <a:prstGeom prst="bentConnector2">
            <a:avLst/>
          </a:prstGeom>
          <a:ln>
            <a:tailEnd type="triangle" w="lg" len="lg"/>
          </a:ln>
        </p:spPr>
        <p:style>
          <a:lnRef idx="2">
            <a:schemeClr val="accent1"/>
          </a:lnRef>
          <a:fillRef idx="0">
            <a:schemeClr val="accent1"/>
          </a:fillRef>
          <a:effectRef idx="1">
            <a:schemeClr val="accent1"/>
          </a:effectRef>
          <a:fontRef idx="minor">
            <a:schemeClr val="tx1"/>
          </a:fontRef>
        </p:style>
      </p:cxnSp>
      <p:sp>
        <p:nvSpPr>
          <p:cNvPr id="33" name="Rectangle 32">
            <a:extLst>
              <a:ext uri="{FF2B5EF4-FFF2-40B4-BE49-F238E27FC236}">
                <a16:creationId xmlns:a16="http://schemas.microsoft.com/office/drawing/2014/main" id="{8AABA20D-1DFB-AA40-D187-14F3948880CD}"/>
              </a:ext>
            </a:extLst>
          </p:cNvPr>
          <p:cNvSpPr/>
          <p:nvPr/>
        </p:nvSpPr>
        <p:spPr>
          <a:xfrm>
            <a:off x="5279539" y="3119438"/>
            <a:ext cx="4430675" cy="3738562"/>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BDEDD808-531B-C680-51C2-5C4CA4941496}"/>
                  </a:ext>
                </a:extLst>
              </p:cNvPr>
              <p:cNvSpPr txBox="1"/>
              <p:nvPr/>
            </p:nvSpPr>
            <p:spPr>
              <a:xfrm>
                <a:off x="8996705" y="4544994"/>
                <a:ext cx="527465" cy="461665"/>
              </a:xfrm>
              <a:prstGeom prst="rect">
                <a:avLst/>
              </a:prstGeom>
              <a:noFill/>
            </p:spPr>
            <p:txBody>
              <a:bodyPr wrap="square">
                <a:spAutoFit/>
              </a:bodyPr>
              <a:lstStyle/>
              <a:p>
                <a:pPr/>
                <a14:m>
                  <m:oMathPara xmlns:m="http://schemas.openxmlformats.org/officeDocument/2006/math">
                    <m:oMath>
                      <m:sSub>
                        <m:sSubPr>
                          <m:ctrlPr>
                            <a:rPr lang="de-DE" sz="2400" b="0" i="1" smtClean="0">
                              <a:solidFill>
                                <a:schemeClr val="bg1"/>
                              </a:solidFill>
                              <a:latin typeface="Cambria Math" panose="02040503050406030204" pitchFamily="18" charset="0"/>
                            </a:rPr>
                          </m:ctrlPr>
                        </m:sSubPr>
                        <m:e>
                          <m:r>
                            <m:rPr>
                              <m:sty m:val="p"/>
                            </m:rPr>
                            <a:rPr lang="de-DE" sz="2400" b="0" i="1" smtClean="0">
                              <a:solidFill>
                                <a:schemeClr val="bg1"/>
                              </a:solidFill>
                              <a:latin typeface="Cambria Math" panose="02040503050406030204" pitchFamily="18" charset="0"/>
                            </a:rPr>
                            <m:t>r</m:t>
                          </m:r>
                        </m:e>
                        <m:sub>
                          <m:r>
                            <a:rPr lang="de-DE" sz="2400" b="0" i="1" smtClean="0">
                              <a:solidFill>
                                <a:schemeClr val="bg1"/>
                              </a:solidFill>
                              <a:latin typeface="Cambria Math" panose="02040503050406030204" pitchFamily="18" charset="0"/>
                            </a:rPr>
                            <m:t>4</m:t>
                          </m:r>
                        </m:sub>
                      </m:sSub>
                    </m:oMath>
                  </m:oMathPara>
                </a14:m>
                <a:endParaRPr lang="en-US" sz="2400" dirty="0">
                  <a:solidFill>
                    <a:schemeClr val="bg1"/>
                  </a:solidFill>
                </a:endParaRPr>
              </a:p>
            </p:txBody>
          </p:sp>
        </mc:Choice>
        <mc:Fallback xmlns="">
          <p:sp>
            <p:nvSpPr>
              <p:cNvPr id="38" name="TextBox 37">
                <a:extLst>
                  <a:ext uri="{FF2B5EF4-FFF2-40B4-BE49-F238E27FC236}">
                    <a16:creationId xmlns:a16="http://schemas.microsoft.com/office/drawing/2014/main" id="{BDEDD808-531B-C680-51C2-5C4CA4941496}"/>
                  </a:ext>
                </a:extLst>
              </p:cNvPr>
              <p:cNvSpPr txBox="1">
                <a:spLocks noRot="1" noChangeAspect="1" noMove="1" noResize="1" noEditPoints="1" noAdjustHandles="1" noChangeArrowheads="1" noChangeShapeType="1" noTextEdit="1"/>
              </p:cNvSpPr>
              <p:nvPr/>
            </p:nvSpPr>
            <p:spPr>
              <a:xfrm>
                <a:off x="8996705" y="4544994"/>
                <a:ext cx="527465" cy="461665"/>
              </a:xfrm>
              <a:prstGeom prst="rect">
                <a:avLst/>
              </a:prstGeom>
              <a:blipFill>
                <a:blip r:embed="rId13"/>
                <a:stretch>
                  <a:fillRect/>
                </a:stretch>
              </a:blipFill>
            </p:spPr>
            <p:txBody>
              <a:bodyPr/>
              <a:lstStyle/>
              <a:p>
                <a:r>
                  <a:rPr lang="en-US">
                    <a:noFill/>
                  </a:rPr>
                  <a:t> </a:t>
                </a:r>
              </a:p>
            </p:txBody>
          </p:sp>
        </mc:Fallback>
      </mc:AlternateContent>
      <p:cxnSp>
        <p:nvCxnSpPr>
          <p:cNvPr id="39" name="Straight Arrow Connector 38">
            <a:extLst>
              <a:ext uri="{FF2B5EF4-FFF2-40B4-BE49-F238E27FC236}">
                <a16:creationId xmlns:a16="http://schemas.microsoft.com/office/drawing/2014/main" id="{4EB75D91-1C0D-AD0D-82C2-E225DCCE4FEB}"/>
              </a:ext>
            </a:extLst>
          </p:cNvPr>
          <p:cNvCxnSpPr>
            <a:cxnSpLocks/>
            <a:endCxn id="25" idx="2"/>
          </p:cNvCxnSpPr>
          <p:nvPr/>
        </p:nvCxnSpPr>
        <p:spPr>
          <a:xfrm flipV="1">
            <a:off x="508609" y="5701226"/>
            <a:ext cx="1653674" cy="10569"/>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44" name="Connector: Elbow 43">
            <a:extLst>
              <a:ext uri="{FF2B5EF4-FFF2-40B4-BE49-F238E27FC236}">
                <a16:creationId xmlns:a16="http://schemas.microsoft.com/office/drawing/2014/main" id="{65976112-CC87-AE0A-D566-758CB1C18DCC}"/>
              </a:ext>
            </a:extLst>
          </p:cNvPr>
          <p:cNvCxnSpPr>
            <a:cxnSpLocks/>
            <a:endCxn id="29" idx="1"/>
          </p:cNvCxnSpPr>
          <p:nvPr/>
        </p:nvCxnSpPr>
        <p:spPr>
          <a:xfrm rot="16200000" flipH="1">
            <a:off x="1022417" y="5873979"/>
            <a:ext cx="647574" cy="309085"/>
          </a:xfrm>
          <a:prstGeom prst="bentConnector2">
            <a:avLst/>
          </a:prstGeom>
          <a:ln>
            <a:tailEnd type="triangle" w="lg" len="lg"/>
          </a:ln>
        </p:spPr>
        <p:style>
          <a:lnRef idx="2">
            <a:schemeClr val="accent1"/>
          </a:lnRef>
          <a:fillRef idx="0">
            <a:schemeClr val="accent1"/>
          </a:fillRef>
          <a:effectRef idx="1">
            <a:schemeClr val="accent1"/>
          </a:effectRef>
          <a:fontRef idx="minor">
            <a:schemeClr val="tx1"/>
          </a:fontRef>
        </p:style>
      </p:cxnSp>
      <p:sp>
        <p:nvSpPr>
          <p:cNvPr id="46" name="TextBox 45">
            <a:extLst>
              <a:ext uri="{FF2B5EF4-FFF2-40B4-BE49-F238E27FC236}">
                <a16:creationId xmlns:a16="http://schemas.microsoft.com/office/drawing/2014/main" id="{50801EF4-45F7-BE7A-4D1B-A68704820FB4}"/>
              </a:ext>
            </a:extLst>
          </p:cNvPr>
          <p:cNvSpPr txBox="1"/>
          <p:nvPr/>
        </p:nvSpPr>
        <p:spPr>
          <a:xfrm>
            <a:off x="5441119" y="3206909"/>
            <a:ext cx="620683" cy="461665"/>
          </a:xfrm>
          <a:prstGeom prst="rect">
            <a:avLst/>
          </a:prstGeom>
          <a:noFill/>
        </p:spPr>
        <p:txBody>
          <a:bodyPr wrap="none" rtlCol="0">
            <a:spAutoFit/>
          </a:bodyPr>
          <a:lstStyle/>
          <a:p>
            <a:r>
              <a:rPr lang="en-US" sz="2400" dirty="0"/>
              <a:t>NN</a:t>
            </a:r>
          </a:p>
        </p:txBody>
      </p:sp>
      <p:sp>
        <p:nvSpPr>
          <p:cNvPr id="47" name="Rectangle 46">
            <a:extLst>
              <a:ext uri="{FF2B5EF4-FFF2-40B4-BE49-F238E27FC236}">
                <a16:creationId xmlns:a16="http://schemas.microsoft.com/office/drawing/2014/main" id="{98BD9603-B245-FB69-86B8-F7D3FFE670C8}"/>
              </a:ext>
            </a:extLst>
          </p:cNvPr>
          <p:cNvSpPr/>
          <p:nvPr/>
        </p:nvSpPr>
        <p:spPr>
          <a:xfrm>
            <a:off x="804196" y="3074988"/>
            <a:ext cx="3636877" cy="3738562"/>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6701E5CE-CFDD-264C-6D76-4E94A398CF31}"/>
                  </a:ext>
                </a:extLst>
              </p:cNvPr>
              <p:cNvSpPr txBox="1"/>
              <p:nvPr/>
            </p:nvSpPr>
            <p:spPr>
              <a:xfrm>
                <a:off x="0" y="5134714"/>
                <a:ext cx="642780" cy="461665"/>
              </a:xfrm>
              <a:prstGeom prst="rect">
                <a:avLst/>
              </a:prstGeom>
              <a:noFill/>
            </p:spPr>
            <p:txBody>
              <a:bodyPr wrap="square">
                <a:spAutoFit/>
              </a:bodyPr>
              <a:lstStyle/>
              <a:p>
                <a:pPr/>
                <a14:m>
                  <m:oMathPara xmlns:m="http://schemas.openxmlformats.org/officeDocument/2006/math">
                    <m:oMath>
                      <m:sSub>
                        <m:sSubPr>
                          <m:ctrlPr>
                            <a:rPr lang="de-DE" sz="2400" b="0" i="0" smtClean="0">
                              <a:solidFill>
                                <a:schemeClr val="tx1"/>
                              </a:solidFill>
                              <a:latin typeface="Cambria Math" panose="02040503050406030204" pitchFamily="18" charset="0"/>
                            </a:rPr>
                          </m:ctrlPr>
                        </m:sSubPr>
                        <m:e>
                          <m:r>
                            <m:rPr>
                              <m:sty m:val="p"/>
                            </m:rPr>
                            <a:rPr lang="de-DE" sz="2400" b="0" i="0" smtClean="0">
                              <a:solidFill>
                                <a:schemeClr val="tx1"/>
                              </a:solidFill>
                              <a:latin typeface="Cambria Math" panose="02040503050406030204" pitchFamily="18" charset="0"/>
                            </a:rPr>
                            <m:t>m</m:t>
                          </m:r>
                        </m:e>
                        <m:sub>
                          <m:r>
                            <a:rPr lang="de-DE" sz="2400" b="0" i="1" smtClean="0">
                              <a:solidFill>
                                <a:schemeClr val="tx1"/>
                              </a:solidFill>
                              <a:latin typeface="Cambria Math" panose="02040503050406030204" pitchFamily="18" charset="0"/>
                            </a:rPr>
                            <m:t>0</m:t>
                          </m:r>
                        </m:sub>
                      </m:sSub>
                    </m:oMath>
                  </m:oMathPara>
                </a14:m>
                <a:endParaRPr lang="en-US" sz="2400" dirty="0">
                  <a:solidFill>
                    <a:schemeClr val="tx1"/>
                  </a:solidFill>
                </a:endParaRPr>
              </a:p>
            </p:txBody>
          </p:sp>
        </mc:Choice>
        <mc:Fallback xmlns="">
          <p:sp>
            <p:nvSpPr>
              <p:cNvPr id="49" name="TextBox 48">
                <a:extLst>
                  <a:ext uri="{FF2B5EF4-FFF2-40B4-BE49-F238E27FC236}">
                    <a16:creationId xmlns:a16="http://schemas.microsoft.com/office/drawing/2014/main" id="{6701E5CE-CFDD-264C-6D76-4E94A398CF31}"/>
                  </a:ext>
                </a:extLst>
              </p:cNvPr>
              <p:cNvSpPr txBox="1">
                <a:spLocks noRot="1" noChangeAspect="1" noMove="1" noResize="1" noEditPoints="1" noAdjustHandles="1" noChangeArrowheads="1" noChangeShapeType="1" noTextEdit="1"/>
              </p:cNvSpPr>
              <p:nvPr/>
            </p:nvSpPr>
            <p:spPr>
              <a:xfrm>
                <a:off x="0" y="5134714"/>
                <a:ext cx="642780" cy="461665"/>
              </a:xfrm>
              <a:prstGeom prst="rect">
                <a:avLst/>
              </a:prstGeom>
              <a:blipFill>
                <a:blip r:embed="rId14"/>
                <a:stretch>
                  <a:fillRect/>
                </a:stretch>
              </a:blipFill>
            </p:spPr>
            <p:txBody>
              <a:bodyPr/>
              <a:lstStyle/>
              <a:p>
                <a:r>
                  <a:rPr lang="en-US">
                    <a:noFill/>
                  </a:rPr>
                  <a:t> </a:t>
                </a:r>
              </a:p>
            </p:txBody>
          </p:sp>
        </mc:Fallback>
      </mc:AlternateContent>
      <p:sp>
        <p:nvSpPr>
          <p:cNvPr id="50" name="TextBox 49">
            <a:extLst>
              <a:ext uri="{FF2B5EF4-FFF2-40B4-BE49-F238E27FC236}">
                <a16:creationId xmlns:a16="http://schemas.microsoft.com/office/drawing/2014/main" id="{009B482E-3356-F551-B33F-15EB95C30515}"/>
              </a:ext>
            </a:extLst>
          </p:cNvPr>
          <p:cNvSpPr txBox="1"/>
          <p:nvPr/>
        </p:nvSpPr>
        <p:spPr>
          <a:xfrm>
            <a:off x="804196" y="3138127"/>
            <a:ext cx="2583721" cy="461665"/>
          </a:xfrm>
          <a:prstGeom prst="rect">
            <a:avLst/>
          </a:prstGeom>
          <a:noFill/>
        </p:spPr>
        <p:txBody>
          <a:bodyPr wrap="none" rtlCol="0">
            <a:spAutoFit/>
          </a:bodyPr>
          <a:lstStyle/>
          <a:p>
            <a:r>
              <a:rPr lang="en-US" sz="2400" dirty="0"/>
              <a:t>Feature extraction</a:t>
            </a:r>
          </a:p>
        </p:txBody>
      </p:sp>
      <p:cxnSp>
        <p:nvCxnSpPr>
          <p:cNvPr id="58" name="Connector: Elbow 57">
            <a:extLst>
              <a:ext uri="{FF2B5EF4-FFF2-40B4-BE49-F238E27FC236}">
                <a16:creationId xmlns:a16="http://schemas.microsoft.com/office/drawing/2014/main" id="{9B0D16C1-8117-B4A6-2A8F-0D2B6E66F556}"/>
              </a:ext>
            </a:extLst>
          </p:cNvPr>
          <p:cNvCxnSpPr>
            <a:cxnSpLocks/>
            <a:stCxn id="25" idx="6"/>
            <a:endCxn id="59" idx="2"/>
          </p:cNvCxnSpPr>
          <p:nvPr/>
        </p:nvCxnSpPr>
        <p:spPr>
          <a:xfrm flipV="1">
            <a:off x="2645086" y="5051321"/>
            <a:ext cx="966950" cy="649905"/>
          </a:xfrm>
          <a:prstGeom prst="bentConnector2">
            <a:avLst/>
          </a:prstGeom>
          <a:ln>
            <a:tailEnd type="triangle" w="lg" len="lg"/>
          </a:ln>
        </p:spPr>
        <p:style>
          <a:lnRef idx="2">
            <a:schemeClr val="accent1"/>
          </a:lnRef>
          <a:fillRef idx="0">
            <a:schemeClr val="accent1"/>
          </a:fillRef>
          <a:effectRef idx="1">
            <a:schemeClr val="accent1"/>
          </a:effectRef>
          <a:fontRef idx="minor">
            <a:schemeClr val="tx1"/>
          </a:fontRef>
        </p:style>
      </p:cxnSp>
      <p:sp>
        <p:nvSpPr>
          <p:cNvPr id="59" name="Rectangle 58">
            <a:extLst>
              <a:ext uri="{FF2B5EF4-FFF2-40B4-BE49-F238E27FC236}">
                <a16:creationId xmlns:a16="http://schemas.microsoft.com/office/drawing/2014/main" id="{48FE8EC8-D23D-E500-C6DC-01B27F93EED8}"/>
              </a:ext>
            </a:extLst>
          </p:cNvPr>
          <p:cNvSpPr/>
          <p:nvPr/>
        </p:nvSpPr>
        <p:spPr>
          <a:xfrm>
            <a:off x="3337716" y="4502681"/>
            <a:ext cx="548640" cy="5486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6" name="Connector: Elbow 65">
            <a:extLst>
              <a:ext uri="{FF2B5EF4-FFF2-40B4-BE49-F238E27FC236}">
                <a16:creationId xmlns:a16="http://schemas.microsoft.com/office/drawing/2014/main" id="{37318F3A-1037-0A2D-BA93-6DE934056F25}"/>
              </a:ext>
            </a:extLst>
          </p:cNvPr>
          <p:cNvCxnSpPr>
            <a:cxnSpLocks/>
          </p:cNvCxnSpPr>
          <p:nvPr/>
        </p:nvCxnSpPr>
        <p:spPr>
          <a:xfrm rot="5400000">
            <a:off x="3443019" y="4772133"/>
            <a:ext cx="214001" cy="134721"/>
          </a:xfrm>
          <a:prstGeom prst="bentConnector3">
            <a:avLst/>
          </a:prstGeom>
          <a:ln>
            <a:solidFill>
              <a:schemeClr val="bg1"/>
            </a:solidFill>
          </a:ln>
        </p:spPr>
        <p:style>
          <a:lnRef idx="2">
            <a:schemeClr val="accent1"/>
          </a:lnRef>
          <a:fillRef idx="0">
            <a:schemeClr val="accent1"/>
          </a:fillRef>
          <a:effectRef idx="1">
            <a:schemeClr val="accent1"/>
          </a:effectRef>
          <a:fontRef idx="minor">
            <a:schemeClr val="tx1"/>
          </a:fontRef>
        </p:style>
      </p:cxnSp>
      <p:cxnSp>
        <p:nvCxnSpPr>
          <p:cNvPr id="69" name="Connector: Elbow 68">
            <a:extLst>
              <a:ext uri="{FF2B5EF4-FFF2-40B4-BE49-F238E27FC236}">
                <a16:creationId xmlns:a16="http://schemas.microsoft.com/office/drawing/2014/main" id="{145AE0CA-E127-667C-2C06-B8C708BD148A}"/>
              </a:ext>
            </a:extLst>
          </p:cNvPr>
          <p:cNvCxnSpPr>
            <a:cxnSpLocks/>
          </p:cNvCxnSpPr>
          <p:nvPr/>
        </p:nvCxnSpPr>
        <p:spPr>
          <a:xfrm rot="5400000">
            <a:off x="3576377" y="4663447"/>
            <a:ext cx="214001" cy="134721"/>
          </a:xfrm>
          <a:prstGeom prst="bentConnector3">
            <a:avLst/>
          </a:prstGeom>
          <a:ln>
            <a:solidFill>
              <a:schemeClr val="bg1"/>
            </a:solidFill>
          </a:ln>
        </p:spPr>
        <p:style>
          <a:lnRef idx="2">
            <a:schemeClr val="accent1"/>
          </a:lnRef>
          <a:fillRef idx="0">
            <a:schemeClr val="accent1"/>
          </a:fillRef>
          <a:effectRef idx="1">
            <a:schemeClr val="accent1"/>
          </a:effectRef>
          <a:fontRef idx="minor">
            <a:schemeClr val="tx1"/>
          </a:fontRef>
        </p:style>
      </p:cxnSp>
      <p:cxnSp>
        <p:nvCxnSpPr>
          <p:cNvPr id="72" name="Straight Connector 71">
            <a:extLst>
              <a:ext uri="{FF2B5EF4-FFF2-40B4-BE49-F238E27FC236}">
                <a16:creationId xmlns:a16="http://schemas.microsoft.com/office/drawing/2014/main" id="{B9966145-A275-0B6C-A5D5-51E07B032AC6}"/>
              </a:ext>
            </a:extLst>
          </p:cNvPr>
          <p:cNvCxnSpPr/>
          <p:nvPr/>
        </p:nvCxnSpPr>
        <p:spPr>
          <a:xfrm>
            <a:off x="3744878" y="4629188"/>
            <a:ext cx="109728"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cxnSp>
        <p:nvCxnSpPr>
          <p:cNvPr id="73" name="Straight Connector 72">
            <a:extLst>
              <a:ext uri="{FF2B5EF4-FFF2-40B4-BE49-F238E27FC236}">
                <a16:creationId xmlns:a16="http://schemas.microsoft.com/office/drawing/2014/main" id="{E715A09B-883D-074E-ED7B-5D07BB0C02C0}"/>
              </a:ext>
            </a:extLst>
          </p:cNvPr>
          <p:cNvCxnSpPr/>
          <p:nvPr/>
        </p:nvCxnSpPr>
        <p:spPr>
          <a:xfrm>
            <a:off x="3375312" y="4935426"/>
            <a:ext cx="109728"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78" name="TextBox 77">
            <a:extLst>
              <a:ext uri="{FF2B5EF4-FFF2-40B4-BE49-F238E27FC236}">
                <a16:creationId xmlns:a16="http://schemas.microsoft.com/office/drawing/2014/main" id="{08D355E2-BF95-BA82-AFFB-27E0C1BBCF0C}"/>
              </a:ext>
            </a:extLst>
          </p:cNvPr>
          <p:cNvSpPr txBox="1"/>
          <p:nvPr/>
        </p:nvSpPr>
        <p:spPr>
          <a:xfrm>
            <a:off x="3095889" y="4155286"/>
            <a:ext cx="999441" cy="369332"/>
          </a:xfrm>
          <a:prstGeom prst="rect">
            <a:avLst/>
          </a:prstGeom>
          <a:noFill/>
        </p:spPr>
        <p:txBody>
          <a:bodyPr wrap="none" rtlCol="0">
            <a:spAutoFit/>
          </a:bodyPr>
          <a:lstStyle/>
          <a:p>
            <a:r>
              <a:rPr lang="en-US" dirty="0"/>
              <a:t>Counter</a:t>
            </a:r>
          </a:p>
        </p:txBody>
      </p:sp>
      <p:sp>
        <p:nvSpPr>
          <p:cNvPr id="3" name="Slide Number Placeholder 2">
            <a:extLst>
              <a:ext uri="{FF2B5EF4-FFF2-40B4-BE49-F238E27FC236}">
                <a16:creationId xmlns:a16="http://schemas.microsoft.com/office/drawing/2014/main" id="{6BFD02B1-BD1F-4005-163A-50E8AD853A05}"/>
              </a:ext>
            </a:extLst>
          </p:cNvPr>
          <p:cNvSpPr>
            <a:spLocks noGrp="1"/>
          </p:cNvSpPr>
          <p:nvPr>
            <p:ph type="sldNum" sz="quarter" idx="12"/>
          </p:nvPr>
        </p:nvSpPr>
        <p:spPr/>
        <p:txBody>
          <a:bodyPr/>
          <a:lstStyle/>
          <a:p>
            <a:fld id="{250B62C5-2ACF-4D78-8FF3-37371B948607}" type="slidenum">
              <a:rPr lang="en-US" smtClean="0"/>
              <a:t>37</a:t>
            </a:fld>
            <a:endParaRPr lang="en-US"/>
          </a:p>
        </p:txBody>
      </p:sp>
      <p:cxnSp>
        <p:nvCxnSpPr>
          <p:cNvPr id="32" name="Straight Arrow Connector 31">
            <a:extLst>
              <a:ext uri="{FF2B5EF4-FFF2-40B4-BE49-F238E27FC236}">
                <a16:creationId xmlns:a16="http://schemas.microsoft.com/office/drawing/2014/main" id="{3EB3A412-B0FC-F2B0-62C6-6C67BFD1480B}"/>
              </a:ext>
            </a:extLst>
          </p:cNvPr>
          <p:cNvCxnSpPr>
            <a:cxnSpLocks/>
          </p:cNvCxnSpPr>
          <p:nvPr/>
        </p:nvCxnSpPr>
        <p:spPr>
          <a:xfrm>
            <a:off x="8480008" y="2219836"/>
            <a:ext cx="3073970" cy="0"/>
          </a:xfrm>
          <a:prstGeom prst="straightConnector1">
            <a:avLst/>
          </a:prstGeom>
          <a:ln w="1587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82A0677D-AC93-057F-775E-8741C96124CF}"/>
              </a:ext>
            </a:extLst>
          </p:cNvPr>
          <p:cNvCxnSpPr>
            <a:cxnSpLocks/>
          </p:cNvCxnSpPr>
          <p:nvPr/>
        </p:nvCxnSpPr>
        <p:spPr>
          <a:xfrm flipV="1">
            <a:off x="8642026" y="514311"/>
            <a:ext cx="0" cy="1923393"/>
          </a:xfrm>
          <a:prstGeom prst="straightConnector1">
            <a:avLst/>
          </a:prstGeom>
          <a:ln w="1587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908C38F3-D78A-D38B-BB0B-E54BEA15FF9B}"/>
              </a:ext>
            </a:extLst>
          </p:cNvPr>
          <p:cNvSpPr txBox="1"/>
          <p:nvPr/>
        </p:nvSpPr>
        <p:spPr>
          <a:xfrm>
            <a:off x="11211736" y="2310915"/>
            <a:ext cx="756938" cy="461665"/>
          </a:xfrm>
          <a:prstGeom prst="rect">
            <a:avLst/>
          </a:prstGeom>
          <a:noFill/>
        </p:spPr>
        <p:txBody>
          <a:bodyPr wrap="none" rtlCol="0">
            <a:spAutoFit/>
          </a:bodyPr>
          <a:lstStyle/>
          <a:p>
            <a:r>
              <a:rPr lang="en-US" sz="2400" dirty="0"/>
              <a:t>time</a:t>
            </a:r>
            <a:endParaRPr lang="en-DE" dirty="0"/>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D9E30F80-D2DB-9CD0-9283-9A164C4DAE4B}"/>
                  </a:ext>
                </a:extLst>
              </p:cNvPr>
              <p:cNvSpPr txBox="1"/>
              <p:nvPr/>
            </p:nvSpPr>
            <p:spPr>
              <a:xfrm>
                <a:off x="7668161" y="257351"/>
                <a:ext cx="1032077" cy="461665"/>
              </a:xfrm>
              <a:prstGeom prst="rect">
                <a:avLst/>
              </a:prstGeom>
              <a:noFill/>
            </p:spPr>
            <p:txBody>
              <a:bodyPr wrap="none" rtlCol="0">
                <a:spAutoFit/>
              </a:bodyPr>
              <a:lstStyle/>
              <a:p>
                <a:pPr/>
                <a14:m>
                  <m:oMathPara xmlns:m="http://schemas.openxmlformats.org/officeDocument/2006/math">
                    <m:oMath>
                      <m:sSub>
                        <m:sSubPr>
                          <m:ctrlPr>
                            <a:rPr lang="de-DE" sz="2400">
                              <a:latin typeface="Cambria Math" panose="02040503050406030204" pitchFamily="18" charset="0"/>
                            </a:rPr>
                          </m:ctrlPr>
                        </m:sSubPr>
                        <m:e>
                          <m:r>
                            <m:rPr>
                              <m:sty m:val="p"/>
                            </m:rPr>
                            <a:rPr lang="de-DE" sz="2400">
                              <a:latin typeface="Cambria Math" panose="02040503050406030204" pitchFamily="18" charset="0"/>
                            </a:rPr>
                            <m:t>m</m:t>
                          </m:r>
                        </m:e>
                        <m:sub>
                          <m:r>
                            <a:rPr lang="de-DE" sz="2400" i="1">
                              <a:latin typeface="Cambria Math" panose="02040503050406030204" pitchFamily="18" charset="0"/>
                            </a:rPr>
                            <m:t>0</m:t>
                          </m:r>
                        </m:sub>
                      </m:sSub>
                      <m:r>
                        <a:rPr lang="en-US" sz="2400" b="0" i="1" smtClean="0">
                          <a:latin typeface="Cambria Math" panose="02040503050406030204" pitchFamily="18" charset="0"/>
                        </a:rPr>
                        <m:t>(</m:t>
                      </m:r>
                      <m:r>
                        <a:rPr lang="en-US" sz="2400" b="0" i="1" smtClean="0">
                          <a:latin typeface="Cambria Math" panose="02040503050406030204" pitchFamily="18" charset="0"/>
                        </a:rPr>
                        <m:t>𝑡</m:t>
                      </m:r>
                      <m:r>
                        <a:rPr lang="en-US" sz="2400" b="0" i="1" smtClean="0">
                          <a:latin typeface="Cambria Math" panose="02040503050406030204" pitchFamily="18" charset="0"/>
                        </a:rPr>
                        <m:t>)</m:t>
                      </m:r>
                    </m:oMath>
                  </m:oMathPara>
                </a14:m>
                <a:endParaRPr lang="en-DE" sz="2400" dirty="0"/>
              </a:p>
            </p:txBody>
          </p:sp>
        </mc:Choice>
        <mc:Fallback xmlns="">
          <p:sp>
            <p:nvSpPr>
              <p:cNvPr id="36" name="TextBox 35">
                <a:extLst>
                  <a:ext uri="{FF2B5EF4-FFF2-40B4-BE49-F238E27FC236}">
                    <a16:creationId xmlns:a16="http://schemas.microsoft.com/office/drawing/2014/main" id="{D9E30F80-D2DB-9CD0-9283-9A164C4DAE4B}"/>
                  </a:ext>
                </a:extLst>
              </p:cNvPr>
              <p:cNvSpPr txBox="1">
                <a:spLocks noRot="1" noChangeAspect="1" noMove="1" noResize="1" noEditPoints="1" noAdjustHandles="1" noChangeArrowheads="1" noChangeShapeType="1" noTextEdit="1"/>
              </p:cNvSpPr>
              <p:nvPr/>
            </p:nvSpPr>
            <p:spPr>
              <a:xfrm>
                <a:off x="7668161" y="257351"/>
                <a:ext cx="1032077" cy="461665"/>
              </a:xfrm>
              <a:prstGeom prst="rect">
                <a:avLst/>
              </a:prstGeom>
              <a:blipFill>
                <a:blip r:embed="rId15"/>
                <a:stretch>
                  <a:fillRect r="-1183" b="-15789"/>
                </a:stretch>
              </a:blipFill>
            </p:spPr>
            <p:txBody>
              <a:bodyPr/>
              <a:lstStyle/>
              <a:p>
                <a:r>
                  <a:rPr lang="en-US">
                    <a:noFill/>
                  </a:rPr>
                  <a:t> </a:t>
                </a:r>
              </a:p>
            </p:txBody>
          </p:sp>
        </mc:Fallback>
      </mc:AlternateContent>
      <p:pic>
        <p:nvPicPr>
          <p:cNvPr id="37" name="Picture 36">
            <a:extLst>
              <a:ext uri="{FF2B5EF4-FFF2-40B4-BE49-F238E27FC236}">
                <a16:creationId xmlns:a16="http://schemas.microsoft.com/office/drawing/2014/main" id="{BF473AA3-AD88-A67E-8699-D181D0B4784D}"/>
              </a:ext>
            </a:extLst>
          </p:cNvPr>
          <p:cNvPicPr>
            <a:picLocks noChangeAspect="1"/>
          </p:cNvPicPr>
          <p:nvPr/>
        </p:nvPicPr>
        <p:blipFill rotWithShape="1">
          <a:blip r:embed="rId16"/>
          <a:srcRect l="6165" r="28486"/>
          <a:stretch>
            <a:fillRect/>
          </a:stretch>
        </p:blipFill>
        <p:spPr>
          <a:xfrm>
            <a:off x="8642026" y="549387"/>
            <a:ext cx="2569709" cy="1670449"/>
          </a:xfrm>
          <a:prstGeom prst="rect">
            <a:avLst/>
          </a:prstGeom>
        </p:spPr>
      </p:pic>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38239102-A144-95F7-67FC-2832939DD233}"/>
                  </a:ext>
                </a:extLst>
              </p:cNvPr>
              <p:cNvSpPr txBox="1"/>
              <p:nvPr/>
            </p:nvSpPr>
            <p:spPr>
              <a:xfrm>
                <a:off x="9171514" y="2269369"/>
                <a:ext cx="1510735" cy="701474"/>
              </a:xfrm>
              <a:prstGeom prst="rect">
                <a:avLst/>
              </a:prstGeom>
              <a:noFill/>
            </p:spPr>
            <p:txBody>
              <a:bodyPr wrap="none" lIns="0" tIns="0" rIns="0" bIns="0" rtlCol="0">
                <a:spAutoFit/>
              </a:bodyPr>
              <a:lstStyle/>
              <a:p>
                <a:pPr/>
                <a14:m>
                  <m:oMathPara xmlns:m="http://schemas.openxmlformats.org/officeDocument/2006/math">
                    <m:o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𝑡</m:t>
                          </m:r>
                        </m:e>
                        <m:sub>
                          <m:r>
                            <m:rPr>
                              <m:sty m:val="p"/>
                            </m:rPr>
                            <a:rPr lang="en-US" sz="2400" b="0" i="0" smtClean="0">
                              <a:latin typeface="Cambria Math" panose="02040503050406030204" pitchFamily="18" charset="0"/>
                            </a:rPr>
                            <m:t>peak</m:t>
                          </m:r>
                        </m:sub>
                      </m:sSub>
                      <m:r>
                        <a:rPr lang="en-US" sz="2400" b="0" i="1" smtClean="0">
                          <a:latin typeface="Cambria Math" panose="02040503050406030204" pitchFamily="18" charset="0"/>
                        </a:rPr>
                        <m:t>=</m:t>
                      </m:r>
                      <m:f>
                        <m:fPr>
                          <m:ctrlPr>
                            <a:rPr lang="en-US" sz="2400" b="1" i="1" smtClean="0">
                              <a:solidFill>
                                <a:srgbClr val="C00000"/>
                              </a:solidFill>
                              <a:latin typeface="Cambria Math" panose="02040503050406030204" pitchFamily="18" charset="0"/>
                            </a:rPr>
                          </m:ctrlPr>
                        </m:fPr>
                        <m:num>
                          <m:sSub>
                            <m:sSubPr>
                              <m:ctrlPr>
                                <a:rPr lang="en-US" sz="2400" b="1" i="1" smtClean="0">
                                  <a:solidFill>
                                    <a:srgbClr val="C00000"/>
                                  </a:solidFill>
                                  <a:latin typeface="Cambria Math" panose="02040503050406030204" pitchFamily="18" charset="0"/>
                                </a:rPr>
                              </m:ctrlPr>
                            </m:sSubPr>
                            <m:e>
                              <m:r>
                                <a:rPr lang="en-US" sz="2400" b="1" i="1" smtClean="0">
                                  <a:solidFill>
                                    <a:srgbClr val="C00000"/>
                                  </a:solidFill>
                                  <a:latin typeface="Cambria Math" panose="02040503050406030204" pitchFamily="18" charset="0"/>
                                </a:rPr>
                                <m:t>𝒅</m:t>
                              </m:r>
                            </m:e>
                            <m:sub>
                              <m:r>
                                <a:rPr lang="en-US" sz="2400" b="1" i="1" smtClean="0">
                                  <a:solidFill>
                                    <a:srgbClr val="C00000"/>
                                  </a:solidFill>
                                  <a:latin typeface="Cambria Math" panose="02040503050406030204" pitchFamily="18" charset="0"/>
                                </a:rPr>
                                <m:t>𝟎</m:t>
                              </m:r>
                            </m:sub>
                          </m:sSub>
                        </m:num>
                        <m:den>
                          <m:r>
                            <a:rPr lang="en-US" sz="2400" b="0" i="1" smtClean="0">
                              <a:latin typeface="Cambria Math" panose="02040503050406030204" pitchFamily="18" charset="0"/>
                            </a:rPr>
                            <m:t>6</m:t>
                          </m:r>
                          <m:r>
                            <a:rPr lang="en-US" sz="2400" b="0" i="1" smtClean="0">
                              <a:latin typeface="Cambria Math" panose="02040503050406030204" pitchFamily="18" charset="0"/>
                            </a:rPr>
                            <m:t>𝐷</m:t>
                          </m:r>
                        </m:den>
                      </m:f>
                    </m:oMath>
                  </m:oMathPara>
                </a14:m>
                <a:endParaRPr lang="en-DE" sz="2400" dirty="0"/>
              </a:p>
            </p:txBody>
          </p:sp>
        </mc:Choice>
        <mc:Fallback xmlns="">
          <p:sp>
            <p:nvSpPr>
              <p:cNvPr id="40" name="TextBox 39">
                <a:extLst>
                  <a:ext uri="{FF2B5EF4-FFF2-40B4-BE49-F238E27FC236}">
                    <a16:creationId xmlns:a16="http://schemas.microsoft.com/office/drawing/2014/main" id="{38239102-A144-95F7-67FC-2832939DD233}"/>
                  </a:ext>
                </a:extLst>
              </p:cNvPr>
              <p:cNvSpPr txBox="1">
                <a:spLocks noRot="1" noChangeAspect="1" noMove="1" noResize="1" noEditPoints="1" noAdjustHandles="1" noChangeArrowheads="1" noChangeShapeType="1" noTextEdit="1"/>
              </p:cNvSpPr>
              <p:nvPr/>
            </p:nvSpPr>
            <p:spPr>
              <a:xfrm>
                <a:off x="9171514" y="2269369"/>
                <a:ext cx="1510735" cy="701474"/>
              </a:xfrm>
              <a:prstGeom prst="rect">
                <a:avLst/>
              </a:prstGeom>
              <a:blipFill>
                <a:blip r:embed="rId17"/>
                <a:stretch>
                  <a:fillRect/>
                </a:stretch>
              </a:blipFill>
            </p:spPr>
            <p:txBody>
              <a:bodyPr/>
              <a:lstStyle/>
              <a:p>
                <a:r>
                  <a:rPr lang="en-US">
                    <a:noFill/>
                  </a:rPr>
                  <a:t> </a:t>
                </a:r>
              </a:p>
            </p:txBody>
          </p:sp>
        </mc:Fallback>
      </mc:AlternateContent>
      <p:sp>
        <p:nvSpPr>
          <p:cNvPr id="41" name="Oval 40">
            <a:extLst>
              <a:ext uri="{FF2B5EF4-FFF2-40B4-BE49-F238E27FC236}">
                <a16:creationId xmlns:a16="http://schemas.microsoft.com/office/drawing/2014/main" id="{1FAD1755-F4B7-6039-F289-F264EA1FF2D1}"/>
              </a:ext>
            </a:extLst>
          </p:cNvPr>
          <p:cNvSpPr>
            <a:spLocks noChangeAspect="1"/>
          </p:cNvSpPr>
          <p:nvPr/>
        </p:nvSpPr>
        <p:spPr>
          <a:xfrm>
            <a:off x="9254402" y="488183"/>
            <a:ext cx="180000" cy="180000"/>
          </a:xfrm>
          <a:prstGeom prst="ellipse">
            <a:avLst/>
          </a:prstGeom>
          <a:noFill/>
          <a:ln w="158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cxnSp>
        <p:nvCxnSpPr>
          <p:cNvPr id="42" name="Straight Connector 41">
            <a:extLst>
              <a:ext uri="{FF2B5EF4-FFF2-40B4-BE49-F238E27FC236}">
                <a16:creationId xmlns:a16="http://schemas.microsoft.com/office/drawing/2014/main" id="{66B6701C-E7BF-0801-1F07-B51CF37013B6}"/>
              </a:ext>
            </a:extLst>
          </p:cNvPr>
          <p:cNvCxnSpPr>
            <a:cxnSpLocks/>
          </p:cNvCxnSpPr>
          <p:nvPr/>
        </p:nvCxnSpPr>
        <p:spPr>
          <a:xfrm flipV="1">
            <a:off x="9344402" y="637502"/>
            <a:ext cx="0" cy="1582334"/>
          </a:xfrm>
          <a:prstGeom prst="line">
            <a:avLst/>
          </a:prstGeom>
          <a:ln w="19050">
            <a:solidFill>
              <a:srgbClr val="C00000"/>
            </a:solidFill>
            <a:prstDash val="dash"/>
          </a:ln>
        </p:spPr>
        <p:style>
          <a:lnRef idx="1">
            <a:schemeClr val="accent1"/>
          </a:lnRef>
          <a:fillRef idx="0">
            <a:schemeClr val="accent1"/>
          </a:fillRef>
          <a:effectRef idx="0">
            <a:schemeClr val="accent1"/>
          </a:effectRef>
          <a:fontRef idx="minor">
            <a:schemeClr val="tx1"/>
          </a:fontRef>
        </p:style>
      </p:cxnSp>
      <p:sp>
        <p:nvSpPr>
          <p:cNvPr id="43" name="Oval 42">
            <a:extLst>
              <a:ext uri="{FF2B5EF4-FFF2-40B4-BE49-F238E27FC236}">
                <a16:creationId xmlns:a16="http://schemas.microsoft.com/office/drawing/2014/main" id="{EDFF444D-901F-4715-BE56-2232AE7867DD}"/>
              </a:ext>
            </a:extLst>
          </p:cNvPr>
          <p:cNvSpPr/>
          <p:nvPr/>
        </p:nvSpPr>
        <p:spPr>
          <a:xfrm>
            <a:off x="4638477" y="494409"/>
            <a:ext cx="1828800" cy="1828800"/>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a:extLst>
              <a:ext uri="{FF2B5EF4-FFF2-40B4-BE49-F238E27FC236}">
                <a16:creationId xmlns:a16="http://schemas.microsoft.com/office/drawing/2014/main" id="{2DA6221E-F87F-D8ED-70C5-84CA8588772C}"/>
              </a:ext>
            </a:extLst>
          </p:cNvPr>
          <p:cNvSpPr/>
          <p:nvPr/>
        </p:nvSpPr>
        <p:spPr>
          <a:xfrm>
            <a:off x="4638477" y="903432"/>
            <a:ext cx="1828800" cy="914400"/>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TextBox 47">
            <a:extLst>
              <a:ext uri="{FF2B5EF4-FFF2-40B4-BE49-F238E27FC236}">
                <a16:creationId xmlns:a16="http://schemas.microsoft.com/office/drawing/2014/main" id="{47326EBB-B7F9-E9D3-3F78-1ECC19F38DB6}"/>
              </a:ext>
            </a:extLst>
          </p:cNvPr>
          <p:cNvSpPr txBox="1"/>
          <p:nvPr/>
        </p:nvSpPr>
        <p:spPr>
          <a:xfrm>
            <a:off x="995700" y="91035"/>
            <a:ext cx="2434513" cy="461665"/>
          </a:xfrm>
          <a:prstGeom prst="rect">
            <a:avLst/>
          </a:prstGeom>
          <a:noFill/>
        </p:spPr>
        <p:txBody>
          <a:bodyPr wrap="none" rtlCol="0">
            <a:spAutoFit/>
          </a:bodyPr>
          <a:lstStyle/>
          <a:p>
            <a:r>
              <a:rPr lang="en-US" sz="2400" dirty="0"/>
              <a:t>Point Transmitter</a:t>
            </a:r>
          </a:p>
        </p:txBody>
      </p:sp>
      <p:sp>
        <p:nvSpPr>
          <p:cNvPr id="51" name="Oval 50">
            <a:extLst>
              <a:ext uri="{FF2B5EF4-FFF2-40B4-BE49-F238E27FC236}">
                <a16:creationId xmlns:a16="http://schemas.microsoft.com/office/drawing/2014/main" id="{E7A37B4E-0B38-B947-24EC-646FE9EB90E7}"/>
              </a:ext>
            </a:extLst>
          </p:cNvPr>
          <p:cNvSpPr>
            <a:spLocks noChangeAspect="1"/>
          </p:cNvSpPr>
          <p:nvPr/>
        </p:nvSpPr>
        <p:spPr>
          <a:xfrm>
            <a:off x="1896248" y="1112156"/>
            <a:ext cx="183721" cy="183721"/>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a:extLst>
              <a:ext uri="{FF2B5EF4-FFF2-40B4-BE49-F238E27FC236}">
                <a16:creationId xmlns:a16="http://schemas.microsoft.com/office/drawing/2014/main" id="{A6B7A351-03BE-74F9-B578-A4838086447B}"/>
              </a:ext>
            </a:extLst>
          </p:cNvPr>
          <p:cNvSpPr>
            <a:spLocks noChangeAspect="1"/>
          </p:cNvSpPr>
          <p:nvPr/>
        </p:nvSpPr>
        <p:spPr>
          <a:xfrm>
            <a:off x="2814732" y="1029886"/>
            <a:ext cx="183721" cy="183721"/>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 52">
            <a:extLst>
              <a:ext uri="{FF2B5EF4-FFF2-40B4-BE49-F238E27FC236}">
                <a16:creationId xmlns:a16="http://schemas.microsoft.com/office/drawing/2014/main" id="{1AEBE9F6-58EA-AC41-00CB-E0CB7F3CBBA1}"/>
              </a:ext>
            </a:extLst>
          </p:cNvPr>
          <p:cNvSpPr>
            <a:spLocks noChangeAspect="1"/>
          </p:cNvSpPr>
          <p:nvPr/>
        </p:nvSpPr>
        <p:spPr>
          <a:xfrm>
            <a:off x="3242920" y="1360634"/>
            <a:ext cx="183721" cy="183721"/>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a:extLst>
              <a:ext uri="{FF2B5EF4-FFF2-40B4-BE49-F238E27FC236}">
                <a16:creationId xmlns:a16="http://schemas.microsoft.com/office/drawing/2014/main" id="{B03A30A8-866B-B363-73FA-C6636CDCE8AB}"/>
              </a:ext>
            </a:extLst>
          </p:cNvPr>
          <p:cNvSpPr>
            <a:spLocks noChangeAspect="1"/>
          </p:cNvSpPr>
          <p:nvPr/>
        </p:nvSpPr>
        <p:spPr>
          <a:xfrm>
            <a:off x="3904917" y="833349"/>
            <a:ext cx="183721" cy="183721"/>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Oval 54">
            <a:extLst>
              <a:ext uri="{FF2B5EF4-FFF2-40B4-BE49-F238E27FC236}">
                <a16:creationId xmlns:a16="http://schemas.microsoft.com/office/drawing/2014/main" id="{3336104C-1660-A591-3283-2787738826F2}"/>
              </a:ext>
            </a:extLst>
          </p:cNvPr>
          <p:cNvSpPr>
            <a:spLocks noChangeAspect="1"/>
          </p:cNvSpPr>
          <p:nvPr/>
        </p:nvSpPr>
        <p:spPr>
          <a:xfrm>
            <a:off x="4909163" y="1201689"/>
            <a:ext cx="183721" cy="183721"/>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Oval 55">
            <a:extLst>
              <a:ext uri="{FF2B5EF4-FFF2-40B4-BE49-F238E27FC236}">
                <a16:creationId xmlns:a16="http://schemas.microsoft.com/office/drawing/2014/main" id="{450E1DA1-3046-90A3-417F-C91D50345469}"/>
              </a:ext>
            </a:extLst>
          </p:cNvPr>
          <p:cNvSpPr>
            <a:spLocks noChangeAspect="1"/>
          </p:cNvSpPr>
          <p:nvPr/>
        </p:nvSpPr>
        <p:spPr>
          <a:xfrm>
            <a:off x="5415719" y="719018"/>
            <a:ext cx="183721" cy="183721"/>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Oval 56">
            <a:extLst>
              <a:ext uri="{FF2B5EF4-FFF2-40B4-BE49-F238E27FC236}">
                <a16:creationId xmlns:a16="http://schemas.microsoft.com/office/drawing/2014/main" id="{37952563-FCA5-41A9-9B62-874A86253817}"/>
              </a:ext>
            </a:extLst>
          </p:cNvPr>
          <p:cNvSpPr>
            <a:spLocks noChangeAspect="1"/>
          </p:cNvSpPr>
          <p:nvPr/>
        </p:nvSpPr>
        <p:spPr>
          <a:xfrm>
            <a:off x="5344579" y="1659042"/>
            <a:ext cx="183721" cy="183721"/>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Oval 59">
            <a:extLst>
              <a:ext uri="{FF2B5EF4-FFF2-40B4-BE49-F238E27FC236}">
                <a16:creationId xmlns:a16="http://schemas.microsoft.com/office/drawing/2014/main" id="{44C1E8AA-2A59-9D4C-DD22-A07E3DBC2F10}"/>
              </a:ext>
            </a:extLst>
          </p:cNvPr>
          <p:cNvSpPr>
            <a:spLocks noChangeAspect="1"/>
          </p:cNvSpPr>
          <p:nvPr/>
        </p:nvSpPr>
        <p:spPr>
          <a:xfrm>
            <a:off x="5935160" y="1646601"/>
            <a:ext cx="183721" cy="183721"/>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Oval 60">
            <a:extLst>
              <a:ext uri="{FF2B5EF4-FFF2-40B4-BE49-F238E27FC236}">
                <a16:creationId xmlns:a16="http://schemas.microsoft.com/office/drawing/2014/main" id="{B2920DC8-A580-A05D-CD82-B272AED38AFF}"/>
              </a:ext>
            </a:extLst>
          </p:cNvPr>
          <p:cNvSpPr>
            <a:spLocks noChangeAspect="1"/>
          </p:cNvSpPr>
          <p:nvPr/>
        </p:nvSpPr>
        <p:spPr>
          <a:xfrm>
            <a:off x="2384595" y="1304206"/>
            <a:ext cx="183721" cy="183721"/>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Oval 61">
            <a:extLst>
              <a:ext uri="{FF2B5EF4-FFF2-40B4-BE49-F238E27FC236}">
                <a16:creationId xmlns:a16="http://schemas.microsoft.com/office/drawing/2014/main" id="{19E5936B-AB8A-AA42-9ECC-B64386883E68}"/>
              </a:ext>
            </a:extLst>
          </p:cNvPr>
          <p:cNvSpPr>
            <a:spLocks noChangeAspect="1"/>
          </p:cNvSpPr>
          <p:nvPr/>
        </p:nvSpPr>
        <p:spPr>
          <a:xfrm>
            <a:off x="2229448" y="785538"/>
            <a:ext cx="183721" cy="183721"/>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Oval 62">
            <a:extLst>
              <a:ext uri="{FF2B5EF4-FFF2-40B4-BE49-F238E27FC236}">
                <a16:creationId xmlns:a16="http://schemas.microsoft.com/office/drawing/2014/main" id="{0392F7C2-CEB3-C46A-19C5-4C545D5969A6}"/>
              </a:ext>
            </a:extLst>
          </p:cNvPr>
          <p:cNvSpPr>
            <a:spLocks noChangeAspect="1"/>
          </p:cNvSpPr>
          <p:nvPr/>
        </p:nvSpPr>
        <p:spPr>
          <a:xfrm>
            <a:off x="1818273" y="1578526"/>
            <a:ext cx="183721" cy="183721"/>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Oval 63">
            <a:extLst>
              <a:ext uri="{FF2B5EF4-FFF2-40B4-BE49-F238E27FC236}">
                <a16:creationId xmlns:a16="http://schemas.microsoft.com/office/drawing/2014/main" id="{C0BAB685-F7BE-4F5C-EACF-10476643CF59}"/>
              </a:ext>
            </a:extLst>
          </p:cNvPr>
          <p:cNvSpPr>
            <a:spLocks noChangeAspect="1"/>
          </p:cNvSpPr>
          <p:nvPr/>
        </p:nvSpPr>
        <p:spPr>
          <a:xfrm>
            <a:off x="4214853" y="1634954"/>
            <a:ext cx="183721" cy="183721"/>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TextBox 64">
            <a:extLst>
              <a:ext uri="{FF2B5EF4-FFF2-40B4-BE49-F238E27FC236}">
                <a16:creationId xmlns:a16="http://schemas.microsoft.com/office/drawing/2014/main" id="{E52D8E10-4B8F-5DB0-8608-6F18A4B82CA4}"/>
              </a:ext>
            </a:extLst>
          </p:cNvPr>
          <p:cNvSpPr txBox="1"/>
          <p:nvPr/>
        </p:nvSpPr>
        <p:spPr>
          <a:xfrm>
            <a:off x="4919788" y="58013"/>
            <a:ext cx="1331005" cy="461665"/>
          </a:xfrm>
          <a:prstGeom prst="rect">
            <a:avLst/>
          </a:prstGeom>
          <a:noFill/>
        </p:spPr>
        <p:txBody>
          <a:bodyPr wrap="none" rtlCol="0">
            <a:spAutoFit/>
          </a:bodyPr>
          <a:lstStyle/>
          <a:p>
            <a:r>
              <a:rPr lang="en-US" sz="2400" dirty="0"/>
              <a:t>Receiver</a:t>
            </a:r>
          </a:p>
        </p:txBody>
      </p:sp>
      <p:sp>
        <p:nvSpPr>
          <p:cNvPr id="67" name="Oval 66">
            <a:extLst>
              <a:ext uri="{FF2B5EF4-FFF2-40B4-BE49-F238E27FC236}">
                <a16:creationId xmlns:a16="http://schemas.microsoft.com/office/drawing/2014/main" id="{E07CBC5A-3D6C-617F-E8A1-987695A3CCDB}"/>
              </a:ext>
            </a:extLst>
          </p:cNvPr>
          <p:cNvSpPr>
            <a:spLocks noChangeAspect="1"/>
          </p:cNvSpPr>
          <p:nvPr/>
        </p:nvSpPr>
        <p:spPr>
          <a:xfrm>
            <a:off x="1277654" y="1304206"/>
            <a:ext cx="183721" cy="183721"/>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70" name="TextBox 69">
                <a:extLst>
                  <a:ext uri="{FF2B5EF4-FFF2-40B4-BE49-F238E27FC236}">
                    <a16:creationId xmlns:a16="http://schemas.microsoft.com/office/drawing/2014/main" id="{1A3EF840-2B63-9504-6CEE-9421F3CB9AAC}"/>
                  </a:ext>
                </a:extLst>
              </p:cNvPr>
              <p:cNvSpPr txBox="1"/>
              <p:nvPr/>
            </p:nvSpPr>
            <p:spPr>
              <a:xfrm>
                <a:off x="3021077" y="901853"/>
                <a:ext cx="966950" cy="461665"/>
              </a:xfrm>
              <a:prstGeom prst="rect">
                <a:avLst/>
              </a:prstGeom>
              <a:noFill/>
            </p:spPr>
            <p:txBody>
              <a:bodyPr wrap="square">
                <a:spAutoFit/>
              </a:bodyPr>
              <a:lstStyle/>
              <a:p>
                <a:pPr/>
                <a14:m>
                  <m:oMathPara xmlns:m="http://schemas.openxmlformats.org/officeDocument/2006/math">
                    <m:oMath>
                      <m:sSub>
                        <m:sSubPr>
                          <m:ctrlPr>
                            <a:rPr lang="en-US" sz="2400" b="1" i="1" smtClean="0">
                              <a:solidFill>
                                <a:srgbClr val="C00000"/>
                              </a:solidFill>
                              <a:latin typeface="Cambria Math" panose="02040503050406030204" pitchFamily="18" charset="0"/>
                            </a:rPr>
                          </m:ctrlPr>
                        </m:sSubPr>
                        <m:e>
                          <m:r>
                            <a:rPr lang="en-US" sz="2400" b="1" i="1" smtClean="0">
                              <a:solidFill>
                                <a:srgbClr val="C00000"/>
                              </a:solidFill>
                              <a:latin typeface="Cambria Math" panose="02040503050406030204" pitchFamily="18" charset="0"/>
                            </a:rPr>
                            <m:t>𝒅</m:t>
                          </m:r>
                        </m:e>
                        <m:sub>
                          <m:r>
                            <a:rPr lang="en-US" sz="2400" b="1" i="1" smtClean="0">
                              <a:solidFill>
                                <a:srgbClr val="C00000"/>
                              </a:solidFill>
                              <a:latin typeface="Cambria Math" panose="02040503050406030204" pitchFamily="18" charset="0"/>
                            </a:rPr>
                            <m:t>𝟎</m:t>
                          </m:r>
                        </m:sub>
                      </m:sSub>
                    </m:oMath>
                  </m:oMathPara>
                </a14:m>
                <a:endParaRPr lang="en-US" sz="2400" dirty="0"/>
              </a:p>
            </p:txBody>
          </p:sp>
        </mc:Choice>
        <mc:Fallback xmlns="">
          <p:sp>
            <p:nvSpPr>
              <p:cNvPr id="70" name="TextBox 69">
                <a:extLst>
                  <a:ext uri="{FF2B5EF4-FFF2-40B4-BE49-F238E27FC236}">
                    <a16:creationId xmlns:a16="http://schemas.microsoft.com/office/drawing/2014/main" id="{1A3EF840-2B63-9504-6CEE-9421F3CB9AAC}"/>
                  </a:ext>
                </a:extLst>
              </p:cNvPr>
              <p:cNvSpPr txBox="1">
                <a:spLocks noRot="1" noChangeAspect="1" noMove="1" noResize="1" noEditPoints="1" noAdjustHandles="1" noChangeArrowheads="1" noChangeShapeType="1" noTextEdit="1"/>
              </p:cNvSpPr>
              <p:nvPr/>
            </p:nvSpPr>
            <p:spPr>
              <a:xfrm>
                <a:off x="3021077" y="901853"/>
                <a:ext cx="966950" cy="461665"/>
              </a:xfrm>
              <a:prstGeom prst="rect">
                <a:avLst/>
              </a:prstGeom>
              <a:blipFill>
                <a:blip r:embed="rId18"/>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3228991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543A3F-47C6-E5CE-48AE-CC8C7DDC7AE1}"/>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2A9EBD7-284A-C7AE-4D83-F917D6E746A3}"/>
              </a:ext>
            </a:extLst>
          </p:cNvPr>
          <p:cNvSpPr>
            <a:spLocks noGrp="1"/>
          </p:cNvSpPr>
          <p:nvPr>
            <p:ph type="sldNum" sz="quarter" idx="12"/>
          </p:nvPr>
        </p:nvSpPr>
        <p:spPr>
          <a:xfrm>
            <a:off x="135311" y="6418159"/>
            <a:ext cx="391286" cy="336550"/>
          </a:xfrm>
        </p:spPr>
        <p:txBody>
          <a:bodyPr/>
          <a:lstStyle/>
          <a:p>
            <a:fld id="{250B62C5-2ACF-4D78-8FF3-37371B948607}" type="slidenum">
              <a:rPr lang="en-US" smtClean="0"/>
              <a:t>38</a:t>
            </a:fld>
            <a:endParaRPr lang="en-US"/>
          </a:p>
        </p:txBody>
      </p:sp>
      <p:grpSp>
        <p:nvGrpSpPr>
          <p:cNvPr id="2" name="Group 1">
            <a:extLst>
              <a:ext uri="{FF2B5EF4-FFF2-40B4-BE49-F238E27FC236}">
                <a16:creationId xmlns:a16="http://schemas.microsoft.com/office/drawing/2014/main" id="{21F7766D-9000-BF76-EDC5-C37D0793FEB7}"/>
              </a:ext>
            </a:extLst>
          </p:cNvPr>
          <p:cNvGrpSpPr>
            <a:grpSpLocks noChangeAspect="1"/>
          </p:cNvGrpSpPr>
          <p:nvPr/>
        </p:nvGrpSpPr>
        <p:grpSpPr>
          <a:xfrm>
            <a:off x="0" y="423141"/>
            <a:ext cx="9866805" cy="5570888"/>
            <a:chOff x="0" y="58013"/>
            <a:chExt cx="12043713" cy="6799987"/>
          </a:xfrm>
        </p:grpSpPr>
        <p:cxnSp>
          <p:nvCxnSpPr>
            <p:cNvPr id="30" name="Straight Arrow Connector 29">
              <a:extLst>
                <a:ext uri="{FF2B5EF4-FFF2-40B4-BE49-F238E27FC236}">
                  <a16:creationId xmlns:a16="http://schemas.microsoft.com/office/drawing/2014/main" id="{05845C5D-BD29-437D-1E52-E5A612ACE4D4}"/>
                </a:ext>
              </a:extLst>
            </p:cNvPr>
            <p:cNvCxnSpPr/>
            <p:nvPr/>
          </p:nvCxnSpPr>
          <p:spPr>
            <a:xfrm>
              <a:off x="2091647" y="1338956"/>
              <a:ext cx="3349472" cy="0"/>
            </a:xfrm>
            <a:prstGeom prst="straightConnector1">
              <a:avLst/>
            </a:prstGeom>
            <a:ln>
              <a:headEnd type="triangle" w="lg" len="lg"/>
              <a:tailEnd type="triangle" w="lg" len="lg"/>
            </a:ln>
          </p:spPr>
          <p:style>
            <a:lnRef idx="2">
              <a:schemeClr val="accent1"/>
            </a:lnRef>
            <a:fillRef idx="0">
              <a:schemeClr val="accent1"/>
            </a:fillRef>
            <a:effectRef idx="1">
              <a:schemeClr val="accent1"/>
            </a:effectRef>
            <a:fontRef idx="minor">
              <a:schemeClr val="tx1"/>
            </a:fontRef>
          </p:style>
        </p:cxnSp>
        <p:sp>
          <p:nvSpPr>
            <p:cNvPr id="5" name="Oval 4">
              <a:extLst>
                <a:ext uri="{FF2B5EF4-FFF2-40B4-BE49-F238E27FC236}">
                  <a16:creationId xmlns:a16="http://schemas.microsoft.com/office/drawing/2014/main" id="{313DBBD3-D273-0742-3F21-AD4A41703806}"/>
                </a:ext>
              </a:extLst>
            </p:cNvPr>
            <p:cNvSpPr>
              <a:spLocks noChangeAspect="1"/>
            </p:cNvSpPr>
            <p:nvPr/>
          </p:nvSpPr>
          <p:spPr>
            <a:xfrm>
              <a:off x="7374371" y="3476932"/>
              <a:ext cx="482803" cy="48280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6" name="Oval 5">
              <a:extLst>
                <a:ext uri="{FF2B5EF4-FFF2-40B4-BE49-F238E27FC236}">
                  <a16:creationId xmlns:a16="http://schemas.microsoft.com/office/drawing/2014/main" id="{7C8D7C61-B7AE-67DF-D98C-3F1C25DCDB38}"/>
                </a:ext>
              </a:extLst>
            </p:cNvPr>
            <p:cNvSpPr>
              <a:spLocks noChangeAspect="1"/>
            </p:cNvSpPr>
            <p:nvPr/>
          </p:nvSpPr>
          <p:spPr>
            <a:xfrm>
              <a:off x="7385801" y="5679524"/>
              <a:ext cx="482803" cy="48280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p:cxnSp>
          <p:nvCxnSpPr>
            <p:cNvPr id="7" name="Straight Arrow Connector 6">
              <a:extLst>
                <a:ext uri="{FF2B5EF4-FFF2-40B4-BE49-F238E27FC236}">
                  <a16:creationId xmlns:a16="http://schemas.microsoft.com/office/drawing/2014/main" id="{8EA8E7D7-9CE9-EA98-0B1D-F7DDFC61423A}"/>
                </a:ext>
              </a:extLst>
            </p:cNvPr>
            <p:cNvCxnSpPr>
              <a:cxnSpLocks/>
              <a:stCxn id="6" idx="6"/>
              <a:endCxn id="18" idx="3"/>
            </p:cNvCxnSpPr>
            <p:nvPr/>
          </p:nvCxnSpPr>
          <p:spPr>
            <a:xfrm flipV="1">
              <a:off x="7868604" y="4981292"/>
              <a:ext cx="1208754" cy="939634"/>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8" name="Straight Arrow Connector 7">
              <a:extLst>
                <a:ext uri="{FF2B5EF4-FFF2-40B4-BE49-F238E27FC236}">
                  <a16:creationId xmlns:a16="http://schemas.microsoft.com/office/drawing/2014/main" id="{56227DED-3EF1-A93B-7240-5D2E0F21882E}"/>
                </a:ext>
              </a:extLst>
            </p:cNvPr>
            <p:cNvCxnSpPr>
              <a:cxnSpLocks/>
              <a:stCxn id="5" idx="6"/>
              <a:endCxn id="18" idx="1"/>
            </p:cNvCxnSpPr>
            <p:nvPr/>
          </p:nvCxnSpPr>
          <p:spPr>
            <a:xfrm>
              <a:off x="7857174" y="3718334"/>
              <a:ext cx="1220184" cy="921565"/>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80A0DD49-A3FD-A28F-F28F-D5A2262B4DB1}"/>
                    </a:ext>
                  </a:extLst>
                </p:cNvPr>
                <p:cNvSpPr txBox="1"/>
                <p:nvPr/>
              </p:nvSpPr>
              <p:spPr>
                <a:xfrm>
                  <a:off x="8224625" y="3592145"/>
                  <a:ext cx="1006792" cy="488386"/>
                </a:xfrm>
                <a:prstGeom prst="rect">
                  <a:avLst/>
                </a:prstGeom>
                <a:noFill/>
              </p:spPr>
              <p:txBody>
                <a:bodyPr wrap="square">
                  <a:spAutoFit/>
                </a:bodyPr>
                <a:lstStyle/>
                <a:p>
                  <a:pPr/>
                  <a14:m>
                    <m:oMathPara xmlns:m="http://schemas.openxmlformats.org/officeDocument/2006/math">
                      <m:oMath>
                        <m:sSub>
                          <m:sSubPr>
                            <m:ctrlPr>
                              <a:rPr lang="de-DE" sz="2000" b="0" i="0" smtClean="0">
                                <a:solidFill>
                                  <a:srgbClr val="C00000"/>
                                </a:solidFill>
                                <a:latin typeface="Cambria Math" panose="02040503050406030204" pitchFamily="18" charset="0"/>
                              </a:rPr>
                            </m:ctrlPr>
                          </m:sSubPr>
                          <m:e>
                            <m:r>
                              <m:rPr>
                                <m:sty m:val="p"/>
                              </m:rPr>
                              <a:rPr lang="de-DE" sz="2000" b="0" i="0" smtClean="0">
                                <a:solidFill>
                                  <a:srgbClr val="C00000"/>
                                </a:solidFill>
                                <a:latin typeface="Cambria Math" panose="02040503050406030204" pitchFamily="18" charset="0"/>
                              </a:rPr>
                              <m:t>m</m:t>
                            </m:r>
                          </m:e>
                          <m:sub>
                            <m:r>
                              <a:rPr lang="de-DE" sz="2000" b="0" i="1" smtClean="0">
                                <a:solidFill>
                                  <a:srgbClr val="C00000"/>
                                </a:solidFill>
                                <a:latin typeface="Cambria Math" panose="02040503050406030204" pitchFamily="18" charset="0"/>
                              </a:rPr>
                              <m:t>4</m:t>
                            </m:r>
                          </m:sub>
                        </m:sSub>
                      </m:oMath>
                    </m:oMathPara>
                  </a14:m>
                  <a:endParaRPr lang="en-US" sz="2000" dirty="0">
                    <a:solidFill>
                      <a:schemeClr val="tx1"/>
                    </a:solidFill>
                  </a:endParaRPr>
                </a:p>
              </p:txBody>
            </p:sp>
          </mc:Choice>
          <mc:Fallback xmlns="">
            <p:sp>
              <p:nvSpPr>
                <p:cNvPr id="9" name="TextBox 8">
                  <a:extLst>
                    <a:ext uri="{FF2B5EF4-FFF2-40B4-BE49-F238E27FC236}">
                      <a16:creationId xmlns:a16="http://schemas.microsoft.com/office/drawing/2014/main" id="{80A0DD49-A3FD-A28F-F28F-D5A2262B4DB1}"/>
                    </a:ext>
                  </a:extLst>
                </p:cNvPr>
                <p:cNvSpPr txBox="1">
                  <a:spLocks noRot="1" noChangeAspect="1" noMove="1" noResize="1" noEditPoints="1" noAdjustHandles="1" noChangeArrowheads="1" noChangeShapeType="1" noTextEdit="1"/>
                </p:cNvSpPr>
                <p:nvPr/>
              </p:nvSpPr>
              <p:spPr>
                <a:xfrm>
                  <a:off x="8224625" y="3592145"/>
                  <a:ext cx="1006792" cy="488386"/>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9052EB99-EFD4-42A9-D4BB-984F512C4B37}"/>
                    </a:ext>
                  </a:extLst>
                </p:cNvPr>
                <p:cNvSpPr txBox="1"/>
                <p:nvPr/>
              </p:nvSpPr>
              <p:spPr>
                <a:xfrm>
                  <a:off x="8293211" y="5390920"/>
                  <a:ext cx="1006792" cy="488386"/>
                </a:xfrm>
                <a:prstGeom prst="rect">
                  <a:avLst/>
                </a:prstGeom>
                <a:noFill/>
              </p:spPr>
              <p:txBody>
                <a:bodyPr wrap="square">
                  <a:spAutoFit/>
                </a:bodyPr>
                <a:lstStyle/>
                <a:p>
                  <a:pPr/>
                  <a14:m>
                    <m:oMathPara xmlns:m="http://schemas.openxmlformats.org/officeDocument/2006/math">
                      <m:oMath>
                        <m:sSub>
                          <m:sSubPr>
                            <m:ctrlPr>
                              <a:rPr lang="de-DE" sz="2000" b="0" i="0" smtClean="0">
                                <a:solidFill>
                                  <a:srgbClr val="C00000"/>
                                </a:solidFill>
                                <a:latin typeface="Cambria Math" panose="02040503050406030204" pitchFamily="18" charset="0"/>
                              </a:rPr>
                            </m:ctrlPr>
                          </m:sSubPr>
                          <m:e>
                            <m:r>
                              <m:rPr>
                                <m:sty m:val="p"/>
                              </m:rPr>
                              <a:rPr lang="de-DE" sz="2000" b="0" i="0" smtClean="0">
                                <a:solidFill>
                                  <a:srgbClr val="C00000"/>
                                </a:solidFill>
                                <a:latin typeface="Cambria Math" panose="02040503050406030204" pitchFamily="18" charset="0"/>
                              </a:rPr>
                              <m:t>m</m:t>
                            </m:r>
                          </m:e>
                          <m:sub>
                            <m:r>
                              <a:rPr lang="de-DE" sz="2000" b="0" i="1" smtClean="0">
                                <a:solidFill>
                                  <a:srgbClr val="C00000"/>
                                </a:solidFill>
                                <a:latin typeface="Cambria Math" panose="02040503050406030204" pitchFamily="18" charset="0"/>
                              </a:rPr>
                              <m:t>4</m:t>
                            </m:r>
                          </m:sub>
                        </m:sSub>
                      </m:oMath>
                    </m:oMathPara>
                  </a14:m>
                  <a:endParaRPr lang="en-US" sz="2000" dirty="0">
                    <a:solidFill>
                      <a:schemeClr val="tx1"/>
                    </a:solidFill>
                  </a:endParaRPr>
                </a:p>
              </p:txBody>
            </p:sp>
          </mc:Choice>
          <mc:Fallback xmlns="">
            <p:sp>
              <p:nvSpPr>
                <p:cNvPr id="10" name="TextBox 9">
                  <a:extLst>
                    <a:ext uri="{FF2B5EF4-FFF2-40B4-BE49-F238E27FC236}">
                      <a16:creationId xmlns:a16="http://schemas.microsoft.com/office/drawing/2014/main" id="{9052EB99-EFD4-42A9-D4BB-984F512C4B37}"/>
                    </a:ext>
                  </a:extLst>
                </p:cNvPr>
                <p:cNvSpPr txBox="1">
                  <a:spLocks noRot="1" noChangeAspect="1" noMove="1" noResize="1" noEditPoints="1" noAdjustHandles="1" noChangeArrowheads="1" noChangeShapeType="1" noTextEdit="1"/>
                </p:cNvSpPr>
                <p:nvPr/>
              </p:nvSpPr>
              <p:spPr>
                <a:xfrm>
                  <a:off x="8293211" y="5390920"/>
                  <a:ext cx="1006792" cy="488386"/>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9ADB9A3F-8606-A501-9031-A6359F01C6ED}"/>
                    </a:ext>
                  </a:extLst>
                </p:cNvPr>
                <p:cNvSpPr txBox="1"/>
                <p:nvPr/>
              </p:nvSpPr>
              <p:spPr>
                <a:xfrm>
                  <a:off x="5912016" y="3550800"/>
                  <a:ext cx="1006792" cy="488386"/>
                </a:xfrm>
                <a:prstGeom prst="rect">
                  <a:avLst/>
                </a:prstGeom>
                <a:noFill/>
              </p:spPr>
              <p:txBody>
                <a:bodyPr wrap="square">
                  <a:spAutoFit/>
                </a:bodyPr>
                <a:lstStyle/>
                <a:p>
                  <a:pPr/>
                  <a14:m>
                    <m:oMathPara xmlns:m="http://schemas.openxmlformats.org/officeDocument/2006/math">
                      <m:oMath>
                        <m:sSub>
                          <m:sSubPr>
                            <m:ctrlPr>
                              <a:rPr lang="de-DE" sz="2000" b="0" i="0" smtClean="0">
                                <a:solidFill>
                                  <a:srgbClr val="0070C0"/>
                                </a:solidFill>
                                <a:latin typeface="Cambria Math" panose="02040503050406030204" pitchFamily="18" charset="0"/>
                              </a:rPr>
                            </m:ctrlPr>
                          </m:sSubPr>
                          <m:e>
                            <m:r>
                              <m:rPr>
                                <m:sty m:val="p"/>
                              </m:rPr>
                              <a:rPr lang="de-DE" sz="2000" b="0" i="0" smtClean="0">
                                <a:solidFill>
                                  <a:srgbClr val="0070C0"/>
                                </a:solidFill>
                                <a:latin typeface="Cambria Math" panose="02040503050406030204" pitchFamily="18" charset="0"/>
                              </a:rPr>
                              <m:t>m</m:t>
                            </m:r>
                          </m:e>
                          <m:sub>
                            <m:r>
                              <a:rPr lang="de-DE" sz="2000" b="0" i="1" smtClean="0">
                                <a:solidFill>
                                  <a:srgbClr val="0070C0"/>
                                </a:solidFill>
                                <a:latin typeface="Cambria Math" panose="02040503050406030204" pitchFamily="18" charset="0"/>
                              </a:rPr>
                              <m:t>2</m:t>
                            </m:r>
                          </m:sub>
                        </m:sSub>
                      </m:oMath>
                    </m:oMathPara>
                  </a14:m>
                  <a:endParaRPr lang="en-US" sz="2000" dirty="0">
                    <a:solidFill>
                      <a:schemeClr val="tx1"/>
                    </a:solidFill>
                  </a:endParaRPr>
                </a:p>
              </p:txBody>
            </p:sp>
          </mc:Choice>
          <mc:Fallback xmlns="">
            <p:sp>
              <p:nvSpPr>
                <p:cNvPr id="11" name="TextBox 10">
                  <a:extLst>
                    <a:ext uri="{FF2B5EF4-FFF2-40B4-BE49-F238E27FC236}">
                      <a16:creationId xmlns:a16="http://schemas.microsoft.com/office/drawing/2014/main" id="{9ADB9A3F-8606-A501-9031-A6359F01C6ED}"/>
                    </a:ext>
                  </a:extLst>
                </p:cNvPr>
                <p:cNvSpPr txBox="1">
                  <a:spLocks noRot="1" noChangeAspect="1" noMove="1" noResize="1" noEditPoints="1" noAdjustHandles="1" noChangeArrowheads="1" noChangeShapeType="1" noTextEdit="1"/>
                </p:cNvSpPr>
                <p:nvPr/>
              </p:nvSpPr>
              <p:spPr>
                <a:xfrm>
                  <a:off x="5912016" y="3550800"/>
                  <a:ext cx="1006792" cy="488386"/>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0E4ED960-1045-F9C7-2EFC-BC5FDE2CBC53}"/>
                    </a:ext>
                  </a:extLst>
                </p:cNvPr>
                <p:cNvSpPr txBox="1"/>
                <p:nvPr/>
              </p:nvSpPr>
              <p:spPr>
                <a:xfrm>
                  <a:off x="5952798" y="5394684"/>
                  <a:ext cx="1006792" cy="488386"/>
                </a:xfrm>
                <a:prstGeom prst="rect">
                  <a:avLst/>
                </a:prstGeom>
                <a:noFill/>
              </p:spPr>
              <p:txBody>
                <a:bodyPr wrap="square">
                  <a:spAutoFit/>
                </a:bodyPr>
                <a:lstStyle/>
                <a:p>
                  <a:pPr/>
                  <a14:m>
                    <m:oMathPara xmlns:m="http://schemas.openxmlformats.org/officeDocument/2006/math">
                      <m:oMath>
                        <m:sSub>
                          <m:sSubPr>
                            <m:ctrlPr>
                              <a:rPr lang="de-DE" sz="2000" b="0" i="0" smtClean="0">
                                <a:solidFill>
                                  <a:schemeClr val="accent6">
                                    <a:lumMod val="75000"/>
                                  </a:schemeClr>
                                </a:solidFill>
                                <a:latin typeface="Cambria Math" panose="02040503050406030204" pitchFamily="18" charset="0"/>
                              </a:rPr>
                            </m:ctrlPr>
                          </m:sSubPr>
                          <m:e>
                            <m:r>
                              <m:rPr>
                                <m:sty m:val="p"/>
                              </m:rPr>
                              <a:rPr lang="de-DE" sz="2000" b="0" i="0" smtClean="0">
                                <a:solidFill>
                                  <a:schemeClr val="accent6">
                                    <a:lumMod val="75000"/>
                                  </a:schemeClr>
                                </a:solidFill>
                                <a:latin typeface="Cambria Math" panose="02040503050406030204" pitchFamily="18" charset="0"/>
                              </a:rPr>
                              <m:t>m</m:t>
                            </m:r>
                          </m:e>
                          <m:sub>
                            <m:r>
                              <a:rPr lang="de-DE" sz="2000" b="0" i="1" smtClean="0">
                                <a:solidFill>
                                  <a:schemeClr val="accent6">
                                    <a:lumMod val="75000"/>
                                  </a:schemeClr>
                                </a:solidFill>
                                <a:latin typeface="Cambria Math" panose="02040503050406030204" pitchFamily="18" charset="0"/>
                              </a:rPr>
                              <m:t>3</m:t>
                            </m:r>
                          </m:sub>
                        </m:sSub>
                      </m:oMath>
                    </m:oMathPara>
                  </a14:m>
                  <a:endParaRPr lang="en-US" sz="2000" dirty="0">
                    <a:solidFill>
                      <a:schemeClr val="tx1"/>
                    </a:solidFill>
                  </a:endParaRPr>
                </a:p>
              </p:txBody>
            </p:sp>
          </mc:Choice>
          <mc:Fallback xmlns="">
            <p:sp>
              <p:nvSpPr>
                <p:cNvPr id="12" name="TextBox 11">
                  <a:extLst>
                    <a:ext uri="{FF2B5EF4-FFF2-40B4-BE49-F238E27FC236}">
                      <a16:creationId xmlns:a16="http://schemas.microsoft.com/office/drawing/2014/main" id="{0E4ED960-1045-F9C7-2EFC-BC5FDE2CBC53}"/>
                    </a:ext>
                  </a:extLst>
                </p:cNvPr>
                <p:cNvSpPr txBox="1">
                  <a:spLocks noRot="1" noChangeAspect="1" noMove="1" noResize="1" noEditPoints="1" noAdjustHandles="1" noChangeArrowheads="1" noChangeShapeType="1" noTextEdit="1"/>
                </p:cNvSpPr>
                <p:nvPr/>
              </p:nvSpPr>
              <p:spPr>
                <a:xfrm>
                  <a:off x="5952798" y="5394684"/>
                  <a:ext cx="1006792" cy="488386"/>
                </a:xfrm>
                <a:prstGeom prst="rect">
                  <a:avLst/>
                </a:prstGeom>
                <a:blipFill>
                  <a:blip r:embed="rId6"/>
                  <a:stretch>
                    <a:fillRect/>
                  </a:stretch>
                </a:blipFill>
              </p:spPr>
              <p:txBody>
                <a:bodyPr/>
                <a:lstStyle/>
                <a:p>
                  <a:r>
                    <a:rPr lang="en-US">
                      <a:noFill/>
                    </a:rPr>
                    <a:t> </a:t>
                  </a:r>
                </a:p>
              </p:txBody>
            </p:sp>
          </mc:Fallback>
        </mc:AlternateContent>
        <p:sp>
          <p:nvSpPr>
            <p:cNvPr id="13" name="Oval 12">
              <a:extLst>
                <a:ext uri="{FF2B5EF4-FFF2-40B4-BE49-F238E27FC236}">
                  <a16:creationId xmlns:a16="http://schemas.microsoft.com/office/drawing/2014/main" id="{0FCF814A-13CB-1CEA-5809-DCF08C987BAA}"/>
                </a:ext>
              </a:extLst>
            </p:cNvPr>
            <p:cNvSpPr>
              <a:spLocks noChangeAspect="1"/>
            </p:cNvSpPr>
            <p:nvPr/>
          </p:nvSpPr>
          <p:spPr>
            <a:xfrm>
              <a:off x="5552877" y="4569194"/>
              <a:ext cx="482803" cy="48280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p:cxnSp>
          <p:nvCxnSpPr>
            <p:cNvPr id="14" name="Straight Arrow Connector 13">
              <a:extLst>
                <a:ext uri="{FF2B5EF4-FFF2-40B4-BE49-F238E27FC236}">
                  <a16:creationId xmlns:a16="http://schemas.microsoft.com/office/drawing/2014/main" id="{DDD03AC0-B3EC-9AA5-C1A8-10C7C7F93F14}"/>
                </a:ext>
              </a:extLst>
            </p:cNvPr>
            <p:cNvCxnSpPr>
              <a:cxnSpLocks/>
              <a:stCxn id="13" idx="7"/>
              <a:endCxn id="5" idx="2"/>
            </p:cNvCxnSpPr>
            <p:nvPr/>
          </p:nvCxnSpPr>
          <p:spPr>
            <a:xfrm flipV="1">
              <a:off x="5964975" y="3718334"/>
              <a:ext cx="1409396" cy="921565"/>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6BEA55A0-A898-A7FF-65D6-88994CBDF206}"/>
                    </a:ext>
                  </a:extLst>
                </p:cNvPr>
                <p:cNvSpPr txBox="1"/>
                <p:nvPr/>
              </p:nvSpPr>
              <p:spPr>
                <a:xfrm>
                  <a:off x="4594773" y="4312450"/>
                  <a:ext cx="642780" cy="488386"/>
                </a:xfrm>
                <a:prstGeom prst="rect">
                  <a:avLst/>
                </a:prstGeom>
                <a:noFill/>
              </p:spPr>
              <p:txBody>
                <a:bodyPr wrap="square">
                  <a:spAutoFit/>
                </a:bodyPr>
                <a:lstStyle/>
                <a:p>
                  <a:pPr/>
                  <a14:m>
                    <m:oMathPara xmlns:m="http://schemas.openxmlformats.org/officeDocument/2006/math">
                      <m:oMath>
                        <m:sSub>
                          <m:sSubPr>
                            <m:ctrlPr>
                              <a:rPr lang="de-DE" sz="2000" b="0" i="0" smtClean="0">
                                <a:solidFill>
                                  <a:schemeClr val="tx1"/>
                                </a:solidFill>
                                <a:latin typeface="Cambria Math" panose="02040503050406030204" pitchFamily="18" charset="0"/>
                              </a:rPr>
                            </m:ctrlPr>
                          </m:sSubPr>
                          <m:e>
                            <m:r>
                              <m:rPr>
                                <m:sty m:val="p"/>
                              </m:rPr>
                              <a:rPr lang="de-DE" sz="2000" b="0" i="0" smtClean="0">
                                <a:solidFill>
                                  <a:schemeClr val="tx1"/>
                                </a:solidFill>
                                <a:latin typeface="Cambria Math" panose="02040503050406030204" pitchFamily="18" charset="0"/>
                              </a:rPr>
                              <m:t>m</m:t>
                            </m:r>
                          </m:e>
                          <m:sub>
                            <m:r>
                              <a:rPr lang="de-DE" sz="2000" b="0" i="1" smtClean="0">
                                <a:solidFill>
                                  <a:schemeClr val="tx1"/>
                                </a:solidFill>
                                <a:latin typeface="Cambria Math" panose="02040503050406030204" pitchFamily="18" charset="0"/>
                              </a:rPr>
                              <m:t>1</m:t>
                            </m:r>
                          </m:sub>
                        </m:sSub>
                      </m:oMath>
                    </m:oMathPara>
                  </a14:m>
                  <a:endParaRPr lang="en-US" sz="2000" dirty="0">
                    <a:solidFill>
                      <a:schemeClr val="tx1"/>
                    </a:solidFill>
                  </a:endParaRPr>
                </a:p>
              </p:txBody>
            </p:sp>
          </mc:Choice>
          <mc:Fallback xmlns="">
            <p:sp>
              <p:nvSpPr>
                <p:cNvPr id="15" name="TextBox 14">
                  <a:extLst>
                    <a:ext uri="{FF2B5EF4-FFF2-40B4-BE49-F238E27FC236}">
                      <a16:creationId xmlns:a16="http://schemas.microsoft.com/office/drawing/2014/main" id="{6BEA55A0-A898-A7FF-65D6-88994CBDF206}"/>
                    </a:ext>
                  </a:extLst>
                </p:cNvPr>
                <p:cNvSpPr txBox="1">
                  <a:spLocks noRot="1" noChangeAspect="1" noMove="1" noResize="1" noEditPoints="1" noAdjustHandles="1" noChangeArrowheads="1" noChangeShapeType="1" noTextEdit="1"/>
                </p:cNvSpPr>
                <p:nvPr/>
              </p:nvSpPr>
              <p:spPr>
                <a:xfrm>
                  <a:off x="4594773" y="4312450"/>
                  <a:ext cx="642780" cy="488386"/>
                </a:xfrm>
                <a:prstGeom prst="rect">
                  <a:avLst/>
                </a:prstGeom>
                <a:blipFill>
                  <a:blip r:embed="rId7"/>
                  <a:stretch>
                    <a:fillRect/>
                  </a:stretch>
                </a:blipFill>
              </p:spPr>
              <p:txBody>
                <a:bodyPr/>
                <a:lstStyle/>
                <a:p>
                  <a:r>
                    <a:rPr lang="en-US">
                      <a:noFill/>
                    </a:rPr>
                    <a:t> </a:t>
                  </a:r>
                </a:p>
              </p:txBody>
            </p:sp>
          </mc:Fallback>
        </mc:AlternateContent>
        <p:cxnSp>
          <p:nvCxnSpPr>
            <p:cNvPr id="16" name="Straight Arrow Connector 15">
              <a:extLst>
                <a:ext uri="{FF2B5EF4-FFF2-40B4-BE49-F238E27FC236}">
                  <a16:creationId xmlns:a16="http://schemas.microsoft.com/office/drawing/2014/main" id="{ACA066B0-F564-C542-8E6E-F86752336000}"/>
                </a:ext>
              </a:extLst>
            </p:cNvPr>
            <p:cNvCxnSpPr>
              <a:cxnSpLocks/>
              <a:stCxn id="59" idx="3"/>
              <a:endCxn id="24" idx="1"/>
            </p:cNvCxnSpPr>
            <p:nvPr/>
          </p:nvCxnSpPr>
          <p:spPr>
            <a:xfrm>
              <a:off x="3886356" y="4777001"/>
              <a:ext cx="1666789" cy="10475"/>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C471104D-CAF3-5038-EBED-25B3D0288361}"/>
                </a:ext>
              </a:extLst>
            </p:cNvPr>
            <p:cNvCxnSpPr>
              <a:cxnSpLocks/>
              <a:stCxn id="13" idx="5"/>
              <a:endCxn id="6" idx="2"/>
            </p:cNvCxnSpPr>
            <p:nvPr/>
          </p:nvCxnSpPr>
          <p:spPr>
            <a:xfrm>
              <a:off x="5964975" y="4981292"/>
              <a:ext cx="1420826" cy="939634"/>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sp>
          <p:nvSpPr>
            <p:cNvPr id="18" name="Oval 17">
              <a:extLst>
                <a:ext uri="{FF2B5EF4-FFF2-40B4-BE49-F238E27FC236}">
                  <a16:creationId xmlns:a16="http://schemas.microsoft.com/office/drawing/2014/main" id="{CB89A0DD-7238-CE30-4168-D802977DA6A3}"/>
                </a:ext>
              </a:extLst>
            </p:cNvPr>
            <p:cNvSpPr>
              <a:spLocks noChangeAspect="1"/>
            </p:cNvSpPr>
            <p:nvPr/>
          </p:nvSpPr>
          <p:spPr>
            <a:xfrm>
              <a:off x="9006653" y="4569194"/>
              <a:ext cx="482803" cy="48280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p:cxnSp>
          <p:nvCxnSpPr>
            <p:cNvPr id="19" name="Straight Arrow Connector 18">
              <a:extLst>
                <a:ext uri="{FF2B5EF4-FFF2-40B4-BE49-F238E27FC236}">
                  <a16:creationId xmlns:a16="http://schemas.microsoft.com/office/drawing/2014/main" id="{7EE95C04-8489-3195-81B6-710A1D08AD22}"/>
                </a:ext>
              </a:extLst>
            </p:cNvPr>
            <p:cNvCxnSpPr>
              <a:cxnSpLocks/>
              <a:stCxn id="18" idx="6"/>
            </p:cNvCxnSpPr>
            <p:nvPr/>
          </p:nvCxnSpPr>
          <p:spPr>
            <a:xfrm flipV="1">
              <a:off x="9489456" y="4810595"/>
              <a:ext cx="849454" cy="1"/>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E09DA66C-8552-B28A-ABB1-17606CD19EC7}"/>
                    </a:ext>
                  </a:extLst>
                </p:cNvPr>
                <p:cNvSpPr txBox="1"/>
                <p:nvPr/>
              </p:nvSpPr>
              <p:spPr>
                <a:xfrm>
                  <a:off x="9534117" y="4230272"/>
                  <a:ext cx="1006792" cy="488386"/>
                </a:xfrm>
                <a:prstGeom prst="rect">
                  <a:avLst/>
                </a:prstGeom>
                <a:noFill/>
              </p:spPr>
              <p:txBody>
                <a:bodyPr wrap="square">
                  <a:spAutoFit/>
                </a:bodyPr>
                <a:lstStyle/>
                <a:p>
                  <a:pPr/>
                  <a14:m>
                    <m:oMathPara xmlns:m="http://schemas.openxmlformats.org/officeDocument/2006/math">
                      <m:oMath>
                        <m:sSub>
                          <m:sSubPr>
                            <m:ctrlPr>
                              <a:rPr lang="de-DE" sz="2000" b="0" i="1" smtClean="0">
                                <a:latin typeface="Cambria Math" panose="02040503050406030204" pitchFamily="18" charset="0"/>
                              </a:rPr>
                            </m:ctrlPr>
                          </m:sSubPr>
                          <m:e>
                            <m:r>
                              <m:rPr>
                                <m:sty m:val="p"/>
                              </m:rPr>
                              <a:rPr lang="de-DE" sz="2000" b="0" i="1" smtClean="0">
                                <a:latin typeface="Cambria Math" panose="02040503050406030204" pitchFamily="18" charset="0"/>
                              </a:rPr>
                              <m:t>m</m:t>
                            </m:r>
                          </m:e>
                          <m:sub>
                            <m:r>
                              <a:rPr lang="de-DE" sz="2000" b="0" i="1" smtClean="0">
                                <a:latin typeface="Cambria Math" panose="02040503050406030204" pitchFamily="18" charset="0"/>
                              </a:rPr>
                              <m:t>5</m:t>
                            </m:r>
                          </m:sub>
                        </m:sSub>
                      </m:oMath>
                    </m:oMathPara>
                  </a14:m>
                  <a:endParaRPr lang="en-US" sz="2000" dirty="0"/>
                </a:p>
              </p:txBody>
            </p:sp>
          </mc:Choice>
          <mc:Fallback xmlns="">
            <p:sp>
              <p:nvSpPr>
                <p:cNvPr id="20" name="TextBox 19">
                  <a:extLst>
                    <a:ext uri="{FF2B5EF4-FFF2-40B4-BE49-F238E27FC236}">
                      <a16:creationId xmlns:a16="http://schemas.microsoft.com/office/drawing/2014/main" id="{E09DA66C-8552-B28A-ABB1-17606CD19EC7}"/>
                    </a:ext>
                  </a:extLst>
                </p:cNvPr>
                <p:cNvSpPr txBox="1">
                  <a:spLocks noRot="1" noChangeAspect="1" noMove="1" noResize="1" noEditPoints="1" noAdjustHandles="1" noChangeArrowheads="1" noChangeShapeType="1" noTextEdit="1"/>
                </p:cNvSpPr>
                <p:nvPr/>
              </p:nvSpPr>
              <p:spPr>
                <a:xfrm>
                  <a:off x="9534117" y="4230272"/>
                  <a:ext cx="1006792" cy="488386"/>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9298D320-3228-C3D6-2732-4F37AA47820D}"/>
                    </a:ext>
                  </a:extLst>
                </p:cNvPr>
                <p:cNvSpPr txBox="1"/>
                <p:nvPr/>
              </p:nvSpPr>
              <p:spPr>
                <a:xfrm>
                  <a:off x="7298156" y="3438526"/>
                  <a:ext cx="656402" cy="488386"/>
                </a:xfrm>
                <a:prstGeom prst="rect">
                  <a:avLst/>
                </a:prstGeom>
                <a:noFill/>
              </p:spPr>
              <p:txBody>
                <a:bodyPr wrap="square">
                  <a:spAutoFit/>
                </a:bodyPr>
                <a:lstStyle/>
                <a:p>
                  <a:pPr/>
                  <a14:m>
                    <m:oMathPara xmlns:m="http://schemas.openxmlformats.org/officeDocument/2006/math">
                      <m:oMath>
                        <m:sSub>
                          <m:sSubPr>
                            <m:ctrlPr>
                              <a:rPr lang="de-DE" sz="2000" b="0" i="1" smtClean="0">
                                <a:solidFill>
                                  <a:schemeClr val="bg1"/>
                                </a:solidFill>
                                <a:latin typeface="Cambria Math" panose="02040503050406030204" pitchFamily="18" charset="0"/>
                              </a:rPr>
                            </m:ctrlPr>
                          </m:sSubPr>
                          <m:e>
                            <m:r>
                              <m:rPr>
                                <m:sty m:val="p"/>
                              </m:rPr>
                              <a:rPr lang="de-DE" sz="2000" b="0" i="1" smtClean="0">
                                <a:solidFill>
                                  <a:schemeClr val="bg1"/>
                                </a:solidFill>
                                <a:latin typeface="Cambria Math" panose="02040503050406030204" pitchFamily="18" charset="0"/>
                              </a:rPr>
                              <m:t>r</m:t>
                            </m:r>
                          </m:e>
                          <m:sub>
                            <m:r>
                              <a:rPr lang="de-DE" sz="2000" b="0" i="1" smtClean="0">
                                <a:solidFill>
                                  <a:schemeClr val="bg1"/>
                                </a:solidFill>
                                <a:latin typeface="Cambria Math" panose="02040503050406030204" pitchFamily="18" charset="0"/>
                              </a:rPr>
                              <m:t>2</m:t>
                            </m:r>
                          </m:sub>
                        </m:sSub>
                      </m:oMath>
                    </m:oMathPara>
                  </a14:m>
                  <a:endParaRPr lang="en-US" sz="2000" dirty="0">
                    <a:solidFill>
                      <a:schemeClr val="bg1"/>
                    </a:solidFill>
                  </a:endParaRPr>
                </a:p>
              </p:txBody>
            </p:sp>
          </mc:Choice>
          <mc:Fallback xmlns="">
            <p:sp>
              <p:nvSpPr>
                <p:cNvPr id="22" name="TextBox 21">
                  <a:extLst>
                    <a:ext uri="{FF2B5EF4-FFF2-40B4-BE49-F238E27FC236}">
                      <a16:creationId xmlns:a16="http://schemas.microsoft.com/office/drawing/2014/main" id="{9298D320-3228-C3D6-2732-4F37AA47820D}"/>
                    </a:ext>
                  </a:extLst>
                </p:cNvPr>
                <p:cNvSpPr txBox="1">
                  <a:spLocks noRot="1" noChangeAspect="1" noMove="1" noResize="1" noEditPoints="1" noAdjustHandles="1" noChangeArrowheads="1" noChangeShapeType="1" noTextEdit="1"/>
                </p:cNvSpPr>
                <p:nvPr/>
              </p:nvSpPr>
              <p:spPr>
                <a:xfrm>
                  <a:off x="7298156" y="3438526"/>
                  <a:ext cx="656402" cy="488386"/>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3161631C-5624-57F6-DDEE-2296C332351A}"/>
                    </a:ext>
                  </a:extLst>
                </p:cNvPr>
                <p:cNvSpPr txBox="1"/>
                <p:nvPr/>
              </p:nvSpPr>
              <p:spPr>
                <a:xfrm>
                  <a:off x="7384705" y="5654213"/>
                  <a:ext cx="495606" cy="488386"/>
                </a:xfrm>
                <a:prstGeom prst="rect">
                  <a:avLst/>
                </a:prstGeom>
                <a:noFill/>
              </p:spPr>
              <p:txBody>
                <a:bodyPr wrap="square">
                  <a:spAutoFit/>
                </a:bodyPr>
                <a:lstStyle/>
                <a:p>
                  <a:pPr/>
                  <a14:m>
                    <m:oMathPara xmlns:m="http://schemas.openxmlformats.org/officeDocument/2006/math">
                      <m:oMath>
                        <m:sSub>
                          <m:sSubPr>
                            <m:ctrlPr>
                              <a:rPr lang="de-DE" sz="2000" b="0" i="1" smtClean="0">
                                <a:solidFill>
                                  <a:schemeClr val="bg1"/>
                                </a:solidFill>
                                <a:latin typeface="Cambria Math" panose="02040503050406030204" pitchFamily="18" charset="0"/>
                              </a:rPr>
                            </m:ctrlPr>
                          </m:sSubPr>
                          <m:e>
                            <m:r>
                              <m:rPr>
                                <m:sty m:val="p"/>
                              </m:rPr>
                              <a:rPr lang="de-DE" sz="2000" b="0" i="1" smtClean="0">
                                <a:solidFill>
                                  <a:schemeClr val="bg1"/>
                                </a:solidFill>
                                <a:latin typeface="Cambria Math" panose="02040503050406030204" pitchFamily="18" charset="0"/>
                              </a:rPr>
                              <m:t>r</m:t>
                            </m:r>
                          </m:e>
                          <m:sub>
                            <m:r>
                              <a:rPr lang="de-DE" sz="2000" b="0" i="1" smtClean="0">
                                <a:solidFill>
                                  <a:schemeClr val="bg1"/>
                                </a:solidFill>
                                <a:latin typeface="Cambria Math" panose="02040503050406030204" pitchFamily="18" charset="0"/>
                              </a:rPr>
                              <m:t>3</m:t>
                            </m:r>
                          </m:sub>
                        </m:sSub>
                      </m:oMath>
                    </m:oMathPara>
                  </a14:m>
                  <a:endParaRPr lang="en-US" sz="2000" dirty="0">
                    <a:solidFill>
                      <a:schemeClr val="bg1"/>
                    </a:solidFill>
                  </a:endParaRPr>
                </a:p>
              </p:txBody>
            </p:sp>
          </mc:Choice>
          <mc:Fallback xmlns="">
            <p:sp>
              <p:nvSpPr>
                <p:cNvPr id="23" name="TextBox 22">
                  <a:extLst>
                    <a:ext uri="{FF2B5EF4-FFF2-40B4-BE49-F238E27FC236}">
                      <a16:creationId xmlns:a16="http://schemas.microsoft.com/office/drawing/2014/main" id="{3161631C-5624-57F6-DDEE-2296C332351A}"/>
                    </a:ext>
                  </a:extLst>
                </p:cNvPr>
                <p:cNvSpPr txBox="1">
                  <a:spLocks noRot="1" noChangeAspect="1" noMove="1" noResize="1" noEditPoints="1" noAdjustHandles="1" noChangeArrowheads="1" noChangeShapeType="1" noTextEdit="1"/>
                </p:cNvSpPr>
                <p:nvPr/>
              </p:nvSpPr>
              <p:spPr>
                <a:xfrm>
                  <a:off x="7384705" y="5654213"/>
                  <a:ext cx="495606" cy="488386"/>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5AFCDF42-3D94-CB7B-1C62-7031F205AF9D}"/>
                    </a:ext>
                  </a:extLst>
                </p:cNvPr>
                <p:cNvSpPr txBox="1"/>
                <p:nvPr/>
              </p:nvSpPr>
              <p:spPr>
                <a:xfrm>
                  <a:off x="5553145" y="4543284"/>
                  <a:ext cx="527465" cy="488386"/>
                </a:xfrm>
                <a:prstGeom prst="rect">
                  <a:avLst/>
                </a:prstGeom>
                <a:noFill/>
              </p:spPr>
              <p:txBody>
                <a:bodyPr wrap="square">
                  <a:spAutoFit/>
                </a:bodyPr>
                <a:lstStyle/>
                <a:p>
                  <a:pPr/>
                  <a14:m>
                    <m:oMathPara xmlns:m="http://schemas.openxmlformats.org/officeDocument/2006/math">
                      <m:oMath>
                        <m:sSub>
                          <m:sSubPr>
                            <m:ctrlPr>
                              <a:rPr lang="de-DE" sz="2000" b="0" i="1" smtClean="0">
                                <a:solidFill>
                                  <a:schemeClr val="bg1"/>
                                </a:solidFill>
                                <a:latin typeface="Cambria Math" panose="02040503050406030204" pitchFamily="18" charset="0"/>
                              </a:rPr>
                            </m:ctrlPr>
                          </m:sSubPr>
                          <m:e>
                            <m:r>
                              <m:rPr>
                                <m:sty m:val="p"/>
                              </m:rPr>
                              <a:rPr lang="de-DE" sz="2000" b="0" i="1" smtClean="0">
                                <a:solidFill>
                                  <a:schemeClr val="bg1"/>
                                </a:solidFill>
                                <a:latin typeface="Cambria Math" panose="02040503050406030204" pitchFamily="18" charset="0"/>
                              </a:rPr>
                              <m:t>r</m:t>
                            </m:r>
                          </m:e>
                          <m:sub>
                            <m:r>
                              <a:rPr lang="de-DE" sz="2000" b="0" i="1" smtClean="0">
                                <a:solidFill>
                                  <a:schemeClr val="bg1"/>
                                </a:solidFill>
                                <a:latin typeface="Cambria Math" panose="02040503050406030204" pitchFamily="18" charset="0"/>
                              </a:rPr>
                              <m:t>1</m:t>
                            </m:r>
                          </m:sub>
                        </m:sSub>
                      </m:oMath>
                    </m:oMathPara>
                  </a14:m>
                  <a:endParaRPr lang="en-US" sz="2000" dirty="0">
                    <a:solidFill>
                      <a:schemeClr val="bg1"/>
                    </a:solidFill>
                  </a:endParaRPr>
                </a:p>
              </p:txBody>
            </p:sp>
          </mc:Choice>
          <mc:Fallback xmlns="">
            <p:sp>
              <p:nvSpPr>
                <p:cNvPr id="24" name="TextBox 23">
                  <a:extLst>
                    <a:ext uri="{FF2B5EF4-FFF2-40B4-BE49-F238E27FC236}">
                      <a16:creationId xmlns:a16="http://schemas.microsoft.com/office/drawing/2014/main" id="{5AFCDF42-3D94-CB7B-1C62-7031F205AF9D}"/>
                    </a:ext>
                  </a:extLst>
                </p:cNvPr>
                <p:cNvSpPr txBox="1">
                  <a:spLocks noRot="1" noChangeAspect="1" noMove="1" noResize="1" noEditPoints="1" noAdjustHandles="1" noChangeArrowheads="1" noChangeShapeType="1" noTextEdit="1"/>
                </p:cNvSpPr>
                <p:nvPr/>
              </p:nvSpPr>
              <p:spPr>
                <a:xfrm>
                  <a:off x="5553145" y="4543284"/>
                  <a:ext cx="527465" cy="488386"/>
                </a:xfrm>
                <a:prstGeom prst="rect">
                  <a:avLst/>
                </a:prstGeom>
                <a:blipFill>
                  <a:blip r:embed="rId11"/>
                  <a:stretch>
                    <a:fillRect/>
                  </a:stretch>
                </a:blipFill>
              </p:spPr>
              <p:txBody>
                <a:bodyPr/>
                <a:lstStyle/>
                <a:p>
                  <a:r>
                    <a:rPr lang="en-US">
                      <a:noFill/>
                    </a:rPr>
                    <a:t> </a:t>
                  </a:r>
                </a:p>
              </p:txBody>
            </p:sp>
          </mc:Fallback>
        </mc:AlternateContent>
        <p:sp>
          <p:nvSpPr>
            <p:cNvPr id="25" name="Oval 24">
              <a:extLst>
                <a:ext uri="{FF2B5EF4-FFF2-40B4-BE49-F238E27FC236}">
                  <a16:creationId xmlns:a16="http://schemas.microsoft.com/office/drawing/2014/main" id="{F7A24FD1-B664-51DE-284F-6B5B8FAC55D6}"/>
                </a:ext>
              </a:extLst>
            </p:cNvPr>
            <p:cNvSpPr>
              <a:spLocks noChangeAspect="1"/>
            </p:cNvSpPr>
            <p:nvPr/>
          </p:nvSpPr>
          <p:spPr>
            <a:xfrm>
              <a:off x="2162283" y="5459824"/>
              <a:ext cx="482803" cy="48280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p:cxnSp>
          <p:nvCxnSpPr>
            <p:cNvPr id="28" name="Straight Connector 27">
              <a:extLst>
                <a:ext uri="{FF2B5EF4-FFF2-40B4-BE49-F238E27FC236}">
                  <a16:creationId xmlns:a16="http://schemas.microsoft.com/office/drawing/2014/main" id="{B786709F-0005-62C2-7094-39303C3C6F64}"/>
                </a:ext>
              </a:extLst>
            </p:cNvPr>
            <p:cNvCxnSpPr/>
            <p:nvPr/>
          </p:nvCxnSpPr>
          <p:spPr>
            <a:xfrm>
              <a:off x="2311564" y="5701226"/>
              <a:ext cx="200025" cy="0"/>
            </a:xfrm>
            <a:prstGeom prst="line">
              <a:avLst/>
            </a:prstGeom>
            <a:ln w="25400">
              <a:solidFill>
                <a:schemeClr val="bg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9" name="Rectangle: Rounded Corners 28">
                  <a:extLst>
                    <a:ext uri="{FF2B5EF4-FFF2-40B4-BE49-F238E27FC236}">
                      <a16:creationId xmlns:a16="http://schemas.microsoft.com/office/drawing/2014/main" id="{2549734C-6058-ED45-204C-9A135258E468}"/>
                    </a:ext>
                  </a:extLst>
                </p:cNvPr>
                <p:cNvSpPr/>
                <p:nvPr/>
              </p:nvSpPr>
              <p:spPr>
                <a:xfrm>
                  <a:off x="1500747" y="6121476"/>
                  <a:ext cx="590900" cy="46166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sSup>
                          <m:sSupPr>
                            <m:ctrlPr>
                              <a:rPr lang="de-DE" sz="1600" b="0" i="1" smtClean="0">
                                <a:latin typeface="Cambria Math" panose="02040503050406030204" pitchFamily="18" charset="0"/>
                              </a:rPr>
                            </m:ctrlPr>
                          </m:sSupPr>
                          <m:e>
                            <m:r>
                              <m:rPr>
                                <m:sty m:val="p"/>
                              </m:rPr>
                              <a:rPr lang="de-DE" sz="1600" b="0" i="1" smtClean="0">
                                <a:latin typeface="Cambria Math" panose="02040503050406030204" pitchFamily="18" charset="0"/>
                              </a:rPr>
                              <m:t>z</m:t>
                            </m:r>
                          </m:e>
                          <m:sup>
                            <m:r>
                              <a:rPr lang="de-DE" sz="1600" b="0" i="1" smtClean="0">
                                <a:latin typeface="Cambria Math" panose="02040503050406030204" pitchFamily="18" charset="0"/>
                              </a:rPr>
                              <m:t>−1</m:t>
                            </m:r>
                          </m:sup>
                        </m:sSup>
                      </m:oMath>
                    </m:oMathPara>
                  </a14:m>
                  <a:endParaRPr lang="en-US" sz="1600" dirty="0"/>
                </a:p>
              </p:txBody>
            </p:sp>
          </mc:Choice>
          <mc:Fallback xmlns="">
            <p:sp>
              <p:nvSpPr>
                <p:cNvPr id="29" name="Rectangle: Rounded Corners 28">
                  <a:extLst>
                    <a:ext uri="{FF2B5EF4-FFF2-40B4-BE49-F238E27FC236}">
                      <a16:creationId xmlns:a16="http://schemas.microsoft.com/office/drawing/2014/main" id="{2549734C-6058-ED45-204C-9A135258E468}"/>
                    </a:ext>
                  </a:extLst>
                </p:cNvPr>
                <p:cNvSpPr>
                  <a:spLocks noRot="1" noChangeAspect="1" noMove="1" noResize="1" noEditPoints="1" noAdjustHandles="1" noChangeArrowheads="1" noChangeShapeType="1" noTextEdit="1"/>
                </p:cNvSpPr>
                <p:nvPr/>
              </p:nvSpPr>
              <p:spPr>
                <a:xfrm>
                  <a:off x="1500747" y="6121476"/>
                  <a:ext cx="590900" cy="461665"/>
                </a:xfrm>
                <a:prstGeom prst="roundRect">
                  <a:avLst/>
                </a:prstGeom>
                <a:blipFill>
                  <a:blip r:embed="rId12"/>
                  <a:stretch>
                    <a:fillRect/>
                  </a:stretch>
                </a:blipFill>
              </p:spPr>
              <p:txBody>
                <a:bodyPr/>
                <a:lstStyle/>
                <a:p>
                  <a:r>
                    <a:rPr lang="en-US">
                      <a:noFill/>
                    </a:rPr>
                    <a:t> </a:t>
                  </a:r>
                </a:p>
              </p:txBody>
            </p:sp>
          </mc:Fallback>
        </mc:AlternateContent>
        <p:cxnSp>
          <p:nvCxnSpPr>
            <p:cNvPr id="31" name="Connector: Elbow 30">
              <a:extLst>
                <a:ext uri="{FF2B5EF4-FFF2-40B4-BE49-F238E27FC236}">
                  <a16:creationId xmlns:a16="http://schemas.microsoft.com/office/drawing/2014/main" id="{3B45A1C2-4BF1-1451-E366-17DA8665ECF6}"/>
                </a:ext>
              </a:extLst>
            </p:cNvPr>
            <p:cNvCxnSpPr>
              <a:stCxn id="29" idx="3"/>
              <a:endCxn id="25" idx="4"/>
            </p:cNvCxnSpPr>
            <p:nvPr/>
          </p:nvCxnSpPr>
          <p:spPr>
            <a:xfrm flipV="1">
              <a:off x="2091647" y="5942627"/>
              <a:ext cx="312038" cy="409682"/>
            </a:xfrm>
            <a:prstGeom prst="bentConnector2">
              <a:avLst/>
            </a:prstGeom>
            <a:ln>
              <a:tailEnd type="triangle" w="lg" len="lg"/>
            </a:ln>
          </p:spPr>
          <p:style>
            <a:lnRef idx="2">
              <a:schemeClr val="accent1"/>
            </a:lnRef>
            <a:fillRef idx="0">
              <a:schemeClr val="accent1"/>
            </a:fillRef>
            <a:effectRef idx="1">
              <a:schemeClr val="accent1"/>
            </a:effectRef>
            <a:fontRef idx="minor">
              <a:schemeClr val="tx1"/>
            </a:fontRef>
          </p:style>
        </p:cxnSp>
        <p:sp>
          <p:nvSpPr>
            <p:cNvPr id="33" name="Rectangle 32">
              <a:extLst>
                <a:ext uri="{FF2B5EF4-FFF2-40B4-BE49-F238E27FC236}">
                  <a16:creationId xmlns:a16="http://schemas.microsoft.com/office/drawing/2014/main" id="{AC202F91-1E89-2F89-FE72-BAA1B634663F}"/>
                </a:ext>
              </a:extLst>
            </p:cNvPr>
            <p:cNvSpPr/>
            <p:nvPr/>
          </p:nvSpPr>
          <p:spPr>
            <a:xfrm>
              <a:off x="5279539" y="3119438"/>
              <a:ext cx="4430675" cy="3738562"/>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39618495-F57B-3E94-E458-40865FD38D00}"/>
                    </a:ext>
                  </a:extLst>
                </p:cNvPr>
                <p:cNvSpPr txBox="1"/>
                <p:nvPr/>
              </p:nvSpPr>
              <p:spPr>
                <a:xfrm>
                  <a:off x="8996705" y="4544994"/>
                  <a:ext cx="527465" cy="488386"/>
                </a:xfrm>
                <a:prstGeom prst="rect">
                  <a:avLst/>
                </a:prstGeom>
                <a:noFill/>
              </p:spPr>
              <p:txBody>
                <a:bodyPr wrap="square">
                  <a:spAutoFit/>
                </a:bodyPr>
                <a:lstStyle/>
                <a:p>
                  <a:pPr/>
                  <a14:m>
                    <m:oMathPara xmlns:m="http://schemas.openxmlformats.org/officeDocument/2006/math">
                      <m:oMath>
                        <m:sSub>
                          <m:sSubPr>
                            <m:ctrlPr>
                              <a:rPr lang="de-DE" sz="2000" b="0" i="1" smtClean="0">
                                <a:solidFill>
                                  <a:schemeClr val="bg1"/>
                                </a:solidFill>
                                <a:latin typeface="Cambria Math" panose="02040503050406030204" pitchFamily="18" charset="0"/>
                              </a:rPr>
                            </m:ctrlPr>
                          </m:sSubPr>
                          <m:e>
                            <m:r>
                              <m:rPr>
                                <m:sty m:val="p"/>
                              </m:rPr>
                              <a:rPr lang="de-DE" sz="2000" b="0" i="1" smtClean="0">
                                <a:solidFill>
                                  <a:schemeClr val="bg1"/>
                                </a:solidFill>
                                <a:latin typeface="Cambria Math" panose="02040503050406030204" pitchFamily="18" charset="0"/>
                              </a:rPr>
                              <m:t>r</m:t>
                            </m:r>
                          </m:e>
                          <m:sub>
                            <m:r>
                              <a:rPr lang="de-DE" sz="2000" b="0" i="1" smtClean="0">
                                <a:solidFill>
                                  <a:schemeClr val="bg1"/>
                                </a:solidFill>
                                <a:latin typeface="Cambria Math" panose="02040503050406030204" pitchFamily="18" charset="0"/>
                              </a:rPr>
                              <m:t>4</m:t>
                            </m:r>
                          </m:sub>
                        </m:sSub>
                      </m:oMath>
                    </m:oMathPara>
                  </a14:m>
                  <a:endParaRPr lang="en-US" sz="2000" dirty="0">
                    <a:solidFill>
                      <a:schemeClr val="bg1"/>
                    </a:solidFill>
                  </a:endParaRPr>
                </a:p>
              </p:txBody>
            </p:sp>
          </mc:Choice>
          <mc:Fallback xmlns="">
            <p:sp>
              <p:nvSpPr>
                <p:cNvPr id="38" name="TextBox 37">
                  <a:extLst>
                    <a:ext uri="{FF2B5EF4-FFF2-40B4-BE49-F238E27FC236}">
                      <a16:creationId xmlns:a16="http://schemas.microsoft.com/office/drawing/2014/main" id="{39618495-F57B-3E94-E458-40865FD38D00}"/>
                    </a:ext>
                  </a:extLst>
                </p:cNvPr>
                <p:cNvSpPr txBox="1">
                  <a:spLocks noRot="1" noChangeAspect="1" noMove="1" noResize="1" noEditPoints="1" noAdjustHandles="1" noChangeArrowheads="1" noChangeShapeType="1" noTextEdit="1"/>
                </p:cNvSpPr>
                <p:nvPr/>
              </p:nvSpPr>
              <p:spPr>
                <a:xfrm>
                  <a:off x="8996705" y="4544994"/>
                  <a:ext cx="527465" cy="488386"/>
                </a:xfrm>
                <a:prstGeom prst="rect">
                  <a:avLst/>
                </a:prstGeom>
                <a:blipFill>
                  <a:blip r:embed="rId13"/>
                  <a:stretch>
                    <a:fillRect/>
                  </a:stretch>
                </a:blipFill>
              </p:spPr>
              <p:txBody>
                <a:bodyPr/>
                <a:lstStyle/>
                <a:p>
                  <a:r>
                    <a:rPr lang="en-US">
                      <a:noFill/>
                    </a:rPr>
                    <a:t> </a:t>
                  </a:r>
                </a:p>
              </p:txBody>
            </p:sp>
          </mc:Fallback>
        </mc:AlternateContent>
        <p:cxnSp>
          <p:nvCxnSpPr>
            <p:cNvPr id="39" name="Straight Arrow Connector 38">
              <a:extLst>
                <a:ext uri="{FF2B5EF4-FFF2-40B4-BE49-F238E27FC236}">
                  <a16:creationId xmlns:a16="http://schemas.microsoft.com/office/drawing/2014/main" id="{711C2E01-344B-B5CF-7568-E9EEAB003DEB}"/>
                </a:ext>
              </a:extLst>
            </p:cNvPr>
            <p:cNvCxnSpPr>
              <a:cxnSpLocks/>
              <a:endCxn id="25" idx="2"/>
            </p:cNvCxnSpPr>
            <p:nvPr/>
          </p:nvCxnSpPr>
          <p:spPr>
            <a:xfrm flipV="1">
              <a:off x="508609" y="5701226"/>
              <a:ext cx="1653674" cy="10569"/>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44" name="Connector: Elbow 43">
              <a:extLst>
                <a:ext uri="{FF2B5EF4-FFF2-40B4-BE49-F238E27FC236}">
                  <a16:creationId xmlns:a16="http://schemas.microsoft.com/office/drawing/2014/main" id="{934DC3F9-B263-7ADF-9A4E-A1064682069E}"/>
                </a:ext>
              </a:extLst>
            </p:cNvPr>
            <p:cNvCxnSpPr>
              <a:cxnSpLocks/>
              <a:endCxn id="29" idx="1"/>
            </p:cNvCxnSpPr>
            <p:nvPr/>
          </p:nvCxnSpPr>
          <p:spPr>
            <a:xfrm rot="16200000" flipH="1">
              <a:off x="1022417" y="5873979"/>
              <a:ext cx="647574" cy="309085"/>
            </a:xfrm>
            <a:prstGeom prst="bentConnector2">
              <a:avLst/>
            </a:prstGeom>
            <a:ln>
              <a:tailEnd type="triangle" w="lg" len="lg"/>
            </a:ln>
          </p:spPr>
          <p:style>
            <a:lnRef idx="2">
              <a:schemeClr val="accent1"/>
            </a:lnRef>
            <a:fillRef idx="0">
              <a:schemeClr val="accent1"/>
            </a:fillRef>
            <a:effectRef idx="1">
              <a:schemeClr val="accent1"/>
            </a:effectRef>
            <a:fontRef idx="minor">
              <a:schemeClr val="tx1"/>
            </a:fontRef>
          </p:style>
        </p:cxnSp>
        <p:sp>
          <p:nvSpPr>
            <p:cNvPr id="46" name="TextBox 45">
              <a:extLst>
                <a:ext uri="{FF2B5EF4-FFF2-40B4-BE49-F238E27FC236}">
                  <a16:creationId xmlns:a16="http://schemas.microsoft.com/office/drawing/2014/main" id="{7DB8D043-8754-7F09-1831-A7E947AA9BF2}"/>
                </a:ext>
              </a:extLst>
            </p:cNvPr>
            <p:cNvSpPr txBox="1"/>
            <p:nvPr/>
          </p:nvSpPr>
          <p:spPr>
            <a:xfrm>
              <a:off x="5441119" y="3206908"/>
              <a:ext cx="667617" cy="488386"/>
            </a:xfrm>
            <a:prstGeom prst="rect">
              <a:avLst/>
            </a:prstGeom>
            <a:noFill/>
          </p:spPr>
          <p:txBody>
            <a:bodyPr wrap="none" rtlCol="0">
              <a:spAutoFit/>
            </a:bodyPr>
            <a:lstStyle/>
            <a:p>
              <a:r>
                <a:rPr lang="en-US" sz="2000" dirty="0"/>
                <a:t>NN</a:t>
              </a:r>
            </a:p>
          </p:txBody>
        </p:sp>
        <p:sp>
          <p:nvSpPr>
            <p:cNvPr id="47" name="Rectangle 46">
              <a:extLst>
                <a:ext uri="{FF2B5EF4-FFF2-40B4-BE49-F238E27FC236}">
                  <a16:creationId xmlns:a16="http://schemas.microsoft.com/office/drawing/2014/main" id="{19CB5A84-297E-4DF0-FA88-244832A8AC6F}"/>
                </a:ext>
              </a:extLst>
            </p:cNvPr>
            <p:cNvSpPr/>
            <p:nvPr/>
          </p:nvSpPr>
          <p:spPr>
            <a:xfrm>
              <a:off x="804196" y="3074988"/>
              <a:ext cx="3636877" cy="3738562"/>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DFA9E20F-3235-7F2F-A7E9-AA7E5B206F01}"/>
                    </a:ext>
                  </a:extLst>
                </p:cNvPr>
                <p:cNvSpPr txBox="1"/>
                <p:nvPr/>
              </p:nvSpPr>
              <p:spPr>
                <a:xfrm>
                  <a:off x="0" y="5134714"/>
                  <a:ext cx="642780" cy="488386"/>
                </a:xfrm>
                <a:prstGeom prst="rect">
                  <a:avLst/>
                </a:prstGeom>
                <a:noFill/>
              </p:spPr>
              <p:txBody>
                <a:bodyPr wrap="square">
                  <a:spAutoFit/>
                </a:bodyPr>
                <a:lstStyle/>
                <a:p>
                  <a:pPr/>
                  <a14:m>
                    <m:oMathPara xmlns:m="http://schemas.openxmlformats.org/officeDocument/2006/math">
                      <m:oMath>
                        <m:sSub>
                          <m:sSubPr>
                            <m:ctrlPr>
                              <a:rPr lang="de-DE" sz="2000" b="0" i="0" smtClean="0">
                                <a:solidFill>
                                  <a:schemeClr val="tx1"/>
                                </a:solidFill>
                                <a:latin typeface="Cambria Math" panose="02040503050406030204" pitchFamily="18" charset="0"/>
                              </a:rPr>
                            </m:ctrlPr>
                          </m:sSubPr>
                          <m:e>
                            <m:r>
                              <m:rPr>
                                <m:sty m:val="p"/>
                              </m:rPr>
                              <a:rPr lang="de-DE" sz="2000" b="0" i="0" smtClean="0">
                                <a:solidFill>
                                  <a:schemeClr val="tx1"/>
                                </a:solidFill>
                                <a:latin typeface="Cambria Math" panose="02040503050406030204" pitchFamily="18" charset="0"/>
                              </a:rPr>
                              <m:t>m</m:t>
                            </m:r>
                          </m:e>
                          <m:sub>
                            <m:r>
                              <m:rPr>
                                <m:sty m:val="p"/>
                              </m:rPr>
                              <a:rPr lang="de-DE" sz="2000" b="0" i="1" smtClean="0">
                                <a:solidFill>
                                  <a:schemeClr val="tx1"/>
                                </a:solidFill>
                                <a:latin typeface="Cambria Math" panose="02040503050406030204" pitchFamily="18" charset="0"/>
                              </a:rPr>
                              <m:t>in</m:t>
                            </m:r>
                          </m:sub>
                        </m:sSub>
                      </m:oMath>
                    </m:oMathPara>
                  </a14:m>
                  <a:endParaRPr lang="en-US" sz="2000" dirty="0">
                    <a:solidFill>
                      <a:schemeClr val="tx1"/>
                    </a:solidFill>
                  </a:endParaRPr>
                </a:p>
              </p:txBody>
            </p:sp>
          </mc:Choice>
          <mc:Fallback xmlns="">
            <p:sp>
              <p:nvSpPr>
                <p:cNvPr id="49" name="TextBox 48">
                  <a:extLst>
                    <a:ext uri="{FF2B5EF4-FFF2-40B4-BE49-F238E27FC236}">
                      <a16:creationId xmlns:a16="http://schemas.microsoft.com/office/drawing/2014/main" id="{DFA9E20F-3235-7F2F-A7E9-AA7E5B206F01}"/>
                    </a:ext>
                  </a:extLst>
                </p:cNvPr>
                <p:cNvSpPr txBox="1">
                  <a:spLocks noRot="1" noChangeAspect="1" noMove="1" noResize="1" noEditPoints="1" noAdjustHandles="1" noChangeArrowheads="1" noChangeShapeType="1" noTextEdit="1"/>
                </p:cNvSpPr>
                <p:nvPr/>
              </p:nvSpPr>
              <p:spPr>
                <a:xfrm>
                  <a:off x="0" y="5134714"/>
                  <a:ext cx="642780" cy="488386"/>
                </a:xfrm>
                <a:prstGeom prst="rect">
                  <a:avLst/>
                </a:prstGeom>
                <a:blipFill>
                  <a:blip r:embed="rId14"/>
                  <a:stretch>
                    <a:fillRect r="-4651" b="-1538"/>
                  </a:stretch>
                </a:blipFill>
              </p:spPr>
              <p:txBody>
                <a:bodyPr/>
                <a:lstStyle/>
                <a:p>
                  <a:r>
                    <a:rPr lang="en-US">
                      <a:noFill/>
                    </a:rPr>
                    <a:t> </a:t>
                  </a:r>
                </a:p>
              </p:txBody>
            </p:sp>
          </mc:Fallback>
        </mc:AlternateContent>
        <p:sp>
          <p:nvSpPr>
            <p:cNvPr id="50" name="TextBox 49">
              <a:extLst>
                <a:ext uri="{FF2B5EF4-FFF2-40B4-BE49-F238E27FC236}">
                  <a16:creationId xmlns:a16="http://schemas.microsoft.com/office/drawing/2014/main" id="{F314ED3C-1C5E-8A29-60D3-11106253B277}"/>
                </a:ext>
              </a:extLst>
            </p:cNvPr>
            <p:cNvSpPr txBox="1"/>
            <p:nvPr/>
          </p:nvSpPr>
          <p:spPr>
            <a:xfrm>
              <a:off x="804196" y="3138127"/>
              <a:ext cx="2667649" cy="488386"/>
            </a:xfrm>
            <a:prstGeom prst="rect">
              <a:avLst/>
            </a:prstGeom>
            <a:noFill/>
          </p:spPr>
          <p:txBody>
            <a:bodyPr wrap="none" rtlCol="0">
              <a:spAutoFit/>
            </a:bodyPr>
            <a:lstStyle/>
            <a:p>
              <a:r>
                <a:rPr lang="en-US" sz="2000" dirty="0"/>
                <a:t>Feature extraction</a:t>
              </a:r>
            </a:p>
          </p:txBody>
        </p:sp>
        <p:cxnSp>
          <p:nvCxnSpPr>
            <p:cNvPr id="58" name="Connector: Elbow 57">
              <a:extLst>
                <a:ext uri="{FF2B5EF4-FFF2-40B4-BE49-F238E27FC236}">
                  <a16:creationId xmlns:a16="http://schemas.microsoft.com/office/drawing/2014/main" id="{3FB76E3D-8ADE-CCD4-A639-BC1DB8875630}"/>
                </a:ext>
              </a:extLst>
            </p:cNvPr>
            <p:cNvCxnSpPr>
              <a:cxnSpLocks/>
              <a:stCxn id="25" idx="6"/>
              <a:endCxn id="59" idx="2"/>
            </p:cNvCxnSpPr>
            <p:nvPr/>
          </p:nvCxnSpPr>
          <p:spPr>
            <a:xfrm flipV="1">
              <a:off x="2645086" y="5051321"/>
              <a:ext cx="966950" cy="649905"/>
            </a:xfrm>
            <a:prstGeom prst="bentConnector2">
              <a:avLst/>
            </a:prstGeom>
            <a:ln>
              <a:tailEnd type="triangle" w="lg" len="lg"/>
            </a:ln>
          </p:spPr>
          <p:style>
            <a:lnRef idx="2">
              <a:schemeClr val="accent1"/>
            </a:lnRef>
            <a:fillRef idx="0">
              <a:schemeClr val="accent1"/>
            </a:fillRef>
            <a:effectRef idx="1">
              <a:schemeClr val="accent1"/>
            </a:effectRef>
            <a:fontRef idx="minor">
              <a:schemeClr val="tx1"/>
            </a:fontRef>
          </p:style>
        </p:cxnSp>
        <p:sp>
          <p:nvSpPr>
            <p:cNvPr id="59" name="Rectangle 58">
              <a:extLst>
                <a:ext uri="{FF2B5EF4-FFF2-40B4-BE49-F238E27FC236}">
                  <a16:creationId xmlns:a16="http://schemas.microsoft.com/office/drawing/2014/main" id="{93B06C1D-22D8-4082-4893-FC4BF04A2182}"/>
                </a:ext>
              </a:extLst>
            </p:cNvPr>
            <p:cNvSpPr/>
            <p:nvPr/>
          </p:nvSpPr>
          <p:spPr>
            <a:xfrm>
              <a:off x="3337716" y="4502681"/>
              <a:ext cx="548640" cy="5486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p:cxnSp>
          <p:nvCxnSpPr>
            <p:cNvPr id="66" name="Connector: Elbow 65">
              <a:extLst>
                <a:ext uri="{FF2B5EF4-FFF2-40B4-BE49-F238E27FC236}">
                  <a16:creationId xmlns:a16="http://schemas.microsoft.com/office/drawing/2014/main" id="{11C2D39D-C677-A608-68FC-C1B26F54475C}"/>
                </a:ext>
              </a:extLst>
            </p:cNvPr>
            <p:cNvCxnSpPr>
              <a:cxnSpLocks/>
            </p:cNvCxnSpPr>
            <p:nvPr/>
          </p:nvCxnSpPr>
          <p:spPr>
            <a:xfrm rot="5400000">
              <a:off x="3443019" y="4772133"/>
              <a:ext cx="214001" cy="134721"/>
            </a:xfrm>
            <a:prstGeom prst="bentConnector3">
              <a:avLst/>
            </a:prstGeom>
            <a:ln>
              <a:solidFill>
                <a:schemeClr val="bg1"/>
              </a:solidFill>
            </a:ln>
          </p:spPr>
          <p:style>
            <a:lnRef idx="2">
              <a:schemeClr val="accent1"/>
            </a:lnRef>
            <a:fillRef idx="0">
              <a:schemeClr val="accent1"/>
            </a:fillRef>
            <a:effectRef idx="1">
              <a:schemeClr val="accent1"/>
            </a:effectRef>
            <a:fontRef idx="minor">
              <a:schemeClr val="tx1"/>
            </a:fontRef>
          </p:style>
        </p:cxnSp>
        <p:cxnSp>
          <p:nvCxnSpPr>
            <p:cNvPr id="69" name="Connector: Elbow 68">
              <a:extLst>
                <a:ext uri="{FF2B5EF4-FFF2-40B4-BE49-F238E27FC236}">
                  <a16:creationId xmlns:a16="http://schemas.microsoft.com/office/drawing/2014/main" id="{7B5E5544-2320-4C27-36E5-07297985DFB0}"/>
                </a:ext>
              </a:extLst>
            </p:cNvPr>
            <p:cNvCxnSpPr>
              <a:cxnSpLocks/>
            </p:cNvCxnSpPr>
            <p:nvPr/>
          </p:nvCxnSpPr>
          <p:spPr>
            <a:xfrm rot="5400000">
              <a:off x="3576377" y="4663447"/>
              <a:ext cx="214001" cy="134721"/>
            </a:xfrm>
            <a:prstGeom prst="bentConnector3">
              <a:avLst/>
            </a:prstGeom>
            <a:ln>
              <a:solidFill>
                <a:schemeClr val="bg1"/>
              </a:solidFill>
            </a:ln>
          </p:spPr>
          <p:style>
            <a:lnRef idx="2">
              <a:schemeClr val="accent1"/>
            </a:lnRef>
            <a:fillRef idx="0">
              <a:schemeClr val="accent1"/>
            </a:fillRef>
            <a:effectRef idx="1">
              <a:schemeClr val="accent1"/>
            </a:effectRef>
            <a:fontRef idx="minor">
              <a:schemeClr val="tx1"/>
            </a:fontRef>
          </p:style>
        </p:cxnSp>
        <p:cxnSp>
          <p:nvCxnSpPr>
            <p:cNvPr id="72" name="Straight Connector 71">
              <a:extLst>
                <a:ext uri="{FF2B5EF4-FFF2-40B4-BE49-F238E27FC236}">
                  <a16:creationId xmlns:a16="http://schemas.microsoft.com/office/drawing/2014/main" id="{E28A441B-3680-2F86-4496-8C0EA3B33128}"/>
                </a:ext>
              </a:extLst>
            </p:cNvPr>
            <p:cNvCxnSpPr/>
            <p:nvPr/>
          </p:nvCxnSpPr>
          <p:spPr>
            <a:xfrm>
              <a:off x="3744878" y="4629188"/>
              <a:ext cx="109728"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cxnSp>
          <p:nvCxnSpPr>
            <p:cNvPr id="73" name="Straight Connector 72">
              <a:extLst>
                <a:ext uri="{FF2B5EF4-FFF2-40B4-BE49-F238E27FC236}">
                  <a16:creationId xmlns:a16="http://schemas.microsoft.com/office/drawing/2014/main" id="{EBE9CFBD-4E16-5404-C279-C0D6CECC2104}"/>
                </a:ext>
              </a:extLst>
            </p:cNvPr>
            <p:cNvCxnSpPr/>
            <p:nvPr/>
          </p:nvCxnSpPr>
          <p:spPr>
            <a:xfrm>
              <a:off x="3375312" y="4935426"/>
              <a:ext cx="109728"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78" name="TextBox 77">
              <a:extLst>
                <a:ext uri="{FF2B5EF4-FFF2-40B4-BE49-F238E27FC236}">
                  <a16:creationId xmlns:a16="http://schemas.microsoft.com/office/drawing/2014/main" id="{2F2BE57F-2A1B-997F-52C7-3791A48AB5AF}"/>
                </a:ext>
              </a:extLst>
            </p:cNvPr>
            <p:cNvSpPr txBox="1"/>
            <p:nvPr/>
          </p:nvSpPr>
          <p:spPr>
            <a:xfrm>
              <a:off x="3095889" y="4155286"/>
              <a:ext cx="1112485" cy="413249"/>
            </a:xfrm>
            <a:prstGeom prst="rect">
              <a:avLst/>
            </a:prstGeom>
            <a:noFill/>
          </p:spPr>
          <p:txBody>
            <a:bodyPr wrap="none" rtlCol="0">
              <a:spAutoFit/>
            </a:bodyPr>
            <a:lstStyle/>
            <a:p>
              <a:r>
                <a:rPr lang="en-US" sz="1600" dirty="0"/>
                <a:t>Counter</a:t>
              </a:r>
            </a:p>
          </p:txBody>
        </p:sp>
        <p:cxnSp>
          <p:nvCxnSpPr>
            <p:cNvPr id="32" name="Straight Arrow Connector 31">
              <a:extLst>
                <a:ext uri="{FF2B5EF4-FFF2-40B4-BE49-F238E27FC236}">
                  <a16:creationId xmlns:a16="http://schemas.microsoft.com/office/drawing/2014/main" id="{8214A08A-12B1-D3E7-91D5-B6FEBC746B3D}"/>
                </a:ext>
              </a:extLst>
            </p:cNvPr>
            <p:cNvCxnSpPr>
              <a:cxnSpLocks/>
            </p:cNvCxnSpPr>
            <p:nvPr/>
          </p:nvCxnSpPr>
          <p:spPr>
            <a:xfrm>
              <a:off x="8480008" y="2219836"/>
              <a:ext cx="3073970" cy="0"/>
            </a:xfrm>
            <a:prstGeom prst="straightConnector1">
              <a:avLst/>
            </a:prstGeom>
            <a:ln w="1587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6B98273D-1BD6-C055-FABF-EADCB576C95D}"/>
                </a:ext>
              </a:extLst>
            </p:cNvPr>
            <p:cNvCxnSpPr>
              <a:cxnSpLocks/>
            </p:cNvCxnSpPr>
            <p:nvPr/>
          </p:nvCxnSpPr>
          <p:spPr>
            <a:xfrm flipV="1">
              <a:off x="8642026" y="514311"/>
              <a:ext cx="0" cy="1923393"/>
            </a:xfrm>
            <a:prstGeom prst="straightConnector1">
              <a:avLst/>
            </a:prstGeom>
            <a:ln w="1587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E81233B6-794E-B432-EB96-7EAD1DD55407}"/>
                </a:ext>
              </a:extLst>
            </p:cNvPr>
            <p:cNvSpPr txBox="1"/>
            <p:nvPr/>
          </p:nvSpPr>
          <p:spPr>
            <a:xfrm>
              <a:off x="11211736" y="2310914"/>
              <a:ext cx="831977" cy="488386"/>
            </a:xfrm>
            <a:prstGeom prst="rect">
              <a:avLst/>
            </a:prstGeom>
            <a:noFill/>
          </p:spPr>
          <p:txBody>
            <a:bodyPr wrap="none" rtlCol="0">
              <a:spAutoFit/>
            </a:bodyPr>
            <a:lstStyle/>
            <a:p>
              <a:r>
                <a:rPr lang="en-US" sz="2000" dirty="0"/>
                <a:t>time</a:t>
              </a:r>
              <a:endParaRPr lang="en-DE" sz="1600" dirty="0"/>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F72A011E-0D68-B42E-2BC7-20F04A37BF76}"/>
                    </a:ext>
                  </a:extLst>
                </p:cNvPr>
                <p:cNvSpPr txBox="1"/>
                <p:nvPr/>
              </p:nvSpPr>
              <p:spPr>
                <a:xfrm>
                  <a:off x="7668160" y="257351"/>
                  <a:ext cx="1085484" cy="488386"/>
                </a:xfrm>
                <a:prstGeom prst="rect">
                  <a:avLst/>
                </a:prstGeom>
                <a:noFill/>
              </p:spPr>
              <p:txBody>
                <a:bodyPr wrap="none" rtlCol="0">
                  <a:spAutoFit/>
                </a:bodyPr>
                <a:lstStyle/>
                <a:p>
                  <a:pPr/>
                  <a14:m>
                    <m:oMathPara xmlns:m="http://schemas.openxmlformats.org/officeDocument/2006/math">
                      <m:oMath>
                        <m:sSub>
                          <m:sSubPr>
                            <m:ctrlPr>
                              <a:rPr lang="de-DE" sz="2000">
                                <a:latin typeface="Cambria Math" panose="02040503050406030204" pitchFamily="18" charset="0"/>
                              </a:rPr>
                            </m:ctrlPr>
                          </m:sSubPr>
                          <m:e>
                            <m:r>
                              <m:rPr>
                                <m:sty m:val="p"/>
                              </m:rPr>
                              <a:rPr lang="de-DE" sz="2000">
                                <a:latin typeface="Cambria Math" panose="02040503050406030204" pitchFamily="18" charset="0"/>
                              </a:rPr>
                              <m:t>m</m:t>
                            </m:r>
                          </m:e>
                          <m:sub>
                            <m:r>
                              <a:rPr lang="de-DE" sz="2000" i="1">
                                <a:latin typeface="Cambria Math" panose="02040503050406030204" pitchFamily="18" charset="0"/>
                              </a:rPr>
                              <m:t>0</m:t>
                            </m:r>
                          </m:sub>
                        </m:sSub>
                        <m:r>
                          <a:rPr lang="en-US" sz="2000" b="0" i="1" smtClean="0">
                            <a:latin typeface="Cambria Math" panose="02040503050406030204" pitchFamily="18" charset="0"/>
                          </a:rPr>
                          <m:t>(</m:t>
                        </m:r>
                        <m:r>
                          <a:rPr lang="en-US" sz="2000" b="0" i="1" smtClean="0">
                            <a:latin typeface="Cambria Math" panose="02040503050406030204" pitchFamily="18" charset="0"/>
                          </a:rPr>
                          <m:t>𝑡</m:t>
                        </m:r>
                        <m:r>
                          <a:rPr lang="en-US" sz="2000" b="0" i="1" smtClean="0">
                            <a:latin typeface="Cambria Math" panose="02040503050406030204" pitchFamily="18" charset="0"/>
                          </a:rPr>
                          <m:t>)</m:t>
                        </m:r>
                      </m:oMath>
                    </m:oMathPara>
                  </a14:m>
                  <a:endParaRPr lang="en-DE" sz="2000" dirty="0"/>
                </a:p>
              </p:txBody>
            </p:sp>
          </mc:Choice>
          <mc:Fallback xmlns="">
            <p:sp>
              <p:nvSpPr>
                <p:cNvPr id="36" name="TextBox 35">
                  <a:extLst>
                    <a:ext uri="{FF2B5EF4-FFF2-40B4-BE49-F238E27FC236}">
                      <a16:creationId xmlns:a16="http://schemas.microsoft.com/office/drawing/2014/main" id="{F72A011E-0D68-B42E-2BC7-20F04A37BF76}"/>
                    </a:ext>
                  </a:extLst>
                </p:cNvPr>
                <p:cNvSpPr txBox="1">
                  <a:spLocks noRot="1" noChangeAspect="1" noMove="1" noResize="1" noEditPoints="1" noAdjustHandles="1" noChangeArrowheads="1" noChangeShapeType="1" noTextEdit="1"/>
                </p:cNvSpPr>
                <p:nvPr/>
              </p:nvSpPr>
              <p:spPr>
                <a:xfrm>
                  <a:off x="7668160" y="257351"/>
                  <a:ext cx="1085484" cy="488386"/>
                </a:xfrm>
                <a:prstGeom prst="rect">
                  <a:avLst/>
                </a:prstGeom>
                <a:blipFill>
                  <a:blip r:embed="rId15"/>
                  <a:stretch>
                    <a:fillRect r="-690" b="-15152"/>
                  </a:stretch>
                </a:blipFill>
              </p:spPr>
              <p:txBody>
                <a:bodyPr/>
                <a:lstStyle/>
                <a:p>
                  <a:r>
                    <a:rPr lang="en-US">
                      <a:noFill/>
                    </a:rPr>
                    <a:t> </a:t>
                  </a:r>
                </a:p>
              </p:txBody>
            </p:sp>
          </mc:Fallback>
        </mc:AlternateContent>
        <p:pic>
          <p:nvPicPr>
            <p:cNvPr id="37" name="Picture 36">
              <a:extLst>
                <a:ext uri="{FF2B5EF4-FFF2-40B4-BE49-F238E27FC236}">
                  <a16:creationId xmlns:a16="http://schemas.microsoft.com/office/drawing/2014/main" id="{5D632AE7-FD0C-1BF1-5F23-64C3ADCA0FB5}"/>
                </a:ext>
              </a:extLst>
            </p:cNvPr>
            <p:cNvPicPr>
              <a:picLocks noChangeAspect="1"/>
            </p:cNvPicPr>
            <p:nvPr/>
          </p:nvPicPr>
          <p:blipFill rotWithShape="1">
            <a:blip r:embed="rId16"/>
            <a:srcRect l="6165" r="28486"/>
            <a:stretch>
              <a:fillRect/>
            </a:stretch>
          </p:blipFill>
          <p:spPr>
            <a:xfrm>
              <a:off x="8642026" y="549387"/>
              <a:ext cx="2569709" cy="1670449"/>
            </a:xfrm>
            <a:prstGeom prst="rect">
              <a:avLst/>
            </a:prstGeom>
          </p:spPr>
        </p:pic>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1AD3A619-FB5F-3262-91D7-C5D9808DB2ED}"/>
                    </a:ext>
                  </a:extLst>
                </p:cNvPr>
                <p:cNvSpPr txBox="1"/>
                <p:nvPr/>
              </p:nvSpPr>
              <p:spPr>
                <a:xfrm>
                  <a:off x="9171514" y="2269369"/>
                  <a:ext cx="1537632" cy="713637"/>
                </a:xfrm>
                <a:prstGeom prst="rect">
                  <a:avLst/>
                </a:prstGeom>
                <a:noFill/>
              </p:spPr>
              <p:txBody>
                <a:bodyPr wrap="none" lIns="0" tIns="0" rIns="0" bIns="0" rtlCol="0">
                  <a:spAutoFit/>
                </a:bodyPr>
                <a:lstStyle/>
                <a:p>
                  <a:pPr/>
                  <a14:m>
                    <m:oMathPara xmlns:m="http://schemas.openxmlformats.org/officeDocument/2006/math">
                      <m:o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𝑡</m:t>
                            </m:r>
                          </m:e>
                          <m:sub>
                            <m:r>
                              <m:rPr>
                                <m:sty m:val="p"/>
                              </m:rPr>
                              <a:rPr lang="en-US" sz="2000" b="0" i="0" smtClean="0">
                                <a:latin typeface="Cambria Math" panose="02040503050406030204" pitchFamily="18" charset="0"/>
                              </a:rPr>
                              <m:t>peak</m:t>
                            </m:r>
                          </m:sub>
                        </m:sSub>
                        <m:r>
                          <a:rPr lang="en-US" sz="2000" b="0" i="1" smtClean="0">
                            <a:latin typeface="Cambria Math" panose="02040503050406030204" pitchFamily="18" charset="0"/>
                          </a:rPr>
                          <m:t>=</m:t>
                        </m:r>
                        <m:f>
                          <m:fPr>
                            <m:ctrlPr>
                              <a:rPr lang="en-US" sz="2000" b="1" i="1" smtClean="0">
                                <a:solidFill>
                                  <a:srgbClr val="C00000"/>
                                </a:solidFill>
                                <a:latin typeface="Cambria Math" panose="02040503050406030204" pitchFamily="18" charset="0"/>
                              </a:rPr>
                            </m:ctrlPr>
                          </m:fPr>
                          <m:num>
                            <m:sSub>
                              <m:sSubPr>
                                <m:ctrlPr>
                                  <a:rPr lang="en-US" sz="2000" b="1" i="1" smtClean="0">
                                    <a:solidFill>
                                      <a:srgbClr val="C00000"/>
                                    </a:solidFill>
                                    <a:latin typeface="Cambria Math" panose="02040503050406030204" pitchFamily="18" charset="0"/>
                                  </a:rPr>
                                </m:ctrlPr>
                              </m:sSubPr>
                              <m:e>
                                <m:r>
                                  <a:rPr lang="en-US" sz="2000" b="1" i="1" smtClean="0">
                                    <a:solidFill>
                                      <a:srgbClr val="C00000"/>
                                    </a:solidFill>
                                    <a:latin typeface="Cambria Math" panose="02040503050406030204" pitchFamily="18" charset="0"/>
                                  </a:rPr>
                                  <m:t>𝒅</m:t>
                                </m:r>
                              </m:e>
                              <m:sub>
                                <m:r>
                                  <a:rPr lang="en-US" sz="2000" b="1" i="1" smtClean="0">
                                    <a:solidFill>
                                      <a:srgbClr val="C00000"/>
                                    </a:solidFill>
                                    <a:latin typeface="Cambria Math" panose="02040503050406030204" pitchFamily="18" charset="0"/>
                                  </a:rPr>
                                  <m:t>𝟎</m:t>
                                </m:r>
                              </m:sub>
                            </m:sSub>
                          </m:num>
                          <m:den>
                            <m:r>
                              <a:rPr lang="en-US" sz="2000" b="0" i="1" smtClean="0">
                                <a:latin typeface="Cambria Math" panose="02040503050406030204" pitchFamily="18" charset="0"/>
                              </a:rPr>
                              <m:t>6</m:t>
                            </m:r>
                            <m:r>
                              <a:rPr lang="en-US" sz="2000" b="0" i="1" smtClean="0">
                                <a:latin typeface="Cambria Math" panose="02040503050406030204" pitchFamily="18" charset="0"/>
                              </a:rPr>
                              <m:t>𝐷</m:t>
                            </m:r>
                          </m:den>
                        </m:f>
                      </m:oMath>
                    </m:oMathPara>
                  </a14:m>
                  <a:endParaRPr lang="en-DE" sz="2000" dirty="0"/>
                </a:p>
              </p:txBody>
            </p:sp>
          </mc:Choice>
          <mc:Fallback xmlns="">
            <p:sp>
              <p:nvSpPr>
                <p:cNvPr id="40" name="TextBox 39">
                  <a:extLst>
                    <a:ext uri="{FF2B5EF4-FFF2-40B4-BE49-F238E27FC236}">
                      <a16:creationId xmlns:a16="http://schemas.microsoft.com/office/drawing/2014/main" id="{1AD3A619-FB5F-3262-91D7-C5D9808DB2ED}"/>
                    </a:ext>
                  </a:extLst>
                </p:cNvPr>
                <p:cNvSpPr txBox="1">
                  <a:spLocks noRot="1" noChangeAspect="1" noMove="1" noResize="1" noEditPoints="1" noAdjustHandles="1" noChangeArrowheads="1" noChangeShapeType="1" noTextEdit="1"/>
                </p:cNvSpPr>
                <p:nvPr/>
              </p:nvSpPr>
              <p:spPr>
                <a:xfrm>
                  <a:off x="9171514" y="2269369"/>
                  <a:ext cx="1537632" cy="713637"/>
                </a:xfrm>
                <a:prstGeom prst="rect">
                  <a:avLst/>
                </a:prstGeom>
                <a:blipFill>
                  <a:blip r:embed="rId17"/>
                  <a:stretch>
                    <a:fillRect/>
                  </a:stretch>
                </a:blipFill>
              </p:spPr>
              <p:txBody>
                <a:bodyPr/>
                <a:lstStyle/>
                <a:p>
                  <a:r>
                    <a:rPr lang="en-US">
                      <a:noFill/>
                    </a:rPr>
                    <a:t> </a:t>
                  </a:r>
                </a:p>
              </p:txBody>
            </p:sp>
          </mc:Fallback>
        </mc:AlternateContent>
        <p:sp>
          <p:nvSpPr>
            <p:cNvPr id="41" name="Oval 40">
              <a:extLst>
                <a:ext uri="{FF2B5EF4-FFF2-40B4-BE49-F238E27FC236}">
                  <a16:creationId xmlns:a16="http://schemas.microsoft.com/office/drawing/2014/main" id="{5F0A6E6A-1ACB-D0F9-89B1-6B54809087EA}"/>
                </a:ext>
              </a:extLst>
            </p:cNvPr>
            <p:cNvSpPr>
              <a:spLocks noChangeAspect="1"/>
            </p:cNvSpPr>
            <p:nvPr/>
          </p:nvSpPr>
          <p:spPr>
            <a:xfrm>
              <a:off x="9254402" y="488183"/>
              <a:ext cx="180000" cy="180000"/>
            </a:xfrm>
            <a:prstGeom prst="ellipse">
              <a:avLst/>
            </a:prstGeom>
            <a:noFill/>
            <a:ln w="158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sz="1600"/>
            </a:p>
          </p:txBody>
        </p:sp>
        <p:cxnSp>
          <p:nvCxnSpPr>
            <p:cNvPr id="42" name="Straight Connector 41">
              <a:extLst>
                <a:ext uri="{FF2B5EF4-FFF2-40B4-BE49-F238E27FC236}">
                  <a16:creationId xmlns:a16="http://schemas.microsoft.com/office/drawing/2014/main" id="{1CEF9FF9-BB96-E1E2-8943-A6D5EB6E747A}"/>
                </a:ext>
              </a:extLst>
            </p:cNvPr>
            <p:cNvCxnSpPr>
              <a:cxnSpLocks/>
            </p:cNvCxnSpPr>
            <p:nvPr/>
          </p:nvCxnSpPr>
          <p:spPr>
            <a:xfrm flipV="1">
              <a:off x="9344402" y="637502"/>
              <a:ext cx="0" cy="1582334"/>
            </a:xfrm>
            <a:prstGeom prst="line">
              <a:avLst/>
            </a:prstGeom>
            <a:ln w="19050">
              <a:solidFill>
                <a:srgbClr val="C00000"/>
              </a:solidFill>
              <a:prstDash val="dash"/>
            </a:ln>
          </p:spPr>
          <p:style>
            <a:lnRef idx="1">
              <a:schemeClr val="accent1"/>
            </a:lnRef>
            <a:fillRef idx="0">
              <a:schemeClr val="accent1"/>
            </a:fillRef>
            <a:effectRef idx="0">
              <a:schemeClr val="accent1"/>
            </a:effectRef>
            <a:fontRef idx="minor">
              <a:schemeClr val="tx1"/>
            </a:fontRef>
          </p:style>
        </p:cxnSp>
        <p:sp>
          <p:nvSpPr>
            <p:cNvPr id="43" name="Oval 42">
              <a:extLst>
                <a:ext uri="{FF2B5EF4-FFF2-40B4-BE49-F238E27FC236}">
                  <a16:creationId xmlns:a16="http://schemas.microsoft.com/office/drawing/2014/main" id="{0E14A44E-C081-81DC-B3C1-F8E2BB15AC99}"/>
                </a:ext>
              </a:extLst>
            </p:cNvPr>
            <p:cNvSpPr/>
            <p:nvPr/>
          </p:nvSpPr>
          <p:spPr>
            <a:xfrm>
              <a:off x="4638477" y="494409"/>
              <a:ext cx="1828800" cy="1828800"/>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45" name="Oval 44">
              <a:extLst>
                <a:ext uri="{FF2B5EF4-FFF2-40B4-BE49-F238E27FC236}">
                  <a16:creationId xmlns:a16="http://schemas.microsoft.com/office/drawing/2014/main" id="{DAF237DC-3673-B80D-8720-60839A7F4F15}"/>
                </a:ext>
              </a:extLst>
            </p:cNvPr>
            <p:cNvSpPr/>
            <p:nvPr/>
          </p:nvSpPr>
          <p:spPr>
            <a:xfrm>
              <a:off x="4638477" y="903432"/>
              <a:ext cx="1828800" cy="914400"/>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48" name="TextBox 47">
              <a:extLst>
                <a:ext uri="{FF2B5EF4-FFF2-40B4-BE49-F238E27FC236}">
                  <a16:creationId xmlns:a16="http://schemas.microsoft.com/office/drawing/2014/main" id="{803EAA5C-D9F8-74D7-97A2-0588DDAA1435}"/>
                </a:ext>
              </a:extLst>
            </p:cNvPr>
            <p:cNvSpPr txBox="1"/>
            <p:nvPr/>
          </p:nvSpPr>
          <p:spPr>
            <a:xfrm>
              <a:off x="995699" y="91036"/>
              <a:ext cx="2515185" cy="488386"/>
            </a:xfrm>
            <a:prstGeom prst="rect">
              <a:avLst/>
            </a:prstGeom>
            <a:noFill/>
          </p:spPr>
          <p:txBody>
            <a:bodyPr wrap="none" rtlCol="0">
              <a:spAutoFit/>
            </a:bodyPr>
            <a:lstStyle/>
            <a:p>
              <a:r>
                <a:rPr lang="en-US" sz="2000" dirty="0"/>
                <a:t>Point Transmitter</a:t>
              </a:r>
            </a:p>
          </p:txBody>
        </p:sp>
        <p:sp>
          <p:nvSpPr>
            <p:cNvPr id="51" name="Oval 50">
              <a:extLst>
                <a:ext uri="{FF2B5EF4-FFF2-40B4-BE49-F238E27FC236}">
                  <a16:creationId xmlns:a16="http://schemas.microsoft.com/office/drawing/2014/main" id="{3AE079FD-15E2-3464-691C-E9BFFDE9E860}"/>
                </a:ext>
              </a:extLst>
            </p:cNvPr>
            <p:cNvSpPr>
              <a:spLocks noChangeAspect="1"/>
            </p:cNvSpPr>
            <p:nvPr/>
          </p:nvSpPr>
          <p:spPr>
            <a:xfrm>
              <a:off x="1896248" y="1112156"/>
              <a:ext cx="183721" cy="183721"/>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52" name="Oval 51">
              <a:extLst>
                <a:ext uri="{FF2B5EF4-FFF2-40B4-BE49-F238E27FC236}">
                  <a16:creationId xmlns:a16="http://schemas.microsoft.com/office/drawing/2014/main" id="{ED9B697D-DE9D-CF05-EF0B-D4F161A9CF98}"/>
                </a:ext>
              </a:extLst>
            </p:cNvPr>
            <p:cNvSpPr>
              <a:spLocks noChangeAspect="1"/>
            </p:cNvSpPr>
            <p:nvPr/>
          </p:nvSpPr>
          <p:spPr>
            <a:xfrm>
              <a:off x="2814732" y="1029886"/>
              <a:ext cx="183721" cy="183721"/>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53" name="Oval 52">
              <a:extLst>
                <a:ext uri="{FF2B5EF4-FFF2-40B4-BE49-F238E27FC236}">
                  <a16:creationId xmlns:a16="http://schemas.microsoft.com/office/drawing/2014/main" id="{D5556631-50F1-A427-DE0B-5FF1D723D698}"/>
                </a:ext>
              </a:extLst>
            </p:cNvPr>
            <p:cNvSpPr>
              <a:spLocks noChangeAspect="1"/>
            </p:cNvSpPr>
            <p:nvPr/>
          </p:nvSpPr>
          <p:spPr>
            <a:xfrm>
              <a:off x="3242920" y="1360634"/>
              <a:ext cx="183721" cy="183721"/>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54" name="Oval 53">
              <a:extLst>
                <a:ext uri="{FF2B5EF4-FFF2-40B4-BE49-F238E27FC236}">
                  <a16:creationId xmlns:a16="http://schemas.microsoft.com/office/drawing/2014/main" id="{3787ECDA-E28D-5816-FDEF-DB3207B6D479}"/>
                </a:ext>
              </a:extLst>
            </p:cNvPr>
            <p:cNvSpPr>
              <a:spLocks noChangeAspect="1"/>
            </p:cNvSpPr>
            <p:nvPr/>
          </p:nvSpPr>
          <p:spPr>
            <a:xfrm>
              <a:off x="3904917" y="833349"/>
              <a:ext cx="183721" cy="183721"/>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55" name="Oval 54">
              <a:extLst>
                <a:ext uri="{FF2B5EF4-FFF2-40B4-BE49-F238E27FC236}">
                  <a16:creationId xmlns:a16="http://schemas.microsoft.com/office/drawing/2014/main" id="{205D3EC4-BDF7-E2E2-DC38-940760A2DFED}"/>
                </a:ext>
              </a:extLst>
            </p:cNvPr>
            <p:cNvSpPr>
              <a:spLocks noChangeAspect="1"/>
            </p:cNvSpPr>
            <p:nvPr/>
          </p:nvSpPr>
          <p:spPr>
            <a:xfrm>
              <a:off x="4909163" y="1201689"/>
              <a:ext cx="183721" cy="183721"/>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56" name="Oval 55">
              <a:extLst>
                <a:ext uri="{FF2B5EF4-FFF2-40B4-BE49-F238E27FC236}">
                  <a16:creationId xmlns:a16="http://schemas.microsoft.com/office/drawing/2014/main" id="{428DCA46-DC92-C9B0-480F-680019A15D28}"/>
                </a:ext>
              </a:extLst>
            </p:cNvPr>
            <p:cNvSpPr>
              <a:spLocks noChangeAspect="1"/>
            </p:cNvSpPr>
            <p:nvPr/>
          </p:nvSpPr>
          <p:spPr>
            <a:xfrm>
              <a:off x="5415719" y="719018"/>
              <a:ext cx="183721" cy="183721"/>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57" name="Oval 56">
              <a:extLst>
                <a:ext uri="{FF2B5EF4-FFF2-40B4-BE49-F238E27FC236}">
                  <a16:creationId xmlns:a16="http://schemas.microsoft.com/office/drawing/2014/main" id="{5D60D9EB-3EBB-D02D-D947-0E6F51F9B74E}"/>
                </a:ext>
              </a:extLst>
            </p:cNvPr>
            <p:cNvSpPr>
              <a:spLocks noChangeAspect="1"/>
            </p:cNvSpPr>
            <p:nvPr/>
          </p:nvSpPr>
          <p:spPr>
            <a:xfrm>
              <a:off x="5344579" y="1659042"/>
              <a:ext cx="183721" cy="183721"/>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60" name="Oval 59">
              <a:extLst>
                <a:ext uri="{FF2B5EF4-FFF2-40B4-BE49-F238E27FC236}">
                  <a16:creationId xmlns:a16="http://schemas.microsoft.com/office/drawing/2014/main" id="{6EDA4558-79AC-C1BF-D40C-AF5187A06FF9}"/>
                </a:ext>
              </a:extLst>
            </p:cNvPr>
            <p:cNvSpPr>
              <a:spLocks noChangeAspect="1"/>
            </p:cNvSpPr>
            <p:nvPr/>
          </p:nvSpPr>
          <p:spPr>
            <a:xfrm>
              <a:off x="5935160" y="1646601"/>
              <a:ext cx="183721" cy="183721"/>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61" name="Oval 60">
              <a:extLst>
                <a:ext uri="{FF2B5EF4-FFF2-40B4-BE49-F238E27FC236}">
                  <a16:creationId xmlns:a16="http://schemas.microsoft.com/office/drawing/2014/main" id="{1BB8F857-AC56-8C14-BA0E-341FACB009BE}"/>
                </a:ext>
              </a:extLst>
            </p:cNvPr>
            <p:cNvSpPr>
              <a:spLocks noChangeAspect="1"/>
            </p:cNvSpPr>
            <p:nvPr/>
          </p:nvSpPr>
          <p:spPr>
            <a:xfrm>
              <a:off x="2384595" y="1304206"/>
              <a:ext cx="183721" cy="183721"/>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62" name="Oval 61">
              <a:extLst>
                <a:ext uri="{FF2B5EF4-FFF2-40B4-BE49-F238E27FC236}">
                  <a16:creationId xmlns:a16="http://schemas.microsoft.com/office/drawing/2014/main" id="{D9FA7B33-A502-1541-1284-54B06C82AF3A}"/>
                </a:ext>
              </a:extLst>
            </p:cNvPr>
            <p:cNvSpPr>
              <a:spLocks noChangeAspect="1"/>
            </p:cNvSpPr>
            <p:nvPr/>
          </p:nvSpPr>
          <p:spPr>
            <a:xfrm>
              <a:off x="2229448" y="785538"/>
              <a:ext cx="183721" cy="183721"/>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63" name="Oval 62">
              <a:extLst>
                <a:ext uri="{FF2B5EF4-FFF2-40B4-BE49-F238E27FC236}">
                  <a16:creationId xmlns:a16="http://schemas.microsoft.com/office/drawing/2014/main" id="{3086C7CE-3B0F-1D9C-9D0E-D26D579A88F7}"/>
                </a:ext>
              </a:extLst>
            </p:cNvPr>
            <p:cNvSpPr>
              <a:spLocks noChangeAspect="1"/>
            </p:cNvSpPr>
            <p:nvPr/>
          </p:nvSpPr>
          <p:spPr>
            <a:xfrm>
              <a:off x="1818273" y="1578526"/>
              <a:ext cx="183721" cy="183721"/>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64" name="Oval 63">
              <a:extLst>
                <a:ext uri="{FF2B5EF4-FFF2-40B4-BE49-F238E27FC236}">
                  <a16:creationId xmlns:a16="http://schemas.microsoft.com/office/drawing/2014/main" id="{E092FAD9-6FE7-87CE-31DD-F7F4D0A064BE}"/>
                </a:ext>
              </a:extLst>
            </p:cNvPr>
            <p:cNvSpPr>
              <a:spLocks noChangeAspect="1"/>
            </p:cNvSpPr>
            <p:nvPr/>
          </p:nvSpPr>
          <p:spPr>
            <a:xfrm>
              <a:off x="4214853" y="1634954"/>
              <a:ext cx="183721" cy="183721"/>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65" name="TextBox 64">
              <a:extLst>
                <a:ext uri="{FF2B5EF4-FFF2-40B4-BE49-F238E27FC236}">
                  <a16:creationId xmlns:a16="http://schemas.microsoft.com/office/drawing/2014/main" id="{4F00423D-59A7-320B-D9CC-039AA6B4D607}"/>
                </a:ext>
              </a:extLst>
            </p:cNvPr>
            <p:cNvSpPr txBox="1"/>
            <p:nvPr/>
          </p:nvSpPr>
          <p:spPr>
            <a:xfrm>
              <a:off x="4919787" y="58013"/>
              <a:ext cx="1390490" cy="488386"/>
            </a:xfrm>
            <a:prstGeom prst="rect">
              <a:avLst/>
            </a:prstGeom>
            <a:noFill/>
          </p:spPr>
          <p:txBody>
            <a:bodyPr wrap="none" rtlCol="0">
              <a:spAutoFit/>
            </a:bodyPr>
            <a:lstStyle/>
            <a:p>
              <a:r>
                <a:rPr lang="en-US" sz="2000" dirty="0"/>
                <a:t>Receiver</a:t>
              </a:r>
            </a:p>
          </p:txBody>
        </p:sp>
        <p:sp>
          <p:nvSpPr>
            <p:cNvPr id="67" name="Oval 66">
              <a:extLst>
                <a:ext uri="{FF2B5EF4-FFF2-40B4-BE49-F238E27FC236}">
                  <a16:creationId xmlns:a16="http://schemas.microsoft.com/office/drawing/2014/main" id="{A0613E39-7A74-7387-9E2A-A0CAE052B6E2}"/>
                </a:ext>
              </a:extLst>
            </p:cNvPr>
            <p:cNvSpPr>
              <a:spLocks noChangeAspect="1"/>
            </p:cNvSpPr>
            <p:nvPr/>
          </p:nvSpPr>
          <p:spPr>
            <a:xfrm>
              <a:off x="1277654" y="1304206"/>
              <a:ext cx="183721" cy="183721"/>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mc:AlternateContent xmlns:mc="http://schemas.openxmlformats.org/markup-compatibility/2006" xmlns:a14="http://schemas.microsoft.com/office/drawing/2010/main">
          <mc:Choice Requires="a14">
            <p:sp>
              <p:nvSpPr>
                <p:cNvPr id="70" name="TextBox 69">
                  <a:extLst>
                    <a:ext uri="{FF2B5EF4-FFF2-40B4-BE49-F238E27FC236}">
                      <a16:creationId xmlns:a16="http://schemas.microsoft.com/office/drawing/2014/main" id="{AFBC9F20-A4C2-4F66-8DDE-9B642D56BB59}"/>
                    </a:ext>
                  </a:extLst>
                </p:cNvPr>
                <p:cNvSpPr txBox="1"/>
                <p:nvPr/>
              </p:nvSpPr>
              <p:spPr>
                <a:xfrm>
                  <a:off x="3021077" y="901853"/>
                  <a:ext cx="966948" cy="488386"/>
                </a:xfrm>
                <a:prstGeom prst="rect">
                  <a:avLst/>
                </a:prstGeom>
                <a:noFill/>
              </p:spPr>
              <p:txBody>
                <a:bodyPr wrap="square">
                  <a:spAutoFit/>
                </a:bodyPr>
                <a:lstStyle/>
                <a:p>
                  <a:pPr/>
                  <a14:m>
                    <m:oMathPara xmlns:m="http://schemas.openxmlformats.org/officeDocument/2006/math">
                      <m:oMath>
                        <m:sSub>
                          <m:sSubPr>
                            <m:ctrlPr>
                              <a:rPr lang="en-US" sz="2000" b="1" i="1" smtClean="0">
                                <a:solidFill>
                                  <a:srgbClr val="C00000"/>
                                </a:solidFill>
                                <a:latin typeface="Cambria Math" panose="02040503050406030204" pitchFamily="18" charset="0"/>
                              </a:rPr>
                            </m:ctrlPr>
                          </m:sSubPr>
                          <m:e>
                            <m:r>
                              <a:rPr lang="en-US" sz="2000" b="1" i="1" smtClean="0">
                                <a:solidFill>
                                  <a:srgbClr val="C00000"/>
                                </a:solidFill>
                                <a:latin typeface="Cambria Math" panose="02040503050406030204" pitchFamily="18" charset="0"/>
                              </a:rPr>
                              <m:t>𝒅</m:t>
                            </m:r>
                          </m:e>
                          <m:sub>
                            <m:r>
                              <a:rPr lang="en-US" sz="2000" b="1" i="1" smtClean="0">
                                <a:solidFill>
                                  <a:srgbClr val="C00000"/>
                                </a:solidFill>
                                <a:latin typeface="Cambria Math" panose="02040503050406030204" pitchFamily="18" charset="0"/>
                              </a:rPr>
                              <m:t>𝟎</m:t>
                            </m:r>
                          </m:sub>
                        </m:sSub>
                      </m:oMath>
                    </m:oMathPara>
                  </a14:m>
                  <a:endParaRPr lang="en-US" sz="2000" dirty="0"/>
                </a:p>
              </p:txBody>
            </p:sp>
          </mc:Choice>
          <mc:Fallback xmlns="">
            <p:sp>
              <p:nvSpPr>
                <p:cNvPr id="70" name="TextBox 69">
                  <a:extLst>
                    <a:ext uri="{FF2B5EF4-FFF2-40B4-BE49-F238E27FC236}">
                      <a16:creationId xmlns:a16="http://schemas.microsoft.com/office/drawing/2014/main" id="{AFBC9F20-A4C2-4F66-8DDE-9B642D56BB59}"/>
                    </a:ext>
                  </a:extLst>
                </p:cNvPr>
                <p:cNvSpPr txBox="1">
                  <a:spLocks noRot="1" noChangeAspect="1" noMove="1" noResize="1" noEditPoints="1" noAdjustHandles="1" noChangeArrowheads="1" noChangeShapeType="1" noTextEdit="1"/>
                </p:cNvSpPr>
                <p:nvPr/>
              </p:nvSpPr>
              <p:spPr>
                <a:xfrm>
                  <a:off x="3021077" y="901853"/>
                  <a:ext cx="966948" cy="488386"/>
                </a:xfrm>
                <a:prstGeom prst="rect">
                  <a:avLst/>
                </a:prstGeom>
                <a:blipFill>
                  <a:blip r:embed="rId18"/>
                  <a:stretch>
                    <a:fillRect b="-1538"/>
                  </a:stretch>
                </a:blipFill>
              </p:spPr>
              <p:txBody>
                <a:bodyPr/>
                <a:lstStyle/>
                <a:p>
                  <a:r>
                    <a:rPr lang="en-US">
                      <a:noFill/>
                    </a:rPr>
                    <a:t> </a:t>
                  </a:r>
                </a:p>
              </p:txBody>
            </p:sp>
          </mc:Fallback>
        </mc:AlternateContent>
      </p:grpSp>
      <p:sp>
        <p:nvSpPr>
          <p:cNvPr id="94" name="Rectangle: Rounded Corners 93">
            <a:extLst>
              <a:ext uri="{FF2B5EF4-FFF2-40B4-BE49-F238E27FC236}">
                <a16:creationId xmlns:a16="http://schemas.microsoft.com/office/drawing/2014/main" id="{D49C2E49-031A-0F9A-A135-9D385EB51FAA}"/>
              </a:ext>
            </a:extLst>
          </p:cNvPr>
          <p:cNvSpPr/>
          <p:nvPr/>
        </p:nvSpPr>
        <p:spPr>
          <a:xfrm>
            <a:off x="10440319" y="143935"/>
            <a:ext cx="1522517" cy="914400"/>
          </a:xfrm>
          <a:prstGeom prst="round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Algorithm </a:t>
            </a:r>
          </a:p>
        </p:txBody>
      </p:sp>
      <p:sp>
        <p:nvSpPr>
          <p:cNvPr id="95" name="Rectangle: Rounded Corners 94">
            <a:extLst>
              <a:ext uri="{FF2B5EF4-FFF2-40B4-BE49-F238E27FC236}">
                <a16:creationId xmlns:a16="http://schemas.microsoft.com/office/drawing/2014/main" id="{969C5C9E-8737-5B7F-E60D-F3142910F3F0}"/>
              </a:ext>
            </a:extLst>
          </p:cNvPr>
          <p:cNvSpPr/>
          <p:nvPr/>
        </p:nvSpPr>
        <p:spPr>
          <a:xfrm>
            <a:off x="10440319" y="1568281"/>
            <a:ext cx="1522517" cy="914400"/>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Chemical Reactions </a:t>
            </a:r>
          </a:p>
        </p:txBody>
      </p:sp>
      <p:sp>
        <p:nvSpPr>
          <p:cNvPr id="96" name="Rectangle: Rounded Corners 95">
            <a:extLst>
              <a:ext uri="{FF2B5EF4-FFF2-40B4-BE49-F238E27FC236}">
                <a16:creationId xmlns:a16="http://schemas.microsoft.com/office/drawing/2014/main" id="{2432D0B7-6D8E-9E69-54AC-A427CE81151F}"/>
              </a:ext>
            </a:extLst>
          </p:cNvPr>
          <p:cNvSpPr/>
          <p:nvPr/>
        </p:nvSpPr>
        <p:spPr>
          <a:xfrm>
            <a:off x="10440319" y="2992627"/>
            <a:ext cx="1522517" cy="914400"/>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Metabolic Network</a:t>
            </a:r>
          </a:p>
        </p:txBody>
      </p:sp>
      <p:sp>
        <p:nvSpPr>
          <p:cNvPr id="97" name="Rectangle: Rounded Corners 96">
            <a:extLst>
              <a:ext uri="{FF2B5EF4-FFF2-40B4-BE49-F238E27FC236}">
                <a16:creationId xmlns:a16="http://schemas.microsoft.com/office/drawing/2014/main" id="{6F02F2E3-48F4-432F-5C9C-835823C9FF3F}"/>
              </a:ext>
            </a:extLst>
          </p:cNvPr>
          <p:cNvSpPr/>
          <p:nvPr/>
        </p:nvSpPr>
        <p:spPr>
          <a:xfrm>
            <a:off x="10440319" y="4416973"/>
            <a:ext cx="1522517" cy="91440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THz Actuation</a:t>
            </a:r>
          </a:p>
        </p:txBody>
      </p:sp>
      <p:cxnSp>
        <p:nvCxnSpPr>
          <p:cNvPr id="98" name="Straight Arrow Connector 97">
            <a:extLst>
              <a:ext uri="{FF2B5EF4-FFF2-40B4-BE49-F238E27FC236}">
                <a16:creationId xmlns:a16="http://schemas.microsoft.com/office/drawing/2014/main" id="{6CDA451C-FFC2-A4FE-1AFE-16F80628BB32}"/>
              </a:ext>
            </a:extLst>
          </p:cNvPr>
          <p:cNvCxnSpPr>
            <a:stCxn id="94" idx="2"/>
            <a:endCxn id="95" idx="0"/>
          </p:cNvCxnSpPr>
          <p:nvPr/>
        </p:nvCxnSpPr>
        <p:spPr>
          <a:xfrm>
            <a:off x="11201578" y="1058335"/>
            <a:ext cx="0" cy="509946"/>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9" name="Straight Arrow Connector 98">
            <a:extLst>
              <a:ext uri="{FF2B5EF4-FFF2-40B4-BE49-F238E27FC236}">
                <a16:creationId xmlns:a16="http://schemas.microsoft.com/office/drawing/2014/main" id="{4D1A8427-0A26-B8C8-B9F1-096A6B2A2BDB}"/>
              </a:ext>
            </a:extLst>
          </p:cNvPr>
          <p:cNvCxnSpPr>
            <a:cxnSpLocks/>
            <a:stCxn id="95" idx="2"/>
            <a:endCxn id="96" idx="0"/>
          </p:cNvCxnSpPr>
          <p:nvPr/>
        </p:nvCxnSpPr>
        <p:spPr>
          <a:xfrm>
            <a:off x="11201578" y="2482681"/>
            <a:ext cx="0" cy="509946"/>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100" name="Straight Arrow Connector 99">
            <a:extLst>
              <a:ext uri="{FF2B5EF4-FFF2-40B4-BE49-F238E27FC236}">
                <a16:creationId xmlns:a16="http://schemas.microsoft.com/office/drawing/2014/main" id="{95177BAA-5C9D-F29F-FE8E-3A34A43E95EA}"/>
              </a:ext>
            </a:extLst>
          </p:cNvPr>
          <p:cNvCxnSpPr>
            <a:cxnSpLocks/>
            <a:stCxn id="97" idx="0"/>
          </p:cNvCxnSpPr>
          <p:nvPr/>
        </p:nvCxnSpPr>
        <p:spPr>
          <a:xfrm flipV="1">
            <a:off x="11201578" y="3907027"/>
            <a:ext cx="0" cy="509946"/>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3451062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DAFFE6-8FED-99E7-5D12-6428A85065F8}"/>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F4AC1941-25FE-04A0-5A43-0476C825DFE0}"/>
                  </a:ext>
                </a:extLst>
              </p:cNvPr>
              <p:cNvSpPr txBox="1"/>
              <p:nvPr/>
            </p:nvSpPr>
            <p:spPr>
              <a:xfrm>
                <a:off x="4750255" y="480829"/>
                <a:ext cx="642780" cy="461665"/>
              </a:xfrm>
              <a:prstGeom prst="rect">
                <a:avLst/>
              </a:prstGeom>
              <a:noFill/>
            </p:spPr>
            <p:txBody>
              <a:bodyPr wrap="square">
                <a:spAutoFit/>
              </a:bodyPr>
              <a:lstStyle/>
              <a:p>
                <a:pPr/>
                <a14:m>
                  <m:oMathPara xmlns:m="http://schemas.openxmlformats.org/officeDocument/2006/math">
                    <m:oMath>
                      <m:sSub>
                        <m:sSubPr>
                          <m:ctrlPr>
                            <a:rPr lang="de-DE" sz="2400" b="0" i="0" smtClean="0">
                              <a:solidFill>
                                <a:schemeClr val="tx1"/>
                              </a:solidFill>
                              <a:latin typeface="Cambria Math" panose="02040503050406030204" pitchFamily="18" charset="0"/>
                            </a:rPr>
                          </m:ctrlPr>
                        </m:sSubPr>
                        <m:e>
                          <m:r>
                            <m:rPr>
                              <m:sty m:val="p"/>
                            </m:rPr>
                            <a:rPr lang="de-DE" sz="2400" b="0" i="0" smtClean="0">
                              <a:solidFill>
                                <a:schemeClr val="tx1"/>
                              </a:solidFill>
                              <a:latin typeface="Cambria Math" panose="02040503050406030204" pitchFamily="18" charset="0"/>
                            </a:rPr>
                            <m:t>m</m:t>
                          </m:r>
                        </m:e>
                        <m:sub>
                          <m:r>
                            <a:rPr lang="de-DE" sz="2400" b="0" i="1" smtClean="0">
                              <a:solidFill>
                                <a:schemeClr val="tx1"/>
                              </a:solidFill>
                              <a:latin typeface="Cambria Math" panose="02040503050406030204" pitchFamily="18" charset="0"/>
                            </a:rPr>
                            <m:t>1</m:t>
                          </m:r>
                        </m:sub>
                      </m:sSub>
                    </m:oMath>
                  </m:oMathPara>
                </a14:m>
                <a:endParaRPr lang="en-US" sz="2400" dirty="0">
                  <a:solidFill>
                    <a:schemeClr val="tx1"/>
                  </a:solidFill>
                </a:endParaRPr>
              </a:p>
            </p:txBody>
          </p:sp>
        </mc:Choice>
        <mc:Fallback xmlns="">
          <p:sp>
            <p:nvSpPr>
              <p:cNvPr id="15" name="TextBox 14">
                <a:extLst>
                  <a:ext uri="{FF2B5EF4-FFF2-40B4-BE49-F238E27FC236}">
                    <a16:creationId xmlns:a16="http://schemas.microsoft.com/office/drawing/2014/main" id="{F4AC1941-25FE-04A0-5A43-0476C825DFE0}"/>
                  </a:ext>
                </a:extLst>
              </p:cNvPr>
              <p:cNvSpPr txBox="1">
                <a:spLocks noRot="1" noChangeAspect="1" noMove="1" noResize="1" noEditPoints="1" noAdjustHandles="1" noChangeArrowheads="1" noChangeShapeType="1" noTextEdit="1"/>
              </p:cNvSpPr>
              <p:nvPr/>
            </p:nvSpPr>
            <p:spPr>
              <a:xfrm>
                <a:off x="4750255" y="480829"/>
                <a:ext cx="642780" cy="461665"/>
              </a:xfrm>
              <a:prstGeom prst="rect">
                <a:avLst/>
              </a:prstGeom>
              <a:blipFill>
                <a:blip r:embed="rId3"/>
                <a:stretch>
                  <a:fillRect/>
                </a:stretch>
              </a:blipFill>
            </p:spPr>
            <p:txBody>
              <a:bodyPr/>
              <a:lstStyle/>
              <a:p>
                <a:r>
                  <a:rPr lang="en-US">
                    <a:noFill/>
                  </a:rPr>
                  <a:t> </a:t>
                </a:r>
              </a:p>
            </p:txBody>
          </p:sp>
        </mc:Fallback>
      </mc:AlternateContent>
      <p:cxnSp>
        <p:nvCxnSpPr>
          <p:cNvPr id="16" name="Straight Arrow Connector 15">
            <a:extLst>
              <a:ext uri="{FF2B5EF4-FFF2-40B4-BE49-F238E27FC236}">
                <a16:creationId xmlns:a16="http://schemas.microsoft.com/office/drawing/2014/main" id="{CB8EAD17-92A0-7370-AB94-767283500809}"/>
              </a:ext>
            </a:extLst>
          </p:cNvPr>
          <p:cNvCxnSpPr>
            <a:cxnSpLocks/>
            <a:stCxn id="59" idx="3"/>
          </p:cNvCxnSpPr>
          <p:nvPr/>
        </p:nvCxnSpPr>
        <p:spPr>
          <a:xfrm flipV="1">
            <a:off x="4041838" y="931777"/>
            <a:ext cx="1232360" cy="13602"/>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sp>
        <p:nvSpPr>
          <p:cNvPr id="25" name="Oval 24">
            <a:extLst>
              <a:ext uri="{FF2B5EF4-FFF2-40B4-BE49-F238E27FC236}">
                <a16:creationId xmlns:a16="http://schemas.microsoft.com/office/drawing/2014/main" id="{7ED99DC5-D9EB-035E-1EE3-19B9559E037C}"/>
              </a:ext>
            </a:extLst>
          </p:cNvPr>
          <p:cNvSpPr>
            <a:spLocks noChangeAspect="1"/>
          </p:cNvSpPr>
          <p:nvPr/>
        </p:nvSpPr>
        <p:spPr>
          <a:xfrm>
            <a:off x="2317765" y="1628202"/>
            <a:ext cx="482803" cy="48280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8" name="Straight Connector 27">
            <a:extLst>
              <a:ext uri="{FF2B5EF4-FFF2-40B4-BE49-F238E27FC236}">
                <a16:creationId xmlns:a16="http://schemas.microsoft.com/office/drawing/2014/main" id="{323BAC59-ACC6-A9C9-078D-B4479926D30E}"/>
              </a:ext>
            </a:extLst>
          </p:cNvPr>
          <p:cNvCxnSpPr/>
          <p:nvPr/>
        </p:nvCxnSpPr>
        <p:spPr>
          <a:xfrm>
            <a:off x="2467046" y="1869604"/>
            <a:ext cx="200025" cy="0"/>
          </a:xfrm>
          <a:prstGeom prst="line">
            <a:avLst/>
          </a:prstGeom>
          <a:ln w="25400">
            <a:solidFill>
              <a:schemeClr val="bg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9" name="Rectangle: Rounded Corners 28">
                <a:extLst>
                  <a:ext uri="{FF2B5EF4-FFF2-40B4-BE49-F238E27FC236}">
                    <a16:creationId xmlns:a16="http://schemas.microsoft.com/office/drawing/2014/main" id="{67396FE0-8A6A-7CA8-2B52-0B2F4CED5567}"/>
                  </a:ext>
                </a:extLst>
              </p:cNvPr>
              <p:cNvSpPr/>
              <p:nvPr/>
            </p:nvSpPr>
            <p:spPr>
              <a:xfrm>
                <a:off x="1656229" y="2289854"/>
                <a:ext cx="590900" cy="46166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sSup>
                        <m:sSupPr>
                          <m:ctrlPr>
                            <a:rPr lang="de-DE" b="0" i="1" smtClean="0">
                              <a:latin typeface="Cambria Math" panose="02040503050406030204" pitchFamily="18" charset="0"/>
                            </a:rPr>
                          </m:ctrlPr>
                        </m:sSupPr>
                        <m:e>
                          <m:r>
                            <m:rPr>
                              <m:sty m:val="p"/>
                            </m:rPr>
                            <a:rPr lang="de-DE" b="0" i="1" smtClean="0">
                              <a:latin typeface="Cambria Math" panose="02040503050406030204" pitchFamily="18" charset="0"/>
                            </a:rPr>
                            <m:t>z</m:t>
                          </m:r>
                        </m:e>
                        <m:sup>
                          <m:r>
                            <a:rPr lang="de-DE" b="0" i="1" smtClean="0">
                              <a:latin typeface="Cambria Math" panose="02040503050406030204" pitchFamily="18" charset="0"/>
                            </a:rPr>
                            <m:t>−1</m:t>
                          </m:r>
                        </m:sup>
                      </m:sSup>
                    </m:oMath>
                  </m:oMathPara>
                </a14:m>
                <a:endParaRPr lang="en-US" dirty="0"/>
              </a:p>
            </p:txBody>
          </p:sp>
        </mc:Choice>
        <mc:Fallback xmlns="">
          <p:sp>
            <p:nvSpPr>
              <p:cNvPr id="29" name="Rectangle: Rounded Corners 28">
                <a:extLst>
                  <a:ext uri="{FF2B5EF4-FFF2-40B4-BE49-F238E27FC236}">
                    <a16:creationId xmlns:a16="http://schemas.microsoft.com/office/drawing/2014/main" id="{67396FE0-8A6A-7CA8-2B52-0B2F4CED5567}"/>
                  </a:ext>
                </a:extLst>
              </p:cNvPr>
              <p:cNvSpPr>
                <a:spLocks noRot="1" noChangeAspect="1" noMove="1" noResize="1" noEditPoints="1" noAdjustHandles="1" noChangeArrowheads="1" noChangeShapeType="1" noTextEdit="1"/>
              </p:cNvSpPr>
              <p:nvPr/>
            </p:nvSpPr>
            <p:spPr>
              <a:xfrm>
                <a:off x="1656229" y="2289854"/>
                <a:ext cx="590900" cy="461665"/>
              </a:xfrm>
              <a:prstGeom prst="roundRect">
                <a:avLst/>
              </a:prstGeom>
              <a:blipFill>
                <a:blip r:embed="rId4"/>
                <a:stretch>
                  <a:fillRect/>
                </a:stretch>
              </a:blipFill>
            </p:spPr>
            <p:txBody>
              <a:bodyPr/>
              <a:lstStyle/>
              <a:p>
                <a:r>
                  <a:rPr lang="en-US">
                    <a:noFill/>
                  </a:rPr>
                  <a:t> </a:t>
                </a:r>
              </a:p>
            </p:txBody>
          </p:sp>
        </mc:Fallback>
      </mc:AlternateContent>
      <p:cxnSp>
        <p:nvCxnSpPr>
          <p:cNvPr id="31" name="Connector: Elbow 30">
            <a:extLst>
              <a:ext uri="{FF2B5EF4-FFF2-40B4-BE49-F238E27FC236}">
                <a16:creationId xmlns:a16="http://schemas.microsoft.com/office/drawing/2014/main" id="{1B4C18B7-456C-2B41-BD98-FA0221540811}"/>
              </a:ext>
            </a:extLst>
          </p:cNvPr>
          <p:cNvCxnSpPr>
            <a:stCxn id="29" idx="3"/>
            <a:endCxn id="25" idx="4"/>
          </p:cNvCxnSpPr>
          <p:nvPr/>
        </p:nvCxnSpPr>
        <p:spPr>
          <a:xfrm flipV="1">
            <a:off x="2247129" y="2111005"/>
            <a:ext cx="312038" cy="409682"/>
          </a:xfrm>
          <a:prstGeom prst="bentConnector2">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39" name="Straight Arrow Connector 38">
            <a:extLst>
              <a:ext uri="{FF2B5EF4-FFF2-40B4-BE49-F238E27FC236}">
                <a16:creationId xmlns:a16="http://schemas.microsoft.com/office/drawing/2014/main" id="{4F6A58F2-B4FE-CF27-A47B-04767A55429A}"/>
              </a:ext>
            </a:extLst>
          </p:cNvPr>
          <p:cNvCxnSpPr>
            <a:cxnSpLocks/>
            <a:endCxn id="25" idx="2"/>
          </p:cNvCxnSpPr>
          <p:nvPr/>
        </p:nvCxnSpPr>
        <p:spPr>
          <a:xfrm flipV="1">
            <a:off x="664091" y="1869604"/>
            <a:ext cx="1653674" cy="10569"/>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44" name="Connector: Elbow 43">
            <a:extLst>
              <a:ext uri="{FF2B5EF4-FFF2-40B4-BE49-F238E27FC236}">
                <a16:creationId xmlns:a16="http://schemas.microsoft.com/office/drawing/2014/main" id="{07FCFDDC-6908-35DE-2748-E56B54BDF782}"/>
              </a:ext>
            </a:extLst>
          </p:cNvPr>
          <p:cNvCxnSpPr>
            <a:cxnSpLocks/>
            <a:endCxn id="29" idx="1"/>
          </p:cNvCxnSpPr>
          <p:nvPr/>
        </p:nvCxnSpPr>
        <p:spPr>
          <a:xfrm rot="16200000" flipH="1">
            <a:off x="1177899" y="2042357"/>
            <a:ext cx="647574" cy="309085"/>
          </a:xfrm>
          <a:prstGeom prst="bentConnector2">
            <a:avLst/>
          </a:prstGeom>
          <a:ln>
            <a:tailEnd type="triangle" w="lg" len="lg"/>
          </a:ln>
        </p:spPr>
        <p:style>
          <a:lnRef idx="2">
            <a:schemeClr val="accent1"/>
          </a:lnRef>
          <a:fillRef idx="0">
            <a:schemeClr val="accent1"/>
          </a:fillRef>
          <a:effectRef idx="1">
            <a:schemeClr val="accent1"/>
          </a:effectRef>
          <a:fontRef idx="minor">
            <a:schemeClr val="tx1"/>
          </a:fontRef>
        </p:style>
      </p:cxnSp>
      <p:sp>
        <p:nvSpPr>
          <p:cNvPr id="47" name="Rectangle 46">
            <a:extLst>
              <a:ext uri="{FF2B5EF4-FFF2-40B4-BE49-F238E27FC236}">
                <a16:creationId xmlns:a16="http://schemas.microsoft.com/office/drawing/2014/main" id="{0DD95C57-FAA5-7ECA-A0DF-AF9D94801605}"/>
              </a:ext>
            </a:extLst>
          </p:cNvPr>
          <p:cNvSpPr/>
          <p:nvPr/>
        </p:nvSpPr>
        <p:spPr>
          <a:xfrm>
            <a:off x="759169" y="180211"/>
            <a:ext cx="3636877" cy="2812850"/>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A92A856F-0C8A-7265-4F98-6A539CD4F0C4}"/>
                  </a:ext>
                </a:extLst>
              </p:cNvPr>
              <p:cNvSpPr txBox="1"/>
              <p:nvPr/>
            </p:nvSpPr>
            <p:spPr>
              <a:xfrm>
                <a:off x="155482" y="1303092"/>
                <a:ext cx="642780" cy="461665"/>
              </a:xfrm>
              <a:prstGeom prst="rect">
                <a:avLst/>
              </a:prstGeom>
              <a:noFill/>
            </p:spPr>
            <p:txBody>
              <a:bodyPr wrap="square">
                <a:spAutoFit/>
              </a:bodyPr>
              <a:lstStyle/>
              <a:p>
                <a:pPr/>
                <a14:m>
                  <m:oMathPara xmlns:m="http://schemas.openxmlformats.org/officeDocument/2006/math">
                    <m:oMath>
                      <m:sSub>
                        <m:sSubPr>
                          <m:ctrlPr>
                            <a:rPr lang="de-DE" sz="2400" b="0" i="0" smtClean="0">
                              <a:solidFill>
                                <a:schemeClr val="tx1"/>
                              </a:solidFill>
                              <a:latin typeface="Cambria Math" panose="02040503050406030204" pitchFamily="18" charset="0"/>
                            </a:rPr>
                          </m:ctrlPr>
                        </m:sSubPr>
                        <m:e>
                          <m:r>
                            <m:rPr>
                              <m:sty m:val="p"/>
                            </m:rPr>
                            <a:rPr lang="de-DE" sz="2400" b="0" i="0" smtClean="0">
                              <a:solidFill>
                                <a:schemeClr val="tx1"/>
                              </a:solidFill>
                              <a:latin typeface="Cambria Math" panose="02040503050406030204" pitchFamily="18" charset="0"/>
                            </a:rPr>
                            <m:t>m</m:t>
                          </m:r>
                        </m:e>
                        <m:sub>
                          <m:r>
                            <m:rPr>
                              <m:sty m:val="p"/>
                            </m:rPr>
                            <a:rPr lang="de-DE" sz="2400" b="0" i="1" smtClean="0">
                              <a:solidFill>
                                <a:schemeClr val="tx1"/>
                              </a:solidFill>
                              <a:latin typeface="Cambria Math" panose="02040503050406030204" pitchFamily="18" charset="0"/>
                            </a:rPr>
                            <m:t>in</m:t>
                          </m:r>
                        </m:sub>
                      </m:sSub>
                    </m:oMath>
                  </m:oMathPara>
                </a14:m>
                <a:endParaRPr lang="en-US" sz="2400" dirty="0">
                  <a:solidFill>
                    <a:schemeClr val="tx1"/>
                  </a:solidFill>
                </a:endParaRPr>
              </a:p>
            </p:txBody>
          </p:sp>
        </mc:Choice>
        <mc:Fallback xmlns="">
          <p:sp>
            <p:nvSpPr>
              <p:cNvPr id="49" name="TextBox 48">
                <a:extLst>
                  <a:ext uri="{FF2B5EF4-FFF2-40B4-BE49-F238E27FC236}">
                    <a16:creationId xmlns:a16="http://schemas.microsoft.com/office/drawing/2014/main" id="{A92A856F-0C8A-7265-4F98-6A539CD4F0C4}"/>
                  </a:ext>
                </a:extLst>
              </p:cNvPr>
              <p:cNvSpPr txBox="1">
                <a:spLocks noRot="1" noChangeAspect="1" noMove="1" noResize="1" noEditPoints="1" noAdjustHandles="1" noChangeArrowheads="1" noChangeShapeType="1" noTextEdit="1"/>
              </p:cNvSpPr>
              <p:nvPr/>
            </p:nvSpPr>
            <p:spPr>
              <a:xfrm>
                <a:off x="155482" y="1303092"/>
                <a:ext cx="642780" cy="461665"/>
              </a:xfrm>
              <a:prstGeom prst="rect">
                <a:avLst/>
              </a:prstGeom>
              <a:blipFill>
                <a:blip r:embed="rId5"/>
                <a:stretch>
                  <a:fillRect b="-1333"/>
                </a:stretch>
              </a:blipFill>
            </p:spPr>
            <p:txBody>
              <a:bodyPr/>
              <a:lstStyle/>
              <a:p>
                <a:r>
                  <a:rPr lang="en-US">
                    <a:noFill/>
                  </a:rPr>
                  <a:t> </a:t>
                </a:r>
              </a:p>
            </p:txBody>
          </p:sp>
        </mc:Fallback>
      </mc:AlternateContent>
      <p:sp>
        <p:nvSpPr>
          <p:cNvPr id="50" name="TextBox 49">
            <a:extLst>
              <a:ext uri="{FF2B5EF4-FFF2-40B4-BE49-F238E27FC236}">
                <a16:creationId xmlns:a16="http://schemas.microsoft.com/office/drawing/2014/main" id="{82B427D4-6198-EA84-C4BC-D84AA777BD46}"/>
              </a:ext>
            </a:extLst>
          </p:cNvPr>
          <p:cNvSpPr txBox="1"/>
          <p:nvPr/>
        </p:nvSpPr>
        <p:spPr>
          <a:xfrm>
            <a:off x="758678" y="206583"/>
            <a:ext cx="1653914" cy="707886"/>
          </a:xfrm>
          <a:prstGeom prst="rect">
            <a:avLst/>
          </a:prstGeom>
          <a:noFill/>
        </p:spPr>
        <p:txBody>
          <a:bodyPr wrap="none" rtlCol="0">
            <a:spAutoFit/>
          </a:bodyPr>
          <a:lstStyle/>
          <a:p>
            <a:r>
              <a:rPr lang="en-US" sz="2000" dirty="0"/>
              <a:t>Digital</a:t>
            </a:r>
          </a:p>
          <a:p>
            <a:r>
              <a:rPr lang="en-US" sz="2000" dirty="0"/>
              <a:t>Differentiator</a:t>
            </a:r>
          </a:p>
        </p:txBody>
      </p:sp>
      <p:cxnSp>
        <p:nvCxnSpPr>
          <p:cNvPr id="58" name="Connector: Elbow 57">
            <a:extLst>
              <a:ext uri="{FF2B5EF4-FFF2-40B4-BE49-F238E27FC236}">
                <a16:creationId xmlns:a16="http://schemas.microsoft.com/office/drawing/2014/main" id="{69F4B2C3-2D95-A6B5-807C-C170A58AF3DE}"/>
              </a:ext>
            </a:extLst>
          </p:cNvPr>
          <p:cNvCxnSpPr>
            <a:cxnSpLocks/>
            <a:stCxn id="25" idx="6"/>
            <a:endCxn id="59" idx="2"/>
          </p:cNvCxnSpPr>
          <p:nvPr/>
        </p:nvCxnSpPr>
        <p:spPr>
          <a:xfrm flipV="1">
            <a:off x="2800568" y="1219699"/>
            <a:ext cx="966950" cy="649905"/>
          </a:xfrm>
          <a:prstGeom prst="bentConnector2">
            <a:avLst/>
          </a:prstGeom>
          <a:ln>
            <a:tailEnd type="triangle" w="lg" len="lg"/>
          </a:ln>
        </p:spPr>
        <p:style>
          <a:lnRef idx="2">
            <a:schemeClr val="accent1"/>
          </a:lnRef>
          <a:fillRef idx="0">
            <a:schemeClr val="accent1"/>
          </a:fillRef>
          <a:effectRef idx="1">
            <a:schemeClr val="accent1"/>
          </a:effectRef>
          <a:fontRef idx="minor">
            <a:schemeClr val="tx1"/>
          </a:fontRef>
        </p:style>
      </p:cxnSp>
      <p:sp>
        <p:nvSpPr>
          <p:cNvPr id="59" name="Rectangle 58">
            <a:extLst>
              <a:ext uri="{FF2B5EF4-FFF2-40B4-BE49-F238E27FC236}">
                <a16:creationId xmlns:a16="http://schemas.microsoft.com/office/drawing/2014/main" id="{09BCE3B0-B59D-3305-CE1D-6C90A6A5A16A}"/>
              </a:ext>
            </a:extLst>
          </p:cNvPr>
          <p:cNvSpPr/>
          <p:nvPr/>
        </p:nvSpPr>
        <p:spPr>
          <a:xfrm>
            <a:off x="3493198" y="671059"/>
            <a:ext cx="548640" cy="5486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6" name="Connector: Elbow 65">
            <a:extLst>
              <a:ext uri="{FF2B5EF4-FFF2-40B4-BE49-F238E27FC236}">
                <a16:creationId xmlns:a16="http://schemas.microsoft.com/office/drawing/2014/main" id="{19AC1018-8DF5-BD6B-C57A-DA3EE566CF32}"/>
              </a:ext>
            </a:extLst>
          </p:cNvPr>
          <p:cNvCxnSpPr>
            <a:cxnSpLocks/>
          </p:cNvCxnSpPr>
          <p:nvPr/>
        </p:nvCxnSpPr>
        <p:spPr>
          <a:xfrm rot="5400000">
            <a:off x="3598501" y="940511"/>
            <a:ext cx="214001" cy="134721"/>
          </a:xfrm>
          <a:prstGeom prst="bentConnector3">
            <a:avLst/>
          </a:prstGeom>
          <a:ln>
            <a:solidFill>
              <a:schemeClr val="bg1"/>
            </a:solidFill>
          </a:ln>
        </p:spPr>
        <p:style>
          <a:lnRef idx="2">
            <a:schemeClr val="accent1"/>
          </a:lnRef>
          <a:fillRef idx="0">
            <a:schemeClr val="accent1"/>
          </a:fillRef>
          <a:effectRef idx="1">
            <a:schemeClr val="accent1"/>
          </a:effectRef>
          <a:fontRef idx="minor">
            <a:schemeClr val="tx1"/>
          </a:fontRef>
        </p:style>
      </p:cxnSp>
      <p:cxnSp>
        <p:nvCxnSpPr>
          <p:cNvPr id="69" name="Connector: Elbow 68">
            <a:extLst>
              <a:ext uri="{FF2B5EF4-FFF2-40B4-BE49-F238E27FC236}">
                <a16:creationId xmlns:a16="http://schemas.microsoft.com/office/drawing/2014/main" id="{4F58A303-7933-1D80-B405-F503C3B66FA3}"/>
              </a:ext>
            </a:extLst>
          </p:cNvPr>
          <p:cNvCxnSpPr>
            <a:cxnSpLocks/>
          </p:cNvCxnSpPr>
          <p:nvPr/>
        </p:nvCxnSpPr>
        <p:spPr>
          <a:xfrm rot="5400000">
            <a:off x="3731859" y="831825"/>
            <a:ext cx="214001" cy="134721"/>
          </a:xfrm>
          <a:prstGeom prst="bentConnector3">
            <a:avLst/>
          </a:prstGeom>
          <a:ln>
            <a:solidFill>
              <a:schemeClr val="bg1"/>
            </a:solidFill>
          </a:ln>
        </p:spPr>
        <p:style>
          <a:lnRef idx="2">
            <a:schemeClr val="accent1"/>
          </a:lnRef>
          <a:fillRef idx="0">
            <a:schemeClr val="accent1"/>
          </a:fillRef>
          <a:effectRef idx="1">
            <a:schemeClr val="accent1"/>
          </a:effectRef>
          <a:fontRef idx="minor">
            <a:schemeClr val="tx1"/>
          </a:fontRef>
        </p:style>
      </p:cxnSp>
      <p:cxnSp>
        <p:nvCxnSpPr>
          <p:cNvPr id="72" name="Straight Connector 71">
            <a:extLst>
              <a:ext uri="{FF2B5EF4-FFF2-40B4-BE49-F238E27FC236}">
                <a16:creationId xmlns:a16="http://schemas.microsoft.com/office/drawing/2014/main" id="{A063EC69-5648-1EA2-DD7E-42FC765905CB}"/>
              </a:ext>
            </a:extLst>
          </p:cNvPr>
          <p:cNvCxnSpPr/>
          <p:nvPr/>
        </p:nvCxnSpPr>
        <p:spPr>
          <a:xfrm>
            <a:off x="3900360" y="797566"/>
            <a:ext cx="109728"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cxnSp>
        <p:nvCxnSpPr>
          <p:cNvPr id="73" name="Straight Connector 72">
            <a:extLst>
              <a:ext uri="{FF2B5EF4-FFF2-40B4-BE49-F238E27FC236}">
                <a16:creationId xmlns:a16="http://schemas.microsoft.com/office/drawing/2014/main" id="{DEE3656F-891D-09BB-91DD-E899055BB390}"/>
              </a:ext>
            </a:extLst>
          </p:cNvPr>
          <p:cNvCxnSpPr/>
          <p:nvPr/>
        </p:nvCxnSpPr>
        <p:spPr>
          <a:xfrm>
            <a:off x="3530794" y="1103804"/>
            <a:ext cx="109728"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78" name="TextBox 77">
            <a:extLst>
              <a:ext uri="{FF2B5EF4-FFF2-40B4-BE49-F238E27FC236}">
                <a16:creationId xmlns:a16="http://schemas.microsoft.com/office/drawing/2014/main" id="{91FAAD30-2950-DD74-F353-018B2C062006}"/>
              </a:ext>
            </a:extLst>
          </p:cNvPr>
          <p:cNvSpPr txBox="1"/>
          <p:nvPr/>
        </p:nvSpPr>
        <p:spPr>
          <a:xfrm>
            <a:off x="3251371" y="323664"/>
            <a:ext cx="999441" cy="369332"/>
          </a:xfrm>
          <a:prstGeom prst="rect">
            <a:avLst/>
          </a:prstGeom>
          <a:noFill/>
        </p:spPr>
        <p:txBody>
          <a:bodyPr wrap="none" rtlCol="0">
            <a:spAutoFit/>
          </a:bodyPr>
          <a:lstStyle/>
          <a:p>
            <a:r>
              <a:rPr lang="en-US" dirty="0"/>
              <a:t>Counter</a:t>
            </a:r>
          </a:p>
        </p:txBody>
      </p:sp>
      <p:sp>
        <p:nvSpPr>
          <p:cNvPr id="4" name="Rectangle 3">
            <a:extLst>
              <a:ext uri="{FF2B5EF4-FFF2-40B4-BE49-F238E27FC236}">
                <a16:creationId xmlns:a16="http://schemas.microsoft.com/office/drawing/2014/main" id="{35C19247-934B-5969-78B0-E16388AD6EAF}"/>
              </a:ext>
            </a:extLst>
          </p:cNvPr>
          <p:cNvSpPr/>
          <p:nvPr/>
        </p:nvSpPr>
        <p:spPr>
          <a:xfrm>
            <a:off x="3283371" y="323663"/>
            <a:ext cx="966950" cy="1220987"/>
          </a:xfrm>
          <a:prstGeom prst="rect">
            <a:avLst/>
          </a:prstGeom>
          <a:solidFill>
            <a:schemeClr val="bg1">
              <a:alpha val="8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EE5BF53F-54BA-7712-6865-421374857225}"/>
              </a:ext>
            </a:extLst>
          </p:cNvPr>
          <p:cNvCxnSpPr>
            <a:cxnSpLocks/>
          </p:cNvCxnSpPr>
          <p:nvPr/>
        </p:nvCxnSpPr>
        <p:spPr>
          <a:xfrm>
            <a:off x="3007407" y="1864327"/>
            <a:ext cx="590900" cy="2077"/>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90" name="TextBox 89">
                <a:extLst>
                  <a:ext uri="{FF2B5EF4-FFF2-40B4-BE49-F238E27FC236}">
                    <a16:creationId xmlns:a16="http://schemas.microsoft.com/office/drawing/2014/main" id="{48236D37-5E96-562C-54A9-654C7536AB2B}"/>
                  </a:ext>
                </a:extLst>
              </p:cNvPr>
              <p:cNvSpPr txBox="1"/>
              <p:nvPr/>
            </p:nvSpPr>
            <p:spPr>
              <a:xfrm>
                <a:off x="3467764" y="1907880"/>
                <a:ext cx="642780" cy="461665"/>
              </a:xfrm>
              <a:prstGeom prst="rect">
                <a:avLst/>
              </a:prstGeom>
              <a:noFill/>
            </p:spPr>
            <p:txBody>
              <a:bodyPr wrap="square">
                <a:spAutoFit/>
              </a:bodyPr>
              <a:lstStyle/>
              <a:p>
                <a:pPr/>
                <a14:m>
                  <m:oMathPara xmlns:m="http://schemas.openxmlformats.org/officeDocument/2006/math">
                    <m:oMath>
                      <m:sSub>
                        <m:sSubPr>
                          <m:ctrlPr>
                            <a:rPr lang="de-DE" sz="2400" b="0" i="0" smtClean="0">
                              <a:solidFill>
                                <a:schemeClr val="tx1"/>
                              </a:solidFill>
                              <a:latin typeface="Cambria Math" panose="02040503050406030204" pitchFamily="18" charset="0"/>
                            </a:rPr>
                          </m:ctrlPr>
                        </m:sSubPr>
                        <m:e>
                          <m:r>
                            <m:rPr>
                              <m:sty m:val="p"/>
                            </m:rPr>
                            <a:rPr lang="de-DE" sz="2400" b="0" i="0" smtClean="0">
                              <a:solidFill>
                                <a:schemeClr val="tx1"/>
                              </a:solidFill>
                              <a:latin typeface="Cambria Math" panose="02040503050406030204" pitchFamily="18" charset="0"/>
                            </a:rPr>
                            <m:t>m</m:t>
                          </m:r>
                        </m:e>
                        <m:sub>
                          <m:r>
                            <m:rPr>
                              <m:sty m:val="p"/>
                            </m:rPr>
                            <a:rPr lang="de-DE" sz="2400" b="0" i="1" smtClean="0">
                              <a:solidFill>
                                <a:schemeClr val="tx1"/>
                              </a:solidFill>
                              <a:latin typeface="Cambria Math" panose="02040503050406030204" pitchFamily="18" charset="0"/>
                            </a:rPr>
                            <m:t>d</m:t>
                          </m:r>
                        </m:sub>
                      </m:sSub>
                    </m:oMath>
                  </m:oMathPara>
                </a14:m>
                <a:endParaRPr lang="en-US" sz="2400" dirty="0">
                  <a:solidFill>
                    <a:schemeClr val="tx1"/>
                  </a:solidFill>
                </a:endParaRPr>
              </a:p>
            </p:txBody>
          </p:sp>
        </mc:Choice>
        <mc:Fallback xmlns="">
          <p:sp>
            <p:nvSpPr>
              <p:cNvPr id="90" name="TextBox 89">
                <a:extLst>
                  <a:ext uri="{FF2B5EF4-FFF2-40B4-BE49-F238E27FC236}">
                    <a16:creationId xmlns:a16="http://schemas.microsoft.com/office/drawing/2014/main" id="{48236D37-5E96-562C-54A9-654C7536AB2B}"/>
                  </a:ext>
                </a:extLst>
              </p:cNvPr>
              <p:cNvSpPr txBox="1">
                <a:spLocks noRot="1" noChangeAspect="1" noMove="1" noResize="1" noEditPoints="1" noAdjustHandles="1" noChangeArrowheads="1" noChangeShapeType="1" noTextEdit="1"/>
              </p:cNvSpPr>
              <p:nvPr/>
            </p:nvSpPr>
            <p:spPr>
              <a:xfrm>
                <a:off x="3467764" y="1907880"/>
                <a:ext cx="642780" cy="461665"/>
              </a:xfrm>
              <a:prstGeom prst="rect">
                <a:avLst/>
              </a:prstGeom>
              <a:blipFill>
                <a:blip r:embed="rId6"/>
                <a:stretch>
                  <a:fillRect b="-1316"/>
                </a:stretch>
              </a:blipFill>
            </p:spPr>
            <p:txBody>
              <a:bodyPr/>
              <a:lstStyle/>
              <a:p>
                <a:r>
                  <a:rPr lang="en-US">
                    <a:noFill/>
                  </a:rPr>
                  <a:t> </a:t>
                </a:r>
              </a:p>
            </p:txBody>
          </p:sp>
        </mc:Fallback>
      </mc:AlternateContent>
      <p:sp>
        <p:nvSpPr>
          <p:cNvPr id="118" name="Rectangle: Rounded Corners 117">
            <a:extLst>
              <a:ext uri="{FF2B5EF4-FFF2-40B4-BE49-F238E27FC236}">
                <a16:creationId xmlns:a16="http://schemas.microsoft.com/office/drawing/2014/main" id="{3C282480-DB37-6543-AE13-92101254F60C}"/>
              </a:ext>
            </a:extLst>
          </p:cNvPr>
          <p:cNvSpPr/>
          <p:nvPr/>
        </p:nvSpPr>
        <p:spPr>
          <a:xfrm>
            <a:off x="10656255" y="138224"/>
            <a:ext cx="1522517" cy="91440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Algorithm </a:t>
            </a:r>
          </a:p>
        </p:txBody>
      </p:sp>
      <p:sp>
        <p:nvSpPr>
          <p:cNvPr id="119" name="Rectangle: Rounded Corners 118">
            <a:extLst>
              <a:ext uri="{FF2B5EF4-FFF2-40B4-BE49-F238E27FC236}">
                <a16:creationId xmlns:a16="http://schemas.microsoft.com/office/drawing/2014/main" id="{E9174A38-55D4-5304-272E-F71A27DC20BA}"/>
              </a:ext>
            </a:extLst>
          </p:cNvPr>
          <p:cNvSpPr/>
          <p:nvPr/>
        </p:nvSpPr>
        <p:spPr>
          <a:xfrm>
            <a:off x="10656255" y="1562570"/>
            <a:ext cx="1522517" cy="914400"/>
          </a:xfrm>
          <a:prstGeom prst="round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Chemical Reactions </a:t>
            </a:r>
          </a:p>
        </p:txBody>
      </p:sp>
      <p:sp>
        <p:nvSpPr>
          <p:cNvPr id="120" name="Rectangle: Rounded Corners 119">
            <a:extLst>
              <a:ext uri="{FF2B5EF4-FFF2-40B4-BE49-F238E27FC236}">
                <a16:creationId xmlns:a16="http://schemas.microsoft.com/office/drawing/2014/main" id="{C13513E9-BF16-EEC3-9BA1-EBF42A2065D6}"/>
              </a:ext>
            </a:extLst>
          </p:cNvPr>
          <p:cNvSpPr/>
          <p:nvPr/>
        </p:nvSpPr>
        <p:spPr>
          <a:xfrm>
            <a:off x="10656255" y="2986916"/>
            <a:ext cx="1522517" cy="914400"/>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Metabolic Network</a:t>
            </a:r>
          </a:p>
        </p:txBody>
      </p:sp>
      <p:sp>
        <p:nvSpPr>
          <p:cNvPr id="121" name="Rectangle: Rounded Corners 120">
            <a:extLst>
              <a:ext uri="{FF2B5EF4-FFF2-40B4-BE49-F238E27FC236}">
                <a16:creationId xmlns:a16="http://schemas.microsoft.com/office/drawing/2014/main" id="{2AE963CA-84E7-DABD-0417-61237F553CC5}"/>
              </a:ext>
            </a:extLst>
          </p:cNvPr>
          <p:cNvSpPr/>
          <p:nvPr/>
        </p:nvSpPr>
        <p:spPr>
          <a:xfrm>
            <a:off x="10656255" y="4411262"/>
            <a:ext cx="1522517" cy="91440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THz Actuation</a:t>
            </a:r>
          </a:p>
        </p:txBody>
      </p:sp>
      <p:cxnSp>
        <p:nvCxnSpPr>
          <p:cNvPr id="122" name="Straight Arrow Connector 121">
            <a:extLst>
              <a:ext uri="{FF2B5EF4-FFF2-40B4-BE49-F238E27FC236}">
                <a16:creationId xmlns:a16="http://schemas.microsoft.com/office/drawing/2014/main" id="{9F982A65-19D3-5B28-C7DB-E63D2769EE0D}"/>
              </a:ext>
            </a:extLst>
          </p:cNvPr>
          <p:cNvCxnSpPr>
            <a:stCxn id="118" idx="2"/>
            <a:endCxn id="119" idx="0"/>
          </p:cNvCxnSpPr>
          <p:nvPr/>
        </p:nvCxnSpPr>
        <p:spPr>
          <a:xfrm>
            <a:off x="11417514" y="1052624"/>
            <a:ext cx="0" cy="509946"/>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123" name="Straight Arrow Connector 122">
            <a:extLst>
              <a:ext uri="{FF2B5EF4-FFF2-40B4-BE49-F238E27FC236}">
                <a16:creationId xmlns:a16="http://schemas.microsoft.com/office/drawing/2014/main" id="{FB92A770-EB00-C7BC-DAE7-BA08F9B1641C}"/>
              </a:ext>
            </a:extLst>
          </p:cNvPr>
          <p:cNvCxnSpPr>
            <a:cxnSpLocks/>
            <a:stCxn id="119" idx="2"/>
            <a:endCxn id="120" idx="0"/>
          </p:cNvCxnSpPr>
          <p:nvPr/>
        </p:nvCxnSpPr>
        <p:spPr>
          <a:xfrm>
            <a:off x="11417514" y="2476970"/>
            <a:ext cx="0" cy="509946"/>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124" name="Straight Arrow Connector 123">
            <a:extLst>
              <a:ext uri="{FF2B5EF4-FFF2-40B4-BE49-F238E27FC236}">
                <a16:creationId xmlns:a16="http://schemas.microsoft.com/office/drawing/2014/main" id="{56B6C37F-8335-1085-64EA-548020264667}"/>
              </a:ext>
            </a:extLst>
          </p:cNvPr>
          <p:cNvCxnSpPr>
            <a:cxnSpLocks/>
            <a:stCxn id="121" idx="0"/>
          </p:cNvCxnSpPr>
          <p:nvPr/>
        </p:nvCxnSpPr>
        <p:spPr>
          <a:xfrm flipV="1">
            <a:off x="11417514" y="3901316"/>
            <a:ext cx="0" cy="509946"/>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pic>
        <p:nvPicPr>
          <p:cNvPr id="83" name="Graphic 82">
            <a:extLst>
              <a:ext uri="{FF2B5EF4-FFF2-40B4-BE49-F238E27FC236}">
                <a16:creationId xmlns:a16="http://schemas.microsoft.com/office/drawing/2014/main" id="{D20E48E2-72F2-F4DD-FFF0-AA3DB0BAFA5B}"/>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373263" y="3444116"/>
            <a:ext cx="5137785" cy="3389281"/>
          </a:xfrm>
          <a:prstGeom prst="rect">
            <a:avLst/>
          </a:prstGeom>
        </p:spPr>
      </p:pic>
      <p:pic>
        <p:nvPicPr>
          <p:cNvPr id="86" name="Graphic 85">
            <a:extLst>
              <a:ext uri="{FF2B5EF4-FFF2-40B4-BE49-F238E27FC236}">
                <a16:creationId xmlns:a16="http://schemas.microsoft.com/office/drawing/2014/main" id="{CCC6DCB7-E4F3-7E69-FB7E-8354DEC07037}"/>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835" y="3475864"/>
            <a:ext cx="5137785" cy="3389281"/>
          </a:xfrm>
          <a:prstGeom prst="rect">
            <a:avLst/>
          </a:prstGeom>
        </p:spPr>
      </p:pic>
      <p:sp>
        <p:nvSpPr>
          <p:cNvPr id="2" name="Rectangle 1">
            <a:extLst>
              <a:ext uri="{FF2B5EF4-FFF2-40B4-BE49-F238E27FC236}">
                <a16:creationId xmlns:a16="http://schemas.microsoft.com/office/drawing/2014/main" id="{2A33383C-C1AC-BE58-0CE8-859B14637743}"/>
              </a:ext>
            </a:extLst>
          </p:cNvPr>
          <p:cNvSpPr/>
          <p:nvPr/>
        </p:nvSpPr>
        <p:spPr>
          <a:xfrm>
            <a:off x="6504657" y="339214"/>
            <a:ext cx="2873133" cy="2222154"/>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 name="TextBox 2">
            <a:extLst>
              <a:ext uri="{FF2B5EF4-FFF2-40B4-BE49-F238E27FC236}">
                <a16:creationId xmlns:a16="http://schemas.microsoft.com/office/drawing/2014/main" id="{A017AEB3-D72A-0186-C112-52BE73FE1BCF}"/>
              </a:ext>
            </a:extLst>
          </p:cNvPr>
          <p:cNvSpPr txBox="1"/>
          <p:nvPr/>
        </p:nvSpPr>
        <p:spPr>
          <a:xfrm>
            <a:off x="6478333" y="339213"/>
            <a:ext cx="1362617" cy="584775"/>
          </a:xfrm>
          <a:prstGeom prst="rect">
            <a:avLst/>
          </a:prstGeom>
          <a:noFill/>
        </p:spPr>
        <p:txBody>
          <a:bodyPr wrap="none" rtlCol="0">
            <a:spAutoFit/>
          </a:bodyPr>
          <a:lstStyle/>
          <a:p>
            <a:r>
              <a:rPr lang="en-US" sz="1600" dirty="0"/>
              <a:t>Chemical</a:t>
            </a:r>
            <a:br>
              <a:rPr lang="en-US" sz="1600" dirty="0"/>
            </a:br>
            <a:r>
              <a:rPr lang="en-US" sz="1600" dirty="0"/>
              <a:t>Differentiator</a:t>
            </a:r>
          </a:p>
        </p:txBody>
      </p:sp>
      <p:sp>
        <p:nvSpPr>
          <p:cNvPr id="5" name="Oval 4">
            <a:extLst>
              <a:ext uri="{FF2B5EF4-FFF2-40B4-BE49-F238E27FC236}">
                <a16:creationId xmlns:a16="http://schemas.microsoft.com/office/drawing/2014/main" id="{61313C9D-8EC0-278A-08E2-20DF49A009D4}"/>
              </a:ext>
            </a:extLst>
          </p:cNvPr>
          <p:cNvSpPr>
            <a:spLocks noChangeAspect="1"/>
          </p:cNvSpPr>
          <p:nvPr/>
        </p:nvSpPr>
        <p:spPr>
          <a:xfrm>
            <a:off x="6742592" y="1127608"/>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E63D3538-51F0-3800-E7DE-9FAE2E131868}"/>
                  </a:ext>
                </a:extLst>
              </p:cNvPr>
              <p:cNvSpPr txBox="1"/>
              <p:nvPr/>
            </p:nvSpPr>
            <p:spPr>
              <a:xfrm>
                <a:off x="6687565" y="1103452"/>
                <a:ext cx="518558"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F</m:t>
                          </m:r>
                        </m:sub>
                      </m:sSub>
                    </m:oMath>
                  </m:oMathPara>
                </a14:m>
                <a:endParaRPr lang="en-US" dirty="0">
                  <a:solidFill>
                    <a:schemeClr val="bg1"/>
                  </a:solidFill>
                </a:endParaRPr>
              </a:p>
            </p:txBody>
          </p:sp>
        </mc:Choice>
        <mc:Fallback xmlns="">
          <p:sp>
            <p:nvSpPr>
              <p:cNvPr id="6" name="TextBox 5">
                <a:extLst>
                  <a:ext uri="{FF2B5EF4-FFF2-40B4-BE49-F238E27FC236}">
                    <a16:creationId xmlns:a16="http://schemas.microsoft.com/office/drawing/2014/main" id="{E63D3538-51F0-3800-E7DE-9FAE2E131868}"/>
                  </a:ext>
                </a:extLst>
              </p:cNvPr>
              <p:cNvSpPr txBox="1">
                <a:spLocks noRot="1" noChangeAspect="1" noMove="1" noResize="1" noEditPoints="1" noAdjustHandles="1" noChangeArrowheads="1" noChangeShapeType="1" noTextEdit="1"/>
              </p:cNvSpPr>
              <p:nvPr/>
            </p:nvSpPr>
            <p:spPr>
              <a:xfrm>
                <a:off x="6687565" y="1103452"/>
                <a:ext cx="518558" cy="369332"/>
              </a:xfrm>
              <a:prstGeom prst="rect">
                <a:avLst/>
              </a:prstGeom>
              <a:blipFill>
                <a:blip r:embed="rId9"/>
                <a:stretch>
                  <a:fillRect/>
                </a:stretch>
              </a:blipFill>
            </p:spPr>
            <p:txBody>
              <a:bodyPr/>
              <a:lstStyle/>
              <a:p>
                <a:r>
                  <a:rPr lang="en-US">
                    <a:noFill/>
                  </a:rPr>
                  <a:t> </a:t>
                </a:r>
              </a:p>
            </p:txBody>
          </p:sp>
        </mc:Fallback>
      </mc:AlternateContent>
      <p:sp>
        <p:nvSpPr>
          <p:cNvPr id="8" name="Oval 7">
            <a:extLst>
              <a:ext uri="{FF2B5EF4-FFF2-40B4-BE49-F238E27FC236}">
                <a16:creationId xmlns:a16="http://schemas.microsoft.com/office/drawing/2014/main" id="{762F7C32-22BC-E2CB-D9EE-6FE8668890C3}"/>
              </a:ext>
            </a:extLst>
          </p:cNvPr>
          <p:cNvSpPr>
            <a:spLocks noChangeAspect="1"/>
          </p:cNvSpPr>
          <p:nvPr/>
        </p:nvSpPr>
        <p:spPr>
          <a:xfrm>
            <a:off x="6846073" y="2020964"/>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EA916613-853E-88D1-0F75-E8AF8A426B01}"/>
                  </a:ext>
                </a:extLst>
              </p:cNvPr>
              <p:cNvSpPr txBox="1"/>
              <p:nvPr/>
            </p:nvSpPr>
            <p:spPr>
              <a:xfrm>
                <a:off x="6788286" y="2012940"/>
                <a:ext cx="518558"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S</m:t>
                          </m:r>
                        </m:sub>
                      </m:sSub>
                    </m:oMath>
                  </m:oMathPara>
                </a14:m>
                <a:endParaRPr lang="en-US" dirty="0">
                  <a:solidFill>
                    <a:schemeClr val="bg1"/>
                  </a:solidFill>
                </a:endParaRPr>
              </a:p>
            </p:txBody>
          </p:sp>
        </mc:Choice>
        <mc:Fallback xmlns="">
          <p:sp>
            <p:nvSpPr>
              <p:cNvPr id="9" name="TextBox 8">
                <a:extLst>
                  <a:ext uri="{FF2B5EF4-FFF2-40B4-BE49-F238E27FC236}">
                    <a16:creationId xmlns:a16="http://schemas.microsoft.com/office/drawing/2014/main" id="{EA916613-853E-88D1-0F75-E8AF8A426B01}"/>
                  </a:ext>
                </a:extLst>
              </p:cNvPr>
              <p:cNvSpPr txBox="1">
                <a:spLocks noRot="1" noChangeAspect="1" noMove="1" noResize="1" noEditPoints="1" noAdjustHandles="1" noChangeArrowheads="1" noChangeShapeType="1" noTextEdit="1"/>
              </p:cNvSpPr>
              <p:nvPr/>
            </p:nvSpPr>
            <p:spPr>
              <a:xfrm>
                <a:off x="6788286" y="2012940"/>
                <a:ext cx="518558" cy="369332"/>
              </a:xfrm>
              <a:prstGeom prst="rect">
                <a:avLst/>
              </a:prstGeom>
              <a:blipFill>
                <a:blip r:embed="rId10"/>
                <a:stretch>
                  <a:fillRect/>
                </a:stretch>
              </a:blipFill>
            </p:spPr>
            <p:txBody>
              <a:bodyPr/>
              <a:lstStyle/>
              <a:p>
                <a:r>
                  <a:rPr lang="en-US">
                    <a:noFill/>
                  </a:rPr>
                  <a:t> </a:t>
                </a:r>
              </a:p>
            </p:txBody>
          </p:sp>
        </mc:Fallback>
      </mc:AlternateContent>
      <p:sp>
        <p:nvSpPr>
          <p:cNvPr id="10" name="Oval 9">
            <a:extLst>
              <a:ext uri="{FF2B5EF4-FFF2-40B4-BE49-F238E27FC236}">
                <a16:creationId xmlns:a16="http://schemas.microsoft.com/office/drawing/2014/main" id="{E778EB6B-3016-312C-31B4-AB7A191F0669}"/>
              </a:ext>
            </a:extLst>
          </p:cNvPr>
          <p:cNvSpPr>
            <a:spLocks noChangeAspect="1"/>
          </p:cNvSpPr>
          <p:nvPr/>
        </p:nvSpPr>
        <p:spPr>
          <a:xfrm>
            <a:off x="7912280" y="1131465"/>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93503AF1-BEE7-F8DD-646F-A2F8B9CB84D3}"/>
                  </a:ext>
                </a:extLst>
              </p:cNvPr>
              <p:cNvSpPr txBox="1"/>
              <p:nvPr/>
            </p:nvSpPr>
            <p:spPr>
              <a:xfrm>
                <a:off x="7857419" y="1102889"/>
                <a:ext cx="518558"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d</m:t>
                          </m:r>
                        </m:sub>
                      </m:sSub>
                    </m:oMath>
                  </m:oMathPara>
                </a14:m>
                <a:endParaRPr lang="en-US" dirty="0">
                  <a:solidFill>
                    <a:schemeClr val="bg1"/>
                  </a:solidFill>
                </a:endParaRPr>
              </a:p>
            </p:txBody>
          </p:sp>
        </mc:Choice>
        <mc:Fallback xmlns="">
          <p:sp>
            <p:nvSpPr>
              <p:cNvPr id="11" name="TextBox 10">
                <a:extLst>
                  <a:ext uri="{FF2B5EF4-FFF2-40B4-BE49-F238E27FC236}">
                    <a16:creationId xmlns:a16="http://schemas.microsoft.com/office/drawing/2014/main" id="{93503AF1-BEE7-F8DD-646F-A2F8B9CB84D3}"/>
                  </a:ext>
                </a:extLst>
              </p:cNvPr>
              <p:cNvSpPr txBox="1">
                <a:spLocks noRot="1" noChangeAspect="1" noMove="1" noResize="1" noEditPoints="1" noAdjustHandles="1" noChangeArrowheads="1" noChangeShapeType="1" noTextEdit="1"/>
              </p:cNvSpPr>
              <p:nvPr/>
            </p:nvSpPr>
            <p:spPr>
              <a:xfrm>
                <a:off x="7857419" y="1102889"/>
                <a:ext cx="518558" cy="369332"/>
              </a:xfrm>
              <a:prstGeom prst="rect">
                <a:avLst/>
              </a:prstGeom>
              <a:blipFill>
                <a:blip r:embed="rId11"/>
                <a:stretch>
                  <a:fillRect/>
                </a:stretch>
              </a:blipFill>
            </p:spPr>
            <p:txBody>
              <a:bodyPr/>
              <a:lstStyle/>
              <a:p>
                <a:r>
                  <a:rPr lang="en-US">
                    <a:noFill/>
                  </a:rPr>
                  <a:t> </a:t>
                </a:r>
              </a:p>
            </p:txBody>
          </p:sp>
        </mc:Fallback>
      </mc:AlternateContent>
      <p:cxnSp>
        <p:nvCxnSpPr>
          <p:cNvPr id="12" name="Straight Arrow Connector 11">
            <a:extLst>
              <a:ext uri="{FF2B5EF4-FFF2-40B4-BE49-F238E27FC236}">
                <a16:creationId xmlns:a16="http://schemas.microsoft.com/office/drawing/2014/main" id="{A52E25CE-DD50-097F-E19B-8939EECBB325}"/>
              </a:ext>
            </a:extLst>
          </p:cNvPr>
          <p:cNvCxnSpPr>
            <a:cxnSpLocks/>
            <a:endCxn id="5" idx="2"/>
          </p:cNvCxnSpPr>
          <p:nvPr/>
        </p:nvCxnSpPr>
        <p:spPr>
          <a:xfrm flipV="1">
            <a:off x="6261306" y="1318316"/>
            <a:ext cx="481286" cy="35466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0B8795DD-25D9-2CA2-0F2B-D653CC7C089A}"/>
              </a:ext>
            </a:extLst>
          </p:cNvPr>
          <p:cNvCxnSpPr>
            <a:cxnSpLocks/>
            <a:endCxn id="8" idx="2"/>
          </p:cNvCxnSpPr>
          <p:nvPr/>
        </p:nvCxnSpPr>
        <p:spPr>
          <a:xfrm>
            <a:off x="6261306" y="1672976"/>
            <a:ext cx="584767" cy="538696"/>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5C74CE81-2437-A57A-6337-C747AAFF48A9}"/>
              </a:ext>
            </a:extLst>
          </p:cNvPr>
          <p:cNvCxnSpPr>
            <a:cxnSpLocks/>
            <a:stCxn id="5" idx="6"/>
            <a:endCxn id="10" idx="2"/>
          </p:cNvCxnSpPr>
          <p:nvPr/>
        </p:nvCxnSpPr>
        <p:spPr>
          <a:xfrm>
            <a:off x="7124006" y="1318316"/>
            <a:ext cx="788274" cy="3858"/>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C2412645-69F7-8024-8CB8-8BDE6B92298C}"/>
              </a:ext>
            </a:extLst>
          </p:cNvPr>
          <p:cNvCxnSpPr>
            <a:cxnSpLocks/>
            <a:stCxn id="8" idx="6"/>
            <a:endCxn id="22" idx="2"/>
          </p:cNvCxnSpPr>
          <p:nvPr/>
        </p:nvCxnSpPr>
        <p:spPr>
          <a:xfrm>
            <a:off x="7227487" y="2211672"/>
            <a:ext cx="1447412" cy="33588"/>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63B97C9F-506F-E938-0AC1-A333095AAE1D}"/>
              </a:ext>
            </a:extLst>
          </p:cNvPr>
          <p:cNvCxnSpPr>
            <a:cxnSpLocks/>
            <a:stCxn id="10" idx="6"/>
          </p:cNvCxnSpPr>
          <p:nvPr/>
        </p:nvCxnSpPr>
        <p:spPr>
          <a:xfrm flipV="1">
            <a:off x="8293694" y="1318315"/>
            <a:ext cx="1768536" cy="3858"/>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33A07EE9-8756-9438-9DB5-35C636C42628}"/>
                  </a:ext>
                </a:extLst>
              </p:cNvPr>
              <p:cNvSpPr txBox="1"/>
              <p:nvPr/>
            </p:nvSpPr>
            <p:spPr>
              <a:xfrm>
                <a:off x="8601594" y="953933"/>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d</m:t>
                          </m:r>
                        </m:sub>
                      </m:sSub>
                    </m:oMath>
                  </m:oMathPara>
                </a14:m>
                <a:endParaRPr lang="en-US" dirty="0">
                  <a:solidFill>
                    <a:schemeClr val="tx1"/>
                  </a:solidFill>
                </a:endParaRPr>
              </a:p>
            </p:txBody>
          </p:sp>
        </mc:Choice>
        <mc:Fallback xmlns="">
          <p:sp>
            <p:nvSpPr>
              <p:cNvPr id="19" name="TextBox 18">
                <a:extLst>
                  <a:ext uri="{FF2B5EF4-FFF2-40B4-BE49-F238E27FC236}">
                    <a16:creationId xmlns:a16="http://schemas.microsoft.com/office/drawing/2014/main" id="{33A07EE9-8756-9438-9DB5-35C636C42628}"/>
                  </a:ext>
                </a:extLst>
              </p:cNvPr>
              <p:cNvSpPr txBox="1">
                <a:spLocks noRot="1" noChangeAspect="1" noMove="1" noResize="1" noEditPoints="1" noAdjustHandles="1" noChangeArrowheads="1" noChangeShapeType="1" noTextEdit="1"/>
              </p:cNvSpPr>
              <p:nvPr/>
            </p:nvSpPr>
            <p:spPr>
              <a:xfrm>
                <a:off x="8601594" y="953933"/>
                <a:ext cx="507796" cy="369332"/>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67F99F1C-0940-A14E-30FA-4AC5540E8C7E}"/>
                  </a:ext>
                </a:extLst>
              </p:cNvPr>
              <p:cNvSpPr txBox="1"/>
              <p:nvPr/>
            </p:nvSpPr>
            <p:spPr>
              <a:xfrm>
                <a:off x="7242618" y="941338"/>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F</m:t>
                          </m:r>
                        </m:sub>
                      </m:sSub>
                    </m:oMath>
                  </m:oMathPara>
                </a14:m>
                <a:endParaRPr lang="en-US" dirty="0">
                  <a:solidFill>
                    <a:schemeClr val="tx1"/>
                  </a:solidFill>
                </a:endParaRPr>
              </a:p>
            </p:txBody>
          </p:sp>
        </mc:Choice>
        <mc:Fallback xmlns="">
          <p:sp>
            <p:nvSpPr>
              <p:cNvPr id="20" name="TextBox 19">
                <a:extLst>
                  <a:ext uri="{FF2B5EF4-FFF2-40B4-BE49-F238E27FC236}">
                    <a16:creationId xmlns:a16="http://schemas.microsoft.com/office/drawing/2014/main" id="{67F99F1C-0940-A14E-30FA-4AC5540E8C7E}"/>
                  </a:ext>
                </a:extLst>
              </p:cNvPr>
              <p:cNvSpPr txBox="1">
                <a:spLocks noRot="1" noChangeAspect="1" noMove="1" noResize="1" noEditPoints="1" noAdjustHandles="1" noChangeArrowheads="1" noChangeShapeType="1" noTextEdit="1"/>
              </p:cNvSpPr>
              <p:nvPr/>
            </p:nvSpPr>
            <p:spPr>
              <a:xfrm>
                <a:off x="7242618" y="941338"/>
                <a:ext cx="507796" cy="369332"/>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B6E6173F-E9E1-AB7C-375E-463B590D3769}"/>
                  </a:ext>
                </a:extLst>
              </p:cNvPr>
              <p:cNvSpPr txBox="1"/>
              <p:nvPr/>
            </p:nvSpPr>
            <p:spPr>
              <a:xfrm>
                <a:off x="7648259" y="2175968"/>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Sd</m:t>
                          </m:r>
                        </m:sub>
                      </m:sSub>
                    </m:oMath>
                  </m:oMathPara>
                </a14:m>
                <a:endParaRPr lang="en-US" dirty="0">
                  <a:solidFill>
                    <a:schemeClr val="tx1"/>
                  </a:solidFill>
                </a:endParaRPr>
              </a:p>
            </p:txBody>
          </p:sp>
        </mc:Choice>
        <mc:Fallback xmlns="">
          <p:sp>
            <p:nvSpPr>
              <p:cNvPr id="21" name="TextBox 20">
                <a:extLst>
                  <a:ext uri="{FF2B5EF4-FFF2-40B4-BE49-F238E27FC236}">
                    <a16:creationId xmlns:a16="http://schemas.microsoft.com/office/drawing/2014/main" id="{B6E6173F-E9E1-AB7C-375E-463B590D3769}"/>
                  </a:ext>
                </a:extLst>
              </p:cNvPr>
              <p:cNvSpPr txBox="1">
                <a:spLocks noRot="1" noChangeAspect="1" noMove="1" noResize="1" noEditPoints="1" noAdjustHandles="1" noChangeArrowheads="1" noChangeShapeType="1" noTextEdit="1"/>
              </p:cNvSpPr>
              <p:nvPr/>
            </p:nvSpPr>
            <p:spPr>
              <a:xfrm>
                <a:off x="7648259" y="2175968"/>
                <a:ext cx="507796" cy="369332"/>
              </a:xfrm>
              <a:prstGeom prst="rect">
                <a:avLst/>
              </a:prstGeom>
              <a:blipFill>
                <a:blip r:embed="rId14"/>
                <a:stretch>
                  <a:fillRect r="-7229"/>
                </a:stretch>
              </a:blipFill>
            </p:spPr>
            <p:txBody>
              <a:bodyPr/>
              <a:lstStyle/>
              <a:p>
                <a:r>
                  <a:rPr lang="en-US">
                    <a:noFill/>
                  </a:rPr>
                  <a:t> </a:t>
                </a:r>
              </a:p>
            </p:txBody>
          </p:sp>
        </mc:Fallback>
      </mc:AlternateContent>
      <p:sp>
        <p:nvSpPr>
          <p:cNvPr id="22" name="Oval 21">
            <a:extLst>
              <a:ext uri="{FF2B5EF4-FFF2-40B4-BE49-F238E27FC236}">
                <a16:creationId xmlns:a16="http://schemas.microsoft.com/office/drawing/2014/main" id="{C15DCA11-1A7C-2DCC-A536-6FFC99A513F8}"/>
              </a:ext>
            </a:extLst>
          </p:cNvPr>
          <p:cNvSpPr>
            <a:spLocks noChangeAspect="1"/>
          </p:cNvSpPr>
          <p:nvPr/>
        </p:nvSpPr>
        <p:spPr>
          <a:xfrm>
            <a:off x="8674899" y="2054552"/>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18969F0E-F3C7-CE29-C375-53829F6B9A9D}"/>
                  </a:ext>
                </a:extLst>
              </p:cNvPr>
              <p:cNvSpPr txBox="1"/>
              <p:nvPr/>
            </p:nvSpPr>
            <p:spPr>
              <a:xfrm>
                <a:off x="8609344" y="2016200"/>
                <a:ext cx="518558"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I</m:t>
                          </m:r>
                        </m:sub>
                      </m:sSub>
                    </m:oMath>
                  </m:oMathPara>
                </a14:m>
                <a:endParaRPr lang="en-US" dirty="0">
                  <a:solidFill>
                    <a:schemeClr val="bg1"/>
                  </a:solidFill>
                </a:endParaRPr>
              </a:p>
            </p:txBody>
          </p:sp>
        </mc:Choice>
        <mc:Fallback xmlns="">
          <p:sp>
            <p:nvSpPr>
              <p:cNvPr id="23" name="TextBox 22">
                <a:extLst>
                  <a:ext uri="{FF2B5EF4-FFF2-40B4-BE49-F238E27FC236}">
                    <a16:creationId xmlns:a16="http://schemas.microsoft.com/office/drawing/2014/main" id="{18969F0E-F3C7-CE29-C375-53829F6B9A9D}"/>
                  </a:ext>
                </a:extLst>
              </p:cNvPr>
              <p:cNvSpPr txBox="1">
                <a:spLocks noRot="1" noChangeAspect="1" noMove="1" noResize="1" noEditPoints="1" noAdjustHandles="1" noChangeArrowheads="1" noChangeShapeType="1" noTextEdit="1"/>
              </p:cNvSpPr>
              <p:nvPr/>
            </p:nvSpPr>
            <p:spPr>
              <a:xfrm>
                <a:off x="8609344" y="2016200"/>
                <a:ext cx="518558" cy="369332"/>
              </a:xfrm>
              <a:prstGeom prst="rect">
                <a:avLst/>
              </a:prstGeom>
              <a:blipFill>
                <a:blip r:embed="rId15"/>
                <a:stretch>
                  <a:fillRect/>
                </a:stretch>
              </a:blipFill>
            </p:spPr>
            <p:txBody>
              <a:bodyPr/>
              <a:lstStyle/>
              <a:p>
                <a:r>
                  <a:rPr lang="en-US">
                    <a:noFill/>
                  </a:rPr>
                  <a:t> </a:t>
                </a:r>
              </a:p>
            </p:txBody>
          </p:sp>
        </mc:Fallback>
      </mc:AlternateContent>
      <p:cxnSp>
        <p:nvCxnSpPr>
          <p:cNvPr id="24" name="Straight Arrow Connector 23">
            <a:extLst>
              <a:ext uri="{FF2B5EF4-FFF2-40B4-BE49-F238E27FC236}">
                <a16:creationId xmlns:a16="http://schemas.microsoft.com/office/drawing/2014/main" id="{E8870A8C-0DE2-A5D7-33C7-D1E7A0445B49}"/>
              </a:ext>
            </a:extLst>
          </p:cNvPr>
          <p:cNvCxnSpPr>
            <a:cxnSpLocks/>
            <a:stCxn id="19" idx="2"/>
            <a:endCxn id="22" idx="0"/>
          </p:cNvCxnSpPr>
          <p:nvPr/>
        </p:nvCxnSpPr>
        <p:spPr>
          <a:xfrm>
            <a:off x="8855492" y="1323265"/>
            <a:ext cx="10114" cy="731287"/>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26" name="Straight Arrow Connector 25">
            <a:extLst>
              <a:ext uri="{FF2B5EF4-FFF2-40B4-BE49-F238E27FC236}">
                <a16:creationId xmlns:a16="http://schemas.microsoft.com/office/drawing/2014/main" id="{55032424-6011-D6F0-546B-695DC271D7C0}"/>
              </a:ext>
            </a:extLst>
          </p:cNvPr>
          <p:cNvCxnSpPr>
            <a:cxnSpLocks/>
            <a:stCxn id="5" idx="5"/>
            <a:endCxn id="22" idx="1"/>
          </p:cNvCxnSpPr>
          <p:nvPr/>
        </p:nvCxnSpPr>
        <p:spPr>
          <a:xfrm>
            <a:off x="7068149" y="1453166"/>
            <a:ext cx="1662607" cy="657243"/>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92A41E07-0B5E-DBB7-4FE9-18CA0B657A5D}"/>
                  </a:ext>
                </a:extLst>
              </p:cNvPr>
              <p:cNvSpPr txBox="1"/>
              <p:nvPr/>
            </p:nvSpPr>
            <p:spPr>
              <a:xfrm>
                <a:off x="7496516" y="1664598"/>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i="1">
                              <a:latin typeface="Cambria Math" panose="02040503050406030204" pitchFamily="18" charset="0"/>
                            </a:rPr>
                            <m:t>Df</m:t>
                          </m:r>
                        </m:sub>
                      </m:sSub>
                    </m:oMath>
                  </m:oMathPara>
                </a14:m>
                <a:endParaRPr lang="en-US" dirty="0">
                  <a:solidFill>
                    <a:schemeClr val="tx1"/>
                  </a:solidFill>
                </a:endParaRPr>
              </a:p>
            </p:txBody>
          </p:sp>
        </mc:Choice>
        <mc:Fallback xmlns="">
          <p:sp>
            <p:nvSpPr>
              <p:cNvPr id="27" name="TextBox 26">
                <a:extLst>
                  <a:ext uri="{FF2B5EF4-FFF2-40B4-BE49-F238E27FC236}">
                    <a16:creationId xmlns:a16="http://schemas.microsoft.com/office/drawing/2014/main" id="{92A41E07-0B5E-DBB7-4FE9-18CA0B657A5D}"/>
                  </a:ext>
                </a:extLst>
              </p:cNvPr>
              <p:cNvSpPr txBox="1">
                <a:spLocks noRot="1" noChangeAspect="1" noMove="1" noResize="1" noEditPoints="1" noAdjustHandles="1" noChangeArrowheads="1" noChangeShapeType="1" noTextEdit="1"/>
              </p:cNvSpPr>
              <p:nvPr/>
            </p:nvSpPr>
            <p:spPr>
              <a:xfrm>
                <a:off x="7496516" y="1664598"/>
                <a:ext cx="507796" cy="369332"/>
              </a:xfrm>
              <a:prstGeom prst="rect">
                <a:avLst/>
              </a:prstGeom>
              <a:blipFill>
                <a:blip r:embed="rId16"/>
                <a:stretch>
                  <a:fillRect r="-481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26C6BDCB-04A9-EDA6-1DFA-A9577FF375BD}"/>
                  </a:ext>
                </a:extLst>
              </p:cNvPr>
              <p:cNvSpPr txBox="1"/>
              <p:nvPr/>
            </p:nvSpPr>
            <p:spPr>
              <a:xfrm>
                <a:off x="9487634" y="845183"/>
                <a:ext cx="578427" cy="400110"/>
              </a:xfrm>
              <a:prstGeom prst="rect">
                <a:avLst/>
              </a:prstGeom>
              <a:noFill/>
            </p:spPr>
            <p:txBody>
              <a:bodyPr wrap="none" rtlCol="0">
                <a:spAutoFit/>
              </a:bodyPr>
              <a:lstStyle/>
              <a:p>
                <a:pPr/>
                <a14:m>
                  <m:oMathPara xmlns:m="http://schemas.openxmlformats.org/officeDocument/2006/math">
                    <m:oMath>
                      <m:sSub>
                        <m:sSubPr>
                          <m:ctrlPr>
                            <a:rPr lang="de-DE" sz="2000" b="0" i="1" smtClean="0">
                              <a:latin typeface="Cambria Math" panose="02040503050406030204" pitchFamily="18" charset="0"/>
                            </a:rPr>
                          </m:ctrlPr>
                        </m:sSubPr>
                        <m:e>
                          <m:r>
                            <m:rPr>
                              <m:sty m:val="p"/>
                            </m:rPr>
                            <a:rPr lang="de-DE" sz="2000" b="0" i="1" smtClean="0">
                              <a:latin typeface="Cambria Math" panose="02040503050406030204" pitchFamily="18" charset="0"/>
                            </a:rPr>
                            <m:t>m</m:t>
                          </m:r>
                        </m:e>
                        <m:sub>
                          <m:r>
                            <m:rPr>
                              <m:sty m:val="p"/>
                            </m:rPr>
                            <a:rPr lang="de-DE" sz="2000" b="0" i="1" smtClean="0">
                              <a:latin typeface="Cambria Math" panose="02040503050406030204" pitchFamily="18" charset="0"/>
                            </a:rPr>
                            <m:t>d</m:t>
                          </m:r>
                        </m:sub>
                      </m:sSub>
                    </m:oMath>
                  </m:oMathPara>
                </a14:m>
                <a:endParaRPr lang="en-US" sz="2000" dirty="0"/>
              </a:p>
            </p:txBody>
          </p:sp>
        </mc:Choice>
        <mc:Fallback xmlns="">
          <p:sp>
            <p:nvSpPr>
              <p:cNvPr id="30" name="TextBox 29">
                <a:extLst>
                  <a:ext uri="{FF2B5EF4-FFF2-40B4-BE49-F238E27FC236}">
                    <a16:creationId xmlns:a16="http://schemas.microsoft.com/office/drawing/2014/main" id="{26C6BDCB-04A9-EDA6-1DFA-A9577FF375BD}"/>
                  </a:ext>
                </a:extLst>
              </p:cNvPr>
              <p:cNvSpPr txBox="1">
                <a:spLocks noRot="1" noChangeAspect="1" noMove="1" noResize="1" noEditPoints="1" noAdjustHandles="1" noChangeArrowheads="1" noChangeShapeType="1" noTextEdit="1"/>
              </p:cNvSpPr>
              <p:nvPr/>
            </p:nvSpPr>
            <p:spPr>
              <a:xfrm>
                <a:off x="9487634" y="845183"/>
                <a:ext cx="578427" cy="400110"/>
              </a:xfrm>
              <a:prstGeom prst="rect">
                <a:avLst/>
              </a:prstGeom>
              <a:blipFill>
                <a:blip r:embed="rId17"/>
                <a:stretch>
                  <a:fillRect b="-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F7DE6B52-C011-612D-671E-D97F6BA8CFC4}"/>
                  </a:ext>
                </a:extLst>
              </p:cNvPr>
              <p:cNvSpPr txBox="1"/>
              <p:nvPr/>
            </p:nvSpPr>
            <p:spPr>
              <a:xfrm>
                <a:off x="5696477" y="1436819"/>
                <a:ext cx="639341" cy="400110"/>
              </a:xfrm>
              <a:prstGeom prst="rect">
                <a:avLst/>
              </a:prstGeom>
              <a:noFill/>
            </p:spPr>
            <p:txBody>
              <a:bodyPr wrap="none" rtlCol="0">
                <a:spAutoFit/>
              </a:bodyPr>
              <a:lstStyle/>
              <a:p>
                <a:pPr/>
                <a14:m>
                  <m:oMathPara xmlns:m="http://schemas.openxmlformats.org/officeDocument/2006/math">
                    <m:oMath>
                      <m:sSub>
                        <m:sSubPr>
                          <m:ctrlPr>
                            <a:rPr lang="de-DE" sz="2000" b="0" i="1" smtClean="0">
                              <a:latin typeface="Cambria Math" panose="02040503050406030204" pitchFamily="18" charset="0"/>
                            </a:rPr>
                          </m:ctrlPr>
                        </m:sSubPr>
                        <m:e>
                          <m:r>
                            <m:rPr>
                              <m:sty m:val="p"/>
                            </m:rPr>
                            <a:rPr lang="de-DE" sz="2000" b="0" i="1" smtClean="0">
                              <a:latin typeface="Cambria Math" panose="02040503050406030204" pitchFamily="18" charset="0"/>
                            </a:rPr>
                            <m:t>m</m:t>
                          </m:r>
                        </m:e>
                        <m:sub>
                          <m:r>
                            <m:rPr>
                              <m:sty m:val="p"/>
                            </m:rPr>
                            <a:rPr lang="de-DE" sz="2000" b="0" i="1" smtClean="0">
                              <a:latin typeface="Cambria Math" panose="02040503050406030204" pitchFamily="18" charset="0"/>
                            </a:rPr>
                            <m:t>in</m:t>
                          </m:r>
                        </m:sub>
                      </m:sSub>
                    </m:oMath>
                  </m:oMathPara>
                </a14:m>
                <a:endParaRPr lang="en-US" sz="2000" dirty="0"/>
              </a:p>
            </p:txBody>
          </p:sp>
        </mc:Choice>
        <mc:Fallback xmlns="">
          <p:sp>
            <p:nvSpPr>
              <p:cNvPr id="33" name="TextBox 32">
                <a:extLst>
                  <a:ext uri="{FF2B5EF4-FFF2-40B4-BE49-F238E27FC236}">
                    <a16:creationId xmlns:a16="http://schemas.microsoft.com/office/drawing/2014/main" id="{F7DE6B52-C011-612D-671E-D97F6BA8CFC4}"/>
                  </a:ext>
                </a:extLst>
              </p:cNvPr>
              <p:cNvSpPr txBox="1">
                <a:spLocks noRot="1" noChangeAspect="1" noMove="1" noResize="1" noEditPoints="1" noAdjustHandles="1" noChangeArrowheads="1" noChangeShapeType="1" noTextEdit="1"/>
              </p:cNvSpPr>
              <p:nvPr/>
            </p:nvSpPr>
            <p:spPr>
              <a:xfrm>
                <a:off x="5696477" y="1436819"/>
                <a:ext cx="639341" cy="400110"/>
              </a:xfrm>
              <a:prstGeom prst="rect">
                <a:avLst/>
              </a:prstGeom>
              <a:blipFill>
                <a:blip r:embed="rId18"/>
                <a:stretch>
                  <a:fillRect b="-1538"/>
                </a:stretch>
              </a:blipFill>
            </p:spPr>
            <p:txBody>
              <a:bodyPr/>
              <a:lstStyle/>
              <a:p>
                <a:r>
                  <a:rPr lang="en-US">
                    <a:noFill/>
                  </a:rPr>
                  <a:t> </a:t>
                </a:r>
              </a:p>
            </p:txBody>
          </p:sp>
        </mc:Fallback>
      </mc:AlternateContent>
    </p:spTree>
    <p:extLst>
      <p:ext uri="{BB962C8B-B14F-4D97-AF65-F5344CB8AC3E}">
        <p14:creationId xmlns:p14="http://schemas.microsoft.com/office/powerpoint/2010/main" val="310342402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48144B0B-6E4D-733C-3490-DBB3BD0D34DF}"/>
              </a:ext>
            </a:extLst>
          </p:cNvPr>
          <p:cNvSpPr/>
          <p:nvPr/>
        </p:nvSpPr>
        <p:spPr>
          <a:xfrm>
            <a:off x="10592541" y="123108"/>
            <a:ext cx="1522517" cy="91440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Algorithm </a:t>
            </a:r>
          </a:p>
        </p:txBody>
      </p:sp>
      <p:sp>
        <p:nvSpPr>
          <p:cNvPr id="5" name="Rectangle: Rounded Corners 4">
            <a:extLst>
              <a:ext uri="{FF2B5EF4-FFF2-40B4-BE49-F238E27FC236}">
                <a16:creationId xmlns:a16="http://schemas.microsoft.com/office/drawing/2014/main" id="{5EEA7EFC-C694-85E5-7B00-320B0A0796D7}"/>
              </a:ext>
            </a:extLst>
          </p:cNvPr>
          <p:cNvSpPr/>
          <p:nvPr/>
        </p:nvSpPr>
        <p:spPr>
          <a:xfrm>
            <a:off x="10592541" y="1547454"/>
            <a:ext cx="1522517" cy="914400"/>
          </a:xfrm>
          <a:prstGeom prst="roundRect">
            <a:avLst/>
          </a:prstGeom>
          <a:solidFill>
            <a:srgbClr val="DCEAF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Chemical Reactions </a:t>
            </a:r>
          </a:p>
        </p:txBody>
      </p:sp>
      <p:sp>
        <p:nvSpPr>
          <p:cNvPr id="6" name="Rectangle: Rounded Corners 5">
            <a:extLst>
              <a:ext uri="{FF2B5EF4-FFF2-40B4-BE49-F238E27FC236}">
                <a16:creationId xmlns:a16="http://schemas.microsoft.com/office/drawing/2014/main" id="{07FF8AA7-A8C7-0298-CA68-C61081C95174}"/>
              </a:ext>
            </a:extLst>
          </p:cNvPr>
          <p:cNvSpPr/>
          <p:nvPr/>
        </p:nvSpPr>
        <p:spPr>
          <a:xfrm>
            <a:off x="10592541" y="2971800"/>
            <a:ext cx="1522517" cy="914400"/>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Metabolic Network</a:t>
            </a:r>
          </a:p>
        </p:txBody>
      </p:sp>
      <p:sp>
        <p:nvSpPr>
          <p:cNvPr id="7" name="Rectangle: Rounded Corners 6">
            <a:extLst>
              <a:ext uri="{FF2B5EF4-FFF2-40B4-BE49-F238E27FC236}">
                <a16:creationId xmlns:a16="http://schemas.microsoft.com/office/drawing/2014/main" id="{44AB8D9D-DAA2-4B8B-5B65-309738298FB1}"/>
              </a:ext>
            </a:extLst>
          </p:cNvPr>
          <p:cNvSpPr/>
          <p:nvPr/>
        </p:nvSpPr>
        <p:spPr>
          <a:xfrm>
            <a:off x="10592541" y="4396146"/>
            <a:ext cx="1522517" cy="91440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THz Actuation</a:t>
            </a:r>
          </a:p>
        </p:txBody>
      </p:sp>
      <p:cxnSp>
        <p:nvCxnSpPr>
          <p:cNvPr id="8" name="Straight Arrow Connector 7">
            <a:extLst>
              <a:ext uri="{FF2B5EF4-FFF2-40B4-BE49-F238E27FC236}">
                <a16:creationId xmlns:a16="http://schemas.microsoft.com/office/drawing/2014/main" id="{6EA11D54-E452-029F-78EC-47D0B42FF642}"/>
              </a:ext>
            </a:extLst>
          </p:cNvPr>
          <p:cNvCxnSpPr>
            <a:stCxn id="4" idx="2"/>
            <a:endCxn id="5" idx="0"/>
          </p:cNvCxnSpPr>
          <p:nvPr/>
        </p:nvCxnSpPr>
        <p:spPr>
          <a:xfrm>
            <a:off x="11353800" y="1037508"/>
            <a:ext cx="0" cy="509946"/>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34A5578E-18A7-1C21-4E81-FE41020E9814}"/>
              </a:ext>
            </a:extLst>
          </p:cNvPr>
          <p:cNvCxnSpPr>
            <a:cxnSpLocks/>
            <a:stCxn id="5" idx="2"/>
            <a:endCxn id="6" idx="0"/>
          </p:cNvCxnSpPr>
          <p:nvPr/>
        </p:nvCxnSpPr>
        <p:spPr>
          <a:xfrm>
            <a:off x="11353800" y="2461854"/>
            <a:ext cx="0" cy="509946"/>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6E5D1165-C17D-B866-504C-F7DA4049BEB5}"/>
              </a:ext>
            </a:extLst>
          </p:cNvPr>
          <p:cNvCxnSpPr>
            <a:cxnSpLocks/>
            <a:stCxn id="7" idx="0"/>
          </p:cNvCxnSpPr>
          <p:nvPr/>
        </p:nvCxnSpPr>
        <p:spPr>
          <a:xfrm flipV="1">
            <a:off x="11353800" y="3886200"/>
            <a:ext cx="0" cy="509946"/>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1C567C77-6C14-ED9D-B1C5-806C97756E4A}"/>
                  </a:ext>
                </a:extLst>
              </p:cNvPr>
              <p:cNvSpPr txBox="1"/>
              <p:nvPr/>
            </p:nvSpPr>
            <p:spPr>
              <a:xfrm>
                <a:off x="4594773" y="560342"/>
                <a:ext cx="642780" cy="461665"/>
              </a:xfrm>
              <a:prstGeom prst="rect">
                <a:avLst/>
              </a:prstGeom>
              <a:noFill/>
            </p:spPr>
            <p:txBody>
              <a:bodyPr wrap="square">
                <a:spAutoFit/>
              </a:bodyPr>
              <a:lstStyle/>
              <a:p>
                <a:pPr/>
                <a14:m>
                  <m:oMathPara xmlns:m="http://schemas.openxmlformats.org/officeDocument/2006/math">
                    <m:oMath>
                      <m:sSub>
                        <m:sSubPr>
                          <m:ctrlPr>
                            <a:rPr lang="de-DE" sz="2400" b="0" i="0" smtClean="0">
                              <a:solidFill>
                                <a:schemeClr val="tx1"/>
                              </a:solidFill>
                              <a:latin typeface="Cambria Math" panose="02040503050406030204" pitchFamily="18" charset="0"/>
                            </a:rPr>
                          </m:ctrlPr>
                        </m:sSubPr>
                        <m:e>
                          <m:r>
                            <m:rPr>
                              <m:sty m:val="p"/>
                            </m:rPr>
                            <a:rPr lang="de-DE" sz="2400" b="0" i="0" smtClean="0">
                              <a:solidFill>
                                <a:schemeClr val="tx1"/>
                              </a:solidFill>
                              <a:latin typeface="Cambria Math" panose="02040503050406030204" pitchFamily="18" charset="0"/>
                            </a:rPr>
                            <m:t>m</m:t>
                          </m:r>
                        </m:e>
                        <m:sub>
                          <m:r>
                            <a:rPr lang="de-DE" sz="2400" b="0" i="1" smtClean="0">
                              <a:solidFill>
                                <a:schemeClr val="tx1"/>
                              </a:solidFill>
                              <a:latin typeface="Cambria Math" panose="02040503050406030204" pitchFamily="18" charset="0"/>
                            </a:rPr>
                            <m:t>1</m:t>
                          </m:r>
                        </m:sub>
                      </m:sSub>
                    </m:oMath>
                  </m:oMathPara>
                </a14:m>
                <a:endParaRPr lang="en-US" sz="2400" dirty="0">
                  <a:solidFill>
                    <a:schemeClr val="tx1"/>
                  </a:solidFill>
                </a:endParaRPr>
              </a:p>
            </p:txBody>
          </p:sp>
        </mc:Choice>
        <mc:Fallback xmlns="">
          <p:sp>
            <p:nvSpPr>
              <p:cNvPr id="11" name="TextBox 10">
                <a:extLst>
                  <a:ext uri="{FF2B5EF4-FFF2-40B4-BE49-F238E27FC236}">
                    <a16:creationId xmlns:a16="http://schemas.microsoft.com/office/drawing/2014/main" id="{1C567C77-6C14-ED9D-B1C5-806C97756E4A}"/>
                  </a:ext>
                </a:extLst>
              </p:cNvPr>
              <p:cNvSpPr txBox="1">
                <a:spLocks noRot="1" noChangeAspect="1" noMove="1" noResize="1" noEditPoints="1" noAdjustHandles="1" noChangeArrowheads="1" noChangeShapeType="1" noTextEdit="1"/>
              </p:cNvSpPr>
              <p:nvPr/>
            </p:nvSpPr>
            <p:spPr>
              <a:xfrm>
                <a:off x="4594773" y="560342"/>
                <a:ext cx="642780" cy="461665"/>
              </a:xfrm>
              <a:prstGeom prst="rect">
                <a:avLst/>
              </a:prstGeom>
              <a:blipFill>
                <a:blip r:embed="rId2"/>
                <a:stretch>
                  <a:fillRect/>
                </a:stretch>
              </a:blipFill>
            </p:spPr>
            <p:txBody>
              <a:bodyPr/>
              <a:lstStyle/>
              <a:p>
                <a:r>
                  <a:rPr lang="en-US">
                    <a:noFill/>
                  </a:rPr>
                  <a:t> </a:t>
                </a:r>
              </a:p>
            </p:txBody>
          </p:sp>
        </mc:Fallback>
      </mc:AlternateContent>
      <p:cxnSp>
        <p:nvCxnSpPr>
          <p:cNvPr id="12" name="Straight Arrow Connector 11">
            <a:extLst>
              <a:ext uri="{FF2B5EF4-FFF2-40B4-BE49-F238E27FC236}">
                <a16:creationId xmlns:a16="http://schemas.microsoft.com/office/drawing/2014/main" id="{CD2F9141-3249-3702-41AD-8B072FFA1A78}"/>
              </a:ext>
            </a:extLst>
          </p:cNvPr>
          <p:cNvCxnSpPr>
            <a:cxnSpLocks/>
            <a:stCxn id="23" idx="3"/>
          </p:cNvCxnSpPr>
          <p:nvPr/>
        </p:nvCxnSpPr>
        <p:spPr>
          <a:xfrm flipV="1">
            <a:off x="3886356" y="1011290"/>
            <a:ext cx="1232360" cy="13602"/>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sp>
        <p:nvSpPr>
          <p:cNvPr id="13" name="Oval 12">
            <a:extLst>
              <a:ext uri="{FF2B5EF4-FFF2-40B4-BE49-F238E27FC236}">
                <a16:creationId xmlns:a16="http://schemas.microsoft.com/office/drawing/2014/main" id="{94046597-2755-5B71-AE29-774E8163F85B}"/>
              </a:ext>
            </a:extLst>
          </p:cNvPr>
          <p:cNvSpPr>
            <a:spLocks noChangeAspect="1"/>
          </p:cNvSpPr>
          <p:nvPr/>
        </p:nvSpPr>
        <p:spPr>
          <a:xfrm>
            <a:off x="2162283" y="1707715"/>
            <a:ext cx="482803" cy="48280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Connector 13">
            <a:extLst>
              <a:ext uri="{FF2B5EF4-FFF2-40B4-BE49-F238E27FC236}">
                <a16:creationId xmlns:a16="http://schemas.microsoft.com/office/drawing/2014/main" id="{DAFC5609-88AD-034F-602C-46B1A8E5DA88}"/>
              </a:ext>
            </a:extLst>
          </p:cNvPr>
          <p:cNvCxnSpPr/>
          <p:nvPr/>
        </p:nvCxnSpPr>
        <p:spPr>
          <a:xfrm>
            <a:off x="2311564" y="1949117"/>
            <a:ext cx="200025" cy="0"/>
          </a:xfrm>
          <a:prstGeom prst="line">
            <a:avLst/>
          </a:prstGeom>
          <a:ln w="25400">
            <a:solidFill>
              <a:schemeClr val="bg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5" name="Rectangle: Rounded Corners 14">
                <a:extLst>
                  <a:ext uri="{FF2B5EF4-FFF2-40B4-BE49-F238E27FC236}">
                    <a16:creationId xmlns:a16="http://schemas.microsoft.com/office/drawing/2014/main" id="{2AA319FA-172B-30D1-FD7D-FB141D264A66}"/>
                  </a:ext>
                </a:extLst>
              </p:cNvPr>
              <p:cNvSpPr/>
              <p:nvPr/>
            </p:nvSpPr>
            <p:spPr>
              <a:xfrm>
                <a:off x="1500747" y="2369367"/>
                <a:ext cx="590900" cy="46166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sSup>
                        <m:sSupPr>
                          <m:ctrlPr>
                            <a:rPr lang="de-DE" b="0" i="1" smtClean="0">
                              <a:latin typeface="Cambria Math" panose="02040503050406030204" pitchFamily="18" charset="0"/>
                            </a:rPr>
                          </m:ctrlPr>
                        </m:sSupPr>
                        <m:e>
                          <m:r>
                            <m:rPr>
                              <m:sty m:val="p"/>
                            </m:rPr>
                            <a:rPr lang="de-DE" b="0" i="1" smtClean="0">
                              <a:latin typeface="Cambria Math" panose="02040503050406030204" pitchFamily="18" charset="0"/>
                            </a:rPr>
                            <m:t>z</m:t>
                          </m:r>
                        </m:e>
                        <m:sup>
                          <m:r>
                            <a:rPr lang="de-DE" b="0" i="1" smtClean="0">
                              <a:latin typeface="Cambria Math" panose="02040503050406030204" pitchFamily="18" charset="0"/>
                            </a:rPr>
                            <m:t>−1</m:t>
                          </m:r>
                        </m:sup>
                      </m:sSup>
                    </m:oMath>
                  </m:oMathPara>
                </a14:m>
                <a:endParaRPr lang="en-US" dirty="0"/>
              </a:p>
            </p:txBody>
          </p:sp>
        </mc:Choice>
        <mc:Fallback xmlns="">
          <p:sp>
            <p:nvSpPr>
              <p:cNvPr id="15" name="Rectangle: Rounded Corners 14">
                <a:extLst>
                  <a:ext uri="{FF2B5EF4-FFF2-40B4-BE49-F238E27FC236}">
                    <a16:creationId xmlns:a16="http://schemas.microsoft.com/office/drawing/2014/main" id="{2AA319FA-172B-30D1-FD7D-FB141D264A66}"/>
                  </a:ext>
                </a:extLst>
              </p:cNvPr>
              <p:cNvSpPr>
                <a:spLocks noRot="1" noChangeAspect="1" noMove="1" noResize="1" noEditPoints="1" noAdjustHandles="1" noChangeArrowheads="1" noChangeShapeType="1" noTextEdit="1"/>
              </p:cNvSpPr>
              <p:nvPr/>
            </p:nvSpPr>
            <p:spPr>
              <a:xfrm>
                <a:off x="1500747" y="2369367"/>
                <a:ext cx="590900" cy="461665"/>
              </a:xfrm>
              <a:prstGeom prst="roundRect">
                <a:avLst/>
              </a:prstGeom>
              <a:blipFill>
                <a:blip r:embed="rId3"/>
                <a:stretch>
                  <a:fillRect/>
                </a:stretch>
              </a:blipFill>
            </p:spPr>
            <p:txBody>
              <a:bodyPr/>
              <a:lstStyle/>
              <a:p>
                <a:r>
                  <a:rPr lang="en-US">
                    <a:noFill/>
                  </a:rPr>
                  <a:t> </a:t>
                </a:r>
              </a:p>
            </p:txBody>
          </p:sp>
        </mc:Fallback>
      </mc:AlternateContent>
      <p:cxnSp>
        <p:nvCxnSpPr>
          <p:cNvPr id="16" name="Connector: Elbow 15">
            <a:extLst>
              <a:ext uri="{FF2B5EF4-FFF2-40B4-BE49-F238E27FC236}">
                <a16:creationId xmlns:a16="http://schemas.microsoft.com/office/drawing/2014/main" id="{CF435033-594A-C7C1-4893-9280682DAAB7}"/>
              </a:ext>
            </a:extLst>
          </p:cNvPr>
          <p:cNvCxnSpPr>
            <a:stCxn id="15" idx="3"/>
            <a:endCxn id="13" idx="4"/>
          </p:cNvCxnSpPr>
          <p:nvPr/>
        </p:nvCxnSpPr>
        <p:spPr>
          <a:xfrm flipV="1">
            <a:off x="2091647" y="2190518"/>
            <a:ext cx="312038" cy="409682"/>
          </a:xfrm>
          <a:prstGeom prst="bentConnector2">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32D0C8E0-6309-0FC5-3485-F5AA01F9700C}"/>
              </a:ext>
            </a:extLst>
          </p:cNvPr>
          <p:cNvCxnSpPr>
            <a:cxnSpLocks/>
            <a:endCxn id="13" idx="2"/>
          </p:cNvCxnSpPr>
          <p:nvPr/>
        </p:nvCxnSpPr>
        <p:spPr>
          <a:xfrm flipV="1">
            <a:off x="508609" y="1949117"/>
            <a:ext cx="1653674" cy="10569"/>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18" name="Connector: Elbow 17">
            <a:extLst>
              <a:ext uri="{FF2B5EF4-FFF2-40B4-BE49-F238E27FC236}">
                <a16:creationId xmlns:a16="http://schemas.microsoft.com/office/drawing/2014/main" id="{FAEA9789-9557-F91B-D8B2-B1516534F65C}"/>
              </a:ext>
            </a:extLst>
          </p:cNvPr>
          <p:cNvCxnSpPr>
            <a:cxnSpLocks/>
            <a:endCxn id="15" idx="1"/>
          </p:cNvCxnSpPr>
          <p:nvPr/>
        </p:nvCxnSpPr>
        <p:spPr>
          <a:xfrm rot="16200000" flipH="1">
            <a:off x="1022417" y="2121870"/>
            <a:ext cx="647574" cy="309085"/>
          </a:xfrm>
          <a:prstGeom prst="bentConnector2">
            <a:avLst/>
          </a:prstGeom>
          <a:ln>
            <a:tailEnd type="triangle" w="lg" len="lg"/>
          </a:ln>
        </p:spPr>
        <p:style>
          <a:lnRef idx="2">
            <a:schemeClr val="accent1"/>
          </a:lnRef>
          <a:fillRef idx="0">
            <a:schemeClr val="accent1"/>
          </a:fillRef>
          <a:effectRef idx="1">
            <a:schemeClr val="accent1"/>
          </a:effectRef>
          <a:fontRef idx="minor">
            <a:schemeClr val="tx1"/>
          </a:fontRef>
        </p:style>
      </p:cxnSp>
      <p:sp>
        <p:nvSpPr>
          <p:cNvPr id="19" name="Rectangle 18">
            <a:extLst>
              <a:ext uri="{FF2B5EF4-FFF2-40B4-BE49-F238E27FC236}">
                <a16:creationId xmlns:a16="http://schemas.microsoft.com/office/drawing/2014/main" id="{9BA28715-12EB-8B67-7F23-336405E8627B}"/>
              </a:ext>
            </a:extLst>
          </p:cNvPr>
          <p:cNvSpPr/>
          <p:nvPr/>
        </p:nvSpPr>
        <p:spPr>
          <a:xfrm>
            <a:off x="603687" y="259724"/>
            <a:ext cx="3636877" cy="2812850"/>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6CE66E8E-2F5B-72D1-B33C-3906227EC0CE}"/>
                  </a:ext>
                </a:extLst>
              </p:cNvPr>
              <p:cNvSpPr txBox="1"/>
              <p:nvPr/>
            </p:nvSpPr>
            <p:spPr>
              <a:xfrm>
                <a:off x="0" y="1382605"/>
                <a:ext cx="642780" cy="461665"/>
              </a:xfrm>
              <a:prstGeom prst="rect">
                <a:avLst/>
              </a:prstGeom>
              <a:noFill/>
            </p:spPr>
            <p:txBody>
              <a:bodyPr wrap="square">
                <a:spAutoFit/>
              </a:bodyPr>
              <a:lstStyle/>
              <a:p>
                <a:pPr/>
                <a14:m>
                  <m:oMathPara xmlns:m="http://schemas.openxmlformats.org/officeDocument/2006/math">
                    <m:oMath>
                      <m:sSub>
                        <m:sSubPr>
                          <m:ctrlPr>
                            <a:rPr lang="de-DE" sz="2400" b="0" i="0" smtClean="0">
                              <a:solidFill>
                                <a:schemeClr val="tx1"/>
                              </a:solidFill>
                              <a:latin typeface="Cambria Math" panose="02040503050406030204" pitchFamily="18" charset="0"/>
                            </a:rPr>
                          </m:ctrlPr>
                        </m:sSubPr>
                        <m:e>
                          <m:r>
                            <m:rPr>
                              <m:sty m:val="p"/>
                            </m:rPr>
                            <a:rPr lang="de-DE" sz="2400" b="0" i="0" smtClean="0">
                              <a:solidFill>
                                <a:schemeClr val="tx1"/>
                              </a:solidFill>
                              <a:latin typeface="Cambria Math" panose="02040503050406030204" pitchFamily="18" charset="0"/>
                            </a:rPr>
                            <m:t>m</m:t>
                          </m:r>
                        </m:e>
                        <m:sub>
                          <m:r>
                            <m:rPr>
                              <m:sty m:val="p"/>
                            </m:rPr>
                            <a:rPr lang="de-DE" sz="2400" b="0" i="1" smtClean="0">
                              <a:solidFill>
                                <a:schemeClr val="tx1"/>
                              </a:solidFill>
                              <a:latin typeface="Cambria Math" panose="02040503050406030204" pitchFamily="18" charset="0"/>
                            </a:rPr>
                            <m:t>in</m:t>
                          </m:r>
                        </m:sub>
                      </m:sSub>
                    </m:oMath>
                  </m:oMathPara>
                </a14:m>
                <a:endParaRPr lang="en-US" sz="2400" dirty="0">
                  <a:solidFill>
                    <a:schemeClr val="tx1"/>
                  </a:solidFill>
                </a:endParaRPr>
              </a:p>
            </p:txBody>
          </p:sp>
        </mc:Choice>
        <mc:Fallback xmlns="">
          <p:sp>
            <p:nvSpPr>
              <p:cNvPr id="20" name="TextBox 19">
                <a:extLst>
                  <a:ext uri="{FF2B5EF4-FFF2-40B4-BE49-F238E27FC236}">
                    <a16:creationId xmlns:a16="http://schemas.microsoft.com/office/drawing/2014/main" id="{6CE66E8E-2F5B-72D1-B33C-3906227EC0CE}"/>
                  </a:ext>
                </a:extLst>
              </p:cNvPr>
              <p:cNvSpPr txBox="1">
                <a:spLocks noRot="1" noChangeAspect="1" noMove="1" noResize="1" noEditPoints="1" noAdjustHandles="1" noChangeArrowheads="1" noChangeShapeType="1" noTextEdit="1"/>
              </p:cNvSpPr>
              <p:nvPr/>
            </p:nvSpPr>
            <p:spPr>
              <a:xfrm>
                <a:off x="0" y="1382605"/>
                <a:ext cx="642780" cy="461665"/>
              </a:xfrm>
              <a:prstGeom prst="rect">
                <a:avLst/>
              </a:prstGeom>
              <a:blipFill>
                <a:blip r:embed="rId4"/>
                <a:stretch>
                  <a:fillRect/>
                </a:stretch>
              </a:blipFill>
            </p:spPr>
            <p:txBody>
              <a:bodyPr/>
              <a:lstStyle/>
              <a:p>
                <a:r>
                  <a:rPr lang="en-US">
                    <a:noFill/>
                  </a:rPr>
                  <a:t> </a:t>
                </a:r>
              </a:p>
            </p:txBody>
          </p:sp>
        </mc:Fallback>
      </mc:AlternateContent>
      <p:sp>
        <p:nvSpPr>
          <p:cNvPr id="21" name="TextBox 20">
            <a:extLst>
              <a:ext uri="{FF2B5EF4-FFF2-40B4-BE49-F238E27FC236}">
                <a16:creationId xmlns:a16="http://schemas.microsoft.com/office/drawing/2014/main" id="{DC32DDC5-4334-B9D0-13CC-41B04B15C91F}"/>
              </a:ext>
            </a:extLst>
          </p:cNvPr>
          <p:cNvSpPr txBox="1"/>
          <p:nvPr/>
        </p:nvSpPr>
        <p:spPr>
          <a:xfrm>
            <a:off x="603196" y="286096"/>
            <a:ext cx="1809406" cy="400110"/>
          </a:xfrm>
          <a:prstGeom prst="rect">
            <a:avLst/>
          </a:prstGeom>
          <a:noFill/>
        </p:spPr>
        <p:txBody>
          <a:bodyPr wrap="none" rtlCol="0">
            <a:spAutoFit/>
          </a:bodyPr>
          <a:lstStyle/>
          <a:p>
            <a:r>
              <a:rPr lang="en-US" sz="2000" dirty="0"/>
              <a:t>Digital counter</a:t>
            </a:r>
          </a:p>
        </p:txBody>
      </p:sp>
      <p:cxnSp>
        <p:nvCxnSpPr>
          <p:cNvPr id="22" name="Connector: Elbow 21">
            <a:extLst>
              <a:ext uri="{FF2B5EF4-FFF2-40B4-BE49-F238E27FC236}">
                <a16:creationId xmlns:a16="http://schemas.microsoft.com/office/drawing/2014/main" id="{CEBFFBA4-A479-1083-6B32-4B3BAE076988}"/>
              </a:ext>
            </a:extLst>
          </p:cNvPr>
          <p:cNvCxnSpPr>
            <a:cxnSpLocks/>
            <a:stCxn id="13" idx="6"/>
            <a:endCxn id="23" idx="2"/>
          </p:cNvCxnSpPr>
          <p:nvPr/>
        </p:nvCxnSpPr>
        <p:spPr>
          <a:xfrm flipV="1">
            <a:off x="2645086" y="1299212"/>
            <a:ext cx="966950" cy="649905"/>
          </a:xfrm>
          <a:prstGeom prst="bentConnector2">
            <a:avLst/>
          </a:prstGeom>
          <a:ln>
            <a:tailEnd type="triangle" w="lg" len="lg"/>
          </a:ln>
        </p:spPr>
        <p:style>
          <a:lnRef idx="2">
            <a:schemeClr val="accent1"/>
          </a:lnRef>
          <a:fillRef idx="0">
            <a:schemeClr val="accent1"/>
          </a:fillRef>
          <a:effectRef idx="1">
            <a:schemeClr val="accent1"/>
          </a:effectRef>
          <a:fontRef idx="minor">
            <a:schemeClr val="tx1"/>
          </a:fontRef>
        </p:style>
      </p:cxnSp>
      <p:sp>
        <p:nvSpPr>
          <p:cNvPr id="23" name="Rectangle 22">
            <a:extLst>
              <a:ext uri="{FF2B5EF4-FFF2-40B4-BE49-F238E27FC236}">
                <a16:creationId xmlns:a16="http://schemas.microsoft.com/office/drawing/2014/main" id="{F62B8165-102C-2E07-C19C-4E0A148756AE}"/>
              </a:ext>
            </a:extLst>
          </p:cNvPr>
          <p:cNvSpPr/>
          <p:nvPr/>
        </p:nvSpPr>
        <p:spPr>
          <a:xfrm>
            <a:off x="3337716" y="750572"/>
            <a:ext cx="548640" cy="5486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4" name="Connector: Elbow 23">
            <a:extLst>
              <a:ext uri="{FF2B5EF4-FFF2-40B4-BE49-F238E27FC236}">
                <a16:creationId xmlns:a16="http://schemas.microsoft.com/office/drawing/2014/main" id="{BA5AC66A-6D3E-9138-F190-D8088362CC55}"/>
              </a:ext>
            </a:extLst>
          </p:cNvPr>
          <p:cNvCxnSpPr>
            <a:cxnSpLocks/>
          </p:cNvCxnSpPr>
          <p:nvPr/>
        </p:nvCxnSpPr>
        <p:spPr>
          <a:xfrm rot="5400000">
            <a:off x="3443019" y="1020024"/>
            <a:ext cx="214001" cy="134721"/>
          </a:xfrm>
          <a:prstGeom prst="bentConnector3">
            <a:avLst/>
          </a:prstGeom>
          <a:ln>
            <a:solidFill>
              <a:schemeClr val="bg1"/>
            </a:solidFill>
          </a:ln>
        </p:spPr>
        <p:style>
          <a:lnRef idx="2">
            <a:schemeClr val="accent1"/>
          </a:lnRef>
          <a:fillRef idx="0">
            <a:schemeClr val="accent1"/>
          </a:fillRef>
          <a:effectRef idx="1">
            <a:schemeClr val="accent1"/>
          </a:effectRef>
          <a:fontRef idx="minor">
            <a:schemeClr val="tx1"/>
          </a:fontRef>
        </p:style>
      </p:cxnSp>
      <p:cxnSp>
        <p:nvCxnSpPr>
          <p:cNvPr id="25" name="Connector: Elbow 24">
            <a:extLst>
              <a:ext uri="{FF2B5EF4-FFF2-40B4-BE49-F238E27FC236}">
                <a16:creationId xmlns:a16="http://schemas.microsoft.com/office/drawing/2014/main" id="{5DCF7A28-250B-C6AF-15CD-E041483367DA}"/>
              </a:ext>
            </a:extLst>
          </p:cNvPr>
          <p:cNvCxnSpPr>
            <a:cxnSpLocks/>
          </p:cNvCxnSpPr>
          <p:nvPr/>
        </p:nvCxnSpPr>
        <p:spPr>
          <a:xfrm rot="5400000">
            <a:off x="3576377" y="911338"/>
            <a:ext cx="214001" cy="134721"/>
          </a:xfrm>
          <a:prstGeom prst="bentConnector3">
            <a:avLst/>
          </a:prstGeom>
          <a:ln>
            <a:solidFill>
              <a:schemeClr val="bg1"/>
            </a:solidFill>
          </a:ln>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1060D80F-4C0A-401C-A54E-D79D5C4FF969}"/>
              </a:ext>
            </a:extLst>
          </p:cNvPr>
          <p:cNvCxnSpPr/>
          <p:nvPr/>
        </p:nvCxnSpPr>
        <p:spPr>
          <a:xfrm>
            <a:off x="3744878" y="877079"/>
            <a:ext cx="109728"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45C18053-D7C6-B070-B8A5-B20D7266AAE7}"/>
              </a:ext>
            </a:extLst>
          </p:cNvPr>
          <p:cNvCxnSpPr/>
          <p:nvPr/>
        </p:nvCxnSpPr>
        <p:spPr>
          <a:xfrm>
            <a:off x="3375312" y="1183317"/>
            <a:ext cx="109728"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28" name="TextBox 27">
            <a:extLst>
              <a:ext uri="{FF2B5EF4-FFF2-40B4-BE49-F238E27FC236}">
                <a16:creationId xmlns:a16="http://schemas.microsoft.com/office/drawing/2014/main" id="{D885BE5D-EF42-FCA5-B613-65E8D40B06DE}"/>
              </a:ext>
            </a:extLst>
          </p:cNvPr>
          <p:cNvSpPr txBox="1"/>
          <p:nvPr/>
        </p:nvSpPr>
        <p:spPr>
          <a:xfrm>
            <a:off x="3095889" y="403177"/>
            <a:ext cx="999441" cy="369332"/>
          </a:xfrm>
          <a:prstGeom prst="rect">
            <a:avLst/>
          </a:prstGeom>
          <a:noFill/>
        </p:spPr>
        <p:txBody>
          <a:bodyPr wrap="none" rtlCol="0">
            <a:spAutoFit/>
          </a:bodyPr>
          <a:lstStyle/>
          <a:p>
            <a:r>
              <a:rPr lang="en-US" dirty="0"/>
              <a:t>Counter</a:t>
            </a:r>
          </a:p>
        </p:txBody>
      </p:sp>
      <p:sp>
        <p:nvSpPr>
          <p:cNvPr id="29" name="Rectangle 28">
            <a:extLst>
              <a:ext uri="{FF2B5EF4-FFF2-40B4-BE49-F238E27FC236}">
                <a16:creationId xmlns:a16="http://schemas.microsoft.com/office/drawing/2014/main" id="{B6F10F1E-206B-4DF8-53F1-1C4D61F8E6FC}"/>
              </a:ext>
            </a:extLst>
          </p:cNvPr>
          <p:cNvSpPr/>
          <p:nvPr/>
        </p:nvSpPr>
        <p:spPr>
          <a:xfrm>
            <a:off x="792060" y="1665918"/>
            <a:ext cx="2131481" cy="1220987"/>
          </a:xfrm>
          <a:prstGeom prst="rect">
            <a:avLst/>
          </a:prstGeom>
          <a:solidFill>
            <a:schemeClr val="bg1">
              <a:alpha val="8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0" name="Straight Arrow Connector 29">
            <a:extLst>
              <a:ext uri="{FF2B5EF4-FFF2-40B4-BE49-F238E27FC236}">
                <a16:creationId xmlns:a16="http://schemas.microsoft.com/office/drawing/2014/main" id="{83A84F5B-EE43-01AE-E79B-D118A6BB9D17}"/>
              </a:ext>
            </a:extLst>
          </p:cNvPr>
          <p:cNvCxnSpPr>
            <a:cxnSpLocks/>
          </p:cNvCxnSpPr>
          <p:nvPr/>
        </p:nvCxnSpPr>
        <p:spPr>
          <a:xfrm>
            <a:off x="2851925" y="1943840"/>
            <a:ext cx="590900" cy="2077"/>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14A71019-79D5-45BD-72E7-EA32FF40D2BF}"/>
                  </a:ext>
                </a:extLst>
              </p:cNvPr>
              <p:cNvSpPr txBox="1"/>
              <p:nvPr/>
            </p:nvSpPr>
            <p:spPr>
              <a:xfrm>
                <a:off x="3312282" y="1987393"/>
                <a:ext cx="642780" cy="461665"/>
              </a:xfrm>
              <a:prstGeom prst="rect">
                <a:avLst/>
              </a:prstGeom>
              <a:noFill/>
            </p:spPr>
            <p:txBody>
              <a:bodyPr wrap="square">
                <a:spAutoFit/>
              </a:bodyPr>
              <a:lstStyle/>
              <a:p>
                <a:pPr/>
                <a14:m>
                  <m:oMathPara xmlns:m="http://schemas.openxmlformats.org/officeDocument/2006/math">
                    <m:oMath>
                      <m:sSub>
                        <m:sSubPr>
                          <m:ctrlPr>
                            <a:rPr lang="de-DE" sz="2400" b="0" i="0" smtClean="0">
                              <a:solidFill>
                                <a:schemeClr val="tx1"/>
                              </a:solidFill>
                              <a:latin typeface="Cambria Math" panose="02040503050406030204" pitchFamily="18" charset="0"/>
                            </a:rPr>
                          </m:ctrlPr>
                        </m:sSubPr>
                        <m:e>
                          <m:r>
                            <m:rPr>
                              <m:sty m:val="p"/>
                            </m:rPr>
                            <a:rPr lang="de-DE" sz="2400" b="0" i="0" smtClean="0">
                              <a:solidFill>
                                <a:schemeClr val="tx1"/>
                              </a:solidFill>
                              <a:latin typeface="Cambria Math" panose="02040503050406030204" pitchFamily="18" charset="0"/>
                            </a:rPr>
                            <m:t>m</m:t>
                          </m:r>
                        </m:e>
                        <m:sub>
                          <m:r>
                            <m:rPr>
                              <m:sty m:val="p"/>
                            </m:rPr>
                            <a:rPr lang="de-DE" sz="2400" b="0" i="1" smtClean="0">
                              <a:solidFill>
                                <a:schemeClr val="tx1"/>
                              </a:solidFill>
                              <a:latin typeface="Cambria Math" panose="02040503050406030204" pitchFamily="18" charset="0"/>
                            </a:rPr>
                            <m:t>d</m:t>
                          </m:r>
                        </m:sub>
                      </m:sSub>
                    </m:oMath>
                  </m:oMathPara>
                </a14:m>
                <a:endParaRPr lang="en-US" sz="2400" dirty="0">
                  <a:solidFill>
                    <a:schemeClr val="tx1"/>
                  </a:solidFill>
                </a:endParaRPr>
              </a:p>
            </p:txBody>
          </p:sp>
        </mc:Choice>
        <mc:Fallback xmlns="">
          <p:sp>
            <p:nvSpPr>
              <p:cNvPr id="31" name="TextBox 30">
                <a:extLst>
                  <a:ext uri="{FF2B5EF4-FFF2-40B4-BE49-F238E27FC236}">
                    <a16:creationId xmlns:a16="http://schemas.microsoft.com/office/drawing/2014/main" id="{14A71019-79D5-45BD-72E7-EA32FF40D2BF}"/>
                  </a:ext>
                </a:extLst>
              </p:cNvPr>
              <p:cNvSpPr txBox="1">
                <a:spLocks noRot="1" noChangeAspect="1" noMove="1" noResize="1" noEditPoints="1" noAdjustHandles="1" noChangeArrowheads="1" noChangeShapeType="1" noTextEdit="1"/>
              </p:cNvSpPr>
              <p:nvPr/>
            </p:nvSpPr>
            <p:spPr>
              <a:xfrm>
                <a:off x="3312282" y="1987393"/>
                <a:ext cx="642780" cy="461665"/>
              </a:xfrm>
              <a:prstGeom prst="rect">
                <a:avLst/>
              </a:prstGeom>
              <a:blipFill>
                <a:blip r:embed="rId5"/>
                <a:stretch>
                  <a:fillRect b="-1316"/>
                </a:stretch>
              </a:blipFill>
            </p:spPr>
            <p:txBody>
              <a:bodyPr/>
              <a:lstStyle/>
              <a:p>
                <a:r>
                  <a:rPr lang="en-US">
                    <a:noFill/>
                  </a:rPr>
                  <a:t> </a:t>
                </a:r>
              </a:p>
            </p:txBody>
          </p:sp>
        </mc:Fallback>
      </mc:AlternateContent>
      <p:cxnSp>
        <p:nvCxnSpPr>
          <p:cNvPr id="34" name="Straight Arrow Connector 33">
            <a:extLst>
              <a:ext uri="{FF2B5EF4-FFF2-40B4-BE49-F238E27FC236}">
                <a16:creationId xmlns:a16="http://schemas.microsoft.com/office/drawing/2014/main" id="{F6BF5ACF-D187-5145-8126-3D0F80C95218}"/>
              </a:ext>
            </a:extLst>
          </p:cNvPr>
          <p:cNvCxnSpPr>
            <a:cxnSpLocks/>
          </p:cNvCxnSpPr>
          <p:nvPr/>
        </p:nvCxnSpPr>
        <p:spPr>
          <a:xfrm>
            <a:off x="6905437" y="2242306"/>
            <a:ext cx="3073970" cy="0"/>
          </a:xfrm>
          <a:prstGeom prst="straightConnector1">
            <a:avLst/>
          </a:prstGeom>
          <a:ln w="1587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AB8EBE86-CA5B-33F4-B612-FFCE1AFB3DAC}"/>
              </a:ext>
            </a:extLst>
          </p:cNvPr>
          <p:cNvCxnSpPr>
            <a:cxnSpLocks/>
          </p:cNvCxnSpPr>
          <p:nvPr/>
        </p:nvCxnSpPr>
        <p:spPr>
          <a:xfrm flipV="1">
            <a:off x="7067455" y="536781"/>
            <a:ext cx="0" cy="1923393"/>
          </a:xfrm>
          <a:prstGeom prst="straightConnector1">
            <a:avLst/>
          </a:prstGeom>
          <a:ln w="1587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B2388BAD-3AB7-64FA-7918-8B99AF0E581A}"/>
              </a:ext>
            </a:extLst>
          </p:cNvPr>
          <p:cNvSpPr txBox="1"/>
          <p:nvPr/>
        </p:nvSpPr>
        <p:spPr>
          <a:xfrm>
            <a:off x="9637165" y="2333385"/>
            <a:ext cx="681597" cy="400110"/>
          </a:xfrm>
          <a:prstGeom prst="rect">
            <a:avLst/>
          </a:prstGeom>
          <a:noFill/>
        </p:spPr>
        <p:txBody>
          <a:bodyPr wrap="none" rtlCol="0">
            <a:spAutoFit/>
          </a:bodyPr>
          <a:lstStyle/>
          <a:p>
            <a:r>
              <a:rPr lang="en-US" sz="2000" dirty="0"/>
              <a:t>time</a:t>
            </a:r>
            <a:endParaRPr lang="en-DE" sz="1600" dirty="0"/>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F130F8EB-8535-1A3D-2869-5A0D85CDFB57}"/>
                  </a:ext>
                </a:extLst>
              </p:cNvPr>
              <p:cNvSpPr txBox="1"/>
              <p:nvPr/>
            </p:nvSpPr>
            <p:spPr>
              <a:xfrm>
                <a:off x="6093590" y="279821"/>
                <a:ext cx="889281" cy="400110"/>
              </a:xfrm>
              <a:prstGeom prst="rect">
                <a:avLst/>
              </a:prstGeom>
              <a:noFill/>
            </p:spPr>
            <p:txBody>
              <a:bodyPr wrap="none" rtlCol="0">
                <a:spAutoFit/>
              </a:bodyPr>
              <a:lstStyle/>
              <a:p>
                <a:pPr/>
                <a14:m>
                  <m:oMathPara xmlns:m="http://schemas.openxmlformats.org/officeDocument/2006/math">
                    <m:oMath>
                      <m:sSub>
                        <m:sSubPr>
                          <m:ctrlPr>
                            <a:rPr lang="de-DE" sz="2000">
                              <a:latin typeface="Cambria Math" panose="02040503050406030204" pitchFamily="18" charset="0"/>
                            </a:rPr>
                          </m:ctrlPr>
                        </m:sSubPr>
                        <m:e>
                          <m:r>
                            <m:rPr>
                              <m:sty m:val="p"/>
                            </m:rPr>
                            <a:rPr lang="de-DE" sz="2000">
                              <a:latin typeface="Cambria Math" panose="02040503050406030204" pitchFamily="18" charset="0"/>
                            </a:rPr>
                            <m:t>m</m:t>
                          </m:r>
                        </m:e>
                        <m:sub>
                          <m:r>
                            <a:rPr lang="de-DE" sz="2000" i="1">
                              <a:latin typeface="Cambria Math" panose="02040503050406030204" pitchFamily="18" charset="0"/>
                            </a:rPr>
                            <m:t>0</m:t>
                          </m:r>
                        </m:sub>
                      </m:sSub>
                      <m:r>
                        <a:rPr lang="en-US" sz="2000" b="0" i="1" smtClean="0">
                          <a:latin typeface="Cambria Math" panose="02040503050406030204" pitchFamily="18" charset="0"/>
                        </a:rPr>
                        <m:t>(</m:t>
                      </m:r>
                      <m:r>
                        <a:rPr lang="en-US" sz="2000" b="0" i="1" smtClean="0">
                          <a:latin typeface="Cambria Math" panose="02040503050406030204" pitchFamily="18" charset="0"/>
                        </a:rPr>
                        <m:t>𝑡</m:t>
                      </m:r>
                      <m:r>
                        <a:rPr lang="en-US" sz="2000" b="0" i="1" smtClean="0">
                          <a:latin typeface="Cambria Math" panose="02040503050406030204" pitchFamily="18" charset="0"/>
                        </a:rPr>
                        <m:t>)</m:t>
                      </m:r>
                    </m:oMath>
                  </m:oMathPara>
                </a14:m>
                <a:endParaRPr lang="en-DE" sz="2000" dirty="0"/>
              </a:p>
            </p:txBody>
          </p:sp>
        </mc:Choice>
        <mc:Fallback xmlns="">
          <p:sp>
            <p:nvSpPr>
              <p:cNvPr id="37" name="TextBox 36">
                <a:extLst>
                  <a:ext uri="{FF2B5EF4-FFF2-40B4-BE49-F238E27FC236}">
                    <a16:creationId xmlns:a16="http://schemas.microsoft.com/office/drawing/2014/main" id="{F130F8EB-8535-1A3D-2869-5A0D85CDFB57}"/>
                  </a:ext>
                </a:extLst>
              </p:cNvPr>
              <p:cNvSpPr txBox="1">
                <a:spLocks noRot="1" noChangeAspect="1" noMove="1" noResize="1" noEditPoints="1" noAdjustHandles="1" noChangeArrowheads="1" noChangeShapeType="1" noTextEdit="1"/>
              </p:cNvSpPr>
              <p:nvPr/>
            </p:nvSpPr>
            <p:spPr>
              <a:xfrm>
                <a:off x="6093590" y="279821"/>
                <a:ext cx="889281" cy="400110"/>
              </a:xfrm>
              <a:prstGeom prst="rect">
                <a:avLst/>
              </a:prstGeom>
              <a:blipFill>
                <a:blip r:embed="rId6"/>
                <a:stretch>
                  <a:fillRect r="-690" b="-13636"/>
                </a:stretch>
              </a:blipFill>
            </p:spPr>
            <p:txBody>
              <a:bodyPr/>
              <a:lstStyle/>
              <a:p>
                <a:r>
                  <a:rPr lang="en-US">
                    <a:noFill/>
                  </a:rPr>
                  <a:t> </a:t>
                </a:r>
              </a:p>
            </p:txBody>
          </p:sp>
        </mc:Fallback>
      </mc:AlternateContent>
      <p:pic>
        <p:nvPicPr>
          <p:cNvPr id="38" name="Picture 37">
            <a:extLst>
              <a:ext uri="{FF2B5EF4-FFF2-40B4-BE49-F238E27FC236}">
                <a16:creationId xmlns:a16="http://schemas.microsoft.com/office/drawing/2014/main" id="{BA312387-0A77-2290-1778-BC73412EAF7B}"/>
              </a:ext>
            </a:extLst>
          </p:cNvPr>
          <p:cNvPicPr>
            <a:picLocks noChangeAspect="1"/>
          </p:cNvPicPr>
          <p:nvPr/>
        </p:nvPicPr>
        <p:blipFill rotWithShape="1">
          <a:blip r:embed="rId7"/>
          <a:srcRect l="6165" r="28486"/>
          <a:stretch>
            <a:fillRect/>
          </a:stretch>
        </p:blipFill>
        <p:spPr>
          <a:xfrm>
            <a:off x="7067455" y="571857"/>
            <a:ext cx="2569709" cy="1670449"/>
          </a:xfrm>
          <a:prstGeom prst="rect">
            <a:avLst/>
          </a:prstGeom>
        </p:spPr>
      </p:pic>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77699C23-46F4-1182-57C7-C14B74EB234B}"/>
                  </a:ext>
                </a:extLst>
              </p:cNvPr>
              <p:cNvSpPr txBox="1"/>
              <p:nvPr/>
            </p:nvSpPr>
            <p:spPr>
              <a:xfrm>
                <a:off x="7949831" y="2299726"/>
                <a:ext cx="1131784" cy="526106"/>
              </a:xfrm>
              <a:prstGeom prst="rect">
                <a:avLst/>
              </a:prstGeom>
              <a:noFill/>
            </p:spPr>
            <p:txBody>
              <a:bodyPr wrap="none" lIns="0" tIns="0" rIns="0" bIns="0" rtlCol="0">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m:rPr>
                              <m:sty m:val="p"/>
                            </m:rPr>
                            <a:rPr lang="en-US" b="0" i="0" smtClean="0">
                              <a:latin typeface="Cambria Math" panose="02040503050406030204" pitchFamily="18" charset="0"/>
                            </a:rPr>
                            <m:t>peak</m:t>
                          </m:r>
                        </m:sub>
                      </m:sSub>
                      <m:r>
                        <a:rPr lang="en-US" b="0" i="1" smtClean="0">
                          <a:latin typeface="Cambria Math" panose="02040503050406030204" pitchFamily="18" charset="0"/>
                        </a:rPr>
                        <m:t>=</m:t>
                      </m:r>
                      <m:f>
                        <m:fPr>
                          <m:ctrlPr>
                            <a:rPr lang="en-US" b="1" i="1" smtClean="0">
                              <a:solidFill>
                                <a:srgbClr val="C00000"/>
                              </a:solidFill>
                              <a:latin typeface="Cambria Math" panose="02040503050406030204" pitchFamily="18" charset="0"/>
                            </a:rPr>
                          </m:ctrlPr>
                        </m:fPr>
                        <m:num>
                          <m:sSub>
                            <m:sSubPr>
                              <m:ctrlPr>
                                <a:rPr lang="en-US" b="1" i="1" smtClean="0">
                                  <a:solidFill>
                                    <a:srgbClr val="C00000"/>
                                  </a:solidFill>
                                  <a:latin typeface="Cambria Math" panose="02040503050406030204" pitchFamily="18" charset="0"/>
                                </a:rPr>
                              </m:ctrlPr>
                            </m:sSubPr>
                            <m:e>
                              <m:r>
                                <a:rPr lang="en-US" b="1" i="1" smtClean="0">
                                  <a:solidFill>
                                    <a:srgbClr val="C00000"/>
                                  </a:solidFill>
                                  <a:latin typeface="Cambria Math" panose="02040503050406030204" pitchFamily="18" charset="0"/>
                                </a:rPr>
                                <m:t>𝒅</m:t>
                              </m:r>
                            </m:e>
                            <m:sub>
                              <m:r>
                                <a:rPr lang="en-US" b="1" i="1" smtClean="0">
                                  <a:solidFill>
                                    <a:srgbClr val="C00000"/>
                                  </a:solidFill>
                                  <a:latin typeface="Cambria Math" panose="02040503050406030204" pitchFamily="18" charset="0"/>
                                </a:rPr>
                                <m:t>𝟎</m:t>
                              </m:r>
                            </m:sub>
                          </m:sSub>
                        </m:num>
                        <m:den>
                          <m:r>
                            <a:rPr lang="en-US" b="0" i="1" smtClean="0">
                              <a:latin typeface="Cambria Math" panose="02040503050406030204" pitchFamily="18" charset="0"/>
                            </a:rPr>
                            <m:t>6</m:t>
                          </m:r>
                          <m:r>
                            <a:rPr lang="en-US" b="0" i="1" smtClean="0">
                              <a:latin typeface="Cambria Math" panose="02040503050406030204" pitchFamily="18" charset="0"/>
                            </a:rPr>
                            <m:t>𝐷</m:t>
                          </m:r>
                        </m:den>
                      </m:f>
                    </m:oMath>
                  </m:oMathPara>
                </a14:m>
                <a:endParaRPr lang="en-DE" dirty="0"/>
              </a:p>
            </p:txBody>
          </p:sp>
        </mc:Choice>
        <mc:Fallback xmlns="">
          <p:sp>
            <p:nvSpPr>
              <p:cNvPr id="39" name="TextBox 38">
                <a:extLst>
                  <a:ext uri="{FF2B5EF4-FFF2-40B4-BE49-F238E27FC236}">
                    <a16:creationId xmlns:a16="http://schemas.microsoft.com/office/drawing/2014/main" id="{77699C23-46F4-1182-57C7-C14B74EB234B}"/>
                  </a:ext>
                </a:extLst>
              </p:cNvPr>
              <p:cNvSpPr txBox="1">
                <a:spLocks noRot="1" noChangeAspect="1" noMove="1" noResize="1" noEditPoints="1" noAdjustHandles="1" noChangeArrowheads="1" noChangeShapeType="1" noTextEdit="1"/>
              </p:cNvSpPr>
              <p:nvPr/>
            </p:nvSpPr>
            <p:spPr>
              <a:xfrm>
                <a:off x="7949831" y="2299726"/>
                <a:ext cx="1131784" cy="526106"/>
              </a:xfrm>
              <a:prstGeom prst="rect">
                <a:avLst/>
              </a:prstGeom>
              <a:blipFill>
                <a:blip r:embed="rId8"/>
                <a:stretch>
                  <a:fillRect/>
                </a:stretch>
              </a:blipFill>
            </p:spPr>
            <p:txBody>
              <a:bodyPr/>
              <a:lstStyle/>
              <a:p>
                <a:r>
                  <a:rPr lang="en-US">
                    <a:noFill/>
                  </a:rPr>
                  <a:t> </a:t>
                </a:r>
              </a:p>
            </p:txBody>
          </p:sp>
        </mc:Fallback>
      </mc:AlternateContent>
      <p:sp>
        <p:nvSpPr>
          <p:cNvPr id="40" name="Oval 39">
            <a:extLst>
              <a:ext uri="{FF2B5EF4-FFF2-40B4-BE49-F238E27FC236}">
                <a16:creationId xmlns:a16="http://schemas.microsoft.com/office/drawing/2014/main" id="{07D54DF6-7CA1-4F56-7009-1F6C7AA0C66B}"/>
              </a:ext>
            </a:extLst>
          </p:cNvPr>
          <p:cNvSpPr>
            <a:spLocks noChangeAspect="1"/>
          </p:cNvSpPr>
          <p:nvPr/>
        </p:nvSpPr>
        <p:spPr>
          <a:xfrm>
            <a:off x="7679831" y="510653"/>
            <a:ext cx="180000" cy="180000"/>
          </a:xfrm>
          <a:prstGeom prst="ellipse">
            <a:avLst/>
          </a:prstGeom>
          <a:noFill/>
          <a:ln w="158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cxnSp>
        <p:nvCxnSpPr>
          <p:cNvPr id="41" name="Straight Connector 40">
            <a:extLst>
              <a:ext uri="{FF2B5EF4-FFF2-40B4-BE49-F238E27FC236}">
                <a16:creationId xmlns:a16="http://schemas.microsoft.com/office/drawing/2014/main" id="{8A38F73F-EB52-A770-6BDA-94ADB1E9638E}"/>
              </a:ext>
            </a:extLst>
          </p:cNvPr>
          <p:cNvCxnSpPr>
            <a:cxnSpLocks/>
          </p:cNvCxnSpPr>
          <p:nvPr/>
        </p:nvCxnSpPr>
        <p:spPr>
          <a:xfrm flipH="1" flipV="1">
            <a:off x="7769831" y="659972"/>
            <a:ext cx="90000" cy="3578172"/>
          </a:xfrm>
          <a:prstGeom prst="line">
            <a:avLst/>
          </a:prstGeom>
          <a:ln w="19050">
            <a:solidFill>
              <a:srgbClr val="C00000"/>
            </a:solidFill>
            <a:prstDash val="dash"/>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9D05B604-A9CD-5364-90C2-065412E46347}"/>
              </a:ext>
            </a:extLst>
          </p:cNvPr>
          <p:cNvCxnSpPr>
            <a:cxnSpLocks/>
          </p:cNvCxnSpPr>
          <p:nvPr/>
        </p:nvCxnSpPr>
        <p:spPr>
          <a:xfrm>
            <a:off x="6905437" y="3364639"/>
            <a:ext cx="1960610" cy="0"/>
          </a:xfrm>
          <a:prstGeom prst="straightConnector1">
            <a:avLst/>
          </a:prstGeom>
          <a:ln w="1587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D3122946-B1DD-F651-B168-D874CF4014A0}"/>
              </a:ext>
            </a:extLst>
          </p:cNvPr>
          <p:cNvCxnSpPr>
            <a:cxnSpLocks/>
          </p:cNvCxnSpPr>
          <p:nvPr/>
        </p:nvCxnSpPr>
        <p:spPr>
          <a:xfrm>
            <a:off x="7067455" y="3122553"/>
            <a:ext cx="0" cy="1811327"/>
          </a:xfrm>
          <a:prstGeom prst="straightConnector1">
            <a:avLst/>
          </a:prstGeom>
          <a:ln w="1587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6D869835-53AC-0D56-FF59-24333E792C39}"/>
              </a:ext>
            </a:extLst>
          </p:cNvPr>
          <p:cNvSpPr txBox="1"/>
          <p:nvPr/>
        </p:nvSpPr>
        <p:spPr>
          <a:xfrm rot="5400000">
            <a:off x="6445592" y="4442717"/>
            <a:ext cx="681597" cy="400110"/>
          </a:xfrm>
          <a:prstGeom prst="rect">
            <a:avLst/>
          </a:prstGeom>
          <a:noFill/>
        </p:spPr>
        <p:txBody>
          <a:bodyPr wrap="none" rtlCol="0">
            <a:spAutoFit/>
          </a:bodyPr>
          <a:lstStyle/>
          <a:p>
            <a:r>
              <a:rPr lang="en-US" sz="2000" dirty="0"/>
              <a:t>time</a:t>
            </a:r>
            <a:endParaRPr lang="en-DE" sz="1600" dirty="0"/>
          </a:p>
        </p:txBody>
      </p:sp>
      <p:cxnSp>
        <p:nvCxnSpPr>
          <p:cNvPr id="52" name="Straight Connector 51">
            <a:extLst>
              <a:ext uri="{FF2B5EF4-FFF2-40B4-BE49-F238E27FC236}">
                <a16:creationId xmlns:a16="http://schemas.microsoft.com/office/drawing/2014/main" id="{33E2B35B-8786-23F5-86D7-D2798418EE62}"/>
              </a:ext>
            </a:extLst>
          </p:cNvPr>
          <p:cNvCxnSpPr>
            <a:cxnSpLocks/>
          </p:cNvCxnSpPr>
          <p:nvPr/>
        </p:nvCxnSpPr>
        <p:spPr>
          <a:xfrm>
            <a:off x="7067455" y="3364639"/>
            <a:ext cx="792376" cy="873505"/>
          </a:xfrm>
          <a:prstGeom prst="line">
            <a:avLst/>
          </a:prstGeom>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D4E46257-E0C5-016B-2F2A-9B314C2F7E1D}"/>
                  </a:ext>
                </a:extLst>
              </p:cNvPr>
              <p:cNvSpPr txBox="1"/>
              <p:nvPr/>
            </p:nvSpPr>
            <p:spPr>
              <a:xfrm>
                <a:off x="8171660" y="2964528"/>
                <a:ext cx="642780" cy="400110"/>
              </a:xfrm>
              <a:prstGeom prst="rect">
                <a:avLst/>
              </a:prstGeom>
              <a:noFill/>
            </p:spPr>
            <p:txBody>
              <a:bodyPr wrap="square">
                <a:spAutoFit/>
              </a:bodyPr>
              <a:lstStyle/>
              <a:p>
                <a:pPr/>
                <a14:m>
                  <m:oMathPara xmlns:m="http://schemas.openxmlformats.org/officeDocument/2006/math">
                    <m:oMath>
                      <m:sSub>
                        <m:sSubPr>
                          <m:ctrlPr>
                            <a:rPr lang="de-DE" sz="2000" b="0" i="0" smtClean="0">
                              <a:solidFill>
                                <a:schemeClr val="tx1"/>
                              </a:solidFill>
                              <a:latin typeface="Cambria Math" panose="02040503050406030204" pitchFamily="18" charset="0"/>
                            </a:rPr>
                          </m:ctrlPr>
                        </m:sSubPr>
                        <m:e>
                          <m:r>
                            <m:rPr>
                              <m:sty m:val="p"/>
                            </m:rPr>
                            <a:rPr lang="de-DE" sz="2000" b="0" i="0" smtClean="0">
                              <a:solidFill>
                                <a:schemeClr val="tx1"/>
                              </a:solidFill>
                              <a:latin typeface="Cambria Math" panose="02040503050406030204" pitchFamily="18" charset="0"/>
                            </a:rPr>
                            <m:t>m</m:t>
                          </m:r>
                        </m:e>
                        <m:sub>
                          <m:r>
                            <a:rPr lang="de-DE" sz="2000" b="0" i="1" smtClean="0">
                              <a:solidFill>
                                <a:schemeClr val="tx1"/>
                              </a:solidFill>
                              <a:latin typeface="Cambria Math" panose="02040503050406030204" pitchFamily="18" charset="0"/>
                            </a:rPr>
                            <m:t>1</m:t>
                          </m:r>
                        </m:sub>
                      </m:sSub>
                    </m:oMath>
                  </m:oMathPara>
                </a14:m>
                <a:endParaRPr lang="en-US" sz="2000" dirty="0">
                  <a:solidFill>
                    <a:schemeClr val="tx1"/>
                  </a:solidFill>
                </a:endParaRPr>
              </a:p>
            </p:txBody>
          </p:sp>
        </mc:Choice>
        <mc:Fallback xmlns="">
          <p:sp>
            <p:nvSpPr>
              <p:cNvPr id="54" name="TextBox 53">
                <a:extLst>
                  <a:ext uri="{FF2B5EF4-FFF2-40B4-BE49-F238E27FC236}">
                    <a16:creationId xmlns:a16="http://schemas.microsoft.com/office/drawing/2014/main" id="{D4E46257-E0C5-016B-2F2A-9B314C2F7E1D}"/>
                  </a:ext>
                </a:extLst>
              </p:cNvPr>
              <p:cNvSpPr txBox="1">
                <a:spLocks noRot="1" noChangeAspect="1" noMove="1" noResize="1" noEditPoints="1" noAdjustHandles="1" noChangeArrowheads="1" noChangeShapeType="1" noTextEdit="1"/>
              </p:cNvSpPr>
              <p:nvPr/>
            </p:nvSpPr>
            <p:spPr>
              <a:xfrm>
                <a:off x="8171660" y="2964528"/>
                <a:ext cx="642780" cy="400110"/>
              </a:xfrm>
              <a:prstGeom prst="rect">
                <a:avLst/>
              </a:prstGeom>
              <a:blipFill>
                <a:blip r:embed="rId9"/>
                <a:stretch>
                  <a:fillRect/>
                </a:stretch>
              </a:blipFill>
            </p:spPr>
            <p:txBody>
              <a:bodyPr/>
              <a:lstStyle/>
              <a:p>
                <a:r>
                  <a:rPr lang="en-US">
                    <a:noFill/>
                  </a:rPr>
                  <a:t> </a:t>
                </a:r>
              </a:p>
            </p:txBody>
          </p:sp>
        </mc:Fallback>
      </mc:AlternateContent>
      <p:cxnSp>
        <p:nvCxnSpPr>
          <p:cNvPr id="62" name="Straight Connector 61">
            <a:extLst>
              <a:ext uri="{FF2B5EF4-FFF2-40B4-BE49-F238E27FC236}">
                <a16:creationId xmlns:a16="http://schemas.microsoft.com/office/drawing/2014/main" id="{954064F2-1806-DC19-9183-8793911CB600}"/>
              </a:ext>
            </a:extLst>
          </p:cNvPr>
          <p:cNvCxnSpPr>
            <a:cxnSpLocks/>
          </p:cNvCxnSpPr>
          <p:nvPr/>
        </p:nvCxnSpPr>
        <p:spPr>
          <a:xfrm>
            <a:off x="7067455" y="4238144"/>
            <a:ext cx="792376" cy="0"/>
          </a:xfrm>
          <a:prstGeom prst="line">
            <a:avLst/>
          </a:prstGeom>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68" name="TextBox 67">
                <a:extLst>
                  <a:ext uri="{FF2B5EF4-FFF2-40B4-BE49-F238E27FC236}">
                    <a16:creationId xmlns:a16="http://schemas.microsoft.com/office/drawing/2014/main" id="{D2ABDC57-8F3C-4997-D4BF-BAEDE09A8341}"/>
                  </a:ext>
                </a:extLst>
              </p:cNvPr>
              <p:cNvSpPr txBox="1"/>
              <p:nvPr/>
            </p:nvSpPr>
            <p:spPr>
              <a:xfrm>
                <a:off x="95824" y="4787326"/>
                <a:ext cx="734945" cy="523220"/>
              </a:xfrm>
              <a:prstGeom prst="rect">
                <a:avLst/>
              </a:prstGeom>
              <a:noFill/>
            </p:spPr>
            <p:txBody>
              <a:bodyPr wrap="none" rtlCol="0">
                <a:spAutoFit/>
              </a:bodyPr>
              <a:lstStyle/>
              <a:p>
                <a:pPr/>
                <a14:m>
                  <m:oMathPara xmlns:m="http://schemas.openxmlformats.org/officeDocument/2006/math">
                    <m:oMath>
                      <m:sSub>
                        <m:sSubPr>
                          <m:ctrlPr>
                            <a:rPr lang="de-DE" sz="2800" b="0" i="1" smtClean="0">
                              <a:latin typeface="Cambria Math" panose="02040503050406030204" pitchFamily="18" charset="0"/>
                            </a:rPr>
                          </m:ctrlPr>
                        </m:sSubPr>
                        <m:e>
                          <m:r>
                            <m:rPr>
                              <m:sty m:val="p"/>
                            </m:rPr>
                            <a:rPr lang="de-DE" sz="2800" b="0" i="1" smtClean="0">
                              <a:latin typeface="Cambria Math" panose="02040503050406030204" pitchFamily="18" charset="0"/>
                            </a:rPr>
                            <m:t>m</m:t>
                          </m:r>
                        </m:e>
                        <m:sub>
                          <m:r>
                            <m:rPr>
                              <m:sty m:val="p"/>
                            </m:rPr>
                            <a:rPr lang="de-DE" sz="2800" b="0" i="1" smtClean="0">
                              <a:latin typeface="Cambria Math" panose="02040503050406030204" pitchFamily="18" charset="0"/>
                            </a:rPr>
                            <m:t>d</m:t>
                          </m:r>
                        </m:sub>
                      </m:sSub>
                    </m:oMath>
                  </m:oMathPara>
                </a14:m>
                <a:endParaRPr lang="en-US" sz="2800" dirty="0"/>
              </a:p>
            </p:txBody>
          </p:sp>
        </mc:Choice>
        <mc:Fallback xmlns="">
          <p:sp>
            <p:nvSpPr>
              <p:cNvPr id="68" name="TextBox 67">
                <a:extLst>
                  <a:ext uri="{FF2B5EF4-FFF2-40B4-BE49-F238E27FC236}">
                    <a16:creationId xmlns:a16="http://schemas.microsoft.com/office/drawing/2014/main" id="{D2ABDC57-8F3C-4997-D4BF-BAEDE09A8341}"/>
                  </a:ext>
                </a:extLst>
              </p:cNvPr>
              <p:cNvSpPr txBox="1">
                <a:spLocks noRot="1" noChangeAspect="1" noMove="1" noResize="1" noEditPoints="1" noAdjustHandles="1" noChangeArrowheads="1" noChangeShapeType="1" noTextEdit="1"/>
              </p:cNvSpPr>
              <p:nvPr/>
            </p:nvSpPr>
            <p:spPr>
              <a:xfrm>
                <a:off x="95824" y="4787326"/>
                <a:ext cx="734945" cy="523220"/>
              </a:xfrm>
              <a:prstGeom prst="rect">
                <a:avLst/>
              </a:prstGeom>
              <a:blipFill>
                <a:blip r:embed="rId10"/>
                <a:stretch>
                  <a:fillRect/>
                </a:stretch>
              </a:blipFill>
            </p:spPr>
            <p:txBody>
              <a:bodyPr/>
              <a:lstStyle/>
              <a:p>
                <a:r>
                  <a:rPr lang="en-US">
                    <a:noFill/>
                  </a:rPr>
                  <a:t> </a:t>
                </a:r>
              </a:p>
            </p:txBody>
          </p:sp>
        </mc:Fallback>
      </mc:AlternateContent>
      <p:sp>
        <p:nvSpPr>
          <p:cNvPr id="69" name="Oval 68">
            <a:extLst>
              <a:ext uri="{FF2B5EF4-FFF2-40B4-BE49-F238E27FC236}">
                <a16:creationId xmlns:a16="http://schemas.microsoft.com/office/drawing/2014/main" id="{E84783F6-613C-A73A-0FFE-6DB911AFBAAD}"/>
              </a:ext>
            </a:extLst>
          </p:cNvPr>
          <p:cNvSpPr>
            <a:spLocks noChangeAspect="1"/>
          </p:cNvSpPr>
          <p:nvPr/>
        </p:nvSpPr>
        <p:spPr>
          <a:xfrm>
            <a:off x="1625346" y="3971458"/>
            <a:ext cx="482803" cy="48280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70" name="TextBox 69">
                <a:extLst>
                  <a:ext uri="{FF2B5EF4-FFF2-40B4-BE49-F238E27FC236}">
                    <a16:creationId xmlns:a16="http://schemas.microsoft.com/office/drawing/2014/main" id="{999AC0B3-0637-DB11-5F37-F9457745EF73}"/>
                  </a:ext>
                </a:extLst>
              </p:cNvPr>
              <p:cNvSpPr txBox="1"/>
              <p:nvPr/>
            </p:nvSpPr>
            <p:spPr>
              <a:xfrm>
                <a:off x="1556744" y="3935100"/>
                <a:ext cx="656402" cy="461665"/>
              </a:xfrm>
              <a:prstGeom prst="rect">
                <a:avLst/>
              </a:prstGeom>
              <a:noFill/>
            </p:spPr>
            <p:txBody>
              <a:bodyPr wrap="square">
                <a:spAutoFit/>
              </a:bodyPr>
              <a:lstStyle/>
              <a:p>
                <a:pPr/>
                <a14:m>
                  <m:oMathPara xmlns:m="http://schemas.openxmlformats.org/officeDocument/2006/math">
                    <m:oMath>
                      <m:sSub>
                        <m:sSubPr>
                          <m:ctrlPr>
                            <a:rPr lang="de-DE" sz="2400" b="0" i="1" smtClean="0">
                              <a:solidFill>
                                <a:schemeClr val="bg1"/>
                              </a:solidFill>
                              <a:latin typeface="Cambria Math" panose="02040503050406030204" pitchFamily="18" charset="0"/>
                            </a:rPr>
                          </m:ctrlPr>
                        </m:sSubPr>
                        <m:e>
                          <m:r>
                            <m:rPr>
                              <m:sty m:val="p"/>
                            </m:rPr>
                            <a:rPr lang="de-DE" sz="2400" b="0" i="1" smtClean="0">
                              <a:solidFill>
                                <a:schemeClr val="bg1"/>
                              </a:solidFill>
                              <a:latin typeface="Cambria Math" panose="02040503050406030204" pitchFamily="18" charset="0"/>
                            </a:rPr>
                            <m:t>r</m:t>
                          </m:r>
                        </m:e>
                        <m:sub>
                          <m:r>
                            <m:rPr>
                              <m:sty m:val="p"/>
                            </m:rPr>
                            <a:rPr lang="de-DE" sz="2400" b="0" i="1" smtClean="0">
                              <a:solidFill>
                                <a:schemeClr val="bg1"/>
                              </a:solidFill>
                              <a:latin typeface="Cambria Math" panose="02040503050406030204" pitchFamily="18" charset="0"/>
                            </a:rPr>
                            <m:t>C</m:t>
                          </m:r>
                        </m:sub>
                      </m:sSub>
                    </m:oMath>
                  </m:oMathPara>
                </a14:m>
                <a:endParaRPr lang="en-US" sz="2400" dirty="0">
                  <a:solidFill>
                    <a:schemeClr val="bg1"/>
                  </a:solidFill>
                </a:endParaRPr>
              </a:p>
            </p:txBody>
          </p:sp>
        </mc:Choice>
        <mc:Fallback xmlns="">
          <p:sp>
            <p:nvSpPr>
              <p:cNvPr id="70" name="TextBox 69">
                <a:extLst>
                  <a:ext uri="{FF2B5EF4-FFF2-40B4-BE49-F238E27FC236}">
                    <a16:creationId xmlns:a16="http://schemas.microsoft.com/office/drawing/2014/main" id="{999AC0B3-0637-DB11-5F37-F9457745EF73}"/>
                  </a:ext>
                </a:extLst>
              </p:cNvPr>
              <p:cNvSpPr txBox="1">
                <a:spLocks noRot="1" noChangeAspect="1" noMove="1" noResize="1" noEditPoints="1" noAdjustHandles="1" noChangeArrowheads="1" noChangeShapeType="1" noTextEdit="1"/>
              </p:cNvSpPr>
              <p:nvPr/>
            </p:nvSpPr>
            <p:spPr>
              <a:xfrm>
                <a:off x="1556744" y="3935100"/>
                <a:ext cx="656402" cy="461665"/>
              </a:xfrm>
              <a:prstGeom prst="rect">
                <a:avLst/>
              </a:prstGeom>
              <a:blipFill>
                <a:blip r:embed="rId11"/>
                <a:stretch>
                  <a:fillRect b="-1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1" name="TextBox 70">
                <a:extLst>
                  <a:ext uri="{FF2B5EF4-FFF2-40B4-BE49-F238E27FC236}">
                    <a16:creationId xmlns:a16="http://schemas.microsoft.com/office/drawing/2014/main" id="{881916B2-6D57-1AB1-F839-8ADEEB659CE1}"/>
                  </a:ext>
                </a:extLst>
              </p:cNvPr>
              <p:cNvSpPr txBox="1"/>
              <p:nvPr/>
            </p:nvSpPr>
            <p:spPr>
              <a:xfrm>
                <a:off x="3014285" y="3989011"/>
                <a:ext cx="642780" cy="461665"/>
              </a:xfrm>
              <a:prstGeom prst="rect">
                <a:avLst/>
              </a:prstGeom>
              <a:noFill/>
            </p:spPr>
            <p:txBody>
              <a:bodyPr wrap="square">
                <a:spAutoFit/>
              </a:bodyPr>
              <a:lstStyle/>
              <a:p>
                <a:pPr/>
                <a14:m>
                  <m:oMathPara xmlns:m="http://schemas.openxmlformats.org/officeDocument/2006/math">
                    <m:oMath>
                      <m:sSub>
                        <m:sSubPr>
                          <m:ctrlPr>
                            <a:rPr lang="de-DE" sz="2400" b="0" i="0" smtClean="0">
                              <a:solidFill>
                                <a:schemeClr val="tx1"/>
                              </a:solidFill>
                              <a:latin typeface="Cambria Math" panose="02040503050406030204" pitchFamily="18" charset="0"/>
                            </a:rPr>
                          </m:ctrlPr>
                        </m:sSubPr>
                        <m:e>
                          <m:r>
                            <m:rPr>
                              <m:sty m:val="p"/>
                            </m:rPr>
                            <a:rPr lang="de-DE" sz="2400" b="0" i="0" smtClean="0">
                              <a:solidFill>
                                <a:schemeClr val="tx1"/>
                              </a:solidFill>
                              <a:latin typeface="Cambria Math" panose="02040503050406030204" pitchFamily="18" charset="0"/>
                            </a:rPr>
                            <m:t>m</m:t>
                          </m:r>
                        </m:e>
                        <m:sub>
                          <m:r>
                            <a:rPr lang="de-DE" sz="2400" b="0" i="1" smtClean="0">
                              <a:solidFill>
                                <a:schemeClr val="tx1"/>
                              </a:solidFill>
                              <a:latin typeface="Cambria Math" panose="02040503050406030204" pitchFamily="18" charset="0"/>
                            </a:rPr>
                            <m:t>1</m:t>
                          </m:r>
                        </m:sub>
                      </m:sSub>
                    </m:oMath>
                  </m:oMathPara>
                </a14:m>
                <a:endParaRPr lang="en-US" sz="2400" dirty="0">
                  <a:solidFill>
                    <a:schemeClr val="tx1"/>
                  </a:solidFill>
                </a:endParaRPr>
              </a:p>
            </p:txBody>
          </p:sp>
        </mc:Choice>
        <mc:Fallback xmlns="">
          <p:sp>
            <p:nvSpPr>
              <p:cNvPr id="71" name="TextBox 70">
                <a:extLst>
                  <a:ext uri="{FF2B5EF4-FFF2-40B4-BE49-F238E27FC236}">
                    <a16:creationId xmlns:a16="http://schemas.microsoft.com/office/drawing/2014/main" id="{881916B2-6D57-1AB1-F839-8ADEEB659CE1}"/>
                  </a:ext>
                </a:extLst>
              </p:cNvPr>
              <p:cNvSpPr txBox="1">
                <a:spLocks noRot="1" noChangeAspect="1" noMove="1" noResize="1" noEditPoints="1" noAdjustHandles="1" noChangeArrowheads="1" noChangeShapeType="1" noTextEdit="1"/>
              </p:cNvSpPr>
              <p:nvPr/>
            </p:nvSpPr>
            <p:spPr>
              <a:xfrm>
                <a:off x="3014285" y="3989011"/>
                <a:ext cx="642780" cy="461665"/>
              </a:xfrm>
              <a:prstGeom prst="rect">
                <a:avLst/>
              </a:prstGeom>
              <a:blipFill>
                <a:blip r:embed="rId12"/>
                <a:stretch>
                  <a:fillRect/>
                </a:stretch>
              </a:blipFill>
            </p:spPr>
            <p:txBody>
              <a:bodyPr/>
              <a:lstStyle/>
              <a:p>
                <a:r>
                  <a:rPr lang="en-US">
                    <a:noFill/>
                  </a:rPr>
                  <a:t> </a:t>
                </a:r>
              </a:p>
            </p:txBody>
          </p:sp>
        </mc:Fallback>
      </mc:AlternateContent>
      <p:sp>
        <p:nvSpPr>
          <p:cNvPr id="72" name="Oval 71">
            <a:extLst>
              <a:ext uri="{FF2B5EF4-FFF2-40B4-BE49-F238E27FC236}">
                <a16:creationId xmlns:a16="http://schemas.microsoft.com/office/drawing/2014/main" id="{1C6B1177-1492-C6A3-042A-CF4C23E333F9}"/>
              </a:ext>
            </a:extLst>
          </p:cNvPr>
          <p:cNvSpPr>
            <a:spLocks noChangeAspect="1"/>
          </p:cNvSpPr>
          <p:nvPr/>
        </p:nvSpPr>
        <p:spPr>
          <a:xfrm>
            <a:off x="3097266" y="4849080"/>
            <a:ext cx="482803" cy="48280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73" name="TextBox 72">
                <a:extLst>
                  <a:ext uri="{FF2B5EF4-FFF2-40B4-BE49-F238E27FC236}">
                    <a16:creationId xmlns:a16="http://schemas.microsoft.com/office/drawing/2014/main" id="{997D2EF0-7926-EF02-895B-6968DCCEB618}"/>
                  </a:ext>
                </a:extLst>
              </p:cNvPr>
              <p:cNvSpPr txBox="1"/>
              <p:nvPr/>
            </p:nvSpPr>
            <p:spPr>
              <a:xfrm>
                <a:off x="3047111" y="4818103"/>
                <a:ext cx="656402" cy="461665"/>
              </a:xfrm>
              <a:prstGeom prst="rect">
                <a:avLst/>
              </a:prstGeom>
              <a:noFill/>
            </p:spPr>
            <p:txBody>
              <a:bodyPr wrap="square">
                <a:spAutoFit/>
              </a:bodyPr>
              <a:lstStyle/>
              <a:p>
                <a:pPr/>
                <a14:m>
                  <m:oMathPara xmlns:m="http://schemas.openxmlformats.org/officeDocument/2006/math">
                    <m:oMath>
                      <m:sSub>
                        <m:sSubPr>
                          <m:ctrlPr>
                            <a:rPr lang="de-DE" sz="2400" b="0" i="1" smtClean="0">
                              <a:solidFill>
                                <a:schemeClr val="bg1"/>
                              </a:solidFill>
                              <a:latin typeface="Cambria Math" panose="02040503050406030204" pitchFamily="18" charset="0"/>
                            </a:rPr>
                          </m:ctrlPr>
                        </m:sSubPr>
                        <m:e>
                          <m:r>
                            <m:rPr>
                              <m:sty m:val="p"/>
                            </m:rPr>
                            <a:rPr lang="de-DE" sz="2400" b="0" i="1" smtClean="0">
                              <a:solidFill>
                                <a:schemeClr val="bg1"/>
                              </a:solidFill>
                              <a:latin typeface="Cambria Math" panose="02040503050406030204" pitchFamily="18" charset="0"/>
                            </a:rPr>
                            <m:t>r</m:t>
                          </m:r>
                        </m:e>
                        <m:sub>
                          <m:r>
                            <m:rPr>
                              <m:sty m:val="p"/>
                            </m:rPr>
                            <a:rPr lang="de-DE" sz="2400" b="0" i="1" smtClean="0">
                              <a:solidFill>
                                <a:schemeClr val="bg1"/>
                              </a:solidFill>
                              <a:latin typeface="Cambria Math" panose="02040503050406030204" pitchFamily="18" charset="0"/>
                            </a:rPr>
                            <m:t>I</m:t>
                          </m:r>
                          <m:r>
                            <a:rPr lang="de-DE" sz="2400" b="0" i="1" smtClean="0">
                              <a:solidFill>
                                <a:schemeClr val="bg1"/>
                              </a:solidFill>
                              <a:latin typeface="Cambria Math" panose="02040503050406030204" pitchFamily="18" charset="0"/>
                            </a:rPr>
                            <m:t>1</m:t>
                          </m:r>
                        </m:sub>
                      </m:sSub>
                    </m:oMath>
                  </m:oMathPara>
                </a14:m>
                <a:endParaRPr lang="en-US" sz="2400" dirty="0">
                  <a:solidFill>
                    <a:schemeClr val="bg1"/>
                  </a:solidFill>
                </a:endParaRPr>
              </a:p>
            </p:txBody>
          </p:sp>
        </mc:Choice>
        <mc:Fallback xmlns="">
          <p:sp>
            <p:nvSpPr>
              <p:cNvPr id="73" name="TextBox 72">
                <a:extLst>
                  <a:ext uri="{FF2B5EF4-FFF2-40B4-BE49-F238E27FC236}">
                    <a16:creationId xmlns:a16="http://schemas.microsoft.com/office/drawing/2014/main" id="{997D2EF0-7926-EF02-895B-6968DCCEB618}"/>
                  </a:ext>
                </a:extLst>
              </p:cNvPr>
              <p:cNvSpPr txBox="1">
                <a:spLocks noRot="1" noChangeAspect="1" noMove="1" noResize="1" noEditPoints="1" noAdjustHandles="1" noChangeArrowheads="1" noChangeShapeType="1" noTextEdit="1"/>
              </p:cNvSpPr>
              <p:nvPr/>
            </p:nvSpPr>
            <p:spPr>
              <a:xfrm>
                <a:off x="3047111" y="4818103"/>
                <a:ext cx="656402" cy="461665"/>
              </a:xfrm>
              <a:prstGeom prst="rect">
                <a:avLst/>
              </a:prstGeom>
              <a:blipFill>
                <a:blip r:embed="rId13"/>
                <a:stretch>
                  <a:fillRect b="-13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4" name="TextBox 73">
                <a:extLst>
                  <a:ext uri="{FF2B5EF4-FFF2-40B4-BE49-F238E27FC236}">
                    <a16:creationId xmlns:a16="http://schemas.microsoft.com/office/drawing/2014/main" id="{7B819FEE-39D8-3428-1C4A-358C9D4FB837}"/>
                  </a:ext>
                </a:extLst>
              </p:cNvPr>
              <p:cNvSpPr txBox="1"/>
              <p:nvPr/>
            </p:nvSpPr>
            <p:spPr>
              <a:xfrm>
                <a:off x="1572894" y="4862675"/>
                <a:ext cx="642780" cy="461665"/>
              </a:xfrm>
              <a:prstGeom prst="rect">
                <a:avLst/>
              </a:prstGeom>
              <a:noFill/>
            </p:spPr>
            <p:txBody>
              <a:bodyPr wrap="square">
                <a:spAutoFit/>
              </a:bodyPr>
              <a:lstStyle/>
              <a:p>
                <a:pPr/>
                <a14:m>
                  <m:oMathPara xmlns:m="http://schemas.openxmlformats.org/officeDocument/2006/math">
                    <m:oMath>
                      <m:sSub>
                        <m:sSubPr>
                          <m:ctrlPr>
                            <a:rPr lang="de-DE" sz="2400" b="0" i="0" smtClean="0">
                              <a:solidFill>
                                <a:schemeClr val="tx1"/>
                              </a:solidFill>
                              <a:latin typeface="Cambria Math" panose="02040503050406030204" pitchFamily="18" charset="0"/>
                            </a:rPr>
                          </m:ctrlPr>
                        </m:sSubPr>
                        <m:e>
                          <m:r>
                            <m:rPr>
                              <m:sty m:val="p"/>
                            </m:rPr>
                            <a:rPr lang="de-DE" sz="2400" b="0" i="0" smtClean="0">
                              <a:solidFill>
                                <a:schemeClr val="tx1"/>
                              </a:solidFill>
                              <a:latin typeface="Cambria Math" panose="02040503050406030204" pitchFamily="18" charset="0"/>
                            </a:rPr>
                            <m:t>m</m:t>
                          </m:r>
                        </m:e>
                        <m:sub>
                          <m:r>
                            <m:rPr>
                              <m:sty m:val="p"/>
                            </m:rPr>
                            <a:rPr lang="de-DE" sz="2400" b="0" i="1" smtClean="0">
                              <a:solidFill>
                                <a:schemeClr val="tx1"/>
                              </a:solidFill>
                              <a:latin typeface="Cambria Math" panose="02040503050406030204" pitchFamily="18" charset="0"/>
                            </a:rPr>
                            <m:t>S</m:t>
                          </m:r>
                        </m:sub>
                      </m:sSub>
                    </m:oMath>
                  </m:oMathPara>
                </a14:m>
                <a:endParaRPr lang="en-US" sz="2400" dirty="0">
                  <a:solidFill>
                    <a:schemeClr val="tx1"/>
                  </a:solidFill>
                </a:endParaRPr>
              </a:p>
            </p:txBody>
          </p:sp>
        </mc:Choice>
        <mc:Fallback xmlns="">
          <p:sp>
            <p:nvSpPr>
              <p:cNvPr id="74" name="TextBox 73">
                <a:extLst>
                  <a:ext uri="{FF2B5EF4-FFF2-40B4-BE49-F238E27FC236}">
                    <a16:creationId xmlns:a16="http://schemas.microsoft.com/office/drawing/2014/main" id="{7B819FEE-39D8-3428-1C4A-358C9D4FB837}"/>
                  </a:ext>
                </a:extLst>
              </p:cNvPr>
              <p:cNvSpPr txBox="1">
                <a:spLocks noRot="1" noChangeAspect="1" noMove="1" noResize="1" noEditPoints="1" noAdjustHandles="1" noChangeArrowheads="1" noChangeShapeType="1" noTextEdit="1"/>
              </p:cNvSpPr>
              <p:nvPr/>
            </p:nvSpPr>
            <p:spPr>
              <a:xfrm>
                <a:off x="1572894" y="4862675"/>
                <a:ext cx="642780" cy="461665"/>
              </a:xfrm>
              <a:prstGeom prst="rect">
                <a:avLst/>
              </a:prstGeom>
              <a:blipFill>
                <a:blip r:embed="rId14"/>
                <a:stretch>
                  <a:fillRect b="-1333"/>
                </a:stretch>
              </a:blipFill>
            </p:spPr>
            <p:txBody>
              <a:bodyPr/>
              <a:lstStyle/>
              <a:p>
                <a:r>
                  <a:rPr lang="en-US">
                    <a:noFill/>
                  </a:rPr>
                  <a:t> </a:t>
                </a:r>
              </a:p>
            </p:txBody>
          </p:sp>
        </mc:Fallback>
      </mc:AlternateContent>
      <p:sp>
        <p:nvSpPr>
          <p:cNvPr id="75" name="Oval 74">
            <a:extLst>
              <a:ext uri="{FF2B5EF4-FFF2-40B4-BE49-F238E27FC236}">
                <a16:creationId xmlns:a16="http://schemas.microsoft.com/office/drawing/2014/main" id="{039B7B39-879B-5A9F-5A61-C46C6A308862}"/>
              </a:ext>
            </a:extLst>
          </p:cNvPr>
          <p:cNvSpPr>
            <a:spLocks noChangeAspect="1"/>
          </p:cNvSpPr>
          <p:nvPr/>
        </p:nvSpPr>
        <p:spPr>
          <a:xfrm>
            <a:off x="1661561" y="5882691"/>
            <a:ext cx="482803" cy="48280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76" name="TextBox 75">
                <a:extLst>
                  <a:ext uri="{FF2B5EF4-FFF2-40B4-BE49-F238E27FC236}">
                    <a16:creationId xmlns:a16="http://schemas.microsoft.com/office/drawing/2014/main" id="{7B18ACC2-29E7-852A-1E23-17C9B1C0012E}"/>
                  </a:ext>
                </a:extLst>
              </p:cNvPr>
              <p:cNvSpPr txBox="1"/>
              <p:nvPr/>
            </p:nvSpPr>
            <p:spPr>
              <a:xfrm>
                <a:off x="1591264" y="5837980"/>
                <a:ext cx="656402" cy="461665"/>
              </a:xfrm>
              <a:prstGeom prst="rect">
                <a:avLst/>
              </a:prstGeom>
              <a:noFill/>
            </p:spPr>
            <p:txBody>
              <a:bodyPr wrap="square">
                <a:spAutoFit/>
              </a:bodyPr>
              <a:lstStyle/>
              <a:p>
                <a:pPr/>
                <a14:m>
                  <m:oMathPara xmlns:m="http://schemas.openxmlformats.org/officeDocument/2006/math">
                    <m:oMath>
                      <m:sSub>
                        <m:sSubPr>
                          <m:ctrlPr>
                            <a:rPr lang="de-DE" sz="2400" b="0" i="1" smtClean="0">
                              <a:solidFill>
                                <a:schemeClr val="bg1"/>
                              </a:solidFill>
                              <a:latin typeface="Cambria Math" panose="02040503050406030204" pitchFamily="18" charset="0"/>
                            </a:rPr>
                          </m:ctrlPr>
                        </m:sSubPr>
                        <m:e>
                          <m:r>
                            <m:rPr>
                              <m:sty m:val="p"/>
                            </m:rPr>
                            <a:rPr lang="de-DE" sz="2400" b="0" i="1" smtClean="0">
                              <a:solidFill>
                                <a:schemeClr val="bg1"/>
                              </a:solidFill>
                              <a:latin typeface="Cambria Math" panose="02040503050406030204" pitchFamily="18" charset="0"/>
                            </a:rPr>
                            <m:t>r</m:t>
                          </m:r>
                        </m:e>
                        <m:sub>
                          <m:r>
                            <m:rPr>
                              <m:sty m:val="p"/>
                            </m:rPr>
                            <a:rPr lang="de-DE" sz="2400" b="0" i="1" smtClean="0">
                              <a:solidFill>
                                <a:schemeClr val="bg1"/>
                              </a:solidFill>
                              <a:latin typeface="Cambria Math" panose="02040503050406030204" pitchFamily="18" charset="0"/>
                            </a:rPr>
                            <m:t>I</m:t>
                          </m:r>
                          <m:r>
                            <a:rPr lang="de-DE" sz="2400" b="0" i="1" smtClean="0">
                              <a:solidFill>
                                <a:schemeClr val="bg1"/>
                              </a:solidFill>
                              <a:latin typeface="Cambria Math" panose="02040503050406030204" pitchFamily="18" charset="0"/>
                            </a:rPr>
                            <m:t>2</m:t>
                          </m:r>
                        </m:sub>
                      </m:sSub>
                    </m:oMath>
                  </m:oMathPara>
                </a14:m>
                <a:endParaRPr lang="en-US" sz="2400" dirty="0">
                  <a:solidFill>
                    <a:schemeClr val="bg1"/>
                  </a:solidFill>
                </a:endParaRPr>
              </a:p>
            </p:txBody>
          </p:sp>
        </mc:Choice>
        <mc:Fallback xmlns="">
          <p:sp>
            <p:nvSpPr>
              <p:cNvPr id="76" name="TextBox 75">
                <a:extLst>
                  <a:ext uri="{FF2B5EF4-FFF2-40B4-BE49-F238E27FC236}">
                    <a16:creationId xmlns:a16="http://schemas.microsoft.com/office/drawing/2014/main" id="{7B18ACC2-29E7-852A-1E23-17C9B1C0012E}"/>
                  </a:ext>
                </a:extLst>
              </p:cNvPr>
              <p:cNvSpPr txBox="1">
                <a:spLocks noRot="1" noChangeAspect="1" noMove="1" noResize="1" noEditPoints="1" noAdjustHandles="1" noChangeArrowheads="1" noChangeShapeType="1" noTextEdit="1"/>
              </p:cNvSpPr>
              <p:nvPr/>
            </p:nvSpPr>
            <p:spPr>
              <a:xfrm>
                <a:off x="1591264" y="5837980"/>
                <a:ext cx="656402" cy="461665"/>
              </a:xfrm>
              <a:prstGeom prst="rect">
                <a:avLst/>
              </a:prstGeom>
              <a:blipFill>
                <a:blip r:embed="rId15"/>
                <a:stretch>
                  <a:fillRect b="-1333"/>
                </a:stretch>
              </a:blipFill>
            </p:spPr>
            <p:txBody>
              <a:bodyPr/>
              <a:lstStyle/>
              <a:p>
                <a:r>
                  <a:rPr lang="en-US">
                    <a:noFill/>
                  </a:rPr>
                  <a:t> </a:t>
                </a:r>
              </a:p>
            </p:txBody>
          </p:sp>
        </mc:Fallback>
      </mc:AlternateContent>
      <p:cxnSp>
        <p:nvCxnSpPr>
          <p:cNvPr id="77" name="Straight Arrow Connector 76">
            <a:extLst>
              <a:ext uri="{FF2B5EF4-FFF2-40B4-BE49-F238E27FC236}">
                <a16:creationId xmlns:a16="http://schemas.microsoft.com/office/drawing/2014/main" id="{3BCCBB94-FE4E-F7D6-3F87-724EAAFCC49C}"/>
              </a:ext>
            </a:extLst>
          </p:cNvPr>
          <p:cNvCxnSpPr>
            <a:cxnSpLocks/>
            <a:stCxn id="68" idx="3"/>
            <a:endCxn id="69" idx="3"/>
          </p:cNvCxnSpPr>
          <p:nvPr/>
        </p:nvCxnSpPr>
        <p:spPr>
          <a:xfrm flipV="1">
            <a:off x="830769" y="4383556"/>
            <a:ext cx="865282" cy="66538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80" name="Straight Arrow Connector 79">
            <a:extLst>
              <a:ext uri="{FF2B5EF4-FFF2-40B4-BE49-F238E27FC236}">
                <a16:creationId xmlns:a16="http://schemas.microsoft.com/office/drawing/2014/main" id="{FE0EA450-9612-91F8-0484-B27F0967BB23}"/>
              </a:ext>
            </a:extLst>
          </p:cNvPr>
          <p:cNvCxnSpPr>
            <a:cxnSpLocks/>
            <a:stCxn id="68" idx="3"/>
            <a:endCxn id="75" idx="1"/>
          </p:cNvCxnSpPr>
          <p:nvPr/>
        </p:nvCxnSpPr>
        <p:spPr>
          <a:xfrm>
            <a:off x="830769" y="5048936"/>
            <a:ext cx="901497" cy="90446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84" name="Straight Arrow Connector 83">
            <a:extLst>
              <a:ext uri="{FF2B5EF4-FFF2-40B4-BE49-F238E27FC236}">
                <a16:creationId xmlns:a16="http://schemas.microsoft.com/office/drawing/2014/main" id="{1310AA84-8012-4590-1BB7-3F001D664A15}"/>
              </a:ext>
            </a:extLst>
          </p:cNvPr>
          <p:cNvCxnSpPr>
            <a:cxnSpLocks/>
            <a:stCxn id="74" idx="3"/>
            <a:endCxn id="72" idx="2"/>
          </p:cNvCxnSpPr>
          <p:nvPr/>
        </p:nvCxnSpPr>
        <p:spPr>
          <a:xfrm flipV="1">
            <a:off x="2215674" y="5090482"/>
            <a:ext cx="881592" cy="3026"/>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88" name="Straight Arrow Connector 87">
            <a:extLst>
              <a:ext uri="{FF2B5EF4-FFF2-40B4-BE49-F238E27FC236}">
                <a16:creationId xmlns:a16="http://schemas.microsoft.com/office/drawing/2014/main" id="{80BC6A1C-0896-4583-71B2-90537A0D2B03}"/>
              </a:ext>
            </a:extLst>
          </p:cNvPr>
          <p:cNvCxnSpPr>
            <a:cxnSpLocks/>
            <a:stCxn id="74" idx="2"/>
            <a:endCxn id="75" idx="0"/>
          </p:cNvCxnSpPr>
          <p:nvPr/>
        </p:nvCxnSpPr>
        <p:spPr>
          <a:xfrm>
            <a:off x="1894284" y="5324340"/>
            <a:ext cx="8679" cy="558351"/>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6" name="Straight Arrow Connector 95">
            <a:extLst>
              <a:ext uri="{FF2B5EF4-FFF2-40B4-BE49-F238E27FC236}">
                <a16:creationId xmlns:a16="http://schemas.microsoft.com/office/drawing/2014/main" id="{D29C3EF7-2484-C086-2D26-81DDBA84613C}"/>
              </a:ext>
            </a:extLst>
          </p:cNvPr>
          <p:cNvCxnSpPr>
            <a:cxnSpLocks/>
            <a:stCxn id="69" idx="6"/>
            <a:endCxn id="71" idx="1"/>
          </p:cNvCxnSpPr>
          <p:nvPr/>
        </p:nvCxnSpPr>
        <p:spPr>
          <a:xfrm>
            <a:off x="2108149" y="4212860"/>
            <a:ext cx="906136" cy="6984"/>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9" name="Straight Arrow Connector 98">
            <a:extLst>
              <a:ext uri="{FF2B5EF4-FFF2-40B4-BE49-F238E27FC236}">
                <a16:creationId xmlns:a16="http://schemas.microsoft.com/office/drawing/2014/main" id="{53DA29EF-969E-1318-4737-CE9B6726EFFF}"/>
              </a:ext>
            </a:extLst>
          </p:cNvPr>
          <p:cNvCxnSpPr>
            <a:cxnSpLocks/>
            <a:stCxn id="71" idx="2"/>
            <a:endCxn id="72" idx="0"/>
          </p:cNvCxnSpPr>
          <p:nvPr/>
        </p:nvCxnSpPr>
        <p:spPr>
          <a:xfrm>
            <a:off x="3335675" y="4450676"/>
            <a:ext cx="2993" cy="398404"/>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sp>
        <p:nvSpPr>
          <p:cNvPr id="102" name="Rectangle 101">
            <a:extLst>
              <a:ext uri="{FF2B5EF4-FFF2-40B4-BE49-F238E27FC236}">
                <a16:creationId xmlns:a16="http://schemas.microsoft.com/office/drawing/2014/main" id="{32B4FE26-F0AE-E7A6-951D-0368B277EE82}"/>
              </a:ext>
            </a:extLst>
          </p:cNvPr>
          <p:cNvSpPr/>
          <p:nvPr/>
        </p:nvSpPr>
        <p:spPr>
          <a:xfrm>
            <a:off x="999784" y="3482255"/>
            <a:ext cx="3636877" cy="3047797"/>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TextBox 102">
            <a:extLst>
              <a:ext uri="{FF2B5EF4-FFF2-40B4-BE49-F238E27FC236}">
                <a16:creationId xmlns:a16="http://schemas.microsoft.com/office/drawing/2014/main" id="{3435B220-7112-FA69-5D8D-010E727BFC14}"/>
              </a:ext>
            </a:extLst>
          </p:cNvPr>
          <p:cNvSpPr txBox="1"/>
          <p:nvPr/>
        </p:nvSpPr>
        <p:spPr>
          <a:xfrm>
            <a:off x="2457553" y="3550014"/>
            <a:ext cx="2169633" cy="400110"/>
          </a:xfrm>
          <a:prstGeom prst="rect">
            <a:avLst/>
          </a:prstGeom>
          <a:noFill/>
        </p:spPr>
        <p:txBody>
          <a:bodyPr wrap="none" rtlCol="0">
            <a:spAutoFit/>
          </a:bodyPr>
          <a:lstStyle/>
          <a:p>
            <a:r>
              <a:rPr lang="en-US" sz="2000" dirty="0"/>
              <a:t>Chemical counter</a:t>
            </a:r>
          </a:p>
        </p:txBody>
      </p:sp>
    </p:spTree>
    <p:extLst>
      <p:ext uri="{BB962C8B-B14F-4D97-AF65-F5344CB8AC3E}">
        <p14:creationId xmlns:p14="http://schemas.microsoft.com/office/powerpoint/2010/main" val="249227434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F8EC83-990F-7AFF-2E5D-C2BA311B839C}"/>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008B775B-88E5-5A7C-502A-233E399E5A65}"/>
              </a:ext>
            </a:extLst>
          </p:cNvPr>
          <p:cNvSpPr/>
          <p:nvPr/>
        </p:nvSpPr>
        <p:spPr>
          <a:xfrm>
            <a:off x="10592541" y="123108"/>
            <a:ext cx="1522517" cy="91440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Algorithm </a:t>
            </a:r>
          </a:p>
        </p:txBody>
      </p:sp>
      <p:sp>
        <p:nvSpPr>
          <p:cNvPr id="5" name="Rectangle: Rounded Corners 4">
            <a:extLst>
              <a:ext uri="{FF2B5EF4-FFF2-40B4-BE49-F238E27FC236}">
                <a16:creationId xmlns:a16="http://schemas.microsoft.com/office/drawing/2014/main" id="{BCB978B2-82A4-E250-E5DE-D2D0EBF31A57}"/>
              </a:ext>
            </a:extLst>
          </p:cNvPr>
          <p:cNvSpPr/>
          <p:nvPr/>
        </p:nvSpPr>
        <p:spPr>
          <a:xfrm>
            <a:off x="10592541" y="1547454"/>
            <a:ext cx="1522517" cy="914400"/>
          </a:xfrm>
          <a:prstGeom prst="roundRect">
            <a:avLst/>
          </a:prstGeom>
          <a:solidFill>
            <a:srgbClr val="DCEAF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Chemical Reactions </a:t>
            </a:r>
          </a:p>
        </p:txBody>
      </p:sp>
      <p:sp>
        <p:nvSpPr>
          <p:cNvPr id="6" name="Rectangle: Rounded Corners 5">
            <a:extLst>
              <a:ext uri="{FF2B5EF4-FFF2-40B4-BE49-F238E27FC236}">
                <a16:creationId xmlns:a16="http://schemas.microsoft.com/office/drawing/2014/main" id="{E1F6DDE3-21AB-BD30-A06C-F1675E0E9120}"/>
              </a:ext>
            </a:extLst>
          </p:cNvPr>
          <p:cNvSpPr/>
          <p:nvPr/>
        </p:nvSpPr>
        <p:spPr>
          <a:xfrm>
            <a:off x="10592541" y="2971800"/>
            <a:ext cx="1522517" cy="914400"/>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Metabolic Network</a:t>
            </a:r>
          </a:p>
        </p:txBody>
      </p:sp>
      <p:sp>
        <p:nvSpPr>
          <p:cNvPr id="7" name="Rectangle: Rounded Corners 6">
            <a:extLst>
              <a:ext uri="{FF2B5EF4-FFF2-40B4-BE49-F238E27FC236}">
                <a16:creationId xmlns:a16="http://schemas.microsoft.com/office/drawing/2014/main" id="{F6F82165-1E5C-64F8-D5D9-305391E6670D}"/>
              </a:ext>
            </a:extLst>
          </p:cNvPr>
          <p:cNvSpPr/>
          <p:nvPr/>
        </p:nvSpPr>
        <p:spPr>
          <a:xfrm>
            <a:off x="10592541" y="4396146"/>
            <a:ext cx="1522517" cy="91440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THz Actuation</a:t>
            </a:r>
          </a:p>
        </p:txBody>
      </p:sp>
      <p:cxnSp>
        <p:nvCxnSpPr>
          <p:cNvPr id="8" name="Straight Arrow Connector 7">
            <a:extLst>
              <a:ext uri="{FF2B5EF4-FFF2-40B4-BE49-F238E27FC236}">
                <a16:creationId xmlns:a16="http://schemas.microsoft.com/office/drawing/2014/main" id="{4D832AA7-1474-1882-3BC5-2502E905F950}"/>
              </a:ext>
            </a:extLst>
          </p:cNvPr>
          <p:cNvCxnSpPr>
            <a:stCxn id="4" idx="2"/>
            <a:endCxn id="5" idx="0"/>
          </p:cNvCxnSpPr>
          <p:nvPr/>
        </p:nvCxnSpPr>
        <p:spPr>
          <a:xfrm>
            <a:off x="11353800" y="1037508"/>
            <a:ext cx="0" cy="509946"/>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A9526AE4-2131-4341-B931-D4EF1868FBA2}"/>
              </a:ext>
            </a:extLst>
          </p:cNvPr>
          <p:cNvCxnSpPr>
            <a:cxnSpLocks/>
            <a:stCxn id="5" idx="2"/>
            <a:endCxn id="6" idx="0"/>
          </p:cNvCxnSpPr>
          <p:nvPr/>
        </p:nvCxnSpPr>
        <p:spPr>
          <a:xfrm>
            <a:off x="11353800" y="2461854"/>
            <a:ext cx="0" cy="509946"/>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B5335E76-77BA-95BF-CD90-21E7022BDE02}"/>
              </a:ext>
            </a:extLst>
          </p:cNvPr>
          <p:cNvCxnSpPr>
            <a:cxnSpLocks/>
            <a:stCxn id="7" idx="0"/>
          </p:cNvCxnSpPr>
          <p:nvPr/>
        </p:nvCxnSpPr>
        <p:spPr>
          <a:xfrm flipV="1">
            <a:off x="11353800" y="3886200"/>
            <a:ext cx="0" cy="509946"/>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pic>
        <p:nvPicPr>
          <p:cNvPr id="3" name="Picture 2">
            <a:extLst>
              <a:ext uri="{FF2B5EF4-FFF2-40B4-BE49-F238E27FC236}">
                <a16:creationId xmlns:a16="http://schemas.microsoft.com/office/drawing/2014/main" id="{40BDF303-CAC3-45EE-40A9-54C2A0151BE8}"/>
              </a:ext>
            </a:extLst>
          </p:cNvPr>
          <p:cNvPicPr>
            <a:picLocks noChangeAspect="1"/>
          </p:cNvPicPr>
          <p:nvPr/>
        </p:nvPicPr>
        <p:blipFill>
          <a:blip r:embed="rId2"/>
          <a:stretch>
            <a:fillRect/>
          </a:stretch>
        </p:blipFill>
        <p:spPr>
          <a:xfrm>
            <a:off x="1827253" y="3221899"/>
            <a:ext cx="5334274" cy="3213265"/>
          </a:xfrm>
          <a:prstGeom prst="rect">
            <a:avLst/>
          </a:prstGeom>
        </p:spPr>
      </p:pic>
      <p:sp>
        <p:nvSpPr>
          <p:cNvPr id="69" name="Oval 68">
            <a:extLst>
              <a:ext uri="{FF2B5EF4-FFF2-40B4-BE49-F238E27FC236}">
                <a16:creationId xmlns:a16="http://schemas.microsoft.com/office/drawing/2014/main" id="{E234806D-01D2-F60E-3CE9-41C1ACABD41F}"/>
              </a:ext>
            </a:extLst>
          </p:cNvPr>
          <p:cNvSpPr>
            <a:spLocks noChangeAspect="1"/>
          </p:cNvSpPr>
          <p:nvPr/>
        </p:nvSpPr>
        <p:spPr>
          <a:xfrm>
            <a:off x="5201322" y="494998"/>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70" name="TextBox 69">
                <a:extLst>
                  <a:ext uri="{FF2B5EF4-FFF2-40B4-BE49-F238E27FC236}">
                    <a16:creationId xmlns:a16="http://schemas.microsoft.com/office/drawing/2014/main" id="{5020F03B-AC2E-B1F0-29A8-B8B2BF9911CE}"/>
                  </a:ext>
                </a:extLst>
              </p:cNvPr>
              <p:cNvSpPr txBox="1"/>
              <p:nvPr/>
            </p:nvSpPr>
            <p:spPr>
              <a:xfrm>
                <a:off x="5147126" y="466275"/>
                <a:ext cx="518558"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C</m:t>
                          </m:r>
                        </m:sub>
                      </m:sSub>
                    </m:oMath>
                  </m:oMathPara>
                </a14:m>
                <a:endParaRPr lang="en-US" dirty="0">
                  <a:solidFill>
                    <a:schemeClr val="bg1"/>
                  </a:solidFill>
                </a:endParaRPr>
              </a:p>
            </p:txBody>
          </p:sp>
        </mc:Choice>
        <mc:Fallback xmlns="">
          <p:sp>
            <p:nvSpPr>
              <p:cNvPr id="70" name="TextBox 69">
                <a:extLst>
                  <a:ext uri="{FF2B5EF4-FFF2-40B4-BE49-F238E27FC236}">
                    <a16:creationId xmlns:a16="http://schemas.microsoft.com/office/drawing/2014/main" id="{5020F03B-AC2E-B1F0-29A8-B8B2BF9911CE}"/>
                  </a:ext>
                </a:extLst>
              </p:cNvPr>
              <p:cNvSpPr txBox="1">
                <a:spLocks noRot="1" noChangeAspect="1" noMove="1" noResize="1" noEditPoints="1" noAdjustHandles="1" noChangeArrowheads="1" noChangeShapeType="1" noTextEdit="1"/>
              </p:cNvSpPr>
              <p:nvPr/>
            </p:nvSpPr>
            <p:spPr>
              <a:xfrm>
                <a:off x="5147126" y="466275"/>
                <a:ext cx="518558" cy="36933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1" name="TextBox 70">
                <a:extLst>
                  <a:ext uri="{FF2B5EF4-FFF2-40B4-BE49-F238E27FC236}">
                    <a16:creationId xmlns:a16="http://schemas.microsoft.com/office/drawing/2014/main" id="{0D482985-346A-8B86-B4D1-9D78E96A6B65}"/>
                  </a:ext>
                </a:extLst>
              </p:cNvPr>
              <p:cNvSpPr txBox="1"/>
              <p:nvPr/>
            </p:nvSpPr>
            <p:spPr>
              <a:xfrm>
                <a:off x="6299992" y="320258"/>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a:rPr lang="de-DE" b="0" i="1" smtClean="0">
                              <a:solidFill>
                                <a:schemeClr val="tx1"/>
                              </a:solidFill>
                              <a:latin typeface="Cambria Math" panose="02040503050406030204" pitchFamily="18" charset="0"/>
                            </a:rPr>
                            <m:t>1</m:t>
                          </m:r>
                        </m:sub>
                      </m:sSub>
                    </m:oMath>
                  </m:oMathPara>
                </a14:m>
                <a:endParaRPr lang="en-US" dirty="0">
                  <a:solidFill>
                    <a:schemeClr val="tx1"/>
                  </a:solidFill>
                </a:endParaRPr>
              </a:p>
            </p:txBody>
          </p:sp>
        </mc:Choice>
        <mc:Fallback xmlns="">
          <p:sp>
            <p:nvSpPr>
              <p:cNvPr id="71" name="TextBox 70">
                <a:extLst>
                  <a:ext uri="{FF2B5EF4-FFF2-40B4-BE49-F238E27FC236}">
                    <a16:creationId xmlns:a16="http://schemas.microsoft.com/office/drawing/2014/main" id="{0D482985-346A-8B86-B4D1-9D78E96A6B65}"/>
                  </a:ext>
                </a:extLst>
              </p:cNvPr>
              <p:cNvSpPr txBox="1">
                <a:spLocks noRot="1" noChangeAspect="1" noMove="1" noResize="1" noEditPoints="1" noAdjustHandles="1" noChangeArrowheads="1" noChangeShapeType="1" noTextEdit="1"/>
              </p:cNvSpPr>
              <p:nvPr/>
            </p:nvSpPr>
            <p:spPr>
              <a:xfrm>
                <a:off x="6299992" y="320258"/>
                <a:ext cx="507796" cy="369332"/>
              </a:xfrm>
              <a:prstGeom prst="rect">
                <a:avLst/>
              </a:prstGeom>
              <a:blipFill>
                <a:blip r:embed="rId4"/>
                <a:stretch>
                  <a:fillRect/>
                </a:stretch>
              </a:blipFill>
            </p:spPr>
            <p:txBody>
              <a:bodyPr/>
              <a:lstStyle/>
              <a:p>
                <a:r>
                  <a:rPr lang="en-US">
                    <a:noFill/>
                  </a:rPr>
                  <a:t> </a:t>
                </a:r>
              </a:p>
            </p:txBody>
          </p:sp>
        </mc:Fallback>
      </mc:AlternateContent>
      <p:sp>
        <p:nvSpPr>
          <p:cNvPr id="72" name="Oval 71">
            <a:extLst>
              <a:ext uri="{FF2B5EF4-FFF2-40B4-BE49-F238E27FC236}">
                <a16:creationId xmlns:a16="http://schemas.microsoft.com/office/drawing/2014/main" id="{C9ADB650-446F-6542-BE35-CAB851A9E05C}"/>
              </a:ext>
            </a:extLst>
          </p:cNvPr>
          <p:cNvSpPr>
            <a:spLocks noChangeAspect="1"/>
          </p:cNvSpPr>
          <p:nvPr/>
        </p:nvSpPr>
        <p:spPr>
          <a:xfrm>
            <a:off x="6364139" y="1188320"/>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73" name="TextBox 72">
                <a:extLst>
                  <a:ext uri="{FF2B5EF4-FFF2-40B4-BE49-F238E27FC236}">
                    <a16:creationId xmlns:a16="http://schemas.microsoft.com/office/drawing/2014/main" id="{9C81EE10-A2C5-4B1C-6667-2F2033563E8C}"/>
                  </a:ext>
                </a:extLst>
              </p:cNvPr>
              <p:cNvSpPr txBox="1"/>
              <p:nvPr/>
            </p:nvSpPr>
            <p:spPr>
              <a:xfrm>
                <a:off x="6324516" y="1163848"/>
                <a:ext cx="518558"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I</m:t>
                          </m:r>
                          <m:r>
                            <a:rPr lang="de-DE" b="0" i="1" smtClean="0">
                              <a:solidFill>
                                <a:schemeClr val="bg1"/>
                              </a:solidFill>
                              <a:latin typeface="Cambria Math" panose="02040503050406030204" pitchFamily="18" charset="0"/>
                            </a:rPr>
                            <m:t>1</m:t>
                          </m:r>
                        </m:sub>
                      </m:sSub>
                    </m:oMath>
                  </m:oMathPara>
                </a14:m>
                <a:endParaRPr lang="en-US" dirty="0">
                  <a:solidFill>
                    <a:schemeClr val="bg1"/>
                  </a:solidFill>
                </a:endParaRPr>
              </a:p>
            </p:txBody>
          </p:sp>
        </mc:Choice>
        <mc:Fallback xmlns="">
          <p:sp>
            <p:nvSpPr>
              <p:cNvPr id="73" name="TextBox 72">
                <a:extLst>
                  <a:ext uri="{FF2B5EF4-FFF2-40B4-BE49-F238E27FC236}">
                    <a16:creationId xmlns:a16="http://schemas.microsoft.com/office/drawing/2014/main" id="{9C81EE10-A2C5-4B1C-6667-2F2033563E8C}"/>
                  </a:ext>
                </a:extLst>
              </p:cNvPr>
              <p:cNvSpPr txBox="1">
                <a:spLocks noRot="1" noChangeAspect="1" noMove="1" noResize="1" noEditPoints="1" noAdjustHandles="1" noChangeArrowheads="1" noChangeShapeType="1" noTextEdit="1"/>
              </p:cNvSpPr>
              <p:nvPr/>
            </p:nvSpPr>
            <p:spPr>
              <a:xfrm>
                <a:off x="6324516" y="1163848"/>
                <a:ext cx="518558"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4" name="TextBox 73">
                <a:extLst>
                  <a:ext uri="{FF2B5EF4-FFF2-40B4-BE49-F238E27FC236}">
                    <a16:creationId xmlns:a16="http://schemas.microsoft.com/office/drawing/2014/main" id="{777BDC0D-300E-CFEF-0D37-CFE80837BA44}"/>
                  </a:ext>
                </a:extLst>
              </p:cNvPr>
              <p:cNvSpPr txBox="1"/>
              <p:nvPr/>
            </p:nvSpPr>
            <p:spPr>
              <a:xfrm>
                <a:off x="5159885" y="1199060"/>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Sc</m:t>
                          </m:r>
                        </m:sub>
                      </m:sSub>
                    </m:oMath>
                  </m:oMathPara>
                </a14:m>
                <a:endParaRPr lang="en-US" dirty="0">
                  <a:solidFill>
                    <a:schemeClr val="tx1"/>
                  </a:solidFill>
                </a:endParaRPr>
              </a:p>
            </p:txBody>
          </p:sp>
        </mc:Choice>
        <mc:Fallback xmlns="">
          <p:sp>
            <p:nvSpPr>
              <p:cNvPr id="74" name="TextBox 73">
                <a:extLst>
                  <a:ext uri="{FF2B5EF4-FFF2-40B4-BE49-F238E27FC236}">
                    <a16:creationId xmlns:a16="http://schemas.microsoft.com/office/drawing/2014/main" id="{777BDC0D-300E-CFEF-0D37-CFE80837BA44}"/>
                  </a:ext>
                </a:extLst>
              </p:cNvPr>
              <p:cNvSpPr txBox="1">
                <a:spLocks noRot="1" noChangeAspect="1" noMove="1" noResize="1" noEditPoints="1" noAdjustHandles="1" noChangeArrowheads="1" noChangeShapeType="1" noTextEdit="1"/>
              </p:cNvSpPr>
              <p:nvPr/>
            </p:nvSpPr>
            <p:spPr>
              <a:xfrm>
                <a:off x="5159885" y="1199060"/>
                <a:ext cx="507796" cy="369332"/>
              </a:xfrm>
              <a:prstGeom prst="rect">
                <a:avLst/>
              </a:prstGeom>
              <a:blipFill>
                <a:blip r:embed="rId6"/>
                <a:stretch>
                  <a:fillRect/>
                </a:stretch>
              </a:blipFill>
            </p:spPr>
            <p:txBody>
              <a:bodyPr/>
              <a:lstStyle/>
              <a:p>
                <a:r>
                  <a:rPr lang="en-US">
                    <a:noFill/>
                  </a:rPr>
                  <a:t> </a:t>
                </a:r>
              </a:p>
            </p:txBody>
          </p:sp>
        </mc:Fallback>
      </mc:AlternateContent>
      <p:sp>
        <p:nvSpPr>
          <p:cNvPr id="75" name="Oval 74">
            <a:extLst>
              <a:ext uri="{FF2B5EF4-FFF2-40B4-BE49-F238E27FC236}">
                <a16:creationId xmlns:a16="http://schemas.microsoft.com/office/drawing/2014/main" id="{A034E9F3-10AC-F3A5-27E5-19F8281BB21F}"/>
              </a:ext>
            </a:extLst>
          </p:cNvPr>
          <p:cNvSpPr>
            <a:spLocks noChangeAspect="1"/>
          </p:cNvSpPr>
          <p:nvPr/>
        </p:nvSpPr>
        <p:spPr>
          <a:xfrm>
            <a:off x="5229932" y="2004874"/>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76" name="TextBox 75">
                <a:extLst>
                  <a:ext uri="{FF2B5EF4-FFF2-40B4-BE49-F238E27FC236}">
                    <a16:creationId xmlns:a16="http://schemas.microsoft.com/office/drawing/2014/main" id="{0C64263B-BC98-FD80-C679-E7C13ACD6B13}"/>
                  </a:ext>
                </a:extLst>
              </p:cNvPr>
              <p:cNvSpPr txBox="1"/>
              <p:nvPr/>
            </p:nvSpPr>
            <p:spPr>
              <a:xfrm>
                <a:off x="5174397" y="1969552"/>
                <a:ext cx="518558"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I</m:t>
                          </m:r>
                          <m:r>
                            <a:rPr lang="de-DE" b="0" i="1" smtClean="0">
                              <a:solidFill>
                                <a:schemeClr val="bg1"/>
                              </a:solidFill>
                              <a:latin typeface="Cambria Math" panose="02040503050406030204" pitchFamily="18" charset="0"/>
                            </a:rPr>
                            <m:t>2</m:t>
                          </m:r>
                        </m:sub>
                      </m:sSub>
                    </m:oMath>
                  </m:oMathPara>
                </a14:m>
                <a:endParaRPr lang="en-US" dirty="0">
                  <a:solidFill>
                    <a:schemeClr val="bg1"/>
                  </a:solidFill>
                </a:endParaRPr>
              </a:p>
            </p:txBody>
          </p:sp>
        </mc:Choice>
        <mc:Fallback xmlns="">
          <p:sp>
            <p:nvSpPr>
              <p:cNvPr id="76" name="TextBox 75">
                <a:extLst>
                  <a:ext uri="{FF2B5EF4-FFF2-40B4-BE49-F238E27FC236}">
                    <a16:creationId xmlns:a16="http://schemas.microsoft.com/office/drawing/2014/main" id="{0C64263B-BC98-FD80-C679-E7C13ACD6B13}"/>
                  </a:ext>
                </a:extLst>
              </p:cNvPr>
              <p:cNvSpPr txBox="1">
                <a:spLocks noRot="1" noChangeAspect="1" noMove="1" noResize="1" noEditPoints="1" noAdjustHandles="1" noChangeArrowheads="1" noChangeShapeType="1" noTextEdit="1"/>
              </p:cNvSpPr>
              <p:nvPr/>
            </p:nvSpPr>
            <p:spPr>
              <a:xfrm>
                <a:off x="5174397" y="1969552"/>
                <a:ext cx="518558" cy="369332"/>
              </a:xfrm>
              <a:prstGeom prst="rect">
                <a:avLst/>
              </a:prstGeom>
              <a:blipFill>
                <a:blip r:embed="rId7"/>
                <a:stretch>
                  <a:fillRect/>
                </a:stretch>
              </a:blipFill>
            </p:spPr>
            <p:txBody>
              <a:bodyPr/>
              <a:lstStyle/>
              <a:p>
                <a:r>
                  <a:rPr lang="en-US">
                    <a:noFill/>
                  </a:rPr>
                  <a:t> </a:t>
                </a:r>
              </a:p>
            </p:txBody>
          </p:sp>
        </mc:Fallback>
      </mc:AlternateContent>
      <p:cxnSp>
        <p:nvCxnSpPr>
          <p:cNvPr id="77" name="Straight Arrow Connector 76">
            <a:extLst>
              <a:ext uri="{FF2B5EF4-FFF2-40B4-BE49-F238E27FC236}">
                <a16:creationId xmlns:a16="http://schemas.microsoft.com/office/drawing/2014/main" id="{799D6999-ACEF-D0EE-2499-0F5666899915}"/>
              </a:ext>
            </a:extLst>
          </p:cNvPr>
          <p:cNvCxnSpPr>
            <a:cxnSpLocks/>
            <a:endCxn id="69" idx="3"/>
          </p:cNvCxnSpPr>
          <p:nvPr/>
        </p:nvCxnSpPr>
        <p:spPr>
          <a:xfrm flipV="1">
            <a:off x="4371340" y="820556"/>
            <a:ext cx="885839" cy="470485"/>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80" name="Straight Arrow Connector 79">
            <a:extLst>
              <a:ext uri="{FF2B5EF4-FFF2-40B4-BE49-F238E27FC236}">
                <a16:creationId xmlns:a16="http://schemas.microsoft.com/office/drawing/2014/main" id="{8DC11840-600B-6F9A-8239-AC5A0AA0709D}"/>
              </a:ext>
            </a:extLst>
          </p:cNvPr>
          <p:cNvCxnSpPr>
            <a:cxnSpLocks/>
            <a:endCxn id="75" idx="1"/>
          </p:cNvCxnSpPr>
          <p:nvPr/>
        </p:nvCxnSpPr>
        <p:spPr>
          <a:xfrm>
            <a:off x="4371340" y="1291041"/>
            <a:ext cx="914449" cy="76969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84" name="Straight Arrow Connector 83">
            <a:extLst>
              <a:ext uri="{FF2B5EF4-FFF2-40B4-BE49-F238E27FC236}">
                <a16:creationId xmlns:a16="http://schemas.microsoft.com/office/drawing/2014/main" id="{1E1A2E20-196A-4D18-97AD-D6AC214EC213}"/>
              </a:ext>
            </a:extLst>
          </p:cNvPr>
          <p:cNvCxnSpPr>
            <a:cxnSpLocks/>
            <a:stCxn id="74" idx="3"/>
            <a:endCxn id="72" idx="2"/>
          </p:cNvCxnSpPr>
          <p:nvPr/>
        </p:nvCxnSpPr>
        <p:spPr>
          <a:xfrm flipV="1">
            <a:off x="5667681" y="1379028"/>
            <a:ext cx="696458" cy="4698"/>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88" name="Straight Arrow Connector 87">
            <a:extLst>
              <a:ext uri="{FF2B5EF4-FFF2-40B4-BE49-F238E27FC236}">
                <a16:creationId xmlns:a16="http://schemas.microsoft.com/office/drawing/2014/main" id="{5355BFDB-07EF-F781-D659-EA293FC8B773}"/>
              </a:ext>
            </a:extLst>
          </p:cNvPr>
          <p:cNvCxnSpPr>
            <a:cxnSpLocks/>
            <a:stCxn id="74" idx="2"/>
            <a:endCxn id="75" idx="0"/>
          </p:cNvCxnSpPr>
          <p:nvPr/>
        </p:nvCxnSpPr>
        <p:spPr>
          <a:xfrm>
            <a:off x="5413783" y="1568392"/>
            <a:ext cx="6856" cy="436482"/>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6" name="Straight Arrow Connector 95">
            <a:extLst>
              <a:ext uri="{FF2B5EF4-FFF2-40B4-BE49-F238E27FC236}">
                <a16:creationId xmlns:a16="http://schemas.microsoft.com/office/drawing/2014/main" id="{404F8E4F-4FA8-743F-EA87-050E92773644}"/>
              </a:ext>
            </a:extLst>
          </p:cNvPr>
          <p:cNvCxnSpPr>
            <a:cxnSpLocks/>
            <a:stCxn id="69" idx="6"/>
          </p:cNvCxnSpPr>
          <p:nvPr/>
        </p:nvCxnSpPr>
        <p:spPr>
          <a:xfrm>
            <a:off x="5582736" y="685706"/>
            <a:ext cx="2340978" cy="5517"/>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9" name="Straight Arrow Connector 98">
            <a:extLst>
              <a:ext uri="{FF2B5EF4-FFF2-40B4-BE49-F238E27FC236}">
                <a16:creationId xmlns:a16="http://schemas.microsoft.com/office/drawing/2014/main" id="{B075619D-349F-8A32-3333-EF6DC1764081}"/>
              </a:ext>
            </a:extLst>
          </p:cNvPr>
          <p:cNvCxnSpPr>
            <a:cxnSpLocks/>
            <a:stCxn id="71" idx="2"/>
            <a:endCxn id="72" idx="0"/>
          </p:cNvCxnSpPr>
          <p:nvPr/>
        </p:nvCxnSpPr>
        <p:spPr>
          <a:xfrm>
            <a:off x="6553890" y="689590"/>
            <a:ext cx="956" cy="49873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sp>
        <p:nvSpPr>
          <p:cNvPr id="102" name="Rectangle 101">
            <a:extLst>
              <a:ext uri="{FF2B5EF4-FFF2-40B4-BE49-F238E27FC236}">
                <a16:creationId xmlns:a16="http://schemas.microsoft.com/office/drawing/2014/main" id="{64A70062-F019-DC64-6E5C-384E0A54C1AC}"/>
              </a:ext>
            </a:extLst>
          </p:cNvPr>
          <p:cNvSpPr/>
          <p:nvPr/>
        </p:nvSpPr>
        <p:spPr>
          <a:xfrm>
            <a:off x="4707128" y="108527"/>
            <a:ext cx="2873133" cy="2407763"/>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03" name="TextBox 102">
            <a:extLst>
              <a:ext uri="{FF2B5EF4-FFF2-40B4-BE49-F238E27FC236}">
                <a16:creationId xmlns:a16="http://schemas.microsoft.com/office/drawing/2014/main" id="{047092FE-8730-478A-BAA1-CE638E0DE9DA}"/>
              </a:ext>
            </a:extLst>
          </p:cNvPr>
          <p:cNvSpPr txBox="1"/>
          <p:nvPr/>
        </p:nvSpPr>
        <p:spPr>
          <a:xfrm>
            <a:off x="4707128" y="92506"/>
            <a:ext cx="1774204" cy="338554"/>
          </a:xfrm>
          <a:prstGeom prst="rect">
            <a:avLst/>
          </a:prstGeom>
          <a:noFill/>
        </p:spPr>
        <p:txBody>
          <a:bodyPr wrap="none" rtlCol="0">
            <a:spAutoFit/>
          </a:bodyPr>
          <a:lstStyle/>
          <a:p>
            <a:r>
              <a:rPr lang="en-US" sz="1600" dirty="0"/>
              <a:t>Chemical counter</a:t>
            </a:r>
          </a:p>
        </p:txBody>
      </p:sp>
      <mc:AlternateContent xmlns:mc="http://schemas.openxmlformats.org/markup-compatibility/2006" xmlns:a14="http://schemas.microsoft.com/office/drawing/2010/main">
        <mc:Choice Requires="a14">
          <p:sp>
            <p:nvSpPr>
              <p:cNvPr id="67" name="TextBox 66">
                <a:extLst>
                  <a:ext uri="{FF2B5EF4-FFF2-40B4-BE49-F238E27FC236}">
                    <a16:creationId xmlns:a16="http://schemas.microsoft.com/office/drawing/2014/main" id="{23035F68-D7DF-F721-69CF-6DC438DDABB0}"/>
                  </a:ext>
                </a:extLst>
              </p:cNvPr>
              <p:cNvSpPr txBox="1"/>
              <p:nvPr/>
            </p:nvSpPr>
            <p:spPr>
              <a:xfrm>
                <a:off x="3" y="1445647"/>
                <a:ext cx="639341" cy="400110"/>
              </a:xfrm>
              <a:prstGeom prst="rect">
                <a:avLst/>
              </a:prstGeom>
              <a:noFill/>
            </p:spPr>
            <p:txBody>
              <a:bodyPr wrap="none" rtlCol="0">
                <a:spAutoFit/>
              </a:bodyPr>
              <a:lstStyle/>
              <a:p>
                <a:pPr/>
                <a14:m>
                  <m:oMathPara xmlns:m="http://schemas.openxmlformats.org/officeDocument/2006/math">
                    <m:oMath>
                      <m:sSub>
                        <m:sSubPr>
                          <m:ctrlPr>
                            <a:rPr lang="de-DE" sz="2000" b="0" i="1" smtClean="0">
                              <a:latin typeface="Cambria Math" panose="02040503050406030204" pitchFamily="18" charset="0"/>
                            </a:rPr>
                          </m:ctrlPr>
                        </m:sSubPr>
                        <m:e>
                          <m:r>
                            <m:rPr>
                              <m:sty m:val="p"/>
                            </m:rPr>
                            <a:rPr lang="de-DE" sz="2000" b="0" i="1" smtClean="0">
                              <a:latin typeface="Cambria Math" panose="02040503050406030204" pitchFamily="18" charset="0"/>
                            </a:rPr>
                            <m:t>m</m:t>
                          </m:r>
                        </m:e>
                        <m:sub>
                          <m:r>
                            <m:rPr>
                              <m:sty m:val="p"/>
                            </m:rPr>
                            <a:rPr lang="de-DE" sz="2000" b="0" i="1" smtClean="0">
                              <a:latin typeface="Cambria Math" panose="02040503050406030204" pitchFamily="18" charset="0"/>
                            </a:rPr>
                            <m:t>in</m:t>
                          </m:r>
                        </m:sub>
                      </m:sSub>
                    </m:oMath>
                  </m:oMathPara>
                </a14:m>
                <a:endParaRPr lang="en-US" sz="2000" dirty="0"/>
              </a:p>
            </p:txBody>
          </p:sp>
        </mc:Choice>
        <mc:Fallback xmlns="">
          <p:sp>
            <p:nvSpPr>
              <p:cNvPr id="67" name="TextBox 66">
                <a:extLst>
                  <a:ext uri="{FF2B5EF4-FFF2-40B4-BE49-F238E27FC236}">
                    <a16:creationId xmlns:a16="http://schemas.microsoft.com/office/drawing/2014/main" id="{23035F68-D7DF-F721-69CF-6DC438DDABB0}"/>
                  </a:ext>
                </a:extLst>
              </p:cNvPr>
              <p:cNvSpPr txBox="1">
                <a:spLocks noRot="1" noChangeAspect="1" noMove="1" noResize="1" noEditPoints="1" noAdjustHandles="1" noChangeArrowheads="1" noChangeShapeType="1" noTextEdit="1"/>
              </p:cNvSpPr>
              <p:nvPr/>
            </p:nvSpPr>
            <p:spPr>
              <a:xfrm>
                <a:off x="3" y="1445647"/>
                <a:ext cx="639341" cy="400110"/>
              </a:xfrm>
              <a:prstGeom prst="rect">
                <a:avLst/>
              </a:prstGeom>
              <a:blipFill>
                <a:blip r:embed="rId8"/>
                <a:stretch>
                  <a:fillRect b="-1515"/>
                </a:stretch>
              </a:blipFill>
            </p:spPr>
            <p:txBody>
              <a:bodyPr/>
              <a:lstStyle/>
              <a:p>
                <a:r>
                  <a:rPr lang="en-US">
                    <a:noFill/>
                  </a:rPr>
                  <a:t> </a:t>
                </a:r>
              </a:p>
            </p:txBody>
          </p:sp>
        </mc:Fallback>
      </mc:AlternateContent>
      <p:sp>
        <p:nvSpPr>
          <p:cNvPr id="78" name="Rectangle 77">
            <a:extLst>
              <a:ext uri="{FF2B5EF4-FFF2-40B4-BE49-F238E27FC236}">
                <a16:creationId xmlns:a16="http://schemas.microsoft.com/office/drawing/2014/main" id="{CFF2279E-D7A3-38C1-3CB2-504098CFA4BE}"/>
              </a:ext>
            </a:extLst>
          </p:cNvPr>
          <p:cNvSpPr/>
          <p:nvPr/>
        </p:nvSpPr>
        <p:spPr>
          <a:xfrm>
            <a:off x="813767" y="311940"/>
            <a:ext cx="2873133" cy="2222154"/>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79" name="TextBox 78">
            <a:extLst>
              <a:ext uri="{FF2B5EF4-FFF2-40B4-BE49-F238E27FC236}">
                <a16:creationId xmlns:a16="http://schemas.microsoft.com/office/drawing/2014/main" id="{0908ABAA-6189-0B5E-8A0E-D16FA455260A}"/>
              </a:ext>
            </a:extLst>
          </p:cNvPr>
          <p:cNvSpPr txBox="1"/>
          <p:nvPr/>
        </p:nvSpPr>
        <p:spPr>
          <a:xfrm>
            <a:off x="787443" y="311939"/>
            <a:ext cx="1362617" cy="584775"/>
          </a:xfrm>
          <a:prstGeom prst="rect">
            <a:avLst/>
          </a:prstGeom>
          <a:noFill/>
        </p:spPr>
        <p:txBody>
          <a:bodyPr wrap="none" rtlCol="0">
            <a:spAutoFit/>
          </a:bodyPr>
          <a:lstStyle/>
          <a:p>
            <a:r>
              <a:rPr lang="en-US" sz="1600" dirty="0"/>
              <a:t>Chemical</a:t>
            </a:r>
            <a:br>
              <a:rPr lang="en-US" sz="1600" dirty="0"/>
            </a:br>
            <a:r>
              <a:rPr lang="en-US" sz="1600" dirty="0"/>
              <a:t>Differentiator</a:t>
            </a:r>
          </a:p>
        </p:txBody>
      </p:sp>
      <p:sp>
        <p:nvSpPr>
          <p:cNvPr id="81" name="Oval 80">
            <a:extLst>
              <a:ext uri="{FF2B5EF4-FFF2-40B4-BE49-F238E27FC236}">
                <a16:creationId xmlns:a16="http://schemas.microsoft.com/office/drawing/2014/main" id="{E4337D0A-517F-F20F-58A7-9C5101BD8C63}"/>
              </a:ext>
            </a:extLst>
          </p:cNvPr>
          <p:cNvSpPr>
            <a:spLocks noChangeAspect="1"/>
          </p:cNvSpPr>
          <p:nvPr/>
        </p:nvSpPr>
        <p:spPr>
          <a:xfrm>
            <a:off x="1051702" y="1100334"/>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82" name="TextBox 81">
                <a:extLst>
                  <a:ext uri="{FF2B5EF4-FFF2-40B4-BE49-F238E27FC236}">
                    <a16:creationId xmlns:a16="http://schemas.microsoft.com/office/drawing/2014/main" id="{147C4B41-7D15-C064-1C5F-FA2CE9E3AC08}"/>
                  </a:ext>
                </a:extLst>
              </p:cNvPr>
              <p:cNvSpPr txBox="1"/>
              <p:nvPr/>
            </p:nvSpPr>
            <p:spPr>
              <a:xfrm>
                <a:off x="996675" y="1076178"/>
                <a:ext cx="518558"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F</m:t>
                          </m:r>
                        </m:sub>
                      </m:sSub>
                    </m:oMath>
                  </m:oMathPara>
                </a14:m>
                <a:endParaRPr lang="en-US" dirty="0">
                  <a:solidFill>
                    <a:schemeClr val="bg1"/>
                  </a:solidFill>
                </a:endParaRPr>
              </a:p>
            </p:txBody>
          </p:sp>
        </mc:Choice>
        <mc:Fallback xmlns="">
          <p:sp>
            <p:nvSpPr>
              <p:cNvPr id="82" name="TextBox 81">
                <a:extLst>
                  <a:ext uri="{FF2B5EF4-FFF2-40B4-BE49-F238E27FC236}">
                    <a16:creationId xmlns:a16="http://schemas.microsoft.com/office/drawing/2014/main" id="{147C4B41-7D15-C064-1C5F-FA2CE9E3AC08}"/>
                  </a:ext>
                </a:extLst>
              </p:cNvPr>
              <p:cNvSpPr txBox="1">
                <a:spLocks noRot="1" noChangeAspect="1" noMove="1" noResize="1" noEditPoints="1" noAdjustHandles="1" noChangeArrowheads="1" noChangeShapeType="1" noTextEdit="1"/>
              </p:cNvSpPr>
              <p:nvPr/>
            </p:nvSpPr>
            <p:spPr>
              <a:xfrm>
                <a:off x="996675" y="1076178"/>
                <a:ext cx="518558" cy="369332"/>
              </a:xfrm>
              <a:prstGeom prst="rect">
                <a:avLst/>
              </a:prstGeom>
              <a:blipFill>
                <a:blip r:embed="rId9"/>
                <a:stretch>
                  <a:fillRect/>
                </a:stretch>
              </a:blipFill>
            </p:spPr>
            <p:txBody>
              <a:bodyPr/>
              <a:lstStyle/>
              <a:p>
                <a:r>
                  <a:rPr lang="en-US">
                    <a:noFill/>
                  </a:rPr>
                  <a:t> </a:t>
                </a:r>
              </a:p>
            </p:txBody>
          </p:sp>
        </mc:Fallback>
      </mc:AlternateContent>
      <p:sp>
        <p:nvSpPr>
          <p:cNvPr id="83" name="Oval 82">
            <a:extLst>
              <a:ext uri="{FF2B5EF4-FFF2-40B4-BE49-F238E27FC236}">
                <a16:creationId xmlns:a16="http://schemas.microsoft.com/office/drawing/2014/main" id="{6324A7C4-5B1E-E512-1AFA-826D64AFC963}"/>
              </a:ext>
            </a:extLst>
          </p:cNvPr>
          <p:cNvSpPr>
            <a:spLocks noChangeAspect="1"/>
          </p:cNvSpPr>
          <p:nvPr/>
        </p:nvSpPr>
        <p:spPr>
          <a:xfrm>
            <a:off x="1155183" y="1993690"/>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85" name="TextBox 84">
                <a:extLst>
                  <a:ext uri="{FF2B5EF4-FFF2-40B4-BE49-F238E27FC236}">
                    <a16:creationId xmlns:a16="http://schemas.microsoft.com/office/drawing/2014/main" id="{FEFDCA25-7EA1-3C69-1D1F-809E1D8B3F34}"/>
                  </a:ext>
                </a:extLst>
              </p:cNvPr>
              <p:cNvSpPr txBox="1"/>
              <p:nvPr/>
            </p:nvSpPr>
            <p:spPr>
              <a:xfrm>
                <a:off x="1097396" y="1985666"/>
                <a:ext cx="518558"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S</m:t>
                          </m:r>
                        </m:sub>
                      </m:sSub>
                    </m:oMath>
                  </m:oMathPara>
                </a14:m>
                <a:endParaRPr lang="en-US" dirty="0">
                  <a:solidFill>
                    <a:schemeClr val="bg1"/>
                  </a:solidFill>
                </a:endParaRPr>
              </a:p>
            </p:txBody>
          </p:sp>
        </mc:Choice>
        <mc:Fallback xmlns="">
          <p:sp>
            <p:nvSpPr>
              <p:cNvPr id="85" name="TextBox 84">
                <a:extLst>
                  <a:ext uri="{FF2B5EF4-FFF2-40B4-BE49-F238E27FC236}">
                    <a16:creationId xmlns:a16="http://schemas.microsoft.com/office/drawing/2014/main" id="{FEFDCA25-7EA1-3C69-1D1F-809E1D8B3F34}"/>
                  </a:ext>
                </a:extLst>
              </p:cNvPr>
              <p:cNvSpPr txBox="1">
                <a:spLocks noRot="1" noChangeAspect="1" noMove="1" noResize="1" noEditPoints="1" noAdjustHandles="1" noChangeArrowheads="1" noChangeShapeType="1" noTextEdit="1"/>
              </p:cNvSpPr>
              <p:nvPr/>
            </p:nvSpPr>
            <p:spPr>
              <a:xfrm>
                <a:off x="1097396" y="1985666"/>
                <a:ext cx="518558" cy="369332"/>
              </a:xfrm>
              <a:prstGeom prst="rect">
                <a:avLst/>
              </a:prstGeom>
              <a:blipFill>
                <a:blip r:embed="rId10"/>
                <a:stretch>
                  <a:fillRect/>
                </a:stretch>
              </a:blipFill>
            </p:spPr>
            <p:txBody>
              <a:bodyPr/>
              <a:lstStyle/>
              <a:p>
                <a:r>
                  <a:rPr lang="en-US">
                    <a:noFill/>
                  </a:rPr>
                  <a:t> </a:t>
                </a:r>
              </a:p>
            </p:txBody>
          </p:sp>
        </mc:Fallback>
      </mc:AlternateContent>
      <p:sp>
        <p:nvSpPr>
          <p:cNvPr id="86" name="Oval 85">
            <a:extLst>
              <a:ext uri="{FF2B5EF4-FFF2-40B4-BE49-F238E27FC236}">
                <a16:creationId xmlns:a16="http://schemas.microsoft.com/office/drawing/2014/main" id="{0AA3A3E5-5123-ACF4-EEAD-EEB08BDC980B}"/>
              </a:ext>
            </a:extLst>
          </p:cNvPr>
          <p:cNvSpPr>
            <a:spLocks noChangeAspect="1"/>
          </p:cNvSpPr>
          <p:nvPr/>
        </p:nvSpPr>
        <p:spPr>
          <a:xfrm>
            <a:off x="2221390" y="1104191"/>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87" name="TextBox 86">
                <a:extLst>
                  <a:ext uri="{FF2B5EF4-FFF2-40B4-BE49-F238E27FC236}">
                    <a16:creationId xmlns:a16="http://schemas.microsoft.com/office/drawing/2014/main" id="{23E91740-35D8-4531-5DE1-3985EE23C228}"/>
                  </a:ext>
                </a:extLst>
              </p:cNvPr>
              <p:cNvSpPr txBox="1"/>
              <p:nvPr/>
            </p:nvSpPr>
            <p:spPr>
              <a:xfrm>
                <a:off x="2166529" y="1075615"/>
                <a:ext cx="518558"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d</m:t>
                          </m:r>
                        </m:sub>
                      </m:sSub>
                    </m:oMath>
                  </m:oMathPara>
                </a14:m>
                <a:endParaRPr lang="en-US" dirty="0">
                  <a:solidFill>
                    <a:schemeClr val="bg1"/>
                  </a:solidFill>
                </a:endParaRPr>
              </a:p>
            </p:txBody>
          </p:sp>
        </mc:Choice>
        <mc:Fallback xmlns="">
          <p:sp>
            <p:nvSpPr>
              <p:cNvPr id="87" name="TextBox 86">
                <a:extLst>
                  <a:ext uri="{FF2B5EF4-FFF2-40B4-BE49-F238E27FC236}">
                    <a16:creationId xmlns:a16="http://schemas.microsoft.com/office/drawing/2014/main" id="{23E91740-35D8-4531-5DE1-3985EE23C228}"/>
                  </a:ext>
                </a:extLst>
              </p:cNvPr>
              <p:cNvSpPr txBox="1">
                <a:spLocks noRot="1" noChangeAspect="1" noMove="1" noResize="1" noEditPoints="1" noAdjustHandles="1" noChangeArrowheads="1" noChangeShapeType="1" noTextEdit="1"/>
              </p:cNvSpPr>
              <p:nvPr/>
            </p:nvSpPr>
            <p:spPr>
              <a:xfrm>
                <a:off x="2166529" y="1075615"/>
                <a:ext cx="518558" cy="369332"/>
              </a:xfrm>
              <a:prstGeom prst="rect">
                <a:avLst/>
              </a:prstGeom>
              <a:blipFill>
                <a:blip r:embed="rId11"/>
                <a:stretch>
                  <a:fillRect/>
                </a:stretch>
              </a:blipFill>
            </p:spPr>
            <p:txBody>
              <a:bodyPr/>
              <a:lstStyle/>
              <a:p>
                <a:r>
                  <a:rPr lang="en-US">
                    <a:noFill/>
                  </a:rPr>
                  <a:t> </a:t>
                </a:r>
              </a:p>
            </p:txBody>
          </p:sp>
        </mc:Fallback>
      </mc:AlternateContent>
      <p:cxnSp>
        <p:nvCxnSpPr>
          <p:cNvPr id="89" name="Straight Arrow Connector 88">
            <a:extLst>
              <a:ext uri="{FF2B5EF4-FFF2-40B4-BE49-F238E27FC236}">
                <a16:creationId xmlns:a16="http://schemas.microsoft.com/office/drawing/2014/main" id="{D523A59A-95DB-4E1B-CF2D-7C70ADA8BAB9}"/>
              </a:ext>
            </a:extLst>
          </p:cNvPr>
          <p:cNvCxnSpPr>
            <a:cxnSpLocks/>
            <a:stCxn id="67" idx="3"/>
            <a:endCxn id="81" idx="2"/>
          </p:cNvCxnSpPr>
          <p:nvPr/>
        </p:nvCxnSpPr>
        <p:spPr>
          <a:xfrm flipV="1">
            <a:off x="639344" y="1291042"/>
            <a:ext cx="412358" cy="35466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0" name="Straight Arrow Connector 89">
            <a:extLst>
              <a:ext uri="{FF2B5EF4-FFF2-40B4-BE49-F238E27FC236}">
                <a16:creationId xmlns:a16="http://schemas.microsoft.com/office/drawing/2014/main" id="{BD56970E-9FF7-5B9E-58DE-F38E8B9A305C}"/>
              </a:ext>
            </a:extLst>
          </p:cNvPr>
          <p:cNvCxnSpPr>
            <a:cxnSpLocks/>
            <a:stCxn id="67" idx="3"/>
            <a:endCxn id="83" idx="2"/>
          </p:cNvCxnSpPr>
          <p:nvPr/>
        </p:nvCxnSpPr>
        <p:spPr>
          <a:xfrm>
            <a:off x="639344" y="1645702"/>
            <a:ext cx="515839" cy="538696"/>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1" name="Straight Arrow Connector 90">
            <a:extLst>
              <a:ext uri="{FF2B5EF4-FFF2-40B4-BE49-F238E27FC236}">
                <a16:creationId xmlns:a16="http://schemas.microsoft.com/office/drawing/2014/main" id="{42F1A4C8-1ADB-E76A-06A0-0E001A788784}"/>
              </a:ext>
            </a:extLst>
          </p:cNvPr>
          <p:cNvCxnSpPr>
            <a:cxnSpLocks/>
            <a:stCxn id="81" idx="6"/>
            <a:endCxn id="86" idx="2"/>
          </p:cNvCxnSpPr>
          <p:nvPr/>
        </p:nvCxnSpPr>
        <p:spPr>
          <a:xfrm>
            <a:off x="1433116" y="1291042"/>
            <a:ext cx="788274" cy="3858"/>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2" name="Straight Arrow Connector 91">
            <a:extLst>
              <a:ext uri="{FF2B5EF4-FFF2-40B4-BE49-F238E27FC236}">
                <a16:creationId xmlns:a16="http://schemas.microsoft.com/office/drawing/2014/main" id="{48F99DE7-967A-F5D5-2D79-DF068F5E38A4}"/>
              </a:ext>
            </a:extLst>
          </p:cNvPr>
          <p:cNvCxnSpPr>
            <a:cxnSpLocks/>
            <a:stCxn id="83" idx="6"/>
            <a:endCxn id="98" idx="2"/>
          </p:cNvCxnSpPr>
          <p:nvPr/>
        </p:nvCxnSpPr>
        <p:spPr>
          <a:xfrm>
            <a:off x="1536597" y="2184398"/>
            <a:ext cx="1447412" cy="33588"/>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3" name="Straight Arrow Connector 92">
            <a:extLst>
              <a:ext uri="{FF2B5EF4-FFF2-40B4-BE49-F238E27FC236}">
                <a16:creationId xmlns:a16="http://schemas.microsoft.com/office/drawing/2014/main" id="{6E5E1264-0780-F835-4D6E-D6860D6C3830}"/>
              </a:ext>
            </a:extLst>
          </p:cNvPr>
          <p:cNvCxnSpPr>
            <a:cxnSpLocks/>
            <a:stCxn id="86" idx="6"/>
          </p:cNvCxnSpPr>
          <p:nvPr/>
        </p:nvCxnSpPr>
        <p:spPr>
          <a:xfrm flipV="1">
            <a:off x="2602804" y="1291041"/>
            <a:ext cx="1768536" cy="3858"/>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94" name="TextBox 93">
                <a:extLst>
                  <a:ext uri="{FF2B5EF4-FFF2-40B4-BE49-F238E27FC236}">
                    <a16:creationId xmlns:a16="http://schemas.microsoft.com/office/drawing/2014/main" id="{52EF1DFC-FE2F-BA5C-1595-9735C8C8CEDF}"/>
                  </a:ext>
                </a:extLst>
              </p:cNvPr>
              <p:cNvSpPr txBox="1"/>
              <p:nvPr/>
            </p:nvSpPr>
            <p:spPr>
              <a:xfrm>
                <a:off x="2910704" y="926659"/>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d</m:t>
                          </m:r>
                        </m:sub>
                      </m:sSub>
                    </m:oMath>
                  </m:oMathPara>
                </a14:m>
                <a:endParaRPr lang="en-US" dirty="0">
                  <a:solidFill>
                    <a:schemeClr val="tx1"/>
                  </a:solidFill>
                </a:endParaRPr>
              </a:p>
            </p:txBody>
          </p:sp>
        </mc:Choice>
        <mc:Fallback xmlns="">
          <p:sp>
            <p:nvSpPr>
              <p:cNvPr id="94" name="TextBox 93">
                <a:extLst>
                  <a:ext uri="{FF2B5EF4-FFF2-40B4-BE49-F238E27FC236}">
                    <a16:creationId xmlns:a16="http://schemas.microsoft.com/office/drawing/2014/main" id="{52EF1DFC-FE2F-BA5C-1595-9735C8C8CEDF}"/>
                  </a:ext>
                </a:extLst>
              </p:cNvPr>
              <p:cNvSpPr txBox="1">
                <a:spLocks noRot="1" noChangeAspect="1" noMove="1" noResize="1" noEditPoints="1" noAdjustHandles="1" noChangeArrowheads="1" noChangeShapeType="1" noTextEdit="1"/>
              </p:cNvSpPr>
              <p:nvPr/>
            </p:nvSpPr>
            <p:spPr>
              <a:xfrm>
                <a:off x="2910704" y="926659"/>
                <a:ext cx="507796" cy="369332"/>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5" name="TextBox 94">
                <a:extLst>
                  <a:ext uri="{FF2B5EF4-FFF2-40B4-BE49-F238E27FC236}">
                    <a16:creationId xmlns:a16="http://schemas.microsoft.com/office/drawing/2014/main" id="{D66D01E3-C306-846C-0BC8-BCAC49D53E40}"/>
                  </a:ext>
                </a:extLst>
              </p:cNvPr>
              <p:cNvSpPr txBox="1"/>
              <p:nvPr/>
            </p:nvSpPr>
            <p:spPr>
              <a:xfrm>
                <a:off x="1551728" y="914064"/>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F</m:t>
                          </m:r>
                        </m:sub>
                      </m:sSub>
                    </m:oMath>
                  </m:oMathPara>
                </a14:m>
                <a:endParaRPr lang="en-US" dirty="0">
                  <a:solidFill>
                    <a:schemeClr val="tx1"/>
                  </a:solidFill>
                </a:endParaRPr>
              </a:p>
            </p:txBody>
          </p:sp>
        </mc:Choice>
        <mc:Fallback xmlns="">
          <p:sp>
            <p:nvSpPr>
              <p:cNvPr id="95" name="TextBox 94">
                <a:extLst>
                  <a:ext uri="{FF2B5EF4-FFF2-40B4-BE49-F238E27FC236}">
                    <a16:creationId xmlns:a16="http://schemas.microsoft.com/office/drawing/2014/main" id="{D66D01E3-C306-846C-0BC8-BCAC49D53E40}"/>
                  </a:ext>
                </a:extLst>
              </p:cNvPr>
              <p:cNvSpPr txBox="1">
                <a:spLocks noRot="1" noChangeAspect="1" noMove="1" noResize="1" noEditPoints="1" noAdjustHandles="1" noChangeArrowheads="1" noChangeShapeType="1" noTextEdit="1"/>
              </p:cNvSpPr>
              <p:nvPr/>
            </p:nvSpPr>
            <p:spPr>
              <a:xfrm>
                <a:off x="1551728" y="914064"/>
                <a:ext cx="507796" cy="369332"/>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7" name="TextBox 96">
                <a:extLst>
                  <a:ext uri="{FF2B5EF4-FFF2-40B4-BE49-F238E27FC236}">
                    <a16:creationId xmlns:a16="http://schemas.microsoft.com/office/drawing/2014/main" id="{427A1675-7224-F7F3-782A-B7F2469C8C23}"/>
                  </a:ext>
                </a:extLst>
              </p:cNvPr>
              <p:cNvSpPr txBox="1"/>
              <p:nvPr/>
            </p:nvSpPr>
            <p:spPr>
              <a:xfrm>
                <a:off x="1957369" y="2148694"/>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Sd</m:t>
                          </m:r>
                        </m:sub>
                      </m:sSub>
                    </m:oMath>
                  </m:oMathPara>
                </a14:m>
                <a:endParaRPr lang="en-US" dirty="0">
                  <a:solidFill>
                    <a:schemeClr val="tx1"/>
                  </a:solidFill>
                </a:endParaRPr>
              </a:p>
            </p:txBody>
          </p:sp>
        </mc:Choice>
        <mc:Fallback xmlns="">
          <p:sp>
            <p:nvSpPr>
              <p:cNvPr id="97" name="TextBox 96">
                <a:extLst>
                  <a:ext uri="{FF2B5EF4-FFF2-40B4-BE49-F238E27FC236}">
                    <a16:creationId xmlns:a16="http://schemas.microsoft.com/office/drawing/2014/main" id="{427A1675-7224-F7F3-782A-B7F2469C8C23}"/>
                  </a:ext>
                </a:extLst>
              </p:cNvPr>
              <p:cNvSpPr txBox="1">
                <a:spLocks noRot="1" noChangeAspect="1" noMove="1" noResize="1" noEditPoints="1" noAdjustHandles="1" noChangeArrowheads="1" noChangeShapeType="1" noTextEdit="1"/>
              </p:cNvSpPr>
              <p:nvPr/>
            </p:nvSpPr>
            <p:spPr>
              <a:xfrm>
                <a:off x="1957369" y="2148694"/>
                <a:ext cx="507796" cy="369332"/>
              </a:xfrm>
              <a:prstGeom prst="rect">
                <a:avLst/>
              </a:prstGeom>
              <a:blipFill>
                <a:blip r:embed="rId14"/>
                <a:stretch>
                  <a:fillRect r="-7229"/>
                </a:stretch>
              </a:blipFill>
            </p:spPr>
            <p:txBody>
              <a:bodyPr/>
              <a:lstStyle/>
              <a:p>
                <a:r>
                  <a:rPr lang="en-US">
                    <a:noFill/>
                  </a:rPr>
                  <a:t> </a:t>
                </a:r>
              </a:p>
            </p:txBody>
          </p:sp>
        </mc:Fallback>
      </mc:AlternateContent>
      <p:sp>
        <p:nvSpPr>
          <p:cNvPr id="98" name="Oval 97">
            <a:extLst>
              <a:ext uri="{FF2B5EF4-FFF2-40B4-BE49-F238E27FC236}">
                <a16:creationId xmlns:a16="http://schemas.microsoft.com/office/drawing/2014/main" id="{A11F915A-51BA-67BC-FB82-1E25F99F281A}"/>
              </a:ext>
            </a:extLst>
          </p:cNvPr>
          <p:cNvSpPr>
            <a:spLocks noChangeAspect="1"/>
          </p:cNvSpPr>
          <p:nvPr/>
        </p:nvSpPr>
        <p:spPr>
          <a:xfrm>
            <a:off x="2984009" y="2027278"/>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100" name="TextBox 99">
                <a:extLst>
                  <a:ext uri="{FF2B5EF4-FFF2-40B4-BE49-F238E27FC236}">
                    <a16:creationId xmlns:a16="http://schemas.microsoft.com/office/drawing/2014/main" id="{AB3CA323-9632-71C5-A4C5-D9346F2DA65E}"/>
                  </a:ext>
                </a:extLst>
              </p:cNvPr>
              <p:cNvSpPr txBox="1"/>
              <p:nvPr/>
            </p:nvSpPr>
            <p:spPr>
              <a:xfrm>
                <a:off x="2918454" y="1988926"/>
                <a:ext cx="518558"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I</m:t>
                          </m:r>
                        </m:sub>
                      </m:sSub>
                    </m:oMath>
                  </m:oMathPara>
                </a14:m>
                <a:endParaRPr lang="en-US" dirty="0">
                  <a:solidFill>
                    <a:schemeClr val="bg1"/>
                  </a:solidFill>
                </a:endParaRPr>
              </a:p>
            </p:txBody>
          </p:sp>
        </mc:Choice>
        <mc:Fallback xmlns="">
          <p:sp>
            <p:nvSpPr>
              <p:cNvPr id="100" name="TextBox 99">
                <a:extLst>
                  <a:ext uri="{FF2B5EF4-FFF2-40B4-BE49-F238E27FC236}">
                    <a16:creationId xmlns:a16="http://schemas.microsoft.com/office/drawing/2014/main" id="{AB3CA323-9632-71C5-A4C5-D9346F2DA65E}"/>
                  </a:ext>
                </a:extLst>
              </p:cNvPr>
              <p:cNvSpPr txBox="1">
                <a:spLocks noRot="1" noChangeAspect="1" noMove="1" noResize="1" noEditPoints="1" noAdjustHandles="1" noChangeArrowheads="1" noChangeShapeType="1" noTextEdit="1"/>
              </p:cNvSpPr>
              <p:nvPr/>
            </p:nvSpPr>
            <p:spPr>
              <a:xfrm>
                <a:off x="2918454" y="1988926"/>
                <a:ext cx="518558" cy="369332"/>
              </a:xfrm>
              <a:prstGeom prst="rect">
                <a:avLst/>
              </a:prstGeom>
              <a:blipFill>
                <a:blip r:embed="rId15"/>
                <a:stretch>
                  <a:fillRect/>
                </a:stretch>
              </a:blipFill>
            </p:spPr>
            <p:txBody>
              <a:bodyPr/>
              <a:lstStyle/>
              <a:p>
                <a:r>
                  <a:rPr lang="en-US">
                    <a:noFill/>
                  </a:rPr>
                  <a:t> </a:t>
                </a:r>
              </a:p>
            </p:txBody>
          </p:sp>
        </mc:Fallback>
      </mc:AlternateContent>
      <p:cxnSp>
        <p:nvCxnSpPr>
          <p:cNvPr id="101" name="Straight Arrow Connector 100">
            <a:extLst>
              <a:ext uri="{FF2B5EF4-FFF2-40B4-BE49-F238E27FC236}">
                <a16:creationId xmlns:a16="http://schemas.microsoft.com/office/drawing/2014/main" id="{60822F75-36A4-7D6F-87BE-00DFE2DA4E44}"/>
              </a:ext>
            </a:extLst>
          </p:cNvPr>
          <p:cNvCxnSpPr>
            <a:cxnSpLocks/>
            <a:stCxn id="94" idx="2"/>
            <a:endCxn id="98" idx="0"/>
          </p:cNvCxnSpPr>
          <p:nvPr/>
        </p:nvCxnSpPr>
        <p:spPr>
          <a:xfrm>
            <a:off x="3164602" y="1295991"/>
            <a:ext cx="10114" cy="731287"/>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09" name="TextBox 108">
                <a:extLst>
                  <a:ext uri="{FF2B5EF4-FFF2-40B4-BE49-F238E27FC236}">
                    <a16:creationId xmlns:a16="http://schemas.microsoft.com/office/drawing/2014/main" id="{E383BC19-4755-9250-9C8B-7F92C83459B0}"/>
                  </a:ext>
                </a:extLst>
              </p:cNvPr>
              <p:cNvSpPr txBox="1"/>
              <p:nvPr/>
            </p:nvSpPr>
            <p:spPr>
              <a:xfrm>
                <a:off x="3796744" y="817909"/>
                <a:ext cx="578427" cy="400110"/>
              </a:xfrm>
              <a:prstGeom prst="rect">
                <a:avLst/>
              </a:prstGeom>
              <a:noFill/>
            </p:spPr>
            <p:txBody>
              <a:bodyPr wrap="none" rtlCol="0">
                <a:spAutoFit/>
              </a:bodyPr>
              <a:lstStyle/>
              <a:p>
                <a:pPr/>
                <a14:m>
                  <m:oMathPara xmlns:m="http://schemas.openxmlformats.org/officeDocument/2006/math">
                    <m:oMath>
                      <m:sSub>
                        <m:sSubPr>
                          <m:ctrlPr>
                            <a:rPr lang="de-DE" sz="2000" b="0" i="1" smtClean="0">
                              <a:latin typeface="Cambria Math" panose="02040503050406030204" pitchFamily="18" charset="0"/>
                            </a:rPr>
                          </m:ctrlPr>
                        </m:sSubPr>
                        <m:e>
                          <m:r>
                            <m:rPr>
                              <m:sty m:val="p"/>
                            </m:rPr>
                            <a:rPr lang="de-DE" sz="2000" b="0" i="1" smtClean="0">
                              <a:latin typeface="Cambria Math" panose="02040503050406030204" pitchFamily="18" charset="0"/>
                            </a:rPr>
                            <m:t>m</m:t>
                          </m:r>
                        </m:e>
                        <m:sub>
                          <m:r>
                            <m:rPr>
                              <m:sty m:val="p"/>
                            </m:rPr>
                            <a:rPr lang="de-DE" sz="2000" b="0" i="1" smtClean="0">
                              <a:latin typeface="Cambria Math" panose="02040503050406030204" pitchFamily="18" charset="0"/>
                            </a:rPr>
                            <m:t>d</m:t>
                          </m:r>
                        </m:sub>
                      </m:sSub>
                    </m:oMath>
                  </m:oMathPara>
                </a14:m>
                <a:endParaRPr lang="en-US" sz="2000" dirty="0"/>
              </a:p>
            </p:txBody>
          </p:sp>
        </mc:Choice>
        <mc:Fallback xmlns="">
          <p:sp>
            <p:nvSpPr>
              <p:cNvPr id="109" name="TextBox 108">
                <a:extLst>
                  <a:ext uri="{FF2B5EF4-FFF2-40B4-BE49-F238E27FC236}">
                    <a16:creationId xmlns:a16="http://schemas.microsoft.com/office/drawing/2014/main" id="{E383BC19-4755-9250-9C8B-7F92C83459B0}"/>
                  </a:ext>
                </a:extLst>
              </p:cNvPr>
              <p:cNvSpPr txBox="1">
                <a:spLocks noRot="1" noChangeAspect="1" noMove="1" noResize="1" noEditPoints="1" noAdjustHandles="1" noChangeArrowheads="1" noChangeShapeType="1" noTextEdit="1"/>
              </p:cNvSpPr>
              <p:nvPr/>
            </p:nvSpPr>
            <p:spPr>
              <a:xfrm>
                <a:off x="3796744" y="817909"/>
                <a:ext cx="578427" cy="400110"/>
              </a:xfrm>
              <a:prstGeom prst="rect">
                <a:avLst/>
              </a:prstGeom>
              <a:blipFill>
                <a:blip r:embed="rId17"/>
                <a:stretch>
                  <a:fillRect b="-151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2" name="TextBox 111">
                <a:extLst>
                  <a:ext uri="{FF2B5EF4-FFF2-40B4-BE49-F238E27FC236}">
                    <a16:creationId xmlns:a16="http://schemas.microsoft.com/office/drawing/2014/main" id="{C1700D42-03FC-9366-6CE3-8EE4E59FD7B4}"/>
                  </a:ext>
                </a:extLst>
              </p:cNvPr>
              <p:cNvSpPr txBox="1"/>
              <p:nvPr/>
            </p:nvSpPr>
            <p:spPr>
              <a:xfrm>
                <a:off x="7566659" y="283917"/>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a:rPr lang="de-DE" b="0" i="1" smtClean="0">
                              <a:solidFill>
                                <a:schemeClr val="tx1"/>
                              </a:solidFill>
                              <a:latin typeface="Cambria Math" panose="02040503050406030204" pitchFamily="18" charset="0"/>
                            </a:rPr>
                            <m:t>1</m:t>
                          </m:r>
                        </m:sub>
                      </m:sSub>
                    </m:oMath>
                  </m:oMathPara>
                </a14:m>
                <a:endParaRPr lang="en-US" dirty="0">
                  <a:solidFill>
                    <a:schemeClr val="tx1"/>
                  </a:solidFill>
                </a:endParaRPr>
              </a:p>
            </p:txBody>
          </p:sp>
        </mc:Choice>
        <mc:Fallback xmlns="">
          <p:sp>
            <p:nvSpPr>
              <p:cNvPr id="112" name="TextBox 111">
                <a:extLst>
                  <a:ext uri="{FF2B5EF4-FFF2-40B4-BE49-F238E27FC236}">
                    <a16:creationId xmlns:a16="http://schemas.microsoft.com/office/drawing/2014/main" id="{C1700D42-03FC-9366-6CE3-8EE4E59FD7B4}"/>
                  </a:ext>
                </a:extLst>
              </p:cNvPr>
              <p:cNvSpPr txBox="1">
                <a:spLocks noRot="1" noChangeAspect="1" noMove="1" noResize="1" noEditPoints="1" noAdjustHandles="1" noChangeArrowheads="1" noChangeShapeType="1" noTextEdit="1"/>
              </p:cNvSpPr>
              <p:nvPr/>
            </p:nvSpPr>
            <p:spPr>
              <a:xfrm>
                <a:off x="7566659" y="283917"/>
                <a:ext cx="507796" cy="369332"/>
              </a:xfrm>
              <a:prstGeom prst="rect">
                <a:avLst/>
              </a:prstGeom>
              <a:blipFill>
                <a:blip r:embed="rId18"/>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69530047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62422E-E716-C8D0-36CF-AD4122AB669B}"/>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1F0C435E-98BF-635D-D50E-0C5078D288B5}"/>
              </a:ext>
            </a:extLst>
          </p:cNvPr>
          <p:cNvSpPr/>
          <p:nvPr/>
        </p:nvSpPr>
        <p:spPr>
          <a:xfrm>
            <a:off x="1462291" y="6337004"/>
            <a:ext cx="1554480" cy="52099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Algorithm </a:t>
            </a:r>
          </a:p>
        </p:txBody>
      </p:sp>
      <p:sp>
        <p:nvSpPr>
          <p:cNvPr id="5" name="Rectangle: Rounded Corners 4">
            <a:extLst>
              <a:ext uri="{FF2B5EF4-FFF2-40B4-BE49-F238E27FC236}">
                <a16:creationId xmlns:a16="http://schemas.microsoft.com/office/drawing/2014/main" id="{1238A622-5DED-E474-4F8B-168D3F5B40E7}"/>
              </a:ext>
            </a:extLst>
          </p:cNvPr>
          <p:cNvSpPr/>
          <p:nvPr/>
        </p:nvSpPr>
        <p:spPr>
          <a:xfrm>
            <a:off x="3764816" y="6337004"/>
            <a:ext cx="1554480" cy="520995"/>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Chemical Reactions </a:t>
            </a:r>
          </a:p>
        </p:txBody>
      </p:sp>
      <p:sp>
        <p:nvSpPr>
          <p:cNvPr id="6" name="Rectangle: Rounded Corners 5">
            <a:extLst>
              <a:ext uri="{FF2B5EF4-FFF2-40B4-BE49-F238E27FC236}">
                <a16:creationId xmlns:a16="http://schemas.microsoft.com/office/drawing/2014/main" id="{8953BB98-A9E3-B78C-3EB2-D0B3F396C5A2}"/>
              </a:ext>
            </a:extLst>
          </p:cNvPr>
          <p:cNvSpPr/>
          <p:nvPr/>
        </p:nvSpPr>
        <p:spPr>
          <a:xfrm>
            <a:off x="6067341" y="6337004"/>
            <a:ext cx="1554480" cy="520995"/>
          </a:xfrm>
          <a:prstGeom prst="round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Metabolic Network</a:t>
            </a:r>
          </a:p>
        </p:txBody>
      </p:sp>
      <p:sp>
        <p:nvSpPr>
          <p:cNvPr id="7" name="Rectangle: Rounded Corners 6">
            <a:extLst>
              <a:ext uri="{FF2B5EF4-FFF2-40B4-BE49-F238E27FC236}">
                <a16:creationId xmlns:a16="http://schemas.microsoft.com/office/drawing/2014/main" id="{E5214B81-55A3-C0C9-2B2E-E9709CE7FAB4}"/>
              </a:ext>
            </a:extLst>
          </p:cNvPr>
          <p:cNvSpPr/>
          <p:nvPr/>
        </p:nvSpPr>
        <p:spPr>
          <a:xfrm>
            <a:off x="8369865" y="6337004"/>
            <a:ext cx="1554480" cy="52099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THz Actuation</a:t>
            </a:r>
          </a:p>
        </p:txBody>
      </p:sp>
      <p:cxnSp>
        <p:nvCxnSpPr>
          <p:cNvPr id="8" name="Straight Arrow Connector 7">
            <a:extLst>
              <a:ext uri="{FF2B5EF4-FFF2-40B4-BE49-F238E27FC236}">
                <a16:creationId xmlns:a16="http://schemas.microsoft.com/office/drawing/2014/main" id="{1087D23C-FC26-4D4B-E6D4-C25A64A74E52}"/>
              </a:ext>
            </a:extLst>
          </p:cNvPr>
          <p:cNvCxnSpPr>
            <a:cxnSpLocks/>
            <a:stCxn id="4" idx="3"/>
            <a:endCxn id="5" idx="1"/>
          </p:cNvCxnSpPr>
          <p:nvPr/>
        </p:nvCxnSpPr>
        <p:spPr>
          <a:xfrm>
            <a:off x="3016771" y="6597502"/>
            <a:ext cx="748045" cy="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882611A7-8175-E68D-57D0-38EE3F4BA070}"/>
              </a:ext>
            </a:extLst>
          </p:cNvPr>
          <p:cNvCxnSpPr>
            <a:cxnSpLocks/>
            <a:stCxn id="5" idx="3"/>
            <a:endCxn id="6" idx="1"/>
          </p:cNvCxnSpPr>
          <p:nvPr/>
        </p:nvCxnSpPr>
        <p:spPr>
          <a:xfrm>
            <a:off x="5319296" y="6597502"/>
            <a:ext cx="748045" cy="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3802D269-1D19-1858-E492-5999371204BD}"/>
              </a:ext>
            </a:extLst>
          </p:cNvPr>
          <p:cNvCxnSpPr>
            <a:cxnSpLocks/>
            <a:stCxn id="7" idx="1"/>
            <a:endCxn id="6" idx="3"/>
          </p:cNvCxnSpPr>
          <p:nvPr/>
        </p:nvCxnSpPr>
        <p:spPr>
          <a:xfrm flipH="1">
            <a:off x="7621821" y="6597502"/>
            <a:ext cx="748044" cy="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sp>
        <p:nvSpPr>
          <p:cNvPr id="69" name="Oval 68">
            <a:extLst>
              <a:ext uri="{FF2B5EF4-FFF2-40B4-BE49-F238E27FC236}">
                <a16:creationId xmlns:a16="http://schemas.microsoft.com/office/drawing/2014/main" id="{D74EE471-A829-2FB0-EC38-AE09740916E2}"/>
              </a:ext>
            </a:extLst>
          </p:cNvPr>
          <p:cNvSpPr>
            <a:spLocks noChangeAspect="1"/>
          </p:cNvSpPr>
          <p:nvPr/>
        </p:nvSpPr>
        <p:spPr>
          <a:xfrm>
            <a:off x="4944147" y="494998"/>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70" name="TextBox 69">
                <a:extLst>
                  <a:ext uri="{FF2B5EF4-FFF2-40B4-BE49-F238E27FC236}">
                    <a16:creationId xmlns:a16="http://schemas.microsoft.com/office/drawing/2014/main" id="{53F70B51-A432-21A2-F8DF-B7CA5E84D633}"/>
                  </a:ext>
                </a:extLst>
              </p:cNvPr>
              <p:cNvSpPr txBox="1"/>
              <p:nvPr/>
            </p:nvSpPr>
            <p:spPr>
              <a:xfrm>
                <a:off x="4889951" y="466275"/>
                <a:ext cx="518558" cy="394019"/>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Cp</m:t>
                          </m:r>
                        </m:sub>
                      </m:sSub>
                    </m:oMath>
                  </m:oMathPara>
                </a14:m>
                <a:endParaRPr lang="en-US" dirty="0">
                  <a:solidFill>
                    <a:schemeClr val="bg1"/>
                  </a:solidFill>
                </a:endParaRPr>
              </a:p>
            </p:txBody>
          </p:sp>
        </mc:Choice>
        <mc:Fallback xmlns="">
          <p:sp>
            <p:nvSpPr>
              <p:cNvPr id="70" name="TextBox 69">
                <a:extLst>
                  <a:ext uri="{FF2B5EF4-FFF2-40B4-BE49-F238E27FC236}">
                    <a16:creationId xmlns:a16="http://schemas.microsoft.com/office/drawing/2014/main" id="{53F70B51-A432-21A2-F8DF-B7CA5E84D633}"/>
                  </a:ext>
                </a:extLst>
              </p:cNvPr>
              <p:cNvSpPr txBox="1">
                <a:spLocks noRot="1" noChangeAspect="1" noMove="1" noResize="1" noEditPoints="1" noAdjustHandles="1" noChangeArrowheads="1" noChangeShapeType="1" noTextEdit="1"/>
              </p:cNvSpPr>
              <p:nvPr/>
            </p:nvSpPr>
            <p:spPr>
              <a:xfrm>
                <a:off x="4889951" y="466275"/>
                <a:ext cx="518558" cy="394019"/>
              </a:xfrm>
              <a:prstGeom prst="rect">
                <a:avLst/>
              </a:prstGeom>
              <a:blipFill>
                <a:blip r:embed="rId3"/>
                <a:stretch>
                  <a:fillRect b="-461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1" name="TextBox 70">
                <a:extLst>
                  <a:ext uri="{FF2B5EF4-FFF2-40B4-BE49-F238E27FC236}">
                    <a16:creationId xmlns:a16="http://schemas.microsoft.com/office/drawing/2014/main" id="{93FB9E67-3307-45AF-EE70-F072B3F88594}"/>
                  </a:ext>
                </a:extLst>
              </p:cNvPr>
              <p:cNvSpPr txBox="1"/>
              <p:nvPr/>
            </p:nvSpPr>
            <p:spPr>
              <a:xfrm>
                <a:off x="6042817" y="320258"/>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c</m:t>
                          </m:r>
                        </m:sub>
                      </m:sSub>
                    </m:oMath>
                  </m:oMathPara>
                </a14:m>
                <a:endParaRPr lang="en-US" dirty="0">
                  <a:solidFill>
                    <a:schemeClr val="tx1"/>
                  </a:solidFill>
                </a:endParaRPr>
              </a:p>
            </p:txBody>
          </p:sp>
        </mc:Choice>
        <mc:Fallback xmlns="">
          <p:sp>
            <p:nvSpPr>
              <p:cNvPr id="71" name="TextBox 70">
                <a:extLst>
                  <a:ext uri="{FF2B5EF4-FFF2-40B4-BE49-F238E27FC236}">
                    <a16:creationId xmlns:a16="http://schemas.microsoft.com/office/drawing/2014/main" id="{93FB9E67-3307-45AF-EE70-F072B3F88594}"/>
                  </a:ext>
                </a:extLst>
              </p:cNvPr>
              <p:cNvSpPr txBox="1">
                <a:spLocks noRot="1" noChangeAspect="1" noMove="1" noResize="1" noEditPoints="1" noAdjustHandles="1" noChangeArrowheads="1" noChangeShapeType="1" noTextEdit="1"/>
              </p:cNvSpPr>
              <p:nvPr/>
            </p:nvSpPr>
            <p:spPr>
              <a:xfrm>
                <a:off x="6042817" y="320258"/>
                <a:ext cx="507796" cy="369332"/>
              </a:xfrm>
              <a:prstGeom prst="rect">
                <a:avLst/>
              </a:prstGeom>
              <a:blipFill>
                <a:blip r:embed="rId4"/>
                <a:stretch>
                  <a:fillRect/>
                </a:stretch>
              </a:blipFill>
            </p:spPr>
            <p:txBody>
              <a:bodyPr/>
              <a:lstStyle/>
              <a:p>
                <a:r>
                  <a:rPr lang="en-US">
                    <a:noFill/>
                  </a:rPr>
                  <a:t> </a:t>
                </a:r>
              </a:p>
            </p:txBody>
          </p:sp>
        </mc:Fallback>
      </mc:AlternateContent>
      <p:sp>
        <p:nvSpPr>
          <p:cNvPr id="72" name="Oval 71">
            <a:extLst>
              <a:ext uri="{FF2B5EF4-FFF2-40B4-BE49-F238E27FC236}">
                <a16:creationId xmlns:a16="http://schemas.microsoft.com/office/drawing/2014/main" id="{C9270154-3231-3D0E-5B5A-3A41734B2FB9}"/>
              </a:ext>
            </a:extLst>
          </p:cNvPr>
          <p:cNvSpPr>
            <a:spLocks noChangeAspect="1"/>
          </p:cNvSpPr>
          <p:nvPr/>
        </p:nvSpPr>
        <p:spPr>
          <a:xfrm>
            <a:off x="6106964" y="1188320"/>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73" name="TextBox 72">
                <a:extLst>
                  <a:ext uri="{FF2B5EF4-FFF2-40B4-BE49-F238E27FC236}">
                    <a16:creationId xmlns:a16="http://schemas.microsoft.com/office/drawing/2014/main" id="{3470E89F-25D1-5772-89AA-95A70ED6C390}"/>
                  </a:ext>
                </a:extLst>
              </p:cNvPr>
              <p:cNvSpPr txBox="1"/>
              <p:nvPr/>
            </p:nvSpPr>
            <p:spPr>
              <a:xfrm>
                <a:off x="6048487" y="1163848"/>
                <a:ext cx="518558" cy="395493"/>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Cg</m:t>
                          </m:r>
                        </m:sub>
                      </m:sSub>
                    </m:oMath>
                  </m:oMathPara>
                </a14:m>
                <a:endParaRPr lang="en-US" dirty="0">
                  <a:solidFill>
                    <a:schemeClr val="bg1"/>
                  </a:solidFill>
                </a:endParaRPr>
              </a:p>
            </p:txBody>
          </p:sp>
        </mc:Choice>
        <mc:Fallback xmlns="">
          <p:sp>
            <p:nvSpPr>
              <p:cNvPr id="73" name="TextBox 72">
                <a:extLst>
                  <a:ext uri="{FF2B5EF4-FFF2-40B4-BE49-F238E27FC236}">
                    <a16:creationId xmlns:a16="http://schemas.microsoft.com/office/drawing/2014/main" id="{3470E89F-25D1-5772-89AA-95A70ED6C390}"/>
                  </a:ext>
                </a:extLst>
              </p:cNvPr>
              <p:cNvSpPr txBox="1">
                <a:spLocks noRot="1" noChangeAspect="1" noMove="1" noResize="1" noEditPoints="1" noAdjustHandles="1" noChangeArrowheads="1" noChangeShapeType="1" noTextEdit="1"/>
              </p:cNvSpPr>
              <p:nvPr/>
            </p:nvSpPr>
            <p:spPr>
              <a:xfrm>
                <a:off x="6048487" y="1163848"/>
                <a:ext cx="518558" cy="395493"/>
              </a:xfrm>
              <a:prstGeom prst="rect">
                <a:avLst/>
              </a:prstGeom>
              <a:blipFill>
                <a:blip r:embed="rId5"/>
                <a:stretch>
                  <a:fillRect b="-76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4" name="TextBox 73">
                <a:extLst>
                  <a:ext uri="{FF2B5EF4-FFF2-40B4-BE49-F238E27FC236}">
                    <a16:creationId xmlns:a16="http://schemas.microsoft.com/office/drawing/2014/main" id="{150A6082-7AA8-2FDB-2133-371DD6C5BFCA}"/>
                  </a:ext>
                </a:extLst>
              </p:cNvPr>
              <p:cNvSpPr txBox="1"/>
              <p:nvPr/>
            </p:nvSpPr>
            <p:spPr>
              <a:xfrm>
                <a:off x="4902710" y="1199060"/>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Cs</m:t>
                          </m:r>
                        </m:sub>
                      </m:sSub>
                    </m:oMath>
                  </m:oMathPara>
                </a14:m>
                <a:endParaRPr lang="en-US" dirty="0">
                  <a:solidFill>
                    <a:schemeClr val="tx1"/>
                  </a:solidFill>
                </a:endParaRPr>
              </a:p>
            </p:txBody>
          </p:sp>
        </mc:Choice>
        <mc:Fallback xmlns="">
          <p:sp>
            <p:nvSpPr>
              <p:cNvPr id="74" name="TextBox 73">
                <a:extLst>
                  <a:ext uri="{FF2B5EF4-FFF2-40B4-BE49-F238E27FC236}">
                    <a16:creationId xmlns:a16="http://schemas.microsoft.com/office/drawing/2014/main" id="{150A6082-7AA8-2FDB-2133-371DD6C5BFCA}"/>
                  </a:ext>
                </a:extLst>
              </p:cNvPr>
              <p:cNvSpPr txBox="1">
                <a:spLocks noRot="1" noChangeAspect="1" noMove="1" noResize="1" noEditPoints="1" noAdjustHandles="1" noChangeArrowheads="1" noChangeShapeType="1" noTextEdit="1"/>
              </p:cNvSpPr>
              <p:nvPr/>
            </p:nvSpPr>
            <p:spPr>
              <a:xfrm>
                <a:off x="4902710" y="1199060"/>
                <a:ext cx="507796" cy="369332"/>
              </a:xfrm>
              <a:prstGeom prst="rect">
                <a:avLst/>
              </a:prstGeom>
              <a:blipFill>
                <a:blip r:embed="rId6"/>
                <a:stretch>
                  <a:fillRect r="-3571"/>
                </a:stretch>
              </a:blipFill>
            </p:spPr>
            <p:txBody>
              <a:bodyPr/>
              <a:lstStyle/>
              <a:p>
                <a:r>
                  <a:rPr lang="en-US">
                    <a:noFill/>
                  </a:rPr>
                  <a:t> </a:t>
                </a:r>
              </a:p>
            </p:txBody>
          </p:sp>
        </mc:Fallback>
      </mc:AlternateContent>
      <p:sp>
        <p:nvSpPr>
          <p:cNvPr id="75" name="Oval 74">
            <a:extLst>
              <a:ext uri="{FF2B5EF4-FFF2-40B4-BE49-F238E27FC236}">
                <a16:creationId xmlns:a16="http://schemas.microsoft.com/office/drawing/2014/main" id="{35499DAF-B93F-AF52-AB07-04CD426DB3DA}"/>
              </a:ext>
            </a:extLst>
          </p:cNvPr>
          <p:cNvSpPr>
            <a:spLocks noChangeAspect="1"/>
          </p:cNvSpPr>
          <p:nvPr/>
        </p:nvSpPr>
        <p:spPr>
          <a:xfrm>
            <a:off x="4972757" y="2004874"/>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76" name="TextBox 75">
                <a:extLst>
                  <a:ext uri="{FF2B5EF4-FFF2-40B4-BE49-F238E27FC236}">
                    <a16:creationId xmlns:a16="http://schemas.microsoft.com/office/drawing/2014/main" id="{3517A46C-9545-72A1-33EA-116C6BFEED64}"/>
                  </a:ext>
                </a:extLst>
              </p:cNvPr>
              <p:cNvSpPr txBox="1"/>
              <p:nvPr/>
            </p:nvSpPr>
            <p:spPr>
              <a:xfrm>
                <a:off x="4917222" y="1969552"/>
                <a:ext cx="518558"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Cr</m:t>
                          </m:r>
                        </m:sub>
                      </m:sSub>
                    </m:oMath>
                  </m:oMathPara>
                </a14:m>
                <a:endParaRPr lang="en-US" dirty="0">
                  <a:solidFill>
                    <a:schemeClr val="bg1"/>
                  </a:solidFill>
                </a:endParaRPr>
              </a:p>
            </p:txBody>
          </p:sp>
        </mc:Choice>
        <mc:Fallback xmlns="">
          <p:sp>
            <p:nvSpPr>
              <p:cNvPr id="76" name="TextBox 75">
                <a:extLst>
                  <a:ext uri="{FF2B5EF4-FFF2-40B4-BE49-F238E27FC236}">
                    <a16:creationId xmlns:a16="http://schemas.microsoft.com/office/drawing/2014/main" id="{3517A46C-9545-72A1-33EA-116C6BFEED64}"/>
                  </a:ext>
                </a:extLst>
              </p:cNvPr>
              <p:cNvSpPr txBox="1">
                <a:spLocks noRot="1" noChangeAspect="1" noMove="1" noResize="1" noEditPoints="1" noAdjustHandles="1" noChangeArrowheads="1" noChangeShapeType="1" noTextEdit="1"/>
              </p:cNvSpPr>
              <p:nvPr/>
            </p:nvSpPr>
            <p:spPr>
              <a:xfrm>
                <a:off x="4917222" y="1969552"/>
                <a:ext cx="518558" cy="369332"/>
              </a:xfrm>
              <a:prstGeom prst="rect">
                <a:avLst/>
              </a:prstGeom>
              <a:blipFill>
                <a:blip r:embed="rId7"/>
                <a:stretch>
                  <a:fillRect/>
                </a:stretch>
              </a:blipFill>
            </p:spPr>
            <p:txBody>
              <a:bodyPr/>
              <a:lstStyle/>
              <a:p>
                <a:r>
                  <a:rPr lang="en-US">
                    <a:noFill/>
                  </a:rPr>
                  <a:t> </a:t>
                </a:r>
              </a:p>
            </p:txBody>
          </p:sp>
        </mc:Fallback>
      </mc:AlternateContent>
      <p:cxnSp>
        <p:nvCxnSpPr>
          <p:cNvPr id="77" name="Straight Arrow Connector 76">
            <a:extLst>
              <a:ext uri="{FF2B5EF4-FFF2-40B4-BE49-F238E27FC236}">
                <a16:creationId xmlns:a16="http://schemas.microsoft.com/office/drawing/2014/main" id="{77430EC4-40DF-BD04-9EBD-A232BA30D69E}"/>
              </a:ext>
            </a:extLst>
          </p:cNvPr>
          <p:cNvCxnSpPr>
            <a:cxnSpLocks/>
            <a:endCxn id="69" idx="3"/>
          </p:cNvCxnSpPr>
          <p:nvPr/>
        </p:nvCxnSpPr>
        <p:spPr>
          <a:xfrm flipV="1">
            <a:off x="4121733" y="820556"/>
            <a:ext cx="878271" cy="488885"/>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80" name="Straight Arrow Connector 79">
            <a:extLst>
              <a:ext uri="{FF2B5EF4-FFF2-40B4-BE49-F238E27FC236}">
                <a16:creationId xmlns:a16="http://schemas.microsoft.com/office/drawing/2014/main" id="{8AA00B12-2899-2175-81FA-4625C496949E}"/>
              </a:ext>
            </a:extLst>
          </p:cNvPr>
          <p:cNvCxnSpPr>
            <a:cxnSpLocks/>
            <a:endCxn id="75" idx="1"/>
          </p:cNvCxnSpPr>
          <p:nvPr/>
        </p:nvCxnSpPr>
        <p:spPr>
          <a:xfrm>
            <a:off x="4125155" y="1314303"/>
            <a:ext cx="903459" cy="746428"/>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84" name="Straight Arrow Connector 83">
            <a:extLst>
              <a:ext uri="{FF2B5EF4-FFF2-40B4-BE49-F238E27FC236}">
                <a16:creationId xmlns:a16="http://schemas.microsoft.com/office/drawing/2014/main" id="{5CDEBA8F-6D0B-AAE0-D4F9-CA2C00D673E8}"/>
              </a:ext>
            </a:extLst>
          </p:cNvPr>
          <p:cNvCxnSpPr>
            <a:cxnSpLocks/>
            <a:stCxn id="74" idx="3"/>
            <a:endCxn id="72" idx="2"/>
          </p:cNvCxnSpPr>
          <p:nvPr/>
        </p:nvCxnSpPr>
        <p:spPr>
          <a:xfrm flipV="1">
            <a:off x="5410506" y="1379028"/>
            <a:ext cx="696458" cy="4698"/>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88" name="Straight Arrow Connector 87">
            <a:extLst>
              <a:ext uri="{FF2B5EF4-FFF2-40B4-BE49-F238E27FC236}">
                <a16:creationId xmlns:a16="http://schemas.microsoft.com/office/drawing/2014/main" id="{EBF3BE12-78AE-0ABB-8F5B-D7E213B4BB6F}"/>
              </a:ext>
            </a:extLst>
          </p:cNvPr>
          <p:cNvCxnSpPr>
            <a:cxnSpLocks/>
            <a:stCxn id="74" idx="2"/>
            <a:endCxn id="75" idx="0"/>
          </p:cNvCxnSpPr>
          <p:nvPr/>
        </p:nvCxnSpPr>
        <p:spPr>
          <a:xfrm>
            <a:off x="5156608" y="1568392"/>
            <a:ext cx="6856" cy="436482"/>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6" name="Straight Arrow Connector 95">
            <a:extLst>
              <a:ext uri="{FF2B5EF4-FFF2-40B4-BE49-F238E27FC236}">
                <a16:creationId xmlns:a16="http://schemas.microsoft.com/office/drawing/2014/main" id="{6DCFF784-7D9A-9776-CC26-59B705047566}"/>
              </a:ext>
            </a:extLst>
          </p:cNvPr>
          <p:cNvCxnSpPr>
            <a:cxnSpLocks/>
            <a:stCxn id="69" idx="6"/>
          </p:cNvCxnSpPr>
          <p:nvPr/>
        </p:nvCxnSpPr>
        <p:spPr>
          <a:xfrm>
            <a:off x="5325561" y="685706"/>
            <a:ext cx="2460842" cy="10275"/>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9" name="Straight Arrow Connector 98">
            <a:extLst>
              <a:ext uri="{FF2B5EF4-FFF2-40B4-BE49-F238E27FC236}">
                <a16:creationId xmlns:a16="http://schemas.microsoft.com/office/drawing/2014/main" id="{F76C6B3C-5C0F-012D-1371-728B94B2360F}"/>
              </a:ext>
            </a:extLst>
          </p:cNvPr>
          <p:cNvCxnSpPr>
            <a:cxnSpLocks/>
            <a:stCxn id="71" idx="2"/>
            <a:endCxn id="72" idx="0"/>
          </p:cNvCxnSpPr>
          <p:nvPr/>
        </p:nvCxnSpPr>
        <p:spPr>
          <a:xfrm>
            <a:off x="6296715" y="689590"/>
            <a:ext cx="956" cy="49873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sp>
        <p:nvSpPr>
          <p:cNvPr id="102" name="Rectangle 101">
            <a:extLst>
              <a:ext uri="{FF2B5EF4-FFF2-40B4-BE49-F238E27FC236}">
                <a16:creationId xmlns:a16="http://schemas.microsoft.com/office/drawing/2014/main" id="{48C67776-1B22-E816-0C29-1E07E3D65FAA}"/>
              </a:ext>
            </a:extLst>
          </p:cNvPr>
          <p:cNvSpPr/>
          <p:nvPr/>
        </p:nvSpPr>
        <p:spPr>
          <a:xfrm>
            <a:off x="4449953" y="108527"/>
            <a:ext cx="2873133" cy="2407763"/>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03" name="TextBox 102">
            <a:extLst>
              <a:ext uri="{FF2B5EF4-FFF2-40B4-BE49-F238E27FC236}">
                <a16:creationId xmlns:a16="http://schemas.microsoft.com/office/drawing/2014/main" id="{FB794A8F-EB3D-5B9A-14F6-DBC77C37B46F}"/>
              </a:ext>
            </a:extLst>
          </p:cNvPr>
          <p:cNvSpPr txBox="1"/>
          <p:nvPr/>
        </p:nvSpPr>
        <p:spPr>
          <a:xfrm>
            <a:off x="4449953" y="92506"/>
            <a:ext cx="1774204" cy="338554"/>
          </a:xfrm>
          <a:prstGeom prst="rect">
            <a:avLst/>
          </a:prstGeom>
          <a:noFill/>
        </p:spPr>
        <p:txBody>
          <a:bodyPr wrap="none" rtlCol="0">
            <a:spAutoFit/>
          </a:bodyPr>
          <a:lstStyle/>
          <a:p>
            <a:r>
              <a:rPr lang="en-US" sz="1600" dirty="0"/>
              <a:t>Chemical counter</a:t>
            </a:r>
          </a:p>
        </p:txBody>
      </p:sp>
      <mc:AlternateContent xmlns:mc="http://schemas.openxmlformats.org/markup-compatibility/2006" xmlns:a14="http://schemas.microsoft.com/office/drawing/2010/main">
        <mc:Choice Requires="a14">
          <p:sp>
            <p:nvSpPr>
              <p:cNvPr id="67" name="TextBox 66">
                <a:extLst>
                  <a:ext uri="{FF2B5EF4-FFF2-40B4-BE49-F238E27FC236}">
                    <a16:creationId xmlns:a16="http://schemas.microsoft.com/office/drawing/2014/main" id="{DFDC4C0F-64EE-3F35-7CE1-DEEEA595D681}"/>
                  </a:ext>
                </a:extLst>
              </p:cNvPr>
              <p:cNvSpPr txBox="1"/>
              <p:nvPr/>
            </p:nvSpPr>
            <p:spPr>
              <a:xfrm>
                <a:off x="3" y="1445647"/>
                <a:ext cx="593368" cy="369332"/>
              </a:xfrm>
              <a:prstGeom prst="rect">
                <a:avLst/>
              </a:prstGeom>
              <a:noFill/>
            </p:spPr>
            <p:txBody>
              <a:bodyPr wrap="none" rtlCol="0">
                <a:spAutoFit/>
              </a:bodyPr>
              <a:lstStyle/>
              <a:p>
                <a:pPr/>
                <a14:m>
                  <m:oMathPara xmlns:m="http://schemas.openxmlformats.org/officeDocument/2006/math">
                    <m:oMath>
                      <m:sSub>
                        <m:sSubPr>
                          <m:ctrlPr>
                            <a:rPr lang="de-DE" b="0" i="1" smtClean="0">
                              <a:latin typeface="Cambria Math" panose="02040503050406030204" pitchFamily="18" charset="0"/>
                            </a:rPr>
                          </m:ctrlPr>
                        </m:sSubPr>
                        <m:e>
                          <m:r>
                            <m:rPr>
                              <m:sty m:val="p"/>
                            </m:rPr>
                            <a:rPr lang="de-DE" b="0" i="1" smtClean="0">
                              <a:latin typeface="Cambria Math" panose="02040503050406030204" pitchFamily="18" charset="0"/>
                            </a:rPr>
                            <m:t>m</m:t>
                          </m:r>
                        </m:e>
                        <m:sub>
                          <m:r>
                            <m:rPr>
                              <m:sty m:val="p"/>
                            </m:rPr>
                            <a:rPr lang="de-DE" b="0" i="1" smtClean="0">
                              <a:latin typeface="Cambria Math" panose="02040503050406030204" pitchFamily="18" charset="0"/>
                            </a:rPr>
                            <m:t>in</m:t>
                          </m:r>
                        </m:sub>
                      </m:sSub>
                    </m:oMath>
                  </m:oMathPara>
                </a14:m>
                <a:endParaRPr lang="en-US" dirty="0"/>
              </a:p>
            </p:txBody>
          </p:sp>
        </mc:Choice>
        <mc:Fallback xmlns="">
          <p:sp>
            <p:nvSpPr>
              <p:cNvPr id="67" name="TextBox 66">
                <a:extLst>
                  <a:ext uri="{FF2B5EF4-FFF2-40B4-BE49-F238E27FC236}">
                    <a16:creationId xmlns:a16="http://schemas.microsoft.com/office/drawing/2014/main" id="{DFDC4C0F-64EE-3F35-7CE1-DEEEA595D681}"/>
                  </a:ext>
                </a:extLst>
              </p:cNvPr>
              <p:cNvSpPr txBox="1">
                <a:spLocks noRot="1" noChangeAspect="1" noMove="1" noResize="1" noEditPoints="1" noAdjustHandles="1" noChangeArrowheads="1" noChangeShapeType="1" noTextEdit="1"/>
              </p:cNvSpPr>
              <p:nvPr/>
            </p:nvSpPr>
            <p:spPr>
              <a:xfrm>
                <a:off x="3" y="1445647"/>
                <a:ext cx="593368" cy="369332"/>
              </a:xfrm>
              <a:prstGeom prst="rect">
                <a:avLst/>
              </a:prstGeom>
              <a:blipFill>
                <a:blip r:embed="rId8"/>
                <a:stretch>
                  <a:fillRect/>
                </a:stretch>
              </a:blipFill>
            </p:spPr>
            <p:txBody>
              <a:bodyPr/>
              <a:lstStyle/>
              <a:p>
                <a:r>
                  <a:rPr lang="en-US">
                    <a:noFill/>
                  </a:rPr>
                  <a:t> </a:t>
                </a:r>
              </a:p>
            </p:txBody>
          </p:sp>
        </mc:Fallback>
      </mc:AlternateContent>
      <p:sp>
        <p:nvSpPr>
          <p:cNvPr id="78" name="Rectangle 77">
            <a:extLst>
              <a:ext uri="{FF2B5EF4-FFF2-40B4-BE49-F238E27FC236}">
                <a16:creationId xmlns:a16="http://schemas.microsoft.com/office/drawing/2014/main" id="{B0388C8D-F3E5-35D5-620A-52BFDC17959F}"/>
              </a:ext>
            </a:extLst>
          </p:cNvPr>
          <p:cNvSpPr/>
          <p:nvPr/>
        </p:nvSpPr>
        <p:spPr>
          <a:xfrm>
            <a:off x="813767" y="311940"/>
            <a:ext cx="2873133" cy="2222154"/>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79" name="TextBox 78">
            <a:extLst>
              <a:ext uri="{FF2B5EF4-FFF2-40B4-BE49-F238E27FC236}">
                <a16:creationId xmlns:a16="http://schemas.microsoft.com/office/drawing/2014/main" id="{F6450A80-7C8D-B463-05E5-5ED019B43A75}"/>
              </a:ext>
            </a:extLst>
          </p:cNvPr>
          <p:cNvSpPr txBox="1"/>
          <p:nvPr/>
        </p:nvSpPr>
        <p:spPr>
          <a:xfrm>
            <a:off x="787443" y="311939"/>
            <a:ext cx="1362617" cy="584775"/>
          </a:xfrm>
          <a:prstGeom prst="rect">
            <a:avLst/>
          </a:prstGeom>
          <a:noFill/>
        </p:spPr>
        <p:txBody>
          <a:bodyPr wrap="none" rtlCol="0">
            <a:spAutoFit/>
          </a:bodyPr>
          <a:lstStyle/>
          <a:p>
            <a:r>
              <a:rPr lang="en-US" sz="1600" dirty="0"/>
              <a:t>Chemical</a:t>
            </a:r>
            <a:br>
              <a:rPr lang="en-US" sz="1600" dirty="0"/>
            </a:br>
            <a:r>
              <a:rPr lang="en-US" sz="1600" dirty="0"/>
              <a:t>Differentiator</a:t>
            </a:r>
          </a:p>
        </p:txBody>
      </p:sp>
      <p:sp>
        <p:nvSpPr>
          <p:cNvPr id="81" name="Oval 80">
            <a:extLst>
              <a:ext uri="{FF2B5EF4-FFF2-40B4-BE49-F238E27FC236}">
                <a16:creationId xmlns:a16="http://schemas.microsoft.com/office/drawing/2014/main" id="{2174B250-9E38-520A-C6B6-02B18A5BC5E7}"/>
              </a:ext>
            </a:extLst>
          </p:cNvPr>
          <p:cNvSpPr>
            <a:spLocks noChangeAspect="1"/>
          </p:cNvSpPr>
          <p:nvPr/>
        </p:nvSpPr>
        <p:spPr>
          <a:xfrm>
            <a:off x="1051702" y="1100334"/>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82" name="TextBox 81">
                <a:extLst>
                  <a:ext uri="{FF2B5EF4-FFF2-40B4-BE49-F238E27FC236}">
                    <a16:creationId xmlns:a16="http://schemas.microsoft.com/office/drawing/2014/main" id="{350CE2C9-1471-E0A4-F456-1A1782ED3FB3}"/>
                  </a:ext>
                </a:extLst>
              </p:cNvPr>
              <p:cNvSpPr txBox="1"/>
              <p:nvPr/>
            </p:nvSpPr>
            <p:spPr>
              <a:xfrm>
                <a:off x="996675" y="1076178"/>
                <a:ext cx="518558"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Df</m:t>
                          </m:r>
                        </m:sub>
                      </m:sSub>
                    </m:oMath>
                  </m:oMathPara>
                </a14:m>
                <a:endParaRPr lang="en-US" dirty="0">
                  <a:solidFill>
                    <a:schemeClr val="bg1"/>
                  </a:solidFill>
                </a:endParaRPr>
              </a:p>
            </p:txBody>
          </p:sp>
        </mc:Choice>
        <mc:Fallback xmlns="">
          <p:sp>
            <p:nvSpPr>
              <p:cNvPr id="82" name="TextBox 81">
                <a:extLst>
                  <a:ext uri="{FF2B5EF4-FFF2-40B4-BE49-F238E27FC236}">
                    <a16:creationId xmlns:a16="http://schemas.microsoft.com/office/drawing/2014/main" id="{350CE2C9-1471-E0A4-F456-1A1782ED3FB3}"/>
                  </a:ext>
                </a:extLst>
              </p:cNvPr>
              <p:cNvSpPr txBox="1">
                <a:spLocks noRot="1" noChangeAspect="1" noMove="1" noResize="1" noEditPoints="1" noAdjustHandles="1" noChangeArrowheads="1" noChangeShapeType="1" noTextEdit="1"/>
              </p:cNvSpPr>
              <p:nvPr/>
            </p:nvSpPr>
            <p:spPr>
              <a:xfrm>
                <a:off x="996675" y="1076178"/>
                <a:ext cx="518558" cy="369332"/>
              </a:xfrm>
              <a:prstGeom prst="rect">
                <a:avLst/>
              </a:prstGeom>
              <a:blipFill>
                <a:blip r:embed="rId9"/>
                <a:stretch>
                  <a:fillRect/>
                </a:stretch>
              </a:blipFill>
            </p:spPr>
            <p:txBody>
              <a:bodyPr/>
              <a:lstStyle/>
              <a:p>
                <a:r>
                  <a:rPr lang="en-US">
                    <a:noFill/>
                  </a:rPr>
                  <a:t> </a:t>
                </a:r>
              </a:p>
            </p:txBody>
          </p:sp>
        </mc:Fallback>
      </mc:AlternateContent>
      <p:sp>
        <p:nvSpPr>
          <p:cNvPr id="83" name="Oval 82">
            <a:extLst>
              <a:ext uri="{FF2B5EF4-FFF2-40B4-BE49-F238E27FC236}">
                <a16:creationId xmlns:a16="http://schemas.microsoft.com/office/drawing/2014/main" id="{24D0BC42-94DA-1C13-E7F8-0D40A580F722}"/>
              </a:ext>
            </a:extLst>
          </p:cNvPr>
          <p:cNvSpPr>
            <a:spLocks noChangeAspect="1"/>
          </p:cNvSpPr>
          <p:nvPr/>
        </p:nvSpPr>
        <p:spPr>
          <a:xfrm>
            <a:off x="1155183" y="1993690"/>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85" name="TextBox 84">
                <a:extLst>
                  <a:ext uri="{FF2B5EF4-FFF2-40B4-BE49-F238E27FC236}">
                    <a16:creationId xmlns:a16="http://schemas.microsoft.com/office/drawing/2014/main" id="{5A606FE8-536D-8AAB-34DA-D859E8EA1986}"/>
                  </a:ext>
                </a:extLst>
              </p:cNvPr>
              <p:cNvSpPr txBox="1"/>
              <p:nvPr/>
            </p:nvSpPr>
            <p:spPr>
              <a:xfrm>
                <a:off x="1097396" y="1985666"/>
                <a:ext cx="518558"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Ds</m:t>
                          </m:r>
                        </m:sub>
                      </m:sSub>
                    </m:oMath>
                  </m:oMathPara>
                </a14:m>
                <a:endParaRPr lang="en-US" dirty="0">
                  <a:solidFill>
                    <a:schemeClr val="bg1"/>
                  </a:solidFill>
                </a:endParaRPr>
              </a:p>
            </p:txBody>
          </p:sp>
        </mc:Choice>
        <mc:Fallback xmlns="">
          <p:sp>
            <p:nvSpPr>
              <p:cNvPr id="85" name="TextBox 84">
                <a:extLst>
                  <a:ext uri="{FF2B5EF4-FFF2-40B4-BE49-F238E27FC236}">
                    <a16:creationId xmlns:a16="http://schemas.microsoft.com/office/drawing/2014/main" id="{5A606FE8-536D-8AAB-34DA-D859E8EA1986}"/>
                  </a:ext>
                </a:extLst>
              </p:cNvPr>
              <p:cNvSpPr txBox="1">
                <a:spLocks noRot="1" noChangeAspect="1" noMove="1" noResize="1" noEditPoints="1" noAdjustHandles="1" noChangeArrowheads="1" noChangeShapeType="1" noTextEdit="1"/>
              </p:cNvSpPr>
              <p:nvPr/>
            </p:nvSpPr>
            <p:spPr>
              <a:xfrm>
                <a:off x="1097396" y="1985666"/>
                <a:ext cx="518558" cy="369332"/>
              </a:xfrm>
              <a:prstGeom prst="rect">
                <a:avLst/>
              </a:prstGeom>
              <a:blipFill>
                <a:blip r:embed="rId10"/>
                <a:stretch>
                  <a:fillRect/>
                </a:stretch>
              </a:blipFill>
            </p:spPr>
            <p:txBody>
              <a:bodyPr/>
              <a:lstStyle/>
              <a:p>
                <a:r>
                  <a:rPr lang="en-US">
                    <a:noFill/>
                  </a:rPr>
                  <a:t> </a:t>
                </a:r>
              </a:p>
            </p:txBody>
          </p:sp>
        </mc:Fallback>
      </mc:AlternateContent>
      <p:sp>
        <p:nvSpPr>
          <p:cNvPr id="86" name="Oval 85">
            <a:extLst>
              <a:ext uri="{FF2B5EF4-FFF2-40B4-BE49-F238E27FC236}">
                <a16:creationId xmlns:a16="http://schemas.microsoft.com/office/drawing/2014/main" id="{8CF9FD2D-528B-4CC9-691E-B97554A9CC4E}"/>
              </a:ext>
            </a:extLst>
          </p:cNvPr>
          <p:cNvSpPr>
            <a:spLocks noChangeAspect="1"/>
          </p:cNvSpPr>
          <p:nvPr/>
        </p:nvSpPr>
        <p:spPr>
          <a:xfrm>
            <a:off x="2221390" y="1104191"/>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87" name="TextBox 86">
                <a:extLst>
                  <a:ext uri="{FF2B5EF4-FFF2-40B4-BE49-F238E27FC236}">
                    <a16:creationId xmlns:a16="http://schemas.microsoft.com/office/drawing/2014/main" id="{53323F7E-C35C-0402-333C-F79168910FBE}"/>
                  </a:ext>
                </a:extLst>
              </p:cNvPr>
              <p:cNvSpPr txBox="1"/>
              <p:nvPr/>
            </p:nvSpPr>
            <p:spPr>
              <a:xfrm>
                <a:off x="2166529" y="1075615"/>
                <a:ext cx="518558" cy="394019"/>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Dp</m:t>
                          </m:r>
                        </m:sub>
                      </m:sSub>
                    </m:oMath>
                  </m:oMathPara>
                </a14:m>
                <a:endParaRPr lang="en-US" dirty="0">
                  <a:solidFill>
                    <a:schemeClr val="bg1"/>
                  </a:solidFill>
                </a:endParaRPr>
              </a:p>
            </p:txBody>
          </p:sp>
        </mc:Choice>
        <mc:Fallback xmlns="">
          <p:sp>
            <p:nvSpPr>
              <p:cNvPr id="87" name="TextBox 86">
                <a:extLst>
                  <a:ext uri="{FF2B5EF4-FFF2-40B4-BE49-F238E27FC236}">
                    <a16:creationId xmlns:a16="http://schemas.microsoft.com/office/drawing/2014/main" id="{53323F7E-C35C-0402-333C-F79168910FBE}"/>
                  </a:ext>
                </a:extLst>
              </p:cNvPr>
              <p:cNvSpPr txBox="1">
                <a:spLocks noRot="1" noChangeAspect="1" noMove="1" noResize="1" noEditPoints="1" noAdjustHandles="1" noChangeArrowheads="1" noChangeShapeType="1" noTextEdit="1"/>
              </p:cNvSpPr>
              <p:nvPr/>
            </p:nvSpPr>
            <p:spPr>
              <a:xfrm>
                <a:off x="2166529" y="1075615"/>
                <a:ext cx="518558" cy="394019"/>
              </a:xfrm>
              <a:prstGeom prst="rect">
                <a:avLst/>
              </a:prstGeom>
              <a:blipFill>
                <a:blip r:embed="rId11"/>
                <a:stretch>
                  <a:fillRect b="-7692"/>
                </a:stretch>
              </a:blipFill>
            </p:spPr>
            <p:txBody>
              <a:bodyPr/>
              <a:lstStyle/>
              <a:p>
                <a:r>
                  <a:rPr lang="en-US">
                    <a:noFill/>
                  </a:rPr>
                  <a:t> </a:t>
                </a:r>
              </a:p>
            </p:txBody>
          </p:sp>
        </mc:Fallback>
      </mc:AlternateContent>
      <p:cxnSp>
        <p:nvCxnSpPr>
          <p:cNvPr id="89" name="Straight Arrow Connector 88">
            <a:extLst>
              <a:ext uri="{FF2B5EF4-FFF2-40B4-BE49-F238E27FC236}">
                <a16:creationId xmlns:a16="http://schemas.microsoft.com/office/drawing/2014/main" id="{AC8C4CDF-F729-7A7B-6A4D-04AB954BB735}"/>
              </a:ext>
            </a:extLst>
          </p:cNvPr>
          <p:cNvCxnSpPr>
            <a:cxnSpLocks/>
            <a:stCxn id="67" idx="3"/>
            <a:endCxn id="81" idx="2"/>
          </p:cNvCxnSpPr>
          <p:nvPr/>
        </p:nvCxnSpPr>
        <p:spPr>
          <a:xfrm flipV="1">
            <a:off x="593371" y="1291042"/>
            <a:ext cx="458331" cy="339271"/>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0" name="Straight Arrow Connector 89">
            <a:extLst>
              <a:ext uri="{FF2B5EF4-FFF2-40B4-BE49-F238E27FC236}">
                <a16:creationId xmlns:a16="http://schemas.microsoft.com/office/drawing/2014/main" id="{2BF4DD4F-460F-8223-42C4-3E8BA23C8F4A}"/>
              </a:ext>
            </a:extLst>
          </p:cNvPr>
          <p:cNvCxnSpPr>
            <a:cxnSpLocks/>
            <a:stCxn id="67" idx="3"/>
            <a:endCxn id="83" idx="2"/>
          </p:cNvCxnSpPr>
          <p:nvPr/>
        </p:nvCxnSpPr>
        <p:spPr>
          <a:xfrm>
            <a:off x="593371" y="1630313"/>
            <a:ext cx="561812" cy="554085"/>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1" name="Straight Arrow Connector 90">
            <a:extLst>
              <a:ext uri="{FF2B5EF4-FFF2-40B4-BE49-F238E27FC236}">
                <a16:creationId xmlns:a16="http://schemas.microsoft.com/office/drawing/2014/main" id="{42ED3C1D-9C96-4553-0F1F-6DC54D2F00A3}"/>
              </a:ext>
            </a:extLst>
          </p:cNvPr>
          <p:cNvCxnSpPr>
            <a:cxnSpLocks/>
            <a:stCxn id="81" idx="6"/>
            <a:endCxn id="86" idx="2"/>
          </p:cNvCxnSpPr>
          <p:nvPr/>
        </p:nvCxnSpPr>
        <p:spPr>
          <a:xfrm>
            <a:off x="1433116" y="1291042"/>
            <a:ext cx="788274" cy="3858"/>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2" name="Straight Arrow Connector 91">
            <a:extLst>
              <a:ext uri="{FF2B5EF4-FFF2-40B4-BE49-F238E27FC236}">
                <a16:creationId xmlns:a16="http://schemas.microsoft.com/office/drawing/2014/main" id="{58A4C8A3-C705-4C3A-06AB-572C9B9252AF}"/>
              </a:ext>
            </a:extLst>
          </p:cNvPr>
          <p:cNvCxnSpPr>
            <a:cxnSpLocks/>
            <a:stCxn id="83" idx="6"/>
            <a:endCxn id="98" idx="2"/>
          </p:cNvCxnSpPr>
          <p:nvPr/>
        </p:nvCxnSpPr>
        <p:spPr>
          <a:xfrm>
            <a:off x="1536597" y="2184398"/>
            <a:ext cx="1447412" cy="33588"/>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3" name="Straight Arrow Connector 92">
            <a:extLst>
              <a:ext uri="{FF2B5EF4-FFF2-40B4-BE49-F238E27FC236}">
                <a16:creationId xmlns:a16="http://schemas.microsoft.com/office/drawing/2014/main" id="{32C41392-B197-1898-8A81-26290698CA5E}"/>
              </a:ext>
            </a:extLst>
          </p:cNvPr>
          <p:cNvCxnSpPr>
            <a:cxnSpLocks/>
            <a:stCxn id="86" idx="6"/>
          </p:cNvCxnSpPr>
          <p:nvPr/>
        </p:nvCxnSpPr>
        <p:spPr>
          <a:xfrm>
            <a:off x="2602804" y="1294899"/>
            <a:ext cx="1532016" cy="14542"/>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94" name="TextBox 93">
                <a:extLst>
                  <a:ext uri="{FF2B5EF4-FFF2-40B4-BE49-F238E27FC236}">
                    <a16:creationId xmlns:a16="http://schemas.microsoft.com/office/drawing/2014/main" id="{036BE9D7-3B4D-44F2-182E-80272D61A56B}"/>
                  </a:ext>
                </a:extLst>
              </p:cNvPr>
              <p:cNvSpPr txBox="1"/>
              <p:nvPr/>
            </p:nvSpPr>
            <p:spPr>
              <a:xfrm>
                <a:off x="2910704" y="926659"/>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d</m:t>
                          </m:r>
                        </m:sub>
                      </m:sSub>
                    </m:oMath>
                  </m:oMathPara>
                </a14:m>
                <a:endParaRPr lang="en-US" dirty="0">
                  <a:solidFill>
                    <a:schemeClr val="tx1"/>
                  </a:solidFill>
                </a:endParaRPr>
              </a:p>
            </p:txBody>
          </p:sp>
        </mc:Choice>
        <mc:Fallback xmlns="">
          <p:sp>
            <p:nvSpPr>
              <p:cNvPr id="94" name="TextBox 93">
                <a:extLst>
                  <a:ext uri="{FF2B5EF4-FFF2-40B4-BE49-F238E27FC236}">
                    <a16:creationId xmlns:a16="http://schemas.microsoft.com/office/drawing/2014/main" id="{036BE9D7-3B4D-44F2-182E-80272D61A56B}"/>
                  </a:ext>
                </a:extLst>
              </p:cNvPr>
              <p:cNvSpPr txBox="1">
                <a:spLocks noRot="1" noChangeAspect="1" noMove="1" noResize="1" noEditPoints="1" noAdjustHandles="1" noChangeArrowheads="1" noChangeShapeType="1" noTextEdit="1"/>
              </p:cNvSpPr>
              <p:nvPr/>
            </p:nvSpPr>
            <p:spPr>
              <a:xfrm>
                <a:off x="2910704" y="926659"/>
                <a:ext cx="507796" cy="369332"/>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5" name="TextBox 94">
                <a:extLst>
                  <a:ext uri="{FF2B5EF4-FFF2-40B4-BE49-F238E27FC236}">
                    <a16:creationId xmlns:a16="http://schemas.microsoft.com/office/drawing/2014/main" id="{09BE62DD-E2E3-834E-B3F3-28E5F4E402C5}"/>
                  </a:ext>
                </a:extLst>
              </p:cNvPr>
              <p:cNvSpPr txBox="1"/>
              <p:nvPr/>
            </p:nvSpPr>
            <p:spPr>
              <a:xfrm>
                <a:off x="1551728" y="914064"/>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Df</m:t>
                          </m:r>
                        </m:sub>
                      </m:sSub>
                    </m:oMath>
                  </m:oMathPara>
                </a14:m>
                <a:endParaRPr lang="en-US" dirty="0">
                  <a:solidFill>
                    <a:schemeClr val="tx1"/>
                  </a:solidFill>
                </a:endParaRPr>
              </a:p>
            </p:txBody>
          </p:sp>
        </mc:Choice>
        <mc:Fallback xmlns="">
          <p:sp>
            <p:nvSpPr>
              <p:cNvPr id="95" name="TextBox 94">
                <a:extLst>
                  <a:ext uri="{FF2B5EF4-FFF2-40B4-BE49-F238E27FC236}">
                    <a16:creationId xmlns:a16="http://schemas.microsoft.com/office/drawing/2014/main" id="{09BE62DD-E2E3-834E-B3F3-28E5F4E402C5}"/>
                  </a:ext>
                </a:extLst>
              </p:cNvPr>
              <p:cNvSpPr txBox="1">
                <a:spLocks noRot="1" noChangeAspect="1" noMove="1" noResize="1" noEditPoints="1" noAdjustHandles="1" noChangeArrowheads="1" noChangeShapeType="1" noTextEdit="1"/>
              </p:cNvSpPr>
              <p:nvPr/>
            </p:nvSpPr>
            <p:spPr>
              <a:xfrm>
                <a:off x="1551728" y="914064"/>
                <a:ext cx="507796" cy="369332"/>
              </a:xfrm>
              <a:prstGeom prst="rect">
                <a:avLst/>
              </a:prstGeom>
              <a:blipFill>
                <a:blip r:embed="rId13"/>
                <a:stretch>
                  <a:fillRect r="-481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7" name="TextBox 96">
                <a:extLst>
                  <a:ext uri="{FF2B5EF4-FFF2-40B4-BE49-F238E27FC236}">
                    <a16:creationId xmlns:a16="http://schemas.microsoft.com/office/drawing/2014/main" id="{3B449E3A-6ADC-FB84-1511-03DD0E6C1D66}"/>
                  </a:ext>
                </a:extLst>
              </p:cNvPr>
              <p:cNvSpPr txBox="1"/>
              <p:nvPr/>
            </p:nvSpPr>
            <p:spPr>
              <a:xfrm>
                <a:off x="1957369" y="2148694"/>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Ds</m:t>
                          </m:r>
                        </m:sub>
                      </m:sSub>
                    </m:oMath>
                  </m:oMathPara>
                </a14:m>
                <a:endParaRPr lang="en-US" dirty="0">
                  <a:solidFill>
                    <a:schemeClr val="tx1"/>
                  </a:solidFill>
                </a:endParaRPr>
              </a:p>
            </p:txBody>
          </p:sp>
        </mc:Choice>
        <mc:Fallback xmlns="">
          <p:sp>
            <p:nvSpPr>
              <p:cNvPr id="97" name="TextBox 96">
                <a:extLst>
                  <a:ext uri="{FF2B5EF4-FFF2-40B4-BE49-F238E27FC236}">
                    <a16:creationId xmlns:a16="http://schemas.microsoft.com/office/drawing/2014/main" id="{3B449E3A-6ADC-FB84-1511-03DD0E6C1D66}"/>
                  </a:ext>
                </a:extLst>
              </p:cNvPr>
              <p:cNvSpPr txBox="1">
                <a:spLocks noRot="1" noChangeAspect="1" noMove="1" noResize="1" noEditPoints="1" noAdjustHandles="1" noChangeArrowheads="1" noChangeShapeType="1" noTextEdit="1"/>
              </p:cNvSpPr>
              <p:nvPr/>
            </p:nvSpPr>
            <p:spPr>
              <a:xfrm>
                <a:off x="1957369" y="2148694"/>
                <a:ext cx="507796" cy="369332"/>
              </a:xfrm>
              <a:prstGeom prst="rect">
                <a:avLst/>
              </a:prstGeom>
              <a:blipFill>
                <a:blip r:embed="rId14"/>
                <a:stretch>
                  <a:fillRect r="-8434"/>
                </a:stretch>
              </a:blipFill>
            </p:spPr>
            <p:txBody>
              <a:bodyPr/>
              <a:lstStyle/>
              <a:p>
                <a:r>
                  <a:rPr lang="en-US">
                    <a:noFill/>
                  </a:rPr>
                  <a:t> </a:t>
                </a:r>
              </a:p>
            </p:txBody>
          </p:sp>
        </mc:Fallback>
      </mc:AlternateContent>
      <p:sp>
        <p:nvSpPr>
          <p:cNvPr id="98" name="Oval 97">
            <a:extLst>
              <a:ext uri="{FF2B5EF4-FFF2-40B4-BE49-F238E27FC236}">
                <a16:creationId xmlns:a16="http://schemas.microsoft.com/office/drawing/2014/main" id="{91EFBDD7-FCCF-D462-BD63-FA8EDA270AA9}"/>
              </a:ext>
            </a:extLst>
          </p:cNvPr>
          <p:cNvSpPr>
            <a:spLocks noChangeAspect="1"/>
          </p:cNvSpPr>
          <p:nvPr/>
        </p:nvSpPr>
        <p:spPr>
          <a:xfrm>
            <a:off x="2984009" y="2027278"/>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100" name="TextBox 99">
                <a:extLst>
                  <a:ext uri="{FF2B5EF4-FFF2-40B4-BE49-F238E27FC236}">
                    <a16:creationId xmlns:a16="http://schemas.microsoft.com/office/drawing/2014/main" id="{5B9B355B-6D29-D779-5551-1B25AB6C646C}"/>
                  </a:ext>
                </a:extLst>
              </p:cNvPr>
              <p:cNvSpPr txBox="1"/>
              <p:nvPr/>
            </p:nvSpPr>
            <p:spPr>
              <a:xfrm>
                <a:off x="2918454" y="1988926"/>
                <a:ext cx="518558"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Di</m:t>
                          </m:r>
                        </m:sub>
                      </m:sSub>
                    </m:oMath>
                  </m:oMathPara>
                </a14:m>
                <a:endParaRPr lang="en-US" dirty="0">
                  <a:solidFill>
                    <a:schemeClr val="bg1"/>
                  </a:solidFill>
                </a:endParaRPr>
              </a:p>
            </p:txBody>
          </p:sp>
        </mc:Choice>
        <mc:Fallback xmlns="">
          <p:sp>
            <p:nvSpPr>
              <p:cNvPr id="100" name="TextBox 99">
                <a:extLst>
                  <a:ext uri="{FF2B5EF4-FFF2-40B4-BE49-F238E27FC236}">
                    <a16:creationId xmlns:a16="http://schemas.microsoft.com/office/drawing/2014/main" id="{5B9B355B-6D29-D779-5551-1B25AB6C646C}"/>
                  </a:ext>
                </a:extLst>
              </p:cNvPr>
              <p:cNvSpPr txBox="1">
                <a:spLocks noRot="1" noChangeAspect="1" noMove="1" noResize="1" noEditPoints="1" noAdjustHandles="1" noChangeArrowheads="1" noChangeShapeType="1" noTextEdit="1"/>
              </p:cNvSpPr>
              <p:nvPr/>
            </p:nvSpPr>
            <p:spPr>
              <a:xfrm>
                <a:off x="2918454" y="1988926"/>
                <a:ext cx="518558" cy="369332"/>
              </a:xfrm>
              <a:prstGeom prst="rect">
                <a:avLst/>
              </a:prstGeom>
              <a:blipFill>
                <a:blip r:embed="rId15"/>
                <a:stretch>
                  <a:fillRect/>
                </a:stretch>
              </a:blipFill>
            </p:spPr>
            <p:txBody>
              <a:bodyPr/>
              <a:lstStyle/>
              <a:p>
                <a:r>
                  <a:rPr lang="en-US">
                    <a:noFill/>
                  </a:rPr>
                  <a:t> </a:t>
                </a:r>
              </a:p>
            </p:txBody>
          </p:sp>
        </mc:Fallback>
      </mc:AlternateContent>
      <p:cxnSp>
        <p:nvCxnSpPr>
          <p:cNvPr id="101" name="Straight Arrow Connector 100">
            <a:extLst>
              <a:ext uri="{FF2B5EF4-FFF2-40B4-BE49-F238E27FC236}">
                <a16:creationId xmlns:a16="http://schemas.microsoft.com/office/drawing/2014/main" id="{9286E32E-83A0-16A4-E528-B2C5D9BC41EB}"/>
              </a:ext>
            </a:extLst>
          </p:cNvPr>
          <p:cNvCxnSpPr>
            <a:cxnSpLocks/>
            <a:stCxn id="94" idx="2"/>
            <a:endCxn id="98" idx="0"/>
          </p:cNvCxnSpPr>
          <p:nvPr/>
        </p:nvCxnSpPr>
        <p:spPr>
          <a:xfrm>
            <a:off x="3164602" y="1295991"/>
            <a:ext cx="10114" cy="731287"/>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09" name="TextBox 108">
                <a:extLst>
                  <a:ext uri="{FF2B5EF4-FFF2-40B4-BE49-F238E27FC236}">
                    <a16:creationId xmlns:a16="http://schemas.microsoft.com/office/drawing/2014/main" id="{06FBBA97-9F39-8EA0-3789-CF4643E9BBD3}"/>
                  </a:ext>
                </a:extLst>
              </p:cNvPr>
              <p:cNvSpPr txBox="1"/>
              <p:nvPr/>
            </p:nvSpPr>
            <p:spPr>
              <a:xfrm>
                <a:off x="3796744" y="817909"/>
                <a:ext cx="578427" cy="400110"/>
              </a:xfrm>
              <a:prstGeom prst="rect">
                <a:avLst/>
              </a:prstGeom>
              <a:noFill/>
            </p:spPr>
            <p:txBody>
              <a:bodyPr wrap="none" rtlCol="0">
                <a:spAutoFit/>
              </a:bodyPr>
              <a:lstStyle/>
              <a:p>
                <a:pPr/>
                <a14:m>
                  <m:oMathPara xmlns:m="http://schemas.openxmlformats.org/officeDocument/2006/math">
                    <m:oMath>
                      <m:sSub>
                        <m:sSubPr>
                          <m:ctrlPr>
                            <a:rPr lang="de-DE" sz="2000" b="0" i="1" smtClean="0">
                              <a:latin typeface="Cambria Math" panose="02040503050406030204" pitchFamily="18" charset="0"/>
                            </a:rPr>
                          </m:ctrlPr>
                        </m:sSubPr>
                        <m:e>
                          <m:r>
                            <m:rPr>
                              <m:sty m:val="p"/>
                            </m:rPr>
                            <a:rPr lang="de-DE" sz="2000" b="0" i="1" smtClean="0">
                              <a:latin typeface="Cambria Math" panose="02040503050406030204" pitchFamily="18" charset="0"/>
                            </a:rPr>
                            <m:t>m</m:t>
                          </m:r>
                        </m:e>
                        <m:sub>
                          <m:r>
                            <m:rPr>
                              <m:sty m:val="p"/>
                            </m:rPr>
                            <a:rPr lang="de-DE" sz="2000" b="0" i="1" smtClean="0">
                              <a:latin typeface="Cambria Math" panose="02040503050406030204" pitchFamily="18" charset="0"/>
                            </a:rPr>
                            <m:t>d</m:t>
                          </m:r>
                        </m:sub>
                      </m:sSub>
                    </m:oMath>
                  </m:oMathPara>
                </a14:m>
                <a:endParaRPr lang="en-US" sz="2000" dirty="0"/>
              </a:p>
            </p:txBody>
          </p:sp>
        </mc:Choice>
        <mc:Fallback xmlns="">
          <p:sp>
            <p:nvSpPr>
              <p:cNvPr id="109" name="TextBox 108">
                <a:extLst>
                  <a:ext uri="{FF2B5EF4-FFF2-40B4-BE49-F238E27FC236}">
                    <a16:creationId xmlns:a16="http://schemas.microsoft.com/office/drawing/2014/main" id="{06FBBA97-9F39-8EA0-3789-CF4643E9BBD3}"/>
                  </a:ext>
                </a:extLst>
              </p:cNvPr>
              <p:cNvSpPr txBox="1">
                <a:spLocks noRot="1" noChangeAspect="1" noMove="1" noResize="1" noEditPoints="1" noAdjustHandles="1" noChangeArrowheads="1" noChangeShapeType="1" noTextEdit="1"/>
              </p:cNvSpPr>
              <p:nvPr/>
            </p:nvSpPr>
            <p:spPr>
              <a:xfrm>
                <a:off x="3796744" y="817909"/>
                <a:ext cx="578427" cy="400110"/>
              </a:xfrm>
              <a:prstGeom prst="rect">
                <a:avLst/>
              </a:prstGeom>
              <a:blipFill>
                <a:blip r:embed="rId17"/>
                <a:stretch>
                  <a:fillRect b="-151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2" name="TextBox 111">
                <a:extLst>
                  <a:ext uri="{FF2B5EF4-FFF2-40B4-BE49-F238E27FC236}">
                    <a16:creationId xmlns:a16="http://schemas.microsoft.com/office/drawing/2014/main" id="{13AF1B54-6B14-3F9D-DCC7-424E7E15D3C3}"/>
                  </a:ext>
                </a:extLst>
              </p:cNvPr>
              <p:cNvSpPr txBox="1"/>
              <p:nvPr/>
            </p:nvSpPr>
            <p:spPr>
              <a:xfrm>
                <a:off x="7415257" y="274596"/>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c</m:t>
                          </m:r>
                        </m:sub>
                      </m:sSub>
                    </m:oMath>
                  </m:oMathPara>
                </a14:m>
                <a:endParaRPr lang="en-US" dirty="0">
                  <a:solidFill>
                    <a:schemeClr val="tx1"/>
                  </a:solidFill>
                </a:endParaRPr>
              </a:p>
            </p:txBody>
          </p:sp>
        </mc:Choice>
        <mc:Fallback xmlns="">
          <p:sp>
            <p:nvSpPr>
              <p:cNvPr id="112" name="TextBox 111">
                <a:extLst>
                  <a:ext uri="{FF2B5EF4-FFF2-40B4-BE49-F238E27FC236}">
                    <a16:creationId xmlns:a16="http://schemas.microsoft.com/office/drawing/2014/main" id="{13AF1B54-6B14-3F9D-DCC7-424E7E15D3C3}"/>
                  </a:ext>
                </a:extLst>
              </p:cNvPr>
              <p:cNvSpPr txBox="1">
                <a:spLocks noRot="1" noChangeAspect="1" noMove="1" noResize="1" noEditPoints="1" noAdjustHandles="1" noChangeArrowheads="1" noChangeShapeType="1" noTextEdit="1"/>
              </p:cNvSpPr>
              <p:nvPr/>
            </p:nvSpPr>
            <p:spPr>
              <a:xfrm>
                <a:off x="7415257" y="274596"/>
                <a:ext cx="507796" cy="369332"/>
              </a:xfrm>
              <a:prstGeom prst="rect">
                <a:avLst/>
              </a:prstGeom>
              <a:blipFill>
                <a:blip r:embed="rId18"/>
                <a:stretch>
                  <a:fillRect/>
                </a:stretch>
              </a:blipFill>
            </p:spPr>
            <p:txBody>
              <a:bodyPr/>
              <a:lstStyle/>
              <a:p>
                <a:r>
                  <a:rPr lang="en-US">
                    <a:noFill/>
                  </a:rPr>
                  <a:t> </a:t>
                </a:r>
              </a:p>
            </p:txBody>
          </p:sp>
        </mc:Fallback>
      </mc:AlternateContent>
      <p:sp>
        <p:nvSpPr>
          <p:cNvPr id="30" name="Oval 29">
            <a:extLst>
              <a:ext uri="{FF2B5EF4-FFF2-40B4-BE49-F238E27FC236}">
                <a16:creationId xmlns:a16="http://schemas.microsoft.com/office/drawing/2014/main" id="{618A69F6-9602-6BA4-0F8B-BD624BEB9CEF}"/>
              </a:ext>
            </a:extLst>
          </p:cNvPr>
          <p:cNvSpPr>
            <a:spLocks noChangeAspect="1"/>
          </p:cNvSpPr>
          <p:nvPr/>
        </p:nvSpPr>
        <p:spPr>
          <a:xfrm>
            <a:off x="8838064" y="168217"/>
            <a:ext cx="410141" cy="41014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1" name="Oval 30">
            <a:extLst>
              <a:ext uri="{FF2B5EF4-FFF2-40B4-BE49-F238E27FC236}">
                <a16:creationId xmlns:a16="http://schemas.microsoft.com/office/drawing/2014/main" id="{AEF00732-186D-9248-F4B8-93397C2DF991}"/>
              </a:ext>
            </a:extLst>
          </p:cNvPr>
          <p:cNvSpPr>
            <a:spLocks noChangeAspect="1"/>
          </p:cNvSpPr>
          <p:nvPr/>
        </p:nvSpPr>
        <p:spPr>
          <a:xfrm>
            <a:off x="8847774" y="2039320"/>
            <a:ext cx="410141" cy="41014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32" name="Straight Arrow Connector 31">
            <a:extLst>
              <a:ext uri="{FF2B5EF4-FFF2-40B4-BE49-F238E27FC236}">
                <a16:creationId xmlns:a16="http://schemas.microsoft.com/office/drawing/2014/main" id="{12BA56B2-F09B-0F21-6D2F-5CA975E7434C}"/>
              </a:ext>
            </a:extLst>
          </p:cNvPr>
          <p:cNvCxnSpPr>
            <a:cxnSpLocks/>
            <a:stCxn id="31" idx="6"/>
            <a:endCxn id="43" idx="3"/>
          </p:cNvCxnSpPr>
          <p:nvPr/>
        </p:nvCxnSpPr>
        <p:spPr>
          <a:xfrm flipV="1">
            <a:off x="9257915" y="1444685"/>
            <a:ext cx="1544775" cy="799706"/>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a16="http://schemas.microsoft.com/office/drawing/2014/main" id="{324AC3BF-B659-610C-3882-00EC15DF7EE1}"/>
              </a:ext>
            </a:extLst>
          </p:cNvPr>
          <p:cNvCxnSpPr>
            <a:cxnSpLocks/>
            <a:stCxn id="30" idx="6"/>
            <a:endCxn id="43" idx="1"/>
          </p:cNvCxnSpPr>
          <p:nvPr/>
        </p:nvCxnSpPr>
        <p:spPr>
          <a:xfrm>
            <a:off x="9248205" y="373288"/>
            <a:ext cx="1554485" cy="781384"/>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23889ADE-3DBC-813B-54A1-3E7A9A9C6017}"/>
                  </a:ext>
                </a:extLst>
              </p:cNvPr>
              <p:cNvSpPr txBox="1"/>
              <p:nvPr/>
            </p:nvSpPr>
            <p:spPr>
              <a:xfrm>
                <a:off x="10078294" y="264605"/>
                <a:ext cx="855270"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Nc</m:t>
                          </m:r>
                        </m:sub>
                      </m:sSub>
                    </m:oMath>
                  </m:oMathPara>
                </a14:m>
                <a:endParaRPr lang="en-US" dirty="0">
                  <a:solidFill>
                    <a:schemeClr val="tx1"/>
                  </a:solidFill>
                </a:endParaRPr>
              </a:p>
            </p:txBody>
          </p:sp>
        </mc:Choice>
        <mc:Fallback xmlns="">
          <p:sp>
            <p:nvSpPr>
              <p:cNvPr id="34" name="TextBox 33">
                <a:extLst>
                  <a:ext uri="{FF2B5EF4-FFF2-40B4-BE49-F238E27FC236}">
                    <a16:creationId xmlns:a16="http://schemas.microsoft.com/office/drawing/2014/main" id="{23889ADE-3DBC-813B-54A1-3E7A9A9C6017}"/>
                  </a:ext>
                </a:extLst>
              </p:cNvPr>
              <p:cNvSpPr txBox="1">
                <a:spLocks noRot="1" noChangeAspect="1" noMove="1" noResize="1" noEditPoints="1" noAdjustHandles="1" noChangeArrowheads="1" noChangeShapeType="1" noTextEdit="1"/>
              </p:cNvSpPr>
              <p:nvPr/>
            </p:nvSpPr>
            <p:spPr>
              <a:xfrm>
                <a:off x="10078294" y="264605"/>
                <a:ext cx="855270" cy="369332"/>
              </a:xfrm>
              <a:prstGeom prst="rect">
                <a:avLst/>
              </a:prstGeom>
              <a:blipFill>
                <a:blip r:embed="rId1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54952BB8-EB3F-C528-EDD1-05FFB46E7DF5}"/>
                  </a:ext>
                </a:extLst>
              </p:cNvPr>
              <p:cNvSpPr txBox="1"/>
              <p:nvPr/>
            </p:nvSpPr>
            <p:spPr>
              <a:xfrm>
                <a:off x="10136557" y="1792664"/>
                <a:ext cx="855270"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Nc</m:t>
                          </m:r>
                        </m:sub>
                      </m:sSub>
                    </m:oMath>
                  </m:oMathPara>
                </a14:m>
                <a:endParaRPr lang="en-US" dirty="0">
                  <a:solidFill>
                    <a:schemeClr val="tx1"/>
                  </a:solidFill>
                </a:endParaRPr>
              </a:p>
            </p:txBody>
          </p:sp>
        </mc:Choice>
        <mc:Fallback xmlns="">
          <p:sp>
            <p:nvSpPr>
              <p:cNvPr id="35" name="TextBox 34">
                <a:extLst>
                  <a:ext uri="{FF2B5EF4-FFF2-40B4-BE49-F238E27FC236}">
                    <a16:creationId xmlns:a16="http://schemas.microsoft.com/office/drawing/2014/main" id="{54952BB8-EB3F-C528-EDD1-05FFB46E7DF5}"/>
                  </a:ext>
                </a:extLst>
              </p:cNvPr>
              <p:cNvSpPr txBox="1">
                <a:spLocks noRot="1" noChangeAspect="1" noMove="1" noResize="1" noEditPoints="1" noAdjustHandles="1" noChangeArrowheads="1" noChangeShapeType="1" noTextEdit="1"/>
              </p:cNvSpPr>
              <p:nvPr/>
            </p:nvSpPr>
            <p:spPr>
              <a:xfrm>
                <a:off x="10136557" y="1792664"/>
                <a:ext cx="855270" cy="369332"/>
              </a:xfrm>
              <a:prstGeom prst="rect">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89CBE457-6C2C-EB9D-A53D-E31B23B7B7FF}"/>
                  </a:ext>
                </a:extLst>
              </p:cNvPr>
              <p:cNvSpPr txBox="1"/>
              <p:nvPr/>
            </p:nvSpPr>
            <p:spPr>
              <a:xfrm>
                <a:off x="8973209" y="617681"/>
                <a:ext cx="855270"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Na</m:t>
                          </m:r>
                        </m:sub>
                      </m:sSub>
                    </m:oMath>
                  </m:oMathPara>
                </a14:m>
                <a:endParaRPr lang="en-US" dirty="0">
                  <a:solidFill>
                    <a:schemeClr val="tx1"/>
                  </a:solidFill>
                </a:endParaRPr>
              </a:p>
            </p:txBody>
          </p:sp>
        </mc:Choice>
        <mc:Fallback xmlns="">
          <p:sp>
            <p:nvSpPr>
              <p:cNvPr id="36" name="TextBox 35">
                <a:extLst>
                  <a:ext uri="{FF2B5EF4-FFF2-40B4-BE49-F238E27FC236}">
                    <a16:creationId xmlns:a16="http://schemas.microsoft.com/office/drawing/2014/main" id="{89CBE457-6C2C-EB9D-A53D-E31B23B7B7FF}"/>
                  </a:ext>
                </a:extLst>
              </p:cNvPr>
              <p:cNvSpPr txBox="1">
                <a:spLocks noRot="1" noChangeAspect="1" noMove="1" noResize="1" noEditPoints="1" noAdjustHandles="1" noChangeArrowheads="1" noChangeShapeType="1" noTextEdit="1"/>
              </p:cNvSpPr>
              <p:nvPr/>
            </p:nvSpPr>
            <p:spPr>
              <a:xfrm>
                <a:off x="8973209" y="617681"/>
                <a:ext cx="855270" cy="369332"/>
              </a:xfrm>
              <a:prstGeom prst="rect">
                <a:avLst/>
              </a:prstGeom>
              <a:blipFill>
                <a:blip r:embed="rId2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CA4B5AB9-25FE-DDD7-5A19-36A78752EE58}"/>
                  </a:ext>
                </a:extLst>
              </p:cNvPr>
              <p:cNvSpPr txBox="1"/>
              <p:nvPr/>
            </p:nvSpPr>
            <p:spPr>
              <a:xfrm>
                <a:off x="8905461" y="1528467"/>
                <a:ext cx="855270"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Nb</m:t>
                          </m:r>
                        </m:sub>
                      </m:sSub>
                    </m:oMath>
                  </m:oMathPara>
                </a14:m>
                <a:endParaRPr lang="en-US" dirty="0">
                  <a:solidFill>
                    <a:schemeClr val="tx1"/>
                  </a:solidFill>
                </a:endParaRPr>
              </a:p>
            </p:txBody>
          </p:sp>
        </mc:Choice>
        <mc:Fallback xmlns="">
          <p:sp>
            <p:nvSpPr>
              <p:cNvPr id="37" name="TextBox 36">
                <a:extLst>
                  <a:ext uri="{FF2B5EF4-FFF2-40B4-BE49-F238E27FC236}">
                    <a16:creationId xmlns:a16="http://schemas.microsoft.com/office/drawing/2014/main" id="{CA4B5AB9-25FE-DDD7-5A19-36A78752EE58}"/>
                  </a:ext>
                </a:extLst>
              </p:cNvPr>
              <p:cNvSpPr txBox="1">
                <a:spLocks noRot="1" noChangeAspect="1" noMove="1" noResize="1" noEditPoints="1" noAdjustHandles="1" noChangeArrowheads="1" noChangeShapeType="1" noTextEdit="1"/>
              </p:cNvSpPr>
              <p:nvPr/>
            </p:nvSpPr>
            <p:spPr>
              <a:xfrm>
                <a:off x="8905461" y="1528467"/>
                <a:ext cx="855270" cy="369332"/>
              </a:xfrm>
              <a:prstGeom prst="rect">
                <a:avLst/>
              </a:prstGeom>
              <a:blipFill>
                <a:blip r:embed="rId22"/>
                <a:stretch>
                  <a:fillRect/>
                </a:stretch>
              </a:blipFill>
            </p:spPr>
            <p:txBody>
              <a:bodyPr/>
              <a:lstStyle/>
              <a:p>
                <a:r>
                  <a:rPr lang="en-US">
                    <a:noFill/>
                  </a:rPr>
                  <a:t> </a:t>
                </a:r>
              </a:p>
            </p:txBody>
          </p:sp>
        </mc:Fallback>
      </mc:AlternateContent>
      <p:cxnSp>
        <p:nvCxnSpPr>
          <p:cNvPr id="39" name="Straight Arrow Connector 38">
            <a:extLst>
              <a:ext uri="{FF2B5EF4-FFF2-40B4-BE49-F238E27FC236}">
                <a16:creationId xmlns:a16="http://schemas.microsoft.com/office/drawing/2014/main" id="{A9582F5A-62E1-980C-D2D3-E25579C7C48F}"/>
              </a:ext>
            </a:extLst>
          </p:cNvPr>
          <p:cNvCxnSpPr>
            <a:cxnSpLocks/>
            <a:endCxn id="30" idx="2"/>
          </p:cNvCxnSpPr>
          <p:nvPr/>
        </p:nvCxnSpPr>
        <p:spPr>
          <a:xfrm flipV="1">
            <a:off x="7768356" y="373288"/>
            <a:ext cx="1069708" cy="885461"/>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4BD590D5-40FA-AB40-4FFC-9AFACF2202D7}"/>
                  </a:ext>
                </a:extLst>
              </p:cNvPr>
              <p:cNvSpPr txBox="1"/>
              <p:nvPr/>
            </p:nvSpPr>
            <p:spPr>
              <a:xfrm>
                <a:off x="7804969" y="886642"/>
                <a:ext cx="546041"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c</m:t>
                          </m:r>
                        </m:sub>
                      </m:sSub>
                    </m:oMath>
                  </m:oMathPara>
                </a14:m>
                <a:endParaRPr lang="en-US" dirty="0">
                  <a:solidFill>
                    <a:schemeClr val="tx1"/>
                  </a:solidFill>
                </a:endParaRPr>
              </a:p>
            </p:txBody>
          </p:sp>
        </mc:Choice>
        <mc:Fallback xmlns="">
          <p:sp>
            <p:nvSpPr>
              <p:cNvPr id="40" name="TextBox 39">
                <a:extLst>
                  <a:ext uri="{FF2B5EF4-FFF2-40B4-BE49-F238E27FC236}">
                    <a16:creationId xmlns:a16="http://schemas.microsoft.com/office/drawing/2014/main" id="{4BD590D5-40FA-AB40-4FFC-9AFACF2202D7}"/>
                  </a:ext>
                </a:extLst>
              </p:cNvPr>
              <p:cNvSpPr txBox="1">
                <a:spLocks noRot="1" noChangeAspect="1" noMove="1" noResize="1" noEditPoints="1" noAdjustHandles="1" noChangeArrowheads="1" noChangeShapeType="1" noTextEdit="1"/>
              </p:cNvSpPr>
              <p:nvPr/>
            </p:nvSpPr>
            <p:spPr>
              <a:xfrm>
                <a:off x="7804969" y="886642"/>
                <a:ext cx="546041" cy="369332"/>
              </a:xfrm>
              <a:prstGeom prst="rect">
                <a:avLst/>
              </a:prstGeom>
              <a:blipFill>
                <a:blip r:embed="rId23"/>
                <a:stretch>
                  <a:fillRect/>
                </a:stretch>
              </a:blipFill>
            </p:spPr>
            <p:txBody>
              <a:bodyPr/>
              <a:lstStyle/>
              <a:p>
                <a:r>
                  <a:rPr lang="en-US">
                    <a:noFill/>
                  </a:rPr>
                  <a:t> </a:t>
                </a:r>
              </a:p>
            </p:txBody>
          </p:sp>
        </mc:Fallback>
      </mc:AlternateContent>
      <p:cxnSp>
        <p:nvCxnSpPr>
          <p:cNvPr id="41" name="Straight Arrow Connector 40">
            <a:extLst>
              <a:ext uri="{FF2B5EF4-FFF2-40B4-BE49-F238E27FC236}">
                <a16:creationId xmlns:a16="http://schemas.microsoft.com/office/drawing/2014/main" id="{22EF3134-83CF-FBD8-12EB-CAE3634BBC3F}"/>
              </a:ext>
            </a:extLst>
          </p:cNvPr>
          <p:cNvCxnSpPr>
            <a:cxnSpLocks/>
          </p:cNvCxnSpPr>
          <p:nvPr/>
        </p:nvCxnSpPr>
        <p:spPr>
          <a:xfrm>
            <a:off x="7765440" y="1255974"/>
            <a:ext cx="740834" cy="1289"/>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42" name="Straight Arrow Connector 41">
            <a:extLst>
              <a:ext uri="{FF2B5EF4-FFF2-40B4-BE49-F238E27FC236}">
                <a16:creationId xmlns:a16="http://schemas.microsoft.com/office/drawing/2014/main" id="{5C8891D4-4F60-FA22-DBDB-92DB43373BD9}"/>
              </a:ext>
            </a:extLst>
          </p:cNvPr>
          <p:cNvCxnSpPr>
            <a:cxnSpLocks/>
            <a:endCxn id="31" idx="2"/>
          </p:cNvCxnSpPr>
          <p:nvPr/>
        </p:nvCxnSpPr>
        <p:spPr>
          <a:xfrm>
            <a:off x="7768356" y="1258749"/>
            <a:ext cx="1079418" cy="985642"/>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sp>
        <p:nvSpPr>
          <p:cNvPr id="43" name="Oval 42">
            <a:extLst>
              <a:ext uri="{FF2B5EF4-FFF2-40B4-BE49-F238E27FC236}">
                <a16:creationId xmlns:a16="http://schemas.microsoft.com/office/drawing/2014/main" id="{451FFE99-09AD-0E68-E824-21B9F4AF1DDF}"/>
              </a:ext>
            </a:extLst>
          </p:cNvPr>
          <p:cNvSpPr>
            <a:spLocks noChangeAspect="1"/>
          </p:cNvSpPr>
          <p:nvPr/>
        </p:nvSpPr>
        <p:spPr>
          <a:xfrm>
            <a:off x="10742626" y="1094608"/>
            <a:ext cx="410141" cy="41014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44" name="Straight Arrow Connector 43">
            <a:extLst>
              <a:ext uri="{FF2B5EF4-FFF2-40B4-BE49-F238E27FC236}">
                <a16:creationId xmlns:a16="http://schemas.microsoft.com/office/drawing/2014/main" id="{785808EA-23EB-9D96-5AD0-787EC0BD529F}"/>
              </a:ext>
            </a:extLst>
          </p:cNvPr>
          <p:cNvCxnSpPr>
            <a:cxnSpLocks/>
          </p:cNvCxnSpPr>
          <p:nvPr/>
        </p:nvCxnSpPr>
        <p:spPr>
          <a:xfrm flipV="1">
            <a:off x="11152767" y="1283396"/>
            <a:ext cx="782058" cy="16282"/>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E49FD23D-F4E9-D651-8EBC-CAB3F43EF2A6}"/>
                  </a:ext>
                </a:extLst>
              </p:cNvPr>
              <p:cNvSpPr txBox="1"/>
              <p:nvPr/>
            </p:nvSpPr>
            <p:spPr>
              <a:xfrm>
                <a:off x="11375115" y="876413"/>
                <a:ext cx="524049" cy="369332"/>
              </a:xfrm>
              <a:prstGeom prst="rect">
                <a:avLst/>
              </a:prstGeom>
              <a:noFill/>
            </p:spPr>
            <p:txBody>
              <a:bodyPr wrap="square">
                <a:spAutoFit/>
              </a:bodyPr>
              <a:lstStyle/>
              <a:p>
                <a:pPr/>
                <a14:m>
                  <m:oMathPara xmlns:m="http://schemas.openxmlformats.org/officeDocument/2006/math">
                    <m:oMath>
                      <m:sSub>
                        <m:sSubPr>
                          <m:ctrlPr>
                            <a:rPr lang="de-DE" b="0" i="1" smtClean="0">
                              <a:latin typeface="Cambria Math" panose="02040503050406030204" pitchFamily="18" charset="0"/>
                            </a:rPr>
                          </m:ctrlPr>
                        </m:sSubPr>
                        <m:e>
                          <m:r>
                            <m:rPr>
                              <m:sty m:val="p"/>
                            </m:rPr>
                            <a:rPr lang="de-DE" b="0" i="1" smtClean="0">
                              <a:latin typeface="Cambria Math" panose="02040503050406030204" pitchFamily="18" charset="0"/>
                            </a:rPr>
                            <m:t>m</m:t>
                          </m:r>
                        </m:e>
                        <m:sub>
                          <m:r>
                            <m:rPr>
                              <m:sty m:val="p"/>
                            </m:rPr>
                            <a:rPr lang="de-DE" b="0" i="1" smtClean="0">
                              <a:latin typeface="Cambria Math" panose="02040503050406030204" pitchFamily="18" charset="0"/>
                            </a:rPr>
                            <m:t>out</m:t>
                          </m:r>
                        </m:sub>
                      </m:sSub>
                    </m:oMath>
                  </m:oMathPara>
                </a14:m>
                <a:endParaRPr lang="en-US" dirty="0"/>
              </a:p>
            </p:txBody>
          </p:sp>
        </mc:Choice>
        <mc:Fallback xmlns="">
          <p:sp>
            <p:nvSpPr>
              <p:cNvPr id="45" name="TextBox 44">
                <a:extLst>
                  <a:ext uri="{FF2B5EF4-FFF2-40B4-BE49-F238E27FC236}">
                    <a16:creationId xmlns:a16="http://schemas.microsoft.com/office/drawing/2014/main" id="{E49FD23D-F4E9-D651-8EBC-CAB3F43EF2A6}"/>
                  </a:ext>
                </a:extLst>
              </p:cNvPr>
              <p:cNvSpPr txBox="1">
                <a:spLocks noRot="1" noChangeAspect="1" noMove="1" noResize="1" noEditPoints="1" noAdjustHandles="1" noChangeArrowheads="1" noChangeShapeType="1" noTextEdit="1"/>
              </p:cNvSpPr>
              <p:nvPr/>
            </p:nvSpPr>
            <p:spPr>
              <a:xfrm>
                <a:off x="11375115" y="876413"/>
                <a:ext cx="524049" cy="369332"/>
              </a:xfrm>
              <a:prstGeom prst="rect">
                <a:avLst/>
              </a:prstGeom>
              <a:blipFill>
                <a:blip r:embed="rId24"/>
                <a:stretch>
                  <a:fillRect r="-151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DD30B769-3724-4677-7054-E61816DBF762}"/>
                  </a:ext>
                </a:extLst>
              </p:cNvPr>
              <p:cNvSpPr txBox="1"/>
              <p:nvPr/>
            </p:nvSpPr>
            <p:spPr>
              <a:xfrm>
                <a:off x="10724748" y="1074050"/>
                <a:ext cx="448081"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No</m:t>
                          </m:r>
                        </m:sub>
                      </m:sSub>
                    </m:oMath>
                  </m:oMathPara>
                </a14:m>
                <a:endParaRPr lang="en-US" dirty="0">
                  <a:solidFill>
                    <a:schemeClr val="bg1"/>
                  </a:solidFill>
                </a:endParaRPr>
              </a:p>
            </p:txBody>
          </p:sp>
        </mc:Choice>
        <mc:Fallback xmlns="">
          <p:sp>
            <p:nvSpPr>
              <p:cNvPr id="46" name="TextBox 45">
                <a:extLst>
                  <a:ext uri="{FF2B5EF4-FFF2-40B4-BE49-F238E27FC236}">
                    <a16:creationId xmlns:a16="http://schemas.microsoft.com/office/drawing/2014/main" id="{DD30B769-3724-4677-7054-E61816DBF762}"/>
                  </a:ext>
                </a:extLst>
              </p:cNvPr>
              <p:cNvSpPr txBox="1">
                <a:spLocks noRot="1" noChangeAspect="1" noMove="1" noResize="1" noEditPoints="1" noAdjustHandles="1" noChangeArrowheads="1" noChangeShapeType="1" noTextEdit="1"/>
              </p:cNvSpPr>
              <p:nvPr/>
            </p:nvSpPr>
            <p:spPr>
              <a:xfrm>
                <a:off x="10724748" y="1074050"/>
                <a:ext cx="448081" cy="369332"/>
              </a:xfrm>
              <a:prstGeom prst="rect">
                <a:avLst/>
              </a:prstGeom>
              <a:blipFill>
                <a:blip r:embed="rId25"/>
                <a:stretch>
                  <a:fillRect r="-405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65C27381-7812-E490-EA18-AFA19F7E35A2}"/>
                  </a:ext>
                </a:extLst>
              </p:cNvPr>
              <p:cNvSpPr txBox="1"/>
              <p:nvPr/>
            </p:nvSpPr>
            <p:spPr>
              <a:xfrm>
                <a:off x="8773317" y="135592"/>
                <a:ext cx="557613"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Na</m:t>
                          </m:r>
                        </m:sub>
                      </m:sSub>
                    </m:oMath>
                  </m:oMathPara>
                </a14:m>
                <a:endParaRPr lang="en-US" dirty="0">
                  <a:solidFill>
                    <a:schemeClr val="bg1"/>
                  </a:solidFill>
                </a:endParaRPr>
              </a:p>
            </p:txBody>
          </p:sp>
        </mc:Choice>
        <mc:Fallback xmlns="">
          <p:sp>
            <p:nvSpPr>
              <p:cNvPr id="47" name="TextBox 46">
                <a:extLst>
                  <a:ext uri="{FF2B5EF4-FFF2-40B4-BE49-F238E27FC236}">
                    <a16:creationId xmlns:a16="http://schemas.microsoft.com/office/drawing/2014/main" id="{65C27381-7812-E490-EA18-AFA19F7E35A2}"/>
                  </a:ext>
                </a:extLst>
              </p:cNvPr>
              <p:cNvSpPr txBox="1">
                <a:spLocks noRot="1" noChangeAspect="1" noMove="1" noResize="1" noEditPoints="1" noAdjustHandles="1" noChangeArrowheads="1" noChangeShapeType="1" noTextEdit="1"/>
              </p:cNvSpPr>
              <p:nvPr/>
            </p:nvSpPr>
            <p:spPr>
              <a:xfrm>
                <a:off x="8773317" y="135592"/>
                <a:ext cx="557613" cy="369332"/>
              </a:xfrm>
              <a:prstGeom prst="rect">
                <a:avLst/>
              </a:prstGeom>
              <a:blipFill>
                <a:blip r:embed="rId2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A27BF7B2-36CC-F479-2FDD-48E893FF8975}"/>
                  </a:ext>
                </a:extLst>
              </p:cNvPr>
              <p:cNvSpPr txBox="1"/>
              <p:nvPr/>
            </p:nvSpPr>
            <p:spPr>
              <a:xfrm>
                <a:off x="8827989" y="2017818"/>
                <a:ext cx="421017"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Nb</m:t>
                          </m:r>
                        </m:sub>
                      </m:sSub>
                    </m:oMath>
                  </m:oMathPara>
                </a14:m>
                <a:endParaRPr lang="en-US" dirty="0">
                  <a:solidFill>
                    <a:schemeClr val="bg1"/>
                  </a:solidFill>
                </a:endParaRPr>
              </a:p>
            </p:txBody>
          </p:sp>
        </mc:Choice>
        <mc:Fallback xmlns="">
          <p:sp>
            <p:nvSpPr>
              <p:cNvPr id="48" name="TextBox 47">
                <a:extLst>
                  <a:ext uri="{FF2B5EF4-FFF2-40B4-BE49-F238E27FC236}">
                    <a16:creationId xmlns:a16="http://schemas.microsoft.com/office/drawing/2014/main" id="{A27BF7B2-36CC-F479-2FDD-48E893FF8975}"/>
                  </a:ext>
                </a:extLst>
              </p:cNvPr>
              <p:cNvSpPr txBox="1">
                <a:spLocks noRot="1" noChangeAspect="1" noMove="1" noResize="1" noEditPoints="1" noAdjustHandles="1" noChangeArrowheads="1" noChangeShapeType="1" noTextEdit="1"/>
              </p:cNvSpPr>
              <p:nvPr/>
            </p:nvSpPr>
            <p:spPr>
              <a:xfrm>
                <a:off x="8827989" y="2017818"/>
                <a:ext cx="421017" cy="369332"/>
              </a:xfrm>
              <a:prstGeom prst="rect">
                <a:avLst/>
              </a:prstGeom>
              <a:blipFill>
                <a:blip r:embed="rId27"/>
                <a:stretch>
                  <a:fillRect r="-13043"/>
                </a:stretch>
              </a:blipFill>
            </p:spPr>
            <p:txBody>
              <a:bodyPr/>
              <a:lstStyle/>
              <a:p>
                <a:r>
                  <a:rPr lang="en-US">
                    <a:noFill/>
                  </a:rPr>
                  <a:t> </a:t>
                </a:r>
              </a:p>
            </p:txBody>
          </p:sp>
        </mc:Fallback>
      </mc:AlternateContent>
      <p:cxnSp>
        <p:nvCxnSpPr>
          <p:cNvPr id="60" name="Straight Connector 59">
            <a:extLst>
              <a:ext uri="{FF2B5EF4-FFF2-40B4-BE49-F238E27FC236}">
                <a16:creationId xmlns:a16="http://schemas.microsoft.com/office/drawing/2014/main" id="{94A99BAA-CEF3-956C-DA05-B19CB1821DEB}"/>
              </a:ext>
            </a:extLst>
          </p:cNvPr>
          <p:cNvCxnSpPr>
            <a:cxnSpLocks/>
          </p:cNvCxnSpPr>
          <p:nvPr/>
        </p:nvCxnSpPr>
        <p:spPr>
          <a:xfrm>
            <a:off x="7775843" y="695981"/>
            <a:ext cx="8451" cy="559993"/>
          </a:xfrm>
          <a:prstGeom prst="line">
            <a:avLst/>
          </a:prstGeom>
        </p:spPr>
        <p:style>
          <a:lnRef idx="2">
            <a:schemeClr val="accent1"/>
          </a:lnRef>
          <a:fillRef idx="0">
            <a:schemeClr val="accent1"/>
          </a:fillRef>
          <a:effectRef idx="1">
            <a:schemeClr val="accent1"/>
          </a:effectRef>
          <a:fontRef idx="minor">
            <a:schemeClr val="tx1"/>
          </a:fontRef>
        </p:style>
      </p:cxnSp>
      <p:sp>
        <p:nvSpPr>
          <p:cNvPr id="113" name="Rectangle 112">
            <a:extLst>
              <a:ext uri="{FF2B5EF4-FFF2-40B4-BE49-F238E27FC236}">
                <a16:creationId xmlns:a16="http://schemas.microsoft.com/office/drawing/2014/main" id="{3CA5A4A3-D21A-A7FD-D701-C11E66D222FE}"/>
              </a:ext>
            </a:extLst>
          </p:cNvPr>
          <p:cNvSpPr/>
          <p:nvPr/>
        </p:nvSpPr>
        <p:spPr>
          <a:xfrm>
            <a:off x="8320025" y="45697"/>
            <a:ext cx="3073000" cy="2537212"/>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15" name="TextBox 114">
            <a:extLst>
              <a:ext uri="{FF2B5EF4-FFF2-40B4-BE49-F238E27FC236}">
                <a16:creationId xmlns:a16="http://schemas.microsoft.com/office/drawing/2014/main" id="{506F9DB4-2FB6-818E-18EF-F85F8EDAEE5D}"/>
              </a:ext>
            </a:extLst>
          </p:cNvPr>
          <p:cNvSpPr txBox="1"/>
          <p:nvPr/>
        </p:nvSpPr>
        <p:spPr>
          <a:xfrm>
            <a:off x="8334903" y="76227"/>
            <a:ext cx="473206" cy="338554"/>
          </a:xfrm>
          <a:prstGeom prst="rect">
            <a:avLst/>
          </a:prstGeom>
          <a:noFill/>
        </p:spPr>
        <p:txBody>
          <a:bodyPr wrap="none" rtlCol="0">
            <a:spAutoFit/>
          </a:bodyPr>
          <a:lstStyle/>
          <a:p>
            <a:r>
              <a:rPr lang="en-US" sz="1600" dirty="0"/>
              <a:t>NN</a:t>
            </a:r>
          </a:p>
        </p:txBody>
      </p:sp>
      <p:pic>
        <p:nvPicPr>
          <p:cNvPr id="15" name="Picture 14">
            <a:extLst>
              <a:ext uri="{FF2B5EF4-FFF2-40B4-BE49-F238E27FC236}">
                <a16:creationId xmlns:a16="http://schemas.microsoft.com/office/drawing/2014/main" id="{27BA915B-38CB-309A-3251-40C71A10F3EB}"/>
              </a:ext>
            </a:extLst>
          </p:cNvPr>
          <p:cNvPicPr>
            <a:picLocks noChangeAspect="1"/>
          </p:cNvPicPr>
          <p:nvPr/>
        </p:nvPicPr>
        <p:blipFill>
          <a:blip r:embed="rId28"/>
          <a:stretch>
            <a:fillRect/>
          </a:stretch>
        </p:blipFill>
        <p:spPr>
          <a:xfrm>
            <a:off x="248320" y="2862779"/>
            <a:ext cx="5187460" cy="3121740"/>
          </a:xfrm>
          <a:prstGeom prst="rect">
            <a:avLst/>
          </a:prstGeom>
        </p:spPr>
      </p:pic>
      <p:pic>
        <p:nvPicPr>
          <p:cNvPr id="20" name="Picture 19">
            <a:extLst>
              <a:ext uri="{FF2B5EF4-FFF2-40B4-BE49-F238E27FC236}">
                <a16:creationId xmlns:a16="http://schemas.microsoft.com/office/drawing/2014/main" id="{C0C543CD-1066-3DFA-18AD-D21B34C7D0AF}"/>
              </a:ext>
            </a:extLst>
          </p:cNvPr>
          <p:cNvPicPr>
            <a:picLocks noChangeAspect="1"/>
          </p:cNvPicPr>
          <p:nvPr/>
        </p:nvPicPr>
        <p:blipFill>
          <a:blip r:embed="rId29"/>
          <a:stretch>
            <a:fillRect/>
          </a:stretch>
        </p:blipFill>
        <p:spPr>
          <a:xfrm>
            <a:off x="5755272" y="2854094"/>
            <a:ext cx="5333333" cy="3209524"/>
          </a:xfrm>
          <a:prstGeom prst="rect">
            <a:avLst/>
          </a:prstGeom>
        </p:spPr>
      </p:pic>
    </p:spTree>
    <p:extLst>
      <p:ext uri="{BB962C8B-B14F-4D97-AF65-F5344CB8AC3E}">
        <p14:creationId xmlns:p14="http://schemas.microsoft.com/office/powerpoint/2010/main" val="396111274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5AB496-28A3-0DEA-5C3E-BD08D103DB44}"/>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E3ADB2A5-542A-20DB-3B61-01E3E1036579}"/>
              </a:ext>
            </a:extLst>
          </p:cNvPr>
          <p:cNvSpPr/>
          <p:nvPr/>
        </p:nvSpPr>
        <p:spPr>
          <a:xfrm>
            <a:off x="1462291" y="6337004"/>
            <a:ext cx="1554480" cy="52099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Algorithm </a:t>
            </a:r>
          </a:p>
        </p:txBody>
      </p:sp>
      <p:sp>
        <p:nvSpPr>
          <p:cNvPr id="5" name="Rectangle: Rounded Corners 4">
            <a:extLst>
              <a:ext uri="{FF2B5EF4-FFF2-40B4-BE49-F238E27FC236}">
                <a16:creationId xmlns:a16="http://schemas.microsoft.com/office/drawing/2014/main" id="{5E0CC68C-0A62-EE84-6391-E78522F45C65}"/>
              </a:ext>
            </a:extLst>
          </p:cNvPr>
          <p:cNvSpPr/>
          <p:nvPr/>
        </p:nvSpPr>
        <p:spPr>
          <a:xfrm>
            <a:off x="3764816" y="6337004"/>
            <a:ext cx="1554480" cy="520995"/>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Chemical Reactions </a:t>
            </a:r>
          </a:p>
        </p:txBody>
      </p:sp>
      <p:sp>
        <p:nvSpPr>
          <p:cNvPr id="6" name="Rectangle: Rounded Corners 5">
            <a:extLst>
              <a:ext uri="{FF2B5EF4-FFF2-40B4-BE49-F238E27FC236}">
                <a16:creationId xmlns:a16="http://schemas.microsoft.com/office/drawing/2014/main" id="{81D36675-CE69-3B1E-5005-64332F645A40}"/>
              </a:ext>
            </a:extLst>
          </p:cNvPr>
          <p:cNvSpPr/>
          <p:nvPr/>
        </p:nvSpPr>
        <p:spPr>
          <a:xfrm>
            <a:off x="6067341" y="6337004"/>
            <a:ext cx="1554480" cy="520995"/>
          </a:xfrm>
          <a:prstGeom prst="round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Metabolic Network</a:t>
            </a:r>
          </a:p>
        </p:txBody>
      </p:sp>
      <p:sp>
        <p:nvSpPr>
          <p:cNvPr id="7" name="Rectangle: Rounded Corners 6">
            <a:extLst>
              <a:ext uri="{FF2B5EF4-FFF2-40B4-BE49-F238E27FC236}">
                <a16:creationId xmlns:a16="http://schemas.microsoft.com/office/drawing/2014/main" id="{6C917C87-E52A-D8A3-D2C8-F06DDAB10A6F}"/>
              </a:ext>
            </a:extLst>
          </p:cNvPr>
          <p:cNvSpPr/>
          <p:nvPr/>
        </p:nvSpPr>
        <p:spPr>
          <a:xfrm>
            <a:off x="8369865" y="6337004"/>
            <a:ext cx="1554480" cy="52099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THz Actuation</a:t>
            </a:r>
          </a:p>
        </p:txBody>
      </p:sp>
      <p:cxnSp>
        <p:nvCxnSpPr>
          <p:cNvPr id="8" name="Straight Arrow Connector 7">
            <a:extLst>
              <a:ext uri="{FF2B5EF4-FFF2-40B4-BE49-F238E27FC236}">
                <a16:creationId xmlns:a16="http://schemas.microsoft.com/office/drawing/2014/main" id="{C89311CC-E5B8-8A0A-E63B-CF2856024EC9}"/>
              </a:ext>
            </a:extLst>
          </p:cNvPr>
          <p:cNvCxnSpPr>
            <a:cxnSpLocks/>
            <a:stCxn id="4" idx="3"/>
            <a:endCxn id="5" idx="1"/>
          </p:cNvCxnSpPr>
          <p:nvPr/>
        </p:nvCxnSpPr>
        <p:spPr>
          <a:xfrm>
            <a:off x="3016771" y="6597502"/>
            <a:ext cx="748045" cy="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5561736B-1894-DF5D-8362-E4C0096FD59E}"/>
              </a:ext>
            </a:extLst>
          </p:cNvPr>
          <p:cNvCxnSpPr>
            <a:cxnSpLocks/>
            <a:stCxn id="5" idx="3"/>
            <a:endCxn id="6" idx="1"/>
          </p:cNvCxnSpPr>
          <p:nvPr/>
        </p:nvCxnSpPr>
        <p:spPr>
          <a:xfrm>
            <a:off x="5319296" y="6597502"/>
            <a:ext cx="748045" cy="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7B633FDC-ED3C-DAA5-4E29-ECA4A9D89E23}"/>
              </a:ext>
            </a:extLst>
          </p:cNvPr>
          <p:cNvCxnSpPr>
            <a:cxnSpLocks/>
            <a:stCxn id="7" idx="1"/>
            <a:endCxn id="6" idx="3"/>
          </p:cNvCxnSpPr>
          <p:nvPr/>
        </p:nvCxnSpPr>
        <p:spPr>
          <a:xfrm flipH="1">
            <a:off x="7621821" y="6597502"/>
            <a:ext cx="748044" cy="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sp>
        <p:nvSpPr>
          <p:cNvPr id="69" name="Oval 68">
            <a:extLst>
              <a:ext uri="{FF2B5EF4-FFF2-40B4-BE49-F238E27FC236}">
                <a16:creationId xmlns:a16="http://schemas.microsoft.com/office/drawing/2014/main" id="{83FD4CB5-B5F5-5C8A-8D51-E8BCC4C11947}"/>
              </a:ext>
            </a:extLst>
          </p:cNvPr>
          <p:cNvSpPr>
            <a:spLocks noChangeAspect="1"/>
          </p:cNvSpPr>
          <p:nvPr/>
        </p:nvSpPr>
        <p:spPr>
          <a:xfrm>
            <a:off x="4944147" y="494998"/>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70" name="TextBox 69">
                <a:extLst>
                  <a:ext uri="{FF2B5EF4-FFF2-40B4-BE49-F238E27FC236}">
                    <a16:creationId xmlns:a16="http://schemas.microsoft.com/office/drawing/2014/main" id="{81A99DCE-CDDF-EF5D-8945-FAD1A0EBE5C3}"/>
                  </a:ext>
                </a:extLst>
              </p:cNvPr>
              <p:cNvSpPr txBox="1"/>
              <p:nvPr/>
            </p:nvSpPr>
            <p:spPr>
              <a:xfrm>
                <a:off x="4889951" y="466275"/>
                <a:ext cx="518558" cy="394019"/>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Cp</m:t>
                          </m:r>
                        </m:sub>
                      </m:sSub>
                    </m:oMath>
                  </m:oMathPara>
                </a14:m>
                <a:endParaRPr lang="en-US" dirty="0">
                  <a:solidFill>
                    <a:schemeClr val="bg1"/>
                  </a:solidFill>
                </a:endParaRPr>
              </a:p>
            </p:txBody>
          </p:sp>
        </mc:Choice>
        <mc:Fallback xmlns="">
          <p:sp>
            <p:nvSpPr>
              <p:cNvPr id="70" name="TextBox 69">
                <a:extLst>
                  <a:ext uri="{FF2B5EF4-FFF2-40B4-BE49-F238E27FC236}">
                    <a16:creationId xmlns:a16="http://schemas.microsoft.com/office/drawing/2014/main" id="{81A99DCE-CDDF-EF5D-8945-FAD1A0EBE5C3}"/>
                  </a:ext>
                </a:extLst>
              </p:cNvPr>
              <p:cNvSpPr txBox="1">
                <a:spLocks noRot="1" noChangeAspect="1" noMove="1" noResize="1" noEditPoints="1" noAdjustHandles="1" noChangeArrowheads="1" noChangeShapeType="1" noTextEdit="1"/>
              </p:cNvSpPr>
              <p:nvPr/>
            </p:nvSpPr>
            <p:spPr>
              <a:xfrm>
                <a:off x="4889951" y="466275"/>
                <a:ext cx="518558" cy="394019"/>
              </a:xfrm>
              <a:prstGeom prst="rect">
                <a:avLst/>
              </a:prstGeom>
              <a:blipFill>
                <a:blip r:embed="rId3"/>
                <a:stretch>
                  <a:fillRect b="-76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1" name="TextBox 70">
                <a:extLst>
                  <a:ext uri="{FF2B5EF4-FFF2-40B4-BE49-F238E27FC236}">
                    <a16:creationId xmlns:a16="http://schemas.microsoft.com/office/drawing/2014/main" id="{786AC54C-95EB-EC31-6EEC-7BA64EE91669}"/>
                  </a:ext>
                </a:extLst>
              </p:cNvPr>
              <p:cNvSpPr txBox="1"/>
              <p:nvPr/>
            </p:nvSpPr>
            <p:spPr>
              <a:xfrm>
                <a:off x="6042817" y="320258"/>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c</m:t>
                          </m:r>
                        </m:sub>
                      </m:sSub>
                    </m:oMath>
                  </m:oMathPara>
                </a14:m>
                <a:endParaRPr lang="en-US" dirty="0">
                  <a:solidFill>
                    <a:schemeClr val="tx1"/>
                  </a:solidFill>
                </a:endParaRPr>
              </a:p>
            </p:txBody>
          </p:sp>
        </mc:Choice>
        <mc:Fallback xmlns="">
          <p:sp>
            <p:nvSpPr>
              <p:cNvPr id="71" name="TextBox 70">
                <a:extLst>
                  <a:ext uri="{FF2B5EF4-FFF2-40B4-BE49-F238E27FC236}">
                    <a16:creationId xmlns:a16="http://schemas.microsoft.com/office/drawing/2014/main" id="{786AC54C-95EB-EC31-6EEC-7BA64EE91669}"/>
                  </a:ext>
                </a:extLst>
              </p:cNvPr>
              <p:cNvSpPr txBox="1">
                <a:spLocks noRot="1" noChangeAspect="1" noMove="1" noResize="1" noEditPoints="1" noAdjustHandles="1" noChangeArrowheads="1" noChangeShapeType="1" noTextEdit="1"/>
              </p:cNvSpPr>
              <p:nvPr/>
            </p:nvSpPr>
            <p:spPr>
              <a:xfrm>
                <a:off x="6042817" y="320258"/>
                <a:ext cx="507796" cy="369332"/>
              </a:xfrm>
              <a:prstGeom prst="rect">
                <a:avLst/>
              </a:prstGeom>
              <a:blipFill>
                <a:blip r:embed="rId4"/>
                <a:stretch>
                  <a:fillRect/>
                </a:stretch>
              </a:blipFill>
            </p:spPr>
            <p:txBody>
              <a:bodyPr/>
              <a:lstStyle/>
              <a:p>
                <a:r>
                  <a:rPr lang="en-US">
                    <a:noFill/>
                  </a:rPr>
                  <a:t> </a:t>
                </a:r>
              </a:p>
            </p:txBody>
          </p:sp>
        </mc:Fallback>
      </mc:AlternateContent>
      <p:sp>
        <p:nvSpPr>
          <p:cNvPr id="72" name="Oval 71">
            <a:extLst>
              <a:ext uri="{FF2B5EF4-FFF2-40B4-BE49-F238E27FC236}">
                <a16:creationId xmlns:a16="http://schemas.microsoft.com/office/drawing/2014/main" id="{6365B61C-B0BE-B511-5648-2780519331A5}"/>
              </a:ext>
            </a:extLst>
          </p:cNvPr>
          <p:cNvSpPr>
            <a:spLocks noChangeAspect="1"/>
          </p:cNvSpPr>
          <p:nvPr/>
        </p:nvSpPr>
        <p:spPr>
          <a:xfrm>
            <a:off x="6106964" y="1188320"/>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73" name="TextBox 72">
                <a:extLst>
                  <a:ext uri="{FF2B5EF4-FFF2-40B4-BE49-F238E27FC236}">
                    <a16:creationId xmlns:a16="http://schemas.microsoft.com/office/drawing/2014/main" id="{9498B97F-59BA-1452-ED29-3077E2ADA11A}"/>
                  </a:ext>
                </a:extLst>
              </p:cNvPr>
              <p:cNvSpPr txBox="1"/>
              <p:nvPr/>
            </p:nvSpPr>
            <p:spPr>
              <a:xfrm>
                <a:off x="6048487" y="1163848"/>
                <a:ext cx="518558" cy="395493"/>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Cg</m:t>
                          </m:r>
                        </m:sub>
                      </m:sSub>
                    </m:oMath>
                  </m:oMathPara>
                </a14:m>
                <a:endParaRPr lang="en-US" dirty="0">
                  <a:solidFill>
                    <a:schemeClr val="bg1"/>
                  </a:solidFill>
                </a:endParaRPr>
              </a:p>
            </p:txBody>
          </p:sp>
        </mc:Choice>
        <mc:Fallback xmlns="">
          <p:sp>
            <p:nvSpPr>
              <p:cNvPr id="73" name="TextBox 72">
                <a:extLst>
                  <a:ext uri="{FF2B5EF4-FFF2-40B4-BE49-F238E27FC236}">
                    <a16:creationId xmlns:a16="http://schemas.microsoft.com/office/drawing/2014/main" id="{9498B97F-59BA-1452-ED29-3077E2ADA11A}"/>
                  </a:ext>
                </a:extLst>
              </p:cNvPr>
              <p:cNvSpPr txBox="1">
                <a:spLocks noRot="1" noChangeAspect="1" noMove="1" noResize="1" noEditPoints="1" noAdjustHandles="1" noChangeArrowheads="1" noChangeShapeType="1" noTextEdit="1"/>
              </p:cNvSpPr>
              <p:nvPr/>
            </p:nvSpPr>
            <p:spPr>
              <a:xfrm>
                <a:off x="6048487" y="1163848"/>
                <a:ext cx="518558" cy="395493"/>
              </a:xfrm>
              <a:prstGeom prst="rect">
                <a:avLst/>
              </a:prstGeom>
              <a:blipFill>
                <a:blip r:embed="rId5"/>
                <a:stretch>
                  <a:fillRect b="-76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4" name="TextBox 73">
                <a:extLst>
                  <a:ext uri="{FF2B5EF4-FFF2-40B4-BE49-F238E27FC236}">
                    <a16:creationId xmlns:a16="http://schemas.microsoft.com/office/drawing/2014/main" id="{A0D14776-9595-F256-BB19-BB66C088A01B}"/>
                  </a:ext>
                </a:extLst>
              </p:cNvPr>
              <p:cNvSpPr txBox="1"/>
              <p:nvPr/>
            </p:nvSpPr>
            <p:spPr>
              <a:xfrm>
                <a:off x="4902710" y="1199060"/>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Cs</m:t>
                          </m:r>
                        </m:sub>
                      </m:sSub>
                    </m:oMath>
                  </m:oMathPara>
                </a14:m>
                <a:endParaRPr lang="en-US" dirty="0">
                  <a:solidFill>
                    <a:schemeClr val="tx1"/>
                  </a:solidFill>
                </a:endParaRPr>
              </a:p>
            </p:txBody>
          </p:sp>
        </mc:Choice>
        <mc:Fallback xmlns="">
          <p:sp>
            <p:nvSpPr>
              <p:cNvPr id="74" name="TextBox 73">
                <a:extLst>
                  <a:ext uri="{FF2B5EF4-FFF2-40B4-BE49-F238E27FC236}">
                    <a16:creationId xmlns:a16="http://schemas.microsoft.com/office/drawing/2014/main" id="{A0D14776-9595-F256-BB19-BB66C088A01B}"/>
                  </a:ext>
                </a:extLst>
              </p:cNvPr>
              <p:cNvSpPr txBox="1">
                <a:spLocks noRot="1" noChangeAspect="1" noMove="1" noResize="1" noEditPoints="1" noAdjustHandles="1" noChangeArrowheads="1" noChangeShapeType="1" noTextEdit="1"/>
              </p:cNvSpPr>
              <p:nvPr/>
            </p:nvSpPr>
            <p:spPr>
              <a:xfrm>
                <a:off x="4902710" y="1199060"/>
                <a:ext cx="507796" cy="369332"/>
              </a:xfrm>
              <a:prstGeom prst="rect">
                <a:avLst/>
              </a:prstGeom>
              <a:blipFill>
                <a:blip r:embed="rId6"/>
                <a:stretch>
                  <a:fillRect r="-3571"/>
                </a:stretch>
              </a:blipFill>
            </p:spPr>
            <p:txBody>
              <a:bodyPr/>
              <a:lstStyle/>
              <a:p>
                <a:r>
                  <a:rPr lang="en-US">
                    <a:noFill/>
                  </a:rPr>
                  <a:t> </a:t>
                </a:r>
              </a:p>
            </p:txBody>
          </p:sp>
        </mc:Fallback>
      </mc:AlternateContent>
      <p:sp>
        <p:nvSpPr>
          <p:cNvPr id="75" name="Oval 74">
            <a:extLst>
              <a:ext uri="{FF2B5EF4-FFF2-40B4-BE49-F238E27FC236}">
                <a16:creationId xmlns:a16="http://schemas.microsoft.com/office/drawing/2014/main" id="{42609E18-4116-F92C-6AE8-ACF93C0F4798}"/>
              </a:ext>
            </a:extLst>
          </p:cNvPr>
          <p:cNvSpPr>
            <a:spLocks noChangeAspect="1"/>
          </p:cNvSpPr>
          <p:nvPr/>
        </p:nvSpPr>
        <p:spPr>
          <a:xfrm>
            <a:off x="4972757" y="2004874"/>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76" name="TextBox 75">
                <a:extLst>
                  <a:ext uri="{FF2B5EF4-FFF2-40B4-BE49-F238E27FC236}">
                    <a16:creationId xmlns:a16="http://schemas.microsoft.com/office/drawing/2014/main" id="{29F168B4-9DCD-E4FA-F27F-BA9EEE97903D}"/>
                  </a:ext>
                </a:extLst>
              </p:cNvPr>
              <p:cNvSpPr txBox="1"/>
              <p:nvPr/>
            </p:nvSpPr>
            <p:spPr>
              <a:xfrm>
                <a:off x="4917222" y="1969552"/>
                <a:ext cx="518558"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Cr</m:t>
                          </m:r>
                        </m:sub>
                      </m:sSub>
                    </m:oMath>
                  </m:oMathPara>
                </a14:m>
                <a:endParaRPr lang="en-US" dirty="0">
                  <a:solidFill>
                    <a:schemeClr val="bg1"/>
                  </a:solidFill>
                </a:endParaRPr>
              </a:p>
            </p:txBody>
          </p:sp>
        </mc:Choice>
        <mc:Fallback xmlns="">
          <p:sp>
            <p:nvSpPr>
              <p:cNvPr id="76" name="TextBox 75">
                <a:extLst>
                  <a:ext uri="{FF2B5EF4-FFF2-40B4-BE49-F238E27FC236}">
                    <a16:creationId xmlns:a16="http://schemas.microsoft.com/office/drawing/2014/main" id="{29F168B4-9DCD-E4FA-F27F-BA9EEE97903D}"/>
                  </a:ext>
                </a:extLst>
              </p:cNvPr>
              <p:cNvSpPr txBox="1">
                <a:spLocks noRot="1" noChangeAspect="1" noMove="1" noResize="1" noEditPoints="1" noAdjustHandles="1" noChangeArrowheads="1" noChangeShapeType="1" noTextEdit="1"/>
              </p:cNvSpPr>
              <p:nvPr/>
            </p:nvSpPr>
            <p:spPr>
              <a:xfrm>
                <a:off x="4917222" y="1969552"/>
                <a:ext cx="518558" cy="369332"/>
              </a:xfrm>
              <a:prstGeom prst="rect">
                <a:avLst/>
              </a:prstGeom>
              <a:blipFill>
                <a:blip r:embed="rId7"/>
                <a:stretch>
                  <a:fillRect/>
                </a:stretch>
              </a:blipFill>
            </p:spPr>
            <p:txBody>
              <a:bodyPr/>
              <a:lstStyle/>
              <a:p>
                <a:r>
                  <a:rPr lang="en-US">
                    <a:noFill/>
                  </a:rPr>
                  <a:t> </a:t>
                </a:r>
              </a:p>
            </p:txBody>
          </p:sp>
        </mc:Fallback>
      </mc:AlternateContent>
      <p:cxnSp>
        <p:nvCxnSpPr>
          <p:cNvPr id="77" name="Straight Arrow Connector 76">
            <a:extLst>
              <a:ext uri="{FF2B5EF4-FFF2-40B4-BE49-F238E27FC236}">
                <a16:creationId xmlns:a16="http://schemas.microsoft.com/office/drawing/2014/main" id="{87E376B4-C09A-8B7C-65F0-C65C744F36D6}"/>
              </a:ext>
            </a:extLst>
          </p:cNvPr>
          <p:cNvCxnSpPr>
            <a:cxnSpLocks/>
            <a:endCxn id="69" idx="3"/>
          </p:cNvCxnSpPr>
          <p:nvPr/>
        </p:nvCxnSpPr>
        <p:spPr>
          <a:xfrm flipV="1">
            <a:off x="4121733" y="820556"/>
            <a:ext cx="878271" cy="488885"/>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80" name="Straight Arrow Connector 79">
            <a:extLst>
              <a:ext uri="{FF2B5EF4-FFF2-40B4-BE49-F238E27FC236}">
                <a16:creationId xmlns:a16="http://schemas.microsoft.com/office/drawing/2014/main" id="{EA52ECC5-F511-8659-5030-DFAC0CC9F898}"/>
              </a:ext>
            </a:extLst>
          </p:cNvPr>
          <p:cNvCxnSpPr>
            <a:cxnSpLocks/>
            <a:endCxn id="75" idx="1"/>
          </p:cNvCxnSpPr>
          <p:nvPr/>
        </p:nvCxnSpPr>
        <p:spPr>
          <a:xfrm>
            <a:off x="4125155" y="1314303"/>
            <a:ext cx="903459" cy="746428"/>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84" name="Straight Arrow Connector 83">
            <a:extLst>
              <a:ext uri="{FF2B5EF4-FFF2-40B4-BE49-F238E27FC236}">
                <a16:creationId xmlns:a16="http://schemas.microsoft.com/office/drawing/2014/main" id="{7884B347-A4F6-324C-3089-55A7B1EDB135}"/>
              </a:ext>
            </a:extLst>
          </p:cNvPr>
          <p:cNvCxnSpPr>
            <a:cxnSpLocks/>
            <a:stCxn id="74" idx="3"/>
            <a:endCxn id="72" idx="2"/>
          </p:cNvCxnSpPr>
          <p:nvPr/>
        </p:nvCxnSpPr>
        <p:spPr>
          <a:xfrm flipV="1">
            <a:off x="5410506" y="1379028"/>
            <a:ext cx="696458" cy="4698"/>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88" name="Straight Arrow Connector 87">
            <a:extLst>
              <a:ext uri="{FF2B5EF4-FFF2-40B4-BE49-F238E27FC236}">
                <a16:creationId xmlns:a16="http://schemas.microsoft.com/office/drawing/2014/main" id="{B73C3D25-7140-14C2-143E-4B6AD13DC7FE}"/>
              </a:ext>
            </a:extLst>
          </p:cNvPr>
          <p:cNvCxnSpPr>
            <a:cxnSpLocks/>
            <a:stCxn id="74" idx="2"/>
            <a:endCxn id="75" idx="0"/>
          </p:cNvCxnSpPr>
          <p:nvPr/>
        </p:nvCxnSpPr>
        <p:spPr>
          <a:xfrm>
            <a:off x="5156608" y="1568392"/>
            <a:ext cx="6856" cy="436482"/>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6" name="Straight Arrow Connector 95">
            <a:extLst>
              <a:ext uri="{FF2B5EF4-FFF2-40B4-BE49-F238E27FC236}">
                <a16:creationId xmlns:a16="http://schemas.microsoft.com/office/drawing/2014/main" id="{F2D115A3-C655-3F6C-50D8-35EBB0CFFE52}"/>
              </a:ext>
            </a:extLst>
          </p:cNvPr>
          <p:cNvCxnSpPr>
            <a:cxnSpLocks/>
            <a:stCxn id="69" idx="6"/>
          </p:cNvCxnSpPr>
          <p:nvPr/>
        </p:nvCxnSpPr>
        <p:spPr>
          <a:xfrm flipV="1">
            <a:off x="5325561" y="682439"/>
            <a:ext cx="2167373" cy="3267"/>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9" name="Straight Arrow Connector 98">
            <a:extLst>
              <a:ext uri="{FF2B5EF4-FFF2-40B4-BE49-F238E27FC236}">
                <a16:creationId xmlns:a16="http://schemas.microsoft.com/office/drawing/2014/main" id="{2ABF6F6A-BFAD-E8FA-1B8A-F0CCB272AD89}"/>
              </a:ext>
            </a:extLst>
          </p:cNvPr>
          <p:cNvCxnSpPr>
            <a:cxnSpLocks/>
            <a:stCxn id="71" idx="2"/>
            <a:endCxn id="72" idx="0"/>
          </p:cNvCxnSpPr>
          <p:nvPr/>
        </p:nvCxnSpPr>
        <p:spPr>
          <a:xfrm>
            <a:off x="6296715" y="689590"/>
            <a:ext cx="956" cy="49873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sp>
        <p:nvSpPr>
          <p:cNvPr id="102" name="Rectangle 101">
            <a:extLst>
              <a:ext uri="{FF2B5EF4-FFF2-40B4-BE49-F238E27FC236}">
                <a16:creationId xmlns:a16="http://schemas.microsoft.com/office/drawing/2014/main" id="{A1A29DE1-8BFB-D233-9E14-1DFE4076D07F}"/>
              </a:ext>
            </a:extLst>
          </p:cNvPr>
          <p:cNvSpPr/>
          <p:nvPr/>
        </p:nvSpPr>
        <p:spPr>
          <a:xfrm>
            <a:off x="4449953" y="108527"/>
            <a:ext cx="2873133" cy="2407763"/>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03" name="TextBox 102">
            <a:extLst>
              <a:ext uri="{FF2B5EF4-FFF2-40B4-BE49-F238E27FC236}">
                <a16:creationId xmlns:a16="http://schemas.microsoft.com/office/drawing/2014/main" id="{7F26B212-40FC-3CEE-4A39-103B0DE104A1}"/>
              </a:ext>
            </a:extLst>
          </p:cNvPr>
          <p:cNvSpPr txBox="1"/>
          <p:nvPr/>
        </p:nvSpPr>
        <p:spPr>
          <a:xfrm>
            <a:off x="4449953" y="92506"/>
            <a:ext cx="1774204" cy="338554"/>
          </a:xfrm>
          <a:prstGeom prst="rect">
            <a:avLst/>
          </a:prstGeom>
          <a:noFill/>
        </p:spPr>
        <p:txBody>
          <a:bodyPr wrap="none" rtlCol="0">
            <a:spAutoFit/>
          </a:bodyPr>
          <a:lstStyle/>
          <a:p>
            <a:r>
              <a:rPr lang="en-US" sz="1600" dirty="0"/>
              <a:t>Chemical counter</a:t>
            </a:r>
          </a:p>
        </p:txBody>
      </p:sp>
      <mc:AlternateContent xmlns:mc="http://schemas.openxmlformats.org/markup-compatibility/2006" xmlns:a14="http://schemas.microsoft.com/office/drawing/2010/main">
        <mc:Choice Requires="a14">
          <p:sp>
            <p:nvSpPr>
              <p:cNvPr id="67" name="TextBox 66">
                <a:extLst>
                  <a:ext uri="{FF2B5EF4-FFF2-40B4-BE49-F238E27FC236}">
                    <a16:creationId xmlns:a16="http://schemas.microsoft.com/office/drawing/2014/main" id="{F4798A8E-D4CB-FE0E-899B-84B0E3215EEE}"/>
                  </a:ext>
                </a:extLst>
              </p:cNvPr>
              <p:cNvSpPr txBox="1"/>
              <p:nvPr/>
            </p:nvSpPr>
            <p:spPr>
              <a:xfrm>
                <a:off x="3" y="1445647"/>
                <a:ext cx="593368" cy="369332"/>
              </a:xfrm>
              <a:prstGeom prst="rect">
                <a:avLst/>
              </a:prstGeom>
              <a:noFill/>
            </p:spPr>
            <p:txBody>
              <a:bodyPr wrap="none" rtlCol="0">
                <a:spAutoFit/>
              </a:bodyPr>
              <a:lstStyle/>
              <a:p>
                <a:pPr/>
                <a14:m>
                  <m:oMathPara xmlns:m="http://schemas.openxmlformats.org/officeDocument/2006/math">
                    <m:oMath>
                      <m:sSub>
                        <m:sSubPr>
                          <m:ctrlPr>
                            <a:rPr lang="de-DE" b="0" i="1" smtClean="0">
                              <a:latin typeface="Cambria Math" panose="02040503050406030204" pitchFamily="18" charset="0"/>
                            </a:rPr>
                          </m:ctrlPr>
                        </m:sSubPr>
                        <m:e>
                          <m:r>
                            <m:rPr>
                              <m:sty m:val="p"/>
                            </m:rPr>
                            <a:rPr lang="de-DE" b="0" i="1" smtClean="0">
                              <a:latin typeface="Cambria Math" panose="02040503050406030204" pitchFamily="18" charset="0"/>
                            </a:rPr>
                            <m:t>m</m:t>
                          </m:r>
                        </m:e>
                        <m:sub>
                          <m:r>
                            <m:rPr>
                              <m:sty m:val="p"/>
                            </m:rPr>
                            <a:rPr lang="de-DE" b="0" i="1" smtClean="0">
                              <a:latin typeface="Cambria Math" panose="02040503050406030204" pitchFamily="18" charset="0"/>
                            </a:rPr>
                            <m:t>in</m:t>
                          </m:r>
                        </m:sub>
                      </m:sSub>
                    </m:oMath>
                  </m:oMathPara>
                </a14:m>
                <a:endParaRPr lang="en-US" dirty="0"/>
              </a:p>
            </p:txBody>
          </p:sp>
        </mc:Choice>
        <mc:Fallback xmlns="">
          <p:sp>
            <p:nvSpPr>
              <p:cNvPr id="67" name="TextBox 66">
                <a:extLst>
                  <a:ext uri="{FF2B5EF4-FFF2-40B4-BE49-F238E27FC236}">
                    <a16:creationId xmlns:a16="http://schemas.microsoft.com/office/drawing/2014/main" id="{F4798A8E-D4CB-FE0E-899B-84B0E3215EEE}"/>
                  </a:ext>
                </a:extLst>
              </p:cNvPr>
              <p:cNvSpPr txBox="1">
                <a:spLocks noRot="1" noChangeAspect="1" noMove="1" noResize="1" noEditPoints="1" noAdjustHandles="1" noChangeArrowheads="1" noChangeShapeType="1" noTextEdit="1"/>
              </p:cNvSpPr>
              <p:nvPr/>
            </p:nvSpPr>
            <p:spPr>
              <a:xfrm>
                <a:off x="3" y="1445647"/>
                <a:ext cx="593368" cy="369332"/>
              </a:xfrm>
              <a:prstGeom prst="rect">
                <a:avLst/>
              </a:prstGeom>
              <a:blipFill>
                <a:blip r:embed="rId8"/>
                <a:stretch>
                  <a:fillRect/>
                </a:stretch>
              </a:blipFill>
            </p:spPr>
            <p:txBody>
              <a:bodyPr/>
              <a:lstStyle/>
              <a:p>
                <a:r>
                  <a:rPr lang="en-US">
                    <a:noFill/>
                  </a:rPr>
                  <a:t> </a:t>
                </a:r>
              </a:p>
            </p:txBody>
          </p:sp>
        </mc:Fallback>
      </mc:AlternateContent>
      <p:sp>
        <p:nvSpPr>
          <p:cNvPr id="78" name="Rectangle 77">
            <a:extLst>
              <a:ext uri="{FF2B5EF4-FFF2-40B4-BE49-F238E27FC236}">
                <a16:creationId xmlns:a16="http://schemas.microsoft.com/office/drawing/2014/main" id="{D273DA11-65D2-D2DD-45B2-30A0C32EC81D}"/>
              </a:ext>
            </a:extLst>
          </p:cNvPr>
          <p:cNvSpPr/>
          <p:nvPr/>
        </p:nvSpPr>
        <p:spPr>
          <a:xfrm>
            <a:off x="813767" y="311940"/>
            <a:ext cx="2873133" cy="2222154"/>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79" name="TextBox 78">
            <a:extLst>
              <a:ext uri="{FF2B5EF4-FFF2-40B4-BE49-F238E27FC236}">
                <a16:creationId xmlns:a16="http://schemas.microsoft.com/office/drawing/2014/main" id="{591157C9-AF54-C798-364B-26A7450C99DD}"/>
              </a:ext>
            </a:extLst>
          </p:cNvPr>
          <p:cNvSpPr txBox="1"/>
          <p:nvPr/>
        </p:nvSpPr>
        <p:spPr>
          <a:xfrm>
            <a:off x="787443" y="311939"/>
            <a:ext cx="1362617" cy="584775"/>
          </a:xfrm>
          <a:prstGeom prst="rect">
            <a:avLst/>
          </a:prstGeom>
          <a:noFill/>
        </p:spPr>
        <p:txBody>
          <a:bodyPr wrap="none" rtlCol="0">
            <a:spAutoFit/>
          </a:bodyPr>
          <a:lstStyle/>
          <a:p>
            <a:r>
              <a:rPr lang="en-US" sz="1600" dirty="0"/>
              <a:t>Chemical</a:t>
            </a:r>
            <a:br>
              <a:rPr lang="en-US" sz="1600" dirty="0"/>
            </a:br>
            <a:r>
              <a:rPr lang="en-US" sz="1600" dirty="0"/>
              <a:t>Differentiator</a:t>
            </a:r>
          </a:p>
        </p:txBody>
      </p:sp>
      <p:sp>
        <p:nvSpPr>
          <p:cNvPr id="81" name="Oval 80">
            <a:extLst>
              <a:ext uri="{FF2B5EF4-FFF2-40B4-BE49-F238E27FC236}">
                <a16:creationId xmlns:a16="http://schemas.microsoft.com/office/drawing/2014/main" id="{D6DCF36B-CAC8-C528-B038-477770D04262}"/>
              </a:ext>
            </a:extLst>
          </p:cNvPr>
          <p:cNvSpPr>
            <a:spLocks noChangeAspect="1"/>
          </p:cNvSpPr>
          <p:nvPr/>
        </p:nvSpPr>
        <p:spPr>
          <a:xfrm>
            <a:off x="1051702" y="1100334"/>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82" name="TextBox 81">
                <a:extLst>
                  <a:ext uri="{FF2B5EF4-FFF2-40B4-BE49-F238E27FC236}">
                    <a16:creationId xmlns:a16="http://schemas.microsoft.com/office/drawing/2014/main" id="{1C7A46F5-754E-8961-2675-6FF14769DC93}"/>
                  </a:ext>
                </a:extLst>
              </p:cNvPr>
              <p:cNvSpPr txBox="1"/>
              <p:nvPr/>
            </p:nvSpPr>
            <p:spPr>
              <a:xfrm>
                <a:off x="996675" y="1076178"/>
                <a:ext cx="518558"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Df</m:t>
                          </m:r>
                        </m:sub>
                      </m:sSub>
                    </m:oMath>
                  </m:oMathPara>
                </a14:m>
                <a:endParaRPr lang="en-US" dirty="0">
                  <a:solidFill>
                    <a:schemeClr val="bg1"/>
                  </a:solidFill>
                </a:endParaRPr>
              </a:p>
            </p:txBody>
          </p:sp>
        </mc:Choice>
        <mc:Fallback xmlns="">
          <p:sp>
            <p:nvSpPr>
              <p:cNvPr id="82" name="TextBox 81">
                <a:extLst>
                  <a:ext uri="{FF2B5EF4-FFF2-40B4-BE49-F238E27FC236}">
                    <a16:creationId xmlns:a16="http://schemas.microsoft.com/office/drawing/2014/main" id="{1C7A46F5-754E-8961-2675-6FF14769DC93}"/>
                  </a:ext>
                </a:extLst>
              </p:cNvPr>
              <p:cNvSpPr txBox="1">
                <a:spLocks noRot="1" noChangeAspect="1" noMove="1" noResize="1" noEditPoints="1" noAdjustHandles="1" noChangeArrowheads="1" noChangeShapeType="1" noTextEdit="1"/>
              </p:cNvSpPr>
              <p:nvPr/>
            </p:nvSpPr>
            <p:spPr>
              <a:xfrm>
                <a:off x="996675" y="1076178"/>
                <a:ext cx="518558" cy="369332"/>
              </a:xfrm>
              <a:prstGeom prst="rect">
                <a:avLst/>
              </a:prstGeom>
              <a:blipFill>
                <a:blip r:embed="rId9"/>
                <a:stretch>
                  <a:fillRect/>
                </a:stretch>
              </a:blipFill>
            </p:spPr>
            <p:txBody>
              <a:bodyPr/>
              <a:lstStyle/>
              <a:p>
                <a:r>
                  <a:rPr lang="en-US">
                    <a:noFill/>
                  </a:rPr>
                  <a:t> </a:t>
                </a:r>
              </a:p>
            </p:txBody>
          </p:sp>
        </mc:Fallback>
      </mc:AlternateContent>
      <p:sp>
        <p:nvSpPr>
          <p:cNvPr id="83" name="Oval 82">
            <a:extLst>
              <a:ext uri="{FF2B5EF4-FFF2-40B4-BE49-F238E27FC236}">
                <a16:creationId xmlns:a16="http://schemas.microsoft.com/office/drawing/2014/main" id="{1EE658CF-9A55-DC0E-BF6C-7430E37D7251}"/>
              </a:ext>
            </a:extLst>
          </p:cNvPr>
          <p:cNvSpPr>
            <a:spLocks noChangeAspect="1"/>
          </p:cNvSpPr>
          <p:nvPr/>
        </p:nvSpPr>
        <p:spPr>
          <a:xfrm>
            <a:off x="1155183" y="1993690"/>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85" name="TextBox 84">
                <a:extLst>
                  <a:ext uri="{FF2B5EF4-FFF2-40B4-BE49-F238E27FC236}">
                    <a16:creationId xmlns:a16="http://schemas.microsoft.com/office/drawing/2014/main" id="{2D090226-A735-0E13-632F-37ACA52CA02D}"/>
                  </a:ext>
                </a:extLst>
              </p:cNvPr>
              <p:cNvSpPr txBox="1"/>
              <p:nvPr/>
            </p:nvSpPr>
            <p:spPr>
              <a:xfrm>
                <a:off x="1097396" y="1985666"/>
                <a:ext cx="518558"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Ds</m:t>
                          </m:r>
                        </m:sub>
                      </m:sSub>
                    </m:oMath>
                  </m:oMathPara>
                </a14:m>
                <a:endParaRPr lang="en-US" dirty="0">
                  <a:solidFill>
                    <a:schemeClr val="bg1"/>
                  </a:solidFill>
                </a:endParaRPr>
              </a:p>
            </p:txBody>
          </p:sp>
        </mc:Choice>
        <mc:Fallback xmlns="">
          <p:sp>
            <p:nvSpPr>
              <p:cNvPr id="85" name="TextBox 84">
                <a:extLst>
                  <a:ext uri="{FF2B5EF4-FFF2-40B4-BE49-F238E27FC236}">
                    <a16:creationId xmlns:a16="http://schemas.microsoft.com/office/drawing/2014/main" id="{2D090226-A735-0E13-632F-37ACA52CA02D}"/>
                  </a:ext>
                </a:extLst>
              </p:cNvPr>
              <p:cNvSpPr txBox="1">
                <a:spLocks noRot="1" noChangeAspect="1" noMove="1" noResize="1" noEditPoints="1" noAdjustHandles="1" noChangeArrowheads="1" noChangeShapeType="1" noTextEdit="1"/>
              </p:cNvSpPr>
              <p:nvPr/>
            </p:nvSpPr>
            <p:spPr>
              <a:xfrm>
                <a:off x="1097396" y="1985666"/>
                <a:ext cx="518558" cy="369332"/>
              </a:xfrm>
              <a:prstGeom prst="rect">
                <a:avLst/>
              </a:prstGeom>
              <a:blipFill>
                <a:blip r:embed="rId10"/>
                <a:stretch>
                  <a:fillRect/>
                </a:stretch>
              </a:blipFill>
            </p:spPr>
            <p:txBody>
              <a:bodyPr/>
              <a:lstStyle/>
              <a:p>
                <a:r>
                  <a:rPr lang="en-US">
                    <a:noFill/>
                  </a:rPr>
                  <a:t> </a:t>
                </a:r>
              </a:p>
            </p:txBody>
          </p:sp>
        </mc:Fallback>
      </mc:AlternateContent>
      <p:sp>
        <p:nvSpPr>
          <p:cNvPr id="86" name="Oval 85">
            <a:extLst>
              <a:ext uri="{FF2B5EF4-FFF2-40B4-BE49-F238E27FC236}">
                <a16:creationId xmlns:a16="http://schemas.microsoft.com/office/drawing/2014/main" id="{B428B532-3772-60E0-8F23-6A761C619A49}"/>
              </a:ext>
            </a:extLst>
          </p:cNvPr>
          <p:cNvSpPr>
            <a:spLocks noChangeAspect="1"/>
          </p:cNvSpPr>
          <p:nvPr/>
        </p:nvSpPr>
        <p:spPr>
          <a:xfrm>
            <a:off x="2221390" y="1104191"/>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87" name="TextBox 86">
                <a:extLst>
                  <a:ext uri="{FF2B5EF4-FFF2-40B4-BE49-F238E27FC236}">
                    <a16:creationId xmlns:a16="http://schemas.microsoft.com/office/drawing/2014/main" id="{52A66D21-5AE4-3107-8DC5-A8E98C6E5E2D}"/>
                  </a:ext>
                </a:extLst>
              </p:cNvPr>
              <p:cNvSpPr txBox="1"/>
              <p:nvPr/>
            </p:nvSpPr>
            <p:spPr>
              <a:xfrm>
                <a:off x="2166529" y="1075615"/>
                <a:ext cx="518558" cy="394019"/>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Dp</m:t>
                          </m:r>
                        </m:sub>
                      </m:sSub>
                    </m:oMath>
                  </m:oMathPara>
                </a14:m>
                <a:endParaRPr lang="en-US" dirty="0">
                  <a:solidFill>
                    <a:schemeClr val="bg1"/>
                  </a:solidFill>
                </a:endParaRPr>
              </a:p>
            </p:txBody>
          </p:sp>
        </mc:Choice>
        <mc:Fallback xmlns="">
          <p:sp>
            <p:nvSpPr>
              <p:cNvPr id="87" name="TextBox 86">
                <a:extLst>
                  <a:ext uri="{FF2B5EF4-FFF2-40B4-BE49-F238E27FC236}">
                    <a16:creationId xmlns:a16="http://schemas.microsoft.com/office/drawing/2014/main" id="{52A66D21-5AE4-3107-8DC5-A8E98C6E5E2D}"/>
                  </a:ext>
                </a:extLst>
              </p:cNvPr>
              <p:cNvSpPr txBox="1">
                <a:spLocks noRot="1" noChangeAspect="1" noMove="1" noResize="1" noEditPoints="1" noAdjustHandles="1" noChangeArrowheads="1" noChangeShapeType="1" noTextEdit="1"/>
              </p:cNvSpPr>
              <p:nvPr/>
            </p:nvSpPr>
            <p:spPr>
              <a:xfrm>
                <a:off x="2166529" y="1075615"/>
                <a:ext cx="518558" cy="394019"/>
              </a:xfrm>
              <a:prstGeom prst="rect">
                <a:avLst/>
              </a:prstGeom>
              <a:blipFill>
                <a:blip r:embed="rId11"/>
                <a:stretch>
                  <a:fillRect b="-7692"/>
                </a:stretch>
              </a:blipFill>
            </p:spPr>
            <p:txBody>
              <a:bodyPr/>
              <a:lstStyle/>
              <a:p>
                <a:r>
                  <a:rPr lang="en-US">
                    <a:noFill/>
                  </a:rPr>
                  <a:t> </a:t>
                </a:r>
              </a:p>
            </p:txBody>
          </p:sp>
        </mc:Fallback>
      </mc:AlternateContent>
      <p:cxnSp>
        <p:nvCxnSpPr>
          <p:cNvPr id="89" name="Straight Arrow Connector 88">
            <a:extLst>
              <a:ext uri="{FF2B5EF4-FFF2-40B4-BE49-F238E27FC236}">
                <a16:creationId xmlns:a16="http://schemas.microsoft.com/office/drawing/2014/main" id="{436113AF-0097-C32A-D4AE-C865BCA74F29}"/>
              </a:ext>
            </a:extLst>
          </p:cNvPr>
          <p:cNvCxnSpPr>
            <a:cxnSpLocks/>
            <a:stCxn id="67" idx="3"/>
            <a:endCxn id="81" idx="2"/>
          </p:cNvCxnSpPr>
          <p:nvPr/>
        </p:nvCxnSpPr>
        <p:spPr>
          <a:xfrm flipV="1">
            <a:off x="593371" y="1291042"/>
            <a:ext cx="458331" cy="339271"/>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0" name="Straight Arrow Connector 89">
            <a:extLst>
              <a:ext uri="{FF2B5EF4-FFF2-40B4-BE49-F238E27FC236}">
                <a16:creationId xmlns:a16="http://schemas.microsoft.com/office/drawing/2014/main" id="{394D84D9-A375-40C0-D6A7-881B025C6C7C}"/>
              </a:ext>
            </a:extLst>
          </p:cNvPr>
          <p:cNvCxnSpPr>
            <a:cxnSpLocks/>
            <a:stCxn id="67" idx="3"/>
            <a:endCxn id="83" idx="2"/>
          </p:cNvCxnSpPr>
          <p:nvPr/>
        </p:nvCxnSpPr>
        <p:spPr>
          <a:xfrm>
            <a:off x="593371" y="1630313"/>
            <a:ext cx="561812" cy="554085"/>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1" name="Straight Arrow Connector 90">
            <a:extLst>
              <a:ext uri="{FF2B5EF4-FFF2-40B4-BE49-F238E27FC236}">
                <a16:creationId xmlns:a16="http://schemas.microsoft.com/office/drawing/2014/main" id="{8D822F12-59D1-09AA-FFD1-6D0678571B8F}"/>
              </a:ext>
            </a:extLst>
          </p:cNvPr>
          <p:cNvCxnSpPr>
            <a:cxnSpLocks/>
            <a:stCxn id="81" idx="6"/>
            <a:endCxn id="86" idx="2"/>
          </p:cNvCxnSpPr>
          <p:nvPr/>
        </p:nvCxnSpPr>
        <p:spPr>
          <a:xfrm>
            <a:off x="1433116" y="1291042"/>
            <a:ext cx="788274" cy="3858"/>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2" name="Straight Arrow Connector 91">
            <a:extLst>
              <a:ext uri="{FF2B5EF4-FFF2-40B4-BE49-F238E27FC236}">
                <a16:creationId xmlns:a16="http://schemas.microsoft.com/office/drawing/2014/main" id="{AE648213-010E-8CBC-E1A8-6FBAA624EF08}"/>
              </a:ext>
            </a:extLst>
          </p:cNvPr>
          <p:cNvCxnSpPr>
            <a:cxnSpLocks/>
            <a:stCxn id="83" idx="6"/>
            <a:endCxn id="98" idx="2"/>
          </p:cNvCxnSpPr>
          <p:nvPr/>
        </p:nvCxnSpPr>
        <p:spPr>
          <a:xfrm>
            <a:off x="1536597" y="2184398"/>
            <a:ext cx="1447412" cy="33588"/>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3" name="Straight Arrow Connector 92">
            <a:extLst>
              <a:ext uri="{FF2B5EF4-FFF2-40B4-BE49-F238E27FC236}">
                <a16:creationId xmlns:a16="http://schemas.microsoft.com/office/drawing/2014/main" id="{3CE3929E-CB08-BFF7-A01A-020EDCF5AE6C}"/>
              </a:ext>
            </a:extLst>
          </p:cNvPr>
          <p:cNvCxnSpPr>
            <a:cxnSpLocks/>
            <a:stCxn id="86" idx="6"/>
          </p:cNvCxnSpPr>
          <p:nvPr/>
        </p:nvCxnSpPr>
        <p:spPr>
          <a:xfrm>
            <a:off x="2602804" y="1294899"/>
            <a:ext cx="1532016" cy="14542"/>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94" name="TextBox 93">
                <a:extLst>
                  <a:ext uri="{FF2B5EF4-FFF2-40B4-BE49-F238E27FC236}">
                    <a16:creationId xmlns:a16="http://schemas.microsoft.com/office/drawing/2014/main" id="{4699CBE6-79EE-3A92-DAA6-B471E97DA19E}"/>
                  </a:ext>
                </a:extLst>
              </p:cNvPr>
              <p:cNvSpPr txBox="1"/>
              <p:nvPr/>
            </p:nvSpPr>
            <p:spPr>
              <a:xfrm>
                <a:off x="2910704" y="926659"/>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d</m:t>
                          </m:r>
                        </m:sub>
                      </m:sSub>
                    </m:oMath>
                  </m:oMathPara>
                </a14:m>
                <a:endParaRPr lang="en-US" dirty="0">
                  <a:solidFill>
                    <a:schemeClr val="tx1"/>
                  </a:solidFill>
                </a:endParaRPr>
              </a:p>
            </p:txBody>
          </p:sp>
        </mc:Choice>
        <mc:Fallback xmlns="">
          <p:sp>
            <p:nvSpPr>
              <p:cNvPr id="94" name="TextBox 93">
                <a:extLst>
                  <a:ext uri="{FF2B5EF4-FFF2-40B4-BE49-F238E27FC236}">
                    <a16:creationId xmlns:a16="http://schemas.microsoft.com/office/drawing/2014/main" id="{4699CBE6-79EE-3A92-DAA6-B471E97DA19E}"/>
                  </a:ext>
                </a:extLst>
              </p:cNvPr>
              <p:cNvSpPr txBox="1">
                <a:spLocks noRot="1" noChangeAspect="1" noMove="1" noResize="1" noEditPoints="1" noAdjustHandles="1" noChangeArrowheads="1" noChangeShapeType="1" noTextEdit="1"/>
              </p:cNvSpPr>
              <p:nvPr/>
            </p:nvSpPr>
            <p:spPr>
              <a:xfrm>
                <a:off x="2910704" y="926659"/>
                <a:ext cx="507796" cy="369332"/>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5" name="TextBox 94">
                <a:extLst>
                  <a:ext uri="{FF2B5EF4-FFF2-40B4-BE49-F238E27FC236}">
                    <a16:creationId xmlns:a16="http://schemas.microsoft.com/office/drawing/2014/main" id="{856E33DF-016F-3C57-14D0-5C68EDECDC97}"/>
                  </a:ext>
                </a:extLst>
              </p:cNvPr>
              <p:cNvSpPr txBox="1"/>
              <p:nvPr/>
            </p:nvSpPr>
            <p:spPr>
              <a:xfrm>
                <a:off x="1551728" y="914064"/>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Df</m:t>
                          </m:r>
                        </m:sub>
                      </m:sSub>
                    </m:oMath>
                  </m:oMathPara>
                </a14:m>
                <a:endParaRPr lang="en-US" dirty="0">
                  <a:solidFill>
                    <a:schemeClr val="tx1"/>
                  </a:solidFill>
                </a:endParaRPr>
              </a:p>
            </p:txBody>
          </p:sp>
        </mc:Choice>
        <mc:Fallback xmlns="">
          <p:sp>
            <p:nvSpPr>
              <p:cNvPr id="95" name="TextBox 94">
                <a:extLst>
                  <a:ext uri="{FF2B5EF4-FFF2-40B4-BE49-F238E27FC236}">
                    <a16:creationId xmlns:a16="http://schemas.microsoft.com/office/drawing/2014/main" id="{856E33DF-016F-3C57-14D0-5C68EDECDC97}"/>
                  </a:ext>
                </a:extLst>
              </p:cNvPr>
              <p:cNvSpPr txBox="1">
                <a:spLocks noRot="1" noChangeAspect="1" noMove="1" noResize="1" noEditPoints="1" noAdjustHandles="1" noChangeArrowheads="1" noChangeShapeType="1" noTextEdit="1"/>
              </p:cNvSpPr>
              <p:nvPr/>
            </p:nvSpPr>
            <p:spPr>
              <a:xfrm>
                <a:off x="1551728" y="914064"/>
                <a:ext cx="507796" cy="369332"/>
              </a:xfrm>
              <a:prstGeom prst="rect">
                <a:avLst/>
              </a:prstGeom>
              <a:blipFill>
                <a:blip r:embed="rId13"/>
                <a:stretch>
                  <a:fillRect r="-481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7" name="TextBox 96">
                <a:extLst>
                  <a:ext uri="{FF2B5EF4-FFF2-40B4-BE49-F238E27FC236}">
                    <a16:creationId xmlns:a16="http://schemas.microsoft.com/office/drawing/2014/main" id="{B2FD7E71-9771-F2EE-9E0F-01842071C948}"/>
                  </a:ext>
                </a:extLst>
              </p:cNvPr>
              <p:cNvSpPr txBox="1"/>
              <p:nvPr/>
            </p:nvSpPr>
            <p:spPr>
              <a:xfrm>
                <a:off x="1957369" y="2148694"/>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Ds</m:t>
                          </m:r>
                        </m:sub>
                      </m:sSub>
                    </m:oMath>
                  </m:oMathPara>
                </a14:m>
                <a:endParaRPr lang="en-US" dirty="0">
                  <a:solidFill>
                    <a:schemeClr val="tx1"/>
                  </a:solidFill>
                </a:endParaRPr>
              </a:p>
            </p:txBody>
          </p:sp>
        </mc:Choice>
        <mc:Fallback xmlns="">
          <p:sp>
            <p:nvSpPr>
              <p:cNvPr id="97" name="TextBox 96">
                <a:extLst>
                  <a:ext uri="{FF2B5EF4-FFF2-40B4-BE49-F238E27FC236}">
                    <a16:creationId xmlns:a16="http://schemas.microsoft.com/office/drawing/2014/main" id="{B2FD7E71-9771-F2EE-9E0F-01842071C948}"/>
                  </a:ext>
                </a:extLst>
              </p:cNvPr>
              <p:cNvSpPr txBox="1">
                <a:spLocks noRot="1" noChangeAspect="1" noMove="1" noResize="1" noEditPoints="1" noAdjustHandles="1" noChangeArrowheads="1" noChangeShapeType="1" noTextEdit="1"/>
              </p:cNvSpPr>
              <p:nvPr/>
            </p:nvSpPr>
            <p:spPr>
              <a:xfrm>
                <a:off x="1957369" y="2148694"/>
                <a:ext cx="507796" cy="369332"/>
              </a:xfrm>
              <a:prstGeom prst="rect">
                <a:avLst/>
              </a:prstGeom>
              <a:blipFill>
                <a:blip r:embed="rId14"/>
                <a:stretch>
                  <a:fillRect r="-8434"/>
                </a:stretch>
              </a:blipFill>
            </p:spPr>
            <p:txBody>
              <a:bodyPr/>
              <a:lstStyle/>
              <a:p>
                <a:r>
                  <a:rPr lang="en-US">
                    <a:noFill/>
                  </a:rPr>
                  <a:t> </a:t>
                </a:r>
              </a:p>
            </p:txBody>
          </p:sp>
        </mc:Fallback>
      </mc:AlternateContent>
      <p:sp>
        <p:nvSpPr>
          <p:cNvPr id="98" name="Oval 97">
            <a:extLst>
              <a:ext uri="{FF2B5EF4-FFF2-40B4-BE49-F238E27FC236}">
                <a16:creationId xmlns:a16="http://schemas.microsoft.com/office/drawing/2014/main" id="{54FD78E0-D4DE-7E23-750D-FA695F87C5FB}"/>
              </a:ext>
            </a:extLst>
          </p:cNvPr>
          <p:cNvSpPr>
            <a:spLocks noChangeAspect="1"/>
          </p:cNvSpPr>
          <p:nvPr/>
        </p:nvSpPr>
        <p:spPr>
          <a:xfrm>
            <a:off x="2984009" y="2027278"/>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100" name="TextBox 99">
                <a:extLst>
                  <a:ext uri="{FF2B5EF4-FFF2-40B4-BE49-F238E27FC236}">
                    <a16:creationId xmlns:a16="http://schemas.microsoft.com/office/drawing/2014/main" id="{4D8A6F0E-8ACF-B712-16AE-522F3102ABC8}"/>
                  </a:ext>
                </a:extLst>
              </p:cNvPr>
              <p:cNvSpPr txBox="1"/>
              <p:nvPr/>
            </p:nvSpPr>
            <p:spPr>
              <a:xfrm>
                <a:off x="2918454" y="1988926"/>
                <a:ext cx="518558"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Di</m:t>
                          </m:r>
                        </m:sub>
                      </m:sSub>
                    </m:oMath>
                  </m:oMathPara>
                </a14:m>
                <a:endParaRPr lang="en-US" dirty="0">
                  <a:solidFill>
                    <a:schemeClr val="bg1"/>
                  </a:solidFill>
                </a:endParaRPr>
              </a:p>
            </p:txBody>
          </p:sp>
        </mc:Choice>
        <mc:Fallback xmlns="">
          <p:sp>
            <p:nvSpPr>
              <p:cNvPr id="100" name="TextBox 99">
                <a:extLst>
                  <a:ext uri="{FF2B5EF4-FFF2-40B4-BE49-F238E27FC236}">
                    <a16:creationId xmlns:a16="http://schemas.microsoft.com/office/drawing/2014/main" id="{4D8A6F0E-8ACF-B712-16AE-522F3102ABC8}"/>
                  </a:ext>
                </a:extLst>
              </p:cNvPr>
              <p:cNvSpPr txBox="1">
                <a:spLocks noRot="1" noChangeAspect="1" noMove="1" noResize="1" noEditPoints="1" noAdjustHandles="1" noChangeArrowheads="1" noChangeShapeType="1" noTextEdit="1"/>
              </p:cNvSpPr>
              <p:nvPr/>
            </p:nvSpPr>
            <p:spPr>
              <a:xfrm>
                <a:off x="2918454" y="1988926"/>
                <a:ext cx="518558" cy="369332"/>
              </a:xfrm>
              <a:prstGeom prst="rect">
                <a:avLst/>
              </a:prstGeom>
              <a:blipFill>
                <a:blip r:embed="rId15"/>
                <a:stretch>
                  <a:fillRect/>
                </a:stretch>
              </a:blipFill>
            </p:spPr>
            <p:txBody>
              <a:bodyPr/>
              <a:lstStyle/>
              <a:p>
                <a:r>
                  <a:rPr lang="en-US">
                    <a:noFill/>
                  </a:rPr>
                  <a:t> </a:t>
                </a:r>
              </a:p>
            </p:txBody>
          </p:sp>
        </mc:Fallback>
      </mc:AlternateContent>
      <p:cxnSp>
        <p:nvCxnSpPr>
          <p:cNvPr id="101" name="Straight Arrow Connector 100">
            <a:extLst>
              <a:ext uri="{FF2B5EF4-FFF2-40B4-BE49-F238E27FC236}">
                <a16:creationId xmlns:a16="http://schemas.microsoft.com/office/drawing/2014/main" id="{A1848825-3FBA-F675-D50A-265AD0304B1C}"/>
              </a:ext>
            </a:extLst>
          </p:cNvPr>
          <p:cNvCxnSpPr>
            <a:cxnSpLocks/>
            <a:stCxn id="94" idx="2"/>
            <a:endCxn id="98" idx="0"/>
          </p:cNvCxnSpPr>
          <p:nvPr/>
        </p:nvCxnSpPr>
        <p:spPr>
          <a:xfrm>
            <a:off x="3164602" y="1295991"/>
            <a:ext cx="10114" cy="731287"/>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09" name="TextBox 108">
                <a:extLst>
                  <a:ext uri="{FF2B5EF4-FFF2-40B4-BE49-F238E27FC236}">
                    <a16:creationId xmlns:a16="http://schemas.microsoft.com/office/drawing/2014/main" id="{C136138B-85FE-86B5-3B43-245E27DC7D80}"/>
                  </a:ext>
                </a:extLst>
              </p:cNvPr>
              <p:cNvSpPr txBox="1"/>
              <p:nvPr/>
            </p:nvSpPr>
            <p:spPr>
              <a:xfrm>
                <a:off x="3796744" y="817909"/>
                <a:ext cx="578427" cy="400110"/>
              </a:xfrm>
              <a:prstGeom prst="rect">
                <a:avLst/>
              </a:prstGeom>
              <a:noFill/>
            </p:spPr>
            <p:txBody>
              <a:bodyPr wrap="none" rtlCol="0">
                <a:spAutoFit/>
              </a:bodyPr>
              <a:lstStyle/>
              <a:p>
                <a:pPr/>
                <a14:m>
                  <m:oMathPara xmlns:m="http://schemas.openxmlformats.org/officeDocument/2006/math">
                    <m:oMath>
                      <m:sSub>
                        <m:sSubPr>
                          <m:ctrlPr>
                            <a:rPr lang="de-DE" sz="2000" b="0" i="1" smtClean="0">
                              <a:latin typeface="Cambria Math" panose="02040503050406030204" pitchFamily="18" charset="0"/>
                            </a:rPr>
                          </m:ctrlPr>
                        </m:sSubPr>
                        <m:e>
                          <m:r>
                            <m:rPr>
                              <m:sty m:val="p"/>
                            </m:rPr>
                            <a:rPr lang="de-DE" sz="2000" b="0" i="1" smtClean="0">
                              <a:latin typeface="Cambria Math" panose="02040503050406030204" pitchFamily="18" charset="0"/>
                            </a:rPr>
                            <m:t>m</m:t>
                          </m:r>
                        </m:e>
                        <m:sub>
                          <m:r>
                            <m:rPr>
                              <m:sty m:val="p"/>
                            </m:rPr>
                            <a:rPr lang="de-DE" sz="2000" b="0" i="1" smtClean="0">
                              <a:latin typeface="Cambria Math" panose="02040503050406030204" pitchFamily="18" charset="0"/>
                            </a:rPr>
                            <m:t>d</m:t>
                          </m:r>
                        </m:sub>
                      </m:sSub>
                    </m:oMath>
                  </m:oMathPara>
                </a14:m>
                <a:endParaRPr lang="en-US" sz="2000" dirty="0"/>
              </a:p>
            </p:txBody>
          </p:sp>
        </mc:Choice>
        <mc:Fallback xmlns="">
          <p:sp>
            <p:nvSpPr>
              <p:cNvPr id="109" name="TextBox 108">
                <a:extLst>
                  <a:ext uri="{FF2B5EF4-FFF2-40B4-BE49-F238E27FC236}">
                    <a16:creationId xmlns:a16="http://schemas.microsoft.com/office/drawing/2014/main" id="{C136138B-85FE-86B5-3B43-245E27DC7D80}"/>
                  </a:ext>
                </a:extLst>
              </p:cNvPr>
              <p:cNvSpPr txBox="1">
                <a:spLocks noRot="1" noChangeAspect="1" noMove="1" noResize="1" noEditPoints="1" noAdjustHandles="1" noChangeArrowheads="1" noChangeShapeType="1" noTextEdit="1"/>
              </p:cNvSpPr>
              <p:nvPr/>
            </p:nvSpPr>
            <p:spPr>
              <a:xfrm>
                <a:off x="3796744" y="817909"/>
                <a:ext cx="578427" cy="400110"/>
              </a:xfrm>
              <a:prstGeom prst="rect">
                <a:avLst/>
              </a:prstGeom>
              <a:blipFill>
                <a:blip r:embed="rId16"/>
                <a:stretch>
                  <a:fillRect b="-151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F2EA2879-D5E1-8657-A026-019367EEA37B}"/>
                  </a:ext>
                </a:extLst>
              </p:cNvPr>
              <p:cNvSpPr txBox="1"/>
              <p:nvPr/>
            </p:nvSpPr>
            <p:spPr>
              <a:xfrm>
                <a:off x="11471920" y="753559"/>
                <a:ext cx="524049" cy="369332"/>
              </a:xfrm>
              <a:prstGeom prst="rect">
                <a:avLst/>
              </a:prstGeom>
              <a:noFill/>
            </p:spPr>
            <p:txBody>
              <a:bodyPr wrap="square">
                <a:spAutoFit/>
              </a:bodyPr>
              <a:lstStyle/>
              <a:p>
                <a:pPr/>
                <a14:m>
                  <m:oMathPara xmlns:m="http://schemas.openxmlformats.org/officeDocument/2006/math">
                    <m:oMath>
                      <m:sSub>
                        <m:sSubPr>
                          <m:ctrlPr>
                            <a:rPr lang="de-DE" b="0" i="1" smtClean="0">
                              <a:latin typeface="Cambria Math" panose="02040503050406030204" pitchFamily="18" charset="0"/>
                            </a:rPr>
                          </m:ctrlPr>
                        </m:sSubPr>
                        <m:e>
                          <m:r>
                            <m:rPr>
                              <m:sty m:val="p"/>
                            </m:rPr>
                            <a:rPr lang="de-DE" b="0" i="1" smtClean="0">
                              <a:latin typeface="Cambria Math" panose="02040503050406030204" pitchFamily="18" charset="0"/>
                            </a:rPr>
                            <m:t>m</m:t>
                          </m:r>
                        </m:e>
                        <m:sub>
                          <m:r>
                            <m:rPr>
                              <m:sty m:val="p"/>
                            </m:rPr>
                            <a:rPr lang="de-DE" b="0" i="1" smtClean="0">
                              <a:latin typeface="Cambria Math" panose="02040503050406030204" pitchFamily="18" charset="0"/>
                            </a:rPr>
                            <m:t>out</m:t>
                          </m:r>
                        </m:sub>
                      </m:sSub>
                    </m:oMath>
                  </m:oMathPara>
                </a14:m>
                <a:endParaRPr lang="en-US" dirty="0"/>
              </a:p>
            </p:txBody>
          </p:sp>
        </mc:Choice>
        <mc:Fallback xmlns="">
          <p:sp>
            <p:nvSpPr>
              <p:cNvPr id="45" name="TextBox 44">
                <a:extLst>
                  <a:ext uri="{FF2B5EF4-FFF2-40B4-BE49-F238E27FC236}">
                    <a16:creationId xmlns:a16="http://schemas.microsoft.com/office/drawing/2014/main" id="{F2EA2879-D5E1-8657-A026-019367EEA37B}"/>
                  </a:ext>
                </a:extLst>
              </p:cNvPr>
              <p:cNvSpPr txBox="1">
                <a:spLocks noRot="1" noChangeAspect="1" noMove="1" noResize="1" noEditPoints="1" noAdjustHandles="1" noChangeArrowheads="1" noChangeShapeType="1" noTextEdit="1"/>
              </p:cNvSpPr>
              <p:nvPr/>
            </p:nvSpPr>
            <p:spPr>
              <a:xfrm>
                <a:off x="11471920" y="753559"/>
                <a:ext cx="524049" cy="369332"/>
              </a:xfrm>
              <a:prstGeom prst="rect">
                <a:avLst/>
              </a:prstGeom>
              <a:blipFill>
                <a:blip r:embed="rId17"/>
                <a:stretch>
                  <a:fillRect r="-15116"/>
                </a:stretch>
              </a:blipFill>
            </p:spPr>
            <p:txBody>
              <a:bodyPr/>
              <a:lstStyle/>
              <a:p>
                <a:r>
                  <a:rPr lang="en-US">
                    <a:noFill/>
                  </a:rPr>
                  <a:t> </a:t>
                </a:r>
              </a:p>
            </p:txBody>
          </p:sp>
        </mc:Fallback>
      </mc:AlternateContent>
      <p:cxnSp>
        <p:nvCxnSpPr>
          <p:cNvPr id="3" name="Straight Arrow Connector 2">
            <a:extLst>
              <a:ext uri="{FF2B5EF4-FFF2-40B4-BE49-F238E27FC236}">
                <a16:creationId xmlns:a16="http://schemas.microsoft.com/office/drawing/2014/main" id="{6E09CFCF-2D08-7176-305F-CF41706A71FA}"/>
              </a:ext>
            </a:extLst>
          </p:cNvPr>
          <p:cNvCxnSpPr>
            <a:cxnSpLocks/>
            <a:endCxn id="51" idx="3"/>
          </p:cNvCxnSpPr>
          <p:nvPr/>
        </p:nvCxnSpPr>
        <p:spPr>
          <a:xfrm flipV="1">
            <a:off x="10153838" y="1368866"/>
            <a:ext cx="845662" cy="599969"/>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75D10D2A-D654-2B0F-1B0E-97EF9F0A4CE1}"/>
              </a:ext>
            </a:extLst>
          </p:cNvPr>
          <p:cNvCxnSpPr>
            <a:cxnSpLocks/>
          </p:cNvCxnSpPr>
          <p:nvPr/>
        </p:nvCxnSpPr>
        <p:spPr>
          <a:xfrm>
            <a:off x="10195344" y="476126"/>
            <a:ext cx="817647" cy="567663"/>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87A2F34C-4F0A-3613-7F2F-0CCDB179A310}"/>
              </a:ext>
            </a:extLst>
          </p:cNvPr>
          <p:cNvCxnSpPr>
            <a:cxnSpLocks/>
            <a:stCxn id="22" idx="6"/>
            <a:endCxn id="29" idx="2"/>
          </p:cNvCxnSpPr>
          <p:nvPr/>
        </p:nvCxnSpPr>
        <p:spPr>
          <a:xfrm flipV="1">
            <a:off x="9166512" y="1968835"/>
            <a:ext cx="623064" cy="1383"/>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4DE27195-A7AB-EC62-9B7E-32DD43837AA2}"/>
              </a:ext>
            </a:extLst>
          </p:cNvPr>
          <p:cNvCxnSpPr>
            <a:cxnSpLocks/>
            <a:stCxn id="55" idx="6"/>
            <a:endCxn id="49" idx="2"/>
          </p:cNvCxnSpPr>
          <p:nvPr/>
        </p:nvCxnSpPr>
        <p:spPr>
          <a:xfrm>
            <a:off x="9169215" y="452640"/>
            <a:ext cx="633668" cy="6937"/>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E21E5A8B-9B1B-A583-6E9B-AF4AB1A3AA4E}"/>
              </a:ext>
            </a:extLst>
          </p:cNvPr>
          <p:cNvCxnSpPr>
            <a:cxnSpLocks/>
            <a:endCxn id="55" idx="2"/>
          </p:cNvCxnSpPr>
          <p:nvPr/>
        </p:nvCxnSpPr>
        <p:spPr>
          <a:xfrm flipV="1">
            <a:off x="7887687" y="452640"/>
            <a:ext cx="832060" cy="711208"/>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128AA7EA-508E-4770-590A-1AD4EE673E88}"/>
              </a:ext>
            </a:extLst>
          </p:cNvPr>
          <p:cNvCxnSpPr>
            <a:cxnSpLocks/>
            <a:endCxn id="22" idx="2"/>
          </p:cNvCxnSpPr>
          <p:nvPr/>
        </p:nvCxnSpPr>
        <p:spPr>
          <a:xfrm>
            <a:off x="7887687" y="1163848"/>
            <a:ext cx="829357" cy="80637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C6525B58-54B2-3128-B545-C11CB2AD0CC1}"/>
              </a:ext>
            </a:extLst>
          </p:cNvPr>
          <p:cNvCxnSpPr>
            <a:cxnSpLocks/>
          </p:cNvCxnSpPr>
          <p:nvPr/>
        </p:nvCxnSpPr>
        <p:spPr>
          <a:xfrm flipV="1">
            <a:off x="11248854" y="1204198"/>
            <a:ext cx="588247" cy="1"/>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grpSp>
        <p:nvGrpSpPr>
          <p:cNvPr id="19" name="Group 18">
            <a:extLst>
              <a:ext uri="{FF2B5EF4-FFF2-40B4-BE49-F238E27FC236}">
                <a16:creationId xmlns:a16="http://schemas.microsoft.com/office/drawing/2014/main" id="{8D9A4E82-C74B-48C9-588E-0151F9AA9A4A}"/>
              </a:ext>
            </a:extLst>
          </p:cNvPr>
          <p:cNvGrpSpPr/>
          <p:nvPr/>
        </p:nvGrpSpPr>
        <p:grpSpPr>
          <a:xfrm>
            <a:off x="8719747" y="227121"/>
            <a:ext cx="481543" cy="451038"/>
            <a:chOff x="4764744" y="3666589"/>
            <a:chExt cx="587792" cy="550556"/>
          </a:xfrm>
        </p:grpSpPr>
        <p:sp>
          <p:nvSpPr>
            <p:cNvPr id="55" name="Oval 54">
              <a:extLst>
                <a:ext uri="{FF2B5EF4-FFF2-40B4-BE49-F238E27FC236}">
                  <a16:creationId xmlns:a16="http://schemas.microsoft.com/office/drawing/2014/main" id="{912F3A5E-FECA-D8A1-113B-36C651867403}"/>
                </a:ext>
              </a:extLst>
            </p:cNvPr>
            <p:cNvSpPr>
              <a:spLocks noChangeAspect="1"/>
            </p:cNvSpPr>
            <p:nvPr/>
          </p:nvSpPr>
          <p:spPr>
            <a:xfrm>
              <a:off x="4764744" y="3666589"/>
              <a:ext cx="548640" cy="550556"/>
            </a:xfrm>
            <a:prstGeom prst="ellipse">
              <a:avLst/>
            </a:prstGeom>
            <a:solidFill>
              <a:schemeClr val="tx2">
                <a:lumMod val="25000"/>
                <a:lumOff val="75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88F71257-9E77-88F4-7A6C-BFDAEDDF4421}"/>
                    </a:ext>
                  </a:extLst>
                </p:cNvPr>
                <p:cNvSpPr txBox="1"/>
                <p:nvPr/>
              </p:nvSpPr>
              <p:spPr>
                <a:xfrm>
                  <a:off x="4797682" y="3678461"/>
                  <a:ext cx="554854" cy="45082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a:rPr lang="de-DE" b="0" i="1" smtClean="0">
                                <a:solidFill>
                                  <a:schemeClr val="bg1"/>
                                </a:solidFill>
                                <a:latin typeface="Cambria Math" panose="02040503050406030204" pitchFamily="18" charset="0"/>
                              </a:rPr>
                              <m:t>11</m:t>
                            </m:r>
                          </m:sub>
                        </m:sSub>
                      </m:oMath>
                    </m:oMathPara>
                  </a14:m>
                  <a:endParaRPr lang="en-US" dirty="0">
                    <a:solidFill>
                      <a:schemeClr val="bg1"/>
                    </a:solidFill>
                  </a:endParaRPr>
                </a:p>
              </p:txBody>
            </p:sp>
          </mc:Choice>
          <mc:Fallback xmlns="">
            <p:sp>
              <p:nvSpPr>
                <p:cNvPr id="21" name="TextBox 20">
                  <a:extLst>
                    <a:ext uri="{FF2B5EF4-FFF2-40B4-BE49-F238E27FC236}">
                      <a16:creationId xmlns:a16="http://schemas.microsoft.com/office/drawing/2014/main" id="{E476269B-E89C-DCC2-1982-5900A2BBB364}"/>
                    </a:ext>
                  </a:extLst>
                </p:cNvPr>
                <p:cNvSpPr txBox="1">
                  <a:spLocks noRot="1" noChangeAspect="1" noMove="1" noResize="1" noEditPoints="1" noAdjustHandles="1" noChangeArrowheads="1" noChangeShapeType="1" noTextEdit="1"/>
                </p:cNvSpPr>
                <p:nvPr/>
              </p:nvSpPr>
              <p:spPr>
                <a:xfrm>
                  <a:off x="4797682" y="3678461"/>
                  <a:ext cx="554854" cy="450822"/>
                </a:xfrm>
                <a:prstGeom prst="rect">
                  <a:avLst/>
                </a:prstGeom>
                <a:blipFill>
                  <a:blip r:embed="rId18"/>
                  <a:stretch>
                    <a:fillRect/>
                  </a:stretch>
                </a:blipFill>
              </p:spPr>
              <p:txBody>
                <a:bodyPr/>
                <a:lstStyle/>
                <a:p>
                  <a:r>
                    <a:rPr lang="en-US">
                      <a:noFill/>
                    </a:rPr>
                    <a:t> </a:t>
                  </a:r>
                </a:p>
              </p:txBody>
            </p:sp>
          </mc:Fallback>
        </mc:AlternateContent>
      </p:grpSp>
      <p:sp>
        <p:nvSpPr>
          <p:cNvPr id="21" name="Rectangle 20">
            <a:extLst>
              <a:ext uri="{FF2B5EF4-FFF2-40B4-BE49-F238E27FC236}">
                <a16:creationId xmlns:a16="http://schemas.microsoft.com/office/drawing/2014/main" id="{EE1CF7A8-7957-3D99-CA30-1A9D336CEBBB}"/>
              </a:ext>
            </a:extLst>
          </p:cNvPr>
          <p:cNvSpPr/>
          <p:nvPr/>
        </p:nvSpPr>
        <p:spPr>
          <a:xfrm>
            <a:off x="7884984" y="114831"/>
            <a:ext cx="3586936" cy="2326548"/>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2" name="Oval 21">
            <a:extLst>
              <a:ext uri="{FF2B5EF4-FFF2-40B4-BE49-F238E27FC236}">
                <a16:creationId xmlns:a16="http://schemas.microsoft.com/office/drawing/2014/main" id="{74875934-BBDD-CA09-B234-B65D1312E11A}"/>
              </a:ext>
            </a:extLst>
          </p:cNvPr>
          <p:cNvSpPr>
            <a:spLocks noChangeAspect="1"/>
          </p:cNvSpPr>
          <p:nvPr/>
        </p:nvSpPr>
        <p:spPr>
          <a:xfrm>
            <a:off x="8717044" y="1744699"/>
            <a:ext cx="449468" cy="451038"/>
          </a:xfrm>
          <a:prstGeom prst="ellipse">
            <a:avLst/>
          </a:prstGeom>
          <a:solidFill>
            <a:schemeClr val="tx2">
              <a:lumMod val="25000"/>
              <a:lumOff val="75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grpSp>
        <p:nvGrpSpPr>
          <p:cNvPr id="24" name="Group 23">
            <a:extLst>
              <a:ext uri="{FF2B5EF4-FFF2-40B4-BE49-F238E27FC236}">
                <a16:creationId xmlns:a16="http://schemas.microsoft.com/office/drawing/2014/main" id="{DE721180-F6C2-298C-7382-12D567E11456}"/>
              </a:ext>
            </a:extLst>
          </p:cNvPr>
          <p:cNvGrpSpPr/>
          <p:nvPr/>
        </p:nvGrpSpPr>
        <p:grpSpPr>
          <a:xfrm>
            <a:off x="10933678" y="983881"/>
            <a:ext cx="481543" cy="451038"/>
            <a:chOff x="4764744" y="3666589"/>
            <a:chExt cx="587792" cy="550556"/>
          </a:xfrm>
        </p:grpSpPr>
        <p:sp>
          <p:nvSpPr>
            <p:cNvPr id="51" name="Oval 50">
              <a:extLst>
                <a:ext uri="{FF2B5EF4-FFF2-40B4-BE49-F238E27FC236}">
                  <a16:creationId xmlns:a16="http://schemas.microsoft.com/office/drawing/2014/main" id="{EBCB5DA4-0E8F-581A-F985-DBA9B4979D45}"/>
                </a:ext>
              </a:extLst>
            </p:cNvPr>
            <p:cNvSpPr>
              <a:spLocks noChangeAspect="1"/>
            </p:cNvSpPr>
            <p:nvPr/>
          </p:nvSpPr>
          <p:spPr>
            <a:xfrm>
              <a:off x="4764744" y="3666589"/>
              <a:ext cx="548640" cy="550556"/>
            </a:xfrm>
            <a:prstGeom prst="ellipse">
              <a:avLst/>
            </a:prstGeom>
            <a:solidFill>
              <a:schemeClr val="tx2">
                <a:lumMod val="25000"/>
                <a:lumOff val="75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C2C6AE46-518E-8CA3-BE86-2D98FB730F10}"/>
                    </a:ext>
                  </a:extLst>
                </p:cNvPr>
                <p:cNvSpPr txBox="1"/>
                <p:nvPr/>
              </p:nvSpPr>
              <p:spPr>
                <a:xfrm>
                  <a:off x="4797682" y="3678461"/>
                  <a:ext cx="554854" cy="45082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a:rPr lang="de-DE" b="0" i="1" smtClean="0">
                                <a:solidFill>
                                  <a:schemeClr val="bg1"/>
                                </a:solidFill>
                                <a:latin typeface="Cambria Math" panose="02040503050406030204" pitchFamily="18" charset="0"/>
                              </a:rPr>
                              <m:t>4</m:t>
                            </m:r>
                          </m:sub>
                        </m:sSub>
                      </m:oMath>
                    </m:oMathPara>
                  </a14:m>
                  <a:endParaRPr lang="en-US" dirty="0">
                    <a:solidFill>
                      <a:schemeClr val="bg1"/>
                    </a:solidFill>
                  </a:endParaRPr>
                </a:p>
              </p:txBody>
            </p:sp>
          </mc:Choice>
          <mc:Fallback xmlns="">
            <p:sp>
              <p:nvSpPr>
                <p:cNvPr id="47" name="TextBox 46">
                  <a:extLst>
                    <a:ext uri="{FF2B5EF4-FFF2-40B4-BE49-F238E27FC236}">
                      <a16:creationId xmlns:a16="http://schemas.microsoft.com/office/drawing/2014/main" id="{F0F16C61-9968-C6BC-1095-A4EE6675BE41}"/>
                    </a:ext>
                  </a:extLst>
                </p:cNvPr>
                <p:cNvSpPr txBox="1">
                  <a:spLocks noRot="1" noChangeAspect="1" noMove="1" noResize="1" noEditPoints="1" noAdjustHandles="1" noChangeArrowheads="1" noChangeShapeType="1" noTextEdit="1"/>
                </p:cNvSpPr>
                <p:nvPr/>
              </p:nvSpPr>
              <p:spPr>
                <a:xfrm>
                  <a:off x="4797682" y="3678461"/>
                  <a:ext cx="554854" cy="450822"/>
                </a:xfrm>
                <a:prstGeom prst="rect">
                  <a:avLst/>
                </a:prstGeom>
                <a:blipFill>
                  <a:blip r:embed="rId19"/>
                  <a:stretch>
                    <a:fillRect/>
                  </a:stretch>
                </a:blipFill>
              </p:spPr>
              <p:txBody>
                <a:bodyPr/>
                <a:lstStyle/>
                <a:p>
                  <a:r>
                    <a:rPr lang="en-US">
                      <a:noFill/>
                    </a:rPr>
                    <a:t> </a:t>
                  </a:r>
                </a:p>
              </p:txBody>
            </p:sp>
          </mc:Fallback>
        </mc:AlternateContent>
      </p:grpSp>
      <p:grpSp>
        <p:nvGrpSpPr>
          <p:cNvPr id="26" name="Group 25">
            <a:extLst>
              <a:ext uri="{FF2B5EF4-FFF2-40B4-BE49-F238E27FC236}">
                <a16:creationId xmlns:a16="http://schemas.microsoft.com/office/drawing/2014/main" id="{6E978671-DF2A-6DC6-BAE9-3C9CD4B1BD05}"/>
              </a:ext>
            </a:extLst>
          </p:cNvPr>
          <p:cNvGrpSpPr/>
          <p:nvPr/>
        </p:nvGrpSpPr>
        <p:grpSpPr>
          <a:xfrm>
            <a:off x="9802883" y="234057"/>
            <a:ext cx="481543" cy="451038"/>
            <a:chOff x="4764744" y="3666589"/>
            <a:chExt cx="587792" cy="550556"/>
          </a:xfrm>
        </p:grpSpPr>
        <p:sp>
          <p:nvSpPr>
            <p:cNvPr id="49" name="Oval 48">
              <a:extLst>
                <a:ext uri="{FF2B5EF4-FFF2-40B4-BE49-F238E27FC236}">
                  <a16:creationId xmlns:a16="http://schemas.microsoft.com/office/drawing/2014/main" id="{F91D2A67-31EC-901B-7D24-FB8902144136}"/>
                </a:ext>
              </a:extLst>
            </p:cNvPr>
            <p:cNvSpPr>
              <a:spLocks noChangeAspect="1"/>
            </p:cNvSpPr>
            <p:nvPr/>
          </p:nvSpPr>
          <p:spPr>
            <a:xfrm>
              <a:off x="4764744" y="3666589"/>
              <a:ext cx="548640" cy="550556"/>
            </a:xfrm>
            <a:prstGeom prst="ellipse">
              <a:avLst/>
            </a:prstGeom>
            <a:solidFill>
              <a:schemeClr val="tx2">
                <a:lumMod val="25000"/>
                <a:lumOff val="75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D10F8945-3F5A-D172-A6F6-7D83292C1F12}"/>
                    </a:ext>
                  </a:extLst>
                </p:cNvPr>
                <p:cNvSpPr txBox="1"/>
                <p:nvPr/>
              </p:nvSpPr>
              <p:spPr>
                <a:xfrm>
                  <a:off x="4797682" y="3678461"/>
                  <a:ext cx="554854" cy="45082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a:rPr lang="en-GB" b="0" i="1" smtClean="0">
                                <a:solidFill>
                                  <a:schemeClr val="bg1"/>
                                </a:solidFill>
                                <a:latin typeface="Cambria Math" panose="02040503050406030204" pitchFamily="18" charset="0"/>
                              </a:rPr>
                              <m:t>12</m:t>
                            </m:r>
                          </m:sub>
                        </m:sSub>
                      </m:oMath>
                    </m:oMathPara>
                  </a14:m>
                  <a:endParaRPr lang="en-US" dirty="0">
                    <a:solidFill>
                      <a:schemeClr val="bg1"/>
                    </a:solidFill>
                  </a:endParaRPr>
                </a:p>
              </p:txBody>
            </p:sp>
          </mc:Choice>
          <mc:Fallback xmlns="">
            <p:sp>
              <p:nvSpPr>
                <p:cNvPr id="50" name="TextBox 49">
                  <a:extLst>
                    <a:ext uri="{FF2B5EF4-FFF2-40B4-BE49-F238E27FC236}">
                      <a16:creationId xmlns:a16="http://schemas.microsoft.com/office/drawing/2014/main" id="{D10F8945-3F5A-D172-A6F6-7D83292C1F12}"/>
                    </a:ext>
                  </a:extLst>
                </p:cNvPr>
                <p:cNvSpPr txBox="1">
                  <a:spLocks noRot="1" noChangeAspect="1" noMove="1" noResize="1" noEditPoints="1" noAdjustHandles="1" noChangeArrowheads="1" noChangeShapeType="1" noTextEdit="1"/>
                </p:cNvSpPr>
                <p:nvPr/>
              </p:nvSpPr>
              <p:spPr>
                <a:xfrm>
                  <a:off x="4797682" y="3678461"/>
                  <a:ext cx="554854" cy="450822"/>
                </a:xfrm>
                <a:prstGeom prst="rect">
                  <a:avLst/>
                </a:prstGeom>
                <a:blipFill>
                  <a:blip r:embed="rId20"/>
                  <a:stretch>
                    <a:fillRect/>
                  </a:stretch>
                </a:blipFill>
              </p:spPr>
              <p:txBody>
                <a:bodyPr/>
                <a:lstStyle/>
                <a:p>
                  <a:r>
                    <a:rPr lang="en-US">
                      <a:noFill/>
                    </a:rPr>
                    <a:t> </a:t>
                  </a:r>
                </a:p>
              </p:txBody>
            </p:sp>
          </mc:Fallback>
        </mc:AlternateContent>
      </p:grpSp>
      <p:grpSp>
        <p:nvGrpSpPr>
          <p:cNvPr id="27" name="Group 26">
            <a:extLst>
              <a:ext uri="{FF2B5EF4-FFF2-40B4-BE49-F238E27FC236}">
                <a16:creationId xmlns:a16="http://schemas.microsoft.com/office/drawing/2014/main" id="{7C841EC2-4D49-D0C1-05B0-0A0764AF2CA7}"/>
              </a:ext>
            </a:extLst>
          </p:cNvPr>
          <p:cNvGrpSpPr/>
          <p:nvPr/>
        </p:nvGrpSpPr>
        <p:grpSpPr>
          <a:xfrm>
            <a:off x="9789576" y="1743316"/>
            <a:ext cx="481543" cy="451038"/>
            <a:chOff x="4764744" y="3666589"/>
            <a:chExt cx="587792" cy="550556"/>
          </a:xfrm>
        </p:grpSpPr>
        <p:sp>
          <p:nvSpPr>
            <p:cNvPr id="29" name="Oval 28">
              <a:extLst>
                <a:ext uri="{FF2B5EF4-FFF2-40B4-BE49-F238E27FC236}">
                  <a16:creationId xmlns:a16="http://schemas.microsoft.com/office/drawing/2014/main" id="{634CB1E1-E0DC-A0C1-7E75-680E245C28D8}"/>
                </a:ext>
              </a:extLst>
            </p:cNvPr>
            <p:cNvSpPr>
              <a:spLocks noChangeAspect="1"/>
            </p:cNvSpPr>
            <p:nvPr/>
          </p:nvSpPr>
          <p:spPr>
            <a:xfrm>
              <a:off x="4764744" y="3666589"/>
              <a:ext cx="548640" cy="550556"/>
            </a:xfrm>
            <a:prstGeom prst="ellipse">
              <a:avLst/>
            </a:prstGeom>
            <a:solidFill>
              <a:schemeClr val="tx2">
                <a:lumMod val="25000"/>
                <a:lumOff val="75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49E1408A-9F7F-0FC6-C2E7-CEDD08882B9D}"/>
                    </a:ext>
                  </a:extLst>
                </p:cNvPr>
                <p:cNvSpPr txBox="1"/>
                <p:nvPr/>
              </p:nvSpPr>
              <p:spPr>
                <a:xfrm>
                  <a:off x="4797682" y="3678461"/>
                  <a:ext cx="554854" cy="45082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a:rPr lang="en-GB" b="0" i="1" smtClean="0">
                                <a:solidFill>
                                  <a:schemeClr val="bg1"/>
                                </a:solidFill>
                                <a:latin typeface="Cambria Math" panose="02040503050406030204" pitchFamily="18" charset="0"/>
                              </a:rPr>
                              <m:t>22</m:t>
                            </m:r>
                          </m:sub>
                        </m:sSub>
                      </m:oMath>
                    </m:oMathPara>
                  </a14:m>
                  <a:endParaRPr lang="en-US" dirty="0">
                    <a:solidFill>
                      <a:schemeClr val="bg1"/>
                    </a:solidFill>
                  </a:endParaRPr>
                </a:p>
              </p:txBody>
            </p:sp>
          </mc:Choice>
          <mc:Fallback xmlns="">
            <p:sp>
              <p:nvSpPr>
                <p:cNvPr id="38" name="TextBox 37">
                  <a:extLst>
                    <a:ext uri="{FF2B5EF4-FFF2-40B4-BE49-F238E27FC236}">
                      <a16:creationId xmlns:a16="http://schemas.microsoft.com/office/drawing/2014/main" id="{49E1408A-9F7F-0FC6-C2E7-CEDD08882B9D}"/>
                    </a:ext>
                  </a:extLst>
                </p:cNvPr>
                <p:cNvSpPr txBox="1">
                  <a:spLocks noRot="1" noChangeAspect="1" noMove="1" noResize="1" noEditPoints="1" noAdjustHandles="1" noChangeArrowheads="1" noChangeShapeType="1" noTextEdit="1"/>
                </p:cNvSpPr>
                <p:nvPr/>
              </p:nvSpPr>
              <p:spPr>
                <a:xfrm>
                  <a:off x="4797682" y="3678461"/>
                  <a:ext cx="554854" cy="450822"/>
                </a:xfrm>
                <a:prstGeom prst="rect">
                  <a:avLst/>
                </a:prstGeom>
                <a:blipFill>
                  <a:blip r:embed="rId21"/>
                  <a:stretch>
                    <a:fillRect/>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D0553E45-9B0F-A581-2223-0332C0ACACFD}"/>
                  </a:ext>
                </a:extLst>
              </p:cNvPr>
              <p:cNvSpPr txBox="1"/>
              <p:nvPr/>
            </p:nvSpPr>
            <p:spPr>
              <a:xfrm>
                <a:off x="8744028" y="1754425"/>
                <a:ext cx="454559"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a:rPr lang="de-DE" b="0" i="1" smtClean="0">
                              <a:solidFill>
                                <a:schemeClr val="bg1"/>
                              </a:solidFill>
                              <a:latin typeface="Cambria Math" panose="02040503050406030204" pitchFamily="18" charset="0"/>
                            </a:rPr>
                            <m:t>21</m:t>
                          </m:r>
                        </m:sub>
                      </m:sSub>
                    </m:oMath>
                  </m:oMathPara>
                </a14:m>
                <a:endParaRPr lang="en-US" dirty="0">
                  <a:solidFill>
                    <a:schemeClr val="bg1"/>
                  </a:solidFill>
                </a:endParaRPr>
              </a:p>
            </p:txBody>
          </p:sp>
        </mc:Choice>
        <mc:Fallback xmlns="">
          <p:sp>
            <p:nvSpPr>
              <p:cNvPr id="28" name="TextBox 27">
                <a:extLst>
                  <a:ext uri="{FF2B5EF4-FFF2-40B4-BE49-F238E27FC236}">
                    <a16:creationId xmlns:a16="http://schemas.microsoft.com/office/drawing/2014/main" id="{D0553E45-9B0F-A581-2223-0332C0ACACFD}"/>
                  </a:ext>
                </a:extLst>
              </p:cNvPr>
              <p:cNvSpPr txBox="1">
                <a:spLocks noRot="1" noChangeAspect="1" noMove="1" noResize="1" noEditPoints="1" noAdjustHandles="1" noChangeArrowheads="1" noChangeShapeType="1" noTextEdit="1"/>
              </p:cNvSpPr>
              <p:nvPr/>
            </p:nvSpPr>
            <p:spPr>
              <a:xfrm>
                <a:off x="8744028" y="1754425"/>
                <a:ext cx="454559" cy="369332"/>
              </a:xfrm>
              <a:prstGeom prst="rect">
                <a:avLst/>
              </a:prstGeom>
              <a:blipFill>
                <a:blip r:embed="rId22"/>
                <a:stretch>
                  <a:fillRect/>
                </a:stretch>
              </a:blipFill>
            </p:spPr>
            <p:txBody>
              <a:bodyPr/>
              <a:lstStyle/>
              <a:p>
                <a:r>
                  <a:rPr lang="en-US">
                    <a:noFill/>
                  </a:rPr>
                  <a:t> </a:t>
                </a:r>
              </a:p>
            </p:txBody>
          </p:sp>
        </mc:Fallback>
      </mc:AlternateContent>
      <p:cxnSp>
        <p:nvCxnSpPr>
          <p:cNvPr id="62" name="Connector: Elbow 61">
            <a:extLst>
              <a:ext uri="{FF2B5EF4-FFF2-40B4-BE49-F238E27FC236}">
                <a16:creationId xmlns:a16="http://schemas.microsoft.com/office/drawing/2014/main" id="{314F7943-D1E4-6F29-D04C-1C12C0C9C5AB}"/>
              </a:ext>
            </a:extLst>
          </p:cNvPr>
          <p:cNvCxnSpPr>
            <a:cxnSpLocks/>
          </p:cNvCxnSpPr>
          <p:nvPr/>
        </p:nvCxnSpPr>
        <p:spPr>
          <a:xfrm rot="10800000">
            <a:off x="7506125" y="691558"/>
            <a:ext cx="381563" cy="472290"/>
          </a:xfrm>
          <a:prstGeom prst="bentConnector2">
            <a:avLst/>
          </a:prstGeom>
          <a:ln w="22225">
            <a:headEnd type="triangle" w="lg" len="lg"/>
            <a:tailEnd type="non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66" name="TextBox 65">
                <a:extLst>
                  <a:ext uri="{FF2B5EF4-FFF2-40B4-BE49-F238E27FC236}">
                    <a16:creationId xmlns:a16="http://schemas.microsoft.com/office/drawing/2014/main" id="{68692EF5-16E3-C0E2-5034-CD10FE18583D}"/>
                  </a:ext>
                </a:extLst>
              </p:cNvPr>
              <p:cNvSpPr txBox="1"/>
              <p:nvPr/>
            </p:nvSpPr>
            <p:spPr>
              <a:xfrm>
                <a:off x="7350070" y="261956"/>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c</m:t>
                          </m:r>
                        </m:sub>
                      </m:sSub>
                    </m:oMath>
                  </m:oMathPara>
                </a14:m>
                <a:endParaRPr lang="en-US" dirty="0">
                  <a:solidFill>
                    <a:schemeClr val="tx1"/>
                  </a:solidFill>
                </a:endParaRPr>
              </a:p>
            </p:txBody>
          </p:sp>
        </mc:Choice>
        <mc:Fallback xmlns="">
          <p:sp>
            <p:nvSpPr>
              <p:cNvPr id="66" name="TextBox 65">
                <a:extLst>
                  <a:ext uri="{FF2B5EF4-FFF2-40B4-BE49-F238E27FC236}">
                    <a16:creationId xmlns:a16="http://schemas.microsoft.com/office/drawing/2014/main" id="{68692EF5-16E3-C0E2-5034-CD10FE18583D}"/>
                  </a:ext>
                </a:extLst>
              </p:cNvPr>
              <p:cNvSpPr txBox="1">
                <a:spLocks noRot="1" noChangeAspect="1" noMove="1" noResize="1" noEditPoints="1" noAdjustHandles="1" noChangeArrowheads="1" noChangeShapeType="1" noTextEdit="1"/>
              </p:cNvSpPr>
              <p:nvPr/>
            </p:nvSpPr>
            <p:spPr>
              <a:xfrm>
                <a:off x="7350070" y="261956"/>
                <a:ext cx="507796" cy="369332"/>
              </a:xfrm>
              <a:prstGeom prst="rect">
                <a:avLst/>
              </a:prstGeom>
              <a:blipFill>
                <a:blip r:embed="rId23"/>
                <a:stretch>
                  <a:fillRect/>
                </a:stretch>
              </a:blipFill>
            </p:spPr>
            <p:txBody>
              <a:bodyPr/>
              <a:lstStyle/>
              <a:p>
                <a:r>
                  <a:rPr lang="en-US">
                    <a:noFill/>
                  </a:rPr>
                  <a:t> </a:t>
                </a:r>
              </a:p>
            </p:txBody>
          </p:sp>
        </mc:Fallback>
      </mc:AlternateContent>
      <p:sp>
        <p:nvSpPr>
          <p:cNvPr id="104" name="TextBox 103">
            <a:extLst>
              <a:ext uri="{FF2B5EF4-FFF2-40B4-BE49-F238E27FC236}">
                <a16:creationId xmlns:a16="http://schemas.microsoft.com/office/drawing/2014/main" id="{5B8FBC67-A0F0-867B-59C3-164824C098D3}"/>
              </a:ext>
            </a:extLst>
          </p:cNvPr>
          <p:cNvSpPr txBox="1"/>
          <p:nvPr/>
        </p:nvSpPr>
        <p:spPr>
          <a:xfrm>
            <a:off x="7948367" y="166370"/>
            <a:ext cx="473206" cy="338554"/>
          </a:xfrm>
          <a:prstGeom prst="rect">
            <a:avLst/>
          </a:prstGeom>
          <a:noFill/>
        </p:spPr>
        <p:txBody>
          <a:bodyPr wrap="none" rtlCol="0">
            <a:spAutoFit/>
          </a:bodyPr>
          <a:lstStyle/>
          <a:p>
            <a:r>
              <a:rPr lang="en-US" sz="1600" dirty="0"/>
              <a:t>NN</a:t>
            </a:r>
          </a:p>
        </p:txBody>
      </p:sp>
      <mc:AlternateContent xmlns:mc="http://schemas.openxmlformats.org/markup-compatibility/2006" xmlns:a14="http://schemas.microsoft.com/office/drawing/2010/main">
        <mc:Choice Requires="a14">
          <p:sp>
            <p:nvSpPr>
              <p:cNvPr id="108" name="TextBox 107">
                <a:extLst>
                  <a:ext uri="{FF2B5EF4-FFF2-40B4-BE49-F238E27FC236}">
                    <a16:creationId xmlns:a16="http://schemas.microsoft.com/office/drawing/2014/main" id="{4240DC55-86C6-9FD0-266A-F653CB22CDC7}"/>
                  </a:ext>
                </a:extLst>
              </p:cNvPr>
              <p:cNvSpPr txBox="1"/>
              <p:nvPr/>
            </p:nvSpPr>
            <p:spPr>
              <a:xfrm>
                <a:off x="9182854" y="437645"/>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a:rPr lang="en-GB" b="0" i="1" smtClean="0">
                              <a:solidFill>
                                <a:schemeClr val="tx1"/>
                              </a:solidFill>
                              <a:latin typeface="Cambria Math" panose="02040503050406030204" pitchFamily="18" charset="0"/>
                            </a:rPr>
                            <m:t>11</m:t>
                          </m:r>
                        </m:sub>
                      </m:sSub>
                    </m:oMath>
                  </m:oMathPara>
                </a14:m>
                <a:endParaRPr lang="en-US" dirty="0">
                  <a:solidFill>
                    <a:schemeClr val="tx1"/>
                  </a:solidFill>
                </a:endParaRPr>
              </a:p>
            </p:txBody>
          </p:sp>
        </mc:Choice>
        <mc:Fallback xmlns="">
          <p:sp>
            <p:nvSpPr>
              <p:cNvPr id="108" name="TextBox 107">
                <a:extLst>
                  <a:ext uri="{FF2B5EF4-FFF2-40B4-BE49-F238E27FC236}">
                    <a16:creationId xmlns:a16="http://schemas.microsoft.com/office/drawing/2014/main" id="{4240DC55-86C6-9FD0-266A-F653CB22CDC7}"/>
                  </a:ext>
                </a:extLst>
              </p:cNvPr>
              <p:cNvSpPr txBox="1">
                <a:spLocks noRot="1" noChangeAspect="1" noMove="1" noResize="1" noEditPoints="1" noAdjustHandles="1" noChangeArrowheads="1" noChangeShapeType="1" noTextEdit="1"/>
              </p:cNvSpPr>
              <p:nvPr/>
            </p:nvSpPr>
            <p:spPr>
              <a:xfrm>
                <a:off x="9182854" y="437645"/>
                <a:ext cx="507796" cy="369332"/>
              </a:xfrm>
              <a:prstGeom prst="rect">
                <a:avLst/>
              </a:prstGeom>
              <a:blipFill>
                <a:blip r:embed="rId24"/>
                <a:stretch>
                  <a:fillRect r="-357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1" name="TextBox 110">
                <a:extLst>
                  <a:ext uri="{FF2B5EF4-FFF2-40B4-BE49-F238E27FC236}">
                    <a16:creationId xmlns:a16="http://schemas.microsoft.com/office/drawing/2014/main" id="{B7A60857-D1B8-FACB-C989-A6F846447A8D}"/>
                  </a:ext>
                </a:extLst>
              </p:cNvPr>
              <p:cNvSpPr txBox="1"/>
              <p:nvPr/>
            </p:nvSpPr>
            <p:spPr>
              <a:xfrm>
                <a:off x="10532313" y="359827"/>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a:rPr lang="en-GB" b="0" i="1" smtClean="0">
                              <a:solidFill>
                                <a:schemeClr val="tx1"/>
                              </a:solidFill>
                              <a:latin typeface="Cambria Math" panose="02040503050406030204" pitchFamily="18" charset="0"/>
                            </a:rPr>
                            <m:t>12</m:t>
                          </m:r>
                        </m:sub>
                      </m:sSub>
                    </m:oMath>
                  </m:oMathPara>
                </a14:m>
                <a:endParaRPr lang="en-US" dirty="0">
                  <a:solidFill>
                    <a:schemeClr val="tx1"/>
                  </a:solidFill>
                </a:endParaRPr>
              </a:p>
            </p:txBody>
          </p:sp>
        </mc:Choice>
        <mc:Fallback xmlns="">
          <p:sp>
            <p:nvSpPr>
              <p:cNvPr id="111" name="TextBox 110">
                <a:extLst>
                  <a:ext uri="{FF2B5EF4-FFF2-40B4-BE49-F238E27FC236}">
                    <a16:creationId xmlns:a16="http://schemas.microsoft.com/office/drawing/2014/main" id="{B7A60857-D1B8-FACB-C989-A6F846447A8D}"/>
                  </a:ext>
                </a:extLst>
              </p:cNvPr>
              <p:cNvSpPr txBox="1">
                <a:spLocks noRot="1" noChangeAspect="1" noMove="1" noResize="1" noEditPoints="1" noAdjustHandles="1" noChangeArrowheads="1" noChangeShapeType="1" noTextEdit="1"/>
              </p:cNvSpPr>
              <p:nvPr/>
            </p:nvSpPr>
            <p:spPr>
              <a:xfrm>
                <a:off x="10532313" y="359827"/>
                <a:ext cx="507796" cy="369332"/>
              </a:xfrm>
              <a:prstGeom prst="rect">
                <a:avLst/>
              </a:prstGeom>
              <a:blipFill>
                <a:blip r:embed="rId25"/>
                <a:stretch>
                  <a:fillRect r="-481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6" name="TextBox 115">
                <a:extLst>
                  <a:ext uri="{FF2B5EF4-FFF2-40B4-BE49-F238E27FC236}">
                    <a16:creationId xmlns:a16="http://schemas.microsoft.com/office/drawing/2014/main" id="{6E9A7D60-C81E-8BE6-11C0-B31A968C4FD6}"/>
                  </a:ext>
                </a:extLst>
              </p:cNvPr>
              <p:cNvSpPr txBox="1"/>
              <p:nvPr/>
            </p:nvSpPr>
            <p:spPr>
              <a:xfrm>
                <a:off x="9177122" y="1540647"/>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a:rPr lang="en-GB" b="0" i="1" smtClean="0">
                              <a:solidFill>
                                <a:schemeClr val="tx1"/>
                              </a:solidFill>
                              <a:latin typeface="Cambria Math" panose="02040503050406030204" pitchFamily="18" charset="0"/>
                            </a:rPr>
                            <m:t>21</m:t>
                          </m:r>
                        </m:sub>
                      </m:sSub>
                    </m:oMath>
                  </m:oMathPara>
                </a14:m>
                <a:endParaRPr lang="en-US" dirty="0">
                  <a:solidFill>
                    <a:schemeClr val="tx1"/>
                  </a:solidFill>
                </a:endParaRPr>
              </a:p>
            </p:txBody>
          </p:sp>
        </mc:Choice>
        <mc:Fallback xmlns="">
          <p:sp>
            <p:nvSpPr>
              <p:cNvPr id="116" name="TextBox 115">
                <a:extLst>
                  <a:ext uri="{FF2B5EF4-FFF2-40B4-BE49-F238E27FC236}">
                    <a16:creationId xmlns:a16="http://schemas.microsoft.com/office/drawing/2014/main" id="{6E9A7D60-C81E-8BE6-11C0-B31A968C4FD6}"/>
                  </a:ext>
                </a:extLst>
              </p:cNvPr>
              <p:cNvSpPr txBox="1">
                <a:spLocks noRot="1" noChangeAspect="1" noMove="1" noResize="1" noEditPoints="1" noAdjustHandles="1" noChangeArrowheads="1" noChangeShapeType="1" noTextEdit="1"/>
              </p:cNvSpPr>
              <p:nvPr/>
            </p:nvSpPr>
            <p:spPr>
              <a:xfrm>
                <a:off x="9177122" y="1540647"/>
                <a:ext cx="507796" cy="369332"/>
              </a:xfrm>
              <a:prstGeom prst="rect">
                <a:avLst/>
              </a:prstGeom>
              <a:blipFill>
                <a:blip r:embed="rId26"/>
                <a:stretch>
                  <a:fillRect r="-476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8" name="TextBox 117">
                <a:extLst>
                  <a:ext uri="{FF2B5EF4-FFF2-40B4-BE49-F238E27FC236}">
                    <a16:creationId xmlns:a16="http://schemas.microsoft.com/office/drawing/2014/main" id="{20FC6ADB-7B61-7053-992A-318A8A1822CD}"/>
                  </a:ext>
                </a:extLst>
              </p:cNvPr>
              <p:cNvSpPr txBox="1"/>
              <p:nvPr/>
            </p:nvSpPr>
            <p:spPr>
              <a:xfrm>
                <a:off x="10593134" y="1607935"/>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a:rPr lang="en-GB" b="0" i="1" smtClean="0">
                              <a:solidFill>
                                <a:schemeClr val="tx1"/>
                              </a:solidFill>
                              <a:latin typeface="Cambria Math" panose="02040503050406030204" pitchFamily="18" charset="0"/>
                            </a:rPr>
                            <m:t>21</m:t>
                          </m:r>
                        </m:sub>
                      </m:sSub>
                    </m:oMath>
                  </m:oMathPara>
                </a14:m>
                <a:endParaRPr lang="en-US" dirty="0">
                  <a:solidFill>
                    <a:schemeClr val="tx1"/>
                  </a:solidFill>
                </a:endParaRPr>
              </a:p>
            </p:txBody>
          </p:sp>
        </mc:Choice>
        <mc:Fallback xmlns="">
          <p:sp>
            <p:nvSpPr>
              <p:cNvPr id="118" name="TextBox 117">
                <a:extLst>
                  <a:ext uri="{FF2B5EF4-FFF2-40B4-BE49-F238E27FC236}">
                    <a16:creationId xmlns:a16="http://schemas.microsoft.com/office/drawing/2014/main" id="{20FC6ADB-7B61-7053-992A-318A8A1822CD}"/>
                  </a:ext>
                </a:extLst>
              </p:cNvPr>
              <p:cNvSpPr txBox="1">
                <a:spLocks noRot="1" noChangeAspect="1" noMove="1" noResize="1" noEditPoints="1" noAdjustHandles="1" noChangeArrowheads="1" noChangeShapeType="1" noTextEdit="1"/>
              </p:cNvSpPr>
              <p:nvPr/>
            </p:nvSpPr>
            <p:spPr>
              <a:xfrm>
                <a:off x="10593134" y="1607935"/>
                <a:ext cx="507796" cy="369332"/>
              </a:xfrm>
              <a:prstGeom prst="rect">
                <a:avLst/>
              </a:prstGeom>
              <a:blipFill>
                <a:blip r:embed="rId27"/>
                <a:stretch>
                  <a:fillRect r="-6024"/>
                </a:stretch>
              </a:blipFill>
            </p:spPr>
            <p:txBody>
              <a:bodyPr/>
              <a:lstStyle/>
              <a:p>
                <a:r>
                  <a:rPr lang="en-US">
                    <a:noFill/>
                  </a:rPr>
                  <a:t> </a:t>
                </a:r>
              </a:p>
            </p:txBody>
          </p:sp>
        </mc:Fallback>
      </mc:AlternateContent>
    </p:spTree>
    <p:extLst>
      <p:ext uri="{BB962C8B-B14F-4D97-AF65-F5344CB8AC3E}">
        <p14:creationId xmlns:p14="http://schemas.microsoft.com/office/powerpoint/2010/main" val="209887306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76E8A0-8921-3D2F-250D-F3FA243A8FCF}"/>
              </a:ext>
            </a:extLst>
          </p:cNvPr>
          <p:cNvSpPr>
            <a:spLocks noGrp="1"/>
          </p:cNvSpPr>
          <p:nvPr>
            <p:ph type="title"/>
          </p:nvPr>
        </p:nvSpPr>
        <p:spPr>
          <a:xfrm>
            <a:off x="114216" y="176782"/>
            <a:ext cx="4725348" cy="505057"/>
          </a:xfrm>
        </p:spPr>
        <p:txBody>
          <a:bodyPr>
            <a:noAutofit/>
          </a:bodyPr>
          <a:lstStyle/>
          <a:p>
            <a:r>
              <a:rPr lang="es-ES" sz="3600" dirty="0" err="1"/>
              <a:t>Stoichiometric</a:t>
            </a:r>
            <a:r>
              <a:rPr lang="es-ES" sz="3600" dirty="0"/>
              <a:t> </a:t>
            </a:r>
            <a:r>
              <a:rPr lang="es-ES" sz="3600" dirty="0" err="1"/>
              <a:t>matrix</a:t>
            </a:r>
            <a:endParaRPr lang="en-US" sz="3600" dirty="0"/>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9BF14008-41FF-F6D7-E4F7-2799D75CD7FA}"/>
                  </a:ext>
                </a:extLst>
              </p:cNvPr>
              <p:cNvSpPr txBox="1"/>
              <p:nvPr/>
            </p:nvSpPr>
            <p:spPr>
              <a:xfrm>
                <a:off x="451368" y="1052376"/>
                <a:ext cx="6193747" cy="1173847"/>
              </a:xfrm>
              <a:prstGeom prst="rect">
                <a:avLst/>
              </a:prstGeom>
              <a:noFill/>
            </p:spPr>
            <p:txBody>
              <a:bodyPr wrap="none" lIns="0" tIns="0" rIns="0" bIns="0" rtlCol="0">
                <a:spAutoFit/>
              </a:bodyPr>
              <a:lstStyle/>
              <a:p>
                <a:pPr/>
                <a14:m>
                  <m:oMathPara xmlns:m="http://schemas.openxmlformats.org/officeDocument/2006/math">
                    <m:oMath>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𝑆</m:t>
                          </m:r>
                        </m:e>
                        <m:sub>
                          <m:r>
                            <m:rPr>
                              <m:sty m:val="p"/>
                            </m:rPr>
                            <a:rPr lang="de-DE" sz="2400" b="0" i="1" smtClean="0">
                              <a:latin typeface="Cambria Math" panose="02040503050406030204" pitchFamily="18" charset="0"/>
                            </a:rPr>
                            <m:t>mets</m:t>
                          </m:r>
                          <m:r>
                            <a:rPr lang="de-DE" sz="2400" b="0" i="1" smtClean="0">
                              <a:latin typeface="Cambria Math" panose="02040503050406030204" pitchFamily="18" charset="0"/>
                            </a:rPr>
                            <m:t> × </m:t>
                          </m:r>
                          <m:r>
                            <m:rPr>
                              <m:sty m:val="p"/>
                            </m:rPr>
                            <a:rPr lang="de-DE" sz="2400" b="0" i="1" smtClean="0">
                              <a:latin typeface="Cambria Math" panose="02040503050406030204" pitchFamily="18" charset="0"/>
                            </a:rPr>
                            <m:t>rxns</m:t>
                          </m:r>
                        </m:sub>
                      </m:sSub>
                      <m:r>
                        <a:rPr lang="de-DE" sz="2400" b="0" i="1" smtClean="0">
                          <a:latin typeface="Cambria Math" panose="02040503050406030204" pitchFamily="18" charset="0"/>
                        </a:rPr>
                        <m:t>=</m:t>
                      </m:r>
                      <m:d>
                        <m:dPr>
                          <m:begChr m:val="["/>
                          <m:endChr m:val="]"/>
                          <m:ctrlPr>
                            <a:rPr lang="de-DE" sz="2400" b="0" i="1" smtClean="0">
                              <a:latin typeface="Cambria Math" panose="02040503050406030204" pitchFamily="18" charset="0"/>
                            </a:rPr>
                          </m:ctrlPr>
                        </m:dPr>
                        <m:e>
                          <m:m>
                            <m:mPr>
                              <m:mcs>
                                <m:mc>
                                  <m:mcPr>
                                    <m:count m:val="3"/>
                                    <m:mcJc m:val="center"/>
                                  </m:mcPr>
                                </m:mc>
                              </m:mcs>
                              <m:ctrlPr>
                                <a:rPr lang="de-DE" sz="2400" b="0" i="1" smtClean="0">
                                  <a:latin typeface="Cambria Math" panose="02040503050406030204" pitchFamily="18" charset="0"/>
                                </a:rPr>
                              </m:ctrlPr>
                            </m:mPr>
                            <m:mr>
                              <m:e>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𝑏</m:t>
                                    </m:r>
                                  </m:e>
                                  <m:sub>
                                    <m:r>
                                      <a:rPr lang="de-DE" sz="2400" b="0" i="1" smtClean="0">
                                        <a:latin typeface="Cambria Math" panose="02040503050406030204" pitchFamily="18" charset="0"/>
                                      </a:rPr>
                                      <m:t>11</m:t>
                                    </m:r>
                                  </m:sub>
                                </m:sSub>
                              </m:e>
                              <m:e>
                                <m:r>
                                  <a:rPr lang="de-DE" sz="2400" b="0" i="1" smtClean="0">
                                    <a:latin typeface="Cambria Math" panose="02040503050406030204" pitchFamily="18" charset="0"/>
                                  </a:rPr>
                                  <m:t>⋯</m:t>
                                </m:r>
                              </m:e>
                              <m:e>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𝑏</m:t>
                                    </m:r>
                                  </m:e>
                                  <m:sub>
                                    <m:r>
                                      <a:rPr lang="de-DE" sz="2400" b="0" i="1" smtClean="0">
                                        <a:latin typeface="Cambria Math" panose="02040503050406030204" pitchFamily="18" charset="0"/>
                                      </a:rPr>
                                      <m:t>1,</m:t>
                                    </m:r>
                                    <m:r>
                                      <m:rPr>
                                        <m:sty m:val="p"/>
                                      </m:rPr>
                                      <a:rPr lang="de-DE" sz="2400" b="0" i="1" smtClean="0">
                                        <a:latin typeface="Cambria Math" panose="02040503050406030204" pitchFamily="18" charset="0"/>
                                      </a:rPr>
                                      <m:t>rxn</m:t>
                                    </m:r>
                                  </m:sub>
                                </m:sSub>
                              </m:e>
                            </m:mr>
                            <m:mr>
                              <m:e>
                                <m:r>
                                  <a:rPr lang="de-DE" sz="2400" b="0" i="1" smtClean="0">
                                    <a:latin typeface="Cambria Math" panose="02040503050406030204" pitchFamily="18" charset="0"/>
                                  </a:rPr>
                                  <m:t>⋮</m:t>
                                </m:r>
                              </m:e>
                              <m:e>
                                <m:r>
                                  <a:rPr lang="de-DE" sz="2400" b="0" i="1" smtClean="0">
                                    <a:latin typeface="Cambria Math" panose="02040503050406030204" pitchFamily="18" charset="0"/>
                                  </a:rPr>
                                  <m:t>⋱</m:t>
                                </m:r>
                              </m:e>
                              <m:e>
                                <m:r>
                                  <a:rPr lang="de-DE" sz="2400" b="0" i="1" smtClean="0">
                                    <a:latin typeface="Cambria Math" panose="02040503050406030204" pitchFamily="18" charset="0"/>
                                  </a:rPr>
                                  <m:t>⋮</m:t>
                                </m:r>
                              </m:e>
                            </m:mr>
                            <m:mr>
                              <m:e>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𝑏</m:t>
                                    </m:r>
                                  </m:e>
                                  <m:sub>
                                    <m:r>
                                      <m:rPr>
                                        <m:sty m:val="p"/>
                                      </m:rPr>
                                      <a:rPr lang="de-DE" sz="2400" b="0" i="1" smtClean="0">
                                        <a:latin typeface="Cambria Math" panose="02040503050406030204" pitchFamily="18" charset="0"/>
                                      </a:rPr>
                                      <m:t>mets</m:t>
                                    </m:r>
                                    <m:r>
                                      <a:rPr lang="de-DE" sz="2400" b="0" i="1" smtClean="0">
                                        <a:latin typeface="Cambria Math" panose="02040503050406030204" pitchFamily="18" charset="0"/>
                                      </a:rPr>
                                      <m:t>,1</m:t>
                                    </m:r>
                                  </m:sub>
                                </m:sSub>
                              </m:e>
                              <m:e>
                                <m:r>
                                  <a:rPr lang="de-DE" sz="2400" b="0" i="1" smtClean="0">
                                    <a:latin typeface="Cambria Math" panose="02040503050406030204" pitchFamily="18" charset="0"/>
                                  </a:rPr>
                                  <m:t>⋯</m:t>
                                </m:r>
                              </m:e>
                              <m:e>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𝑏</m:t>
                                    </m:r>
                                  </m:e>
                                  <m:sub>
                                    <m:r>
                                      <m:rPr>
                                        <m:sty m:val="p"/>
                                      </m:rPr>
                                      <a:rPr lang="de-DE" sz="2400" b="0" i="1" smtClean="0">
                                        <a:latin typeface="Cambria Math" panose="02040503050406030204" pitchFamily="18" charset="0"/>
                                      </a:rPr>
                                      <m:t>mets</m:t>
                                    </m:r>
                                    <m:r>
                                      <a:rPr lang="de-DE" sz="2400" b="0" i="1" smtClean="0">
                                        <a:latin typeface="Cambria Math" panose="02040503050406030204" pitchFamily="18" charset="0"/>
                                      </a:rPr>
                                      <m:t>,</m:t>
                                    </m:r>
                                    <m:r>
                                      <m:rPr>
                                        <m:sty m:val="p"/>
                                      </m:rPr>
                                      <a:rPr lang="de-DE" sz="2400" b="0" i="1" smtClean="0">
                                        <a:latin typeface="Cambria Math" panose="02040503050406030204" pitchFamily="18" charset="0"/>
                                      </a:rPr>
                                      <m:t>rxns</m:t>
                                    </m:r>
                                  </m:sub>
                                </m:sSub>
                              </m:e>
                            </m:mr>
                          </m:m>
                        </m:e>
                      </m:d>
                      <m:r>
                        <a:rPr lang="de-DE" sz="2400" b="0" i="1" smtClean="0">
                          <a:latin typeface="Cambria Math" panose="02040503050406030204" pitchFamily="18" charset="0"/>
                        </a:rPr>
                        <m:t>,</m:t>
                      </m:r>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𝑏</m:t>
                          </m:r>
                        </m:e>
                        <m:sub>
                          <m:r>
                            <m:rPr>
                              <m:sty m:val="p"/>
                            </m:rPr>
                            <a:rPr lang="de-DE" sz="2400" b="0" i="1" smtClean="0">
                              <a:latin typeface="Cambria Math" panose="02040503050406030204" pitchFamily="18" charset="0"/>
                            </a:rPr>
                            <m:t>ij</m:t>
                          </m:r>
                        </m:sub>
                      </m:sSub>
                      <m:r>
                        <a:rPr lang="de-DE" sz="2400" b="0" i="1" smtClean="0">
                          <a:latin typeface="Cambria Math" panose="02040503050406030204" pitchFamily="18" charset="0"/>
                          <a:ea typeface="Cambria Math" panose="02040503050406030204" pitchFamily="18" charset="0"/>
                        </a:rPr>
                        <m:t>∈</m:t>
                      </m:r>
                      <m:r>
                        <a:rPr lang="de-DE" sz="2400" b="0" i="1" smtClean="0">
                          <a:latin typeface="Cambria Math" panose="02040503050406030204" pitchFamily="18" charset="0"/>
                          <a:ea typeface="Cambria Math" panose="02040503050406030204" pitchFamily="18" charset="0"/>
                        </a:rPr>
                        <m:t>ℤ</m:t>
                      </m:r>
                    </m:oMath>
                  </m:oMathPara>
                </a14:m>
                <a:endParaRPr lang="en-US" sz="2400" dirty="0"/>
              </a:p>
            </p:txBody>
          </p:sp>
        </mc:Choice>
        <mc:Fallback xmlns="">
          <p:sp>
            <p:nvSpPr>
              <p:cNvPr id="4" name="TextBox 3">
                <a:extLst>
                  <a:ext uri="{FF2B5EF4-FFF2-40B4-BE49-F238E27FC236}">
                    <a16:creationId xmlns:a16="http://schemas.microsoft.com/office/drawing/2014/main" id="{9BF14008-41FF-F6D7-E4F7-2799D75CD7FA}"/>
                  </a:ext>
                </a:extLst>
              </p:cNvPr>
              <p:cNvSpPr txBox="1">
                <a:spLocks noRot="1" noChangeAspect="1" noMove="1" noResize="1" noEditPoints="1" noAdjustHandles="1" noChangeArrowheads="1" noChangeShapeType="1" noTextEdit="1"/>
              </p:cNvSpPr>
              <p:nvPr/>
            </p:nvSpPr>
            <p:spPr>
              <a:xfrm>
                <a:off x="451368" y="1052376"/>
                <a:ext cx="6193747" cy="1173847"/>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63207A3C-72EB-9DDE-DBB2-CB818B0955EE}"/>
                  </a:ext>
                </a:extLst>
              </p:cNvPr>
              <p:cNvSpPr txBox="1"/>
              <p:nvPr/>
            </p:nvSpPr>
            <p:spPr>
              <a:xfrm>
                <a:off x="590694" y="3437610"/>
                <a:ext cx="4051045" cy="2169825"/>
              </a:xfrm>
              <a:prstGeom prst="rect">
                <a:avLst/>
              </a:prstGeom>
              <a:noFill/>
              <a:ln>
                <a:solidFill>
                  <a:schemeClr val="accent1"/>
                </a:solidFill>
              </a:ln>
            </p:spPr>
            <p:txBody>
              <a:bodyPr wrap="none" rtlCol="0">
                <a:spAutoFit/>
              </a:bodyPr>
              <a:lstStyle/>
              <a:p>
                <a:pPr>
                  <a:spcBef>
                    <a:spcPts val="300"/>
                  </a:spcBef>
                  <a:spcAft>
                    <a:spcPts val="300"/>
                  </a:spcAft>
                </a:pPr>
                <a:r>
                  <a:rPr lang="en-US" sz="2400" dirty="0"/>
                  <a:t>Example:</a:t>
                </a:r>
              </a:p>
              <a:p>
                <a:pPr>
                  <a:spcBef>
                    <a:spcPts val="300"/>
                  </a:spcBef>
                  <a:spcAft>
                    <a:spcPts val="300"/>
                  </a:spcAft>
                </a:pPr>
                <a:r>
                  <a:rPr lang="en-US" sz="2400" dirty="0"/>
                  <a:t>Reaction </a:t>
                </a:r>
                <a14:m>
                  <m:oMath xmlns:m="http://schemas.openxmlformats.org/officeDocument/2006/math">
                    <m:sSub>
                      <m:sSubPr>
                        <m:ctrlPr>
                          <a:rPr lang="de-DE" sz="2400" b="0" i="1" smtClean="0">
                            <a:latin typeface="Cambria Math" panose="02040503050406030204" pitchFamily="18" charset="0"/>
                          </a:rPr>
                        </m:ctrlPr>
                      </m:sSubPr>
                      <m:e>
                        <m:r>
                          <m:rPr>
                            <m:sty m:val="p"/>
                          </m:rPr>
                          <a:rPr lang="de-DE" sz="2400" b="0" i="1" smtClean="0">
                            <a:latin typeface="Cambria Math" panose="02040503050406030204" pitchFamily="18" charset="0"/>
                          </a:rPr>
                          <m:t>r</m:t>
                        </m:r>
                      </m:e>
                      <m:sub>
                        <m:r>
                          <a:rPr lang="de-DE" sz="2400" b="0" i="1" smtClean="0">
                            <a:latin typeface="Cambria Math" panose="02040503050406030204" pitchFamily="18" charset="0"/>
                          </a:rPr>
                          <m:t>1</m:t>
                        </m:r>
                      </m:sub>
                    </m:sSub>
                    <m:r>
                      <a:rPr lang="de-DE" sz="2400" b="0" i="1" smtClean="0">
                        <a:latin typeface="Cambria Math" panose="02040503050406030204" pitchFamily="18" charset="0"/>
                      </a:rPr>
                      <m:t>: </m:t>
                    </m:r>
                    <m:sSub>
                      <m:sSubPr>
                        <m:ctrlPr>
                          <a:rPr lang="de-DE" sz="2400" b="0" i="1" smtClean="0">
                            <a:latin typeface="Cambria Math" panose="02040503050406030204" pitchFamily="18" charset="0"/>
                          </a:rPr>
                        </m:ctrlPr>
                      </m:sSubPr>
                      <m:e>
                        <m:r>
                          <m:rPr>
                            <m:sty m:val="p"/>
                          </m:rPr>
                          <a:rPr lang="de-DE" sz="2400" b="0" i="1" smtClean="0">
                            <a:latin typeface="Cambria Math" panose="02040503050406030204" pitchFamily="18" charset="0"/>
                          </a:rPr>
                          <m:t>m</m:t>
                        </m:r>
                      </m:e>
                      <m:sub>
                        <m:r>
                          <a:rPr lang="de-DE" sz="2400" b="0" i="1" smtClean="0">
                            <a:latin typeface="Cambria Math" panose="02040503050406030204" pitchFamily="18" charset="0"/>
                          </a:rPr>
                          <m:t>1</m:t>
                        </m:r>
                      </m:sub>
                    </m:sSub>
                    <m:r>
                      <a:rPr lang="de-DE" sz="2400" b="0" i="1" smtClean="0">
                        <a:latin typeface="Cambria Math" panose="02040503050406030204" pitchFamily="18" charset="0"/>
                      </a:rPr>
                      <m:t>+2</m:t>
                    </m:r>
                    <m:sSub>
                      <m:sSubPr>
                        <m:ctrlPr>
                          <a:rPr lang="de-DE" sz="2400" b="0" i="1" smtClean="0">
                            <a:latin typeface="Cambria Math" panose="02040503050406030204" pitchFamily="18" charset="0"/>
                          </a:rPr>
                        </m:ctrlPr>
                      </m:sSubPr>
                      <m:e>
                        <m:r>
                          <m:rPr>
                            <m:sty m:val="p"/>
                          </m:rPr>
                          <a:rPr lang="de-DE" sz="2400" b="0" i="1" smtClean="0">
                            <a:latin typeface="Cambria Math" panose="02040503050406030204" pitchFamily="18" charset="0"/>
                          </a:rPr>
                          <m:t>m</m:t>
                        </m:r>
                      </m:e>
                      <m:sub>
                        <m:r>
                          <a:rPr lang="de-DE" sz="2400" b="0" i="1" smtClean="0">
                            <a:latin typeface="Cambria Math" panose="02040503050406030204" pitchFamily="18" charset="0"/>
                          </a:rPr>
                          <m:t>2</m:t>
                        </m:r>
                      </m:sub>
                    </m:sSub>
                    <m:r>
                      <a:rPr lang="de-DE" sz="2400" b="0" i="1" smtClean="0">
                        <a:latin typeface="Cambria Math" panose="02040503050406030204" pitchFamily="18" charset="0"/>
                        <a:ea typeface="Cambria Math" panose="02040503050406030204" pitchFamily="18" charset="0"/>
                      </a:rPr>
                      <m:t>→</m:t>
                    </m:r>
                    <m:sSub>
                      <m:sSubPr>
                        <m:ctrlPr>
                          <a:rPr lang="de-DE" sz="2400" b="0" i="1" smtClean="0">
                            <a:latin typeface="Cambria Math" panose="02040503050406030204" pitchFamily="18" charset="0"/>
                          </a:rPr>
                        </m:ctrlPr>
                      </m:sSubPr>
                      <m:e>
                        <m:r>
                          <m:rPr>
                            <m:sty m:val="p"/>
                          </m:rPr>
                          <a:rPr lang="de-DE" sz="2400" b="0" i="1" smtClean="0">
                            <a:latin typeface="Cambria Math" panose="02040503050406030204" pitchFamily="18" charset="0"/>
                          </a:rPr>
                          <m:t>m</m:t>
                        </m:r>
                      </m:e>
                      <m:sub>
                        <m:r>
                          <a:rPr lang="de-DE" sz="2400" b="0" i="1" smtClean="0">
                            <a:latin typeface="Cambria Math" panose="02040503050406030204" pitchFamily="18" charset="0"/>
                          </a:rPr>
                          <m:t>3</m:t>
                        </m:r>
                      </m:sub>
                    </m:sSub>
                  </m:oMath>
                </a14:m>
                <a:endParaRPr lang="en-US" sz="2400" dirty="0"/>
              </a:p>
              <a:p>
                <a:pPr>
                  <a:spcBef>
                    <a:spcPts val="300"/>
                  </a:spcBef>
                  <a:spcAft>
                    <a:spcPts val="300"/>
                  </a:spcAft>
                </a:pPr>
                <a14:m>
                  <m:oMathPara xmlns:m="http://schemas.openxmlformats.org/officeDocument/2006/math">
                    <m:oMath>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𝑏</m:t>
                          </m:r>
                        </m:e>
                        <m:sub>
                          <m:r>
                            <a:rPr lang="de-DE" sz="2400" b="0" i="1" smtClean="0">
                              <a:latin typeface="Cambria Math" panose="02040503050406030204" pitchFamily="18" charset="0"/>
                            </a:rPr>
                            <m:t>11</m:t>
                          </m:r>
                        </m:sub>
                      </m:sSub>
                      <m:r>
                        <a:rPr lang="de-DE" sz="2400" b="0" i="1" smtClean="0">
                          <a:latin typeface="Cambria Math" panose="02040503050406030204" pitchFamily="18" charset="0"/>
                        </a:rPr>
                        <m:t>=</m:t>
                      </m:r>
                      <m:r>
                        <a:rPr lang="de-DE" sz="2400" i="1">
                          <a:latin typeface="Cambria Math" panose="02040503050406030204" pitchFamily="18" charset="0"/>
                        </a:rPr>
                        <m:t>−</m:t>
                      </m:r>
                      <m:r>
                        <a:rPr lang="de-DE" sz="2400" b="0" i="1" smtClean="0">
                          <a:latin typeface="Cambria Math" panose="02040503050406030204" pitchFamily="18" charset="0"/>
                        </a:rPr>
                        <m:t>1, </m:t>
                      </m:r>
                    </m:oMath>
                  </m:oMathPara>
                </a14:m>
                <a:endParaRPr lang="de-DE" sz="2400" b="0" i="1" dirty="0">
                  <a:latin typeface="Cambria Math" panose="02040503050406030204" pitchFamily="18" charset="0"/>
                </a:endParaRPr>
              </a:p>
              <a:p>
                <a:pPr>
                  <a:spcBef>
                    <a:spcPts val="300"/>
                  </a:spcBef>
                  <a:spcAft>
                    <a:spcPts val="300"/>
                  </a:spcAft>
                </a:pPr>
                <a14:m>
                  <m:oMathPara xmlns:m="http://schemas.openxmlformats.org/officeDocument/2006/math">
                    <m:oMath>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𝑏</m:t>
                          </m:r>
                        </m:e>
                        <m:sub>
                          <m:r>
                            <a:rPr lang="de-DE" sz="2400" b="0" i="1" smtClean="0">
                              <a:latin typeface="Cambria Math" panose="02040503050406030204" pitchFamily="18" charset="0"/>
                            </a:rPr>
                            <m:t>21</m:t>
                          </m:r>
                        </m:sub>
                      </m:sSub>
                      <m:r>
                        <a:rPr lang="de-DE" sz="2400" b="0" i="1" smtClean="0">
                          <a:latin typeface="Cambria Math" panose="02040503050406030204" pitchFamily="18" charset="0"/>
                        </a:rPr>
                        <m:t>=</m:t>
                      </m:r>
                      <m:r>
                        <a:rPr lang="de-DE" sz="2400" i="1">
                          <a:latin typeface="Cambria Math" panose="02040503050406030204" pitchFamily="18" charset="0"/>
                        </a:rPr>
                        <m:t>−</m:t>
                      </m:r>
                      <m:r>
                        <a:rPr lang="de-DE" sz="2400" b="0" i="1" smtClean="0">
                          <a:latin typeface="Cambria Math" panose="02040503050406030204" pitchFamily="18" charset="0"/>
                        </a:rPr>
                        <m:t>2,</m:t>
                      </m:r>
                    </m:oMath>
                  </m:oMathPara>
                </a14:m>
                <a:endParaRPr lang="de-DE" sz="2400" b="0" i="1" dirty="0">
                  <a:latin typeface="Cambria Math" panose="02040503050406030204" pitchFamily="18" charset="0"/>
                </a:endParaRPr>
              </a:p>
              <a:p>
                <a:pPr>
                  <a:spcBef>
                    <a:spcPts val="300"/>
                  </a:spcBef>
                  <a:spcAft>
                    <a:spcPts val="300"/>
                  </a:spcAft>
                </a:pPr>
                <a14:m>
                  <m:oMathPara xmlns:m="http://schemas.openxmlformats.org/officeDocument/2006/math">
                    <m:oMath>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𝑏</m:t>
                          </m:r>
                        </m:e>
                        <m:sub>
                          <m:r>
                            <a:rPr lang="de-DE" sz="2400" b="0" i="1" smtClean="0">
                              <a:latin typeface="Cambria Math" panose="02040503050406030204" pitchFamily="18" charset="0"/>
                            </a:rPr>
                            <m:t>31</m:t>
                          </m:r>
                        </m:sub>
                      </m:sSub>
                      <m:r>
                        <a:rPr lang="de-DE" sz="2400" b="0" i="1" smtClean="0">
                          <a:latin typeface="Cambria Math" panose="02040503050406030204" pitchFamily="18" charset="0"/>
                        </a:rPr>
                        <m:t>=1</m:t>
                      </m:r>
                    </m:oMath>
                  </m:oMathPara>
                </a14:m>
                <a:endParaRPr lang="en-US" sz="2400" dirty="0"/>
              </a:p>
            </p:txBody>
          </p:sp>
        </mc:Choice>
        <mc:Fallback xmlns="">
          <p:sp>
            <p:nvSpPr>
              <p:cNvPr id="10" name="TextBox 9">
                <a:extLst>
                  <a:ext uri="{FF2B5EF4-FFF2-40B4-BE49-F238E27FC236}">
                    <a16:creationId xmlns:a16="http://schemas.microsoft.com/office/drawing/2014/main" id="{63207A3C-72EB-9DDE-DBB2-CB818B0955EE}"/>
                  </a:ext>
                </a:extLst>
              </p:cNvPr>
              <p:cNvSpPr txBox="1">
                <a:spLocks noRot="1" noChangeAspect="1" noMove="1" noResize="1" noEditPoints="1" noAdjustHandles="1" noChangeArrowheads="1" noChangeShapeType="1" noTextEdit="1"/>
              </p:cNvSpPr>
              <p:nvPr/>
            </p:nvSpPr>
            <p:spPr>
              <a:xfrm>
                <a:off x="590694" y="3437610"/>
                <a:ext cx="4051045" cy="2169825"/>
              </a:xfrm>
              <a:prstGeom prst="rect">
                <a:avLst/>
              </a:prstGeom>
              <a:blipFill>
                <a:blip r:embed="rId3"/>
                <a:stretch>
                  <a:fillRect l="-2252" t="-1955"/>
                </a:stretch>
              </a:blipFill>
              <a:ln>
                <a:solidFill>
                  <a:schemeClr val="accent1"/>
                </a:solidFill>
              </a:ln>
            </p:spPr>
            <p:txBody>
              <a:bodyPr/>
              <a:lstStyle/>
              <a:p>
                <a:r>
                  <a:rPr lang="en-US">
                    <a:noFill/>
                  </a:rPr>
                  <a:t> </a:t>
                </a:r>
              </a:p>
            </p:txBody>
          </p:sp>
        </mc:Fallback>
      </mc:AlternateContent>
      <p:sp>
        <p:nvSpPr>
          <p:cNvPr id="14" name="Rectangle: Rounded Corners 13">
            <a:extLst>
              <a:ext uri="{FF2B5EF4-FFF2-40B4-BE49-F238E27FC236}">
                <a16:creationId xmlns:a16="http://schemas.microsoft.com/office/drawing/2014/main" id="{C7AEA3AF-2383-F6D2-381F-511EE6A9EE8F}"/>
              </a:ext>
            </a:extLst>
          </p:cNvPr>
          <p:cNvSpPr/>
          <p:nvPr/>
        </p:nvSpPr>
        <p:spPr>
          <a:xfrm>
            <a:off x="2443784" y="957493"/>
            <a:ext cx="914400" cy="1428750"/>
          </a:xfrm>
          <a:prstGeom prst="round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Arrow Connector 15">
            <a:extLst>
              <a:ext uri="{FF2B5EF4-FFF2-40B4-BE49-F238E27FC236}">
                <a16:creationId xmlns:a16="http://schemas.microsoft.com/office/drawing/2014/main" id="{D66B81DF-2D8A-897E-2C2D-E4AB1CB04296}"/>
              </a:ext>
            </a:extLst>
          </p:cNvPr>
          <p:cNvCxnSpPr>
            <a:cxnSpLocks/>
            <a:stCxn id="14" idx="2"/>
          </p:cNvCxnSpPr>
          <p:nvPr/>
        </p:nvCxnSpPr>
        <p:spPr>
          <a:xfrm flipH="1">
            <a:off x="2616217" y="2386243"/>
            <a:ext cx="284767" cy="891347"/>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sp>
        <p:nvSpPr>
          <p:cNvPr id="38" name="TextBox 37">
            <a:extLst>
              <a:ext uri="{FF2B5EF4-FFF2-40B4-BE49-F238E27FC236}">
                <a16:creationId xmlns:a16="http://schemas.microsoft.com/office/drawing/2014/main" id="{B97C39CE-6929-E03F-1BBA-0F8ECFA9D038}"/>
              </a:ext>
            </a:extLst>
          </p:cNvPr>
          <p:cNvSpPr txBox="1"/>
          <p:nvPr/>
        </p:nvSpPr>
        <p:spPr>
          <a:xfrm>
            <a:off x="6645115" y="1408466"/>
            <a:ext cx="529312" cy="461665"/>
          </a:xfrm>
          <a:prstGeom prst="rect">
            <a:avLst/>
          </a:prstGeom>
          <a:noFill/>
        </p:spPr>
        <p:txBody>
          <a:bodyPr wrap="none" rtlCol="0">
            <a:spAutoFit/>
          </a:bodyPr>
          <a:lstStyle/>
          <a:p>
            <a:r>
              <a:rPr lang="en-US" sz="2400" dirty="0"/>
              <a:t>(1)</a:t>
            </a:r>
          </a:p>
        </p:txBody>
      </p:sp>
      <p:sp>
        <p:nvSpPr>
          <p:cNvPr id="39" name="TextBox 38">
            <a:extLst>
              <a:ext uri="{FF2B5EF4-FFF2-40B4-BE49-F238E27FC236}">
                <a16:creationId xmlns:a16="http://schemas.microsoft.com/office/drawing/2014/main" id="{D3F46A66-BC2D-14F0-3AE4-49478E4ADFF4}"/>
              </a:ext>
            </a:extLst>
          </p:cNvPr>
          <p:cNvSpPr txBox="1"/>
          <p:nvPr/>
        </p:nvSpPr>
        <p:spPr>
          <a:xfrm>
            <a:off x="4920285" y="4060857"/>
            <a:ext cx="529312" cy="461665"/>
          </a:xfrm>
          <a:prstGeom prst="rect">
            <a:avLst/>
          </a:prstGeom>
          <a:noFill/>
        </p:spPr>
        <p:txBody>
          <a:bodyPr wrap="none" rtlCol="0">
            <a:spAutoFit/>
          </a:bodyPr>
          <a:lstStyle/>
          <a:p>
            <a:r>
              <a:rPr lang="en-US" sz="2400" dirty="0"/>
              <a:t>(2)</a:t>
            </a:r>
          </a:p>
        </p:txBody>
      </p:sp>
      <p:sp>
        <p:nvSpPr>
          <p:cNvPr id="6" name="Slide Number Placeholder 5">
            <a:extLst>
              <a:ext uri="{FF2B5EF4-FFF2-40B4-BE49-F238E27FC236}">
                <a16:creationId xmlns:a16="http://schemas.microsoft.com/office/drawing/2014/main" id="{0DBD71AB-F08F-71DD-4E88-E9D38305A544}"/>
              </a:ext>
            </a:extLst>
          </p:cNvPr>
          <p:cNvSpPr>
            <a:spLocks noGrp="1"/>
          </p:cNvSpPr>
          <p:nvPr>
            <p:ph type="sldNum" sz="quarter" idx="12"/>
          </p:nvPr>
        </p:nvSpPr>
        <p:spPr>
          <a:xfrm>
            <a:off x="9448800" y="6492875"/>
            <a:ext cx="2743200" cy="365125"/>
          </a:xfrm>
        </p:spPr>
        <p:txBody>
          <a:bodyPr/>
          <a:lstStyle/>
          <a:p>
            <a:fld id="{250B62C5-2ACF-4D78-8FF3-37371B948607}" type="slidenum">
              <a:rPr lang="en-US" smtClean="0"/>
              <a:t>44</a:t>
            </a:fld>
            <a:endParaRPr lang="en-US"/>
          </a:p>
        </p:txBody>
      </p:sp>
      <p:sp>
        <p:nvSpPr>
          <p:cNvPr id="15" name="Rectangle: Rounded Corners 14">
            <a:extLst>
              <a:ext uri="{FF2B5EF4-FFF2-40B4-BE49-F238E27FC236}">
                <a16:creationId xmlns:a16="http://schemas.microsoft.com/office/drawing/2014/main" id="{02B33041-37A5-1D8E-2C8F-8AD19EB9367E}"/>
              </a:ext>
            </a:extLst>
          </p:cNvPr>
          <p:cNvSpPr/>
          <p:nvPr/>
        </p:nvSpPr>
        <p:spPr>
          <a:xfrm>
            <a:off x="10440319" y="143935"/>
            <a:ext cx="1522517" cy="91440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Algorithm </a:t>
            </a:r>
          </a:p>
        </p:txBody>
      </p:sp>
      <p:sp>
        <p:nvSpPr>
          <p:cNvPr id="17" name="Rectangle: Rounded Corners 16">
            <a:extLst>
              <a:ext uri="{FF2B5EF4-FFF2-40B4-BE49-F238E27FC236}">
                <a16:creationId xmlns:a16="http://schemas.microsoft.com/office/drawing/2014/main" id="{AC05B23C-6D83-14B6-74DF-B1808E8B77E8}"/>
              </a:ext>
            </a:extLst>
          </p:cNvPr>
          <p:cNvSpPr/>
          <p:nvPr/>
        </p:nvSpPr>
        <p:spPr>
          <a:xfrm>
            <a:off x="10440319" y="1568281"/>
            <a:ext cx="1522517" cy="914400"/>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Chemical Reactions </a:t>
            </a:r>
          </a:p>
        </p:txBody>
      </p:sp>
      <p:sp>
        <p:nvSpPr>
          <p:cNvPr id="18" name="Rectangle: Rounded Corners 17">
            <a:extLst>
              <a:ext uri="{FF2B5EF4-FFF2-40B4-BE49-F238E27FC236}">
                <a16:creationId xmlns:a16="http://schemas.microsoft.com/office/drawing/2014/main" id="{B061ADA8-7C53-EEAA-EF4C-E27922F20C0A}"/>
              </a:ext>
            </a:extLst>
          </p:cNvPr>
          <p:cNvSpPr/>
          <p:nvPr/>
        </p:nvSpPr>
        <p:spPr>
          <a:xfrm>
            <a:off x="10440319" y="2992627"/>
            <a:ext cx="1522517" cy="914400"/>
          </a:xfrm>
          <a:prstGeom prst="round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Metabolic Network</a:t>
            </a:r>
          </a:p>
        </p:txBody>
      </p:sp>
      <p:sp>
        <p:nvSpPr>
          <p:cNvPr id="20" name="Rectangle: Rounded Corners 19">
            <a:extLst>
              <a:ext uri="{FF2B5EF4-FFF2-40B4-BE49-F238E27FC236}">
                <a16:creationId xmlns:a16="http://schemas.microsoft.com/office/drawing/2014/main" id="{244ABEF6-F532-4673-1EA9-0A80F54ABC78}"/>
              </a:ext>
            </a:extLst>
          </p:cNvPr>
          <p:cNvSpPr/>
          <p:nvPr/>
        </p:nvSpPr>
        <p:spPr>
          <a:xfrm>
            <a:off x="10440319" y="4416973"/>
            <a:ext cx="1522517" cy="91440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THz Actuation</a:t>
            </a:r>
          </a:p>
        </p:txBody>
      </p:sp>
      <p:cxnSp>
        <p:nvCxnSpPr>
          <p:cNvPr id="21" name="Straight Arrow Connector 20">
            <a:extLst>
              <a:ext uri="{FF2B5EF4-FFF2-40B4-BE49-F238E27FC236}">
                <a16:creationId xmlns:a16="http://schemas.microsoft.com/office/drawing/2014/main" id="{D61F8D24-C3A0-77AE-7F98-68E3D2BD5B48}"/>
              </a:ext>
            </a:extLst>
          </p:cNvPr>
          <p:cNvCxnSpPr>
            <a:stCxn id="15" idx="2"/>
            <a:endCxn id="17" idx="0"/>
          </p:cNvCxnSpPr>
          <p:nvPr/>
        </p:nvCxnSpPr>
        <p:spPr>
          <a:xfrm>
            <a:off x="11201578" y="1058335"/>
            <a:ext cx="0" cy="509946"/>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68486086-7A6D-F065-A846-B0083E93D770}"/>
              </a:ext>
            </a:extLst>
          </p:cNvPr>
          <p:cNvCxnSpPr>
            <a:cxnSpLocks/>
            <a:stCxn id="17" idx="2"/>
            <a:endCxn id="18" idx="0"/>
          </p:cNvCxnSpPr>
          <p:nvPr/>
        </p:nvCxnSpPr>
        <p:spPr>
          <a:xfrm>
            <a:off x="11201578" y="2482681"/>
            <a:ext cx="0" cy="509946"/>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4AE51D86-3205-5532-3726-12EC7217BADF}"/>
              </a:ext>
            </a:extLst>
          </p:cNvPr>
          <p:cNvCxnSpPr>
            <a:cxnSpLocks/>
            <a:stCxn id="20" idx="0"/>
          </p:cNvCxnSpPr>
          <p:nvPr/>
        </p:nvCxnSpPr>
        <p:spPr>
          <a:xfrm flipV="1">
            <a:off x="11201578" y="3907027"/>
            <a:ext cx="0" cy="509946"/>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6496420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5035B73-55AC-8E01-1ED3-C73D7EE855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DE2198-E1D0-A4E4-C59D-D9EEA378ABE1}"/>
              </a:ext>
            </a:extLst>
          </p:cNvPr>
          <p:cNvSpPr>
            <a:spLocks noGrp="1"/>
          </p:cNvSpPr>
          <p:nvPr>
            <p:ph type="title"/>
          </p:nvPr>
        </p:nvSpPr>
        <p:spPr>
          <a:xfrm>
            <a:off x="129539" y="170815"/>
            <a:ext cx="7173785" cy="720725"/>
          </a:xfrm>
        </p:spPr>
        <p:txBody>
          <a:bodyPr>
            <a:normAutofit/>
          </a:bodyPr>
          <a:lstStyle/>
          <a:p>
            <a:r>
              <a:rPr lang="de-DE" sz="3600" dirty="0"/>
              <a:t>Mapping a 2-neuron NN</a:t>
            </a:r>
            <a:endParaRPr lang="en-US" sz="3600" dirty="0"/>
          </a:p>
        </p:txBody>
      </p:sp>
      <p:sp>
        <p:nvSpPr>
          <p:cNvPr id="17" name="Oval 16">
            <a:extLst>
              <a:ext uri="{FF2B5EF4-FFF2-40B4-BE49-F238E27FC236}">
                <a16:creationId xmlns:a16="http://schemas.microsoft.com/office/drawing/2014/main" id="{FAD572CE-A56D-7BEC-26DD-3712AB1ED0AB}"/>
              </a:ext>
            </a:extLst>
          </p:cNvPr>
          <p:cNvSpPr>
            <a:spLocks noChangeAspect="1"/>
          </p:cNvSpPr>
          <p:nvPr/>
        </p:nvSpPr>
        <p:spPr>
          <a:xfrm>
            <a:off x="2113074" y="1441546"/>
            <a:ext cx="482803" cy="48280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CE5EF8C-876B-C050-C454-5E8610EAE629}"/>
              </a:ext>
            </a:extLst>
          </p:cNvPr>
          <p:cNvSpPr>
            <a:spLocks noChangeAspect="1"/>
          </p:cNvSpPr>
          <p:nvPr/>
        </p:nvSpPr>
        <p:spPr>
          <a:xfrm>
            <a:off x="2124504" y="3644138"/>
            <a:ext cx="482803" cy="48280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1" name="Straight Arrow Connector 20">
            <a:extLst>
              <a:ext uri="{FF2B5EF4-FFF2-40B4-BE49-F238E27FC236}">
                <a16:creationId xmlns:a16="http://schemas.microsoft.com/office/drawing/2014/main" id="{B7043DCA-A170-7D8A-92D6-EB08209CAED3}"/>
              </a:ext>
            </a:extLst>
          </p:cNvPr>
          <p:cNvCxnSpPr>
            <a:cxnSpLocks/>
            <a:stCxn id="18" idx="6"/>
            <a:endCxn id="50" idx="3"/>
          </p:cNvCxnSpPr>
          <p:nvPr/>
        </p:nvCxnSpPr>
        <p:spPr>
          <a:xfrm flipV="1">
            <a:off x="2607307" y="2945906"/>
            <a:ext cx="949803" cy="939634"/>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79A11C32-2C3B-710A-82EE-5FFED132C917}"/>
              </a:ext>
            </a:extLst>
          </p:cNvPr>
          <p:cNvCxnSpPr>
            <a:cxnSpLocks/>
            <a:stCxn id="17" idx="6"/>
            <a:endCxn id="50" idx="1"/>
          </p:cNvCxnSpPr>
          <p:nvPr/>
        </p:nvCxnSpPr>
        <p:spPr>
          <a:xfrm>
            <a:off x="2595877" y="1682948"/>
            <a:ext cx="961233" cy="921565"/>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604C190E-F055-2DA9-4424-49915440218D}"/>
                  </a:ext>
                </a:extLst>
              </p:cNvPr>
              <p:cNvSpPr txBox="1"/>
              <p:nvPr/>
            </p:nvSpPr>
            <p:spPr>
              <a:xfrm>
                <a:off x="2704377" y="1556759"/>
                <a:ext cx="1006792" cy="461665"/>
              </a:xfrm>
              <a:prstGeom prst="rect">
                <a:avLst/>
              </a:prstGeom>
              <a:noFill/>
            </p:spPr>
            <p:txBody>
              <a:bodyPr wrap="square">
                <a:spAutoFit/>
              </a:bodyPr>
              <a:lstStyle/>
              <a:p>
                <a:pPr/>
                <a14:m>
                  <m:oMathPara xmlns:m="http://schemas.openxmlformats.org/officeDocument/2006/math">
                    <m:oMath>
                      <m:sSub>
                        <m:sSubPr>
                          <m:ctrlPr>
                            <a:rPr lang="de-DE" sz="2400" b="0" i="0" smtClean="0">
                              <a:solidFill>
                                <a:schemeClr val="tx1"/>
                              </a:solidFill>
                              <a:latin typeface="Cambria Math" panose="02040503050406030204" pitchFamily="18" charset="0"/>
                            </a:rPr>
                          </m:ctrlPr>
                        </m:sSubPr>
                        <m:e>
                          <m:r>
                            <m:rPr>
                              <m:sty m:val="p"/>
                            </m:rPr>
                            <a:rPr lang="de-DE" sz="2400" b="0" i="0" smtClean="0">
                              <a:solidFill>
                                <a:schemeClr val="tx1"/>
                              </a:solidFill>
                              <a:latin typeface="Cambria Math" panose="02040503050406030204" pitchFamily="18" charset="0"/>
                            </a:rPr>
                            <m:t>m</m:t>
                          </m:r>
                        </m:e>
                        <m:sub>
                          <m:r>
                            <m:rPr>
                              <m:sty m:val="p"/>
                            </m:rPr>
                            <a:rPr lang="de-DE" sz="2400" b="0" i="1" smtClean="0">
                              <a:solidFill>
                                <a:schemeClr val="tx1"/>
                              </a:solidFill>
                              <a:latin typeface="Cambria Math" panose="02040503050406030204" pitchFamily="18" charset="0"/>
                            </a:rPr>
                            <m:t>F</m:t>
                          </m:r>
                        </m:sub>
                      </m:sSub>
                    </m:oMath>
                  </m:oMathPara>
                </a14:m>
                <a:endParaRPr lang="en-US" sz="2400" dirty="0">
                  <a:solidFill>
                    <a:schemeClr val="tx1"/>
                  </a:solidFill>
                </a:endParaRPr>
              </a:p>
            </p:txBody>
          </p:sp>
        </mc:Choice>
        <mc:Fallback xmlns="">
          <p:sp>
            <p:nvSpPr>
              <p:cNvPr id="40" name="TextBox 39">
                <a:extLst>
                  <a:ext uri="{FF2B5EF4-FFF2-40B4-BE49-F238E27FC236}">
                    <a16:creationId xmlns:a16="http://schemas.microsoft.com/office/drawing/2014/main" id="{604C190E-F055-2DA9-4424-49915440218D}"/>
                  </a:ext>
                </a:extLst>
              </p:cNvPr>
              <p:cNvSpPr txBox="1">
                <a:spLocks noRot="1" noChangeAspect="1" noMove="1" noResize="1" noEditPoints="1" noAdjustHandles="1" noChangeArrowheads="1" noChangeShapeType="1" noTextEdit="1"/>
              </p:cNvSpPr>
              <p:nvPr/>
            </p:nvSpPr>
            <p:spPr>
              <a:xfrm>
                <a:off x="2704377" y="1556759"/>
                <a:ext cx="1006792" cy="461665"/>
              </a:xfrm>
              <a:prstGeom prst="rect">
                <a:avLst/>
              </a:prstGeom>
              <a:blipFill>
                <a:blip r:embed="rId3"/>
                <a:stretch>
                  <a:fillRect b="-13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E453E609-3D57-9700-2569-398FB7DB8F24}"/>
                  </a:ext>
                </a:extLst>
              </p:cNvPr>
              <p:cNvSpPr txBox="1"/>
              <p:nvPr/>
            </p:nvSpPr>
            <p:spPr>
              <a:xfrm>
                <a:off x="2772963" y="3355534"/>
                <a:ext cx="1006792" cy="461665"/>
              </a:xfrm>
              <a:prstGeom prst="rect">
                <a:avLst/>
              </a:prstGeom>
              <a:noFill/>
            </p:spPr>
            <p:txBody>
              <a:bodyPr wrap="square">
                <a:spAutoFit/>
              </a:bodyPr>
              <a:lstStyle/>
              <a:p>
                <a:pPr/>
                <a14:m>
                  <m:oMathPara xmlns:m="http://schemas.openxmlformats.org/officeDocument/2006/math">
                    <m:oMath>
                      <m:sSub>
                        <m:sSubPr>
                          <m:ctrlPr>
                            <a:rPr lang="de-DE" sz="2400" b="0" i="0" smtClean="0">
                              <a:solidFill>
                                <a:schemeClr val="tx1"/>
                              </a:solidFill>
                              <a:latin typeface="Cambria Math" panose="02040503050406030204" pitchFamily="18" charset="0"/>
                            </a:rPr>
                          </m:ctrlPr>
                        </m:sSubPr>
                        <m:e>
                          <m:r>
                            <m:rPr>
                              <m:sty m:val="p"/>
                            </m:rPr>
                            <a:rPr lang="de-DE" sz="2400" b="0" i="0" smtClean="0">
                              <a:solidFill>
                                <a:schemeClr val="tx1"/>
                              </a:solidFill>
                              <a:latin typeface="Cambria Math" panose="02040503050406030204" pitchFamily="18" charset="0"/>
                            </a:rPr>
                            <m:t>m</m:t>
                          </m:r>
                        </m:e>
                        <m:sub>
                          <m:r>
                            <m:rPr>
                              <m:sty m:val="p"/>
                            </m:rPr>
                            <a:rPr lang="de-DE" sz="2400" b="0" i="1" smtClean="0">
                              <a:solidFill>
                                <a:schemeClr val="tx1"/>
                              </a:solidFill>
                              <a:latin typeface="Cambria Math" panose="02040503050406030204" pitchFamily="18" charset="0"/>
                            </a:rPr>
                            <m:t>S</m:t>
                          </m:r>
                        </m:sub>
                      </m:sSub>
                    </m:oMath>
                  </m:oMathPara>
                </a14:m>
                <a:endParaRPr lang="en-US" sz="2400" dirty="0">
                  <a:solidFill>
                    <a:schemeClr val="tx1"/>
                  </a:solidFill>
                </a:endParaRPr>
              </a:p>
            </p:txBody>
          </p:sp>
        </mc:Choice>
        <mc:Fallback xmlns="">
          <p:sp>
            <p:nvSpPr>
              <p:cNvPr id="3" name="TextBox 2">
                <a:extLst>
                  <a:ext uri="{FF2B5EF4-FFF2-40B4-BE49-F238E27FC236}">
                    <a16:creationId xmlns:a16="http://schemas.microsoft.com/office/drawing/2014/main" id="{E453E609-3D57-9700-2569-398FB7DB8F24}"/>
                  </a:ext>
                </a:extLst>
              </p:cNvPr>
              <p:cNvSpPr txBox="1">
                <a:spLocks noRot="1" noChangeAspect="1" noMove="1" noResize="1" noEditPoints="1" noAdjustHandles="1" noChangeArrowheads="1" noChangeShapeType="1" noTextEdit="1"/>
              </p:cNvSpPr>
              <p:nvPr/>
            </p:nvSpPr>
            <p:spPr>
              <a:xfrm>
                <a:off x="2772963" y="3355534"/>
                <a:ext cx="1006792" cy="461665"/>
              </a:xfrm>
              <a:prstGeom prst="rect">
                <a:avLst/>
              </a:prstGeom>
              <a:blipFill>
                <a:blip r:embed="rId4"/>
                <a:stretch>
                  <a:fillRect b="-13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B21D1864-3B62-A1F1-50B2-9AEF22FC284C}"/>
                  </a:ext>
                </a:extLst>
              </p:cNvPr>
              <p:cNvSpPr txBox="1"/>
              <p:nvPr/>
            </p:nvSpPr>
            <p:spPr>
              <a:xfrm>
                <a:off x="650719" y="1515414"/>
                <a:ext cx="1006792" cy="461665"/>
              </a:xfrm>
              <a:prstGeom prst="rect">
                <a:avLst/>
              </a:prstGeom>
              <a:noFill/>
            </p:spPr>
            <p:txBody>
              <a:bodyPr wrap="square">
                <a:spAutoFit/>
              </a:bodyPr>
              <a:lstStyle/>
              <a:p>
                <a:pPr/>
                <a14:m>
                  <m:oMathPara xmlns:m="http://schemas.openxmlformats.org/officeDocument/2006/math">
                    <m:oMath>
                      <m:sSub>
                        <m:sSubPr>
                          <m:ctrlPr>
                            <a:rPr lang="de-DE" sz="2400" b="0" i="0" smtClean="0">
                              <a:solidFill>
                                <a:schemeClr val="tx1"/>
                              </a:solidFill>
                              <a:latin typeface="Cambria Math" panose="02040503050406030204" pitchFamily="18" charset="0"/>
                            </a:rPr>
                          </m:ctrlPr>
                        </m:sSubPr>
                        <m:e>
                          <m:r>
                            <m:rPr>
                              <m:sty m:val="p"/>
                            </m:rPr>
                            <a:rPr lang="de-DE" sz="2400" b="0" i="0" smtClean="0">
                              <a:solidFill>
                                <a:schemeClr val="tx1"/>
                              </a:solidFill>
                              <a:latin typeface="Cambria Math" panose="02040503050406030204" pitchFamily="18" charset="0"/>
                            </a:rPr>
                            <m:t>m</m:t>
                          </m:r>
                        </m:e>
                        <m:sub>
                          <m:r>
                            <a:rPr lang="de-DE" sz="2400" b="0" i="1" smtClean="0">
                              <a:solidFill>
                                <a:schemeClr val="tx1"/>
                              </a:solidFill>
                              <a:latin typeface="Cambria Math" panose="02040503050406030204" pitchFamily="18" charset="0"/>
                            </a:rPr>
                            <m:t>2</m:t>
                          </m:r>
                        </m:sub>
                      </m:sSub>
                    </m:oMath>
                  </m:oMathPara>
                </a14:m>
                <a:endParaRPr lang="en-US" sz="2400" dirty="0">
                  <a:solidFill>
                    <a:schemeClr val="tx1"/>
                  </a:solidFill>
                </a:endParaRPr>
              </a:p>
            </p:txBody>
          </p:sp>
        </mc:Choice>
        <mc:Fallback xmlns="">
          <p:sp>
            <p:nvSpPr>
              <p:cNvPr id="10" name="TextBox 9">
                <a:extLst>
                  <a:ext uri="{FF2B5EF4-FFF2-40B4-BE49-F238E27FC236}">
                    <a16:creationId xmlns:a16="http://schemas.microsoft.com/office/drawing/2014/main" id="{B21D1864-3B62-A1F1-50B2-9AEF22FC284C}"/>
                  </a:ext>
                </a:extLst>
              </p:cNvPr>
              <p:cNvSpPr txBox="1">
                <a:spLocks noRot="1" noChangeAspect="1" noMove="1" noResize="1" noEditPoints="1" noAdjustHandles="1" noChangeArrowheads="1" noChangeShapeType="1" noTextEdit="1"/>
              </p:cNvSpPr>
              <p:nvPr/>
            </p:nvSpPr>
            <p:spPr>
              <a:xfrm>
                <a:off x="650719" y="1515414"/>
                <a:ext cx="1006792" cy="461665"/>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369926AD-15AB-B5A5-8910-1EDAD6C61D3A}"/>
                  </a:ext>
                </a:extLst>
              </p:cNvPr>
              <p:cNvSpPr txBox="1"/>
              <p:nvPr/>
            </p:nvSpPr>
            <p:spPr>
              <a:xfrm>
                <a:off x="691501" y="3359298"/>
                <a:ext cx="1006792" cy="461665"/>
              </a:xfrm>
              <a:prstGeom prst="rect">
                <a:avLst/>
              </a:prstGeom>
              <a:noFill/>
            </p:spPr>
            <p:txBody>
              <a:bodyPr wrap="square">
                <a:spAutoFit/>
              </a:bodyPr>
              <a:lstStyle/>
              <a:p>
                <a:pPr/>
                <a14:m>
                  <m:oMathPara xmlns:m="http://schemas.openxmlformats.org/officeDocument/2006/math">
                    <m:oMath>
                      <m:sSub>
                        <m:sSubPr>
                          <m:ctrlPr>
                            <a:rPr lang="de-DE" sz="2400" b="0" i="0" smtClean="0">
                              <a:solidFill>
                                <a:schemeClr val="tx1"/>
                              </a:solidFill>
                              <a:latin typeface="Cambria Math" panose="02040503050406030204" pitchFamily="18" charset="0"/>
                            </a:rPr>
                          </m:ctrlPr>
                        </m:sSubPr>
                        <m:e>
                          <m:r>
                            <m:rPr>
                              <m:sty m:val="p"/>
                            </m:rPr>
                            <a:rPr lang="de-DE" sz="2400" b="0" i="0" smtClean="0">
                              <a:solidFill>
                                <a:schemeClr val="tx1"/>
                              </a:solidFill>
                              <a:latin typeface="Cambria Math" panose="02040503050406030204" pitchFamily="18" charset="0"/>
                            </a:rPr>
                            <m:t>m</m:t>
                          </m:r>
                        </m:e>
                        <m:sub>
                          <m:r>
                            <a:rPr lang="de-DE" sz="2400" b="0" i="1" smtClean="0">
                              <a:solidFill>
                                <a:schemeClr val="tx1"/>
                              </a:solidFill>
                              <a:latin typeface="Cambria Math" panose="02040503050406030204" pitchFamily="18" charset="0"/>
                            </a:rPr>
                            <m:t>3</m:t>
                          </m:r>
                        </m:sub>
                      </m:sSub>
                    </m:oMath>
                  </m:oMathPara>
                </a14:m>
                <a:endParaRPr lang="en-US" sz="2400" dirty="0">
                  <a:solidFill>
                    <a:schemeClr val="tx1"/>
                  </a:solidFill>
                </a:endParaRPr>
              </a:p>
            </p:txBody>
          </p:sp>
        </mc:Choice>
        <mc:Fallback xmlns="">
          <p:sp>
            <p:nvSpPr>
              <p:cNvPr id="13" name="TextBox 12">
                <a:extLst>
                  <a:ext uri="{FF2B5EF4-FFF2-40B4-BE49-F238E27FC236}">
                    <a16:creationId xmlns:a16="http://schemas.microsoft.com/office/drawing/2014/main" id="{369926AD-15AB-B5A5-8910-1EDAD6C61D3A}"/>
                  </a:ext>
                </a:extLst>
              </p:cNvPr>
              <p:cNvSpPr txBox="1">
                <a:spLocks noRot="1" noChangeAspect="1" noMove="1" noResize="1" noEditPoints="1" noAdjustHandles="1" noChangeArrowheads="1" noChangeShapeType="1" noTextEdit="1"/>
              </p:cNvSpPr>
              <p:nvPr/>
            </p:nvSpPr>
            <p:spPr>
              <a:xfrm>
                <a:off x="691501" y="3359298"/>
                <a:ext cx="1006792" cy="461665"/>
              </a:xfrm>
              <a:prstGeom prst="rect">
                <a:avLst/>
              </a:prstGeom>
              <a:blipFill>
                <a:blip r:embed="rId6"/>
                <a:stretch>
                  <a:fillRect/>
                </a:stretch>
              </a:blipFill>
            </p:spPr>
            <p:txBody>
              <a:bodyPr/>
              <a:lstStyle/>
              <a:p>
                <a:r>
                  <a:rPr lang="en-US">
                    <a:noFill/>
                  </a:rPr>
                  <a:t> </a:t>
                </a:r>
              </a:p>
            </p:txBody>
          </p:sp>
        </mc:Fallback>
      </mc:AlternateContent>
      <p:sp>
        <p:nvSpPr>
          <p:cNvPr id="16" name="Oval 15">
            <a:extLst>
              <a:ext uri="{FF2B5EF4-FFF2-40B4-BE49-F238E27FC236}">
                <a16:creationId xmlns:a16="http://schemas.microsoft.com/office/drawing/2014/main" id="{8CEBB55A-002F-3AF6-FC90-78457E0BCAD5}"/>
              </a:ext>
            </a:extLst>
          </p:cNvPr>
          <p:cNvSpPr>
            <a:spLocks noChangeAspect="1"/>
          </p:cNvSpPr>
          <p:nvPr/>
        </p:nvSpPr>
        <p:spPr>
          <a:xfrm>
            <a:off x="875780" y="2533808"/>
            <a:ext cx="482803" cy="48280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Arrow Connector 19">
            <a:extLst>
              <a:ext uri="{FF2B5EF4-FFF2-40B4-BE49-F238E27FC236}">
                <a16:creationId xmlns:a16="http://schemas.microsoft.com/office/drawing/2014/main" id="{E54DA878-87CA-2E37-254E-C165A227A3E4}"/>
              </a:ext>
            </a:extLst>
          </p:cNvPr>
          <p:cNvCxnSpPr>
            <a:cxnSpLocks/>
            <a:stCxn id="16" idx="0"/>
            <a:endCxn id="17" idx="2"/>
          </p:cNvCxnSpPr>
          <p:nvPr/>
        </p:nvCxnSpPr>
        <p:spPr>
          <a:xfrm flipV="1">
            <a:off x="1117182" y="1682948"/>
            <a:ext cx="995892" cy="85086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A6819AE3-1B6C-207B-7D29-109D314F2055}"/>
                  </a:ext>
                </a:extLst>
              </p:cNvPr>
              <p:cNvSpPr txBox="1"/>
              <p:nvPr/>
            </p:nvSpPr>
            <p:spPr>
              <a:xfrm>
                <a:off x="135547" y="2302975"/>
                <a:ext cx="642780" cy="461665"/>
              </a:xfrm>
              <a:prstGeom prst="rect">
                <a:avLst/>
              </a:prstGeom>
              <a:noFill/>
            </p:spPr>
            <p:txBody>
              <a:bodyPr wrap="square">
                <a:spAutoFit/>
              </a:bodyPr>
              <a:lstStyle/>
              <a:p>
                <a:pPr/>
                <a14:m>
                  <m:oMathPara xmlns:m="http://schemas.openxmlformats.org/officeDocument/2006/math">
                    <m:oMath>
                      <m:sSub>
                        <m:sSubPr>
                          <m:ctrlPr>
                            <a:rPr lang="de-DE" sz="2400" b="0" i="0" smtClean="0">
                              <a:solidFill>
                                <a:schemeClr val="tx1"/>
                              </a:solidFill>
                              <a:latin typeface="Cambria Math" panose="02040503050406030204" pitchFamily="18" charset="0"/>
                            </a:rPr>
                          </m:ctrlPr>
                        </m:sSubPr>
                        <m:e>
                          <m:r>
                            <m:rPr>
                              <m:sty m:val="p"/>
                            </m:rPr>
                            <a:rPr lang="de-DE" sz="2400" b="0" i="0" smtClean="0">
                              <a:solidFill>
                                <a:schemeClr val="tx1"/>
                              </a:solidFill>
                              <a:latin typeface="Cambria Math" panose="02040503050406030204" pitchFamily="18" charset="0"/>
                            </a:rPr>
                            <m:t>m</m:t>
                          </m:r>
                        </m:e>
                        <m:sub>
                          <m:r>
                            <a:rPr lang="de-DE" sz="2400" b="0" i="1" smtClean="0">
                              <a:solidFill>
                                <a:schemeClr val="tx1"/>
                              </a:solidFill>
                              <a:latin typeface="Cambria Math" panose="02040503050406030204" pitchFamily="18" charset="0"/>
                            </a:rPr>
                            <m:t>0</m:t>
                          </m:r>
                        </m:sub>
                      </m:sSub>
                    </m:oMath>
                  </m:oMathPara>
                </a14:m>
                <a:endParaRPr lang="en-US" sz="2400" dirty="0">
                  <a:solidFill>
                    <a:schemeClr val="tx1"/>
                  </a:solidFill>
                </a:endParaRPr>
              </a:p>
            </p:txBody>
          </p:sp>
        </mc:Choice>
        <mc:Fallback xmlns="">
          <p:sp>
            <p:nvSpPr>
              <p:cNvPr id="30" name="TextBox 29">
                <a:extLst>
                  <a:ext uri="{FF2B5EF4-FFF2-40B4-BE49-F238E27FC236}">
                    <a16:creationId xmlns:a16="http://schemas.microsoft.com/office/drawing/2014/main" id="{A6819AE3-1B6C-207B-7D29-109D314F2055}"/>
                  </a:ext>
                </a:extLst>
              </p:cNvPr>
              <p:cNvSpPr txBox="1">
                <a:spLocks noRot="1" noChangeAspect="1" noMove="1" noResize="1" noEditPoints="1" noAdjustHandles="1" noChangeArrowheads="1" noChangeShapeType="1" noTextEdit="1"/>
              </p:cNvSpPr>
              <p:nvPr/>
            </p:nvSpPr>
            <p:spPr>
              <a:xfrm>
                <a:off x="135547" y="2302975"/>
                <a:ext cx="642780" cy="461665"/>
              </a:xfrm>
              <a:prstGeom prst="rect">
                <a:avLst/>
              </a:prstGeom>
              <a:blipFill>
                <a:blip r:embed="rId7"/>
                <a:stretch>
                  <a:fillRect/>
                </a:stretch>
              </a:blipFill>
            </p:spPr>
            <p:txBody>
              <a:bodyPr/>
              <a:lstStyle/>
              <a:p>
                <a:r>
                  <a:rPr lang="en-US">
                    <a:noFill/>
                  </a:rPr>
                  <a:t> </a:t>
                </a:r>
              </a:p>
            </p:txBody>
          </p:sp>
        </mc:Fallback>
      </mc:AlternateContent>
      <p:cxnSp>
        <p:nvCxnSpPr>
          <p:cNvPr id="34" name="Straight Arrow Connector 33">
            <a:extLst>
              <a:ext uri="{FF2B5EF4-FFF2-40B4-BE49-F238E27FC236}">
                <a16:creationId xmlns:a16="http://schemas.microsoft.com/office/drawing/2014/main" id="{EC852FFF-1C2E-D3CC-CE82-E19744FCE3FD}"/>
              </a:ext>
            </a:extLst>
          </p:cNvPr>
          <p:cNvCxnSpPr>
            <a:cxnSpLocks/>
          </p:cNvCxnSpPr>
          <p:nvPr/>
        </p:nvCxnSpPr>
        <p:spPr>
          <a:xfrm>
            <a:off x="200797" y="2764640"/>
            <a:ext cx="665312" cy="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38" name="Straight Arrow Connector 37">
            <a:extLst>
              <a:ext uri="{FF2B5EF4-FFF2-40B4-BE49-F238E27FC236}">
                <a16:creationId xmlns:a16="http://schemas.microsoft.com/office/drawing/2014/main" id="{D159E6C1-F006-07CC-BEDF-1C45F3D3B18C}"/>
              </a:ext>
            </a:extLst>
          </p:cNvPr>
          <p:cNvCxnSpPr>
            <a:cxnSpLocks/>
            <a:stCxn id="16" idx="4"/>
            <a:endCxn id="18" idx="2"/>
          </p:cNvCxnSpPr>
          <p:nvPr/>
        </p:nvCxnSpPr>
        <p:spPr>
          <a:xfrm>
            <a:off x="1117182" y="3016611"/>
            <a:ext cx="1007322" cy="868929"/>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sp>
        <p:nvSpPr>
          <p:cNvPr id="50" name="Oval 49">
            <a:extLst>
              <a:ext uri="{FF2B5EF4-FFF2-40B4-BE49-F238E27FC236}">
                <a16:creationId xmlns:a16="http://schemas.microsoft.com/office/drawing/2014/main" id="{2E11E157-73F2-D296-9357-E32ABAC19064}"/>
              </a:ext>
            </a:extLst>
          </p:cNvPr>
          <p:cNvSpPr>
            <a:spLocks noChangeAspect="1"/>
          </p:cNvSpPr>
          <p:nvPr/>
        </p:nvSpPr>
        <p:spPr>
          <a:xfrm>
            <a:off x="3486405" y="2533808"/>
            <a:ext cx="482803" cy="48280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1" name="Straight Arrow Connector 50">
            <a:extLst>
              <a:ext uri="{FF2B5EF4-FFF2-40B4-BE49-F238E27FC236}">
                <a16:creationId xmlns:a16="http://schemas.microsoft.com/office/drawing/2014/main" id="{09766C55-D9E8-7F85-845B-0D85F04C9BD7}"/>
              </a:ext>
            </a:extLst>
          </p:cNvPr>
          <p:cNvCxnSpPr>
            <a:cxnSpLocks/>
          </p:cNvCxnSpPr>
          <p:nvPr/>
        </p:nvCxnSpPr>
        <p:spPr>
          <a:xfrm>
            <a:off x="3969208" y="2775209"/>
            <a:ext cx="665312" cy="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946419B0-71FB-BBDF-C6AD-4F442982736E}"/>
                  </a:ext>
                </a:extLst>
              </p:cNvPr>
              <p:cNvSpPr txBox="1"/>
              <p:nvPr/>
            </p:nvSpPr>
            <p:spPr>
              <a:xfrm>
                <a:off x="3796118" y="2142848"/>
                <a:ext cx="1006792" cy="461665"/>
              </a:xfrm>
              <a:prstGeom prst="rect">
                <a:avLst/>
              </a:prstGeom>
              <a:noFill/>
            </p:spPr>
            <p:txBody>
              <a:bodyPr wrap="square">
                <a:spAutoFit/>
              </a:bodyPr>
              <a:lstStyle/>
              <a:p>
                <a:pPr/>
                <a14:m>
                  <m:oMathPara xmlns:m="http://schemas.openxmlformats.org/officeDocument/2006/math">
                    <m:oMath>
                      <m:sSub>
                        <m:sSubPr>
                          <m:ctrlPr>
                            <a:rPr lang="de-DE" sz="2400" b="0" i="1" smtClean="0">
                              <a:latin typeface="Cambria Math" panose="02040503050406030204" pitchFamily="18" charset="0"/>
                            </a:rPr>
                          </m:ctrlPr>
                        </m:sSubPr>
                        <m:e>
                          <m:r>
                            <m:rPr>
                              <m:sty m:val="p"/>
                            </m:rPr>
                            <a:rPr lang="de-DE" sz="2400" b="0" i="1" smtClean="0">
                              <a:latin typeface="Cambria Math" panose="02040503050406030204" pitchFamily="18" charset="0"/>
                            </a:rPr>
                            <m:t>m</m:t>
                          </m:r>
                        </m:e>
                        <m:sub>
                          <m:r>
                            <a:rPr lang="de-DE" sz="2400" b="0" i="1" smtClean="0">
                              <a:latin typeface="Cambria Math" panose="02040503050406030204" pitchFamily="18" charset="0"/>
                            </a:rPr>
                            <m:t>1</m:t>
                          </m:r>
                        </m:sub>
                      </m:sSub>
                    </m:oMath>
                  </m:oMathPara>
                </a14:m>
                <a:endParaRPr lang="en-US" sz="2400" dirty="0"/>
              </a:p>
            </p:txBody>
          </p:sp>
        </mc:Choice>
        <mc:Fallback xmlns="">
          <p:sp>
            <p:nvSpPr>
              <p:cNvPr id="53" name="TextBox 52">
                <a:extLst>
                  <a:ext uri="{FF2B5EF4-FFF2-40B4-BE49-F238E27FC236}">
                    <a16:creationId xmlns:a16="http://schemas.microsoft.com/office/drawing/2014/main" id="{946419B0-71FB-BBDF-C6AD-4F442982736E}"/>
                  </a:ext>
                </a:extLst>
              </p:cNvPr>
              <p:cNvSpPr txBox="1">
                <a:spLocks noRot="1" noChangeAspect="1" noMove="1" noResize="1" noEditPoints="1" noAdjustHandles="1" noChangeArrowheads="1" noChangeShapeType="1" noTextEdit="1"/>
              </p:cNvSpPr>
              <p:nvPr/>
            </p:nvSpPr>
            <p:spPr>
              <a:xfrm>
                <a:off x="3796118" y="2142848"/>
                <a:ext cx="1006792" cy="461665"/>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0" name="TextBox 69">
                <a:extLst>
                  <a:ext uri="{FF2B5EF4-FFF2-40B4-BE49-F238E27FC236}">
                    <a16:creationId xmlns:a16="http://schemas.microsoft.com/office/drawing/2014/main" id="{2122DEFC-EC99-CBF4-77D9-9E35FB70CC85}"/>
                  </a:ext>
                </a:extLst>
              </p:cNvPr>
              <p:cNvSpPr txBox="1"/>
              <p:nvPr/>
            </p:nvSpPr>
            <p:spPr>
              <a:xfrm>
                <a:off x="3476457" y="2509608"/>
                <a:ext cx="527465" cy="461665"/>
              </a:xfrm>
              <a:prstGeom prst="rect">
                <a:avLst/>
              </a:prstGeom>
              <a:noFill/>
            </p:spPr>
            <p:txBody>
              <a:bodyPr wrap="square">
                <a:spAutoFit/>
              </a:bodyPr>
              <a:lstStyle/>
              <a:p>
                <a:pPr/>
                <a14:m>
                  <m:oMathPara xmlns:m="http://schemas.openxmlformats.org/officeDocument/2006/math">
                    <m:oMath>
                      <m:sSub>
                        <m:sSubPr>
                          <m:ctrlPr>
                            <a:rPr lang="de-DE" sz="2400" b="0" i="1" smtClean="0">
                              <a:solidFill>
                                <a:schemeClr val="bg1"/>
                              </a:solidFill>
                              <a:latin typeface="Cambria Math" panose="02040503050406030204" pitchFamily="18" charset="0"/>
                            </a:rPr>
                          </m:ctrlPr>
                        </m:sSubPr>
                        <m:e>
                          <m:r>
                            <m:rPr>
                              <m:sty m:val="p"/>
                            </m:rPr>
                            <a:rPr lang="de-DE" sz="2400" b="0" i="1" smtClean="0">
                              <a:solidFill>
                                <a:schemeClr val="bg1"/>
                              </a:solidFill>
                              <a:latin typeface="Cambria Math" panose="02040503050406030204" pitchFamily="18" charset="0"/>
                            </a:rPr>
                            <m:t>r</m:t>
                          </m:r>
                        </m:e>
                        <m:sub>
                          <m:r>
                            <m:rPr>
                              <m:sty m:val="p"/>
                            </m:rPr>
                            <a:rPr lang="de-DE" sz="2400" b="0" i="1" smtClean="0">
                              <a:solidFill>
                                <a:schemeClr val="bg1"/>
                              </a:solidFill>
                              <a:latin typeface="Cambria Math" panose="02040503050406030204" pitchFamily="18" charset="0"/>
                            </a:rPr>
                            <m:t>I</m:t>
                          </m:r>
                        </m:sub>
                      </m:sSub>
                    </m:oMath>
                  </m:oMathPara>
                </a14:m>
                <a:endParaRPr lang="en-US" sz="2400" dirty="0">
                  <a:solidFill>
                    <a:schemeClr val="bg1"/>
                  </a:solidFill>
                </a:endParaRPr>
              </a:p>
            </p:txBody>
          </p:sp>
        </mc:Choice>
        <mc:Fallback xmlns="">
          <p:sp>
            <p:nvSpPr>
              <p:cNvPr id="70" name="TextBox 69">
                <a:extLst>
                  <a:ext uri="{FF2B5EF4-FFF2-40B4-BE49-F238E27FC236}">
                    <a16:creationId xmlns:a16="http://schemas.microsoft.com/office/drawing/2014/main" id="{2122DEFC-EC99-CBF4-77D9-9E35FB70CC85}"/>
                  </a:ext>
                </a:extLst>
              </p:cNvPr>
              <p:cNvSpPr txBox="1">
                <a:spLocks noRot="1" noChangeAspect="1" noMove="1" noResize="1" noEditPoints="1" noAdjustHandles="1" noChangeArrowheads="1" noChangeShapeType="1" noTextEdit="1"/>
              </p:cNvSpPr>
              <p:nvPr/>
            </p:nvSpPr>
            <p:spPr>
              <a:xfrm>
                <a:off x="3476457" y="2509608"/>
                <a:ext cx="527465" cy="461665"/>
              </a:xfrm>
              <a:prstGeom prst="rect">
                <a:avLst/>
              </a:prstGeom>
              <a:blipFill>
                <a:blip r:embed="rId9"/>
                <a:stretch>
                  <a:fillRect b="-1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2" name="TextBox 71">
                <a:extLst>
                  <a:ext uri="{FF2B5EF4-FFF2-40B4-BE49-F238E27FC236}">
                    <a16:creationId xmlns:a16="http://schemas.microsoft.com/office/drawing/2014/main" id="{EEEF93A9-BB51-6C0D-3333-19B73DDECF1D}"/>
                  </a:ext>
                </a:extLst>
              </p:cNvPr>
              <p:cNvSpPr txBox="1"/>
              <p:nvPr/>
            </p:nvSpPr>
            <p:spPr>
              <a:xfrm>
                <a:off x="2036857" y="1403141"/>
                <a:ext cx="656402" cy="461665"/>
              </a:xfrm>
              <a:prstGeom prst="rect">
                <a:avLst/>
              </a:prstGeom>
              <a:noFill/>
            </p:spPr>
            <p:txBody>
              <a:bodyPr wrap="square">
                <a:spAutoFit/>
              </a:bodyPr>
              <a:lstStyle/>
              <a:p>
                <a:pPr/>
                <a14:m>
                  <m:oMathPara xmlns:m="http://schemas.openxmlformats.org/officeDocument/2006/math">
                    <m:oMath>
                      <m:sSub>
                        <m:sSubPr>
                          <m:ctrlPr>
                            <a:rPr lang="de-DE" sz="2400" b="0" i="1" smtClean="0">
                              <a:solidFill>
                                <a:schemeClr val="bg1"/>
                              </a:solidFill>
                              <a:latin typeface="Cambria Math" panose="02040503050406030204" pitchFamily="18" charset="0"/>
                            </a:rPr>
                          </m:ctrlPr>
                        </m:sSubPr>
                        <m:e>
                          <m:r>
                            <m:rPr>
                              <m:sty m:val="p"/>
                            </m:rPr>
                            <a:rPr lang="de-DE" sz="2400" b="0" i="1" smtClean="0">
                              <a:solidFill>
                                <a:schemeClr val="bg1"/>
                              </a:solidFill>
                              <a:latin typeface="Cambria Math" panose="02040503050406030204" pitchFamily="18" charset="0"/>
                            </a:rPr>
                            <m:t>r</m:t>
                          </m:r>
                        </m:e>
                        <m:sub>
                          <m:r>
                            <m:rPr>
                              <m:sty m:val="p"/>
                            </m:rPr>
                            <a:rPr lang="de-DE" sz="2400" b="0" i="1" smtClean="0">
                              <a:solidFill>
                                <a:schemeClr val="bg1"/>
                              </a:solidFill>
                              <a:latin typeface="Cambria Math" panose="02040503050406030204" pitchFamily="18" charset="0"/>
                            </a:rPr>
                            <m:t>F</m:t>
                          </m:r>
                        </m:sub>
                      </m:sSub>
                    </m:oMath>
                  </m:oMathPara>
                </a14:m>
                <a:endParaRPr lang="en-US" sz="2400" dirty="0">
                  <a:solidFill>
                    <a:schemeClr val="bg1"/>
                  </a:solidFill>
                </a:endParaRPr>
              </a:p>
            </p:txBody>
          </p:sp>
        </mc:Choice>
        <mc:Fallback xmlns="">
          <p:sp>
            <p:nvSpPr>
              <p:cNvPr id="72" name="TextBox 71">
                <a:extLst>
                  <a:ext uri="{FF2B5EF4-FFF2-40B4-BE49-F238E27FC236}">
                    <a16:creationId xmlns:a16="http://schemas.microsoft.com/office/drawing/2014/main" id="{EEEF93A9-BB51-6C0D-3333-19B73DDECF1D}"/>
                  </a:ext>
                </a:extLst>
              </p:cNvPr>
              <p:cNvSpPr txBox="1">
                <a:spLocks noRot="1" noChangeAspect="1" noMove="1" noResize="1" noEditPoints="1" noAdjustHandles="1" noChangeArrowheads="1" noChangeShapeType="1" noTextEdit="1"/>
              </p:cNvSpPr>
              <p:nvPr/>
            </p:nvSpPr>
            <p:spPr>
              <a:xfrm>
                <a:off x="2036857" y="1403141"/>
                <a:ext cx="656402" cy="461665"/>
              </a:xfrm>
              <a:prstGeom prst="rect">
                <a:avLst/>
              </a:prstGeom>
              <a:blipFill>
                <a:blip r:embed="rId10"/>
                <a:stretch>
                  <a:fillRect b="-13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4" name="TextBox 73">
                <a:extLst>
                  <a:ext uri="{FF2B5EF4-FFF2-40B4-BE49-F238E27FC236}">
                    <a16:creationId xmlns:a16="http://schemas.microsoft.com/office/drawing/2014/main" id="{401F8F8E-5A57-0616-C24D-4E2CB96B4EC6}"/>
                  </a:ext>
                </a:extLst>
              </p:cNvPr>
              <p:cNvSpPr txBox="1"/>
              <p:nvPr/>
            </p:nvSpPr>
            <p:spPr>
              <a:xfrm>
                <a:off x="2123408" y="3618827"/>
                <a:ext cx="495606" cy="461665"/>
              </a:xfrm>
              <a:prstGeom prst="rect">
                <a:avLst/>
              </a:prstGeom>
              <a:noFill/>
            </p:spPr>
            <p:txBody>
              <a:bodyPr wrap="square">
                <a:spAutoFit/>
              </a:bodyPr>
              <a:lstStyle/>
              <a:p>
                <a:pPr/>
                <a14:m>
                  <m:oMathPara xmlns:m="http://schemas.openxmlformats.org/officeDocument/2006/math">
                    <m:oMath>
                      <m:sSub>
                        <m:sSubPr>
                          <m:ctrlPr>
                            <a:rPr lang="de-DE" sz="2400" b="0" i="1" smtClean="0">
                              <a:solidFill>
                                <a:schemeClr val="bg1"/>
                              </a:solidFill>
                              <a:latin typeface="Cambria Math" panose="02040503050406030204" pitchFamily="18" charset="0"/>
                            </a:rPr>
                          </m:ctrlPr>
                        </m:sSubPr>
                        <m:e>
                          <m:r>
                            <m:rPr>
                              <m:sty m:val="p"/>
                            </m:rPr>
                            <a:rPr lang="de-DE" sz="2400" b="0" i="1" smtClean="0">
                              <a:solidFill>
                                <a:schemeClr val="bg1"/>
                              </a:solidFill>
                              <a:latin typeface="Cambria Math" panose="02040503050406030204" pitchFamily="18" charset="0"/>
                            </a:rPr>
                            <m:t>r</m:t>
                          </m:r>
                        </m:e>
                        <m:sub>
                          <m:r>
                            <m:rPr>
                              <m:sty m:val="p"/>
                            </m:rPr>
                            <a:rPr lang="de-DE" sz="2400" b="0" i="1" smtClean="0">
                              <a:solidFill>
                                <a:schemeClr val="bg1"/>
                              </a:solidFill>
                              <a:latin typeface="Cambria Math" panose="02040503050406030204" pitchFamily="18" charset="0"/>
                            </a:rPr>
                            <m:t>S</m:t>
                          </m:r>
                        </m:sub>
                      </m:sSub>
                    </m:oMath>
                  </m:oMathPara>
                </a14:m>
                <a:endParaRPr lang="en-US" sz="2400" dirty="0">
                  <a:solidFill>
                    <a:schemeClr val="bg1"/>
                  </a:solidFill>
                </a:endParaRPr>
              </a:p>
            </p:txBody>
          </p:sp>
        </mc:Choice>
        <mc:Fallback xmlns="">
          <p:sp>
            <p:nvSpPr>
              <p:cNvPr id="74" name="TextBox 73">
                <a:extLst>
                  <a:ext uri="{FF2B5EF4-FFF2-40B4-BE49-F238E27FC236}">
                    <a16:creationId xmlns:a16="http://schemas.microsoft.com/office/drawing/2014/main" id="{401F8F8E-5A57-0616-C24D-4E2CB96B4EC6}"/>
                  </a:ext>
                </a:extLst>
              </p:cNvPr>
              <p:cNvSpPr txBox="1">
                <a:spLocks noRot="1" noChangeAspect="1" noMove="1" noResize="1" noEditPoints="1" noAdjustHandles="1" noChangeArrowheads="1" noChangeShapeType="1" noTextEdit="1"/>
              </p:cNvSpPr>
              <p:nvPr/>
            </p:nvSpPr>
            <p:spPr>
              <a:xfrm>
                <a:off x="2123408" y="3618827"/>
                <a:ext cx="495606" cy="461665"/>
              </a:xfrm>
              <a:prstGeom prst="rect">
                <a:avLst/>
              </a:prstGeom>
              <a:blipFill>
                <a:blip r:embed="rId11"/>
                <a:stretch>
                  <a:fillRect b="-1333"/>
                </a:stretch>
              </a:blipFill>
            </p:spPr>
            <p:txBody>
              <a:bodyPr/>
              <a:lstStyle/>
              <a:p>
                <a:r>
                  <a:rPr lang="en-US">
                    <a:noFill/>
                  </a:rPr>
                  <a:t> </a:t>
                </a:r>
              </a:p>
            </p:txBody>
          </p:sp>
        </mc:Fallback>
      </mc:AlternateContent>
      <p:sp>
        <p:nvSpPr>
          <p:cNvPr id="19" name="Slide Number Placeholder 18">
            <a:extLst>
              <a:ext uri="{FF2B5EF4-FFF2-40B4-BE49-F238E27FC236}">
                <a16:creationId xmlns:a16="http://schemas.microsoft.com/office/drawing/2014/main" id="{E6817632-1C3B-1767-7EDF-91D7BBDD07E4}"/>
              </a:ext>
            </a:extLst>
          </p:cNvPr>
          <p:cNvSpPr>
            <a:spLocks noGrp="1"/>
          </p:cNvSpPr>
          <p:nvPr>
            <p:ph type="sldNum" sz="quarter" idx="12"/>
          </p:nvPr>
        </p:nvSpPr>
        <p:spPr>
          <a:xfrm>
            <a:off x="11308704" y="6203566"/>
            <a:ext cx="654132" cy="501650"/>
          </a:xfrm>
        </p:spPr>
        <p:txBody>
          <a:bodyPr/>
          <a:lstStyle/>
          <a:p>
            <a:fld id="{250B62C5-2ACF-4D78-8FF3-37371B948607}" type="slidenum">
              <a:rPr lang="en-US" smtClean="0"/>
              <a:t>45</a:t>
            </a:fld>
            <a:endParaRPr lang="en-US"/>
          </a:p>
        </p:txBody>
      </p: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30F7BBBC-AF92-9D91-8F93-9B4D246B009B}"/>
                  </a:ext>
                </a:extLst>
              </p:cNvPr>
              <p:cNvSpPr txBox="1"/>
              <p:nvPr/>
            </p:nvSpPr>
            <p:spPr>
              <a:xfrm>
                <a:off x="876048" y="2507898"/>
                <a:ext cx="527465" cy="461665"/>
              </a:xfrm>
              <a:prstGeom prst="rect">
                <a:avLst/>
              </a:prstGeom>
              <a:noFill/>
            </p:spPr>
            <p:txBody>
              <a:bodyPr wrap="square">
                <a:spAutoFit/>
              </a:bodyPr>
              <a:lstStyle/>
              <a:p>
                <a:pPr/>
                <a14:m>
                  <m:oMathPara xmlns:m="http://schemas.openxmlformats.org/officeDocument/2006/math">
                    <m:oMath>
                      <m:sSub>
                        <m:sSubPr>
                          <m:ctrlPr>
                            <a:rPr lang="de-DE" sz="2400" b="0" i="1" smtClean="0">
                              <a:solidFill>
                                <a:schemeClr val="bg1"/>
                              </a:solidFill>
                              <a:latin typeface="Cambria Math" panose="02040503050406030204" pitchFamily="18" charset="0"/>
                            </a:rPr>
                          </m:ctrlPr>
                        </m:sSubPr>
                        <m:e>
                          <m:r>
                            <m:rPr>
                              <m:sty m:val="p"/>
                            </m:rPr>
                            <a:rPr lang="de-DE" sz="2400" b="0" i="1" smtClean="0">
                              <a:solidFill>
                                <a:schemeClr val="bg1"/>
                              </a:solidFill>
                              <a:latin typeface="Cambria Math" panose="02040503050406030204" pitchFamily="18" charset="0"/>
                            </a:rPr>
                            <m:t>r</m:t>
                          </m:r>
                        </m:e>
                        <m:sub>
                          <m:r>
                            <a:rPr lang="de-DE" sz="2400" b="0" i="1" smtClean="0">
                              <a:solidFill>
                                <a:schemeClr val="bg1"/>
                              </a:solidFill>
                              <a:latin typeface="Cambria Math" panose="02040503050406030204" pitchFamily="18" charset="0"/>
                            </a:rPr>
                            <m:t>1</m:t>
                          </m:r>
                        </m:sub>
                      </m:sSub>
                    </m:oMath>
                  </m:oMathPara>
                </a14:m>
                <a:endParaRPr lang="en-US" sz="2400" dirty="0">
                  <a:solidFill>
                    <a:schemeClr val="bg1"/>
                  </a:solidFill>
                </a:endParaRPr>
              </a:p>
            </p:txBody>
          </p:sp>
        </mc:Choice>
        <mc:Fallback xmlns="">
          <p:sp>
            <p:nvSpPr>
              <p:cNvPr id="26" name="TextBox 25">
                <a:extLst>
                  <a:ext uri="{FF2B5EF4-FFF2-40B4-BE49-F238E27FC236}">
                    <a16:creationId xmlns:a16="http://schemas.microsoft.com/office/drawing/2014/main" id="{30F7BBBC-AF92-9D91-8F93-9B4D246B009B}"/>
                  </a:ext>
                </a:extLst>
              </p:cNvPr>
              <p:cNvSpPr txBox="1">
                <a:spLocks noRot="1" noChangeAspect="1" noMove="1" noResize="1" noEditPoints="1" noAdjustHandles="1" noChangeArrowheads="1" noChangeShapeType="1" noTextEdit="1"/>
              </p:cNvSpPr>
              <p:nvPr/>
            </p:nvSpPr>
            <p:spPr>
              <a:xfrm>
                <a:off x="876048" y="2507898"/>
                <a:ext cx="527465" cy="461665"/>
              </a:xfrm>
              <a:prstGeom prst="rect">
                <a:avLst/>
              </a:prstGeom>
              <a:blipFill>
                <a:blip r:embed="rId12"/>
                <a:stretch>
                  <a:fillRect/>
                </a:stretch>
              </a:blipFill>
            </p:spPr>
            <p:txBody>
              <a:bodyPr/>
              <a:lstStyle/>
              <a:p>
                <a:r>
                  <a:rPr lang="en-US">
                    <a:noFill/>
                  </a:rPr>
                  <a:t> </a:t>
                </a:r>
              </a:p>
            </p:txBody>
          </p:sp>
        </mc:Fallback>
      </mc:AlternateContent>
      <p:sp>
        <p:nvSpPr>
          <p:cNvPr id="27" name="Rectangle: Rounded Corners 26">
            <a:extLst>
              <a:ext uri="{FF2B5EF4-FFF2-40B4-BE49-F238E27FC236}">
                <a16:creationId xmlns:a16="http://schemas.microsoft.com/office/drawing/2014/main" id="{3C484237-42B0-5263-A586-5B730DFCD6B9}"/>
              </a:ext>
            </a:extLst>
          </p:cNvPr>
          <p:cNvSpPr/>
          <p:nvPr/>
        </p:nvSpPr>
        <p:spPr>
          <a:xfrm>
            <a:off x="10440319" y="143935"/>
            <a:ext cx="1522517" cy="91440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Algorithm </a:t>
            </a:r>
          </a:p>
        </p:txBody>
      </p:sp>
      <p:sp>
        <p:nvSpPr>
          <p:cNvPr id="28" name="Rectangle: Rounded Corners 27">
            <a:extLst>
              <a:ext uri="{FF2B5EF4-FFF2-40B4-BE49-F238E27FC236}">
                <a16:creationId xmlns:a16="http://schemas.microsoft.com/office/drawing/2014/main" id="{CA91B128-7851-C4C7-E972-287F346E3B8D}"/>
              </a:ext>
            </a:extLst>
          </p:cNvPr>
          <p:cNvSpPr/>
          <p:nvPr/>
        </p:nvSpPr>
        <p:spPr>
          <a:xfrm>
            <a:off x="10440319" y="1568281"/>
            <a:ext cx="1522517" cy="914400"/>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Chemical Reactions </a:t>
            </a:r>
          </a:p>
        </p:txBody>
      </p:sp>
      <p:sp>
        <p:nvSpPr>
          <p:cNvPr id="29" name="Rectangle: Rounded Corners 28">
            <a:extLst>
              <a:ext uri="{FF2B5EF4-FFF2-40B4-BE49-F238E27FC236}">
                <a16:creationId xmlns:a16="http://schemas.microsoft.com/office/drawing/2014/main" id="{F15B289A-EABD-02DF-2F0B-84440312C957}"/>
              </a:ext>
            </a:extLst>
          </p:cNvPr>
          <p:cNvSpPr/>
          <p:nvPr/>
        </p:nvSpPr>
        <p:spPr>
          <a:xfrm>
            <a:off x="10440319" y="2992627"/>
            <a:ext cx="1522517" cy="914400"/>
          </a:xfrm>
          <a:prstGeom prst="round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Metabolic Network</a:t>
            </a:r>
          </a:p>
        </p:txBody>
      </p:sp>
      <p:sp>
        <p:nvSpPr>
          <p:cNvPr id="31" name="Rectangle: Rounded Corners 30">
            <a:extLst>
              <a:ext uri="{FF2B5EF4-FFF2-40B4-BE49-F238E27FC236}">
                <a16:creationId xmlns:a16="http://schemas.microsoft.com/office/drawing/2014/main" id="{235D35D0-734B-A4A7-C75B-2534612430D3}"/>
              </a:ext>
            </a:extLst>
          </p:cNvPr>
          <p:cNvSpPr/>
          <p:nvPr/>
        </p:nvSpPr>
        <p:spPr>
          <a:xfrm>
            <a:off x="10440319" y="4416973"/>
            <a:ext cx="1522517" cy="91440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THz Actuation</a:t>
            </a:r>
          </a:p>
        </p:txBody>
      </p:sp>
      <p:cxnSp>
        <p:nvCxnSpPr>
          <p:cNvPr id="32" name="Straight Arrow Connector 31">
            <a:extLst>
              <a:ext uri="{FF2B5EF4-FFF2-40B4-BE49-F238E27FC236}">
                <a16:creationId xmlns:a16="http://schemas.microsoft.com/office/drawing/2014/main" id="{83C7B7C2-659F-9FAC-9B77-42F261901C48}"/>
              </a:ext>
            </a:extLst>
          </p:cNvPr>
          <p:cNvCxnSpPr>
            <a:stCxn id="27" idx="2"/>
            <a:endCxn id="28" idx="0"/>
          </p:cNvCxnSpPr>
          <p:nvPr/>
        </p:nvCxnSpPr>
        <p:spPr>
          <a:xfrm>
            <a:off x="11201578" y="1058335"/>
            <a:ext cx="0" cy="509946"/>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a16="http://schemas.microsoft.com/office/drawing/2014/main" id="{8E2CBF8C-2A5B-BACD-4BF1-FCCA920B2956}"/>
              </a:ext>
            </a:extLst>
          </p:cNvPr>
          <p:cNvCxnSpPr>
            <a:cxnSpLocks/>
            <a:stCxn id="28" idx="2"/>
            <a:endCxn id="29" idx="0"/>
          </p:cNvCxnSpPr>
          <p:nvPr/>
        </p:nvCxnSpPr>
        <p:spPr>
          <a:xfrm>
            <a:off x="11201578" y="2482681"/>
            <a:ext cx="0" cy="509946"/>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35" name="Straight Arrow Connector 34">
            <a:extLst>
              <a:ext uri="{FF2B5EF4-FFF2-40B4-BE49-F238E27FC236}">
                <a16:creationId xmlns:a16="http://schemas.microsoft.com/office/drawing/2014/main" id="{9D2310E1-2D13-2B1A-8A09-7645E5634CD5}"/>
              </a:ext>
            </a:extLst>
          </p:cNvPr>
          <p:cNvCxnSpPr>
            <a:cxnSpLocks/>
            <a:stCxn id="31" idx="0"/>
          </p:cNvCxnSpPr>
          <p:nvPr/>
        </p:nvCxnSpPr>
        <p:spPr>
          <a:xfrm flipV="1">
            <a:off x="11201578" y="3907027"/>
            <a:ext cx="0" cy="509946"/>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sp>
        <p:nvSpPr>
          <p:cNvPr id="83" name="TextBox 82">
            <a:extLst>
              <a:ext uri="{FF2B5EF4-FFF2-40B4-BE49-F238E27FC236}">
                <a16:creationId xmlns:a16="http://schemas.microsoft.com/office/drawing/2014/main" id="{A67D1237-D3C4-32DE-874C-BB7B0F1CEBFB}"/>
              </a:ext>
            </a:extLst>
          </p:cNvPr>
          <p:cNvSpPr txBox="1"/>
          <p:nvPr/>
        </p:nvSpPr>
        <p:spPr>
          <a:xfrm>
            <a:off x="7070378" y="827502"/>
            <a:ext cx="1208792" cy="461665"/>
          </a:xfrm>
          <a:prstGeom prst="rect">
            <a:avLst/>
          </a:prstGeom>
          <a:noFill/>
        </p:spPr>
        <p:txBody>
          <a:bodyPr wrap="none" rtlCol="0">
            <a:spAutoFit/>
          </a:bodyPr>
          <a:lstStyle/>
          <a:p>
            <a:r>
              <a:rPr lang="en-GB" sz="2400" b="1" dirty="0"/>
              <a:t>Pattern</a:t>
            </a:r>
            <a:endParaRPr lang="en-US" sz="2400" b="1" dirty="0"/>
          </a:p>
        </p:txBody>
      </p:sp>
      <mc:AlternateContent xmlns:mc="http://schemas.openxmlformats.org/markup-compatibility/2006" xmlns:a14="http://schemas.microsoft.com/office/drawing/2010/main">
        <mc:Choice Requires="a14">
          <p:sp>
            <p:nvSpPr>
              <p:cNvPr id="84" name="TextBox 83">
                <a:extLst>
                  <a:ext uri="{FF2B5EF4-FFF2-40B4-BE49-F238E27FC236}">
                    <a16:creationId xmlns:a16="http://schemas.microsoft.com/office/drawing/2014/main" id="{D66D7747-724C-CBBF-96EB-719C5EC3EC7B}"/>
                  </a:ext>
                </a:extLst>
              </p:cNvPr>
              <p:cNvSpPr txBox="1"/>
              <p:nvPr/>
            </p:nvSpPr>
            <p:spPr>
              <a:xfrm>
                <a:off x="6202312" y="2097816"/>
                <a:ext cx="3412601" cy="2429191"/>
              </a:xfrm>
              <a:prstGeom prst="rect">
                <a:avLst/>
              </a:prstGeom>
              <a:noFill/>
            </p:spPr>
            <p:txBody>
              <a:bodyPr wrap="none" lIns="0" tIns="0" rIns="0" bIns="0" rtlCol="0">
                <a:spAutoFit/>
              </a:bodyPr>
              <a:lstStyle/>
              <a:p>
                <a:pPr>
                  <a:spcBef>
                    <a:spcPts val="2400"/>
                  </a:spcBef>
                </a:pPr>
                <a14:m>
                  <m:oMathPara xmlns:m="http://schemas.openxmlformats.org/officeDocument/2006/math">
                    <m:oMath>
                      <m:d>
                        <m:dPr>
                          <m:begChr m:val="["/>
                          <m:endChr m:val="]"/>
                          <m:ctrlPr>
                            <a:rPr lang="en-US" sz="2800" i="1">
                              <a:latin typeface="Cambria Math" panose="02040503050406030204" pitchFamily="18" charset="0"/>
                            </a:rPr>
                          </m:ctrlPr>
                        </m:dPr>
                        <m:e>
                          <m:m>
                            <m:mPr>
                              <m:mcs>
                                <m:mc>
                                  <m:mcPr>
                                    <m:count m:val="3"/>
                                    <m:mcJc m:val="center"/>
                                  </m:mcPr>
                                </m:mc>
                              </m:mcs>
                              <m:ctrlPr>
                                <a:rPr lang="en-US" sz="2800" i="1">
                                  <a:latin typeface="Cambria Math" panose="02040503050406030204" pitchFamily="18" charset="0"/>
                                </a:rPr>
                              </m:ctrlPr>
                            </m:mPr>
                            <m:mr>
                              <m:e/>
                              <m:e/>
                              <m:e>
                                <m:m>
                                  <m:mPr>
                                    <m:mcs>
                                      <m:mc>
                                        <m:mcPr>
                                          <m:count m:val="3"/>
                                          <m:mcJc m:val="center"/>
                                        </m:mcPr>
                                      </m:mc>
                                    </m:mcs>
                                    <m:ctrlPr>
                                      <a:rPr lang="en-US" sz="2800" i="1" smtClean="0">
                                        <a:latin typeface="Cambria Math" panose="02040503050406030204" pitchFamily="18" charset="0"/>
                                      </a:rPr>
                                    </m:ctrlPr>
                                  </m:mPr>
                                  <m:mr>
                                    <m:e/>
                                    <m:e/>
                                    <m:e/>
                                  </m:mr>
                                </m:m>
                              </m:e>
                            </m:mr>
                            <m:mr>
                              <m:e/>
                              <m:e/>
                              <m:e>
                                <m:m>
                                  <m:mPr>
                                    <m:mcs>
                                      <m:mc>
                                        <m:mcPr>
                                          <m:count m:val="3"/>
                                          <m:mcJc m:val="center"/>
                                        </m:mcPr>
                                      </m:mc>
                                    </m:mcs>
                                    <m:ctrlPr>
                                      <a:rPr lang="en-US" sz="2800" i="1" smtClean="0">
                                        <a:latin typeface="Cambria Math" panose="02040503050406030204" pitchFamily="18" charset="0"/>
                                      </a:rPr>
                                    </m:ctrlPr>
                                  </m:mPr>
                                  <m:mr>
                                    <m:e/>
                                    <m:e/>
                                    <m:e/>
                                  </m:mr>
                                </m:m>
                              </m:e>
                            </m:mr>
                            <m:mr>
                              <m:e>
                                <m:m>
                                  <m:mPr>
                                    <m:mcs>
                                      <m:mc>
                                        <m:mcPr>
                                          <m:count m:val="1"/>
                                          <m:mcJc m:val="center"/>
                                        </m:mcPr>
                                      </m:mc>
                                    </m:mcs>
                                    <m:ctrlPr>
                                      <a:rPr lang="en-US" sz="2800" i="1" smtClean="0">
                                        <a:latin typeface="Cambria Math" panose="02040503050406030204" pitchFamily="18" charset="0"/>
                                      </a:rPr>
                                    </m:ctrlPr>
                                  </m:mPr>
                                  <m:mr>
                                    <m:e/>
                                  </m:mr>
                                  <m:mr>
                                    <m:e/>
                                  </m:mr>
                                  <m:mr>
                                    <m:e>
                                      <m:m>
                                        <m:mPr>
                                          <m:mcs>
                                            <m:mc>
                                              <m:mcPr>
                                                <m:count m:val="1"/>
                                                <m:mcJc m:val="center"/>
                                              </m:mcPr>
                                            </m:mc>
                                          </m:mcs>
                                          <m:ctrlPr>
                                            <a:rPr lang="en-US" sz="2800" i="1" smtClean="0">
                                              <a:latin typeface="Cambria Math" panose="02040503050406030204" pitchFamily="18" charset="0"/>
                                            </a:rPr>
                                          </m:ctrlPr>
                                        </m:mPr>
                                        <m:mr>
                                          <m:e/>
                                        </m:mr>
                                        <m:mr>
                                          <m:e/>
                                        </m:mr>
                                      </m:m>
                                    </m:e>
                                  </m:mr>
                                </m:m>
                              </m:e>
                              <m:e>
                                <m:m>
                                  <m:mPr>
                                    <m:mcs>
                                      <m:mc>
                                        <m:mcPr>
                                          <m:count m:val="1"/>
                                          <m:mcJc m:val="center"/>
                                        </m:mcPr>
                                      </m:mc>
                                    </m:mcs>
                                    <m:ctrlPr>
                                      <a:rPr lang="en-US" sz="2800" i="1" smtClean="0">
                                        <a:latin typeface="Cambria Math" panose="02040503050406030204" pitchFamily="18" charset="0"/>
                                      </a:rPr>
                                    </m:ctrlPr>
                                  </m:mPr>
                                  <m:mr>
                                    <m:e/>
                                  </m:mr>
                                  <m:mr>
                                    <m:e/>
                                  </m:mr>
                                  <m:mr>
                                    <m:e>
                                      <m:m>
                                        <m:mPr>
                                          <m:mcs>
                                            <m:mc>
                                              <m:mcPr>
                                                <m:count m:val="1"/>
                                                <m:mcJc m:val="center"/>
                                              </m:mcPr>
                                            </m:mc>
                                          </m:mcs>
                                          <m:ctrlPr>
                                            <a:rPr lang="en-US" sz="2800" i="1" smtClean="0">
                                              <a:latin typeface="Cambria Math" panose="02040503050406030204" pitchFamily="18" charset="0"/>
                                            </a:rPr>
                                          </m:ctrlPr>
                                        </m:mPr>
                                        <m:mr>
                                          <m:e/>
                                        </m:mr>
                                        <m:mr>
                                          <m:e/>
                                        </m:mr>
                                      </m:m>
                                    </m:e>
                                  </m:mr>
                                </m:m>
                              </m:e>
                              <m:e>
                                <m:m>
                                  <m:mPr>
                                    <m:mcs>
                                      <m:mc>
                                        <m:mcPr>
                                          <m:count m:val="3"/>
                                          <m:mcJc m:val="center"/>
                                        </m:mcPr>
                                      </m:mc>
                                    </m:mcs>
                                    <m:ctrlPr>
                                      <a:rPr lang="en-US" sz="2800" i="1" smtClean="0">
                                        <a:latin typeface="Cambria Math" panose="02040503050406030204" pitchFamily="18" charset="0"/>
                                      </a:rPr>
                                    </m:ctrlPr>
                                  </m:mPr>
                                  <m:mr>
                                    <m:e>
                                      <m:m>
                                        <m:mPr>
                                          <m:mcs>
                                            <m:mc>
                                              <m:mcPr>
                                                <m:count m:val="1"/>
                                                <m:mcJc m:val="center"/>
                                              </m:mcPr>
                                            </m:mc>
                                          </m:mcs>
                                          <m:ctrlPr>
                                            <a:rPr lang="en-US" sz="2800" i="1" smtClean="0">
                                              <a:latin typeface="Cambria Math" panose="02040503050406030204" pitchFamily="18" charset="0"/>
                                            </a:rPr>
                                          </m:ctrlPr>
                                        </m:mPr>
                                        <m:mr>
                                          <m:e/>
                                        </m:mr>
                                        <m:mr>
                                          <m:e/>
                                        </m:mr>
                                        <m:mr>
                                          <m:e>
                                            <m:m>
                                              <m:mPr>
                                                <m:mcs>
                                                  <m:mc>
                                                    <m:mcPr>
                                                      <m:count m:val="1"/>
                                                      <m:mcJc m:val="center"/>
                                                    </m:mcPr>
                                                  </m:mc>
                                                </m:mcs>
                                                <m:ctrlPr>
                                                  <a:rPr lang="en-US" sz="2800" i="1" smtClean="0">
                                                    <a:latin typeface="Cambria Math" panose="02040503050406030204" pitchFamily="18" charset="0"/>
                                                  </a:rPr>
                                                </m:ctrlPr>
                                              </m:mPr>
                                              <m:mr>
                                                <m:e/>
                                              </m:mr>
                                              <m:mr>
                                                <m:e/>
                                              </m:mr>
                                            </m:m>
                                          </m:e>
                                        </m:mr>
                                      </m:m>
                                    </m:e>
                                    <m:e>
                                      <m:m>
                                        <m:mPr>
                                          <m:mcs>
                                            <m:mc>
                                              <m:mcPr>
                                                <m:count m:val="1"/>
                                                <m:mcJc m:val="center"/>
                                              </m:mcPr>
                                            </m:mc>
                                          </m:mcs>
                                          <m:ctrlPr>
                                            <a:rPr lang="en-US" sz="2800" i="1" smtClean="0">
                                              <a:latin typeface="Cambria Math" panose="02040503050406030204" pitchFamily="18" charset="0"/>
                                            </a:rPr>
                                          </m:ctrlPr>
                                        </m:mPr>
                                        <m:mr>
                                          <m:e/>
                                        </m:mr>
                                        <m:mr>
                                          <m:e/>
                                        </m:mr>
                                        <m:mr>
                                          <m:e>
                                            <m:m>
                                              <m:mPr>
                                                <m:mcs>
                                                  <m:mc>
                                                    <m:mcPr>
                                                      <m:count m:val="1"/>
                                                      <m:mcJc m:val="center"/>
                                                    </m:mcPr>
                                                  </m:mc>
                                                </m:mcs>
                                                <m:ctrlPr>
                                                  <a:rPr lang="en-US" sz="2800" i="1" smtClean="0">
                                                    <a:latin typeface="Cambria Math" panose="02040503050406030204" pitchFamily="18" charset="0"/>
                                                  </a:rPr>
                                                </m:ctrlPr>
                                              </m:mPr>
                                              <m:mr>
                                                <m:e/>
                                              </m:mr>
                                              <m:mr>
                                                <m:e/>
                                              </m:mr>
                                            </m:m>
                                          </m:e>
                                        </m:mr>
                                      </m:m>
                                    </m:e>
                                    <m:e>
                                      <m:m>
                                        <m:mPr>
                                          <m:mcs>
                                            <m:mc>
                                              <m:mcPr>
                                                <m:count m:val="1"/>
                                                <m:mcJc m:val="center"/>
                                              </m:mcPr>
                                            </m:mc>
                                          </m:mcs>
                                          <m:ctrlPr>
                                            <a:rPr lang="en-US" sz="2800" i="1" smtClean="0">
                                              <a:latin typeface="Cambria Math" panose="02040503050406030204" pitchFamily="18" charset="0"/>
                                            </a:rPr>
                                          </m:ctrlPr>
                                        </m:mPr>
                                        <m:mr>
                                          <m:e/>
                                        </m:mr>
                                        <m:mr>
                                          <m:e/>
                                        </m:mr>
                                        <m:mr>
                                          <m:e>
                                            <m:m>
                                              <m:mPr>
                                                <m:mcs>
                                                  <m:mc>
                                                    <m:mcPr>
                                                      <m:count m:val="1"/>
                                                      <m:mcJc m:val="center"/>
                                                    </m:mcPr>
                                                  </m:mc>
                                                </m:mcs>
                                                <m:ctrlPr>
                                                  <a:rPr lang="en-US" sz="2800" i="1" smtClean="0">
                                                    <a:latin typeface="Cambria Math" panose="02040503050406030204" pitchFamily="18" charset="0"/>
                                                  </a:rPr>
                                                </m:ctrlPr>
                                              </m:mPr>
                                              <m:mr>
                                                <m:e/>
                                              </m:mr>
                                              <m:mr>
                                                <m:e/>
                                              </m:mr>
                                            </m:m>
                                          </m:e>
                                        </m:mr>
                                      </m:m>
                                    </m:e>
                                  </m:mr>
                                </m:m>
                              </m:e>
                            </m:mr>
                          </m:m>
                        </m:e>
                      </m:d>
                    </m:oMath>
                  </m:oMathPara>
                </a14:m>
                <a:endParaRPr lang="en-US" sz="2800" dirty="0"/>
              </a:p>
            </p:txBody>
          </p:sp>
        </mc:Choice>
        <mc:Fallback xmlns="">
          <p:sp>
            <p:nvSpPr>
              <p:cNvPr id="84" name="TextBox 83">
                <a:extLst>
                  <a:ext uri="{FF2B5EF4-FFF2-40B4-BE49-F238E27FC236}">
                    <a16:creationId xmlns:a16="http://schemas.microsoft.com/office/drawing/2014/main" id="{D66D7747-724C-CBBF-96EB-719C5EC3EC7B}"/>
                  </a:ext>
                </a:extLst>
              </p:cNvPr>
              <p:cNvSpPr txBox="1">
                <a:spLocks noRot="1" noChangeAspect="1" noMove="1" noResize="1" noEditPoints="1" noAdjustHandles="1" noChangeArrowheads="1" noChangeShapeType="1" noTextEdit="1"/>
              </p:cNvSpPr>
              <p:nvPr/>
            </p:nvSpPr>
            <p:spPr>
              <a:xfrm>
                <a:off x="6202312" y="2097816"/>
                <a:ext cx="3412601" cy="2429191"/>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5" name="TextBox 84">
                <a:extLst>
                  <a:ext uri="{FF2B5EF4-FFF2-40B4-BE49-F238E27FC236}">
                    <a16:creationId xmlns:a16="http://schemas.microsoft.com/office/drawing/2014/main" id="{A0564310-33FD-B744-F03F-AAA93064BFB0}"/>
                  </a:ext>
                </a:extLst>
              </p:cNvPr>
              <p:cNvSpPr txBox="1"/>
              <p:nvPr/>
            </p:nvSpPr>
            <p:spPr>
              <a:xfrm>
                <a:off x="6393434" y="1641558"/>
                <a:ext cx="310085" cy="369332"/>
              </a:xfrm>
              <a:prstGeom prst="rect">
                <a:avLst/>
              </a:prstGeom>
              <a:noFill/>
            </p:spPr>
            <p:txBody>
              <a:bodyPr wrap="none" lIns="0" tIns="0" rIns="0" bIns="0" rtlCol="0">
                <a:spAutoFit/>
              </a:bodyPr>
              <a:lstStyle/>
              <a:p>
                <a:pPr/>
                <a14:m>
                  <m:oMathPara xmlns:m="http://schemas.openxmlformats.org/officeDocument/2006/math">
                    <m:oMath>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𝑟</m:t>
                          </m:r>
                        </m:e>
                        <m:sub>
                          <m:r>
                            <a:rPr lang="de-DE" sz="2400" b="0" i="1" smtClean="0">
                              <a:latin typeface="Cambria Math" panose="02040503050406030204" pitchFamily="18" charset="0"/>
                            </a:rPr>
                            <m:t>1</m:t>
                          </m:r>
                        </m:sub>
                      </m:sSub>
                    </m:oMath>
                  </m:oMathPara>
                </a14:m>
                <a:endParaRPr lang="en-US" sz="2400" dirty="0"/>
              </a:p>
            </p:txBody>
          </p:sp>
        </mc:Choice>
        <mc:Fallback xmlns="">
          <p:sp>
            <p:nvSpPr>
              <p:cNvPr id="85" name="TextBox 84">
                <a:extLst>
                  <a:ext uri="{FF2B5EF4-FFF2-40B4-BE49-F238E27FC236}">
                    <a16:creationId xmlns:a16="http://schemas.microsoft.com/office/drawing/2014/main" id="{A0564310-33FD-B744-F03F-AAA93064BFB0}"/>
                  </a:ext>
                </a:extLst>
              </p:cNvPr>
              <p:cNvSpPr txBox="1">
                <a:spLocks noRot="1" noChangeAspect="1" noMove="1" noResize="1" noEditPoints="1" noAdjustHandles="1" noChangeArrowheads="1" noChangeShapeType="1" noTextEdit="1"/>
              </p:cNvSpPr>
              <p:nvPr/>
            </p:nvSpPr>
            <p:spPr>
              <a:xfrm>
                <a:off x="6393434" y="1641558"/>
                <a:ext cx="310085" cy="369332"/>
              </a:xfrm>
              <a:prstGeom prst="rect">
                <a:avLst/>
              </a:prstGeom>
              <a:blipFill>
                <a:blip r:embed="rId14"/>
                <a:stretch>
                  <a:fillRect l="-15686" r="-9804" b="-1147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6" name="TextBox 85">
                <a:extLst>
                  <a:ext uri="{FF2B5EF4-FFF2-40B4-BE49-F238E27FC236}">
                    <a16:creationId xmlns:a16="http://schemas.microsoft.com/office/drawing/2014/main" id="{2591B53E-D5A6-30F1-E4C2-10E8C507A11F}"/>
                  </a:ext>
                </a:extLst>
              </p:cNvPr>
              <p:cNvSpPr txBox="1"/>
              <p:nvPr/>
            </p:nvSpPr>
            <p:spPr>
              <a:xfrm>
                <a:off x="7085603" y="1641558"/>
                <a:ext cx="269113" cy="369332"/>
              </a:xfrm>
              <a:prstGeom prst="rect">
                <a:avLst/>
              </a:prstGeom>
              <a:noFill/>
            </p:spPr>
            <p:txBody>
              <a:bodyPr wrap="none" lIns="0" tIns="0" rIns="0" bIns="0" rtlCol="0">
                <a:spAutoFit/>
              </a:bodyPr>
              <a:lstStyle/>
              <a:p>
                <a:pPr/>
                <a14:m>
                  <m:oMathPara xmlns:m="http://schemas.openxmlformats.org/officeDocument/2006/math">
                    <m:oMath>
                      <m:sSub>
                        <m:sSubPr>
                          <m:ctrlPr>
                            <a:rPr lang="de-DE" sz="2400" b="0" i="1" smtClean="0">
                              <a:solidFill>
                                <a:srgbClr val="C00000"/>
                              </a:solidFill>
                              <a:latin typeface="Cambria Math" panose="02040503050406030204" pitchFamily="18" charset="0"/>
                            </a:rPr>
                          </m:ctrlPr>
                        </m:sSubPr>
                        <m:e>
                          <m:r>
                            <a:rPr lang="de-DE" sz="2400" b="0" i="1" smtClean="0">
                              <a:solidFill>
                                <a:srgbClr val="C00000"/>
                              </a:solidFill>
                              <a:latin typeface="Cambria Math" panose="02040503050406030204" pitchFamily="18" charset="0"/>
                            </a:rPr>
                            <m:t>𝑟</m:t>
                          </m:r>
                        </m:e>
                        <m:sub>
                          <m:r>
                            <m:rPr>
                              <m:sty m:val="p"/>
                            </m:rPr>
                            <a:rPr lang="de-DE" sz="2400" b="0" i="1" smtClean="0">
                              <a:solidFill>
                                <a:srgbClr val="C00000"/>
                              </a:solidFill>
                              <a:latin typeface="Cambria Math" panose="02040503050406030204" pitchFamily="18" charset="0"/>
                            </a:rPr>
                            <m:t>I</m:t>
                          </m:r>
                        </m:sub>
                      </m:sSub>
                    </m:oMath>
                  </m:oMathPara>
                </a14:m>
                <a:endParaRPr lang="en-US" sz="2400" dirty="0"/>
              </a:p>
            </p:txBody>
          </p:sp>
        </mc:Choice>
        <mc:Fallback xmlns="">
          <p:sp>
            <p:nvSpPr>
              <p:cNvPr id="86" name="TextBox 85">
                <a:extLst>
                  <a:ext uri="{FF2B5EF4-FFF2-40B4-BE49-F238E27FC236}">
                    <a16:creationId xmlns:a16="http://schemas.microsoft.com/office/drawing/2014/main" id="{2591B53E-D5A6-30F1-E4C2-10E8C507A11F}"/>
                  </a:ext>
                </a:extLst>
              </p:cNvPr>
              <p:cNvSpPr txBox="1">
                <a:spLocks noRot="1" noChangeAspect="1" noMove="1" noResize="1" noEditPoints="1" noAdjustHandles="1" noChangeArrowheads="1" noChangeShapeType="1" noTextEdit="1"/>
              </p:cNvSpPr>
              <p:nvPr/>
            </p:nvSpPr>
            <p:spPr>
              <a:xfrm>
                <a:off x="7085603" y="1641558"/>
                <a:ext cx="269113" cy="369332"/>
              </a:xfrm>
              <a:prstGeom prst="rect">
                <a:avLst/>
              </a:prstGeom>
              <a:blipFill>
                <a:blip r:embed="rId15"/>
                <a:stretch>
                  <a:fillRect l="-15909" r="-13636" b="-1311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7" name="TextBox 86">
                <a:extLst>
                  <a:ext uri="{FF2B5EF4-FFF2-40B4-BE49-F238E27FC236}">
                    <a16:creationId xmlns:a16="http://schemas.microsoft.com/office/drawing/2014/main" id="{43E53AD7-E064-FAAD-F335-C9D54B20E102}"/>
                  </a:ext>
                </a:extLst>
              </p:cNvPr>
              <p:cNvSpPr txBox="1"/>
              <p:nvPr/>
            </p:nvSpPr>
            <p:spPr>
              <a:xfrm>
                <a:off x="7736800" y="1641558"/>
                <a:ext cx="320408" cy="369332"/>
              </a:xfrm>
              <a:prstGeom prst="rect">
                <a:avLst/>
              </a:prstGeom>
              <a:noFill/>
            </p:spPr>
            <p:txBody>
              <a:bodyPr wrap="none" lIns="0" tIns="0" rIns="0" bIns="0" rtlCol="0">
                <a:spAutoFit/>
              </a:bodyPr>
              <a:lstStyle/>
              <a:p>
                <a:pPr/>
                <a14:m>
                  <m:oMathPara xmlns:m="http://schemas.openxmlformats.org/officeDocument/2006/math">
                    <m:oMath>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𝑟</m:t>
                          </m:r>
                        </m:e>
                        <m:sub>
                          <m:r>
                            <m:rPr>
                              <m:sty m:val="p"/>
                            </m:rPr>
                            <a:rPr lang="de-DE" sz="2400" b="0" i="1" smtClean="0">
                              <a:latin typeface="Cambria Math" panose="02040503050406030204" pitchFamily="18" charset="0"/>
                            </a:rPr>
                            <m:t>F</m:t>
                          </m:r>
                        </m:sub>
                      </m:sSub>
                    </m:oMath>
                  </m:oMathPara>
                </a14:m>
                <a:endParaRPr lang="en-US" sz="2400" dirty="0"/>
              </a:p>
            </p:txBody>
          </p:sp>
        </mc:Choice>
        <mc:Fallback xmlns="">
          <p:sp>
            <p:nvSpPr>
              <p:cNvPr id="87" name="TextBox 86">
                <a:extLst>
                  <a:ext uri="{FF2B5EF4-FFF2-40B4-BE49-F238E27FC236}">
                    <a16:creationId xmlns:a16="http://schemas.microsoft.com/office/drawing/2014/main" id="{43E53AD7-E064-FAAD-F335-C9D54B20E102}"/>
                  </a:ext>
                </a:extLst>
              </p:cNvPr>
              <p:cNvSpPr txBox="1">
                <a:spLocks noRot="1" noChangeAspect="1" noMove="1" noResize="1" noEditPoints="1" noAdjustHandles="1" noChangeArrowheads="1" noChangeShapeType="1" noTextEdit="1"/>
              </p:cNvSpPr>
              <p:nvPr/>
            </p:nvSpPr>
            <p:spPr>
              <a:xfrm>
                <a:off x="7736800" y="1641558"/>
                <a:ext cx="320408" cy="369332"/>
              </a:xfrm>
              <a:prstGeom prst="rect">
                <a:avLst/>
              </a:prstGeom>
              <a:blipFill>
                <a:blip r:embed="rId16"/>
                <a:stretch>
                  <a:fillRect l="-13208" r="-11321" b="-1311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8" name="TextBox 87">
                <a:extLst>
                  <a:ext uri="{FF2B5EF4-FFF2-40B4-BE49-F238E27FC236}">
                    <a16:creationId xmlns:a16="http://schemas.microsoft.com/office/drawing/2014/main" id="{14617F5D-A796-445E-B603-BC0F8F2E1C65}"/>
                  </a:ext>
                </a:extLst>
              </p:cNvPr>
              <p:cNvSpPr txBox="1"/>
              <p:nvPr/>
            </p:nvSpPr>
            <p:spPr>
              <a:xfrm>
                <a:off x="8436086" y="1641558"/>
                <a:ext cx="313996" cy="369332"/>
              </a:xfrm>
              <a:prstGeom prst="rect">
                <a:avLst/>
              </a:prstGeom>
              <a:noFill/>
            </p:spPr>
            <p:txBody>
              <a:bodyPr wrap="none" lIns="0" tIns="0" rIns="0" bIns="0" rtlCol="0">
                <a:spAutoFit/>
              </a:bodyPr>
              <a:lstStyle/>
              <a:p>
                <a:pPr/>
                <a14:m>
                  <m:oMathPara xmlns:m="http://schemas.openxmlformats.org/officeDocument/2006/math">
                    <m:oMath>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𝑟</m:t>
                          </m:r>
                        </m:e>
                        <m:sub>
                          <m:r>
                            <m:rPr>
                              <m:sty m:val="p"/>
                            </m:rPr>
                            <a:rPr lang="de-DE" sz="2400" b="0" i="1" smtClean="0">
                              <a:latin typeface="Cambria Math" panose="02040503050406030204" pitchFamily="18" charset="0"/>
                            </a:rPr>
                            <m:t>S</m:t>
                          </m:r>
                        </m:sub>
                      </m:sSub>
                    </m:oMath>
                  </m:oMathPara>
                </a14:m>
                <a:endParaRPr lang="en-US" sz="2400" dirty="0"/>
              </a:p>
            </p:txBody>
          </p:sp>
        </mc:Choice>
        <mc:Fallback xmlns="">
          <p:sp>
            <p:nvSpPr>
              <p:cNvPr id="88" name="TextBox 87">
                <a:extLst>
                  <a:ext uri="{FF2B5EF4-FFF2-40B4-BE49-F238E27FC236}">
                    <a16:creationId xmlns:a16="http://schemas.microsoft.com/office/drawing/2014/main" id="{14617F5D-A796-445E-B603-BC0F8F2E1C65}"/>
                  </a:ext>
                </a:extLst>
              </p:cNvPr>
              <p:cNvSpPr txBox="1">
                <a:spLocks noRot="1" noChangeAspect="1" noMove="1" noResize="1" noEditPoints="1" noAdjustHandles="1" noChangeArrowheads="1" noChangeShapeType="1" noTextEdit="1"/>
              </p:cNvSpPr>
              <p:nvPr/>
            </p:nvSpPr>
            <p:spPr>
              <a:xfrm>
                <a:off x="8436086" y="1641558"/>
                <a:ext cx="313996" cy="369332"/>
              </a:xfrm>
              <a:prstGeom prst="rect">
                <a:avLst/>
              </a:prstGeom>
              <a:blipFill>
                <a:blip r:embed="rId17"/>
                <a:stretch>
                  <a:fillRect l="-15686" r="-13725" b="-1311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9" name="TextBox 88">
                <a:extLst>
                  <a:ext uri="{FF2B5EF4-FFF2-40B4-BE49-F238E27FC236}">
                    <a16:creationId xmlns:a16="http://schemas.microsoft.com/office/drawing/2014/main" id="{8F89C833-6BD8-BE48-C065-18E0C4238281}"/>
                  </a:ext>
                </a:extLst>
              </p:cNvPr>
              <p:cNvSpPr txBox="1"/>
              <p:nvPr/>
            </p:nvSpPr>
            <p:spPr>
              <a:xfrm>
                <a:off x="9122228" y="1641558"/>
                <a:ext cx="317202" cy="369332"/>
              </a:xfrm>
              <a:prstGeom prst="rect">
                <a:avLst/>
              </a:prstGeom>
              <a:noFill/>
            </p:spPr>
            <p:txBody>
              <a:bodyPr wrap="none" lIns="0" tIns="0" rIns="0" bIns="0" rtlCol="0">
                <a:spAutoFit/>
              </a:bodyPr>
              <a:lstStyle/>
              <a:p>
                <a:pPr/>
                <a14:m>
                  <m:oMathPara xmlns:m="http://schemas.openxmlformats.org/officeDocument/2006/math">
                    <m:oMath>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𝑟</m:t>
                          </m:r>
                        </m:e>
                        <m:sub>
                          <m:r>
                            <a:rPr lang="de-DE" sz="2400" b="0" i="1" smtClean="0">
                              <a:latin typeface="Cambria Math" panose="02040503050406030204" pitchFamily="18" charset="0"/>
                            </a:rPr>
                            <m:t>5</m:t>
                          </m:r>
                        </m:sub>
                      </m:sSub>
                    </m:oMath>
                  </m:oMathPara>
                </a14:m>
                <a:endParaRPr lang="en-US" sz="2400" dirty="0"/>
              </a:p>
            </p:txBody>
          </p:sp>
        </mc:Choice>
        <mc:Fallback xmlns="">
          <p:sp>
            <p:nvSpPr>
              <p:cNvPr id="89" name="TextBox 88">
                <a:extLst>
                  <a:ext uri="{FF2B5EF4-FFF2-40B4-BE49-F238E27FC236}">
                    <a16:creationId xmlns:a16="http://schemas.microsoft.com/office/drawing/2014/main" id="{8F89C833-6BD8-BE48-C065-18E0C4238281}"/>
                  </a:ext>
                </a:extLst>
              </p:cNvPr>
              <p:cNvSpPr txBox="1">
                <a:spLocks noRot="1" noChangeAspect="1" noMove="1" noResize="1" noEditPoints="1" noAdjustHandles="1" noChangeArrowheads="1" noChangeShapeType="1" noTextEdit="1"/>
              </p:cNvSpPr>
              <p:nvPr/>
            </p:nvSpPr>
            <p:spPr>
              <a:xfrm>
                <a:off x="9122228" y="1641558"/>
                <a:ext cx="317202" cy="369332"/>
              </a:xfrm>
              <a:prstGeom prst="rect">
                <a:avLst/>
              </a:prstGeom>
              <a:blipFill>
                <a:blip r:embed="rId18"/>
                <a:stretch>
                  <a:fillRect l="-13462" r="-11538" b="-1311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0" name="TextBox 89">
                <a:extLst>
                  <a:ext uri="{FF2B5EF4-FFF2-40B4-BE49-F238E27FC236}">
                    <a16:creationId xmlns:a16="http://schemas.microsoft.com/office/drawing/2014/main" id="{32B2F341-863A-F303-E99D-B111A96D0CA6}"/>
                  </a:ext>
                </a:extLst>
              </p:cNvPr>
              <p:cNvSpPr txBox="1"/>
              <p:nvPr/>
            </p:nvSpPr>
            <p:spPr>
              <a:xfrm>
                <a:off x="5701324" y="2511689"/>
                <a:ext cx="454483" cy="369332"/>
              </a:xfrm>
              <a:prstGeom prst="rect">
                <a:avLst/>
              </a:prstGeom>
              <a:noFill/>
            </p:spPr>
            <p:txBody>
              <a:bodyPr wrap="none" lIns="0" tIns="0" rIns="0" bIns="0" rtlCol="0">
                <a:spAutoFit/>
              </a:bodyPr>
              <a:lstStyle/>
              <a:p>
                <a:pPr/>
                <a14:m>
                  <m:oMathPara xmlns:m="http://schemas.openxmlformats.org/officeDocument/2006/math">
                    <m:oMath>
                      <m:sSub>
                        <m:sSubPr>
                          <m:ctrlPr>
                            <a:rPr lang="de-DE" sz="2400" b="0" i="1" smtClean="0">
                              <a:solidFill>
                                <a:srgbClr val="C00000"/>
                              </a:solidFill>
                              <a:latin typeface="Cambria Math" panose="02040503050406030204" pitchFamily="18" charset="0"/>
                            </a:rPr>
                          </m:ctrlPr>
                        </m:sSubPr>
                        <m:e>
                          <m:r>
                            <m:rPr>
                              <m:sty m:val="p"/>
                            </m:rPr>
                            <a:rPr lang="de-DE" sz="2400" b="0" i="1" smtClean="0">
                              <a:solidFill>
                                <a:srgbClr val="C00000"/>
                              </a:solidFill>
                              <a:latin typeface="Cambria Math" panose="02040503050406030204" pitchFamily="18" charset="0"/>
                            </a:rPr>
                            <m:t>m</m:t>
                          </m:r>
                        </m:e>
                        <m:sub>
                          <m:r>
                            <a:rPr lang="de-DE" sz="2400" b="0" i="1" smtClean="0">
                              <a:solidFill>
                                <a:srgbClr val="C00000"/>
                              </a:solidFill>
                              <a:latin typeface="Cambria Math" panose="02040503050406030204" pitchFamily="18" charset="0"/>
                            </a:rPr>
                            <m:t>1</m:t>
                          </m:r>
                        </m:sub>
                      </m:sSub>
                    </m:oMath>
                  </m:oMathPara>
                </a14:m>
                <a:endParaRPr lang="en-US" sz="2400" dirty="0"/>
              </a:p>
            </p:txBody>
          </p:sp>
        </mc:Choice>
        <mc:Fallback xmlns="">
          <p:sp>
            <p:nvSpPr>
              <p:cNvPr id="90" name="TextBox 89">
                <a:extLst>
                  <a:ext uri="{FF2B5EF4-FFF2-40B4-BE49-F238E27FC236}">
                    <a16:creationId xmlns:a16="http://schemas.microsoft.com/office/drawing/2014/main" id="{32B2F341-863A-F303-E99D-B111A96D0CA6}"/>
                  </a:ext>
                </a:extLst>
              </p:cNvPr>
              <p:cNvSpPr txBox="1">
                <a:spLocks noRot="1" noChangeAspect="1" noMove="1" noResize="1" noEditPoints="1" noAdjustHandles="1" noChangeArrowheads="1" noChangeShapeType="1" noTextEdit="1"/>
              </p:cNvSpPr>
              <p:nvPr/>
            </p:nvSpPr>
            <p:spPr>
              <a:xfrm>
                <a:off x="5701324" y="2511689"/>
                <a:ext cx="454483" cy="369332"/>
              </a:xfrm>
              <a:prstGeom prst="rect">
                <a:avLst/>
              </a:prstGeom>
              <a:blipFill>
                <a:blip r:embed="rId19"/>
                <a:stretch>
                  <a:fillRect l="-9333" r="-5333" b="-1147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1" name="TextBox 90">
                <a:extLst>
                  <a:ext uri="{FF2B5EF4-FFF2-40B4-BE49-F238E27FC236}">
                    <a16:creationId xmlns:a16="http://schemas.microsoft.com/office/drawing/2014/main" id="{B8314CC1-597F-038F-9F80-BAD2981751F7}"/>
                  </a:ext>
                </a:extLst>
              </p:cNvPr>
              <p:cNvSpPr txBox="1"/>
              <p:nvPr/>
            </p:nvSpPr>
            <p:spPr>
              <a:xfrm>
                <a:off x="5697765" y="2916169"/>
                <a:ext cx="461601" cy="369332"/>
              </a:xfrm>
              <a:prstGeom prst="rect">
                <a:avLst/>
              </a:prstGeom>
              <a:noFill/>
            </p:spPr>
            <p:txBody>
              <a:bodyPr wrap="none" lIns="0" tIns="0" rIns="0" bIns="0" rtlCol="0">
                <a:spAutoFit/>
              </a:bodyPr>
              <a:lstStyle/>
              <a:p>
                <a:pPr/>
                <a14:m>
                  <m:oMathPara xmlns:m="http://schemas.openxmlformats.org/officeDocument/2006/math">
                    <m:oMath>
                      <m:sSub>
                        <m:sSubPr>
                          <m:ctrlPr>
                            <a:rPr lang="de-DE" sz="2400" b="0" i="1" smtClean="0">
                              <a:latin typeface="Cambria Math" panose="02040503050406030204" pitchFamily="18" charset="0"/>
                            </a:rPr>
                          </m:ctrlPr>
                        </m:sSubPr>
                        <m:e>
                          <m:r>
                            <m:rPr>
                              <m:sty m:val="p"/>
                            </m:rPr>
                            <a:rPr lang="de-DE" sz="2400" b="0" i="1" smtClean="0">
                              <a:latin typeface="Cambria Math" panose="02040503050406030204" pitchFamily="18" charset="0"/>
                            </a:rPr>
                            <m:t>m</m:t>
                          </m:r>
                        </m:e>
                        <m:sub>
                          <m:r>
                            <a:rPr lang="de-DE" sz="2400" b="0" i="1" smtClean="0">
                              <a:latin typeface="Cambria Math" panose="02040503050406030204" pitchFamily="18" charset="0"/>
                            </a:rPr>
                            <m:t>2</m:t>
                          </m:r>
                        </m:sub>
                      </m:sSub>
                    </m:oMath>
                  </m:oMathPara>
                </a14:m>
                <a:endParaRPr lang="en-US" sz="2400" dirty="0"/>
              </a:p>
            </p:txBody>
          </p:sp>
        </mc:Choice>
        <mc:Fallback xmlns="">
          <p:sp>
            <p:nvSpPr>
              <p:cNvPr id="91" name="TextBox 90">
                <a:extLst>
                  <a:ext uri="{FF2B5EF4-FFF2-40B4-BE49-F238E27FC236}">
                    <a16:creationId xmlns:a16="http://schemas.microsoft.com/office/drawing/2014/main" id="{B8314CC1-597F-038F-9F80-BAD2981751F7}"/>
                  </a:ext>
                </a:extLst>
              </p:cNvPr>
              <p:cNvSpPr txBox="1">
                <a:spLocks noRot="1" noChangeAspect="1" noMove="1" noResize="1" noEditPoints="1" noAdjustHandles="1" noChangeArrowheads="1" noChangeShapeType="1" noTextEdit="1"/>
              </p:cNvSpPr>
              <p:nvPr/>
            </p:nvSpPr>
            <p:spPr>
              <a:xfrm>
                <a:off x="5697765" y="2916169"/>
                <a:ext cx="461601" cy="369332"/>
              </a:xfrm>
              <a:prstGeom prst="rect">
                <a:avLst/>
              </a:prstGeom>
              <a:blipFill>
                <a:blip r:embed="rId20"/>
                <a:stretch>
                  <a:fillRect l="-10667" r="-6667" b="-1147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2" name="TextBox 91">
                <a:extLst>
                  <a:ext uri="{FF2B5EF4-FFF2-40B4-BE49-F238E27FC236}">
                    <a16:creationId xmlns:a16="http://schemas.microsoft.com/office/drawing/2014/main" id="{5341FED0-CC37-22D7-5EA1-B906EDBB8948}"/>
                  </a:ext>
                </a:extLst>
              </p:cNvPr>
              <p:cNvSpPr txBox="1"/>
              <p:nvPr/>
            </p:nvSpPr>
            <p:spPr>
              <a:xfrm>
                <a:off x="5697765" y="3320649"/>
                <a:ext cx="464807" cy="369332"/>
              </a:xfrm>
              <a:prstGeom prst="rect">
                <a:avLst/>
              </a:prstGeom>
              <a:noFill/>
            </p:spPr>
            <p:txBody>
              <a:bodyPr wrap="none" lIns="0" tIns="0" rIns="0" bIns="0" rtlCol="0">
                <a:spAutoFit/>
              </a:bodyPr>
              <a:lstStyle/>
              <a:p>
                <a:pPr/>
                <a14:m>
                  <m:oMathPara xmlns:m="http://schemas.openxmlformats.org/officeDocument/2006/math">
                    <m:oMath>
                      <m:sSub>
                        <m:sSubPr>
                          <m:ctrlPr>
                            <a:rPr lang="de-DE" sz="2400" b="0" i="1" smtClean="0">
                              <a:solidFill>
                                <a:schemeClr val="tx1"/>
                              </a:solidFill>
                              <a:latin typeface="Cambria Math" panose="02040503050406030204" pitchFamily="18" charset="0"/>
                            </a:rPr>
                          </m:ctrlPr>
                        </m:sSubPr>
                        <m:e>
                          <m:r>
                            <m:rPr>
                              <m:sty m:val="p"/>
                            </m:rPr>
                            <a:rPr lang="de-DE" sz="2400" b="0" i="1" smtClean="0">
                              <a:solidFill>
                                <a:schemeClr val="tx1"/>
                              </a:solidFill>
                              <a:latin typeface="Cambria Math" panose="02040503050406030204" pitchFamily="18" charset="0"/>
                            </a:rPr>
                            <m:t>m</m:t>
                          </m:r>
                        </m:e>
                        <m:sub>
                          <m:r>
                            <a:rPr lang="de-DE" sz="2400" b="0" i="1" smtClean="0">
                              <a:solidFill>
                                <a:schemeClr val="tx1"/>
                              </a:solidFill>
                              <a:latin typeface="Cambria Math" panose="02040503050406030204" pitchFamily="18" charset="0"/>
                            </a:rPr>
                            <m:t>3</m:t>
                          </m:r>
                        </m:sub>
                      </m:sSub>
                    </m:oMath>
                  </m:oMathPara>
                </a14:m>
                <a:endParaRPr lang="en-US" sz="2400" dirty="0"/>
              </a:p>
            </p:txBody>
          </p:sp>
        </mc:Choice>
        <mc:Fallback xmlns="">
          <p:sp>
            <p:nvSpPr>
              <p:cNvPr id="92" name="TextBox 91">
                <a:extLst>
                  <a:ext uri="{FF2B5EF4-FFF2-40B4-BE49-F238E27FC236}">
                    <a16:creationId xmlns:a16="http://schemas.microsoft.com/office/drawing/2014/main" id="{5341FED0-CC37-22D7-5EA1-B906EDBB8948}"/>
                  </a:ext>
                </a:extLst>
              </p:cNvPr>
              <p:cNvSpPr txBox="1">
                <a:spLocks noRot="1" noChangeAspect="1" noMove="1" noResize="1" noEditPoints="1" noAdjustHandles="1" noChangeArrowheads="1" noChangeShapeType="1" noTextEdit="1"/>
              </p:cNvSpPr>
              <p:nvPr/>
            </p:nvSpPr>
            <p:spPr>
              <a:xfrm>
                <a:off x="5697765" y="3320649"/>
                <a:ext cx="464807" cy="369332"/>
              </a:xfrm>
              <a:prstGeom prst="rect">
                <a:avLst/>
              </a:prstGeom>
              <a:blipFill>
                <a:blip r:embed="rId21"/>
                <a:stretch>
                  <a:fillRect l="-9211" r="-6579" b="-1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3" name="TextBox 92">
                <a:extLst>
                  <a:ext uri="{FF2B5EF4-FFF2-40B4-BE49-F238E27FC236}">
                    <a16:creationId xmlns:a16="http://schemas.microsoft.com/office/drawing/2014/main" id="{43F8AA16-BF44-438A-B2EB-52C9AC724E79}"/>
                  </a:ext>
                </a:extLst>
              </p:cNvPr>
              <p:cNvSpPr txBox="1"/>
              <p:nvPr/>
            </p:nvSpPr>
            <p:spPr>
              <a:xfrm>
                <a:off x="5697765" y="3725129"/>
                <a:ext cx="464807" cy="369332"/>
              </a:xfrm>
              <a:prstGeom prst="rect">
                <a:avLst/>
              </a:prstGeom>
              <a:noFill/>
            </p:spPr>
            <p:txBody>
              <a:bodyPr wrap="none" lIns="0" tIns="0" rIns="0" bIns="0" rtlCol="0">
                <a:spAutoFit/>
              </a:bodyPr>
              <a:lstStyle/>
              <a:p>
                <a:pPr/>
                <a14:m>
                  <m:oMathPara xmlns:m="http://schemas.openxmlformats.org/officeDocument/2006/math">
                    <m:oMath>
                      <m:sSub>
                        <m:sSubPr>
                          <m:ctrlPr>
                            <a:rPr lang="de-DE" sz="2400" b="0" i="1" smtClean="0">
                              <a:solidFill>
                                <a:srgbClr val="C00000"/>
                              </a:solidFill>
                              <a:latin typeface="Cambria Math" panose="02040503050406030204" pitchFamily="18" charset="0"/>
                            </a:rPr>
                          </m:ctrlPr>
                        </m:sSubPr>
                        <m:e>
                          <m:r>
                            <m:rPr>
                              <m:sty m:val="p"/>
                            </m:rPr>
                            <a:rPr lang="de-DE" sz="2400" b="0" i="1" smtClean="0">
                              <a:solidFill>
                                <a:srgbClr val="C00000"/>
                              </a:solidFill>
                              <a:latin typeface="Cambria Math" panose="02040503050406030204" pitchFamily="18" charset="0"/>
                            </a:rPr>
                            <m:t>m</m:t>
                          </m:r>
                        </m:e>
                        <m:sub>
                          <m:r>
                            <m:rPr>
                              <m:sty m:val="p"/>
                            </m:rPr>
                            <a:rPr lang="de-DE" sz="2400" b="0" i="1" smtClean="0">
                              <a:solidFill>
                                <a:srgbClr val="C00000"/>
                              </a:solidFill>
                              <a:latin typeface="Cambria Math" panose="02040503050406030204" pitchFamily="18" charset="0"/>
                            </a:rPr>
                            <m:t>F</m:t>
                          </m:r>
                        </m:sub>
                      </m:sSub>
                    </m:oMath>
                  </m:oMathPara>
                </a14:m>
                <a:endParaRPr lang="en-US" sz="2400" dirty="0"/>
              </a:p>
            </p:txBody>
          </p:sp>
        </mc:Choice>
        <mc:Fallback xmlns="">
          <p:sp>
            <p:nvSpPr>
              <p:cNvPr id="93" name="TextBox 92">
                <a:extLst>
                  <a:ext uri="{FF2B5EF4-FFF2-40B4-BE49-F238E27FC236}">
                    <a16:creationId xmlns:a16="http://schemas.microsoft.com/office/drawing/2014/main" id="{43F8AA16-BF44-438A-B2EB-52C9AC724E79}"/>
                  </a:ext>
                </a:extLst>
              </p:cNvPr>
              <p:cNvSpPr txBox="1">
                <a:spLocks noRot="1" noChangeAspect="1" noMove="1" noResize="1" noEditPoints="1" noAdjustHandles="1" noChangeArrowheads="1" noChangeShapeType="1" noTextEdit="1"/>
              </p:cNvSpPr>
              <p:nvPr/>
            </p:nvSpPr>
            <p:spPr>
              <a:xfrm>
                <a:off x="5697765" y="3725129"/>
                <a:ext cx="464807" cy="369332"/>
              </a:xfrm>
              <a:prstGeom prst="rect">
                <a:avLst/>
              </a:prstGeom>
              <a:blipFill>
                <a:blip r:embed="rId22"/>
                <a:stretch>
                  <a:fillRect l="-10526" r="-7895" b="-1311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4" name="TextBox 93">
                <a:extLst>
                  <a:ext uri="{FF2B5EF4-FFF2-40B4-BE49-F238E27FC236}">
                    <a16:creationId xmlns:a16="http://schemas.microsoft.com/office/drawing/2014/main" id="{2DD281D7-8A37-74EB-BAA2-C733C9F491FF}"/>
                  </a:ext>
                </a:extLst>
              </p:cNvPr>
              <p:cNvSpPr txBox="1"/>
              <p:nvPr/>
            </p:nvSpPr>
            <p:spPr>
              <a:xfrm>
                <a:off x="5697765" y="4129610"/>
                <a:ext cx="458395" cy="369332"/>
              </a:xfrm>
              <a:prstGeom prst="rect">
                <a:avLst/>
              </a:prstGeom>
              <a:noFill/>
            </p:spPr>
            <p:txBody>
              <a:bodyPr wrap="none" lIns="0" tIns="0" rIns="0" bIns="0" rtlCol="0">
                <a:spAutoFit/>
              </a:bodyPr>
              <a:lstStyle/>
              <a:p>
                <a:pPr/>
                <a14:m>
                  <m:oMathPara xmlns:m="http://schemas.openxmlformats.org/officeDocument/2006/math">
                    <m:oMath>
                      <m:sSub>
                        <m:sSubPr>
                          <m:ctrlPr>
                            <a:rPr lang="de-DE" sz="2400" b="0" i="1" smtClean="0">
                              <a:solidFill>
                                <a:srgbClr val="C00000"/>
                              </a:solidFill>
                              <a:latin typeface="Cambria Math" panose="02040503050406030204" pitchFamily="18" charset="0"/>
                            </a:rPr>
                          </m:ctrlPr>
                        </m:sSubPr>
                        <m:e>
                          <m:r>
                            <m:rPr>
                              <m:sty m:val="p"/>
                            </m:rPr>
                            <a:rPr lang="de-DE" sz="2400" b="0" i="1" smtClean="0">
                              <a:solidFill>
                                <a:srgbClr val="C00000"/>
                              </a:solidFill>
                              <a:latin typeface="Cambria Math" panose="02040503050406030204" pitchFamily="18" charset="0"/>
                            </a:rPr>
                            <m:t>m</m:t>
                          </m:r>
                        </m:e>
                        <m:sub>
                          <m:r>
                            <m:rPr>
                              <m:sty m:val="p"/>
                            </m:rPr>
                            <a:rPr lang="de-DE" sz="2400" b="0" i="1" smtClean="0">
                              <a:solidFill>
                                <a:srgbClr val="C00000"/>
                              </a:solidFill>
                              <a:latin typeface="Cambria Math" panose="02040503050406030204" pitchFamily="18" charset="0"/>
                            </a:rPr>
                            <m:t>S</m:t>
                          </m:r>
                        </m:sub>
                      </m:sSub>
                    </m:oMath>
                  </m:oMathPara>
                </a14:m>
                <a:endParaRPr lang="en-US" sz="2400" dirty="0"/>
              </a:p>
            </p:txBody>
          </p:sp>
        </mc:Choice>
        <mc:Fallback xmlns="">
          <p:sp>
            <p:nvSpPr>
              <p:cNvPr id="94" name="TextBox 93">
                <a:extLst>
                  <a:ext uri="{FF2B5EF4-FFF2-40B4-BE49-F238E27FC236}">
                    <a16:creationId xmlns:a16="http://schemas.microsoft.com/office/drawing/2014/main" id="{2DD281D7-8A37-74EB-BAA2-C733C9F491FF}"/>
                  </a:ext>
                </a:extLst>
              </p:cNvPr>
              <p:cNvSpPr txBox="1">
                <a:spLocks noRot="1" noChangeAspect="1" noMove="1" noResize="1" noEditPoints="1" noAdjustHandles="1" noChangeArrowheads="1" noChangeShapeType="1" noTextEdit="1"/>
              </p:cNvSpPr>
              <p:nvPr/>
            </p:nvSpPr>
            <p:spPr>
              <a:xfrm>
                <a:off x="5697765" y="4129610"/>
                <a:ext cx="458395" cy="369332"/>
              </a:xfrm>
              <a:prstGeom prst="rect">
                <a:avLst/>
              </a:prstGeom>
              <a:blipFill>
                <a:blip r:embed="rId23"/>
                <a:stretch>
                  <a:fillRect l="-10667" r="-8000" b="-13115"/>
                </a:stretch>
              </a:blipFill>
            </p:spPr>
            <p:txBody>
              <a:bodyPr/>
              <a:lstStyle/>
              <a:p>
                <a:r>
                  <a:rPr lang="en-US">
                    <a:noFill/>
                  </a:rPr>
                  <a:t> </a:t>
                </a:r>
              </a:p>
            </p:txBody>
          </p:sp>
        </mc:Fallback>
      </mc:AlternateContent>
      <p:sp>
        <p:nvSpPr>
          <p:cNvPr id="95" name="Rectangle: Rounded Corners 94">
            <a:extLst>
              <a:ext uri="{FF2B5EF4-FFF2-40B4-BE49-F238E27FC236}">
                <a16:creationId xmlns:a16="http://schemas.microsoft.com/office/drawing/2014/main" id="{F3B27475-FECD-FC63-43AA-49E767B9A211}"/>
              </a:ext>
            </a:extLst>
          </p:cNvPr>
          <p:cNvSpPr/>
          <p:nvPr/>
        </p:nvSpPr>
        <p:spPr>
          <a:xfrm>
            <a:off x="6862246" y="1633973"/>
            <a:ext cx="762109" cy="2923973"/>
          </a:xfrm>
          <a:prstGeom prst="roundRect">
            <a:avLst>
              <a:gd name="adj" fmla="val 12604"/>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Rectangle: Rounded Corners 95">
            <a:extLst>
              <a:ext uri="{FF2B5EF4-FFF2-40B4-BE49-F238E27FC236}">
                <a16:creationId xmlns:a16="http://schemas.microsoft.com/office/drawing/2014/main" id="{5C210406-E058-FF88-7D3E-0EE04C84373D}"/>
              </a:ext>
            </a:extLst>
          </p:cNvPr>
          <p:cNvSpPr/>
          <p:nvPr/>
        </p:nvSpPr>
        <p:spPr>
          <a:xfrm>
            <a:off x="5575639" y="2515521"/>
            <a:ext cx="2048716" cy="409994"/>
          </a:xfrm>
          <a:prstGeom prst="roundRect">
            <a:avLst>
              <a:gd name="adj" fmla="val 22563"/>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97" name="TextBox 96">
                <a:extLst>
                  <a:ext uri="{FF2B5EF4-FFF2-40B4-BE49-F238E27FC236}">
                    <a16:creationId xmlns:a16="http://schemas.microsoft.com/office/drawing/2014/main" id="{1F3146BB-5F7F-A207-5E01-237E83765CAE}"/>
                  </a:ext>
                </a:extLst>
              </p:cNvPr>
              <p:cNvSpPr txBox="1"/>
              <p:nvPr/>
            </p:nvSpPr>
            <p:spPr>
              <a:xfrm>
                <a:off x="7052754" y="3726610"/>
                <a:ext cx="341440" cy="430887"/>
              </a:xfrm>
              <a:prstGeom prst="rect">
                <a:avLst/>
              </a:prstGeom>
              <a:noFill/>
            </p:spPr>
            <p:txBody>
              <a:bodyPr wrap="none" lIns="0" tIns="0" rIns="0" bIns="0" rtlCol="0">
                <a:spAutoFit/>
              </a:bodyPr>
              <a:lstStyle/>
              <a:p>
                <a:pPr/>
                <a14:m>
                  <m:oMathPara xmlns:m="http://schemas.openxmlformats.org/officeDocument/2006/math">
                    <m:oMath>
                      <m:r>
                        <a:rPr lang="en-US" sz="2800" b="1" i="1" smtClean="0">
                          <a:latin typeface="Cambria Math" panose="02040503050406030204" pitchFamily="18" charset="0"/>
                          <a:ea typeface="Cambria Math" panose="02040503050406030204" pitchFamily="18" charset="0"/>
                        </a:rPr>
                        <m:t>−</m:t>
                      </m:r>
                    </m:oMath>
                  </m:oMathPara>
                </a14:m>
                <a:endParaRPr lang="en-US" sz="2800" b="1" dirty="0"/>
              </a:p>
            </p:txBody>
          </p:sp>
        </mc:Choice>
        <mc:Fallback xmlns="">
          <p:sp>
            <p:nvSpPr>
              <p:cNvPr id="97" name="TextBox 96">
                <a:extLst>
                  <a:ext uri="{FF2B5EF4-FFF2-40B4-BE49-F238E27FC236}">
                    <a16:creationId xmlns:a16="http://schemas.microsoft.com/office/drawing/2014/main" id="{1F3146BB-5F7F-A207-5E01-237E83765CAE}"/>
                  </a:ext>
                </a:extLst>
              </p:cNvPr>
              <p:cNvSpPr txBox="1">
                <a:spLocks noRot="1" noChangeAspect="1" noMove="1" noResize="1" noEditPoints="1" noAdjustHandles="1" noChangeArrowheads="1" noChangeShapeType="1" noTextEdit="1"/>
              </p:cNvSpPr>
              <p:nvPr/>
            </p:nvSpPr>
            <p:spPr>
              <a:xfrm>
                <a:off x="7052754" y="3726610"/>
                <a:ext cx="341440" cy="430887"/>
              </a:xfrm>
              <a:prstGeom prst="rect">
                <a:avLst/>
              </a:prstGeom>
              <a:blipFill>
                <a:blip r:embed="rId2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8" name="TextBox 97">
                <a:extLst>
                  <a:ext uri="{FF2B5EF4-FFF2-40B4-BE49-F238E27FC236}">
                    <a16:creationId xmlns:a16="http://schemas.microsoft.com/office/drawing/2014/main" id="{B961DF77-F5E3-A552-8ACF-63C666760398}"/>
                  </a:ext>
                </a:extLst>
              </p:cNvPr>
              <p:cNvSpPr txBox="1"/>
              <p:nvPr/>
            </p:nvSpPr>
            <p:spPr>
              <a:xfrm>
                <a:off x="7054635" y="2494628"/>
                <a:ext cx="341440" cy="430887"/>
              </a:xfrm>
              <a:prstGeom prst="rect">
                <a:avLst/>
              </a:prstGeom>
              <a:noFill/>
            </p:spPr>
            <p:txBody>
              <a:bodyPr wrap="none" lIns="0" tIns="0" rIns="0" bIns="0" rtlCol="0">
                <a:spAutoFit/>
              </a:bodyPr>
              <a:lstStyle/>
              <a:p>
                <a:pPr/>
                <a14:m>
                  <m:oMathPara xmlns:m="http://schemas.openxmlformats.org/officeDocument/2006/math">
                    <m:oMath>
                      <m:r>
                        <a:rPr lang="de-DE" sz="2800" b="1" i="0" smtClean="0">
                          <a:latin typeface="Cambria Math" panose="02040503050406030204" pitchFamily="18" charset="0"/>
                          <a:ea typeface="Cambria Math" panose="02040503050406030204" pitchFamily="18" charset="0"/>
                        </a:rPr>
                        <m:t>+</m:t>
                      </m:r>
                    </m:oMath>
                  </m:oMathPara>
                </a14:m>
                <a:endParaRPr lang="en-US" sz="2800" b="1" dirty="0"/>
              </a:p>
            </p:txBody>
          </p:sp>
        </mc:Choice>
        <mc:Fallback xmlns="">
          <p:sp>
            <p:nvSpPr>
              <p:cNvPr id="98" name="TextBox 97">
                <a:extLst>
                  <a:ext uri="{FF2B5EF4-FFF2-40B4-BE49-F238E27FC236}">
                    <a16:creationId xmlns:a16="http://schemas.microsoft.com/office/drawing/2014/main" id="{B961DF77-F5E3-A552-8ACF-63C666760398}"/>
                  </a:ext>
                </a:extLst>
              </p:cNvPr>
              <p:cNvSpPr txBox="1">
                <a:spLocks noRot="1" noChangeAspect="1" noMove="1" noResize="1" noEditPoints="1" noAdjustHandles="1" noChangeArrowheads="1" noChangeShapeType="1" noTextEdit="1"/>
              </p:cNvSpPr>
              <p:nvPr/>
            </p:nvSpPr>
            <p:spPr>
              <a:xfrm>
                <a:off x="7054635" y="2494628"/>
                <a:ext cx="341440" cy="430887"/>
              </a:xfrm>
              <a:prstGeom prst="rect">
                <a:avLst/>
              </a:prstGeom>
              <a:blipFill>
                <a:blip r:embed="rId2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9" name="TextBox 98">
                <a:extLst>
                  <a:ext uri="{FF2B5EF4-FFF2-40B4-BE49-F238E27FC236}">
                    <a16:creationId xmlns:a16="http://schemas.microsoft.com/office/drawing/2014/main" id="{C6C2DF41-DF19-3474-5827-48A13D66BA44}"/>
                  </a:ext>
                </a:extLst>
              </p:cNvPr>
              <p:cNvSpPr txBox="1"/>
              <p:nvPr/>
            </p:nvSpPr>
            <p:spPr>
              <a:xfrm>
                <a:off x="7052754" y="4150223"/>
                <a:ext cx="341440" cy="430887"/>
              </a:xfrm>
              <a:prstGeom prst="rect">
                <a:avLst/>
              </a:prstGeom>
              <a:noFill/>
            </p:spPr>
            <p:txBody>
              <a:bodyPr wrap="none" lIns="0" tIns="0" rIns="0" bIns="0" rtlCol="0">
                <a:spAutoFit/>
              </a:bodyPr>
              <a:lstStyle/>
              <a:p>
                <a:pPr/>
                <a14:m>
                  <m:oMathPara xmlns:m="http://schemas.openxmlformats.org/officeDocument/2006/math">
                    <m:oMath>
                      <m:r>
                        <a:rPr lang="en-US" sz="2800" b="1" i="1" smtClean="0">
                          <a:latin typeface="Cambria Math" panose="02040503050406030204" pitchFamily="18" charset="0"/>
                          <a:ea typeface="Cambria Math" panose="02040503050406030204" pitchFamily="18" charset="0"/>
                        </a:rPr>
                        <m:t>−</m:t>
                      </m:r>
                    </m:oMath>
                  </m:oMathPara>
                </a14:m>
                <a:endParaRPr lang="en-US" sz="2800" b="1" dirty="0"/>
              </a:p>
            </p:txBody>
          </p:sp>
        </mc:Choice>
        <mc:Fallback xmlns="">
          <p:sp>
            <p:nvSpPr>
              <p:cNvPr id="99" name="TextBox 98">
                <a:extLst>
                  <a:ext uri="{FF2B5EF4-FFF2-40B4-BE49-F238E27FC236}">
                    <a16:creationId xmlns:a16="http://schemas.microsoft.com/office/drawing/2014/main" id="{C6C2DF41-DF19-3474-5827-48A13D66BA44}"/>
                  </a:ext>
                </a:extLst>
              </p:cNvPr>
              <p:cNvSpPr txBox="1">
                <a:spLocks noRot="1" noChangeAspect="1" noMove="1" noResize="1" noEditPoints="1" noAdjustHandles="1" noChangeArrowheads="1" noChangeShapeType="1" noTextEdit="1"/>
              </p:cNvSpPr>
              <p:nvPr/>
            </p:nvSpPr>
            <p:spPr>
              <a:xfrm>
                <a:off x="7052754" y="4150223"/>
                <a:ext cx="341440" cy="430887"/>
              </a:xfrm>
              <a:prstGeom prst="rect">
                <a:avLst/>
              </a:prstGeom>
              <a:blipFill>
                <a:blip r:embed="rId2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4" name="TextBox 103">
                <a:extLst>
                  <a:ext uri="{FF2B5EF4-FFF2-40B4-BE49-F238E27FC236}">
                    <a16:creationId xmlns:a16="http://schemas.microsoft.com/office/drawing/2014/main" id="{59E037E2-D943-9437-AD46-424B872765BF}"/>
                  </a:ext>
                </a:extLst>
              </p:cNvPr>
              <p:cNvSpPr txBox="1"/>
              <p:nvPr/>
            </p:nvSpPr>
            <p:spPr>
              <a:xfrm>
                <a:off x="5684090" y="2042576"/>
                <a:ext cx="461600" cy="369332"/>
              </a:xfrm>
              <a:prstGeom prst="rect">
                <a:avLst/>
              </a:prstGeom>
              <a:noFill/>
            </p:spPr>
            <p:txBody>
              <a:bodyPr wrap="none" lIns="0" tIns="0" rIns="0" bIns="0" rtlCol="0">
                <a:spAutoFit/>
              </a:bodyPr>
              <a:lstStyle/>
              <a:p>
                <a:pPr/>
                <a14:m>
                  <m:oMathPara xmlns:m="http://schemas.openxmlformats.org/officeDocument/2006/math">
                    <m:oMath>
                      <m:sSub>
                        <m:sSubPr>
                          <m:ctrlPr>
                            <a:rPr lang="de-DE" sz="2400" b="0" i="1" smtClean="0">
                              <a:solidFill>
                                <a:schemeClr val="tx1"/>
                              </a:solidFill>
                              <a:latin typeface="Cambria Math" panose="02040503050406030204" pitchFamily="18" charset="0"/>
                            </a:rPr>
                          </m:ctrlPr>
                        </m:sSubPr>
                        <m:e>
                          <m:r>
                            <m:rPr>
                              <m:sty m:val="p"/>
                            </m:rPr>
                            <a:rPr lang="de-DE" sz="2400" b="0" i="1" smtClean="0">
                              <a:solidFill>
                                <a:schemeClr val="tx1"/>
                              </a:solidFill>
                              <a:latin typeface="Cambria Math" panose="02040503050406030204" pitchFamily="18" charset="0"/>
                            </a:rPr>
                            <m:t>m</m:t>
                          </m:r>
                        </m:e>
                        <m:sub>
                          <m:r>
                            <a:rPr lang="de-DE" sz="2400" b="0" i="1" smtClean="0">
                              <a:solidFill>
                                <a:schemeClr val="tx1"/>
                              </a:solidFill>
                              <a:latin typeface="Cambria Math" panose="02040503050406030204" pitchFamily="18" charset="0"/>
                            </a:rPr>
                            <m:t>0</m:t>
                          </m:r>
                        </m:sub>
                      </m:sSub>
                    </m:oMath>
                  </m:oMathPara>
                </a14:m>
                <a:endParaRPr lang="en-US" sz="2400" dirty="0">
                  <a:solidFill>
                    <a:schemeClr val="tx1"/>
                  </a:solidFill>
                </a:endParaRPr>
              </a:p>
            </p:txBody>
          </p:sp>
        </mc:Choice>
        <mc:Fallback xmlns="">
          <p:sp>
            <p:nvSpPr>
              <p:cNvPr id="104" name="TextBox 103">
                <a:extLst>
                  <a:ext uri="{FF2B5EF4-FFF2-40B4-BE49-F238E27FC236}">
                    <a16:creationId xmlns:a16="http://schemas.microsoft.com/office/drawing/2014/main" id="{59E037E2-D943-9437-AD46-424B872765BF}"/>
                  </a:ext>
                </a:extLst>
              </p:cNvPr>
              <p:cNvSpPr txBox="1">
                <a:spLocks noRot="1" noChangeAspect="1" noMove="1" noResize="1" noEditPoints="1" noAdjustHandles="1" noChangeArrowheads="1" noChangeShapeType="1" noTextEdit="1"/>
              </p:cNvSpPr>
              <p:nvPr/>
            </p:nvSpPr>
            <p:spPr>
              <a:xfrm>
                <a:off x="5684090" y="2042576"/>
                <a:ext cx="461600" cy="369332"/>
              </a:xfrm>
              <a:prstGeom prst="rect">
                <a:avLst/>
              </a:prstGeom>
              <a:blipFill>
                <a:blip r:embed="rId27"/>
                <a:stretch>
                  <a:fillRect l="-9211" r="-5263" b="-11475"/>
                </a:stretch>
              </a:blipFill>
            </p:spPr>
            <p:txBody>
              <a:bodyPr/>
              <a:lstStyle/>
              <a:p>
                <a:r>
                  <a:rPr lang="en-US">
                    <a:noFill/>
                  </a:rPr>
                  <a:t> </a:t>
                </a:r>
              </a:p>
            </p:txBody>
          </p:sp>
        </mc:Fallback>
      </mc:AlternateContent>
    </p:spTree>
    <p:extLst>
      <p:ext uri="{BB962C8B-B14F-4D97-AF65-F5344CB8AC3E}">
        <p14:creationId xmlns:p14="http://schemas.microsoft.com/office/powerpoint/2010/main" val="9378791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D8C921A-0C75-893B-29C3-D2588F176D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677485-5D44-A011-8B95-552459C1F3C1}"/>
              </a:ext>
            </a:extLst>
          </p:cNvPr>
          <p:cNvSpPr>
            <a:spLocks noGrp="1"/>
          </p:cNvSpPr>
          <p:nvPr>
            <p:ph type="title"/>
          </p:nvPr>
        </p:nvSpPr>
        <p:spPr>
          <a:xfrm>
            <a:off x="129539" y="170815"/>
            <a:ext cx="7173785" cy="720725"/>
          </a:xfrm>
        </p:spPr>
        <p:txBody>
          <a:bodyPr>
            <a:normAutofit/>
          </a:bodyPr>
          <a:lstStyle/>
          <a:p>
            <a:r>
              <a:rPr lang="de-DE" sz="3600" dirty="0"/>
              <a:t>Mapping a 2-neuron NN</a:t>
            </a:r>
            <a:endParaRPr lang="en-US" sz="3600" dirty="0"/>
          </a:p>
        </p:txBody>
      </p:sp>
      <p:sp>
        <p:nvSpPr>
          <p:cNvPr id="17" name="Oval 16">
            <a:extLst>
              <a:ext uri="{FF2B5EF4-FFF2-40B4-BE49-F238E27FC236}">
                <a16:creationId xmlns:a16="http://schemas.microsoft.com/office/drawing/2014/main" id="{304658A8-7555-AA35-837D-F676816B9233}"/>
              </a:ext>
            </a:extLst>
          </p:cNvPr>
          <p:cNvSpPr>
            <a:spLocks noChangeAspect="1"/>
          </p:cNvSpPr>
          <p:nvPr/>
        </p:nvSpPr>
        <p:spPr>
          <a:xfrm>
            <a:off x="2113074" y="1441546"/>
            <a:ext cx="482803" cy="48280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C50C994C-FEF4-0C93-04C3-583EBDCB3801}"/>
              </a:ext>
            </a:extLst>
          </p:cNvPr>
          <p:cNvSpPr>
            <a:spLocks noChangeAspect="1"/>
          </p:cNvSpPr>
          <p:nvPr/>
        </p:nvSpPr>
        <p:spPr>
          <a:xfrm>
            <a:off x="2124504" y="3644138"/>
            <a:ext cx="482803" cy="48280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1" name="Straight Arrow Connector 20">
            <a:extLst>
              <a:ext uri="{FF2B5EF4-FFF2-40B4-BE49-F238E27FC236}">
                <a16:creationId xmlns:a16="http://schemas.microsoft.com/office/drawing/2014/main" id="{D0735CED-18CA-0486-2402-5AF48863BF88}"/>
              </a:ext>
            </a:extLst>
          </p:cNvPr>
          <p:cNvCxnSpPr>
            <a:cxnSpLocks/>
            <a:stCxn id="18" idx="6"/>
            <a:endCxn id="50" idx="3"/>
          </p:cNvCxnSpPr>
          <p:nvPr/>
        </p:nvCxnSpPr>
        <p:spPr>
          <a:xfrm flipV="1">
            <a:off x="2607307" y="2945906"/>
            <a:ext cx="949803" cy="939634"/>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FB02FD06-C051-F8B8-5374-0FED0E3C1D57}"/>
              </a:ext>
            </a:extLst>
          </p:cNvPr>
          <p:cNvCxnSpPr>
            <a:cxnSpLocks/>
            <a:stCxn id="17" idx="6"/>
            <a:endCxn id="50" idx="1"/>
          </p:cNvCxnSpPr>
          <p:nvPr/>
        </p:nvCxnSpPr>
        <p:spPr>
          <a:xfrm>
            <a:off x="2595877" y="1682948"/>
            <a:ext cx="961233" cy="921565"/>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3C5973-A913-2500-D1B5-ABF4824B5E18}"/>
                  </a:ext>
                </a:extLst>
              </p:cNvPr>
              <p:cNvSpPr txBox="1"/>
              <p:nvPr/>
            </p:nvSpPr>
            <p:spPr>
              <a:xfrm>
                <a:off x="2704377" y="1556759"/>
                <a:ext cx="1006792" cy="461665"/>
              </a:xfrm>
              <a:prstGeom prst="rect">
                <a:avLst/>
              </a:prstGeom>
              <a:noFill/>
            </p:spPr>
            <p:txBody>
              <a:bodyPr wrap="square">
                <a:spAutoFit/>
              </a:bodyPr>
              <a:lstStyle/>
              <a:p>
                <a:pPr/>
                <a14:m>
                  <m:oMathPara xmlns:m="http://schemas.openxmlformats.org/officeDocument/2006/math">
                    <m:oMath>
                      <m:sSub>
                        <m:sSubPr>
                          <m:ctrlPr>
                            <a:rPr lang="de-DE" sz="2400" b="0" i="0" smtClean="0">
                              <a:solidFill>
                                <a:schemeClr val="tx1"/>
                              </a:solidFill>
                              <a:latin typeface="Cambria Math" panose="02040503050406030204" pitchFamily="18" charset="0"/>
                            </a:rPr>
                          </m:ctrlPr>
                        </m:sSubPr>
                        <m:e>
                          <m:r>
                            <m:rPr>
                              <m:sty m:val="p"/>
                            </m:rPr>
                            <a:rPr lang="de-DE" sz="2400" b="0" i="0" smtClean="0">
                              <a:solidFill>
                                <a:schemeClr val="tx1"/>
                              </a:solidFill>
                              <a:latin typeface="Cambria Math" panose="02040503050406030204" pitchFamily="18" charset="0"/>
                            </a:rPr>
                            <m:t>m</m:t>
                          </m:r>
                        </m:e>
                        <m:sub>
                          <m:r>
                            <m:rPr>
                              <m:sty m:val="p"/>
                            </m:rPr>
                            <a:rPr lang="de-DE" sz="2400" b="0" i="1" smtClean="0">
                              <a:solidFill>
                                <a:schemeClr val="tx1"/>
                              </a:solidFill>
                              <a:latin typeface="Cambria Math" panose="02040503050406030204" pitchFamily="18" charset="0"/>
                            </a:rPr>
                            <m:t>F</m:t>
                          </m:r>
                        </m:sub>
                      </m:sSub>
                    </m:oMath>
                  </m:oMathPara>
                </a14:m>
                <a:endParaRPr lang="en-US" sz="2400" dirty="0">
                  <a:solidFill>
                    <a:schemeClr val="tx1"/>
                  </a:solidFill>
                </a:endParaRPr>
              </a:p>
            </p:txBody>
          </p:sp>
        </mc:Choice>
        <mc:Fallback xmlns="">
          <p:sp>
            <p:nvSpPr>
              <p:cNvPr id="40" name="TextBox 39">
                <a:extLst>
                  <a:ext uri="{FF2B5EF4-FFF2-40B4-BE49-F238E27FC236}">
                    <a16:creationId xmlns:a16="http://schemas.microsoft.com/office/drawing/2014/main" id="{B03C5973-A913-2500-D1B5-ABF4824B5E18}"/>
                  </a:ext>
                </a:extLst>
              </p:cNvPr>
              <p:cNvSpPr txBox="1">
                <a:spLocks noRot="1" noChangeAspect="1" noMove="1" noResize="1" noEditPoints="1" noAdjustHandles="1" noChangeArrowheads="1" noChangeShapeType="1" noTextEdit="1"/>
              </p:cNvSpPr>
              <p:nvPr/>
            </p:nvSpPr>
            <p:spPr>
              <a:xfrm>
                <a:off x="2704377" y="1556759"/>
                <a:ext cx="1006792" cy="461665"/>
              </a:xfrm>
              <a:prstGeom prst="rect">
                <a:avLst/>
              </a:prstGeom>
              <a:blipFill>
                <a:blip r:embed="rId3"/>
                <a:stretch>
                  <a:fillRect b="-13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EE53802-A096-A6A8-C620-252C0C41D7D6}"/>
                  </a:ext>
                </a:extLst>
              </p:cNvPr>
              <p:cNvSpPr txBox="1"/>
              <p:nvPr/>
            </p:nvSpPr>
            <p:spPr>
              <a:xfrm>
                <a:off x="2772963" y="3355534"/>
                <a:ext cx="1006792" cy="461665"/>
              </a:xfrm>
              <a:prstGeom prst="rect">
                <a:avLst/>
              </a:prstGeom>
              <a:noFill/>
            </p:spPr>
            <p:txBody>
              <a:bodyPr wrap="square">
                <a:spAutoFit/>
              </a:bodyPr>
              <a:lstStyle/>
              <a:p>
                <a:pPr/>
                <a14:m>
                  <m:oMathPara xmlns:m="http://schemas.openxmlformats.org/officeDocument/2006/math">
                    <m:oMath>
                      <m:sSub>
                        <m:sSubPr>
                          <m:ctrlPr>
                            <a:rPr lang="de-DE" sz="2400" b="0" i="0" smtClean="0">
                              <a:solidFill>
                                <a:schemeClr val="tx1"/>
                              </a:solidFill>
                              <a:latin typeface="Cambria Math" panose="02040503050406030204" pitchFamily="18" charset="0"/>
                            </a:rPr>
                          </m:ctrlPr>
                        </m:sSubPr>
                        <m:e>
                          <m:r>
                            <m:rPr>
                              <m:sty m:val="p"/>
                            </m:rPr>
                            <a:rPr lang="de-DE" sz="2400" b="0" i="0" smtClean="0">
                              <a:solidFill>
                                <a:schemeClr val="tx1"/>
                              </a:solidFill>
                              <a:latin typeface="Cambria Math" panose="02040503050406030204" pitchFamily="18" charset="0"/>
                            </a:rPr>
                            <m:t>m</m:t>
                          </m:r>
                        </m:e>
                        <m:sub>
                          <m:r>
                            <m:rPr>
                              <m:sty m:val="p"/>
                            </m:rPr>
                            <a:rPr lang="de-DE" sz="2400" b="0" i="1" smtClean="0">
                              <a:solidFill>
                                <a:schemeClr val="tx1"/>
                              </a:solidFill>
                              <a:latin typeface="Cambria Math" panose="02040503050406030204" pitchFamily="18" charset="0"/>
                            </a:rPr>
                            <m:t>S</m:t>
                          </m:r>
                        </m:sub>
                      </m:sSub>
                    </m:oMath>
                  </m:oMathPara>
                </a14:m>
                <a:endParaRPr lang="en-US" sz="2400" dirty="0">
                  <a:solidFill>
                    <a:schemeClr val="tx1"/>
                  </a:solidFill>
                </a:endParaRPr>
              </a:p>
            </p:txBody>
          </p:sp>
        </mc:Choice>
        <mc:Fallback xmlns="">
          <p:sp>
            <p:nvSpPr>
              <p:cNvPr id="3" name="TextBox 2">
                <a:extLst>
                  <a:ext uri="{FF2B5EF4-FFF2-40B4-BE49-F238E27FC236}">
                    <a16:creationId xmlns:a16="http://schemas.microsoft.com/office/drawing/2014/main" id="{CEE53802-A096-A6A8-C620-252C0C41D7D6}"/>
                  </a:ext>
                </a:extLst>
              </p:cNvPr>
              <p:cNvSpPr txBox="1">
                <a:spLocks noRot="1" noChangeAspect="1" noMove="1" noResize="1" noEditPoints="1" noAdjustHandles="1" noChangeArrowheads="1" noChangeShapeType="1" noTextEdit="1"/>
              </p:cNvSpPr>
              <p:nvPr/>
            </p:nvSpPr>
            <p:spPr>
              <a:xfrm>
                <a:off x="2772963" y="3355534"/>
                <a:ext cx="1006792" cy="461665"/>
              </a:xfrm>
              <a:prstGeom prst="rect">
                <a:avLst/>
              </a:prstGeom>
              <a:blipFill>
                <a:blip r:embed="rId4"/>
                <a:stretch>
                  <a:fillRect b="-13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D81AA715-1CC2-1662-993C-DE340D59AB25}"/>
                  </a:ext>
                </a:extLst>
              </p:cNvPr>
              <p:cNvSpPr txBox="1"/>
              <p:nvPr/>
            </p:nvSpPr>
            <p:spPr>
              <a:xfrm>
                <a:off x="650719" y="1515414"/>
                <a:ext cx="1006792" cy="461665"/>
              </a:xfrm>
              <a:prstGeom prst="rect">
                <a:avLst/>
              </a:prstGeom>
              <a:noFill/>
            </p:spPr>
            <p:txBody>
              <a:bodyPr wrap="square">
                <a:spAutoFit/>
              </a:bodyPr>
              <a:lstStyle/>
              <a:p>
                <a:pPr/>
                <a14:m>
                  <m:oMathPara xmlns:m="http://schemas.openxmlformats.org/officeDocument/2006/math">
                    <m:oMath>
                      <m:sSub>
                        <m:sSubPr>
                          <m:ctrlPr>
                            <a:rPr lang="de-DE" sz="2400" b="0" i="0" smtClean="0">
                              <a:solidFill>
                                <a:schemeClr val="tx1"/>
                              </a:solidFill>
                              <a:latin typeface="Cambria Math" panose="02040503050406030204" pitchFamily="18" charset="0"/>
                            </a:rPr>
                          </m:ctrlPr>
                        </m:sSubPr>
                        <m:e>
                          <m:r>
                            <m:rPr>
                              <m:sty m:val="p"/>
                            </m:rPr>
                            <a:rPr lang="de-DE" sz="2400" b="0" i="0" smtClean="0">
                              <a:solidFill>
                                <a:schemeClr val="tx1"/>
                              </a:solidFill>
                              <a:latin typeface="Cambria Math" panose="02040503050406030204" pitchFamily="18" charset="0"/>
                            </a:rPr>
                            <m:t>m</m:t>
                          </m:r>
                        </m:e>
                        <m:sub>
                          <m:r>
                            <a:rPr lang="de-DE" sz="2400" b="0" i="1" smtClean="0">
                              <a:solidFill>
                                <a:schemeClr val="tx1"/>
                              </a:solidFill>
                              <a:latin typeface="Cambria Math" panose="02040503050406030204" pitchFamily="18" charset="0"/>
                            </a:rPr>
                            <m:t>2</m:t>
                          </m:r>
                        </m:sub>
                      </m:sSub>
                    </m:oMath>
                  </m:oMathPara>
                </a14:m>
                <a:endParaRPr lang="en-US" sz="2400" dirty="0">
                  <a:solidFill>
                    <a:schemeClr val="tx1"/>
                  </a:solidFill>
                </a:endParaRPr>
              </a:p>
            </p:txBody>
          </p:sp>
        </mc:Choice>
        <mc:Fallback xmlns="">
          <p:sp>
            <p:nvSpPr>
              <p:cNvPr id="10" name="TextBox 9">
                <a:extLst>
                  <a:ext uri="{FF2B5EF4-FFF2-40B4-BE49-F238E27FC236}">
                    <a16:creationId xmlns:a16="http://schemas.microsoft.com/office/drawing/2014/main" id="{D81AA715-1CC2-1662-993C-DE340D59AB25}"/>
                  </a:ext>
                </a:extLst>
              </p:cNvPr>
              <p:cNvSpPr txBox="1">
                <a:spLocks noRot="1" noChangeAspect="1" noMove="1" noResize="1" noEditPoints="1" noAdjustHandles="1" noChangeArrowheads="1" noChangeShapeType="1" noTextEdit="1"/>
              </p:cNvSpPr>
              <p:nvPr/>
            </p:nvSpPr>
            <p:spPr>
              <a:xfrm>
                <a:off x="650719" y="1515414"/>
                <a:ext cx="1006792" cy="461665"/>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625838A7-F540-1EE9-9234-D82193FE3FCB}"/>
                  </a:ext>
                </a:extLst>
              </p:cNvPr>
              <p:cNvSpPr txBox="1"/>
              <p:nvPr/>
            </p:nvSpPr>
            <p:spPr>
              <a:xfrm>
                <a:off x="691501" y="3359298"/>
                <a:ext cx="1006792" cy="461665"/>
              </a:xfrm>
              <a:prstGeom prst="rect">
                <a:avLst/>
              </a:prstGeom>
              <a:noFill/>
            </p:spPr>
            <p:txBody>
              <a:bodyPr wrap="square">
                <a:spAutoFit/>
              </a:bodyPr>
              <a:lstStyle/>
              <a:p>
                <a:pPr/>
                <a14:m>
                  <m:oMathPara xmlns:m="http://schemas.openxmlformats.org/officeDocument/2006/math">
                    <m:oMath>
                      <m:sSub>
                        <m:sSubPr>
                          <m:ctrlPr>
                            <a:rPr lang="de-DE" sz="2400" b="0" i="0" smtClean="0">
                              <a:solidFill>
                                <a:schemeClr val="tx1"/>
                              </a:solidFill>
                              <a:latin typeface="Cambria Math" panose="02040503050406030204" pitchFamily="18" charset="0"/>
                            </a:rPr>
                          </m:ctrlPr>
                        </m:sSubPr>
                        <m:e>
                          <m:r>
                            <m:rPr>
                              <m:sty m:val="p"/>
                            </m:rPr>
                            <a:rPr lang="de-DE" sz="2400" b="0" i="0" smtClean="0">
                              <a:solidFill>
                                <a:schemeClr val="tx1"/>
                              </a:solidFill>
                              <a:latin typeface="Cambria Math" panose="02040503050406030204" pitchFamily="18" charset="0"/>
                            </a:rPr>
                            <m:t>m</m:t>
                          </m:r>
                        </m:e>
                        <m:sub>
                          <m:r>
                            <a:rPr lang="de-DE" sz="2400" b="0" i="1" smtClean="0">
                              <a:solidFill>
                                <a:schemeClr val="tx1"/>
                              </a:solidFill>
                              <a:latin typeface="Cambria Math" panose="02040503050406030204" pitchFamily="18" charset="0"/>
                            </a:rPr>
                            <m:t>3</m:t>
                          </m:r>
                        </m:sub>
                      </m:sSub>
                    </m:oMath>
                  </m:oMathPara>
                </a14:m>
                <a:endParaRPr lang="en-US" sz="2400" dirty="0">
                  <a:solidFill>
                    <a:schemeClr val="tx1"/>
                  </a:solidFill>
                </a:endParaRPr>
              </a:p>
            </p:txBody>
          </p:sp>
        </mc:Choice>
        <mc:Fallback xmlns="">
          <p:sp>
            <p:nvSpPr>
              <p:cNvPr id="13" name="TextBox 12">
                <a:extLst>
                  <a:ext uri="{FF2B5EF4-FFF2-40B4-BE49-F238E27FC236}">
                    <a16:creationId xmlns:a16="http://schemas.microsoft.com/office/drawing/2014/main" id="{625838A7-F540-1EE9-9234-D82193FE3FCB}"/>
                  </a:ext>
                </a:extLst>
              </p:cNvPr>
              <p:cNvSpPr txBox="1">
                <a:spLocks noRot="1" noChangeAspect="1" noMove="1" noResize="1" noEditPoints="1" noAdjustHandles="1" noChangeArrowheads="1" noChangeShapeType="1" noTextEdit="1"/>
              </p:cNvSpPr>
              <p:nvPr/>
            </p:nvSpPr>
            <p:spPr>
              <a:xfrm>
                <a:off x="691501" y="3359298"/>
                <a:ext cx="1006792" cy="461665"/>
              </a:xfrm>
              <a:prstGeom prst="rect">
                <a:avLst/>
              </a:prstGeom>
              <a:blipFill>
                <a:blip r:embed="rId6"/>
                <a:stretch>
                  <a:fillRect/>
                </a:stretch>
              </a:blipFill>
            </p:spPr>
            <p:txBody>
              <a:bodyPr/>
              <a:lstStyle/>
              <a:p>
                <a:r>
                  <a:rPr lang="en-US">
                    <a:noFill/>
                  </a:rPr>
                  <a:t> </a:t>
                </a:r>
              </a:p>
            </p:txBody>
          </p:sp>
        </mc:Fallback>
      </mc:AlternateContent>
      <p:sp>
        <p:nvSpPr>
          <p:cNvPr id="16" name="Oval 15">
            <a:extLst>
              <a:ext uri="{FF2B5EF4-FFF2-40B4-BE49-F238E27FC236}">
                <a16:creationId xmlns:a16="http://schemas.microsoft.com/office/drawing/2014/main" id="{4FEA876B-C735-69CE-5870-C23F2D05A3CE}"/>
              </a:ext>
            </a:extLst>
          </p:cNvPr>
          <p:cNvSpPr>
            <a:spLocks noChangeAspect="1"/>
          </p:cNvSpPr>
          <p:nvPr/>
        </p:nvSpPr>
        <p:spPr>
          <a:xfrm>
            <a:off x="875780" y="2533808"/>
            <a:ext cx="482803" cy="48280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Arrow Connector 19">
            <a:extLst>
              <a:ext uri="{FF2B5EF4-FFF2-40B4-BE49-F238E27FC236}">
                <a16:creationId xmlns:a16="http://schemas.microsoft.com/office/drawing/2014/main" id="{0E1C2C1B-B0F8-EEA9-6EF9-BFF738835D6C}"/>
              </a:ext>
            </a:extLst>
          </p:cNvPr>
          <p:cNvCxnSpPr>
            <a:cxnSpLocks/>
            <a:stCxn id="16" idx="0"/>
            <a:endCxn id="17" idx="2"/>
          </p:cNvCxnSpPr>
          <p:nvPr/>
        </p:nvCxnSpPr>
        <p:spPr>
          <a:xfrm flipV="1">
            <a:off x="1117182" y="1682948"/>
            <a:ext cx="995892" cy="85086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1F14C2DF-3AA3-75FC-FE02-24EBE5387EBF}"/>
                  </a:ext>
                </a:extLst>
              </p:cNvPr>
              <p:cNvSpPr txBox="1"/>
              <p:nvPr/>
            </p:nvSpPr>
            <p:spPr>
              <a:xfrm>
                <a:off x="135547" y="2302975"/>
                <a:ext cx="642780" cy="461665"/>
              </a:xfrm>
              <a:prstGeom prst="rect">
                <a:avLst/>
              </a:prstGeom>
              <a:noFill/>
            </p:spPr>
            <p:txBody>
              <a:bodyPr wrap="square">
                <a:spAutoFit/>
              </a:bodyPr>
              <a:lstStyle/>
              <a:p>
                <a:pPr/>
                <a14:m>
                  <m:oMathPara xmlns:m="http://schemas.openxmlformats.org/officeDocument/2006/math">
                    <m:oMath>
                      <m:sSub>
                        <m:sSubPr>
                          <m:ctrlPr>
                            <a:rPr lang="de-DE" sz="2400" b="0" i="0" smtClean="0">
                              <a:solidFill>
                                <a:schemeClr val="tx1"/>
                              </a:solidFill>
                              <a:latin typeface="Cambria Math" panose="02040503050406030204" pitchFamily="18" charset="0"/>
                            </a:rPr>
                          </m:ctrlPr>
                        </m:sSubPr>
                        <m:e>
                          <m:r>
                            <m:rPr>
                              <m:sty m:val="p"/>
                            </m:rPr>
                            <a:rPr lang="de-DE" sz="2400" b="0" i="0" smtClean="0">
                              <a:solidFill>
                                <a:schemeClr val="tx1"/>
                              </a:solidFill>
                              <a:latin typeface="Cambria Math" panose="02040503050406030204" pitchFamily="18" charset="0"/>
                            </a:rPr>
                            <m:t>m</m:t>
                          </m:r>
                        </m:e>
                        <m:sub>
                          <m:r>
                            <a:rPr lang="de-DE" sz="2400" b="0" i="1" smtClean="0">
                              <a:solidFill>
                                <a:schemeClr val="tx1"/>
                              </a:solidFill>
                              <a:latin typeface="Cambria Math" panose="02040503050406030204" pitchFamily="18" charset="0"/>
                            </a:rPr>
                            <m:t>0</m:t>
                          </m:r>
                        </m:sub>
                      </m:sSub>
                    </m:oMath>
                  </m:oMathPara>
                </a14:m>
                <a:endParaRPr lang="en-US" sz="2400" dirty="0">
                  <a:solidFill>
                    <a:schemeClr val="tx1"/>
                  </a:solidFill>
                </a:endParaRPr>
              </a:p>
            </p:txBody>
          </p:sp>
        </mc:Choice>
        <mc:Fallback xmlns="">
          <p:sp>
            <p:nvSpPr>
              <p:cNvPr id="30" name="TextBox 29">
                <a:extLst>
                  <a:ext uri="{FF2B5EF4-FFF2-40B4-BE49-F238E27FC236}">
                    <a16:creationId xmlns:a16="http://schemas.microsoft.com/office/drawing/2014/main" id="{1F14C2DF-3AA3-75FC-FE02-24EBE5387EBF}"/>
                  </a:ext>
                </a:extLst>
              </p:cNvPr>
              <p:cNvSpPr txBox="1">
                <a:spLocks noRot="1" noChangeAspect="1" noMove="1" noResize="1" noEditPoints="1" noAdjustHandles="1" noChangeArrowheads="1" noChangeShapeType="1" noTextEdit="1"/>
              </p:cNvSpPr>
              <p:nvPr/>
            </p:nvSpPr>
            <p:spPr>
              <a:xfrm>
                <a:off x="135547" y="2302975"/>
                <a:ext cx="642780" cy="461665"/>
              </a:xfrm>
              <a:prstGeom prst="rect">
                <a:avLst/>
              </a:prstGeom>
              <a:blipFill>
                <a:blip r:embed="rId7"/>
                <a:stretch>
                  <a:fillRect/>
                </a:stretch>
              </a:blipFill>
            </p:spPr>
            <p:txBody>
              <a:bodyPr/>
              <a:lstStyle/>
              <a:p>
                <a:r>
                  <a:rPr lang="en-US">
                    <a:noFill/>
                  </a:rPr>
                  <a:t> </a:t>
                </a:r>
              </a:p>
            </p:txBody>
          </p:sp>
        </mc:Fallback>
      </mc:AlternateContent>
      <p:cxnSp>
        <p:nvCxnSpPr>
          <p:cNvPr id="34" name="Straight Arrow Connector 33">
            <a:extLst>
              <a:ext uri="{FF2B5EF4-FFF2-40B4-BE49-F238E27FC236}">
                <a16:creationId xmlns:a16="http://schemas.microsoft.com/office/drawing/2014/main" id="{02C5464B-263D-B845-0887-61EE1AF6CED9}"/>
              </a:ext>
            </a:extLst>
          </p:cNvPr>
          <p:cNvCxnSpPr>
            <a:cxnSpLocks/>
          </p:cNvCxnSpPr>
          <p:nvPr/>
        </p:nvCxnSpPr>
        <p:spPr>
          <a:xfrm>
            <a:off x="200797" y="2764640"/>
            <a:ext cx="665312" cy="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38" name="Straight Arrow Connector 37">
            <a:extLst>
              <a:ext uri="{FF2B5EF4-FFF2-40B4-BE49-F238E27FC236}">
                <a16:creationId xmlns:a16="http://schemas.microsoft.com/office/drawing/2014/main" id="{D2B3DDE6-5793-0C2B-C67E-4565B847E9EC}"/>
              </a:ext>
            </a:extLst>
          </p:cNvPr>
          <p:cNvCxnSpPr>
            <a:cxnSpLocks/>
            <a:stCxn id="16" idx="4"/>
            <a:endCxn id="18" idx="2"/>
          </p:cNvCxnSpPr>
          <p:nvPr/>
        </p:nvCxnSpPr>
        <p:spPr>
          <a:xfrm>
            <a:off x="1117182" y="3016611"/>
            <a:ext cx="1007322" cy="868929"/>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sp>
        <p:nvSpPr>
          <p:cNvPr id="50" name="Oval 49">
            <a:extLst>
              <a:ext uri="{FF2B5EF4-FFF2-40B4-BE49-F238E27FC236}">
                <a16:creationId xmlns:a16="http://schemas.microsoft.com/office/drawing/2014/main" id="{F2438FE3-76DB-557A-06D4-A7DB3B7999B9}"/>
              </a:ext>
            </a:extLst>
          </p:cNvPr>
          <p:cNvSpPr>
            <a:spLocks noChangeAspect="1"/>
          </p:cNvSpPr>
          <p:nvPr/>
        </p:nvSpPr>
        <p:spPr>
          <a:xfrm>
            <a:off x="3486405" y="2533808"/>
            <a:ext cx="482803" cy="48280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1" name="Straight Arrow Connector 50">
            <a:extLst>
              <a:ext uri="{FF2B5EF4-FFF2-40B4-BE49-F238E27FC236}">
                <a16:creationId xmlns:a16="http://schemas.microsoft.com/office/drawing/2014/main" id="{8C7AAC9E-F756-2A24-000B-FCDB5D429436}"/>
              </a:ext>
            </a:extLst>
          </p:cNvPr>
          <p:cNvCxnSpPr>
            <a:cxnSpLocks/>
          </p:cNvCxnSpPr>
          <p:nvPr/>
        </p:nvCxnSpPr>
        <p:spPr>
          <a:xfrm>
            <a:off x="3969208" y="2775209"/>
            <a:ext cx="665312" cy="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477245C0-BD94-8AE8-DCCF-C02887B96047}"/>
                  </a:ext>
                </a:extLst>
              </p:cNvPr>
              <p:cNvSpPr txBox="1"/>
              <p:nvPr/>
            </p:nvSpPr>
            <p:spPr>
              <a:xfrm>
                <a:off x="3796118" y="2142848"/>
                <a:ext cx="1006792" cy="461665"/>
              </a:xfrm>
              <a:prstGeom prst="rect">
                <a:avLst/>
              </a:prstGeom>
              <a:noFill/>
            </p:spPr>
            <p:txBody>
              <a:bodyPr wrap="square">
                <a:spAutoFit/>
              </a:bodyPr>
              <a:lstStyle/>
              <a:p>
                <a:pPr/>
                <a14:m>
                  <m:oMathPara xmlns:m="http://schemas.openxmlformats.org/officeDocument/2006/math">
                    <m:oMath>
                      <m:sSub>
                        <m:sSubPr>
                          <m:ctrlPr>
                            <a:rPr lang="de-DE" sz="2400" b="0" i="1" smtClean="0">
                              <a:latin typeface="Cambria Math" panose="02040503050406030204" pitchFamily="18" charset="0"/>
                            </a:rPr>
                          </m:ctrlPr>
                        </m:sSubPr>
                        <m:e>
                          <m:r>
                            <m:rPr>
                              <m:sty m:val="p"/>
                            </m:rPr>
                            <a:rPr lang="de-DE" sz="2400" b="0" i="1" smtClean="0">
                              <a:latin typeface="Cambria Math" panose="02040503050406030204" pitchFamily="18" charset="0"/>
                            </a:rPr>
                            <m:t>m</m:t>
                          </m:r>
                        </m:e>
                        <m:sub>
                          <m:r>
                            <a:rPr lang="de-DE" sz="2400" b="0" i="1" smtClean="0">
                              <a:latin typeface="Cambria Math" panose="02040503050406030204" pitchFamily="18" charset="0"/>
                            </a:rPr>
                            <m:t>1</m:t>
                          </m:r>
                        </m:sub>
                      </m:sSub>
                    </m:oMath>
                  </m:oMathPara>
                </a14:m>
                <a:endParaRPr lang="en-US" sz="2400" dirty="0"/>
              </a:p>
            </p:txBody>
          </p:sp>
        </mc:Choice>
        <mc:Fallback xmlns="">
          <p:sp>
            <p:nvSpPr>
              <p:cNvPr id="53" name="TextBox 52">
                <a:extLst>
                  <a:ext uri="{FF2B5EF4-FFF2-40B4-BE49-F238E27FC236}">
                    <a16:creationId xmlns:a16="http://schemas.microsoft.com/office/drawing/2014/main" id="{477245C0-BD94-8AE8-DCCF-C02887B96047}"/>
                  </a:ext>
                </a:extLst>
              </p:cNvPr>
              <p:cNvSpPr txBox="1">
                <a:spLocks noRot="1" noChangeAspect="1" noMove="1" noResize="1" noEditPoints="1" noAdjustHandles="1" noChangeArrowheads="1" noChangeShapeType="1" noTextEdit="1"/>
              </p:cNvSpPr>
              <p:nvPr/>
            </p:nvSpPr>
            <p:spPr>
              <a:xfrm>
                <a:off x="3796118" y="2142848"/>
                <a:ext cx="1006792" cy="461665"/>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0" name="TextBox 69">
                <a:extLst>
                  <a:ext uri="{FF2B5EF4-FFF2-40B4-BE49-F238E27FC236}">
                    <a16:creationId xmlns:a16="http://schemas.microsoft.com/office/drawing/2014/main" id="{8496F9D9-6528-29DA-57A0-7304B6B962C6}"/>
                  </a:ext>
                </a:extLst>
              </p:cNvPr>
              <p:cNvSpPr txBox="1"/>
              <p:nvPr/>
            </p:nvSpPr>
            <p:spPr>
              <a:xfrm>
                <a:off x="3476457" y="2509608"/>
                <a:ext cx="527465" cy="461665"/>
              </a:xfrm>
              <a:prstGeom prst="rect">
                <a:avLst/>
              </a:prstGeom>
              <a:noFill/>
            </p:spPr>
            <p:txBody>
              <a:bodyPr wrap="square">
                <a:spAutoFit/>
              </a:bodyPr>
              <a:lstStyle/>
              <a:p>
                <a:pPr/>
                <a14:m>
                  <m:oMathPara xmlns:m="http://schemas.openxmlformats.org/officeDocument/2006/math">
                    <m:oMath>
                      <m:sSub>
                        <m:sSubPr>
                          <m:ctrlPr>
                            <a:rPr lang="de-DE" sz="2400" b="0" i="1" smtClean="0">
                              <a:solidFill>
                                <a:schemeClr val="bg1"/>
                              </a:solidFill>
                              <a:latin typeface="Cambria Math" panose="02040503050406030204" pitchFamily="18" charset="0"/>
                            </a:rPr>
                          </m:ctrlPr>
                        </m:sSubPr>
                        <m:e>
                          <m:r>
                            <m:rPr>
                              <m:sty m:val="p"/>
                            </m:rPr>
                            <a:rPr lang="de-DE" sz="2400" b="0" i="1" smtClean="0">
                              <a:solidFill>
                                <a:schemeClr val="bg1"/>
                              </a:solidFill>
                              <a:latin typeface="Cambria Math" panose="02040503050406030204" pitchFamily="18" charset="0"/>
                            </a:rPr>
                            <m:t>r</m:t>
                          </m:r>
                        </m:e>
                        <m:sub>
                          <m:r>
                            <m:rPr>
                              <m:sty m:val="p"/>
                            </m:rPr>
                            <a:rPr lang="de-DE" sz="2400" b="0" i="1" smtClean="0">
                              <a:solidFill>
                                <a:schemeClr val="bg1"/>
                              </a:solidFill>
                              <a:latin typeface="Cambria Math" panose="02040503050406030204" pitchFamily="18" charset="0"/>
                            </a:rPr>
                            <m:t>I</m:t>
                          </m:r>
                        </m:sub>
                      </m:sSub>
                    </m:oMath>
                  </m:oMathPara>
                </a14:m>
                <a:endParaRPr lang="en-US" sz="2400" dirty="0">
                  <a:solidFill>
                    <a:schemeClr val="bg1"/>
                  </a:solidFill>
                </a:endParaRPr>
              </a:p>
            </p:txBody>
          </p:sp>
        </mc:Choice>
        <mc:Fallback xmlns="">
          <p:sp>
            <p:nvSpPr>
              <p:cNvPr id="70" name="TextBox 69">
                <a:extLst>
                  <a:ext uri="{FF2B5EF4-FFF2-40B4-BE49-F238E27FC236}">
                    <a16:creationId xmlns:a16="http://schemas.microsoft.com/office/drawing/2014/main" id="{8496F9D9-6528-29DA-57A0-7304B6B962C6}"/>
                  </a:ext>
                </a:extLst>
              </p:cNvPr>
              <p:cNvSpPr txBox="1">
                <a:spLocks noRot="1" noChangeAspect="1" noMove="1" noResize="1" noEditPoints="1" noAdjustHandles="1" noChangeArrowheads="1" noChangeShapeType="1" noTextEdit="1"/>
              </p:cNvSpPr>
              <p:nvPr/>
            </p:nvSpPr>
            <p:spPr>
              <a:xfrm>
                <a:off x="3476457" y="2509608"/>
                <a:ext cx="527465" cy="461665"/>
              </a:xfrm>
              <a:prstGeom prst="rect">
                <a:avLst/>
              </a:prstGeom>
              <a:blipFill>
                <a:blip r:embed="rId9"/>
                <a:stretch>
                  <a:fillRect b="-1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2" name="TextBox 71">
                <a:extLst>
                  <a:ext uri="{FF2B5EF4-FFF2-40B4-BE49-F238E27FC236}">
                    <a16:creationId xmlns:a16="http://schemas.microsoft.com/office/drawing/2014/main" id="{E98BE050-2751-553D-B5AE-9A70F84A9A0E}"/>
                  </a:ext>
                </a:extLst>
              </p:cNvPr>
              <p:cNvSpPr txBox="1"/>
              <p:nvPr/>
            </p:nvSpPr>
            <p:spPr>
              <a:xfrm>
                <a:off x="2036857" y="1403141"/>
                <a:ext cx="656402" cy="461665"/>
              </a:xfrm>
              <a:prstGeom prst="rect">
                <a:avLst/>
              </a:prstGeom>
              <a:noFill/>
            </p:spPr>
            <p:txBody>
              <a:bodyPr wrap="square">
                <a:spAutoFit/>
              </a:bodyPr>
              <a:lstStyle/>
              <a:p>
                <a:pPr/>
                <a14:m>
                  <m:oMathPara xmlns:m="http://schemas.openxmlformats.org/officeDocument/2006/math">
                    <m:oMath>
                      <m:sSub>
                        <m:sSubPr>
                          <m:ctrlPr>
                            <a:rPr lang="de-DE" sz="2400" b="0" i="1" smtClean="0">
                              <a:solidFill>
                                <a:schemeClr val="bg1"/>
                              </a:solidFill>
                              <a:latin typeface="Cambria Math" panose="02040503050406030204" pitchFamily="18" charset="0"/>
                            </a:rPr>
                          </m:ctrlPr>
                        </m:sSubPr>
                        <m:e>
                          <m:r>
                            <m:rPr>
                              <m:sty m:val="p"/>
                            </m:rPr>
                            <a:rPr lang="de-DE" sz="2400" b="0" i="1" smtClean="0">
                              <a:solidFill>
                                <a:schemeClr val="bg1"/>
                              </a:solidFill>
                              <a:latin typeface="Cambria Math" panose="02040503050406030204" pitchFamily="18" charset="0"/>
                            </a:rPr>
                            <m:t>r</m:t>
                          </m:r>
                        </m:e>
                        <m:sub>
                          <m:r>
                            <m:rPr>
                              <m:sty m:val="p"/>
                            </m:rPr>
                            <a:rPr lang="de-DE" sz="2400" b="0" i="1" smtClean="0">
                              <a:solidFill>
                                <a:schemeClr val="bg1"/>
                              </a:solidFill>
                              <a:latin typeface="Cambria Math" panose="02040503050406030204" pitchFamily="18" charset="0"/>
                            </a:rPr>
                            <m:t>F</m:t>
                          </m:r>
                        </m:sub>
                      </m:sSub>
                    </m:oMath>
                  </m:oMathPara>
                </a14:m>
                <a:endParaRPr lang="en-US" sz="2400" dirty="0">
                  <a:solidFill>
                    <a:schemeClr val="bg1"/>
                  </a:solidFill>
                </a:endParaRPr>
              </a:p>
            </p:txBody>
          </p:sp>
        </mc:Choice>
        <mc:Fallback xmlns="">
          <p:sp>
            <p:nvSpPr>
              <p:cNvPr id="72" name="TextBox 71">
                <a:extLst>
                  <a:ext uri="{FF2B5EF4-FFF2-40B4-BE49-F238E27FC236}">
                    <a16:creationId xmlns:a16="http://schemas.microsoft.com/office/drawing/2014/main" id="{E98BE050-2751-553D-B5AE-9A70F84A9A0E}"/>
                  </a:ext>
                </a:extLst>
              </p:cNvPr>
              <p:cNvSpPr txBox="1">
                <a:spLocks noRot="1" noChangeAspect="1" noMove="1" noResize="1" noEditPoints="1" noAdjustHandles="1" noChangeArrowheads="1" noChangeShapeType="1" noTextEdit="1"/>
              </p:cNvSpPr>
              <p:nvPr/>
            </p:nvSpPr>
            <p:spPr>
              <a:xfrm>
                <a:off x="2036857" y="1403141"/>
                <a:ext cx="656402" cy="461665"/>
              </a:xfrm>
              <a:prstGeom prst="rect">
                <a:avLst/>
              </a:prstGeom>
              <a:blipFill>
                <a:blip r:embed="rId10"/>
                <a:stretch>
                  <a:fillRect b="-13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4" name="TextBox 73">
                <a:extLst>
                  <a:ext uri="{FF2B5EF4-FFF2-40B4-BE49-F238E27FC236}">
                    <a16:creationId xmlns:a16="http://schemas.microsoft.com/office/drawing/2014/main" id="{45F697E7-6E7F-0281-DD51-86558742A011}"/>
                  </a:ext>
                </a:extLst>
              </p:cNvPr>
              <p:cNvSpPr txBox="1"/>
              <p:nvPr/>
            </p:nvSpPr>
            <p:spPr>
              <a:xfrm>
                <a:off x="2123408" y="3618827"/>
                <a:ext cx="495606" cy="461665"/>
              </a:xfrm>
              <a:prstGeom prst="rect">
                <a:avLst/>
              </a:prstGeom>
              <a:noFill/>
            </p:spPr>
            <p:txBody>
              <a:bodyPr wrap="square">
                <a:spAutoFit/>
              </a:bodyPr>
              <a:lstStyle/>
              <a:p>
                <a:pPr/>
                <a14:m>
                  <m:oMathPara xmlns:m="http://schemas.openxmlformats.org/officeDocument/2006/math">
                    <m:oMath>
                      <m:sSub>
                        <m:sSubPr>
                          <m:ctrlPr>
                            <a:rPr lang="de-DE" sz="2400" b="0" i="1" smtClean="0">
                              <a:solidFill>
                                <a:schemeClr val="bg1"/>
                              </a:solidFill>
                              <a:latin typeface="Cambria Math" panose="02040503050406030204" pitchFamily="18" charset="0"/>
                            </a:rPr>
                          </m:ctrlPr>
                        </m:sSubPr>
                        <m:e>
                          <m:r>
                            <m:rPr>
                              <m:sty m:val="p"/>
                            </m:rPr>
                            <a:rPr lang="de-DE" sz="2400" b="0" i="1" smtClean="0">
                              <a:solidFill>
                                <a:schemeClr val="bg1"/>
                              </a:solidFill>
                              <a:latin typeface="Cambria Math" panose="02040503050406030204" pitchFamily="18" charset="0"/>
                            </a:rPr>
                            <m:t>r</m:t>
                          </m:r>
                        </m:e>
                        <m:sub>
                          <m:r>
                            <m:rPr>
                              <m:sty m:val="p"/>
                            </m:rPr>
                            <a:rPr lang="de-DE" sz="2400" b="0" i="1" smtClean="0">
                              <a:solidFill>
                                <a:schemeClr val="bg1"/>
                              </a:solidFill>
                              <a:latin typeface="Cambria Math" panose="02040503050406030204" pitchFamily="18" charset="0"/>
                            </a:rPr>
                            <m:t>S</m:t>
                          </m:r>
                        </m:sub>
                      </m:sSub>
                    </m:oMath>
                  </m:oMathPara>
                </a14:m>
                <a:endParaRPr lang="en-US" sz="2400" dirty="0">
                  <a:solidFill>
                    <a:schemeClr val="bg1"/>
                  </a:solidFill>
                </a:endParaRPr>
              </a:p>
            </p:txBody>
          </p:sp>
        </mc:Choice>
        <mc:Fallback xmlns="">
          <p:sp>
            <p:nvSpPr>
              <p:cNvPr id="74" name="TextBox 73">
                <a:extLst>
                  <a:ext uri="{FF2B5EF4-FFF2-40B4-BE49-F238E27FC236}">
                    <a16:creationId xmlns:a16="http://schemas.microsoft.com/office/drawing/2014/main" id="{45F697E7-6E7F-0281-DD51-86558742A011}"/>
                  </a:ext>
                </a:extLst>
              </p:cNvPr>
              <p:cNvSpPr txBox="1">
                <a:spLocks noRot="1" noChangeAspect="1" noMove="1" noResize="1" noEditPoints="1" noAdjustHandles="1" noChangeArrowheads="1" noChangeShapeType="1" noTextEdit="1"/>
              </p:cNvSpPr>
              <p:nvPr/>
            </p:nvSpPr>
            <p:spPr>
              <a:xfrm>
                <a:off x="2123408" y="3618827"/>
                <a:ext cx="495606" cy="461665"/>
              </a:xfrm>
              <a:prstGeom prst="rect">
                <a:avLst/>
              </a:prstGeom>
              <a:blipFill>
                <a:blip r:embed="rId11"/>
                <a:stretch>
                  <a:fillRect b="-1333"/>
                </a:stretch>
              </a:blipFill>
            </p:spPr>
            <p:txBody>
              <a:bodyPr/>
              <a:lstStyle/>
              <a:p>
                <a:r>
                  <a:rPr lang="en-US">
                    <a:noFill/>
                  </a:rPr>
                  <a:t> </a:t>
                </a:r>
              </a:p>
            </p:txBody>
          </p:sp>
        </mc:Fallback>
      </mc:AlternateContent>
      <p:sp>
        <p:nvSpPr>
          <p:cNvPr id="11" name="TextBox 10">
            <a:extLst>
              <a:ext uri="{FF2B5EF4-FFF2-40B4-BE49-F238E27FC236}">
                <a16:creationId xmlns:a16="http://schemas.microsoft.com/office/drawing/2014/main" id="{A83CB1A1-7833-8D4B-1A86-840EE22F2959}"/>
              </a:ext>
            </a:extLst>
          </p:cNvPr>
          <p:cNvSpPr txBox="1"/>
          <p:nvPr/>
        </p:nvSpPr>
        <p:spPr>
          <a:xfrm>
            <a:off x="7070378" y="827502"/>
            <a:ext cx="1208792" cy="461665"/>
          </a:xfrm>
          <a:prstGeom prst="rect">
            <a:avLst/>
          </a:prstGeom>
          <a:noFill/>
        </p:spPr>
        <p:txBody>
          <a:bodyPr wrap="none" rtlCol="0">
            <a:spAutoFit/>
          </a:bodyPr>
          <a:lstStyle/>
          <a:p>
            <a:r>
              <a:rPr lang="en-GB" sz="2400" b="1" dirty="0"/>
              <a:t>Pattern</a:t>
            </a:r>
            <a:endParaRPr lang="en-US" sz="2400" b="1" dirty="0"/>
          </a:p>
        </p:txBody>
      </p:sp>
      <p:sp>
        <p:nvSpPr>
          <p:cNvPr id="19" name="Slide Number Placeholder 18">
            <a:extLst>
              <a:ext uri="{FF2B5EF4-FFF2-40B4-BE49-F238E27FC236}">
                <a16:creationId xmlns:a16="http://schemas.microsoft.com/office/drawing/2014/main" id="{D32E6EC6-DA47-B5AB-8794-127514540749}"/>
              </a:ext>
            </a:extLst>
          </p:cNvPr>
          <p:cNvSpPr>
            <a:spLocks noGrp="1"/>
          </p:cNvSpPr>
          <p:nvPr>
            <p:ph type="sldNum" sz="quarter" idx="12"/>
          </p:nvPr>
        </p:nvSpPr>
        <p:spPr>
          <a:xfrm>
            <a:off x="11308704" y="6203566"/>
            <a:ext cx="654132" cy="501650"/>
          </a:xfrm>
        </p:spPr>
        <p:txBody>
          <a:bodyPr/>
          <a:lstStyle/>
          <a:p>
            <a:fld id="{250B62C5-2ACF-4D78-8FF3-37371B948607}" type="slidenum">
              <a:rPr lang="en-US" smtClean="0"/>
              <a:t>46</a:t>
            </a:fld>
            <a:endParaRPr lang="en-US"/>
          </a:p>
        </p:txBody>
      </p: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C448012A-242C-B2EE-305C-5BB746161B5D}"/>
                  </a:ext>
                </a:extLst>
              </p:cNvPr>
              <p:cNvSpPr txBox="1"/>
              <p:nvPr/>
            </p:nvSpPr>
            <p:spPr>
              <a:xfrm>
                <a:off x="876048" y="2507898"/>
                <a:ext cx="527465" cy="461665"/>
              </a:xfrm>
              <a:prstGeom prst="rect">
                <a:avLst/>
              </a:prstGeom>
              <a:noFill/>
            </p:spPr>
            <p:txBody>
              <a:bodyPr wrap="square">
                <a:spAutoFit/>
              </a:bodyPr>
              <a:lstStyle/>
              <a:p>
                <a:pPr/>
                <a14:m>
                  <m:oMathPara xmlns:m="http://schemas.openxmlformats.org/officeDocument/2006/math">
                    <m:oMath>
                      <m:sSub>
                        <m:sSubPr>
                          <m:ctrlPr>
                            <a:rPr lang="de-DE" sz="2400" b="0" i="1" smtClean="0">
                              <a:solidFill>
                                <a:schemeClr val="bg1"/>
                              </a:solidFill>
                              <a:latin typeface="Cambria Math" panose="02040503050406030204" pitchFamily="18" charset="0"/>
                            </a:rPr>
                          </m:ctrlPr>
                        </m:sSubPr>
                        <m:e>
                          <m:r>
                            <m:rPr>
                              <m:sty m:val="p"/>
                            </m:rPr>
                            <a:rPr lang="de-DE" sz="2400" b="0" i="1" smtClean="0">
                              <a:solidFill>
                                <a:schemeClr val="bg1"/>
                              </a:solidFill>
                              <a:latin typeface="Cambria Math" panose="02040503050406030204" pitchFamily="18" charset="0"/>
                            </a:rPr>
                            <m:t>r</m:t>
                          </m:r>
                        </m:e>
                        <m:sub>
                          <m:r>
                            <a:rPr lang="de-DE" sz="2400" b="0" i="1" smtClean="0">
                              <a:solidFill>
                                <a:schemeClr val="bg1"/>
                              </a:solidFill>
                              <a:latin typeface="Cambria Math" panose="02040503050406030204" pitchFamily="18" charset="0"/>
                            </a:rPr>
                            <m:t>1</m:t>
                          </m:r>
                        </m:sub>
                      </m:sSub>
                    </m:oMath>
                  </m:oMathPara>
                </a14:m>
                <a:endParaRPr lang="en-US" sz="2400" dirty="0">
                  <a:solidFill>
                    <a:schemeClr val="bg1"/>
                  </a:solidFill>
                </a:endParaRPr>
              </a:p>
            </p:txBody>
          </p:sp>
        </mc:Choice>
        <mc:Fallback xmlns="">
          <p:sp>
            <p:nvSpPr>
              <p:cNvPr id="26" name="TextBox 25">
                <a:extLst>
                  <a:ext uri="{FF2B5EF4-FFF2-40B4-BE49-F238E27FC236}">
                    <a16:creationId xmlns:a16="http://schemas.microsoft.com/office/drawing/2014/main" id="{C448012A-242C-B2EE-305C-5BB746161B5D}"/>
                  </a:ext>
                </a:extLst>
              </p:cNvPr>
              <p:cNvSpPr txBox="1">
                <a:spLocks noRot="1" noChangeAspect="1" noMove="1" noResize="1" noEditPoints="1" noAdjustHandles="1" noChangeArrowheads="1" noChangeShapeType="1" noTextEdit="1"/>
              </p:cNvSpPr>
              <p:nvPr/>
            </p:nvSpPr>
            <p:spPr>
              <a:xfrm>
                <a:off x="876048" y="2507898"/>
                <a:ext cx="527465" cy="461665"/>
              </a:xfrm>
              <a:prstGeom prst="rect">
                <a:avLst/>
              </a:prstGeom>
              <a:blipFill>
                <a:blip r:embed="rId12"/>
                <a:stretch>
                  <a:fillRect/>
                </a:stretch>
              </a:blipFill>
            </p:spPr>
            <p:txBody>
              <a:bodyPr/>
              <a:lstStyle/>
              <a:p>
                <a:r>
                  <a:rPr lang="en-US">
                    <a:noFill/>
                  </a:rPr>
                  <a:t> </a:t>
                </a:r>
              </a:p>
            </p:txBody>
          </p:sp>
        </mc:Fallback>
      </mc:AlternateContent>
      <p:sp>
        <p:nvSpPr>
          <p:cNvPr id="27" name="Rectangle: Rounded Corners 26">
            <a:extLst>
              <a:ext uri="{FF2B5EF4-FFF2-40B4-BE49-F238E27FC236}">
                <a16:creationId xmlns:a16="http://schemas.microsoft.com/office/drawing/2014/main" id="{43A57C93-B824-3ED1-48D2-B50580F1C87E}"/>
              </a:ext>
            </a:extLst>
          </p:cNvPr>
          <p:cNvSpPr/>
          <p:nvPr/>
        </p:nvSpPr>
        <p:spPr>
          <a:xfrm>
            <a:off x="10440319" y="143935"/>
            <a:ext cx="1522517" cy="91440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Algorithm </a:t>
            </a:r>
          </a:p>
        </p:txBody>
      </p:sp>
      <p:sp>
        <p:nvSpPr>
          <p:cNvPr id="28" name="Rectangle: Rounded Corners 27">
            <a:extLst>
              <a:ext uri="{FF2B5EF4-FFF2-40B4-BE49-F238E27FC236}">
                <a16:creationId xmlns:a16="http://schemas.microsoft.com/office/drawing/2014/main" id="{8626C825-8B15-6126-E55D-05DFBFEE5FB3}"/>
              </a:ext>
            </a:extLst>
          </p:cNvPr>
          <p:cNvSpPr/>
          <p:nvPr/>
        </p:nvSpPr>
        <p:spPr>
          <a:xfrm>
            <a:off x="10440319" y="1568281"/>
            <a:ext cx="1522517" cy="914400"/>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Chemical Reactions </a:t>
            </a:r>
          </a:p>
        </p:txBody>
      </p:sp>
      <p:sp>
        <p:nvSpPr>
          <p:cNvPr id="29" name="Rectangle: Rounded Corners 28">
            <a:extLst>
              <a:ext uri="{FF2B5EF4-FFF2-40B4-BE49-F238E27FC236}">
                <a16:creationId xmlns:a16="http://schemas.microsoft.com/office/drawing/2014/main" id="{5E7EF21A-7E7A-5283-3AAB-F107BFC49D4E}"/>
              </a:ext>
            </a:extLst>
          </p:cNvPr>
          <p:cNvSpPr/>
          <p:nvPr/>
        </p:nvSpPr>
        <p:spPr>
          <a:xfrm>
            <a:off x="10440319" y="2992627"/>
            <a:ext cx="1522517" cy="914400"/>
          </a:xfrm>
          <a:prstGeom prst="round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Metabolic Network</a:t>
            </a:r>
          </a:p>
        </p:txBody>
      </p:sp>
      <p:sp>
        <p:nvSpPr>
          <p:cNvPr id="31" name="Rectangle: Rounded Corners 30">
            <a:extLst>
              <a:ext uri="{FF2B5EF4-FFF2-40B4-BE49-F238E27FC236}">
                <a16:creationId xmlns:a16="http://schemas.microsoft.com/office/drawing/2014/main" id="{256A8FBC-CCE4-8D37-3A9C-EE0D99C0DBF0}"/>
              </a:ext>
            </a:extLst>
          </p:cNvPr>
          <p:cNvSpPr/>
          <p:nvPr/>
        </p:nvSpPr>
        <p:spPr>
          <a:xfrm>
            <a:off x="10440319" y="4416973"/>
            <a:ext cx="1522517" cy="91440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THz Actuation</a:t>
            </a:r>
          </a:p>
        </p:txBody>
      </p:sp>
      <p:cxnSp>
        <p:nvCxnSpPr>
          <p:cNvPr id="32" name="Straight Arrow Connector 31">
            <a:extLst>
              <a:ext uri="{FF2B5EF4-FFF2-40B4-BE49-F238E27FC236}">
                <a16:creationId xmlns:a16="http://schemas.microsoft.com/office/drawing/2014/main" id="{E2F67EBE-BEA6-0CAA-FC4A-861CE4B486C4}"/>
              </a:ext>
            </a:extLst>
          </p:cNvPr>
          <p:cNvCxnSpPr>
            <a:stCxn id="27" idx="2"/>
            <a:endCxn id="28" idx="0"/>
          </p:cNvCxnSpPr>
          <p:nvPr/>
        </p:nvCxnSpPr>
        <p:spPr>
          <a:xfrm>
            <a:off x="11201578" y="1058335"/>
            <a:ext cx="0" cy="509946"/>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a16="http://schemas.microsoft.com/office/drawing/2014/main" id="{5741F616-2C6F-CECF-1763-2A4E39801598}"/>
              </a:ext>
            </a:extLst>
          </p:cNvPr>
          <p:cNvCxnSpPr>
            <a:cxnSpLocks/>
            <a:stCxn id="28" idx="2"/>
            <a:endCxn id="29" idx="0"/>
          </p:cNvCxnSpPr>
          <p:nvPr/>
        </p:nvCxnSpPr>
        <p:spPr>
          <a:xfrm>
            <a:off x="11201578" y="2482681"/>
            <a:ext cx="0" cy="509946"/>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35" name="Straight Arrow Connector 34">
            <a:extLst>
              <a:ext uri="{FF2B5EF4-FFF2-40B4-BE49-F238E27FC236}">
                <a16:creationId xmlns:a16="http://schemas.microsoft.com/office/drawing/2014/main" id="{B161F0EF-7201-38C0-96C4-96421EFF678E}"/>
              </a:ext>
            </a:extLst>
          </p:cNvPr>
          <p:cNvCxnSpPr>
            <a:cxnSpLocks/>
            <a:stCxn id="31" idx="0"/>
          </p:cNvCxnSpPr>
          <p:nvPr/>
        </p:nvCxnSpPr>
        <p:spPr>
          <a:xfrm flipV="1">
            <a:off x="11201578" y="3907027"/>
            <a:ext cx="0" cy="509946"/>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728D6057-2B16-C4DA-2D94-E939C93C9C0E}"/>
                  </a:ext>
                </a:extLst>
              </p:cNvPr>
              <p:cNvSpPr txBox="1"/>
              <p:nvPr/>
            </p:nvSpPr>
            <p:spPr>
              <a:xfrm>
                <a:off x="6202312" y="2097816"/>
                <a:ext cx="3412601" cy="2429191"/>
              </a:xfrm>
              <a:prstGeom prst="rect">
                <a:avLst/>
              </a:prstGeom>
              <a:noFill/>
            </p:spPr>
            <p:txBody>
              <a:bodyPr wrap="none" lIns="0" tIns="0" rIns="0" bIns="0" rtlCol="0">
                <a:spAutoFit/>
              </a:bodyPr>
              <a:lstStyle/>
              <a:p>
                <a:pPr>
                  <a:spcBef>
                    <a:spcPts val="2400"/>
                  </a:spcBef>
                </a:pPr>
                <a14:m>
                  <m:oMathPara xmlns:m="http://schemas.openxmlformats.org/officeDocument/2006/math">
                    <m:oMath>
                      <m:d>
                        <m:dPr>
                          <m:begChr m:val="["/>
                          <m:endChr m:val="]"/>
                          <m:ctrlPr>
                            <a:rPr lang="en-US" sz="2800" i="1">
                              <a:latin typeface="Cambria Math" panose="02040503050406030204" pitchFamily="18" charset="0"/>
                            </a:rPr>
                          </m:ctrlPr>
                        </m:dPr>
                        <m:e>
                          <m:m>
                            <m:mPr>
                              <m:mcs>
                                <m:mc>
                                  <m:mcPr>
                                    <m:count m:val="3"/>
                                    <m:mcJc m:val="center"/>
                                  </m:mcPr>
                                </m:mc>
                              </m:mcs>
                              <m:ctrlPr>
                                <a:rPr lang="en-US" sz="2800" i="1">
                                  <a:latin typeface="Cambria Math" panose="02040503050406030204" pitchFamily="18" charset="0"/>
                                </a:rPr>
                              </m:ctrlPr>
                            </m:mPr>
                            <m:mr>
                              <m:e/>
                              <m:e/>
                              <m:e>
                                <m:m>
                                  <m:mPr>
                                    <m:mcs>
                                      <m:mc>
                                        <m:mcPr>
                                          <m:count m:val="3"/>
                                          <m:mcJc m:val="center"/>
                                        </m:mcPr>
                                      </m:mc>
                                    </m:mcs>
                                    <m:ctrlPr>
                                      <a:rPr lang="en-US" sz="2800" i="1" smtClean="0">
                                        <a:latin typeface="Cambria Math" panose="02040503050406030204" pitchFamily="18" charset="0"/>
                                      </a:rPr>
                                    </m:ctrlPr>
                                  </m:mPr>
                                  <m:mr>
                                    <m:e/>
                                    <m:e/>
                                    <m:e/>
                                  </m:mr>
                                </m:m>
                              </m:e>
                            </m:mr>
                            <m:mr>
                              <m:e/>
                              <m:e/>
                              <m:e>
                                <m:m>
                                  <m:mPr>
                                    <m:mcs>
                                      <m:mc>
                                        <m:mcPr>
                                          <m:count m:val="3"/>
                                          <m:mcJc m:val="center"/>
                                        </m:mcPr>
                                      </m:mc>
                                    </m:mcs>
                                    <m:ctrlPr>
                                      <a:rPr lang="en-US" sz="2800" i="1" smtClean="0">
                                        <a:latin typeface="Cambria Math" panose="02040503050406030204" pitchFamily="18" charset="0"/>
                                      </a:rPr>
                                    </m:ctrlPr>
                                  </m:mPr>
                                  <m:mr>
                                    <m:e/>
                                    <m:e/>
                                    <m:e/>
                                  </m:mr>
                                </m:m>
                              </m:e>
                            </m:mr>
                            <m:mr>
                              <m:e>
                                <m:m>
                                  <m:mPr>
                                    <m:mcs>
                                      <m:mc>
                                        <m:mcPr>
                                          <m:count m:val="1"/>
                                          <m:mcJc m:val="center"/>
                                        </m:mcPr>
                                      </m:mc>
                                    </m:mcs>
                                    <m:ctrlPr>
                                      <a:rPr lang="en-US" sz="2800" i="1" smtClean="0">
                                        <a:latin typeface="Cambria Math" panose="02040503050406030204" pitchFamily="18" charset="0"/>
                                      </a:rPr>
                                    </m:ctrlPr>
                                  </m:mPr>
                                  <m:mr>
                                    <m:e/>
                                  </m:mr>
                                  <m:mr>
                                    <m:e/>
                                  </m:mr>
                                  <m:mr>
                                    <m:e>
                                      <m:m>
                                        <m:mPr>
                                          <m:mcs>
                                            <m:mc>
                                              <m:mcPr>
                                                <m:count m:val="1"/>
                                                <m:mcJc m:val="center"/>
                                              </m:mcPr>
                                            </m:mc>
                                          </m:mcs>
                                          <m:ctrlPr>
                                            <a:rPr lang="en-US" sz="2800" i="1" smtClean="0">
                                              <a:latin typeface="Cambria Math" panose="02040503050406030204" pitchFamily="18" charset="0"/>
                                            </a:rPr>
                                          </m:ctrlPr>
                                        </m:mPr>
                                        <m:mr>
                                          <m:e/>
                                        </m:mr>
                                        <m:mr>
                                          <m:e/>
                                        </m:mr>
                                      </m:m>
                                    </m:e>
                                  </m:mr>
                                </m:m>
                              </m:e>
                              <m:e>
                                <m:m>
                                  <m:mPr>
                                    <m:mcs>
                                      <m:mc>
                                        <m:mcPr>
                                          <m:count m:val="1"/>
                                          <m:mcJc m:val="center"/>
                                        </m:mcPr>
                                      </m:mc>
                                    </m:mcs>
                                    <m:ctrlPr>
                                      <a:rPr lang="en-US" sz="2800" i="1" smtClean="0">
                                        <a:latin typeface="Cambria Math" panose="02040503050406030204" pitchFamily="18" charset="0"/>
                                      </a:rPr>
                                    </m:ctrlPr>
                                  </m:mPr>
                                  <m:mr>
                                    <m:e/>
                                  </m:mr>
                                  <m:mr>
                                    <m:e/>
                                  </m:mr>
                                  <m:mr>
                                    <m:e>
                                      <m:m>
                                        <m:mPr>
                                          <m:mcs>
                                            <m:mc>
                                              <m:mcPr>
                                                <m:count m:val="1"/>
                                                <m:mcJc m:val="center"/>
                                              </m:mcPr>
                                            </m:mc>
                                          </m:mcs>
                                          <m:ctrlPr>
                                            <a:rPr lang="en-US" sz="2800" i="1" smtClean="0">
                                              <a:latin typeface="Cambria Math" panose="02040503050406030204" pitchFamily="18" charset="0"/>
                                            </a:rPr>
                                          </m:ctrlPr>
                                        </m:mPr>
                                        <m:mr>
                                          <m:e/>
                                        </m:mr>
                                        <m:mr>
                                          <m:e/>
                                        </m:mr>
                                      </m:m>
                                    </m:e>
                                  </m:mr>
                                </m:m>
                              </m:e>
                              <m:e>
                                <m:m>
                                  <m:mPr>
                                    <m:mcs>
                                      <m:mc>
                                        <m:mcPr>
                                          <m:count m:val="3"/>
                                          <m:mcJc m:val="center"/>
                                        </m:mcPr>
                                      </m:mc>
                                    </m:mcs>
                                    <m:ctrlPr>
                                      <a:rPr lang="en-US" sz="2800" i="1" smtClean="0">
                                        <a:latin typeface="Cambria Math" panose="02040503050406030204" pitchFamily="18" charset="0"/>
                                      </a:rPr>
                                    </m:ctrlPr>
                                  </m:mPr>
                                  <m:mr>
                                    <m:e>
                                      <m:m>
                                        <m:mPr>
                                          <m:mcs>
                                            <m:mc>
                                              <m:mcPr>
                                                <m:count m:val="1"/>
                                                <m:mcJc m:val="center"/>
                                              </m:mcPr>
                                            </m:mc>
                                          </m:mcs>
                                          <m:ctrlPr>
                                            <a:rPr lang="en-US" sz="2800" i="1" smtClean="0">
                                              <a:latin typeface="Cambria Math" panose="02040503050406030204" pitchFamily="18" charset="0"/>
                                            </a:rPr>
                                          </m:ctrlPr>
                                        </m:mPr>
                                        <m:mr>
                                          <m:e/>
                                        </m:mr>
                                        <m:mr>
                                          <m:e/>
                                        </m:mr>
                                        <m:mr>
                                          <m:e>
                                            <m:m>
                                              <m:mPr>
                                                <m:mcs>
                                                  <m:mc>
                                                    <m:mcPr>
                                                      <m:count m:val="1"/>
                                                      <m:mcJc m:val="center"/>
                                                    </m:mcPr>
                                                  </m:mc>
                                                </m:mcs>
                                                <m:ctrlPr>
                                                  <a:rPr lang="en-US" sz="2800" i="1" smtClean="0">
                                                    <a:latin typeface="Cambria Math" panose="02040503050406030204" pitchFamily="18" charset="0"/>
                                                  </a:rPr>
                                                </m:ctrlPr>
                                              </m:mPr>
                                              <m:mr>
                                                <m:e/>
                                              </m:mr>
                                              <m:mr>
                                                <m:e/>
                                              </m:mr>
                                            </m:m>
                                          </m:e>
                                        </m:mr>
                                      </m:m>
                                    </m:e>
                                    <m:e>
                                      <m:m>
                                        <m:mPr>
                                          <m:mcs>
                                            <m:mc>
                                              <m:mcPr>
                                                <m:count m:val="1"/>
                                                <m:mcJc m:val="center"/>
                                              </m:mcPr>
                                            </m:mc>
                                          </m:mcs>
                                          <m:ctrlPr>
                                            <a:rPr lang="en-US" sz="2800" i="1" smtClean="0">
                                              <a:latin typeface="Cambria Math" panose="02040503050406030204" pitchFamily="18" charset="0"/>
                                            </a:rPr>
                                          </m:ctrlPr>
                                        </m:mPr>
                                        <m:mr>
                                          <m:e/>
                                        </m:mr>
                                        <m:mr>
                                          <m:e/>
                                        </m:mr>
                                        <m:mr>
                                          <m:e>
                                            <m:m>
                                              <m:mPr>
                                                <m:mcs>
                                                  <m:mc>
                                                    <m:mcPr>
                                                      <m:count m:val="1"/>
                                                      <m:mcJc m:val="center"/>
                                                    </m:mcPr>
                                                  </m:mc>
                                                </m:mcs>
                                                <m:ctrlPr>
                                                  <a:rPr lang="en-US" sz="2800" i="1" smtClean="0">
                                                    <a:latin typeface="Cambria Math" panose="02040503050406030204" pitchFamily="18" charset="0"/>
                                                  </a:rPr>
                                                </m:ctrlPr>
                                              </m:mPr>
                                              <m:mr>
                                                <m:e/>
                                              </m:mr>
                                              <m:mr>
                                                <m:e/>
                                              </m:mr>
                                            </m:m>
                                          </m:e>
                                        </m:mr>
                                      </m:m>
                                    </m:e>
                                    <m:e>
                                      <m:m>
                                        <m:mPr>
                                          <m:mcs>
                                            <m:mc>
                                              <m:mcPr>
                                                <m:count m:val="1"/>
                                                <m:mcJc m:val="center"/>
                                              </m:mcPr>
                                            </m:mc>
                                          </m:mcs>
                                          <m:ctrlPr>
                                            <a:rPr lang="en-US" sz="2800" i="1" smtClean="0">
                                              <a:latin typeface="Cambria Math" panose="02040503050406030204" pitchFamily="18" charset="0"/>
                                            </a:rPr>
                                          </m:ctrlPr>
                                        </m:mPr>
                                        <m:mr>
                                          <m:e/>
                                        </m:mr>
                                        <m:mr>
                                          <m:e/>
                                        </m:mr>
                                        <m:mr>
                                          <m:e>
                                            <m:m>
                                              <m:mPr>
                                                <m:mcs>
                                                  <m:mc>
                                                    <m:mcPr>
                                                      <m:count m:val="1"/>
                                                      <m:mcJc m:val="center"/>
                                                    </m:mcPr>
                                                  </m:mc>
                                                </m:mcs>
                                                <m:ctrlPr>
                                                  <a:rPr lang="en-US" sz="2800" i="1" smtClean="0">
                                                    <a:latin typeface="Cambria Math" panose="02040503050406030204" pitchFamily="18" charset="0"/>
                                                  </a:rPr>
                                                </m:ctrlPr>
                                              </m:mPr>
                                              <m:mr>
                                                <m:e/>
                                              </m:mr>
                                              <m:mr>
                                                <m:e/>
                                              </m:mr>
                                            </m:m>
                                          </m:e>
                                        </m:mr>
                                      </m:m>
                                    </m:e>
                                  </m:mr>
                                </m:m>
                              </m:e>
                            </m:mr>
                          </m:m>
                        </m:e>
                      </m:d>
                    </m:oMath>
                  </m:oMathPara>
                </a14:m>
                <a:endParaRPr lang="en-US" sz="2800" dirty="0"/>
              </a:p>
            </p:txBody>
          </p:sp>
        </mc:Choice>
        <mc:Fallback xmlns="">
          <p:sp>
            <p:nvSpPr>
              <p:cNvPr id="43" name="TextBox 42">
                <a:extLst>
                  <a:ext uri="{FF2B5EF4-FFF2-40B4-BE49-F238E27FC236}">
                    <a16:creationId xmlns:a16="http://schemas.microsoft.com/office/drawing/2014/main" id="{728D6057-2B16-C4DA-2D94-E939C93C9C0E}"/>
                  </a:ext>
                </a:extLst>
              </p:cNvPr>
              <p:cNvSpPr txBox="1">
                <a:spLocks noRot="1" noChangeAspect="1" noMove="1" noResize="1" noEditPoints="1" noAdjustHandles="1" noChangeArrowheads="1" noChangeShapeType="1" noTextEdit="1"/>
              </p:cNvSpPr>
              <p:nvPr/>
            </p:nvSpPr>
            <p:spPr>
              <a:xfrm>
                <a:off x="6202312" y="2097816"/>
                <a:ext cx="3412601" cy="2429191"/>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1983EBF8-8468-7C03-BDFE-9F942BE0192D}"/>
                  </a:ext>
                </a:extLst>
              </p:cNvPr>
              <p:cNvSpPr txBox="1"/>
              <p:nvPr/>
            </p:nvSpPr>
            <p:spPr>
              <a:xfrm>
                <a:off x="6393434" y="1641558"/>
                <a:ext cx="310085" cy="369332"/>
              </a:xfrm>
              <a:prstGeom prst="rect">
                <a:avLst/>
              </a:prstGeom>
              <a:noFill/>
            </p:spPr>
            <p:txBody>
              <a:bodyPr wrap="none" lIns="0" tIns="0" rIns="0" bIns="0" rtlCol="0">
                <a:spAutoFit/>
              </a:bodyPr>
              <a:lstStyle/>
              <a:p>
                <a:pPr/>
                <a14:m>
                  <m:oMathPara xmlns:m="http://schemas.openxmlformats.org/officeDocument/2006/math">
                    <m:oMath>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𝑟</m:t>
                          </m:r>
                        </m:e>
                        <m:sub>
                          <m:r>
                            <a:rPr lang="de-DE" sz="2400" b="0" i="1" smtClean="0">
                              <a:latin typeface="Cambria Math" panose="02040503050406030204" pitchFamily="18" charset="0"/>
                            </a:rPr>
                            <m:t>1</m:t>
                          </m:r>
                        </m:sub>
                      </m:sSub>
                    </m:oMath>
                  </m:oMathPara>
                </a14:m>
                <a:endParaRPr lang="en-US" sz="2400" dirty="0"/>
              </a:p>
            </p:txBody>
          </p:sp>
        </mc:Choice>
        <mc:Fallback xmlns="">
          <p:sp>
            <p:nvSpPr>
              <p:cNvPr id="44" name="TextBox 43">
                <a:extLst>
                  <a:ext uri="{FF2B5EF4-FFF2-40B4-BE49-F238E27FC236}">
                    <a16:creationId xmlns:a16="http://schemas.microsoft.com/office/drawing/2014/main" id="{1983EBF8-8468-7C03-BDFE-9F942BE0192D}"/>
                  </a:ext>
                </a:extLst>
              </p:cNvPr>
              <p:cNvSpPr txBox="1">
                <a:spLocks noRot="1" noChangeAspect="1" noMove="1" noResize="1" noEditPoints="1" noAdjustHandles="1" noChangeArrowheads="1" noChangeShapeType="1" noTextEdit="1"/>
              </p:cNvSpPr>
              <p:nvPr/>
            </p:nvSpPr>
            <p:spPr>
              <a:xfrm>
                <a:off x="6393434" y="1641558"/>
                <a:ext cx="310085" cy="369332"/>
              </a:xfrm>
              <a:prstGeom prst="rect">
                <a:avLst/>
              </a:prstGeom>
              <a:blipFill>
                <a:blip r:embed="rId14"/>
                <a:stretch>
                  <a:fillRect l="-15686" r="-9804" b="-1147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B2630D8F-6FB9-6EE3-DECD-32B5C6ABC997}"/>
                  </a:ext>
                </a:extLst>
              </p:cNvPr>
              <p:cNvSpPr txBox="1"/>
              <p:nvPr/>
            </p:nvSpPr>
            <p:spPr>
              <a:xfrm>
                <a:off x="7085603" y="1641558"/>
                <a:ext cx="269113" cy="369332"/>
              </a:xfrm>
              <a:prstGeom prst="rect">
                <a:avLst/>
              </a:prstGeom>
              <a:noFill/>
            </p:spPr>
            <p:txBody>
              <a:bodyPr wrap="none" lIns="0" tIns="0" rIns="0" bIns="0" rtlCol="0">
                <a:spAutoFit/>
              </a:bodyPr>
              <a:lstStyle/>
              <a:p>
                <a:pPr/>
                <a14:m>
                  <m:oMathPara xmlns:m="http://schemas.openxmlformats.org/officeDocument/2006/math">
                    <m:oMath>
                      <m:sSub>
                        <m:sSubPr>
                          <m:ctrlPr>
                            <a:rPr lang="de-DE" sz="2400" b="0" i="1" smtClean="0">
                              <a:solidFill>
                                <a:srgbClr val="C00000"/>
                              </a:solidFill>
                              <a:latin typeface="Cambria Math" panose="02040503050406030204" pitchFamily="18" charset="0"/>
                            </a:rPr>
                          </m:ctrlPr>
                        </m:sSubPr>
                        <m:e>
                          <m:r>
                            <a:rPr lang="de-DE" sz="2400" b="0" i="1" smtClean="0">
                              <a:solidFill>
                                <a:srgbClr val="C00000"/>
                              </a:solidFill>
                              <a:latin typeface="Cambria Math" panose="02040503050406030204" pitchFamily="18" charset="0"/>
                            </a:rPr>
                            <m:t>𝑟</m:t>
                          </m:r>
                        </m:e>
                        <m:sub>
                          <m:r>
                            <m:rPr>
                              <m:sty m:val="p"/>
                            </m:rPr>
                            <a:rPr lang="de-DE" sz="2400" b="0" i="1" smtClean="0">
                              <a:solidFill>
                                <a:srgbClr val="C00000"/>
                              </a:solidFill>
                              <a:latin typeface="Cambria Math" panose="02040503050406030204" pitchFamily="18" charset="0"/>
                            </a:rPr>
                            <m:t>I</m:t>
                          </m:r>
                        </m:sub>
                      </m:sSub>
                    </m:oMath>
                  </m:oMathPara>
                </a14:m>
                <a:endParaRPr lang="en-US" sz="2400" dirty="0"/>
              </a:p>
            </p:txBody>
          </p:sp>
        </mc:Choice>
        <mc:Fallback xmlns="">
          <p:sp>
            <p:nvSpPr>
              <p:cNvPr id="45" name="TextBox 44">
                <a:extLst>
                  <a:ext uri="{FF2B5EF4-FFF2-40B4-BE49-F238E27FC236}">
                    <a16:creationId xmlns:a16="http://schemas.microsoft.com/office/drawing/2014/main" id="{B2630D8F-6FB9-6EE3-DECD-32B5C6ABC997}"/>
                  </a:ext>
                </a:extLst>
              </p:cNvPr>
              <p:cNvSpPr txBox="1">
                <a:spLocks noRot="1" noChangeAspect="1" noMove="1" noResize="1" noEditPoints="1" noAdjustHandles="1" noChangeArrowheads="1" noChangeShapeType="1" noTextEdit="1"/>
              </p:cNvSpPr>
              <p:nvPr/>
            </p:nvSpPr>
            <p:spPr>
              <a:xfrm>
                <a:off x="7085603" y="1641558"/>
                <a:ext cx="269113" cy="369332"/>
              </a:xfrm>
              <a:prstGeom prst="rect">
                <a:avLst/>
              </a:prstGeom>
              <a:blipFill>
                <a:blip r:embed="rId15"/>
                <a:stretch>
                  <a:fillRect l="-15909" r="-13636" b="-1311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6811FC3D-872D-98AE-BE4F-05490AA4644F}"/>
                  </a:ext>
                </a:extLst>
              </p:cNvPr>
              <p:cNvSpPr txBox="1"/>
              <p:nvPr/>
            </p:nvSpPr>
            <p:spPr>
              <a:xfrm>
                <a:off x="7736800" y="1641558"/>
                <a:ext cx="320408" cy="369332"/>
              </a:xfrm>
              <a:prstGeom prst="rect">
                <a:avLst/>
              </a:prstGeom>
              <a:noFill/>
            </p:spPr>
            <p:txBody>
              <a:bodyPr wrap="none" lIns="0" tIns="0" rIns="0" bIns="0" rtlCol="0">
                <a:spAutoFit/>
              </a:bodyPr>
              <a:lstStyle/>
              <a:p>
                <a:pPr/>
                <a14:m>
                  <m:oMathPara xmlns:m="http://schemas.openxmlformats.org/officeDocument/2006/math">
                    <m:oMath>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𝑟</m:t>
                          </m:r>
                        </m:e>
                        <m:sub>
                          <m:r>
                            <m:rPr>
                              <m:sty m:val="p"/>
                            </m:rPr>
                            <a:rPr lang="de-DE" sz="2400" b="0" i="1" smtClean="0">
                              <a:latin typeface="Cambria Math" panose="02040503050406030204" pitchFamily="18" charset="0"/>
                            </a:rPr>
                            <m:t>F</m:t>
                          </m:r>
                        </m:sub>
                      </m:sSub>
                    </m:oMath>
                  </m:oMathPara>
                </a14:m>
                <a:endParaRPr lang="en-US" sz="2400" dirty="0"/>
              </a:p>
            </p:txBody>
          </p:sp>
        </mc:Choice>
        <mc:Fallback xmlns="">
          <p:sp>
            <p:nvSpPr>
              <p:cNvPr id="46" name="TextBox 45">
                <a:extLst>
                  <a:ext uri="{FF2B5EF4-FFF2-40B4-BE49-F238E27FC236}">
                    <a16:creationId xmlns:a16="http://schemas.microsoft.com/office/drawing/2014/main" id="{6811FC3D-872D-98AE-BE4F-05490AA4644F}"/>
                  </a:ext>
                </a:extLst>
              </p:cNvPr>
              <p:cNvSpPr txBox="1">
                <a:spLocks noRot="1" noChangeAspect="1" noMove="1" noResize="1" noEditPoints="1" noAdjustHandles="1" noChangeArrowheads="1" noChangeShapeType="1" noTextEdit="1"/>
              </p:cNvSpPr>
              <p:nvPr/>
            </p:nvSpPr>
            <p:spPr>
              <a:xfrm>
                <a:off x="7736800" y="1641558"/>
                <a:ext cx="320408" cy="369332"/>
              </a:xfrm>
              <a:prstGeom prst="rect">
                <a:avLst/>
              </a:prstGeom>
              <a:blipFill>
                <a:blip r:embed="rId16"/>
                <a:stretch>
                  <a:fillRect l="-13208" r="-11321" b="-1311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8D5C5E0B-30C7-6ADD-DE87-40A7E2A07855}"/>
                  </a:ext>
                </a:extLst>
              </p:cNvPr>
              <p:cNvSpPr txBox="1"/>
              <p:nvPr/>
            </p:nvSpPr>
            <p:spPr>
              <a:xfrm>
                <a:off x="8436086" y="1641558"/>
                <a:ext cx="313996" cy="369332"/>
              </a:xfrm>
              <a:prstGeom prst="rect">
                <a:avLst/>
              </a:prstGeom>
              <a:noFill/>
            </p:spPr>
            <p:txBody>
              <a:bodyPr wrap="none" lIns="0" tIns="0" rIns="0" bIns="0" rtlCol="0">
                <a:spAutoFit/>
              </a:bodyPr>
              <a:lstStyle/>
              <a:p>
                <a:pPr/>
                <a14:m>
                  <m:oMathPara xmlns:m="http://schemas.openxmlformats.org/officeDocument/2006/math">
                    <m:oMath>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𝑟</m:t>
                          </m:r>
                        </m:e>
                        <m:sub>
                          <m:r>
                            <m:rPr>
                              <m:sty m:val="p"/>
                            </m:rPr>
                            <a:rPr lang="de-DE" sz="2400" b="0" i="1" smtClean="0">
                              <a:latin typeface="Cambria Math" panose="02040503050406030204" pitchFamily="18" charset="0"/>
                            </a:rPr>
                            <m:t>S</m:t>
                          </m:r>
                        </m:sub>
                      </m:sSub>
                    </m:oMath>
                  </m:oMathPara>
                </a14:m>
                <a:endParaRPr lang="en-US" sz="2400" dirty="0"/>
              </a:p>
            </p:txBody>
          </p:sp>
        </mc:Choice>
        <mc:Fallback xmlns="">
          <p:sp>
            <p:nvSpPr>
              <p:cNvPr id="47" name="TextBox 46">
                <a:extLst>
                  <a:ext uri="{FF2B5EF4-FFF2-40B4-BE49-F238E27FC236}">
                    <a16:creationId xmlns:a16="http://schemas.microsoft.com/office/drawing/2014/main" id="{8D5C5E0B-30C7-6ADD-DE87-40A7E2A07855}"/>
                  </a:ext>
                </a:extLst>
              </p:cNvPr>
              <p:cNvSpPr txBox="1">
                <a:spLocks noRot="1" noChangeAspect="1" noMove="1" noResize="1" noEditPoints="1" noAdjustHandles="1" noChangeArrowheads="1" noChangeShapeType="1" noTextEdit="1"/>
              </p:cNvSpPr>
              <p:nvPr/>
            </p:nvSpPr>
            <p:spPr>
              <a:xfrm>
                <a:off x="8436086" y="1641558"/>
                <a:ext cx="313996" cy="369332"/>
              </a:xfrm>
              <a:prstGeom prst="rect">
                <a:avLst/>
              </a:prstGeom>
              <a:blipFill>
                <a:blip r:embed="rId17"/>
                <a:stretch>
                  <a:fillRect l="-15686" r="-13725" b="-1311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E3C0878C-B41F-A54E-1434-43D53E9F8A05}"/>
                  </a:ext>
                </a:extLst>
              </p:cNvPr>
              <p:cNvSpPr txBox="1"/>
              <p:nvPr/>
            </p:nvSpPr>
            <p:spPr>
              <a:xfrm>
                <a:off x="9122228" y="1641558"/>
                <a:ext cx="317202" cy="369332"/>
              </a:xfrm>
              <a:prstGeom prst="rect">
                <a:avLst/>
              </a:prstGeom>
              <a:noFill/>
            </p:spPr>
            <p:txBody>
              <a:bodyPr wrap="none" lIns="0" tIns="0" rIns="0" bIns="0" rtlCol="0">
                <a:spAutoFit/>
              </a:bodyPr>
              <a:lstStyle/>
              <a:p>
                <a:pPr/>
                <a14:m>
                  <m:oMathPara xmlns:m="http://schemas.openxmlformats.org/officeDocument/2006/math">
                    <m:oMath>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𝑟</m:t>
                          </m:r>
                        </m:e>
                        <m:sub>
                          <m:r>
                            <a:rPr lang="de-DE" sz="2400" b="0" i="1" smtClean="0">
                              <a:latin typeface="Cambria Math" panose="02040503050406030204" pitchFamily="18" charset="0"/>
                            </a:rPr>
                            <m:t>5</m:t>
                          </m:r>
                        </m:sub>
                      </m:sSub>
                    </m:oMath>
                  </m:oMathPara>
                </a14:m>
                <a:endParaRPr lang="en-US" sz="2400" dirty="0"/>
              </a:p>
            </p:txBody>
          </p:sp>
        </mc:Choice>
        <mc:Fallback xmlns="">
          <p:sp>
            <p:nvSpPr>
              <p:cNvPr id="48" name="TextBox 47">
                <a:extLst>
                  <a:ext uri="{FF2B5EF4-FFF2-40B4-BE49-F238E27FC236}">
                    <a16:creationId xmlns:a16="http://schemas.microsoft.com/office/drawing/2014/main" id="{E3C0878C-B41F-A54E-1434-43D53E9F8A05}"/>
                  </a:ext>
                </a:extLst>
              </p:cNvPr>
              <p:cNvSpPr txBox="1">
                <a:spLocks noRot="1" noChangeAspect="1" noMove="1" noResize="1" noEditPoints="1" noAdjustHandles="1" noChangeArrowheads="1" noChangeShapeType="1" noTextEdit="1"/>
              </p:cNvSpPr>
              <p:nvPr/>
            </p:nvSpPr>
            <p:spPr>
              <a:xfrm>
                <a:off x="9122228" y="1641558"/>
                <a:ext cx="317202" cy="369332"/>
              </a:xfrm>
              <a:prstGeom prst="rect">
                <a:avLst/>
              </a:prstGeom>
              <a:blipFill>
                <a:blip r:embed="rId18"/>
                <a:stretch>
                  <a:fillRect l="-13462" r="-11538" b="-1311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7D1463B0-2700-3AA0-444D-F68A53985E42}"/>
                  </a:ext>
                </a:extLst>
              </p:cNvPr>
              <p:cNvSpPr txBox="1"/>
              <p:nvPr/>
            </p:nvSpPr>
            <p:spPr>
              <a:xfrm>
                <a:off x="5701324" y="2511689"/>
                <a:ext cx="454483" cy="369332"/>
              </a:xfrm>
              <a:prstGeom prst="rect">
                <a:avLst/>
              </a:prstGeom>
              <a:noFill/>
            </p:spPr>
            <p:txBody>
              <a:bodyPr wrap="none" lIns="0" tIns="0" rIns="0" bIns="0" rtlCol="0">
                <a:spAutoFit/>
              </a:bodyPr>
              <a:lstStyle/>
              <a:p>
                <a:pPr/>
                <a14:m>
                  <m:oMathPara xmlns:m="http://schemas.openxmlformats.org/officeDocument/2006/math">
                    <m:oMath>
                      <m:sSub>
                        <m:sSubPr>
                          <m:ctrlPr>
                            <a:rPr lang="de-DE" sz="2400" b="0" i="1" smtClean="0">
                              <a:solidFill>
                                <a:schemeClr val="tx1"/>
                              </a:solidFill>
                              <a:latin typeface="Cambria Math" panose="02040503050406030204" pitchFamily="18" charset="0"/>
                            </a:rPr>
                          </m:ctrlPr>
                        </m:sSubPr>
                        <m:e>
                          <m:r>
                            <m:rPr>
                              <m:sty m:val="p"/>
                            </m:rPr>
                            <a:rPr lang="de-DE" sz="2400" b="0" i="1" smtClean="0">
                              <a:solidFill>
                                <a:schemeClr val="tx1"/>
                              </a:solidFill>
                              <a:latin typeface="Cambria Math" panose="02040503050406030204" pitchFamily="18" charset="0"/>
                            </a:rPr>
                            <m:t>m</m:t>
                          </m:r>
                        </m:e>
                        <m:sub>
                          <m:r>
                            <a:rPr lang="de-DE" sz="2400" b="0" i="1" smtClean="0">
                              <a:solidFill>
                                <a:schemeClr val="tx1"/>
                              </a:solidFill>
                              <a:latin typeface="Cambria Math" panose="02040503050406030204" pitchFamily="18" charset="0"/>
                            </a:rPr>
                            <m:t>1</m:t>
                          </m:r>
                        </m:sub>
                      </m:sSub>
                    </m:oMath>
                  </m:oMathPara>
                </a14:m>
                <a:endParaRPr lang="en-US" sz="2400" dirty="0">
                  <a:solidFill>
                    <a:schemeClr val="tx1"/>
                  </a:solidFill>
                </a:endParaRPr>
              </a:p>
            </p:txBody>
          </p:sp>
        </mc:Choice>
        <mc:Fallback xmlns="">
          <p:sp>
            <p:nvSpPr>
              <p:cNvPr id="49" name="TextBox 48">
                <a:extLst>
                  <a:ext uri="{FF2B5EF4-FFF2-40B4-BE49-F238E27FC236}">
                    <a16:creationId xmlns:a16="http://schemas.microsoft.com/office/drawing/2014/main" id="{7D1463B0-2700-3AA0-444D-F68A53985E42}"/>
                  </a:ext>
                </a:extLst>
              </p:cNvPr>
              <p:cNvSpPr txBox="1">
                <a:spLocks noRot="1" noChangeAspect="1" noMove="1" noResize="1" noEditPoints="1" noAdjustHandles="1" noChangeArrowheads="1" noChangeShapeType="1" noTextEdit="1"/>
              </p:cNvSpPr>
              <p:nvPr/>
            </p:nvSpPr>
            <p:spPr>
              <a:xfrm>
                <a:off x="5701324" y="2511689"/>
                <a:ext cx="454483" cy="369332"/>
              </a:xfrm>
              <a:prstGeom prst="rect">
                <a:avLst/>
              </a:prstGeom>
              <a:blipFill>
                <a:blip r:embed="rId19"/>
                <a:stretch>
                  <a:fillRect l="-9333" r="-5333" b="-1147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F19A751D-CB08-A4F9-4881-EC3F8E3D31CB}"/>
                  </a:ext>
                </a:extLst>
              </p:cNvPr>
              <p:cNvSpPr txBox="1"/>
              <p:nvPr/>
            </p:nvSpPr>
            <p:spPr>
              <a:xfrm>
                <a:off x="5697765" y="2916169"/>
                <a:ext cx="461601" cy="369332"/>
              </a:xfrm>
              <a:prstGeom prst="rect">
                <a:avLst/>
              </a:prstGeom>
              <a:noFill/>
            </p:spPr>
            <p:txBody>
              <a:bodyPr wrap="none" lIns="0" tIns="0" rIns="0" bIns="0" rtlCol="0">
                <a:spAutoFit/>
              </a:bodyPr>
              <a:lstStyle/>
              <a:p>
                <a:pPr/>
                <a14:m>
                  <m:oMathPara xmlns:m="http://schemas.openxmlformats.org/officeDocument/2006/math">
                    <m:oMath>
                      <m:sSub>
                        <m:sSubPr>
                          <m:ctrlPr>
                            <a:rPr lang="de-DE" sz="2400" b="0" i="1" smtClean="0">
                              <a:solidFill>
                                <a:srgbClr val="C00000"/>
                              </a:solidFill>
                              <a:latin typeface="Cambria Math" panose="02040503050406030204" pitchFamily="18" charset="0"/>
                            </a:rPr>
                          </m:ctrlPr>
                        </m:sSubPr>
                        <m:e>
                          <m:r>
                            <m:rPr>
                              <m:sty m:val="p"/>
                            </m:rPr>
                            <a:rPr lang="de-DE" sz="2400" b="0" i="1" smtClean="0">
                              <a:solidFill>
                                <a:srgbClr val="C00000"/>
                              </a:solidFill>
                              <a:latin typeface="Cambria Math" panose="02040503050406030204" pitchFamily="18" charset="0"/>
                            </a:rPr>
                            <m:t>m</m:t>
                          </m:r>
                        </m:e>
                        <m:sub>
                          <m:r>
                            <a:rPr lang="de-DE" sz="2400" b="0" i="1" smtClean="0">
                              <a:solidFill>
                                <a:srgbClr val="C00000"/>
                              </a:solidFill>
                              <a:latin typeface="Cambria Math" panose="02040503050406030204" pitchFamily="18" charset="0"/>
                            </a:rPr>
                            <m:t>2</m:t>
                          </m:r>
                        </m:sub>
                      </m:sSub>
                    </m:oMath>
                  </m:oMathPara>
                </a14:m>
                <a:endParaRPr lang="en-US" sz="2400" dirty="0">
                  <a:solidFill>
                    <a:srgbClr val="C00000"/>
                  </a:solidFill>
                </a:endParaRPr>
              </a:p>
            </p:txBody>
          </p:sp>
        </mc:Choice>
        <mc:Fallback xmlns="">
          <p:sp>
            <p:nvSpPr>
              <p:cNvPr id="52" name="TextBox 51">
                <a:extLst>
                  <a:ext uri="{FF2B5EF4-FFF2-40B4-BE49-F238E27FC236}">
                    <a16:creationId xmlns:a16="http://schemas.microsoft.com/office/drawing/2014/main" id="{F19A751D-CB08-A4F9-4881-EC3F8E3D31CB}"/>
                  </a:ext>
                </a:extLst>
              </p:cNvPr>
              <p:cNvSpPr txBox="1">
                <a:spLocks noRot="1" noChangeAspect="1" noMove="1" noResize="1" noEditPoints="1" noAdjustHandles="1" noChangeArrowheads="1" noChangeShapeType="1" noTextEdit="1"/>
              </p:cNvSpPr>
              <p:nvPr/>
            </p:nvSpPr>
            <p:spPr>
              <a:xfrm>
                <a:off x="5697765" y="2916169"/>
                <a:ext cx="461601" cy="369332"/>
              </a:xfrm>
              <a:prstGeom prst="rect">
                <a:avLst/>
              </a:prstGeom>
              <a:blipFill>
                <a:blip r:embed="rId20"/>
                <a:stretch>
                  <a:fillRect l="-10667" r="-6667" b="-1147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53C7F3AC-3F32-1F56-3EAD-2B55A66E2FA6}"/>
                  </a:ext>
                </a:extLst>
              </p:cNvPr>
              <p:cNvSpPr txBox="1"/>
              <p:nvPr/>
            </p:nvSpPr>
            <p:spPr>
              <a:xfrm>
                <a:off x="5697765" y="3320649"/>
                <a:ext cx="464807" cy="369332"/>
              </a:xfrm>
              <a:prstGeom prst="rect">
                <a:avLst/>
              </a:prstGeom>
              <a:noFill/>
            </p:spPr>
            <p:txBody>
              <a:bodyPr wrap="none" lIns="0" tIns="0" rIns="0" bIns="0" rtlCol="0">
                <a:spAutoFit/>
              </a:bodyPr>
              <a:lstStyle/>
              <a:p>
                <a:pPr/>
                <a14:m>
                  <m:oMathPara xmlns:m="http://schemas.openxmlformats.org/officeDocument/2006/math">
                    <m:oMath>
                      <m:sSub>
                        <m:sSubPr>
                          <m:ctrlPr>
                            <a:rPr lang="de-DE" sz="2400" b="0" i="1" smtClean="0">
                              <a:solidFill>
                                <a:srgbClr val="C00000"/>
                              </a:solidFill>
                              <a:latin typeface="Cambria Math" panose="02040503050406030204" pitchFamily="18" charset="0"/>
                            </a:rPr>
                          </m:ctrlPr>
                        </m:sSubPr>
                        <m:e>
                          <m:r>
                            <m:rPr>
                              <m:sty m:val="p"/>
                            </m:rPr>
                            <a:rPr lang="de-DE" sz="2400" b="0" i="1" smtClean="0">
                              <a:solidFill>
                                <a:srgbClr val="C00000"/>
                              </a:solidFill>
                              <a:latin typeface="Cambria Math" panose="02040503050406030204" pitchFamily="18" charset="0"/>
                            </a:rPr>
                            <m:t>m</m:t>
                          </m:r>
                        </m:e>
                        <m:sub>
                          <m:r>
                            <a:rPr lang="de-DE" sz="2400" b="0" i="1" smtClean="0">
                              <a:solidFill>
                                <a:srgbClr val="C00000"/>
                              </a:solidFill>
                              <a:latin typeface="Cambria Math" panose="02040503050406030204" pitchFamily="18" charset="0"/>
                            </a:rPr>
                            <m:t>3</m:t>
                          </m:r>
                        </m:sub>
                      </m:sSub>
                    </m:oMath>
                  </m:oMathPara>
                </a14:m>
                <a:endParaRPr lang="en-US" sz="2400" dirty="0">
                  <a:solidFill>
                    <a:srgbClr val="C00000"/>
                  </a:solidFill>
                </a:endParaRPr>
              </a:p>
            </p:txBody>
          </p:sp>
        </mc:Choice>
        <mc:Fallback xmlns="">
          <p:sp>
            <p:nvSpPr>
              <p:cNvPr id="54" name="TextBox 53">
                <a:extLst>
                  <a:ext uri="{FF2B5EF4-FFF2-40B4-BE49-F238E27FC236}">
                    <a16:creationId xmlns:a16="http://schemas.microsoft.com/office/drawing/2014/main" id="{53C7F3AC-3F32-1F56-3EAD-2B55A66E2FA6}"/>
                  </a:ext>
                </a:extLst>
              </p:cNvPr>
              <p:cNvSpPr txBox="1">
                <a:spLocks noRot="1" noChangeAspect="1" noMove="1" noResize="1" noEditPoints="1" noAdjustHandles="1" noChangeArrowheads="1" noChangeShapeType="1" noTextEdit="1"/>
              </p:cNvSpPr>
              <p:nvPr/>
            </p:nvSpPr>
            <p:spPr>
              <a:xfrm>
                <a:off x="5697765" y="3320649"/>
                <a:ext cx="464807" cy="369332"/>
              </a:xfrm>
              <a:prstGeom prst="rect">
                <a:avLst/>
              </a:prstGeom>
              <a:blipFill>
                <a:blip r:embed="rId21"/>
                <a:stretch>
                  <a:fillRect l="-9211" r="-6579" b="-1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889A248C-BD20-E2B0-9ECE-C165A35144C8}"/>
                  </a:ext>
                </a:extLst>
              </p:cNvPr>
              <p:cNvSpPr txBox="1"/>
              <p:nvPr/>
            </p:nvSpPr>
            <p:spPr>
              <a:xfrm>
                <a:off x="5697765" y="3725129"/>
                <a:ext cx="464807" cy="369332"/>
              </a:xfrm>
              <a:prstGeom prst="rect">
                <a:avLst/>
              </a:prstGeom>
              <a:noFill/>
            </p:spPr>
            <p:txBody>
              <a:bodyPr wrap="none" lIns="0" tIns="0" rIns="0" bIns="0" rtlCol="0">
                <a:spAutoFit/>
              </a:bodyPr>
              <a:lstStyle/>
              <a:p>
                <a:pPr/>
                <a14:m>
                  <m:oMathPara xmlns:m="http://schemas.openxmlformats.org/officeDocument/2006/math">
                    <m:oMath>
                      <m:sSub>
                        <m:sSubPr>
                          <m:ctrlPr>
                            <a:rPr lang="de-DE" sz="2400" b="0" i="1" smtClean="0">
                              <a:solidFill>
                                <a:srgbClr val="C00000"/>
                              </a:solidFill>
                              <a:latin typeface="Cambria Math" panose="02040503050406030204" pitchFamily="18" charset="0"/>
                            </a:rPr>
                          </m:ctrlPr>
                        </m:sSubPr>
                        <m:e>
                          <m:r>
                            <m:rPr>
                              <m:sty m:val="p"/>
                            </m:rPr>
                            <a:rPr lang="de-DE" sz="2400" b="0" i="1" smtClean="0">
                              <a:solidFill>
                                <a:srgbClr val="C00000"/>
                              </a:solidFill>
                              <a:latin typeface="Cambria Math" panose="02040503050406030204" pitchFamily="18" charset="0"/>
                            </a:rPr>
                            <m:t>m</m:t>
                          </m:r>
                        </m:e>
                        <m:sub>
                          <m:r>
                            <m:rPr>
                              <m:sty m:val="p"/>
                            </m:rPr>
                            <a:rPr lang="de-DE" sz="2400" b="0" i="1" smtClean="0">
                              <a:solidFill>
                                <a:srgbClr val="C00000"/>
                              </a:solidFill>
                              <a:latin typeface="Cambria Math" panose="02040503050406030204" pitchFamily="18" charset="0"/>
                            </a:rPr>
                            <m:t>F</m:t>
                          </m:r>
                        </m:sub>
                      </m:sSub>
                    </m:oMath>
                  </m:oMathPara>
                </a14:m>
                <a:endParaRPr lang="en-US" sz="2400" dirty="0"/>
              </a:p>
            </p:txBody>
          </p:sp>
        </mc:Choice>
        <mc:Fallback xmlns="">
          <p:sp>
            <p:nvSpPr>
              <p:cNvPr id="55" name="TextBox 54">
                <a:extLst>
                  <a:ext uri="{FF2B5EF4-FFF2-40B4-BE49-F238E27FC236}">
                    <a16:creationId xmlns:a16="http://schemas.microsoft.com/office/drawing/2014/main" id="{889A248C-BD20-E2B0-9ECE-C165A35144C8}"/>
                  </a:ext>
                </a:extLst>
              </p:cNvPr>
              <p:cNvSpPr txBox="1">
                <a:spLocks noRot="1" noChangeAspect="1" noMove="1" noResize="1" noEditPoints="1" noAdjustHandles="1" noChangeArrowheads="1" noChangeShapeType="1" noTextEdit="1"/>
              </p:cNvSpPr>
              <p:nvPr/>
            </p:nvSpPr>
            <p:spPr>
              <a:xfrm>
                <a:off x="5697765" y="3725129"/>
                <a:ext cx="464807" cy="369332"/>
              </a:xfrm>
              <a:prstGeom prst="rect">
                <a:avLst/>
              </a:prstGeom>
              <a:blipFill>
                <a:blip r:embed="rId22"/>
                <a:stretch>
                  <a:fillRect l="-10526" r="-7895" b="-1311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9089B183-E32B-933F-7BBF-F2638A043F9E}"/>
                  </a:ext>
                </a:extLst>
              </p:cNvPr>
              <p:cNvSpPr txBox="1"/>
              <p:nvPr/>
            </p:nvSpPr>
            <p:spPr>
              <a:xfrm>
                <a:off x="5697765" y="4129610"/>
                <a:ext cx="458395" cy="369332"/>
              </a:xfrm>
              <a:prstGeom prst="rect">
                <a:avLst/>
              </a:prstGeom>
              <a:noFill/>
            </p:spPr>
            <p:txBody>
              <a:bodyPr wrap="none" lIns="0" tIns="0" rIns="0" bIns="0" rtlCol="0">
                <a:spAutoFit/>
              </a:bodyPr>
              <a:lstStyle/>
              <a:p>
                <a:pPr/>
                <a14:m>
                  <m:oMathPara xmlns:m="http://schemas.openxmlformats.org/officeDocument/2006/math">
                    <m:oMath>
                      <m:sSub>
                        <m:sSubPr>
                          <m:ctrlPr>
                            <a:rPr lang="de-DE" sz="2400" b="0" i="1" smtClean="0">
                              <a:solidFill>
                                <a:srgbClr val="C00000"/>
                              </a:solidFill>
                              <a:latin typeface="Cambria Math" panose="02040503050406030204" pitchFamily="18" charset="0"/>
                            </a:rPr>
                          </m:ctrlPr>
                        </m:sSubPr>
                        <m:e>
                          <m:r>
                            <m:rPr>
                              <m:sty m:val="p"/>
                            </m:rPr>
                            <a:rPr lang="de-DE" sz="2400" b="0" i="1" smtClean="0">
                              <a:solidFill>
                                <a:srgbClr val="C00000"/>
                              </a:solidFill>
                              <a:latin typeface="Cambria Math" panose="02040503050406030204" pitchFamily="18" charset="0"/>
                            </a:rPr>
                            <m:t>m</m:t>
                          </m:r>
                        </m:e>
                        <m:sub>
                          <m:r>
                            <m:rPr>
                              <m:sty m:val="p"/>
                            </m:rPr>
                            <a:rPr lang="de-DE" sz="2400" b="0" i="1" smtClean="0">
                              <a:solidFill>
                                <a:srgbClr val="C00000"/>
                              </a:solidFill>
                              <a:latin typeface="Cambria Math" panose="02040503050406030204" pitchFamily="18" charset="0"/>
                            </a:rPr>
                            <m:t>S</m:t>
                          </m:r>
                        </m:sub>
                      </m:sSub>
                    </m:oMath>
                  </m:oMathPara>
                </a14:m>
                <a:endParaRPr lang="en-US" sz="2400" dirty="0"/>
              </a:p>
            </p:txBody>
          </p:sp>
        </mc:Choice>
        <mc:Fallback xmlns="">
          <p:sp>
            <p:nvSpPr>
              <p:cNvPr id="56" name="TextBox 55">
                <a:extLst>
                  <a:ext uri="{FF2B5EF4-FFF2-40B4-BE49-F238E27FC236}">
                    <a16:creationId xmlns:a16="http://schemas.microsoft.com/office/drawing/2014/main" id="{9089B183-E32B-933F-7BBF-F2638A043F9E}"/>
                  </a:ext>
                </a:extLst>
              </p:cNvPr>
              <p:cNvSpPr txBox="1">
                <a:spLocks noRot="1" noChangeAspect="1" noMove="1" noResize="1" noEditPoints="1" noAdjustHandles="1" noChangeArrowheads="1" noChangeShapeType="1" noTextEdit="1"/>
              </p:cNvSpPr>
              <p:nvPr/>
            </p:nvSpPr>
            <p:spPr>
              <a:xfrm>
                <a:off x="5697765" y="4129610"/>
                <a:ext cx="458395" cy="369332"/>
              </a:xfrm>
              <a:prstGeom prst="rect">
                <a:avLst/>
              </a:prstGeom>
              <a:blipFill>
                <a:blip r:embed="rId23"/>
                <a:stretch>
                  <a:fillRect l="-10667" r="-8000" b="-13115"/>
                </a:stretch>
              </a:blipFill>
            </p:spPr>
            <p:txBody>
              <a:bodyPr/>
              <a:lstStyle/>
              <a:p>
                <a:r>
                  <a:rPr lang="en-US">
                    <a:noFill/>
                  </a:rPr>
                  <a:t> </a:t>
                </a:r>
              </a:p>
            </p:txBody>
          </p:sp>
        </mc:Fallback>
      </mc:AlternateContent>
      <p:sp>
        <p:nvSpPr>
          <p:cNvPr id="57" name="Rectangle: Rounded Corners 56">
            <a:extLst>
              <a:ext uri="{FF2B5EF4-FFF2-40B4-BE49-F238E27FC236}">
                <a16:creationId xmlns:a16="http://schemas.microsoft.com/office/drawing/2014/main" id="{BD9F084C-E49A-CA19-8E71-2E940BA507CB}"/>
              </a:ext>
            </a:extLst>
          </p:cNvPr>
          <p:cNvSpPr/>
          <p:nvPr/>
        </p:nvSpPr>
        <p:spPr>
          <a:xfrm>
            <a:off x="7534713" y="1620608"/>
            <a:ext cx="1461569" cy="2923973"/>
          </a:xfrm>
          <a:prstGeom prst="roundRect">
            <a:avLst>
              <a:gd name="adj" fmla="val 12604"/>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Rounded Corners 57">
            <a:extLst>
              <a:ext uri="{FF2B5EF4-FFF2-40B4-BE49-F238E27FC236}">
                <a16:creationId xmlns:a16="http://schemas.microsoft.com/office/drawing/2014/main" id="{5D7FF444-BE34-9578-729E-36F93F99D810}"/>
              </a:ext>
            </a:extLst>
          </p:cNvPr>
          <p:cNvSpPr/>
          <p:nvPr/>
        </p:nvSpPr>
        <p:spPr>
          <a:xfrm>
            <a:off x="5618675" y="3769098"/>
            <a:ext cx="3377608" cy="775483"/>
          </a:xfrm>
          <a:prstGeom prst="roundRect">
            <a:avLst>
              <a:gd name="adj" fmla="val 22563"/>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71" name="TextBox 70">
                <a:extLst>
                  <a:ext uri="{FF2B5EF4-FFF2-40B4-BE49-F238E27FC236}">
                    <a16:creationId xmlns:a16="http://schemas.microsoft.com/office/drawing/2014/main" id="{573D483F-EBCC-3FCF-66C9-D1ACEF1C4399}"/>
                  </a:ext>
                </a:extLst>
              </p:cNvPr>
              <p:cNvSpPr txBox="1"/>
              <p:nvPr/>
            </p:nvSpPr>
            <p:spPr>
              <a:xfrm>
                <a:off x="7052754" y="3726610"/>
                <a:ext cx="341440" cy="430887"/>
              </a:xfrm>
              <a:prstGeom prst="rect">
                <a:avLst/>
              </a:prstGeom>
              <a:noFill/>
            </p:spPr>
            <p:txBody>
              <a:bodyPr wrap="none" lIns="0" tIns="0" rIns="0" bIns="0" rtlCol="0">
                <a:spAutoFit/>
              </a:bodyPr>
              <a:lstStyle/>
              <a:p>
                <a:pPr/>
                <a14:m>
                  <m:oMathPara xmlns:m="http://schemas.openxmlformats.org/officeDocument/2006/math">
                    <m:oMath>
                      <m:r>
                        <a:rPr lang="en-US" sz="2800" b="1" i="1" smtClean="0">
                          <a:latin typeface="Cambria Math" panose="02040503050406030204" pitchFamily="18" charset="0"/>
                          <a:ea typeface="Cambria Math" panose="02040503050406030204" pitchFamily="18" charset="0"/>
                        </a:rPr>
                        <m:t>−</m:t>
                      </m:r>
                    </m:oMath>
                  </m:oMathPara>
                </a14:m>
                <a:endParaRPr lang="en-US" sz="2800" b="1" dirty="0"/>
              </a:p>
            </p:txBody>
          </p:sp>
        </mc:Choice>
        <mc:Fallback xmlns="">
          <p:sp>
            <p:nvSpPr>
              <p:cNvPr id="71" name="TextBox 70">
                <a:extLst>
                  <a:ext uri="{FF2B5EF4-FFF2-40B4-BE49-F238E27FC236}">
                    <a16:creationId xmlns:a16="http://schemas.microsoft.com/office/drawing/2014/main" id="{573D483F-EBCC-3FCF-66C9-D1ACEF1C4399}"/>
                  </a:ext>
                </a:extLst>
              </p:cNvPr>
              <p:cNvSpPr txBox="1">
                <a:spLocks noRot="1" noChangeAspect="1" noMove="1" noResize="1" noEditPoints="1" noAdjustHandles="1" noChangeArrowheads="1" noChangeShapeType="1" noTextEdit="1"/>
              </p:cNvSpPr>
              <p:nvPr/>
            </p:nvSpPr>
            <p:spPr>
              <a:xfrm>
                <a:off x="7052754" y="3726610"/>
                <a:ext cx="341440" cy="430887"/>
              </a:xfrm>
              <a:prstGeom prst="rect">
                <a:avLst/>
              </a:prstGeom>
              <a:blipFill>
                <a:blip r:embed="rId2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5" name="TextBox 74">
                <a:extLst>
                  <a:ext uri="{FF2B5EF4-FFF2-40B4-BE49-F238E27FC236}">
                    <a16:creationId xmlns:a16="http://schemas.microsoft.com/office/drawing/2014/main" id="{CB15EEBE-BC61-4790-3F89-59F9EB4B42FA}"/>
                  </a:ext>
                </a:extLst>
              </p:cNvPr>
              <p:cNvSpPr txBox="1"/>
              <p:nvPr/>
            </p:nvSpPr>
            <p:spPr>
              <a:xfrm>
                <a:off x="7054635" y="2494628"/>
                <a:ext cx="341440" cy="430887"/>
              </a:xfrm>
              <a:prstGeom prst="rect">
                <a:avLst/>
              </a:prstGeom>
              <a:noFill/>
            </p:spPr>
            <p:txBody>
              <a:bodyPr wrap="none" lIns="0" tIns="0" rIns="0" bIns="0" rtlCol="0">
                <a:spAutoFit/>
              </a:bodyPr>
              <a:lstStyle/>
              <a:p>
                <a:pPr/>
                <a14:m>
                  <m:oMathPara xmlns:m="http://schemas.openxmlformats.org/officeDocument/2006/math">
                    <m:oMath>
                      <m:r>
                        <a:rPr lang="de-DE" sz="2800" b="1" i="0" smtClean="0">
                          <a:latin typeface="Cambria Math" panose="02040503050406030204" pitchFamily="18" charset="0"/>
                          <a:ea typeface="Cambria Math" panose="02040503050406030204" pitchFamily="18" charset="0"/>
                        </a:rPr>
                        <m:t>+</m:t>
                      </m:r>
                    </m:oMath>
                  </m:oMathPara>
                </a14:m>
                <a:endParaRPr lang="en-US" sz="2800" b="1" dirty="0"/>
              </a:p>
            </p:txBody>
          </p:sp>
        </mc:Choice>
        <mc:Fallback xmlns="">
          <p:sp>
            <p:nvSpPr>
              <p:cNvPr id="75" name="TextBox 74">
                <a:extLst>
                  <a:ext uri="{FF2B5EF4-FFF2-40B4-BE49-F238E27FC236}">
                    <a16:creationId xmlns:a16="http://schemas.microsoft.com/office/drawing/2014/main" id="{CB15EEBE-BC61-4790-3F89-59F9EB4B42FA}"/>
                  </a:ext>
                </a:extLst>
              </p:cNvPr>
              <p:cNvSpPr txBox="1">
                <a:spLocks noRot="1" noChangeAspect="1" noMove="1" noResize="1" noEditPoints="1" noAdjustHandles="1" noChangeArrowheads="1" noChangeShapeType="1" noTextEdit="1"/>
              </p:cNvSpPr>
              <p:nvPr/>
            </p:nvSpPr>
            <p:spPr>
              <a:xfrm>
                <a:off x="7054635" y="2494628"/>
                <a:ext cx="341440" cy="430887"/>
              </a:xfrm>
              <a:prstGeom prst="rect">
                <a:avLst/>
              </a:prstGeom>
              <a:blipFill>
                <a:blip r:embed="rId2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6" name="TextBox 75">
                <a:extLst>
                  <a:ext uri="{FF2B5EF4-FFF2-40B4-BE49-F238E27FC236}">
                    <a16:creationId xmlns:a16="http://schemas.microsoft.com/office/drawing/2014/main" id="{2DF672C5-8205-19DD-B758-9863C0ACCEB7}"/>
                  </a:ext>
                </a:extLst>
              </p:cNvPr>
              <p:cNvSpPr txBox="1"/>
              <p:nvPr/>
            </p:nvSpPr>
            <p:spPr>
              <a:xfrm>
                <a:off x="7052754" y="4150223"/>
                <a:ext cx="341440" cy="430887"/>
              </a:xfrm>
              <a:prstGeom prst="rect">
                <a:avLst/>
              </a:prstGeom>
              <a:noFill/>
            </p:spPr>
            <p:txBody>
              <a:bodyPr wrap="none" lIns="0" tIns="0" rIns="0" bIns="0" rtlCol="0">
                <a:spAutoFit/>
              </a:bodyPr>
              <a:lstStyle/>
              <a:p>
                <a:pPr/>
                <a14:m>
                  <m:oMathPara xmlns:m="http://schemas.openxmlformats.org/officeDocument/2006/math">
                    <m:oMath>
                      <m:r>
                        <a:rPr lang="en-US" sz="2800" b="1" i="1" smtClean="0">
                          <a:latin typeface="Cambria Math" panose="02040503050406030204" pitchFamily="18" charset="0"/>
                          <a:ea typeface="Cambria Math" panose="02040503050406030204" pitchFamily="18" charset="0"/>
                        </a:rPr>
                        <m:t>−</m:t>
                      </m:r>
                    </m:oMath>
                  </m:oMathPara>
                </a14:m>
                <a:endParaRPr lang="en-US" sz="2800" b="1" dirty="0"/>
              </a:p>
            </p:txBody>
          </p:sp>
        </mc:Choice>
        <mc:Fallback xmlns="">
          <p:sp>
            <p:nvSpPr>
              <p:cNvPr id="76" name="TextBox 75">
                <a:extLst>
                  <a:ext uri="{FF2B5EF4-FFF2-40B4-BE49-F238E27FC236}">
                    <a16:creationId xmlns:a16="http://schemas.microsoft.com/office/drawing/2014/main" id="{2DF672C5-8205-19DD-B758-9863C0ACCEB7}"/>
                  </a:ext>
                </a:extLst>
              </p:cNvPr>
              <p:cNvSpPr txBox="1">
                <a:spLocks noRot="1" noChangeAspect="1" noMove="1" noResize="1" noEditPoints="1" noAdjustHandles="1" noChangeArrowheads="1" noChangeShapeType="1" noTextEdit="1"/>
              </p:cNvSpPr>
              <p:nvPr/>
            </p:nvSpPr>
            <p:spPr>
              <a:xfrm>
                <a:off x="7052754" y="4150223"/>
                <a:ext cx="341440" cy="430887"/>
              </a:xfrm>
              <a:prstGeom prst="rect">
                <a:avLst/>
              </a:prstGeom>
              <a:blipFill>
                <a:blip r:embed="rId2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38D6F031-5FAD-DA1B-8969-88714964CA4E}"/>
                  </a:ext>
                </a:extLst>
              </p:cNvPr>
              <p:cNvSpPr txBox="1"/>
              <p:nvPr/>
            </p:nvSpPr>
            <p:spPr>
              <a:xfrm>
                <a:off x="7737892" y="2915085"/>
                <a:ext cx="341440" cy="430887"/>
              </a:xfrm>
              <a:prstGeom prst="rect">
                <a:avLst/>
              </a:prstGeom>
              <a:noFill/>
            </p:spPr>
            <p:txBody>
              <a:bodyPr wrap="none" lIns="0" tIns="0" rIns="0" bIns="0" rtlCol="0">
                <a:spAutoFit/>
              </a:bodyPr>
              <a:lstStyle/>
              <a:p>
                <a:pPr/>
                <a14:m>
                  <m:oMathPara xmlns:m="http://schemas.openxmlformats.org/officeDocument/2006/math">
                    <m:oMath>
                      <m:r>
                        <a:rPr lang="en-US" sz="2800" b="1" i="1" smtClean="0">
                          <a:latin typeface="Cambria Math" panose="02040503050406030204" pitchFamily="18" charset="0"/>
                          <a:ea typeface="Cambria Math" panose="02040503050406030204" pitchFamily="18" charset="0"/>
                        </a:rPr>
                        <m:t>−</m:t>
                      </m:r>
                    </m:oMath>
                  </m:oMathPara>
                </a14:m>
                <a:endParaRPr lang="en-US" sz="2800" b="1" dirty="0"/>
              </a:p>
            </p:txBody>
          </p:sp>
        </mc:Choice>
        <mc:Fallback xmlns="">
          <p:sp>
            <p:nvSpPr>
              <p:cNvPr id="4" name="TextBox 3">
                <a:extLst>
                  <a:ext uri="{FF2B5EF4-FFF2-40B4-BE49-F238E27FC236}">
                    <a16:creationId xmlns:a16="http://schemas.microsoft.com/office/drawing/2014/main" id="{38D6F031-5FAD-DA1B-8969-88714964CA4E}"/>
                  </a:ext>
                </a:extLst>
              </p:cNvPr>
              <p:cNvSpPr txBox="1">
                <a:spLocks noRot="1" noChangeAspect="1" noMove="1" noResize="1" noEditPoints="1" noAdjustHandles="1" noChangeArrowheads="1" noChangeShapeType="1" noTextEdit="1"/>
              </p:cNvSpPr>
              <p:nvPr/>
            </p:nvSpPr>
            <p:spPr>
              <a:xfrm>
                <a:off x="7737892" y="2915085"/>
                <a:ext cx="341440" cy="430887"/>
              </a:xfrm>
              <a:prstGeom prst="rect">
                <a:avLst/>
              </a:prstGeom>
              <a:blipFill>
                <a:blip r:embed="rId2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FAEF5BEF-E5FE-EC0D-A60C-40302E15086D}"/>
                  </a:ext>
                </a:extLst>
              </p:cNvPr>
              <p:cNvSpPr txBox="1"/>
              <p:nvPr/>
            </p:nvSpPr>
            <p:spPr>
              <a:xfrm>
                <a:off x="7737892" y="3715864"/>
                <a:ext cx="341440" cy="430887"/>
              </a:xfrm>
              <a:prstGeom prst="rect">
                <a:avLst/>
              </a:prstGeom>
              <a:noFill/>
            </p:spPr>
            <p:txBody>
              <a:bodyPr wrap="none" lIns="0" tIns="0" rIns="0" bIns="0" rtlCol="0">
                <a:spAutoFit/>
              </a:bodyPr>
              <a:lstStyle/>
              <a:p>
                <a:pPr/>
                <a14:m>
                  <m:oMathPara xmlns:m="http://schemas.openxmlformats.org/officeDocument/2006/math">
                    <m:oMath>
                      <m:r>
                        <a:rPr lang="de-DE" sz="2800" b="1" i="0" smtClean="0">
                          <a:latin typeface="Cambria Math" panose="02040503050406030204" pitchFamily="18" charset="0"/>
                          <a:ea typeface="Cambria Math" panose="02040503050406030204" pitchFamily="18" charset="0"/>
                        </a:rPr>
                        <m:t>+</m:t>
                      </m:r>
                    </m:oMath>
                  </m:oMathPara>
                </a14:m>
                <a:endParaRPr lang="en-US" sz="2800" b="1" dirty="0"/>
              </a:p>
            </p:txBody>
          </p:sp>
        </mc:Choice>
        <mc:Fallback xmlns="">
          <p:sp>
            <p:nvSpPr>
              <p:cNvPr id="7" name="TextBox 6">
                <a:extLst>
                  <a:ext uri="{FF2B5EF4-FFF2-40B4-BE49-F238E27FC236}">
                    <a16:creationId xmlns:a16="http://schemas.microsoft.com/office/drawing/2014/main" id="{FAEF5BEF-E5FE-EC0D-A60C-40302E15086D}"/>
                  </a:ext>
                </a:extLst>
              </p:cNvPr>
              <p:cNvSpPr txBox="1">
                <a:spLocks noRot="1" noChangeAspect="1" noMove="1" noResize="1" noEditPoints="1" noAdjustHandles="1" noChangeArrowheads="1" noChangeShapeType="1" noTextEdit="1"/>
              </p:cNvSpPr>
              <p:nvPr/>
            </p:nvSpPr>
            <p:spPr>
              <a:xfrm>
                <a:off x="7737892" y="3715864"/>
                <a:ext cx="341440" cy="430887"/>
              </a:xfrm>
              <a:prstGeom prst="rect">
                <a:avLst/>
              </a:prstGeom>
              <a:blipFill>
                <a:blip r:embed="rId2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44FE513F-EDD4-2960-267F-1734BE69F202}"/>
                  </a:ext>
                </a:extLst>
              </p:cNvPr>
              <p:cNvSpPr txBox="1"/>
              <p:nvPr/>
            </p:nvSpPr>
            <p:spPr>
              <a:xfrm>
                <a:off x="8420321" y="4142898"/>
                <a:ext cx="341440" cy="430887"/>
              </a:xfrm>
              <a:prstGeom prst="rect">
                <a:avLst/>
              </a:prstGeom>
              <a:noFill/>
            </p:spPr>
            <p:txBody>
              <a:bodyPr wrap="none" lIns="0" tIns="0" rIns="0" bIns="0" rtlCol="0">
                <a:spAutoFit/>
              </a:bodyPr>
              <a:lstStyle/>
              <a:p>
                <a:pPr/>
                <a14:m>
                  <m:oMathPara xmlns:m="http://schemas.openxmlformats.org/officeDocument/2006/math">
                    <m:oMath>
                      <m:r>
                        <a:rPr lang="de-DE" sz="2800" b="1" i="0" smtClean="0">
                          <a:latin typeface="Cambria Math" panose="02040503050406030204" pitchFamily="18" charset="0"/>
                          <a:ea typeface="Cambria Math" panose="02040503050406030204" pitchFamily="18" charset="0"/>
                        </a:rPr>
                        <m:t>+</m:t>
                      </m:r>
                    </m:oMath>
                  </m:oMathPara>
                </a14:m>
                <a:endParaRPr lang="en-US" sz="2800" b="1" dirty="0"/>
              </a:p>
            </p:txBody>
          </p:sp>
        </mc:Choice>
        <mc:Fallback xmlns="">
          <p:sp>
            <p:nvSpPr>
              <p:cNvPr id="8" name="TextBox 7">
                <a:extLst>
                  <a:ext uri="{FF2B5EF4-FFF2-40B4-BE49-F238E27FC236}">
                    <a16:creationId xmlns:a16="http://schemas.microsoft.com/office/drawing/2014/main" id="{44FE513F-EDD4-2960-267F-1734BE69F202}"/>
                  </a:ext>
                </a:extLst>
              </p:cNvPr>
              <p:cNvSpPr txBox="1">
                <a:spLocks noRot="1" noChangeAspect="1" noMove="1" noResize="1" noEditPoints="1" noAdjustHandles="1" noChangeArrowheads="1" noChangeShapeType="1" noTextEdit="1"/>
              </p:cNvSpPr>
              <p:nvPr/>
            </p:nvSpPr>
            <p:spPr>
              <a:xfrm>
                <a:off x="8420321" y="4142898"/>
                <a:ext cx="341440" cy="430887"/>
              </a:xfrm>
              <a:prstGeom prst="rect">
                <a:avLst/>
              </a:prstGeom>
              <a:blipFill>
                <a:blip r:embed="rId2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2ABB3C06-E22D-08FC-8D9F-B7D631F4265D}"/>
                  </a:ext>
                </a:extLst>
              </p:cNvPr>
              <p:cNvSpPr txBox="1"/>
              <p:nvPr/>
            </p:nvSpPr>
            <p:spPr>
              <a:xfrm>
                <a:off x="8412336" y="3316966"/>
                <a:ext cx="341440" cy="430887"/>
              </a:xfrm>
              <a:prstGeom prst="rect">
                <a:avLst/>
              </a:prstGeom>
              <a:noFill/>
            </p:spPr>
            <p:txBody>
              <a:bodyPr wrap="none" lIns="0" tIns="0" rIns="0" bIns="0" rtlCol="0">
                <a:spAutoFit/>
              </a:bodyPr>
              <a:lstStyle/>
              <a:p>
                <a:pPr/>
                <a14:m>
                  <m:oMathPara xmlns:m="http://schemas.openxmlformats.org/officeDocument/2006/math">
                    <m:oMath>
                      <m:r>
                        <a:rPr lang="en-US" sz="2800" b="1" i="1" smtClean="0">
                          <a:latin typeface="Cambria Math" panose="02040503050406030204" pitchFamily="18" charset="0"/>
                          <a:ea typeface="Cambria Math" panose="02040503050406030204" pitchFamily="18" charset="0"/>
                        </a:rPr>
                        <m:t>−</m:t>
                      </m:r>
                    </m:oMath>
                  </m:oMathPara>
                </a14:m>
                <a:endParaRPr lang="en-US" sz="2800" b="1" dirty="0"/>
              </a:p>
            </p:txBody>
          </p:sp>
        </mc:Choice>
        <mc:Fallback xmlns="">
          <p:sp>
            <p:nvSpPr>
              <p:cNvPr id="9" name="TextBox 8">
                <a:extLst>
                  <a:ext uri="{FF2B5EF4-FFF2-40B4-BE49-F238E27FC236}">
                    <a16:creationId xmlns:a16="http://schemas.microsoft.com/office/drawing/2014/main" id="{2ABB3C06-E22D-08FC-8D9F-B7D631F4265D}"/>
                  </a:ext>
                </a:extLst>
              </p:cNvPr>
              <p:cNvSpPr txBox="1">
                <a:spLocks noRot="1" noChangeAspect="1" noMove="1" noResize="1" noEditPoints="1" noAdjustHandles="1" noChangeArrowheads="1" noChangeShapeType="1" noTextEdit="1"/>
              </p:cNvSpPr>
              <p:nvPr/>
            </p:nvSpPr>
            <p:spPr>
              <a:xfrm>
                <a:off x="8412336" y="3316966"/>
                <a:ext cx="341440" cy="430887"/>
              </a:xfrm>
              <a:prstGeom prst="rect">
                <a:avLst/>
              </a:prstGeom>
              <a:blipFill>
                <a:blip r:embed="rId3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6EB14F98-25D0-071F-1682-0644971C586A}"/>
                  </a:ext>
                </a:extLst>
              </p:cNvPr>
              <p:cNvSpPr txBox="1"/>
              <p:nvPr/>
            </p:nvSpPr>
            <p:spPr>
              <a:xfrm>
                <a:off x="5684090" y="2042576"/>
                <a:ext cx="461600" cy="369332"/>
              </a:xfrm>
              <a:prstGeom prst="rect">
                <a:avLst/>
              </a:prstGeom>
              <a:noFill/>
            </p:spPr>
            <p:txBody>
              <a:bodyPr wrap="none" lIns="0" tIns="0" rIns="0" bIns="0" rtlCol="0">
                <a:spAutoFit/>
              </a:bodyPr>
              <a:lstStyle/>
              <a:p>
                <a:pPr/>
                <a14:m>
                  <m:oMathPara xmlns:m="http://schemas.openxmlformats.org/officeDocument/2006/math">
                    <m:oMath>
                      <m:sSub>
                        <m:sSubPr>
                          <m:ctrlPr>
                            <a:rPr lang="de-DE" sz="2400" b="0" i="1" smtClean="0">
                              <a:solidFill>
                                <a:schemeClr val="tx1"/>
                              </a:solidFill>
                              <a:latin typeface="Cambria Math" panose="02040503050406030204" pitchFamily="18" charset="0"/>
                            </a:rPr>
                          </m:ctrlPr>
                        </m:sSubPr>
                        <m:e>
                          <m:r>
                            <m:rPr>
                              <m:sty m:val="p"/>
                            </m:rPr>
                            <a:rPr lang="de-DE" sz="2400" b="0" i="1" smtClean="0">
                              <a:solidFill>
                                <a:schemeClr val="tx1"/>
                              </a:solidFill>
                              <a:latin typeface="Cambria Math" panose="02040503050406030204" pitchFamily="18" charset="0"/>
                            </a:rPr>
                            <m:t>m</m:t>
                          </m:r>
                        </m:e>
                        <m:sub>
                          <m:r>
                            <a:rPr lang="de-DE" sz="2400" b="0" i="1" smtClean="0">
                              <a:solidFill>
                                <a:schemeClr val="tx1"/>
                              </a:solidFill>
                              <a:latin typeface="Cambria Math" panose="02040503050406030204" pitchFamily="18" charset="0"/>
                            </a:rPr>
                            <m:t>0</m:t>
                          </m:r>
                        </m:sub>
                      </m:sSub>
                    </m:oMath>
                  </m:oMathPara>
                </a14:m>
                <a:endParaRPr lang="en-US" sz="2400" dirty="0">
                  <a:solidFill>
                    <a:schemeClr val="tx1"/>
                  </a:solidFill>
                </a:endParaRPr>
              </a:p>
            </p:txBody>
          </p:sp>
        </mc:Choice>
        <mc:Fallback xmlns="">
          <p:sp>
            <p:nvSpPr>
              <p:cNvPr id="12" name="TextBox 11">
                <a:extLst>
                  <a:ext uri="{FF2B5EF4-FFF2-40B4-BE49-F238E27FC236}">
                    <a16:creationId xmlns:a16="http://schemas.microsoft.com/office/drawing/2014/main" id="{6EB14F98-25D0-071F-1682-0644971C586A}"/>
                  </a:ext>
                </a:extLst>
              </p:cNvPr>
              <p:cNvSpPr txBox="1">
                <a:spLocks noRot="1" noChangeAspect="1" noMove="1" noResize="1" noEditPoints="1" noAdjustHandles="1" noChangeArrowheads="1" noChangeShapeType="1" noTextEdit="1"/>
              </p:cNvSpPr>
              <p:nvPr/>
            </p:nvSpPr>
            <p:spPr>
              <a:xfrm>
                <a:off x="5684090" y="2042576"/>
                <a:ext cx="461600" cy="369332"/>
              </a:xfrm>
              <a:prstGeom prst="rect">
                <a:avLst/>
              </a:prstGeom>
              <a:blipFill>
                <a:blip r:embed="rId31"/>
                <a:stretch>
                  <a:fillRect l="-9211" r="-5263" b="-11475"/>
                </a:stretch>
              </a:blipFill>
            </p:spPr>
            <p:txBody>
              <a:bodyPr/>
              <a:lstStyle/>
              <a:p>
                <a:r>
                  <a:rPr lang="en-US">
                    <a:noFill/>
                  </a:rPr>
                  <a:t> </a:t>
                </a:r>
              </a:p>
            </p:txBody>
          </p:sp>
        </mc:Fallback>
      </mc:AlternateContent>
    </p:spTree>
    <p:extLst>
      <p:ext uri="{BB962C8B-B14F-4D97-AF65-F5344CB8AC3E}">
        <p14:creationId xmlns:p14="http://schemas.microsoft.com/office/powerpoint/2010/main" val="52100181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90F049A-B23C-55AD-CA77-AB25A905B9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61F181-4ADE-D964-09CC-C8D836466C1E}"/>
              </a:ext>
            </a:extLst>
          </p:cNvPr>
          <p:cNvSpPr>
            <a:spLocks noGrp="1"/>
          </p:cNvSpPr>
          <p:nvPr>
            <p:ph type="title"/>
          </p:nvPr>
        </p:nvSpPr>
        <p:spPr>
          <a:xfrm>
            <a:off x="129539" y="170815"/>
            <a:ext cx="7173785" cy="720725"/>
          </a:xfrm>
        </p:spPr>
        <p:txBody>
          <a:bodyPr>
            <a:normAutofit/>
          </a:bodyPr>
          <a:lstStyle/>
          <a:p>
            <a:r>
              <a:rPr lang="de-DE" sz="3600" dirty="0"/>
              <a:t>Mapping a 2-neuron NN</a:t>
            </a:r>
            <a:endParaRPr lang="en-US" sz="3600" dirty="0"/>
          </a:p>
        </p:txBody>
      </p:sp>
      <p:sp>
        <p:nvSpPr>
          <p:cNvPr id="17" name="Oval 16">
            <a:extLst>
              <a:ext uri="{FF2B5EF4-FFF2-40B4-BE49-F238E27FC236}">
                <a16:creationId xmlns:a16="http://schemas.microsoft.com/office/drawing/2014/main" id="{6FFB7F3E-E900-04DD-1A93-641B8ABB4996}"/>
              </a:ext>
            </a:extLst>
          </p:cNvPr>
          <p:cNvSpPr>
            <a:spLocks noChangeAspect="1"/>
          </p:cNvSpPr>
          <p:nvPr/>
        </p:nvSpPr>
        <p:spPr>
          <a:xfrm>
            <a:off x="2113074" y="1441546"/>
            <a:ext cx="482803" cy="48280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08E8E179-29D3-D4AB-EDFD-220D5D4CEBC5}"/>
              </a:ext>
            </a:extLst>
          </p:cNvPr>
          <p:cNvSpPr>
            <a:spLocks noChangeAspect="1"/>
          </p:cNvSpPr>
          <p:nvPr/>
        </p:nvSpPr>
        <p:spPr>
          <a:xfrm>
            <a:off x="2124504" y="3644138"/>
            <a:ext cx="482803" cy="48280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1" name="Straight Arrow Connector 20">
            <a:extLst>
              <a:ext uri="{FF2B5EF4-FFF2-40B4-BE49-F238E27FC236}">
                <a16:creationId xmlns:a16="http://schemas.microsoft.com/office/drawing/2014/main" id="{E8FC26F2-246B-7F53-C700-EE8F18F79A85}"/>
              </a:ext>
            </a:extLst>
          </p:cNvPr>
          <p:cNvCxnSpPr>
            <a:cxnSpLocks/>
            <a:stCxn id="18" idx="6"/>
            <a:endCxn id="50" idx="3"/>
          </p:cNvCxnSpPr>
          <p:nvPr/>
        </p:nvCxnSpPr>
        <p:spPr>
          <a:xfrm flipV="1">
            <a:off x="2607307" y="2945906"/>
            <a:ext cx="949803" cy="939634"/>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07F4B16D-34BC-DC9B-2AFF-D54357044144}"/>
              </a:ext>
            </a:extLst>
          </p:cNvPr>
          <p:cNvCxnSpPr>
            <a:cxnSpLocks/>
            <a:stCxn id="17" idx="6"/>
            <a:endCxn id="50" idx="1"/>
          </p:cNvCxnSpPr>
          <p:nvPr/>
        </p:nvCxnSpPr>
        <p:spPr>
          <a:xfrm>
            <a:off x="2595877" y="1682948"/>
            <a:ext cx="961233" cy="921565"/>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3FF3DFC2-560D-EEA0-CD7F-E2491A78C375}"/>
                  </a:ext>
                </a:extLst>
              </p:cNvPr>
              <p:cNvSpPr txBox="1"/>
              <p:nvPr/>
            </p:nvSpPr>
            <p:spPr>
              <a:xfrm>
                <a:off x="2704377" y="1556759"/>
                <a:ext cx="1006792" cy="461665"/>
              </a:xfrm>
              <a:prstGeom prst="rect">
                <a:avLst/>
              </a:prstGeom>
              <a:noFill/>
            </p:spPr>
            <p:txBody>
              <a:bodyPr wrap="square">
                <a:spAutoFit/>
              </a:bodyPr>
              <a:lstStyle/>
              <a:p>
                <a:pPr/>
                <a14:m>
                  <m:oMathPara xmlns:m="http://schemas.openxmlformats.org/officeDocument/2006/math">
                    <m:oMath>
                      <m:sSub>
                        <m:sSubPr>
                          <m:ctrlPr>
                            <a:rPr lang="de-DE" sz="2400" b="0" i="0" smtClean="0">
                              <a:solidFill>
                                <a:schemeClr val="tx1"/>
                              </a:solidFill>
                              <a:latin typeface="Cambria Math" panose="02040503050406030204" pitchFamily="18" charset="0"/>
                            </a:rPr>
                          </m:ctrlPr>
                        </m:sSubPr>
                        <m:e>
                          <m:r>
                            <m:rPr>
                              <m:sty m:val="p"/>
                            </m:rPr>
                            <a:rPr lang="de-DE" sz="2400" b="0" i="0" smtClean="0">
                              <a:solidFill>
                                <a:schemeClr val="tx1"/>
                              </a:solidFill>
                              <a:latin typeface="Cambria Math" panose="02040503050406030204" pitchFamily="18" charset="0"/>
                            </a:rPr>
                            <m:t>m</m:t>
                          </m:r>
                        </m:e>
                        <m:sub>
                          <m:r>
                            <m:rPr>
                              <m:sty m:val="p"/>
                            </m:rPr>
                            <a:rPr lang="de-DE" sz="2400" b="0" i="1" smtClean="0">
                              <a:solidFill>
                                <a:schemeClr val="tx1"/>
                              </a:solidFill>
                              <a:latin typeface="Cambria Math" panose="02040503050406030204" pitchFamily="18" charset="0"/>
                            </a:rPr>
                            <m:t>F</m:t>
                          </m:r>
                        </m:sub>
                      </m:sSub>
                    </m:oMath>
                  </m:oMathPara>
                </a14:m>
                <a:endParaRPr lang="en-US" sz="2400" dirty="0">
                  <a:solidFill>
                    <a:schemeClr val="tx1"/>
                  </a:solidFill>
                </a:endParaRPr>
              </a:p>
            </p:txBody>
          </p:sp>
        </mc:Choice>
        <mc:Fallback xmlns="">
          <p:sp>
            <p:nvSpPr>
              <p:cNvPr id="40" name="TextBox 39">
                <a:extLst>
                  <a:ext uri="{FF2B5EF4-FFF2-40B4-BE49-F238E27FC236}">
                    <a16:creationId xmlns:a16="http://schemas.microsoft.com/office/drawing/2014/main" id="{3FF3DFC2-560D-EEA0-CD7F-E2491A78C375}"/>
                  </a:ext>
                </a:extLst>
              </p:cNvPr>
              <p:cNvSpPr txBox="1">
                <a:spLocks noRot="1" noChangeAspect="1" noMove="1" noResize="1" noEditPoints="1" noAdjustHandles="1" noChangeArrowheads="1" noChangeShapeType="1" noTextEdit="1"/>
              </p:cNvSpPr>
              <p:nvPr/>
            </p:nvSpPr>
            <p:spPr>
              <a:xfrm>
                <a:off x="2704377" y="1556759"/>
                <a:ext cx="1006792" cy="461665"/>
              </a:xfrm>
              <a:prstGeom prst="rect">
                <a:avLst/>
              </a:prstGeom>
              <a:blipFill>
                <a:blip r:embed="rId3"/>
                <a:stretch>
                  <a:fillRect b="-13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2A166419-CC10-7513-8790-0B6BADE52DCF}"/>
                  </a:ext>
                </a:extLst>
              </p:cNvPr>
              <p:cNvSpPr txBox="1"/>
              <p:nvPr/>
            </p:nvSpPr>
            <p:spPr>
              <a:xfrm>
                <a:off x="2772963" y="3355534"/>
                <a:ext cx="1006792" cy="461665"/>
              </a:xfrm>
              <a:prstGeom prst="rect">
                <a:avLst/>
              </a:prstGeom>
              <a:noFill/>
            </p:spPr>
            <p:txBody>
              <a:bodyPr wrap="square">
                <a:spAutoFit/>
              </a:bodyPr>
              <a:lstStyle/>
              <a:p>
                <a:pPr/>
                <a14:m>
                  <m:oMathPara xmlns:m="http://schemas.openxmlformats.org/officeDocument/2006/math">
                    <m:oMath>
                      <m:sSub>
                        <m:sSubPr>
                          <m:ctrlPr>
                            <a:rPr lang="de-DE" sz="2400" b="0" i="0" smtClean="0">
                              <a:solidFill>
                                <a:schemeClr val="tx1"/>
                              </a:solidFill>
                              <a:latin typeface="Cambria Math" panose="02040503050406030204" pitchFamily="18" charset="0"/>
                            </a:rPr>
                          </m:ctrlPr>
                        </m:sSubPr>
                        <m:e>
                          <m:r>
                            <m:rPr>
                              <m:sty m:val="p"/>
                            </m:rPr>
                            <a:rPr lang="de-DE" sz="2400" b="0" i="0" smtClean="0">
                              <a:solidFill>
                                <a:schemeClr val="tx1"/>
                              </a:solidFill>
                              <a:latin typeface="Cambria Math" panose="02040503050406030204" pitchFamily="18" charset="0"/>
                            </a:rPr>
                            <m:t>m</m:t>
                          </m:r>
                        </m:e>
                        <m:sub>
                          <m:r>
                            <m:rPr>
                              <m:sty m:val="p"/>
                            </m:rPr>
                            <a:rPr lang="de-DE" sz="2400" b="0" i="1" smtClean="0">
                              <a:solidFill>
                                <a:schemeClr val="tx1"/>
                              </a:solidFill>
                              <a:latin typeface="Cambria Math" panose="02040503050406030204" pitchFamily="18" charset="0"/>
                            </a:rPr>
                            <m:t>S</m:t>
                          </m:r>
                        </m:sub>
                      </m:sSub>
                    </m:oMath>
                  </m:oMathPara>
                </a14:m>
                <a:endParaRPr lang="en-US" sz="2400" dirty="0">
                  <a:solidFill>
                    <a:schemeClr val="tx1"/>
                  </a:solidFill>
                </a:endParaRPr>
              </a:p>
            </p:txBody>
          </p:sp>
        </mc:Choice>
        <mc:Fallback xmlns="">
          <p:sp>
            <p:nvSpPr>
              <p:cNvPr id="3" name="TextBox 2">
                <a:extLst>
                  <a:ext uri="{FF2B5EF4-FFF2-40B4-BE49-F238E27FC236}">
                    <a16:creationId xmlns:a16="http://schemas.microsoft.com/office/drawing/2014/main" id="{2A166419-CC10-7513-8790-0B6BADE52DCF}"/>
                  </a:ext>
                </a:extLst>
              </p:cNvPr>
              <p:cNvSpPr txBox="1">
                <a:spLocks noRot="1" noChangeAspect="1" noMove="1" noResize="1" noEditPoints="1" noAdjustHandles="1" noChangeArrowheads="1" noChangeShapeType="1" noTextEdit="1"/>
              </p:cNvSpPr>
              <p:nvPr/>
            </p:nvSpPr>
            <p:spPr>
              <a:xfrm>
                <a:off x="2772963" y="3355534"/>
                <a:ext cx="1006792" cy="461665"/>
              </a:xfrm>
              <a:prstGeom prst="rect">
                <a:avLst/>
              </a:prstGeom>
              <a:blipFill>
                <a:blip r:embed="rId4"/>
                <a:stretch>
                  <a:fillRect b="-13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8EB8C194-2411-2BD7-5EA5-22E157E18AC5}"/>
                  </a:ext>
                </a:extLst>
              </p:cNvPr>
              <p:cNvSpPr txBox="1"/>
              <p:nvPr/>
            </p:nvSpPr>
            <p:spPr>
              <a:xfrm>
                <a:off x="650719" y="1515414"/>
                <a:ext cx="1006792" cy="461665"/>
              </a:xfrm>
              <a:prstGeom prst="rect">
                <a:avLst/>
              </a:prstGeom>
              <a:noFill/>
            </p:spPr>
            <p:txBody>
              <a:bodyPr wrap="square">
                <a:spAutoFit/>
              </a:bodyPr>
              <a:lstStyle/>
              <a:p>
                <a:pPr/>
                <a14:m>
                  <m:oMathPara xmlns:m="http://schemas.openxmlformats.org/officeDocument/2006/math">
                    <m:oMath>
                      <m:sSub>
                        <m:sSubPr>
                          <m:ctrlPr>
                            <a:rPr lang="de-DE" sz="2400" b="0" i="0" smtClean="0">
                              <a:solidFill>
                                <a:schemeClr val="tx1"/>
                              </a:solidFill>
                              <a:latin typeface="Cambria Math" panose="02040503050406030204" pitchFamily="18" charset="0"/>
                            </a:rPr>
                          </m:ctrlPr>
                        </m:sSubPr>
                        <m:e>
                          <m:r>
                            <m:rPr>
                              <m:sty m:val="p"/>
                            </m:rPr>
                            <a:rPr lang="de-DE" sz="2400" b="0" i="0" smtClean="0">
                              <a:solidFill>
                                <a:schemeClr val="tx1"/>
                              </a:solidFill>
                              <a:latin typeface="Cambria Math" panose="02040503050406030204" pitchFamily="18" charset="0"/>
                            </a:rPr>
                            <m:t>m</m:t>
                          </m:r>
                        </m:e>
                        <m:sub>
                          <m:r>
                            <a:rPr lang="de-DE" sz="2400" b="0" i="1" smtClean="0">
                              <a:solidFill>
                                <a:schemeClr val="tx1"/>
                              </a:solidFill>
                              <a:latin typeface="Cambria Math" panose="02040503050406030204" pitchFamily="18" charset="0"/>
                            </a:rPr>
                            <m:t>2</m:t>
                          </m:r>
                        </m:sub>
                      </m:sSub>
                    </m:oMath>
                  </m:oMathPara>
                </a14:m>
                <a:endParaRPr lang="en-US" sz="2400" dirty="0">
                  <a:solidFill>
                    <a:schemeClr val="tx1"/>
                  </a:solidFill>
                </a:endParaRPr>
              </a:p>
            </p:txBody>
          </p:sp>
        </mc:Choice>
        <mc:Fallback xmlns="">
          <p:sp>
            <p:nvSpPr>
              <p:cNvPr id="10" name="TextBox 9">
                <a:extLst>
                  <a:ext uri="{FF2B5EF4-FFF2-40B4-BE49-F238E27FC236}">
                    <a16:creationId xmlns:a16="http://schemas.microsoft.com/office/drawing/2014/main" id="{8EB8C194-2411-2BD7-5EA5-22E157E18AC5}"/>
                  </a:ext>
                </a:extLst>
              </p:cNvPr>
              <p:cNvSpPr txBox="1">
                <a:spLocks noRot="1" noChangeAspect="1" noMove="1" noResize="1" noEditPoints="1" noAdjustHandles="1" noChangeArrowheads="1" noChangeShapeType="1" noTextEdit="1"/>
              </p:cNvSpPr>
              <p:nvPr/>
            </p:nvSpPr>
            <p:spPr>
              <a:xfrm>
                <a:off x="650719" y="1515414"/>
                <a:ext cx="1006792" cy="461665"/>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5DCE7BE3-7344-407E-A0CD-2AF55C78A4E3}"/>
                  </a:ext>
                </a:extLst>
              </p:cNvPr>
              <p:cNvSpPr txBox="1"/>
              <p:nvPr/>
            </p:nvSpPr>
            <p:spPr>
              <a:xfrm>
                <a:off x="691501" y="3359298"/>
                <a:ext cx="1006792" cy="461665"/>
              </a:xfrm>
              <a:prstGeom prst="rect">
                <a:avLst/>
              </a:prstGeom>
              <a:noFill/>
            </p:spPr>
            <p:txBody>
              <a:bodyPr wrap="square">
                <a:spAutoFit/>
              </a:bodyPr>
              <a:lstStyle/>
              <a:p>
                <a:pPr/>
                <a14:m>
                  <m:oMathPara xmlns:m="http://schemas.openxmlformats.org/officeDocument/2006/math">
                    <m:oMath>
                      <m:sSub>
                        <m:sSubPr>
                          <m:ctrlPr>
                            <a:rPr lang="de-DE" sz="2400" b="0" i="0" smtClean="0">
                              <a:solidFill>
                                <a:schemeClr val="tx1"/>
                              </a:solidFill>
                              <a:latin typeface="Cambria Math" panose="02040503050406030204" pitchFamily="18" charset="0"/>
                            </a:rPr>
                          </m:ctrlPr>
                        </m:sSubPr>
                        <m:e>
                          <m:r>
                            <m:rPr>
                              <m:sty m:val="p"/>
                            </m:rPr>
                            <a:rPr lang="de-DE" sz="2400" b="0" i="0" smtClean="0">
                              <a:solidFill>
                                <a:schemeClr val="tx1"/>
                              </a:solidFill>
                              <a:latin typeface="Cambria Math" panose="02040503050406030204" pitchFamily="18" charset="0"/>
                            </a:rPr>
                            <m:t>m</m:t>
                          </m:r>
                        </m:e>
                        <m:sub>
                          <m:r>
                            <a:rPr lang="de-DE" sz="2400" b="0" i="1" smtClean="0">
                              <a:solidFill>
                                <a:schemeClr val="tx1"/>
                              </a:solidFill>
                              <a:latin typeface="Cambria Math" panose="02040503050406030204" pitchFamily="18" charset="0"/>
                            </a:rPr>
                            <m:t>3</m:t>
                          </m:r>
                        </m:sub>
                      </m:sSub>
                    </m:oMath>
                  </m:oMathPara>
                </a14:m>
                <a:endParaRPr lang="en-US" sz="2400" dirty="0">
                  <a:solidFill>
                    <a:schemeClr val="tx1"/>
                  </a:solidFill>
                </a:endParaRPr>
              </a:p>
            </p:txBody>
          </p:sp>
        </mc:Choice>
        <mc:Fallback xmlns="">
          <p:sp>
            <p:nvSpPr>
              <p:cNvPr id="13" name="TextBox 12">
                <a:extLst>
                  <a:ext uri="{FF2B5EF4-FFF2-40B4-BE49-F238E27FC236}">
                    <a16:creationId xmlns:a16="http://schemas.microsoft.com/office/drawing/2014/main" id="{5DCE7BE3-7344-407E-A0CD-2AF55C78A4E3}"/>
                  </a:ext>
                </a:extLst>
              </p:cNvPr>
              <p:cNvSpPr txBox="1">
                <a:spLocks noRot="1" noChangeAspect="1" noMove="1" noResize="1" noEditPoints="1" noAdjustHandles="1" noChangeArrowheads="1" noChangeShapeType="1" noTextEdit="1"/>
              </p:cNvSpPr>
              <p:nvPr/>
            </p:nvSpPr>
            <p:spPr>
              <a:xfrm>
                <a:off x="691501" y="3359298"/>
                <a:ext cx="1006792" cy="461665"/>
              </a:xfrm>
              <a:prstGeom prst="rect">
                <a:avLst/>
              </a:prstGeom>
              <a:blipFill>
                <a:blip r:embed="rId6"/>
                <a:stretch>
                  <a:fillRect/>
                </a:stretch>
              </a:blipFill>
            </p:spPr>
            <p:txBody>
              <a:bodyPr/>
              <a:lstStyle/>
              <a:p>
                <a:r>
                  <a:rPr lang="en-US">
                    <a:noFill/>
                  </a:rPr>
                  <a:t> </a:t>
                </a:r>
              </a:p>
            </p:txBody>
          </p:sp>
        </mc:Fallback>
      </mc:AlternateContent>
      <p:sp>
        <p:nvSpPr>
          <p:cNvPr id="16" name="Oval 15">
            <a:extLst>
              <a:ext uri="{FF2B5EF4-FFF2-40B4-BE49-F238E27FC236}">
                <a16:creationId xmlns:a16="http://schemas.microsoft.com/office/drawing/2014/main" id="{F7FE2B11-016E-EF97-9130-97442634FC27}"/>
              </a:ext>
            </a:extLst>
          </p:cNvPr>
          <p:cNvSpPr>
            <a:spLocks noChangeAspect="1"/>
          </p:cNvSpPr>
          <p:nvPr/>
        </p:nvSpPr>
        <p:spPr>
          <a:xfrm>
            <a:off x="875780" y="2533808"/>
            <a:ext cx="482803" cy="48280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Arrow Connector 19">
            <a:extLst>
              <a:ext uri="{FF2B5EF4-FFF2-40B4-BE49-F238E27FC236}">
                <a16:creationId xmlns:a16="http://schemas.microsoft.com/office/drawing/2014/main" id="{EBFE1D65-B807-36E3-DD1E-02D5F6107C73}"/>
              </a:ext>
            </a:extLst>
          </p:cNvPr>
          <p:cNvCxnSpPr>
            <a:cxnSpLocks/>
            <a:stCxn id="16" idx="0"/>
            <a:endCxn id="17" idx="2"/>
          </p:cNvCxnSpPr>
          <p:nvPr/>
        </p:nvCxnSpPr>
        <p:spPr>
          <a:xfrm flipV="1">
            <a:off x="1117182" y="1682948"/>
            <a:ext cx="995892" cy="85086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E0FC6CE9-4607-A2FF-274A-63FBCE43B794}"/>
                  </a:ext>
                </a:extLst>
              </p:cNvPr>
              <p:cNvSpPr txBox="1"/>
              <p:nvPr/>
            </p:nvSpPr>
            <p:spPr>
              <a:xfrm>
                <a:off x="135547" y="2302975"/>
                <a:ext cx="642780" cy="461665"/>
              </a:xfrm>
              <a:prstGeom prst="rect">
                <a:avLst/>
              </a:prstGeom>
              <a:noFill/>
            </p:spPr>
            <p:txBody>
              <a:bodyPr wrap="square">
                <a:spAutoFit/>
              </a:bodyPr>
              <a:lstStyle/>
              <a:p>
                <a:pPr/>
                <a14:m>
                  <m:oMathPara xmlns:m="http://schemas.openxmlformats.org/officeDocument/2006/math">
                    <m:oMath>
                      <m:sSub>
                        <m:sSubPr>
                          <m:ctrlPr>
                            <a:rPr lang="de-DE" sz="2400" b="0" i="0" smtClean="0">
                              <a:solidFill>
                                <a:schemeClr val="tx1"/>
                              </a:solidFill>
                              <a:latin typeface="Cambria Math" panose="02040503050406030204" pitchFamily="18" charset="0"/>
                            </a:rPr>
                          </m:ctrlPr>
                        </m:sSubPr>
                        <m:e>
                          <m:r>
                            <m:rPr>
                              <m:sty m:val="p"/>
                            </m:rPr>
                            <a:rPr lang="de-DE" sz="2400" b="0" i="0" smtClean="0">
                              <a:solidFill>
                                <a:schemeClr val="tx1"/>
                              </a:solidFill>
                              <a:latin typeface="Cambria Math" panose="02040503050406030204" pitchFamily="18" charset="0"/>
                            </a:rPr>
                            <m:t>m</m:t>
                          </m:r>
                        </m:e>
                        <m:sub>
                          <m:r>
                            <a:rPr lang="de-DE" sz="2400" b="0" i="1" smtClean="0">
                              <a:solidFill>
                                <a:schemeClr val="tx1"/>
                              </a:solidFill>
                              <a:latin typeface="Cambria Math" panose="02040503050406030204" pitchFamily="18" charset="0"/>
                            </a:rPr>
                            <m:t>0</m:t>
                          </m:r>
                        </m:sub>
                      </m:sSub>
                    </m:oMath>
                  </m:oMathPara>
                </a14:m>
                <a:endParaRPr lang="en-US" sz="2400" dirty="0">
                  <a:solidFill>
                    <a:schemeClr val="tx1"/>
                  </a:solidFill>
                </a:endParaRPr>
              </a:p>
            </p:txBody>
          </p:sp>
        </mc:Choice>
        <mc:Fallback xmlns="">
          <p:sp>
            <p:nvSpPr>
              <p:cNvPr id="30" name="TextBox 29">
                <a:extLst>
                  <a:ext uri="{FF2B5EF4-FFF2-40B4-BE49-F238E27FC236}">
                    <a16:creationId xmlns:a16="http://schemas.microsoft.com/office/drawing/2014/main" id="{E0FC6CE9-4607-A2FF-274A-63FBCE43B794}"/>
                  </a:ext>
                </a:extLst>
              </p:cNvPr>
              <p:cNvSpPr txBox="1">
                <a:spLocks noRot="1" noChangeAspect="1" noMove="1" noResize="1" noEditPoints="1" noAdjustHandles="1" noChangeArrowheads="1" noChangeShapeType="1" noTextEdit="1"/>
              </p:cNvSpPr>
              <p:nvPr/>
            </p:nvSpPr>
            <p:spPr>
              <a:xfrm>
                <a:off x="135547" y="2302975"/>
                <a:ext cx="642780" cy="461665"/>
              </a:xfrm>
              <a:prstGeom prst="rect">
                <a:avLst/>
              </a:prstGeom>
              <a:blipFill>
                <a:blip r:embed="rId7"/>
                <a:stretch>
                  <a:fillRect/>
                </a:stretch>
              </a:blipFill>
            </p:spPr>
            <p:txBody>
              <a:bodyPr/>
              <a:lstStyle/>
              <a:p>
                <a:r>
                  <a:rPr lang="en-US">
                    <a:noFill/>
                  </a:rPr>
                  <a:t> </a:t>
                </a:r>
              </a:p>
            </p:txBody>
          </p:sp>
        </mc:Fallback>
      </mc:AlternateContent>
      <p:cxnSp>
        <p:nvCxnSpPr>
          <p:cNvPr id="34" name="Straight Arrow Connector 33">
            <a:extLst>
              <a:ext uri="{FF2B5EF4-FFF2-40B4-BE49-F238E27FC236}">
                <a16:creationId xmlns:a16="http://schemas.microsoft.com/office/drawing/2014/main" id="{5D7D2CBC-F531-2049-1CDF-72350A7EA1BB}"/>
              </a:ext>
            </a:extLst>
          </p:cNvPr>
          <p:cNvCxnSpPr>
            <a:cxnSpLocks/>
          </p:cNvCxnSpPr>
          <p:nvPr/>
        </p:nvCxnSpPr>
        <p:spPr>
          <a:xfrm>
            <a:off x="200797" y="2764640"/>
            <a:ext cx="665312" cy="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38" name="Straight Arrow Connector 37">
            <a:extLst>
              <a:ext uri="{FF2B5EF4-FFF2-40B4-BE49-F238E27FC236}">
                <a16:creationId xmlns:a16="http://schemas.microsoft.com/office/drawing/2014/main" id="{27BC4F4C-8694-3396-438A-9663553990C5}"/>
              </a:ext>
            </a:extLst>
          </p:cNvPr>
          <p:cNvCxnSpPr>
            <a:cxnSpLocks/>
            <a:stCxn id="16" idx="4"/>
            <a:endCxn id="18" idx="2"/>
          </p:cNvCxnSpPr>
          <p:nvPr/>
        </p:nvCxnSpPr>
        <p:spPr>
          <a:xfrm>
            <a:off x="1117182" y="3016611"/>
            <a:ext cx="1007322" cy="868929"/>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sp>
        <p:nvSpPr>
          <p:cNvPr id="50" name="Oval 49">
            <a:extLst>
              <a:ext uri="{FF2B5EF4-FFF2-40B4-BE49-F238E27FC236}">
                <a16:creationId xmlns:a16="http://schemas.microsoft.com/office/drawing/2014/main" id="{65B6E705-D28D-214A-3093-358EEC8E0E95}"/>
              </a:ext>
            </a:extLst>
          </p:cNvPr>
          <p:cNvSpPr>
            <a:spLocks noChangeAspect="1"/>
          </p:cNvSpPr>
          <p:nvPr/>
        </p:nvSpPr>
        <p:spPr>
          <a:xfrm>
            <a:off x="3486405" y="2533808"/>
            <a:ext cx="482803" cy="48280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1" name="Straight Arrow Connector 50">
            <a:extLst>
              <a:ext uri="{FF2B5EF4-FFF2-40B4-BE49-F238E27FC236}">
                <a16:creationId xmlns:a16="http://schemas.microsoft.com/office/drawing/2014/main" id="{5E976B4F-80D9-E97B-C833-77407F2DF5A6}"/>
              </a:ext>
            </a:extLst>
          </p:cNvPr>
          <p:cNvCxnSpPr>
            <a:cxnSpLocks/>
          </p:cNvCxnSpPr>
          <p:nvPr/>
        </p:nvCxnSpPr>
        <p:spPr>
          <a:xfrm>
            <a:off x="3969208" y="2775209"/>
            <a:ext cx="665312" cy="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BF343AE3-A058-7D6B-DF27-F6A42FFF1D38}"/>
                  </a:ext>
                </a:extLst>
              </p:cNvPr>
              <p:cNvSpPr txBox="1"/>
              <p:nvPr/>
            </p:nvSpPr>
            <p:spPr>
              <a:xfrm>
                <a:off x="3796118" y="2142848"/>
                <a:ext cx="1006792" cy="461665"/>
              </a:xfrm>
              <a:prstGeom prst="rect">
                <a:avLst/>
              </a:prstGeom>
              <a:noFill/>
            </p:spPr>
            <p:txBody>
              <a:bodyPr wrap="square">
                <a:spAutoFit/>
              </a:bodyPr>
              <a:lstStyle/>
              <a:p>
                <a:pPr/>
                <a14:m>
                  <m:oMathPara xmlns:m="http://schemas.openxmlformats.org/officeDocument/2006/math">
                    <m:oMath>
                      <m:sSub>
                        <m:sSubPr>
                          <m:ctrlPr>
                            <a:rPr lang="de-DE" sz="2400" b="0" i="1" smtClean="0">
                              <a:latin typeface="Cambria Math" panose="02040503050406030204" pitchFamily="18" charset="0"/>
                            </a:rPr>
                          </m:ctrlPr>
                        </m:sSubPr>
                        <m:e>
                          <m:r>
                            <m:rPr>
                              <m:sty m:val="p"/>
                            </m:rPr>
                            <a:rPr lang="de-DE" sz="2400" b="0" i="1" smtClean="0">
                              <a:latin typeface="Cambria Math" panose="02040503050406030204" pitchFamily="18" charset="0"/>
                            </a:rPr>
                            <m:t>m</m:t>
                          </m:r>
                        </m:e>
                        <m:sub>
                          <m:r>
                            <a:rPr lang="de-DE" sz="2400" b="0" i="1" smtClean="0">
                              <a:latin typeface="Cambria Math" panose="02040503050406030204" pitchFamily="18" charset="0"/>
                            </a:rPr>
                            <m:t>1</m:t>
                          </m:r>
                        </m:sub>
                      </m:sSub>
                    </m:oMath>
                  </m:oMathPara>
                </a14:m>
                <a:endParaRPr lang="en-US" sz="2400" dirty="0"/>
              </a:p>
            </p:txBody>
          </p:sp>
        </mc:Choice>
        <mc:Fallback xmlns="">
          <p:sp>
            <p:nvSpPr>
              <p:cNvPr id="53" name="TextBox 52">
                <a:extLst>
                  <a:ext uri="{FF2B5EF4-FFF2-40B4-BE49-F238E27FC236}">
                    <a16:creationId xmlns:a16="http://schemas.microsoft.com/office/drawing/2014/main" id="{BF343AE3-A058-7D6B-DF27-F6A42FFF1D38}"/>
                  </a:ext>
                </a:extLst>
              </p:cNvPr>
              <p:cNvSpPr txBox="1">
                <a:spLocks noRot="1" noChangeAspect="1" noMove="1" noResize="1" noEditPoints="1" noAdjustHandles="1" noChangeArrowheads="1" noChangeShapeType="1" noTextEdit="1"/>
              </p:cNvSpPr>
              <p:nvPr/>
            </p:nvSpPr>
            <p:spPr>
              <a:xfrm>
                <a:off x="3796118" y="2142848"/>
                <a:ext cx="1006792" cy="461665"/>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0" name="TextBox 69">
                <a:extLst>
                  <a:ext uri="{FF2B5EF4-FFF2-40B4-BE49-F238E27FC236}">
                    <a16:creationId xmlns:a16="http://schemas.microsoft.com/office/drawing/2014/main" id="{3BD2C24F-85DE-B702-A0A3-642C56614B8E}"/>
                  </a:ext>
                </a:extLst>
              </p:cNvPr>
              <p:cNvSpPr txBox="1"/>
              <p:nvPr/>
            </p:nvSpPr>
            <p:spPr>
              <a:xfrm>
                <a:off x="3476457" y="2509608"/>
                <a:ext cx="527465" cy="461665"/>
              </a:xfrm>
              <a:prstGeom prst="rect">
                <a:avLst/>
              </a:prstGeom>
              <a:noFill/>
            </p:spPr>
            <p:txBody>
              <a:bodyPr wrap="square">
                <a:spAutoFit/>
              </a:bodyPr>
              <a:lstStyle/>
              <a:p>
                <a:pPr/>
                <a14:m>
                  <m:oMathPara xmlns:m="http://schemas.openxmlformats.org/officeDocument/2006/math">
                    <m:oMath>
                      <m:sSub>
                        <m:sSubPr>
                          <m:ctrlPr>
                            <a:rPr lang="de-DE" sz="2400" b="0" i="1" smtClean="0">
                              <a:solidFill>
                                <a:schemeClr val="bg1"/>
                              </a:solidFill>
                              <a:latin typeface="Cambria Math" panose="02040503050406030204" pitchFamily="18" charset="0"/>
                            </a:rPr>
                          </m:ctrlPr>
                        </m:sSubPr>
                        <m:e>
                          <m:r>
                            <m:rPr>
                              <m:sty m:val="p"/>
                            </m:rPr>
                            <a:rPr lang="de-DE" sz="2400" b="0" i="1" smtClean="0">
                              <a:solidFill>
                                <a:schemeClr val="bg1"/>
                              </a:solidFill>
                              <a:latin typeface="Cambria Math" panose="02040503050406030204" pitchFamily="18" charset="0"/>
                            </a:rPr>
                            <m:t>r</m:t>
                          </m:r>
                        </m:e>
                        <m:sub>
                          <m:r>
                            <m:rPr>
                              <m:sty m:val="p"/>
                            </m:rPr>
                            <a:rPr lang="de-DE" sz="2400" b="0" i="1" smtClean="0">
                              <a:solidFill>
                                <a:schemeClr val="bg1"/>
                              </a:solidFill>
                              <a:latin typeface="Cambria Math" panose="02040503050406030204" pitchFamily="18" charset="0"/>
                            </a:rPr>
                            <m:t>I</m:t>
                          </m:r>
                        </m:sub>
                      </m:sSub>
                    </m:oMath>
                  </m:oMathPara>
                </a14:m>
                <a:endParaRPr lang="en-US" sz="2400" dirty="0">
                  <a:solidFill>
                    <a:schemeClr val="bg1"/>
                  </a:solidFill>
                </a:endParaRPr>
              </a:p>
            </p:txBody>
          </p:sp>
        </mc:Choice>
        <mc:Fallback xmlns="">
          <p:sp>
            <p:nvSpPr>
              <p:cNvPr id="70" name="TextBox 69">
                <a:extLst>
                  <a:ext uri="{FF2B5EF4-FFF2-40B4-BE49-F238E27FC236}">
                    <a16:creationId xmlns:a16="http://schemas.microsoft.com/office/drawing/2014/main" id="{3BD2C24F-85DE-B702-A0A3-642C56614B8E}"/>
                  </a:ext>
                </a:extLst>
              </p:cNvPr>
              <p:cNvSpPr txBox="1">
                <a:spLocks noRot="1" noChangeAspect="1" noMove="1" noResize="1" noEditPoints="1" noAdjustHandles="1" noChangeArrowheads="1" noChangeShapeType="1" noTextEdit="1"/>
              </p:cNvSpPr>
              <p:nvPr/>
            </p:nvSpPr>
            <p:spPr>
              <a:xfrm>
                <a:off x="3476457" y="2509608"/>
                <a:ext cx="527465" cy="461665"/>
              </a:xfrm>
              <a:prstGeom prst="rect">
                <a:avLst/>
              </a:prstGeom>
              <a:blipFill>
                <a:blip r:embed="rId9"/>
                <a:stretch>
                  <a:fillRect b="-1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2" name="TextBox 71">
                <a:extLst>
                  <a:ext uri="{FF2B5EF4-FFF2-40B4-BE49-F238E27FC236}">
                    <a16:creationId xmlns:a16="http://schemas.microsoft.com/office/drawing/2014/main" id="{7490943A-9092-D110-414A-64403270DBDC}"/>
                  </a:ext>
                </a:extLst>
              </p:cNvPr>
              <p:cNvSpPr txBox="1"/>
              <p:nvPr/>
            </p:nvSpPr>
            <p:spPr>
              <a:xfrm>
                <a:off x="2036857" y="1403141"/>
                <a:ext cx="656402" cy="461665"/>
              </a:xfrm>
              <a:prstGeom prst="rect">
                <a:avLst/>
              </a:prstGeom>
              <a:noFill/>
            </p:spPr>
            <p:txBody>
              <a:bodyPr wrap="square">
                <a:spAutoFit/>
              </a:bodyPr>
              <a:lstStyle/>
              <a:p>
                <a:pPr/>
                <a14:m>
                  <m:oMathPara xmlns:m="http://schemas.openxmlformats.org/officeDocument/2006/math">
                    <m:oMath>
                      <m:sSub>
                        <m:sSubPr>
                          <m:ctrlPr>
                            <a:rPr lang="de-DE" sz="2400" b="0" i="1" smtClean="0">
                              <a:solidFill>
                                <a:schemeClr val="bg1"/>
                              </a:solidFill>
                              <a:latin typeface="Cambria Math" panose="02040503050406030204" pitchFamily="18" charset="0"/>
                            </a:rPr>
                          </m:ctrlPr>
                        </m:sSubPr>
                        <m:e>
                          <m:r>
                            <m:rPr>
                              <m:sty m:val="p"/>
                            </m:rPr>
                            <a:rPr lang="de-DE" sz="2400" b="0" i="1" smtClean="0">
                              <a:solidFill>
                                <a:schemeClr val="bg1"/>
                              </a:solidFill>
                              <a:latin typeface="Cambria Math" panose="02040503050406030204" pitchFamily="18" charset="0"/>
                            </a:rPr>
                            <m:t>r</m:t>
                          </m:r>
                        </m:e>
                        <m:sub>
                          <m:r>
                            <m:rPr>
                              <m:sty m:val="p"/>
                            </m:rPr>
                            <a:rPr lang="de-DE" sz="2400" b="0" i="1" smtClean="0">
                              <a:solidFill>
                                <a:schemeClr val="bg1"/>
                              </a:solidFill>
                              <a:latin typeface="Cambria Math" panose="02040503050406030204" pitchFamily="18" charset="0"/>
                            </a:rPr>
                            <m:t>F</m:t>
                          </m:r>
                        </m:sub>
                      </m:sSub>
                    </m:oMath>
                  </m:oMathPara>
                </a14:m>
                <a:endParaRPr lang="en-US" sz="2400" dirty="0">
                  <a:solidFill>
                    <a:schemeClr val="bg1"/>
                  </a:solidFill>
                </a:endParaRPr>
              </a:p>
            </p:txBody>
          </p:sp>
        </mc:Choice>
        <mc:Fallback xmlns="">
          <p:sp>
            <p:nvSpPr>
              <p:cNvPr id="72" name="TextBox 71">
                <a:extLst>
                  <a:ext uri="{FF2B5EF4-FFF2-40B4-BE49-F238E27FC236}">
                    <a16:creationId xmlns:a16="http://schemas.microsoft.com/office/drawing/2014/main" id="{7490943A-9092-D110-414A-64403270DBDC}"/>
                  </a:ext>
                </a:extLst>
              </p:cNvPr>
              <p:cNvSpPr txBox="1">
                <a:spLocks noRot="1" noChangeAspect="1" noMove="1" noResize="1" noEditPoints="1" noAdjustHandles="1" noChangeArrowheads="1" noChangeShapeType="1" noTextEdit="1"/>
              </p:cNvSpPr>
              <p:nvPr/>
            </p:nvSpPr>
            <p:spPr>
              <a:xfrm>
                <a:off x="2036857" y="1403141"/>
                <a:ext cx="656402" cy="461665"/>
              </a:xfrm>
              <a:prstGeom prst="rect">
                <a:avLst/>
              </a:prstGeom>
              <a:blipFill>
                <a:blip r:embed="rId10"/>
                <a:stretch>
                  <a:fillRect b="-13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4" name="TextBox 73">
                <a:extLst>
                  <a:ext uri="{FF2B5EF4-FFF2-40B4-BE49-F238E27FC236}">
                    <a16:creationId xmlns:a16="http://schemas.microsoft.com/office/drawing/2014/main" id="{FDAB8B60-3D6F-B596-2163-0E8A2A3C40AA}"/>
                  </a:ext>
                </a:extLst>
              </p:cNvPr>
              <p:cNvSpPr txBox="1"/>
              <p:nvPr/>
            </p:nvSpPr>
            <p:spPr>
              <a:xfrm>
                <a:off x="2123408" y="3618827"/>
                <a:ext cx="495606" cy="461665"/>
              </a:xfrm>
              <a:prstGeom prst="rect">
                <a:avLst/>
              </a:prstGeom>
              <a:noFill/>
            </p:spPr>
            <p:txBody>
              <a:bodyPr wrap="square">
                <a:spAutoFit/>
              </a:bodyPr>
              <a:lstStyle/>
              <a:p>
                <a:pPr/>
                <a14:m>
                  <m:oMathPara xmlns:m="http://schemas.openxmlformats.org/officeDocument/2006/math">
                    <m:oMath>
                      <m:sSub>
                        <m:sSubPr>
                          <m:ctrlPr>
                            <a:rPr lang="de-DE" sz="2400" b="0" i="1" smtClean="0">
                              <a:solidFill>
                                <a:schemeClr val="bg1"/>
                              </a:solidFill>
                              <a:latin typeface="Cambria Math" panose="02040503050406030204" pitchFamily="18" charset="0"/>
                            </a:rPr>
                          </m:ctrlPr>
                        </m:sSubPr>
                        <m:e>
                          <m:r>
                            <m:rPr>
                              <m:sty m:val="p"/>
                            </m:rPr>
                            <a:rPr lang="de-DE" sz="2400" b="0" i="1" smtClean="0">
                              <a:solidFill>
                                <a:schemeClr val="bg1"/>
                              </a:solidFill>
                              <a:latin typeface="Cambria Math" panose="02040503050406030204" pitchFamily="18" charset="0"/>
                            </a:rPr>
                            <m:t>r</m:t>
                          </m:r>
                        </m:e>
                        <m:sub>
                          <m:r>
                            <m:rPr>
                              <m:sty m:val="p"/>
                            </m:rPr>
                            <a:rPr lang="de-DE" sz="2400" b="0" i="1" smtClean="0">
                              <a:solidFill>
                                <a:schemeClr val="bg1"/>
                              </a:solidFill>
                              <a:latin typeface="Cambria Math" panose="02040503050406030204" pitchFamily="18" charset="0"/>
                            </a:rPr>
                            <m:t>S</m:t>
                          </m:r>
                        </m:sub>
                      </m:sSub>
                    </m:oMath>
                  </m:oMathPara>
                </a14:m>
                <a:endParaRPr lang="en-US" sz="2400" dirty="0">
                  <a:solidFill>
                    <a:schemeClr val="bg1"/>
                  </a:solidFill>
                </a:endParaRPr>
              </a:p>
            </p:txBody>
          </p:sp>
        </mc:Choice>
        <mc:Fallback xmlns="">
          <p:sp>
            <p:nvSpPr>
              <p:cNvPr id="74" name="TextBox 73">
                <a:extLst>
                  <a:ext uri="{FF2B5EF4-FFF2-40B4-BE49-F238E27FC236}">
                    <a16:creationId xmlns:a16="http://schemas.microsoft.com/office/drawing/2014/main" id="{FDAB8B60-3D6F-B596-2163-0E8A2A3C40AA}"/>
                  </a:ext>
                </a:extLst>
              </p:cNvPr>
              <p:cNvSpPr txBox="1">
                <a:spLocks noRot="1" noChangeAspect="1" noMove="1" noResize="1" noEditPoints="1" noAdjustHandles="1" noChangeArrowheads="1" noChangeShapeType="1" noTextEdit="1"/>
              </p:cNvSpPr>
              <p:nvPr/>
            </p:nvSpPr>
            <p:spPr>
              <a:xfrm>
                <a:off x="2123408" y="3618827"/>
                <a:ext cx="495606" cy="461665"/>
              </a:xfrm>
              <a:prstGeom prst="rect">
                <a:avLst/>
              </a:prstGeom>
              <a:blipFill>
                <a:blip r:embed="rId11"/>
                <a:stretch>
                  <a:fillRect b="-1333"/>
                </a:stretch>
              </a:blipFill>
            </p:spPr>
            <p:txBody>
              <a:bodyPr/>
              <a:lstStyle/>
              <a:p>
                <a:r>
                  <a:rPr lang="en-US">
                    <a:noFill/>
                  </a:rPr>
                  <a:t> </a:t>
                </a:r>
              </a:p>
            </p:txBody>
          </p:sp>
        </mc:Fallback>
      </mc:AlternateContent>
      <p:sp>
        <p:nvSpPr>
          <p:cNvPr id="11" name="TextBox 10">
            <a:extLst>
              <a:ext uri="{FF2B5EF4-FFF2-40B4-BE49-F238E27FC236}">
                <a16:creationId xmlns:a16="http://schemas.microsoft.com/office/drawing/2014/main" id="{1DE6BFA9-D3CB-24E9-3A5B-E6C62D72C2A8}"/>
              </a:ext>
            </a:extLst>
          </p:cNvPr>
          <p:cNvSpPr txBox="1"/>
          <p:nvPr/>
        </p:nvSpPr>
        <p:spPr>
          <a:xfrm>
            <a:off x="7070378" y="827502"/>
            <a:ext cx="1208792" cy="461665"/>
          </a:xfrm>
          <a:prstGeom prst="rect">
            <a:avLst/>
          </a:prstGeom>
          <a:noFill/>
        </p:spPr>
        <p:txBody>
          <a:bodyPr wrap="none" rtlCol="0">
            <a:spAutoFit/>
          </a:bodyPr>
          <a:lstStyle/>
          <a:p>
            <a:r>
              <a:rPr lang="en-GB" sz="2400" b="1" dirty="0"/>
              <a:t>Pattern</a:t>
            </a:r>
            <a:endParaRPr lang="en-US" sz="2400" b="1" dirty="0"/>
          </a:p>
        </p:txBody>
      </p:sp>
      <p:sp>
        <p:nvSpPr>
          <p:cNvPr id="19" name="Slide Number Placeholder 18">
            <a:extLst>
              <a:ext uri="{FF2B5EF4-FFF2-40B4-BE49-F238E27FC236}">
                <a16:creationId xmlns:a16="http://schemas.microsoft.com/office/drawing/2014/main" id="{648DE791-05F5-D15D-0F43-A9840B2475D6}"/>
              </a:ext>
            </a:extLst>
          </p:cNvPr>
          <p:cNvSpPr>
            <a:spLocks noGrp="1"/>
          </p:cNvSpPr>
          <p:nvPr>
            <p:ph type="sldNum" sz="quarter" idx="12"/>
          </p:nvPr>
        </p:nvSpPr>
        <p:spPr>
          <a:xfrm>
            <a:off x="11308704" y="6203566"/>
            <a:ext cx="654132" cy="501650"/>
          </a:xfrm>
        </p:spPr>
        <p:txBody>
          <a:bodyPr/>
          <a:lstStyle/>
          <a:p>
            <a:fld id="{250B62C5-2ACF-4D78-8FF3-37371B948607}" type="slidenum">
              <a:rPr lang="en-US" smtClean="0"/>
              <a:t>47</a:t>
            </a:fld>
            <a:endParaRPr lang="en-US"/>
          </a:p>
        </p:txBody>
      </p: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83C33EB8-6C1A-16CE-E5BE-B325AC3D3A53}"/>
                  </a:ext>
                </a:extLst>
              </p:cNvPr>
              <p:cNvSpPr txBox="1"/>
              <p:nvPr/>
            </p:nvSpPr>
            <p:spPr>
              <a:xfrm>
                <a:off x="876048" y="2507898"/>
                <a:ext cx="527465" cy="461665"/>
              </a:xfrm>
              <a:prstGeom prst="rect">
                <a:avLst/>
              </a:prstGeom>
              <a:noFill/>
            </p:spPr>
            <p:txBody>
              <a:bodyPr wrap="square">
                <a:spAutoFit/>
              </a:bodyPr>
              <a:lstStyle/>
              <a:p>
                <a:pPr/>
                <a14:m>
                  <m:oMathPara xmlns:m="http://schemas.openxmlformats.org/officeDocument/2006/math">
                    <m:oMath>
                      <m:sSub>
                        <m:sSubPr>
                          <m:ctrlPr>
                            <a:rPr lang="de-DE" sz="2400" b="0" i="1" smtClean="0">
                              <a:solidFill>
                                <a:schemeClr val="bg1"/>
                              </a:solidFill>
                              <a:latin typeface="Cambria Math" panose="02040503050406030204" pitchFamily="18" charset="0"/>
                            </a:rPr>
                          </m:ctrlPr>
                        </m:sSubPr>
                        <m:e>
                          <m:r>
                            <m:rPr>
                              <m:sty m:val="p"/>
                            </m:rPr>
                            <a:rPr lang="de-DE" sz="2400" b="0" i="1" smtClean="0">
                              <a:solidFill>
                                <a:schemeClr val="bg1"/>
                              </a:solidFill>
                              <a:latin typeface="Cambria Math" panose="02040503050406030204" pitchFamily="18" charset="0"/>
                            </a:rPr>
                            <m:t>r</m:t>
                          </m:r>
                        </m:e>
                        <m:sub>
                          <m:r>
                            <a:rPr lang="de-DE" sz="2400" b="0" i="1" smtClean="0">
                              <a:solidFill>
                                <a:schemeClr val="bg1"/>
                              </a:solidFill>
                              <a:latin typeface="Cambria Math" panose="02040503050406030204" pitchFamily="18" charset="0"/>
                            </a:rPr>
                            <m:t>1</m:t>
                          </m:r>
                        </m:sub>
                      </m:sSub>
                    </m:oMath>
                  </m:oMathPara>
                </a14:m>
                <a:endParaRPr lang="en-US" sz="2400" dirty="0">
                  <a:solidFill>
                    <a:schemeClr val="bg1"/>
                  </a:solidFill>
                </a:endParaRPr>
              </a:p>
            </p:txBody>
          </p:sp>
        </mc:Choice>
        <mc:Fallback xmlns="">
          <p:sp>
            <p:nvSpPr>
              <p:cNvPr id="26" name="TextBox 25">
                <a:extLst>
                  <a:ext uri="{FF2B5EF4-FFF2-40B4-BE49-F238E27FC236}">
                    <a16:creationId xmlns:a16="http://schemas.microsoft.com/office/drawing/2014/main" id="{83C33EB8-6C1A-16CE-E5BE-B325AC3D3A53}"/>
                  </a:ext>
                </a:extLst>
              </p:cNvPr>
              <p:cNvSpPr txBox="1">
                <a:spLocks noRot="1" noChangeAspect="1" noMove="1" noResize="1" noEditPoints="1" noAdjustHandles="1" noChangeArrowheads="1" noChangeShapeType="1" noTextEdit="1"/>
              </p:cNvSpPr>
              <p:nvPr/>
            </p:nvSpPr>
            <p:spPr>
              <a:xfrm>
                <a:off x="876048" y="2507898"/>
                <a:ext cx="527465" cy="461665"/>
              </a:xfrm>
              <a:prstGeom prst="rect">
                <a:avLst/>
              </a:prstGeom>
              <a:blipFill>
                <a:blip r:embed="rId12"/>
                <a:stretch>
                  <a:fillRect/>
                </a:stretch>
              </a:blipFill>
            </p:spPr>
            <p:txBody>
              <a:bodyPr/>
              <a:lstStyle/>
              <a:p>
                <a:r>
                  <a:rPr lang="en-US">
                    <a:noFill/>
                  </a:rPr>
                  <a:t> </a:t>
                </a:r>
              </a:p>
            </p:txBody>
          </p:sp>
        </mc:Fallback>
      </mc:AlternateContent>
      <p:sp>
        <p:nvSpPr>
          <p:cNvPr id="27" name="Rectangle: Rounded Corners 26">
            <a:extLst>
              <a:ext uri="{FF2B5EF4-FFF2-40B4-BE49-F238E27FC236}">
                <a16:creationId xmlns:a16="http://schemas.microsoft.com/office/drawing/2014/main" id="{207CE8AD-4767-20D4-4CAC-479D86ED65AD}"/>
              </a:ext>
            </a:extLst>
          </p:cNvPr>
          <p:cNvSpPr/>
          <p:nvPr/>
        </p:nvSpPr>
        <p:spPr>
          <a:xfrm>
            <a:off x="10440319" y="143935"/>
            <a:ext cx="1522517" cy="91440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Algorithm </a:t>
            </a:r>
          </a:p>
        </p:txBody>
      </p:sp>
      <p:sp>
        <p:nvSpPr>
          <p:cNvPr id="28" name="Rectangle: Rounded Corners 27">
            <a:extLst>
              <a:ext uri="{FF2B5EF4-FFF2-40B4-BE49-F238E27FC236}">
                <a16:creationId xmlns:a16="http://schemas.microsoft.com/office/drawing/2014/main" id="{862E9F02-76F4-A677-1B08-8D6CE5B11D78}"/>
              </a:ext>
            </a:extLst>
          </p:cNvPr>
          <p:cNvSpPr/>
          <p:nvPr/>
        </p:nvSpPr>
        <p:spPr>
          <a:xfrm>
            <a:off x="10440319" y="1568281"/>
            <a:ext cx="1522517" cy="914400"/>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Chemical Reactions </a:t>
            </a:r>
          </a:p>
        </p:txBody>
      </p:sp>
      <p:sp>
        <p:nvSpPr>
          <p:cNvPr id="29" name="Rectangle: Rounded Corners 28">
            <a:extLst>
              <a:ext uri="{FF2B5EF4-FFF2-40B4-BE49-F238E27FC236}">
                <a16:creationId xmlns:a16="http://schemas.microsoft.com/office/drawing/2014/main" id="{C3640AD2-F3B8-7838-B13B-5E47F54E1E68}"/>
              </a:ext>
            </a:extLst>
          </p:cNvPr>
          <p:cNvSpPr/>
          <p:nvPr/>
        </p:nvSpPr>
        <p:spPr>
          <a:xfrm>
            <a:off x="10440319" y="2992627"/>
            <a:ext cx="1522517" cy="914400"/>
          </a:xfrm>
          <a:prstGeom prst="round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Metabolic Network</a:t>
            </a:r>
          </a:p>
        </p:txBody>
      </p:sp>
      <p:sp>
        <p:nvSpPr>
          <p:cNvPr id="31" name="Rectangle: Rounded Corners 30">
            <a:extLst>
              <a:ext uri="{FF2B5EF4-FFF2-40B4-BE49-F238E27FC236}">
                <a16:creationId xmlns:a16="http://schemas.microsoft.com/office/drawing/2014/main" id="{A64C741F-DBBF-6F1A-AE98-9F951C3F9E4B}"/>
              </a:ext>
            </a:extLst>
          </p:cNvPr>
          <p:cNvSpPr/>
          <p:nvPr/>
        </p:nvSpPr>
        <p:spPr>
          <a:xfrm>
            <a:off x="10440319" y="4416973"/>
            <a:ext cx="1522517" cy="91440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THz Actuation</a:t>
            </a:r>
          </a:p>
        </p:txBody>
      </p:sp>
      <p:cxnSp>
        <p:nvCxnSpPr>
          <p:cNvPr id="32" name="Straight Arrow Connector 31">
            <a:extLst>
              <a:ext uri="{FF2B5EF4-FFF2-40B4-BE49-F238E27FC236}">
                <a16:creationId xmlns:a16="http://schemas.microsoft.com/office/drawing/2014/main" id="{5F2DBD65-50B6-A484-5E44-DD5A649066FD}"/>
              </a:ext>
            </a:extLst>
          </p:cNvPr>
          <p:cNvCxnSpPr>
            <a:stCxn id="27" idx="2"/>
            <a:endCxn id="28" idx="0"/>
          </p:cNvCxnSpPr>
          <p:nvPr/>
        </p:nvCxnSpPr>
        <p:spPr>
          <a:xfrm>
            <a:off x="11201578" y="1058335"/>
            <a:ext cx="0" cy="509946"/>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a16="http://schemas.microsoft.com/office/drawing/2014/main" id="{CDBD977E-2C92-6E1E-15A1-A594AE75F885}"/>
              </a:ext>
            </a:extLst>
          </p:cNvPr>
          <p:cNvCxnSpPr>
            <a:cxnSpLocks/>
            <a:stCxn id="28" idx="2"/>
            <a:endCxn id="29" idx="0"/>
          </p:cNvCxnSpPr>
          <p:nvPr/>
        </p:nvCxnSpPr>
        <p:spPr>
          <a:xfrm>
            <a:off x="11201578" y="2482681"/>
            <a:ext cx="0" cy="509946"/>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35" name="Straight Arrow Connector 34">
            <a:extLst>
              <a:ext uri="{FF2B5EF4-FFF2-40B4-BE49-F238E27FC236}">
                <a16:creationId xmlns:a16="http://schemas.microsoft.com/office/drawing/2014/main" id="{FEADE0B2-0402-8739-4897-AE4C1DDA015E}"/>
              </a:ext>
            </a:extLst>
          </p:cNvPr>
          <p:cNvCxnSpPr>
            <a:cxnSpLocks/>
            <a:stCxn id="31" idx="0"/>
          </p:cNvCxnSpPr>
          <p:nvPr/>
        </p:nvCxnSpPr>
        <p:spPr>
          <a:xfrm flipV="1">
            <a:off x="11201578" y="3907027"/>
            <a:ext cx="0" cy="509946"/>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D4A663DF-4E7C-5632-384D-E0E3DC14677D}"/>
                  </a:ext>
                </a:extLst>
              </p:cNvPr>
              <p:cNvSpPr txBox="1"/>
              <p:nvPr/>
            </p:nvSpPr>
            <p:spPr>
              <a:xfrm>
                <a:off x="6202312" y="2097816"/>
                <a:ext cx="3412601" cy="2429191"/>
              </a:xfrm>
              <a:prstGeom prst="rect">
                <a:avLst/>
              </a:prstGeom>
              <a:noFill/>
            </p:spPr>
            <p:txBody>
              <a:bodyPr wrap="none" lIns="0" tIns="0" rIns="0" bIns="0" rtlCol="0">
                <a:spAutoFit/>
              </a:bodyPr>
              <a:lstStyle/>
              <a:p>
                <a:pPr>
                  <a:spcBef>
                    <a:spcPts val="2400"/>
                  </a:spcBef>
                </a:pPr>
                <a14:m>
                  <m:oMathPara xmlns:m="http://schemas.openxmlformats.org/officeDocument/2006/math">
                    <m:oMath>
                      <m:d>
                        <m:dPr>
                          <m:begChr m:val="["/>
                          <m:endChr m:val="]"/>
                          <m:ctrlPr>
                            <a:rPr lang="en-US" sz="2800" i="1">
                              <a:latin typeface="Cambria Math" panose="02040503050406030204" pitchFamily="18" charset="0"/>
                            </a:rPr>
                          </m:ctrlPr>
                        </m:dPr>
                        <m:e>
                          <m:m>
                            <m:mPr>
                              <m:mcs>
                                <m:mc>
                                  <m:mcPr>
                                    <m:count m:val="3"/>
                                    <m:mcJc m:val="center"/>
                                  </m:mcPr>
                                </m:mc>
                              </m:mcs>
                              <m:ctrlPr>
                                <a:rPr lang="en-US" sz="2800" i="1">
                                  <a:latin typeface="Cambria Math" panose="02040503050406030204" pitchFamily="18" charset="0"/>
                                </a:rPr>
                              </m:ctrlPr>
                            </m:mPr>
                            <m:mr>
                              <m:e/>
                              <m:e/>
                              <m:e>
                                <m:m>
                                  <m:mPr>
                                    <m:mcs>
                                      <m:mc>
                                        <m:mcPr>
                                          <m:count m:val="3"/>
                                          <m:mcJc m:val="center"/>
                                        </m:mcPr>
                                      </m:mc>
                                    </m:mcs>
                                    <m:ctrlPr>
                                      <a:rPr lang="en-US" sz="2800" i="1" smtClean="0">
                                        <a:latin typeface="Cambria Math" panose="02040503050406030204" pitchFamily="18" charset="0"/>
                                      </a:rPr>
                                    </m:ctrlPr>
                                  </m:mPr>
                                  <m:mr>
                                    <m:e/>
                                    <m:e/>
                                    <m:e/>
                                  </m:mr>
                                </m:m>
                              </m:e>
                            </m:mr>
                            <m:mr>
                              <m:e/>
                              <m:e/>
                              <m:e>
                                <m:m>
                                  <m:mPr>
                                    <m:mcs>
                                      <m:mc>
                                        <m:mcPr>
                                          <m:count m:val="3"/>
                                          <m:mcJc m:val="center"/>
                                        </m:mcPr>
                                      </m:mc>
                                    </m:mcs>
                                    <m:ctrlPr>
                                      <a:rPr lang="en-US" sz="2800" i="1" smtClean="0">
                                        <a:latin typeface="Cambria Math" panose="02040503050406030204" pitchFamily="18" charset="0"/>
                                      </a:rPr>
                                    </m:ctrlPr>
                                  </m:mPr>
                                  <m:mr>
                                    <m:e/>
                                    <m:e/>
                                    <m:e/>
                                  </m:mr>
                                </m:m>
                              </m:e>
                            </m:mr>
                            <m:mr>
                              <m:e>
                                <m:m>
                                  <m:mPr>
                                    <m:mcs>
                                      <m:mc>
                                        <m:mcPr>
                                          <m:count m:val="1"/>
                                          <m:mcJc m:val="center"/>
                                        </m:mcPr>
                                      </m:mc>
                                    </m:mcs>
                                    <m:ctrlPr>
                                      <a:rPr lang="en-US" sz="2800" i="1" smtClean="0">
                                        <a:latin typeface="Cambria Math" panose="02040503050406030204" pitchFamily="18" charset="0"/>
                                      </a:rPr>
                                    </m:ctrlPr>
                                  </m:mPr>
                                  <m:mr>
                                    <m:e/>
                                  </m:mr>
                                  <m:mr>
                                    <m:e/>
                                  </m:mr>
                                  <m:mr>
                                    <m:e>
                                      <m:m>
                                        <m:mPr>
                                          <m:mcs>
                                            <m:mc>
                                              <m:mcPr>
                                                <m:count m:val="1"/>
                                                <m:mcJc m:val="center"/>
                                              </m:mcPr>
                                            </m:mc>
                                          </m:mcs>
                                          <m:ctrlPr>
                                            <a:rPr lang="en-US" sz="2800" i="1" smtClean="0">
                                              <a:latin typeface="Cambria Math" panose="02040503050406030204" pitchFamily="18" charset="0"/>
                                            </a:rPr>
                                          </m:ctrlPr>
                                        </m:mPr>
                                        <m:mr>
                                          <m:e/>
                                        </m:mr>
                                        <m:mr>
                                          <m:e/>
                                        </m:mr>
                                      </m:m>
                                    </m:e>
                                  </m:mr>
                                </m:m>
                              </m:e>
                              <m:e>
                                <m:m>
                                  <m:mPr>
                                    <m:mcs>
                                      <m:mc>
                                        <m:mcPr>
                                          <m:count m:val="1"/>
                                          <m:mcJc m:val="center"/>
                                        </m:mcPr>
                                      </m:mc>
                                    </m:mcs>
                                    <m:ctrlPr>
                                      <a:rPr lang="en-US" sz="2800" i="1" smtClean="0">
                                        <a:latin typeface="Cambria Math" panose="02040503050406030204" pitchFamily="18" charset="0"/>
                                      </a:rPr>
                                    </m:ctrlPr>
                                  </m:mPr>
                                  <m:mr>
                                    <m:e/>
                                  </m:mr>
                                  <m:mr>
                                    <m:e/>
                                  </m:mr>
                                  <m:mr>
                                    <m:e>
                                      <m:m>
                                        <m:mPr>
                                          <m:mcs>
                                            <m:mc>
                                              <m:mcPr>
                                                <m:count m:val="1"/>
                                                <m:mcJc m:val="center"/>
                                              </m:mcPr>
                                            </m:mc>
                                          </m:mcs>
                                          <m:ctrlPr>
                                            <a:rPr lang="en-US" sz="2800" i="1" smtClean="0">
                                              <a:latin typeface="Cambria Math" panose="02040503050406030204" pitchFamily="18" charset="0"/>
                                            </a:rPr>
                                          </m:ctrlPr>
                                        </m:mPr>
                                        <m:mr>
                                          <m:e/>
                                        </m:mr>
                                        <m:mr>
                                          <m:e/>
                                        </m:mr>
                                      </m:m>
                                    </m:e>
                                  </m:mr>
                                </m:m>
                              </m:e>
                              <m:e>
                                <m:m>
                                  <m:mPr>
                                    <m:mcs>
                                      <m:mc>
                                        <m:mcPr>
                                          <m:count m:val="3"/>
                                          <m:mcJc m:val="center"/>
                                        </m:mcPr>
                                      </m:mc>
                                    </m:mcs>
                                    <m:ctrlPr>
                                      <a:rPr lang="en-US" sz="2800" i="1" smtClean="0">
                                        <a:latin typeface="Cambria Math" panose="02040503050406030204" pitchFamily="18" charset="0"/>
                                      </a:rPr>
                                    </m:ctrlPr>
                                  </m:mPr>
                                  <m:mr>
                                    <m:e>
                                      <m:m>
                                        <m:mPr>
                                          <m:mcs>
                                            <m:mc>
                                              <m:mcPr>
                                                <m:count m:val="1"/>
                                                <m:mcJc m:val="center"/>
                                              </m:mcPr>
                                            </m:mc>
                                          </m:mcs>
                                          <m:ctrlPr>
                                            <a:rPr lang="en-US" sz="2800" i="1" smtClean="0">
                                              <a:latin typeface="Cambria Math" panose="02040503050406030204" pitchFamily="18" charset="0"/>
                                            </a:rPr>
                                          </m:ctrlPr>
                                        </m:mPr>
                                        <m:mr>
                                          <m:e/>
                                        </m:mr>
                                        <m:mr>
                                          <m:e/>
                                        </m:mr>
                                        <m:mr>
                                          <m:e>
                                            <m:m>
                                              <m:mPr>
                                                <m:mcs>
                                                  <m:mc>
                                                    <m:mcPr>
                                                      <m:count m:val="1"/>
                                                      <m:mcJc m:val="center"/>
                                                    </m:mcPr>
                                                  </m:mc>
                                                </m:mcs>
                                                <m:ctrlPr>
                                                  <a:rPr lang="en-US" sz="2800" i="1" smtClean="0">
                                                    <a:latin typeface="Cambria Math" panose="02040503050406030204" pitchFamily="18" charset="0"/>
                                                  </a:rPr>
                                                </m:ctrlPr>
                                              </m:mPr>
                                              <m:mr>
                                                <m:e/>
                                              </m:mr>
                                              <m:mr>
                                                <m:e/>
                                              </m:mr>
                                            </m:m>
                                          </m:e>
                                        </m:mr>
                                      </m:m>
                                    </m:e>
                                    <m:e>
                                      <m:m>
                                        <m:mPr>
                                          <m:mcs>
                                            <m:mc>
                                              <m:mcPr>
                                                <m:count m:val="1"/>
                                                <m:mcJc m:val="center"/>
                                              </m:mcPr>
                                            </m:mc>
                                          </m:mcs>
                                          <m:ctrlPr>
                                            <a:rPr lang="en-US" sz="2800" i="1" smtClean="0">
                                              <a:latin typeface="Cambria Math" panose="02040503050406030204" pitchFamily="18" charset="0"/>
                                            </a:rPr>
                                          </m:ctrlPr>
                                        </m:mPr>
                                        <m:mr>
                                          <m:e/>
                                        </m:mr>
                                        <m:mr>
                                          <m:e/>
                                        </m:mr>
                                        <m:mr>
                                          <m:e>
                                            <m:m>
                                              <m:mPr>
                                                <m:mcs>
                                                  <m:mc>
                                                    <m:mcPr>
                                                      <m:count m:val="1"/>
                                                      <m:mcJc m:val="center"/>
                                                    </m:mcPr>
                                                  </m:mc>
                                                </m:mcs>
                                                <m:ctrlPr>
                                                  <a:rPr lang="en-US" sz="2800" i="1" smtClean="0">
                                                    <a:latin typeface="Cambria Math" panose="02040503050406030204" pitchFamily="18" charset="0"/>
                                                  </a:rPr>
                                                </m:ctrlPr>
                                              </m:mPr>
                                              <m:mr>
                                                <m:e/>
                                              </m:mr>
                                              <m:mr>
                                                <m:e/>
                                              </m:mr>
                                            </m:m>
                                          </m:e>
                                        </m:mr>
                                      </m:m>
                                    </m:e>
                                    <m:e>
                                      <m:m>
                                        <m:mPr>
                                          <m:mcs>
                                            <m:mc>
                                              <m:mcPr>
                                                <m:count m:val="1"/>
                                                <m:mcJc m:val="center"/>
                                              </m:mcPr>
                                            </m:mc>
                                          </m:mcs>
                                          <m:ctrlPr>
                                            <a:rPr lang="en-US" sz="2800" i="1" smtClean="0">
                                              <a:latin typeface="Cambria Math" panose="02040503050406030204" pitchFamily="18" charset="0"/>
                                            </a:rPr>
                                          </m:ctrlPr>
                                        </m:mPr>
                                        <m:mr>
                                          <m:e/>
                                        </m:mr>
                                        <m:mr>
                                          <m:e/>
                                        </m:mr>
                                        <m:mr>
                                          <m:e>
                                            <m:m>
                                              <m:mPr>
                                                <m:mcs>
                                                  <m:mc>
                                                    <m:mcPr>
                                                      <m:count m:val="1"/>
                                                      <m:mcJc m:val="center"/>
                                                    </m:mcPr>
                                                  </m:mc>
                                                </m:mcs>
                                                <m:ctrlPr>
                                                  <a:rPr lang="en-US" sz="2800" i="1" smtClean="0">
                                                    <a:latin typeface="Cambria Math" panose="02040503050406030204" pitchFamily="18" charset="0"/>
                                                  </a:rPr>
                                                </m:ctrlPr>
                                              </m:mPr>
                                              <m:mr>
                                                <m:e/>
                                              </m:mr>
                                              <m:mr>
                                                <m:e/>
                                              </m:mr>
                                            </m:m>
                                          </m:e>
                                        </m:mr>
                                      </m:m>
                                    </m:e>
                                  </m:mr>
                                </m:m>
                              </m:e>
                            </m:mr>
                          </m:m>
                        </m:e>
                      </m:d>
                    </m:oMath>
                  </m:oMathPara>
                </a14:m>
                <a:endParaRPr lang="en-US" sz="2800" dirty="0"/>
              </a:p>
            </p:txBody>
          </p:sp>
        </mc:Choice>
        <mc:Fallback xmlns="">
          <p:sp>
            <p:nvSpPr>
              <p:cNvPr id="43" name="TextBox 42">
                <a:extLst>
                  <a:ext uri="{FF2B5EF4-FFF2-40B4-BE49-F238E27FC236}">
                    <a16:creationId xmlns:a16="http://schemas.microsoft.com/office/drawing/2014/main" id="{D4A663DF-4E7C-5632-384D-E0E3DC14677D}"/>
                  </a:ext>
                </a:extLst>
              </p:cNvPr>
              <p:cNvSpPr txBox="1">
                <a:spLocks noRot="1" noChangeAspect="1" noMove="1" noResize="1" noEditPoints="1" noAdjustHandles="1" noChangeArrowheads="1" noChangeShapeType="1" noTextEdit="1"/>
              </p:cNvSpPr>
              <p:nvPr/>
            </p:nvSpPr>
            <p:spPr>
              <a:xfrm>
                <a:off x="6202312" y="2097816"/>
                <a:ext cx="3412601" cy="2429191"/>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1AE2AB3D-BA89-A5B9-D3EC-A1304D355769}"/>
                  </a:ext>
                </a:extLst>
              </p:cNvPr>
              <p:cNvSpPr txBox="1"/>
              <p:nvPr/>
            </p:nvSpPr>
            <p:spPr>
              <a:xfrm>
                <a:off x="6393434" y="1641558"/>
                <a:ext cx="310085" cy="369332"/>
              </a:xfrm>
              <a:prstGeom prst="rect">
                <a:avLst/>
              </a:prstGeom>
              <a:noFill/>
            </p:spPr>
            <p:txBody>
              <a:bodyPr wrap="none" lIns="0" tIns="0" rIns="0" bIns="0" rtlCol="0">
                <a:spAutoFit/>
              </a:bodyPr>
              <a:lstStyle/>
              <a:p>
                <a:pPr/>
                <a14:m>
                  <m:oMathPara xmlns:m="http://schemas.openxmlformats.org/officeDocument/2006/math">
                    <m:oMath>
                      <m:sSub>
                        <m:sSubPr>
                          <m:ctrlPr>
                            <a:rPr lang="de-DE" sz="2400" b="0" i="1" smtClean="0">
                              <a:solidFill>
                                <a:srgbClr val="C00000"/>
                              </a:solidFill>
                              <a:latin typeface="Cambria Math" panose="02040503050406030204" pitchFamily="18" charset="0"/>
                            </a:rPr>
                          </m:ctrlPr>
                        </m:sSubPr>
                        <m:e>
                          <m:r>
                            <a:rPr lang="de-DE" sz="2400" b="0" i="1" smtClean="0">
                              <a:solidFill>
                                <a:srgbClr val="C00000"/>
                              </a:solidFill>
                              <a:latin typeface="Cambria Math" panose="02040503050406030204" pitchFamily="18" charset="0"/>
                            </a:rPr>
                            <m:t>𝑟</m:t>
                          </m:r>
                        </m:e>
                        <m:sub>
                          <m:r>
                            <a:rPr lang="de-DE" sz="2400" b="0" i="1" smtClean="0">
                              <a:solidFill>
                                <a:srgbClr val="C00000"/>
                              </a:solidFill>
                              <a:latin typeface="Cambria Math" panose="02040503050406030204" pitchFamily="18" charset="0"/>
                            </a:rPr>
                            <m:t>1</m:t>
                          </m:r>
                        </m:sub>
                      </m:sSub>
                    </m:oMath>
                  </m:oMathPara>
                </a14:m>
                <a:endParaRPr lang="en-US" sz="2400" dirty="0">
                  <a:solidFill>
                    <a:srgbClr val="C00000"/>
                  </a:solidFill>
                </a:endParaRPr>
              </a:p>
            </p:txBody>
          </p:sp>
        </mc:Choice>
        <mc:Fallback xmlns="">
          <p:sp>
            <p:nvSpPr>
              <p:cNvPr id="44" name="TextBox 43">
                <a:extLst>
                  <a:ext uri="{FF2B5EF4-FFF2-40B4-BE49-F238E27FC236}">
                    <a16:creationId xmlns:a16="http://schemas.microsoft.com/office/drawing/2014/main" id="{1AE2AB3D-BA89-A5B9-D3EC-A1304D355769}"/>
                  </a:ext>
                </a:extLst>
              </p:cNvPr>
              <p:cNvSpPr txBox="1">
                <a:spLocks noRot="1" noChangeAspect="1" noMove="1" noResize="1" noEditPoints="1" noAdjustHandles="1" noChangeArrowheads="1" noChangeShapeType="1" noTextEdit="1"/>
              </p:cNvSpPr>
              <p:nvPr/>
            </p:nvSpPr>
            <p:spPr>
              <a:xfrm>
                <a:off x="6393434" y="1641558"/>
                <a:ext cx="310085" cy="369332"/>
              </a:xfrm>
              <a:prstGeom prst="rect">
                <a:avLst/>
              </a:prstGeom>
              <a:blipFill>
                <a:blip r:embed="rId14"/>
                <a:stretch>
                  <a:fillRect l="-15686" r="-9804" b="-1147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0793F20A-FECE-208A-44CD-4BF606DF91F5}"/>
                  </a:ext>
                </a:extLst>
              </p:cNvPr>
              <p:cNvSpPr txBox="1"/>
              <p:nvPr/>
            </p:nvSpPr>
            <p:spPr>
              <a:xfrm>
                <a:off x="7085603" y="1641558"/>
                <a:ext cx="269113" cy="369332"/>
              </a:xfrm>
              <a:prstGeom prst="rect">
                <a:avLst/>
              </a:prstGeom>
              <a:noFill/>
            </p:spPr>
            <p:txBody>
              <a:bodyPr wrap="none" lIns="0" tIns="0" rIns="0" bIns="0" rtlCol="0">
                <a:spAutoFit/>
              </a:bodyPr>
              <a:lstStyle/>
              <a:p>
                <a:pPr/>
                <a14:m>
                  <m:oMathPara xmlns:m="http://schemas.openxmlformats.org/officeDocument/2006/math">
                    <m:oMath>
                      <m:sSub>
                        <m:sSubPr>
                          <m:ctrlPr>
                            <a:rPr lang="de-DE" sz="2400" b="0" i="1" smtClean="0">
                              <a:solidFill>
                                <a:schemeClr val="tx1"/>
                              </a:solidFill>
                              <a:latin typeface="Cambria Math" panose="02040503050406030204" pitchFamily="18" charset="0"/>
                            </a:rPr>
                          </m:ctrlPr>
                        </m:sSubPr>
                        <m:e>
                          <m:r>
                            <a:rPr lang="de-DE" sz="2400" b="0" i="1" smtClean="0">
                              <a:solidFill>
                                <a:schemeClr val="tx1"/>
                              </a:solidFill>
                              <a:latin typeface="Cambria Math" panose="02040503050406030204" pitchFamily="18" charset="0"/>
                            </a:rPr>
                            <m:t>𝑟</m:t>
                          </m:r>
                        </m:e>
                        <m:sub>
                          <m:r>
                            <m:rPr>
                              <m:sty m:val="p"/>
                            </m:rPr>
                            <a:rPr lang="de-DE" sz="2400" b="0" i="1" smtClean="0">
                              <a:solidFill>
                                <a:schemeClr val="tx1"/>
                              </a:solidFill>
                              <a:latin typeface="Cambria Math" panose="02040503050406030204" pitchFamily="18" charset="0"/>
                            </a:rPr>
                            <m:t>I</m:t>
                          </m:r>
                        </m:sub>
                      </m:sSub>
                    </m:oMath>
                  </m:oMathPara>
                </a14:m>
                <a:endParaRPr lang="en-US" sz="2400" dirty="0">
                  <a:solidFill>
                    <a:schemeClr val="tx1"/>
                  </a:solidFill>
                </a:endParaRPr>
              </a:p>
            </p:txBody>
          </p:sp>
        </mc:Choice>
        <mc:Fallback xmlns="">
          <p:sp>
            <p:nvSpPr>
              <p:cNvPr id="45" name="TextBox 44">
                <a:extLst>
                  <a:ext uri="{FF2B5EF4-FFF2-40B4-BE49-F238E27FC236}">
                    <a16:creationId xmlns:a16="http://schemas.microsoft.com/office/drawing/2014/main" id="{0793F20A-FECE-208A-44CD-4BF606DF91F5}"/>
                  </a:ext>
                </a:extLst>
              </p:cNvPr>
              <p:cNvSpPr txBox="1">
                <a:spLocks noRot="1" noChangeAspect="1" noMove="1" noResize="1" noEditPoints="1" noAdjustHandles="1" noChangeArrowheads="1" noChangeShapeType="1" noTextEdit="1"/>
              </p:cNvSpPr>
              <p:nvPr/>
            </p:nvSpPr>
            <p:spPr>
              <a:xfrm>
                <a:off x="7085603" y="1641558"/>
                <a:ext cx="269113" cy="369332"/>
              </a:xfrm>
              <a:prstGeom prst="rect">
                <a:avLst/>
              </a:prstGeom>
              <a:blipFill>
                <a:blip r:embed="rId15"/>
                <a:stretch>
                  <a:fillRect l="-15909" r="-13636" b="-1311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98862B85-4ED8-59C2-83D1-508ED4F59B27}"/>
                  </a:ext>
                </a:extLst>
              </p:cNvPr>
              <p:cNvSpPr txBox="1"/>
              <p:nvPr/>
            </p:nvSpPr>
            <p:spPr>
              <a:xfrm>
                <a:off x="7736800" y="1641558"/>
                <a:ext cx="320408" cy="369332"/>
              </a:xfrm>
              <a:prstGeom prst="rect">
                <a:avLst/>
              </a:prstGeom>
              <a:noFill/>
            </p:spPr>
            <p:txBody>
              <a:bodyPr wrap="none" lIns="0" tIns="0" rIns="0" bIns="0" rtlCol="0">
                <a:spAutoFit/>
              </a:bodyPr>
              <a:lstStyle/>
              <a:p>
                <a:pPr/>
                <a14:m>
                  <m:oMathPara xmlns:m="http://schemas.openxmlformats.org/officeDocument/2006/math">
                    <m:oMath>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𝑟</m:t>
                          </m:r>
                        </m:e>
                        <m:sub>
                          <m:r>
                            <m:rPr>
                              <m:sty m:val="p"/>
                            </m:rPr>
                            <a:rPr lang="de-DE" sz="2400" b="0" i="1" smtClean="0">
                              <a:latin typeface="Cambria Math" panose="02040503050406030204" pitchFamily="18" charset="0"/>
                            </a:rPr>
                            <m:t>F</m:t>
                          </m:r>
                        </m:sub>
                      </m:sSub>
                    </m:oMath>
                  </m:oMathPara>
                </a14:m>
                <a:endParaRPr lang="en-US" sz="2400" dirty="0"/>
              </a:p>
            </p:txBody>
          </p:sp>
        </mc:Choice>
        <mc:Fallback xmlns="">
          <p:sp>
            <p:nvSpPr>
              <p:cNvPr id="46" name="TextBox 45">
                <a:extLst>
                  <a:ext uri="{FF2B5EF4-FFF2-40B4-BE49-F238E27FC236}">
                    <a16:creationId xmlns:a16="http://schemas.microsoft.com/office/drawing/2014/main" id="{98862B85-4ED8-59C2-83D1-508ED4F59B27}"/>
                  </a:ext>
                </a:extLst>
              </p:cNvPr>
              <p:cNvSpPr txBox="1">
                <a:spLocks noRot="1" noChangeAspect="1" noMove="1" noResize="1" noEditPoints="1" noAdjustHandles="1" noChangeArrowheads="1" noChangeShapeType="1" noTextEdit="1"/>
              </p:cNvSpPr>
              <p:nvPr/>
            </p:nvSpPr>
            <p:spPr>
              <a:xfrm>
                <a:off x="7736800" y="1641558"/>
                <a:ext cx="320408" cy="369332"/>
              </a:xfrm>
              <a:prstGeom prst="rect">
                <a:avLst/>
              </a:prstGeom>
              <a:blipFill>
                <a:blip r:embed="rId16"/>
                <a:stretch>
                  <a:fillRect l="-13208" r="-11321" b="-1311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180C264C-2EC4-3950-DB7C-F935665571DB}"/>
                  </a:ext>
                </a:extLst>
              </p:cNvPr>
              <p:cNvSpPr txBox="1"/>
              <p:nvPr/>
            </p:nvSpPr>
            <p:spPr>
              <a:xfrm>
                <a:off x="8436086" y="1641558"/>
                <a:ext cx="313996" cy="369332"/>
              </a:xfrm>
              <a:prstGeom prst="rect">
                <a:avLst/>
              </a:prstGeom>
              <a:noFill/>
            </p:spPr>
            <p:txBody>
              <a:bodyPr wrap="none" lIns="0" tIns="0" rIns="0" bIns="0" rtlCol="0">
                <a:spAutoFit/>
              </a:bodyPr>
              <a:lstStyle/>
              <a:p>
                <a:pPr/>
                <a14:m>
                  <m:oMathPara xmlns:m="http://schemas.openxmlformats.org/officeDocument/2006/math">
                    <m:oMath>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𝑟</m:t>
                          </m:r>
                        </m:e>
                        <m:sub>
                          <m:r>
                            <m:rPr>
                              <m:sty m:val="p"/>
                            </m:rPr>
                            <a:rPr lang="de-DE" sz="2400" b="0" i="1" smtClean="0">
                              <a:latin typeface="Cambria Math" panose="02040503050406030204" pitchFamily="18" charset="0"/>
                            </a:rPr>
                            <m:t>S</m:t>
                          </m:r>
                        </m:sub>
                      </m:sSub>
                    </m:oMath>
                  </m:oMathPara>
                </a14:m>
                <a:endParaRPr lang="en-US" sz="2400" dirty="0"/>
              </a:p>
            </p:txBody>
          </p:sp>
        </mc:Choice>
        <mc:Fallback xmlns="">
          <p:sp>
            <p:nvSpPr>
              <p:cNvPr id="47" name="TextBox 46">
                <a:extLst>
                  <a:ext uri="{FF2B5EF4-FFF2-40B4-BE49-F238E27FC236}">
                    <a16:creationId xmlns:a16="http://schemas.microsoft.com/office/drawing/2014/main" id="{180C264C-2EC4-3950-DB7C-F935665571DB}"/>
                  </a:ext>
                </a:extLst>
              </p:cNvPr>
              <p:cNvSpPr txBox="1">
                <a:spLocks noRot="1" noChangeAspect="1" noMove="1" noResize="1" noEditPoints="1" noAdjustHandles="1" noChangeArrowheads="1" noChangeShapeType="1" noTextEdit="1"/>
              </p:cNvSpPr>
              <p:nvPr/>
            </p:nvSpPr>
            <p:spPr>
              <a:xfrm>
                <a:off x="8436086" y="1641558"/>
                <a:ext cx="313996" cy="369332"/>
              </a:xfrm>
              <a:prstGeom prst="rect">
                <a:avLst/>
              </a:prstGeom>
              <a:blipFill>
                <a:blip r:embed="rId17"/>
                <a:stretch>
                  <a:fillRect l="-15686" r="-13725" b="-1311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E2F945A4-3875-0AD9-3F1D-A47A6410AD7F}"/>
                  </a:ext>
                </a:extLst>
              </p:cNvPr>
              <p:cNvSpPr txBox="1"/>
              <p:nvPr/>
            </p:nvSpPr>
            <p:spPr>
              <a:xfrm>
                <a:off x="9122228" y="1641558"/>
                <a:ext cx="317202" cy="369332"/>
              </a:xfrm>
              <a:prstGeom prst="rect">
                <a:avLst/>
              </a:prstGeom>
              <a:noFill/>
            </p:spPr>
            <p:txBody>
              <a:bodyPr wrap="none" lIns="0" tIns="0" rIns="0" bIns="0" rtlCol="0">
                <a:spAutoFit/>
              </a:bodyPr>
              <a:lstStyle/>
              <a:p>
                <a:pPr/>
                <a14:m>
                  <m:oMathPara xmlns:m="http://schemas.openxmlformats.org/officeDocument/2006/math">
                    <m:oMath>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𝑟</m:t>
                          </m:r>
                        </m:e>
                        <m:sub>
                          <m:r>
                            <a:rPr lang="de-DE" sz="2400" b="0" i="1" smtClean="0">
                              <a:latin typeface="Cambria Math" panose="02040503050406030204" pitchFamily="18" charset="0"/>
                            </a:rPr>
                            <m:t>5</m:t>
                          </m:r>
                        </m:sub>
                      </m:sSub>
                    </m:oMath>
                  </m:oMathPara>
                </a14:m>
                <a:endParaRPr lang="en-US" sz="2400" dirty="0"/>
              </a:p>
            </p:txBody>
          </p:sp>
        </mc:Choice>
        <mc:Fallback xmlns="">
          <p:sp>
            <p:nvSpPr>
              <p:cNvPr id="48" name="TextBox 47">
                <a:extLst>
                  <a:ext uri="{FF2B5EF4-FFF2-40B4-BE49-F238E27FC236}">
                    <a16:creationId xmlns:a16="http://schemas.microsoft.com/office/drawing/2014/main" id="{E2F945A4-3875-0AD9-3F1D-A47A6410AD7F}"/>
                  </a:ext>
                </a:extLst>
              </p:cNvPr>
              <p:cNvSpPr txBox="1">
                <a:spLocks noRot="1" noChangeAspect="1" noMove="1" noResize="1" noEditPoints="1" noAdjustHandles="1" noChangeArrowheads="1" noChangeShapeType="1" noTextEdit="1"/>
              </p:cNvSpPr>
              <p:nvPr/>
            </p:nvSpPr>
            <p:spPr>
              <a:xfrm>
                <a:off x="9122228" y="1641558"/>
                <a:ext cx="317202" cy="369332"/>
              </a:xfrm>
              <a:prstGeom prst="rect">
                <a:avLst/>
              </a:prstGeom>
              <a:blipFill>
                <a:blip r:embed="rId18"/>
                <a:stretch>
                  <a:fillRect l="-13462" r="-11538" b="-1311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1C57AFC1-412F-0B47-64A0-CB0F387A204C}"/>
                  </a:ext>
                </a:extLst>
              </p:cNvPr>
              <p:cNvSpPr txBox="1"/>
              <p:nvPr/>
            </p:nvSpPr>
            <p:spPr>
              <a:xfrm>
                <a:off x="5701324" y="2511689"/>
                <a:ext cx="454483" cy="369332"/>
              </a:xfrm>
              <a:prstGeom prst="rect">
                <a:avLst/>
              </a:prstGeom>
              <a:noFill/>
            </p:spPr>
            <p:txBody>
              <a:bodyPr wrap="none" lIns="0" tIns="0" rIns="0" bIns="0" rtlCol="0">
                <a:spAutoFit/>
              </a:bodyPr>
              <a:lstStyle/>
              <a:p>
                <a:pPr/>
                <a14:m>
                  <m:oMathPara xmlns:m="http://schemas.openxmlformats.org/officeDocument/2006/math">
                    <m:oMath>
                      <m:sSub>
                        <m:sSubPr>
                          <m:ctrlPr>
                            <a:rPr lang="de-DE" sz="2400" b="0" i="1" smtClean="0">
                              <a:solidFill>
                                <a:schemeClr val="tx1"/>
                              </a:solidFill>
                              <a:latin typeface="Cambria Math" panose="02040503050406030204" pitchFamily="18" charset="0"/>
                            </a:rPr>
                          </m:ctrlPr>
                        </m:sSubPr>
                        <m:e>
                          <m:r>
                            <m:rPr>
                              <m:sty m:val="p"/>
                            </m:rPr>
                            <a:rPr lang="de-DE" sz="2400" b="0" i="1" smtClean="0">
                              <a:solidFill>
                                <a:schemeClr val="tx1"/>
                              </a:solidFill>
                              <a:latin typeface="Cambria Math" panose="02040503050406030204" pitchFamily="18" charset="0"/>
                            </a:rPr>
                            <m:t>m</m:t>
                          </m:r>
                        </m:e>
                        <m:sub>
                          <m:r>
                            <a:rPr lang="de-DE" sz="2400" b="0" i="1" smtClean="0">
                              <a:solidFill>
                                <a:schemeClr val="tx1"/>
                              </a:solidFill>
                              <a:latin typeface="Cambria Math" panose="02040503050406030204" pitchFamily="18" charset="0"/>
                            </a:rPr>
                            <m:t>1</m:t>
                          </m:r>
                        </m:sub>
                      </m:sSub>
                    </m:oMath>
                  </m:oMathPara>
                </a14:m>
                <a:endParaRPr lang="en-US" sz="2400" dirty="0">
                  <a:solidFill>
                    <a:schemeClr val="tx1"/>
                  </a:solidFill>
                </a:endParaRPr>
              </a:p>
            </p:txBody>
          </p:sp>
        </mc:Choice>
        <mc:Fallback xmlns="">
          <p:sp>
            <p:nvSpPr>
              <p:cNvPr id="49" name="TextBox 48">
                <a:extLst>
                  <a:ext uri="{FF2B5EF4-FFF2-40B4-BE49-F238E27FC236}">
                    <a16:creationId xmlns:a16="http://schemas.microsoft.com/office/drawing/2014/main" id="{1C57AFC1-412F-0B47-64A0-CB0F387A204C}"/>
                  </a:ext>
                </a:extLst>
              </p:cNvPr>
              <p:cNvSpPr txBox="1">
                <a:spLocks noRot="1" noChangeAspect="1" noMove="1" noResize="1" noEditPoints="1" noAdjustHandles="1" noChangeArrowheads="1" noChangeShapeType="1" noTextEdit="1"/>
              </p:cNvSpPr>
              <p:nvPr/>
            </p:nvSpPr>
            <p:spPr>
              <a:xfrm>
                <a:off x="5701324" y="2511689"/>
                <a:ext cx="454483" cy="369332"/>
              </a:xfrm>
              <a:prstGeom prst="rect">
                <a:avLst/>
              </a:prstGeom>
              <a:blipFill>
                <a:blip r:embed="rId19"/>
                <a:stretch>
                  <a:fillRect l="-9333" r="-5333" b="-1147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88F4BEC2-42EF-223D-6287-F3B072E0F365}"/>
                  </a:ext>
                </a:extLst>
              </p:cNvPr>
              <p:cNvSpPr txBox="1"/>
              <p:nvPr/>
            </p:nvSpPr>
            <p:spPr>
              <a:xfrm>
                <a:off x="5697765" y="2916169"/>
                <a:ext cx="461601" cy="369332"/>
              </a:xfrm>
              <a:prstGeom prst="rect">
                <a:avLst/>
              </a:prstGeom>
              <a:noFill/>
            </p:spPr>
            <p:txBody>
              <a:bodyPr wrap="none" lIns="0" tIns="0" rIns="0" bIns="0" rtlCol="0">
                <a:spAutoFit/>
              </a:bodyPr>
              <a:lstStyle/>
              <a:p>
                <a:pPr/>
                <a14:m>
                  <m:oMathPara xmlns:m="http://schemas.openxmlformats.org/officeDocument/2006/math">
                    <m:oMath>
                      <m:sSub>
                        <m:sSubPr>
                          <m:ctrlPr>
                            <a:rPr lang="de-DE" sz="2400" b="0" i="1" smtClean="0">
                              <a:solidFill>
                                <a:srgbClr val="C00000"/>
                              </a:solidFill>
                              <a:latin typeface="Cambria Math" panose="02040503050406030204" pitchFamily="18" charset="0"/>
                            </a:rPr>
                          </m:ctrlPr>
                        </m:sSubPr>
                        <m:e>
                          <m:r>
                            <m:rPr>
                              <m:sty m:val="p"/>
                            </m:rPr>
                            <a:rPr lang="de-DE" sz="2400" b="0" i="1" smtClean="0">
                              <a:solidFill>
                                <a:srgbClr val="C00000"/>
                              </a:solidFill>
                              <a:latin typeface="Cambria Math" panose="02040503050406030204" pitchFamily="18" charset="0"/>
                            </a:rPr>
                            <m:t>m</m:t>
                          </m:r>
                        </m:e>
                        <m:sub>
                          <m:r>
                            <a:rPr lang="de-DE" sz="2400" b="0" i="1" smtClean="0">
                              <a:solidFill>
                                <a:srgbClr val="C00000"/>
                              </a:solidFill>
                              <a:latin typeface="Cambria Math" panose="02040503050406030204" pitchFamily="18" charset="0"/>
                            </a:rPr>
                            <m:t>2</m:t>
                          </m:r>
                        </m:sub>
                      </m:sSub>
                    </m:oMath>
                  </m:oMathPara>
                </a14:m>
                <a:endParaRPr lang="en-US" sz="2400" dirty="0">
                  <a:solidFill>
                    <a:srgbClr val="C00000"/>
                  </a:solidFill>
                </a:endParaRPr>
              </a:p>
            </p:txBody>
          </p:sp>
        </mc:Choice>
        <mc:Fallback xmlns="">
          <p:sp>
            <p:nvSpPr>
              <p:cNvPr id="52" name="TextBox 51">
                <a:extLst>
                  <a:ext uri="{FF2B5EF4-FFF2-40B4-BE49-F238E27FC236}">
                    <a16:creationId xmlns:a16="http://schemas.microsoft.com/office/drawing/2014/main" id="{88F4BEC2-42EF-223D-6287-F3B072E0F365}"/>
                  </a:ext>
                </a:extLst>
              </p:cNvPr>
              <p:cNvSpPr txBox="1">
                <a:spLocks noRot="1" noChangeAspect="1" noMove="1" noResize="1" noEditPoints="1" noAdjustHandles="1" noChangeArrowheads="1" noChangeShapeType="1" noTextEdit="1"/>
              </p:cNvSpPr>
              <p:nvPr/>
            </p:nvSpPr>
            <p:spPr>
              <a:xfrm>
                <a:off x="5697765" y="2916169"/>
                <a:ext cx="461601" cy="369332"/>
              </a:xfrm>
              <a:prstGeom prst="rect">
                <a:avLst/>
              </a:prstGeom>
              <a:blipFill>
                <a:blip r:embed="rId20"/>
                <a:stretch>
                  <a:fillRect l="-10667" r="-6667" b="-1147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37B20225-69EF-E554-78F6-1B04D32DE0BE}"/>
                  </a:ext>
                </a:extLst>
              </p:cNvPr>
              <p:cNvSpPr txBox="1"/>
              <p:nvPr/>
            </p:nvSpPr>
            <p:spPr>
              <a:xfrm>
                <a:off x="5697765" y="3320649"/>
                <a:ext cx="464807" cy="369332"/>
              </a:xfrm>
              <a:prstGeom prst="rect">
                <a:avLst/>
              </a:prstGeom>
              <a:noFill/>
            </p:spPr>
            <p:txBody>
              <a:bodyPr wrap="none" lIns="0" tIns="0" rIns="0" bIns="0" rtlCol="0">
                <a:spAutoFit/>
              </a:bodyPr>
              <a:lstStyle/>
              <a:p>
                <a:pPr/>
                <a14:m>
                  <m:oMathPara xmlns:m="http://schemas.openxmlformats.org/officeDocument/2006/math">
                    <m:oMath>
                      <m:sSub>
                        <m:sSubPr>
                          <m:ctrlPr>
                            <a:rPr lang="de-DE" sz="2400" b="0" i="1" smtClean="0">
                              <a:solidFill>
                                <a:srgbClr val="C00000"/>
                              </a:solidFill>
                              <a:latin typeface="Cambria Math" panose="02040503050406030204" pitchFamily="18" charset="0"/>
                            </a:rPr>
                          </m:ctrlPr>
                        </m:sSubPr>
                        <m:e>
                          <m:r>
                            <m:rPr>
                              <m:sty m:val="p"/>
                            </m:rPr>
                            <a:rPr lang="de-DE" sz="2400" b="0" i="1" smtClean="0">
                              <a:solidFill>
                                <a:srgbClr val="C00000"/>
                              </a:solidFill>
                              <a:latin typeface="Cambria Math" panose="02040503050406030204" pitchFamily="18" charset="0"/>
                            </a:rPr>
                            <m:t>m</m:t>
                          </m:r>
                        </m:e>
                        <m:sub>
                          <m:r>
                            <a:rPr lang="de-DE" sz="2400" b="0" i="1" smtClean="0">
                              <a:solidFill>
                                <a:srgbClr val="C00000"/>
                              </a:solidFill>
                              <a:latin typeface="Cambria Math" panose="02040503050406030204" pitchFamily="18" charset="0"/>
                            </a:rPr>
                            <m:t>3</m:t>
                          </m:r>
                        </m:sub>
                      </m:sSub>
                    </m:oMath>
                  </m:oMathPara>
                </a14:m>
                <a:endParaRPr lang="en-US" sz="2400" dirty="0">
                  <a:solidFill>
                    <a:srgbClr val="C00000"/>
                  </a:solidFill>
                </a:endParaRPr>
              </a:p>
            </p:txBody>
          </p:sp>
        </mc:Choice>
        <mc:Fallback xmlns="">
          <p:sp>
            <p:nvSpPr>
              <p:cNvPr id="54" name="TextBox 53">
                <a:extLst>
                  <a:ext uri="{FF2B5EF4-FFF2-40B4-BE49-F238E27FC236}">
                    <a16:creationId xmlns:a16="http://schemas.microsoft.com/office/drawing/2014/main" id="{37B20225-69EF-E554-78F6-1B04D32DE0BE}"/>
                  </a:ext>
                </a:extLst>
              </p:cNvPr>
              <p:cNvSpPr txBox="1">
                <a:spLocks noRot="1" noChangeAspect="1" noMove="1" noResize="1" noEditPoints="1" noAdjustHandles="1" noChangeArrowheads="1" noChangeShapeType="1" noTextEdit="1"/>
              </p:cNvSpPr>
              <p:nvPr/>
            </p:nvSpPr>
            <p:spPr>
              <a:xfrm>
                <a:off x="5697765" y="3320649"/>
                <a:ext cx="464807" cy="369332"/>
              </a:xfrm>
              <a:prstGeom prst="rect">
                <a:avLst/>
              </a:prstGeom>
              <a:blipFill>
                <a:blip r:embed="rId21"/>
                <a:stretch>
                  <a:fillRect l="-9211" r="-6579" b="-1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5AF55316-37F4-C9DD-7826-8EA912E7A6D1}"/>
                  </a:ext>
                </a:extLst>
              </p:cNvPr>
              <p:cNvSpPr txBox="1"/>
              <p:nvPr/>
            </p:nvSpPr>
            <p:spPr>
              <a:xfrm>
                <a:off x="5697765" y="3725129"/>
                <a:ext cx="464807" cy="369332"/>
              </a:xfrm>
              <a:prstGeom prst="rect">
                <a:avLst/>
              </a:prstGeom>
              <a:noFill/>
            </p:spPr>
            <p:txBody>
              <a:bodyPr wrap="none" lIns="0" tIns="0" rIns="0" bIns="0" rtlCol="0">
                <a:spAutoFit/>
              </a:bodyPr>
              <a:lstStyle/>
              <a:p>
                <a:pPr/>
                <a14:m>
                  <m:oMathPara xmlns:m="http://schemas.openxmlformats.org/officeDocument/2006/math">
                    <m:oMath>
                      <m:sSub>
                        <m:sSubPr>
                          <m:ctrlPr>
                            <a:rPr lang="de-DE" sz="2400" b="0" i="0" smtClean="0">
                              <a:solidFill>
                                <a:schemeClr val="tx1"/>
                              </a:solidFill>
                              <a:latin typeface="Cambria Math" panose="02040503050406030204" pitchFamily="18" charset="0"/>
                            </a:rPr>
                          </m:ctrlPr>
                        </m:sSubPr>
                        <m:e>
                          <m:r>
                            <m:rPr>
                              <m:sty m:val="p"/>
                            </m:rPr>
                            <a:rPr lang="de-DE" sz="2400" b="0" i="0" smtClean="0">
                              <a:solidFill>
                                <a:schemeClr val="tx1"/>
                              </a:solidFill>
                              <a:latin typeface="Cambria Math" panose="02040503050406030204" pitchFamily="18" charset="0"/>
                            </a:rPr>
                            <m:t>m</m:t>
                          </m:r>
                        </m:e>
                        <m:sub>
                          <m:r>
                            <m:rPr>
                              <m:sty m:val="p"/>
                            </m:rPr>
                            <a:rPr lang="de-DE" sz="2400" b="0" i="0" smtClean="0">
                              <a:solidFill>
                                <a:schemeClr val="tx1"/>
                              </a:solidFill>
                              <a:latin typeface="Cambria Math" panose="02040503050406030204" pitchFamily="18" charset="0"/>
                            </a:rPr>
                            <m:t>F</m:t>
                          </m:r>
                        </m:sub>
                      </m:sSub>
                    </m:oMath>
                  </m:oMathPara>
                </a14:m>
                <a:endParaRPr lang="en-US" sz="2400" dirty="0">
                  <a:solidFill>
                    <a:schemeClr val="tx1"/>
                  </a:solidFill>
                </a:endParaRPr>
              </a:p>
            </p:txBody>
          </p:sp>
        </mc:Choice>
        <mc:Fallback xmlns="">
          <p:sp>
            <p:nvSpPr>
              <p:cNvPr id="55" name="TextBox 54">
                <a:extLst>
                  <a:ext uri="{FF2B5EF4-FFF2-40B4-BE49-F238E27FC236}">
                    <a16:creationId xmlns:a16="http://schemas.microsoft.com/office/drawing/2014/main" id="{5AF55316-37F4-C9DD-7826-8EA912E7A6D1}"/>
                  </a:ext>
                </a:extLst>
              </p:cNvPr>
              <p:cNvSpPr txBox="1">
                <a:spLocks noRot="1" noChangeAspect="1" noMove="1" noResize="1" noEditPoints="1" noAdjustHandles="1" noChangeArrowheads="1" noChangeShapeType="1" noTextEdit="1"/>
              </p:cNvSpPr>
              <p:nvPr/>
            </p:nvSpPr>
            <p:spPr>
              <a:xfrm>
                <a:off x="5697765" y="3725129"/>
                <a:ext cx="464807" cy="369332"/>
              </a:xfrm>
              <a:prstGeom prst="rect">
                <a:avLst/>
              </a:prstGeom>
              <a:blipFill>
                <a:blip r:embed="rId22"/>
                <a:stretch>
                  <a:fillRect l="-10526" r="-7895" b="-1311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FD816690-450F-B63D-62D2-9B64BFEA50BD}"/>
                  </a:ext>
                </a:extLst>
              </p:cNvPr>
              <p:cNvSpPr txBox="1"/>
              <p:nvPr/>
            </p:nvSpPr>
            <p:spPr>
              <a:xfrm>
                <a:off x="5697765" y="4129610"/>
                <a:ext cx="458395" cy="369332"/>
              </a:xfrm>
              <a:prstGeom prst="rect">
                <a:avLst/>
              </a:prstGeom>
              <a:noFill/>
            </p:spPr>
            <p:txBody>
              <a:bodyPr wrap="none" lIns="0" tIns="0" rIns="0" bIns="0" rtlCol="0">
                <a:spAutoFit/>
              </a:bodyPr>
              <a:lstStyle/>
              <a:p>
                <a:pPr/>
                <a14:m>
                  <m:oMathPara xmlns:m="http://schemas.openxmlformats.org/officeDocument/2006/math">
                    <m:oMath>
                      <m:sSub>
                        <m:sSubPr>
                          <m:ctrlPr>
                            <a:rPr lang="de-DE" sz="2400" b="0" i="0" smtClean="0">
                              <a:solidFill>
                                <a:schemeClr val="tx1"/>
                              </a:solidFill>
                              <a:latin typeface="Cambria Math" panose="02040503050406030204" pitchFamily="18" charset="0"/>
                            </a:rPr>
                          </m:ctrlPr>
                        </m:sSubPr>
                        <m:e>
                          <m:r>
                            <m:rPr>
                              <m:sty m:val="p"/>
                            </m:rPr>
                            <a:rPr lang="de-DE" sz="2400" b="0" i="0" smtClean="0">
                              <a:solidFill>
                                <a:schemeClr val="tx1"/>
                              </a:solidFill>
                              <a:latin typeface="Cambria Math" panose="02040503050406030204" pitchFamily="18" charset="0"/>
                            </a:rPr>
                            <m:t>m</m:t>
                          </m:r>
                        </m:e>
                        <m:sub>
                          <m:r>
                            <m:rPr>
                              <m:sty m:val="p"/>
                            </m:rPr>
                            <a:rPr lang="de-DE" sz="2400" b="0" i="0" smtClean="0">
                              <a:solidFill>
                                <a:schemeClr val="tx1"/>
                              </a:solidFill>
                              <a:latin typeface="Cambria Math" panose="02040503050406030204" pitchFamily="18" charset="0"/>
                            </a:rPr>
                            <m:t>S</m:t>
                          </m:r>
                        </m:sub>
                      </m:sSub>
                    </m:oMath>
                  </m:oMathPara>
                </a14:m>
                <a:endParaRPr lang="en-US" sz="2400" dirty="0">
                  <a:solidFill>
                    <a:schemeClr val="tx1"/>
                  </a:solidFill>
                </a:endParaRPr>
              </a:p>
            </p:txBody>
          </p:sp>
        </mc:Choice>
        <mc:Fallback xmlns="">
          <p:sp>
            <p:nvSpPr>
              <p:cNvPr id="56" name="TextBox 55">
                <a:extLst>
                  <a:ext uri="{FF2B5EF4-FFF2-40B4-BE49-F238E27FC236}">
                    <a16:creationId xmlns:a16="http://schemas.microsoft.com/office/drawing/2014/main" id="{FD816690-450F-B63D-62D2-9B64BFEA50BD}"/>
                  </a:ext>
                </a:extLst>
              </p:cNvPr>
              <p:cNvSpPr txBox="1">
                <a:spLocks noRot="1" noChangeAspect="1" noMove="1" noResize="1" noEditPoints="1" noAdjustHandles="1" noChangeArrowheads="1" noChangeShapeType="1" noTextEdit="1"/>
              </p:cNvSpPr>
              <p:nvPr/>
            </p:nvSpPr>
            <p:spPr>
              <a:xfrm>
                <a:off x="5697765" y="4129610"/>
                <a:ext cx="458395" cy="369332"/>
              </a:xfrm>
              <a:prstGeom prst="rect">
                <a:avLst/>
              </a:prstGeom>
              <a:blipFill>
                <a:blip r:embed="rId23"/>
                <a:stretch>
                  <a:fillRect l="-10667" r="-8000" b="-13115"/>
                </a:stretch>
              </a:blipFill>
            </p:spPr>
            <p:txBody>
              <a:bodyPr/>
              <a:lstStyle/>
              <a:p>
                <a:r>
                  <a:rPr lang="en-US">
                    <a:noFill/>
                  </a:rPr>
                  <a:t> </a:t>
                </a:r>
              </a:p>
            </p:txBody>
          </p:sp>
        </mc:Fallback>
      </mc:AlternateContent>
      <p:sp>
        <p:nvSpPr>
          <p:cNvPr id="57" name="Rectangle: Rounded Corners 56">
            <a:extLst>
              <a:ext uri="{FF2B5EF4-FFF2-40B4-BE49-F238E27FC236}">
                <a16:creationId xmlns:a16="http://schemas.microsoft.com/office/drawing/2014/main" id="{76CFD484-2EB0-4DE7-C15D-2D5573EC75DC}"/>
              </a:ext>
            </a:extLst>
          </p:cNvPr>
          <p:cNvSpPr/>
          <p:nvPr/>
        </p:nvSpPr>
        <p:spPr>
          <a:xfrm>
            <a:off x="6238456" y="1687222"/>
            <a:ext cx="682659" cy="2923973"/>
          </a:xfrm>
          <a:prstGeom prst="roundRect">
            <a:avLst>
              <a:gd name="adj" fmla="val 12604"/>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Rounded Corners 57">
            <a:extLst>
              <a:ext uri="{FF2B5EF4-FFF2-40B4-BE49-F238E27FC236}">
                <a16:creationId xmlns:a16="http://schemas.microsoft.com/office/drawing/2014/main" id="{722DDFFF-35A7-8D98-7B49-E74D14864F3C}"/>
              </a:ext>
            </a:extLst>
          </p:cNvPr>
          <p:cNvSpPr/>
          <p:nvPr/>
        </p:nvSpPr>
        <p:spPr>
          <a:xfrm>
            <a:off x="5628316" y="2049544"/>
            <a:ext cx="1284170" cy="442833"/>
          </a:xfrm>
          <a:prstGeom prst="roundRect">
            <a:avLst>
              <a:gd name="adj" fmla="val 22563"/>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71" name="TextBox 70">
                <a:extLst>
                  <a:ext uri="{FF2B5EF4-FFF2-40B4-BE49-F238E27FC236}">
                    <a16:creationId xmlns:a16="http://schemas.microsoft.com/office/drawing/2014/main" id="{624725CC-B98B-C1B7-66D7-E0BD3A27EFCB}"/>
                  </a:ext>
                </a:extLst>
              </p:cNvPr>
              <p:cNvSpPr txBox="1"/>
              <p:nvPr/>
            </p:nvSpPr>
            <p:spPr>
              <a:xfrm>
                <a:off x="7052754" y="3726610"/>
                <a:ext cx="341440" cy="430887"/>
              </a:xfrm>
              <a:prstGeom prst="rect">
                <a:avLst/>
              </a:prstGeom>
              <a:noFill/>
            </p:spPr>
            <p:txBody>
              <a:bodyPr wrap="none" lIns="0" tIns="0" rIns="0" bIns="0" rtlCol="0">
                <a:spAutoFit/>
              </a:bodyPr>
              <a:lstStyle/>
              <a:p>
                <a:pPr/>
                <a14:m>
                  <m:oMathPara xmlns:m="http://schemas.openxmlformats.org/officeDocument/2006/math">
                    <m:oMath>
                      <m:r>
                        <a:rPr lang="en-US" sz="2800" b="1" i="1" smtClean="0">
                          <a:latin typeface="Cambria Math" panose="02040503050406030204" pitchFamily="18" charset="0"/>
                          <a:ea typeface="Cambria Math" panose="02040503050406030204" pitchFamily="18" charset="0"/>
                        </a:rPr>
                        <m:t>−</m:t>
                      </m:r>
                    </m:oMath>
                  </m:oMathPara>
                </a14:m>
                <a:endParaRPr lang="en-US" sz="2800" b="1" dirty="0"/>
              </a:p>
            </p:txBody>
          </p:sp>
        </mc:Choice>
        <mc:Fallback xmlns="">
          <p:sp>
            <p:nvSpPr>
              <p:cNvPr id="71" name="TextBox 70">
                <a:extLst>
                  <a:ext uri="{FF2B5EF4-FFF2-40B4-BE49-F238E27FC236}">
                    <a16:creationId xmlns:a16="http://schemas.microsoft.com/office/drawing/2014/main" id="{624725CC-B98B-C1B7-66D7-E0BD3A27EFCB}"/>
                  </a:ext>
                </a:extLst>
              </p:cNvPr>
              <p:cNvSpPr txBox="1">
                <a:spLocks noRot="1" noChangeAspect="1" noMove="1" noResize="1" noEditPoints="1" noAdjustHandles="1" noChangeArrowheads="1" noChangeShapeType="1" noTextEdit="1"/>
              </p:cNvSpPr>
              <p:nvPr/>
            </p:nvSpPr>
            <p:spPr>
              <a:xfrm>
                <a:off x="7052754" y="3726610"/>
                <a:ext cx="341440" cy="430887"/>
              </a:xfrm>
              <a:prstGeom prst="rect">
                <a:avLst/>
              </a:prstGeom>
              <a:blipFill>
                <a:blip r:embed="rId2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5" name="TextBox 74">
                <a:extLst>
                  <a:ext uri="{FF2B5EF4-FFF2-40B4-BE49-F238E27FC236}">
                    <a16:creationId xmlns:a16="http://schemas.microsoft.com/office/drawing/2014/main" id="{C4AD0FDA-EC35-F728-5861-021435F93E34}"/>
                  </a:ext>
                </a:extLst>
              </p:cNvPr>
              <p:cNvSpPr txBox="1"/>
              <p:nvPr/>
            </p:nvSpPr>
            <p:spPr>
              <a:xfrm>
                <a:off x="7054635" y="2494628"/>
                <a:ext cx="341440" cy="430887"/>
              </a:xfrm>
              <a:prstGeom prst="rect">
                <a:avLst/>
              </a:prstGeom>
              <a:noFill/>
            </p:spPr>
            <p:txBody>
              <a:bodyPr wrap="none" lIns="0" tIns="0" rIns="0" bIns="0" rtlCol="0">
                <a:spAutoFit/>
              </a:bodyPr>
              <a:lstStyle/>
              <a:p>
                <a:pPr/>
                <a14:m>
                  <m:oMathPara xmlns:m="http://schemas.openxmlformats.org/officeDocument/2006/math">
                    <m:oMath>
                      <m:r>
                        <a:rPr lang="de-DE" sz="2800" b="1" i="0" smtClean="0">
                          <a:latin typeface="Cambria Math" panose="02040503050406030204" pitchFamily="18" charset="0"/>
                          <a:ea typeface="Cambria Math" panose="02040503050406030204" pitchFamily="18" charset="0"/>
                        </a:rPr>
                        <m:t>+</m:t>
                      </m:r>
                    </m:oMath>
                  </m:oMathPara>
                </a14:m>
                <a:endParaRPr lang="en-US" sz="2800" b="1" dirty="0"/>
              </a:p>
            </p:txBody>
          </p:sp>
        </mc:Choice>
        <mc:Fallback xmlns="">
          <p:sp>
            <p:nvSpPr>
              <p:cNvPr id="75" name="TextBox 74">
                <a:extLst>
                  <a:ext uri="{FF2B5EF4-FFF2-40B4-BE49-F238E27FC236}">
                    <a16:creationId xmlns:a16="http://schemas.microsoft.com/office/drawing/2014/main" id="{C4AD0FDA-EC35-F728-5861-021435F93E34}"/>
                  </a:ext>
                </a:extLst>
              </p:cNvPr>
              <p:cNvSpPr txBox="1">
                <a:spLocks noRot="1" noChangeAspect="1" noMove="1" noResize="1" noEditPoints="1" noAdjustHandles="1" noChangeArrowheads="1" noChangeShapeType="1" noTextEdit="1"/>
              </p:cNvSpPr>
              <p:nvPr/>
            </p:nvSpPr>
            <p:spPr>
              <a:xfrm>
                <a:off x="7054635" y="2494628"/>
                <a:ext cx="341440" cy="430887"/>
              </a:xfrm>
              <a:prstGeom prst="rect">
                <a:avLst/>
              </a:prstGeom>
              <a:blipFill>
                <a:blip r:embed="rId2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6" name="TextBox 75">
                <a:extLst>
                  <a:ext uri="{FF2B5EF4-FFF2-40B4-BE49-F238E27FC236}">
                    <a16:creationId xmlns:a16="http://schemas.microsoft.com/office/drawing/2014/main" id="{C3D3ED57-E8EE-6891-2AAE-F2BEC9AD17D1}"/>
                  </a:ext>
                </a:extLst>
              </p:cNvPr>
              <p:cNvSpPr txBox="1"/>
              <p:nvPr/>
            </p:nvSpPr>
            <p:spPr>
              <a:xfrm>
                <a:off x="7052754" y="4150223"/>
                <a:ext cx="341440" cy="430887"/>
              </a:xfrm>
              <a:prstGeom prst="rect">
                <a:avLst/>
              </a:prstGeom>
              <a:noFill/>
            </p:spPr>
            <p:txBody>
              <a:bodyPr wrap="none" lIns="0" tIns="0" rIns="0" bIns="0" rtlCol="0">
                <a:spAutoFit/>
              </a:bodyPr>
              <a:lstStyle/>
              <a:p>
                <a:pPr/>
                <a14:m>
                  <m:oMathPara xmlns:m="http://schemas.openxmlformats.org/officeDocument/2006/math">
                    <m:oMath>
                      <m:r>
                        <a:rPr lang="en-US" sz="2800" b="1" i="1" smtClean="0">
                          <a:latin typeface="Cambria Math" panose="02040503050406030204" pitchFamily="18" charset="0"/>
                          <a:ea typeface="Cambria Math" panose="02040503050406030204" pitchFamily="18" charset="0"/>
                        </a:rPr>
                        <m:t>−</m:t>
                      </m:r>
                    </m:oMath>
                  </m:oMathPara>
                </a14:m>
                <a:endParaRPr lang="en-US" sz="2800" b="1" dirty="0"/>
              </a:p>
            </p:txBody>
          </p:sp>
        </mc:Choice>
        <mc:Fallback xmlns="">
          <p:sp>
            <p:nvSpPr>
              <p:cNvPr id="76" name="TextBox 75">
                <a:extLst>
                  <a:ext uri="{FF2B5EF4-FFF2-40B4-BE49-F238E27FC236}">
                    <a16:creationId xmlns:a16="http://schemas.microsoft.com/office/drawing/2014/main" id="{C3D3ED57-E8EE-6891-2AAE-F2BEC9AD17D1}"/>
                  </a:ext>
                </a:extLst>
              </p:cNvPr>
              <p:cNvSpPr txBox="1">
                <a:spLocks noRot="1" noChangeAspect="1" noMove="1" noResize="1" noEditPoints="1" noAdjustHandles="1" noChangeArrowheads="1" noChangeShapeType="1" noTextEdit="1"/>
              </p:cNvSpPr>
              <p:nvPr/>
            </p:nvSpPr>
            <p:spPr>
              <a:xfrm>
                <a:off x="7052754" y="4150223"/>
                <a:ext cx="341440" cy="430887"/>
              </a:xfrm>
              <a:prstGeom prst="rect">
                <a:avLst/>
              </a:prstGeom>
              <a:blipFill>
                <a:blip r:embed="rId2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37F2C66A-BA36-FEFB-A586-35F81ED37A6F}"/>
                  </a:ext>
                </a:extLst>
              </p:cNvPr>
              <p:cNvSpPr txBox="1"/>
              <p:nvPr/>
            </p:nvSpPr>
            <p:spPr>
              <a:xfrm>
                <a:off x="7737892" y="2915085"/>
                <a:ext cx="341440" cy="430887"/>
              </a:xfrm>
              <a:prstGeom prst="rect">
                <a:avLst/>
              </a:prstGeom>
              <a:noFill/>
            </p:spPr>
            <p:txBody>
              <a:bodyPr wrap="none" lIns="0" tIns="0" rIns="0" bIns="0" rtlCol="0">
                <a:spAutoFit/>
              </a:bodyPr>
              <a:lstStyle/>
              <a:p>
                <a:pPr/>
                <a14:m>
                  <m:oMathPara xmlns:m="http://schemas.openxmlformats.org/officeDocument/2006/math">
                    <m:oMath>
                      <m:r>
                        <a:rPr lang="en-US" sz="2800" b="1" i="1" smtClean="0">
                          <a:latin typeface="Cambria Math" panose="02040503050406030204" pitchFamily="18" charset="0"/>
                          <a:ea typeface="Cambria Math" panose="02040503050406030204" pitchFamily="18" charset="0"/>
                        </a:rPr>
                        <m:t>−</m:t>
                      </m:r>
                    </m:oMath>
                  </m:oMathPara>
                </a14:m>
                <a:endParaRPr lang="en-US" sz="2800" b="1" dirty="0"/>
              </a:p>
            </p:txBody>
          </p:sp>
        </mc:Choice>
        <mc:Fallback xmlns="">
          <p:sp>
            <p:nvSpPr>
              <p:cNvPr id="4" name="TextBox 3">
                <a:extLst>
                  <a:ext uri="{FF2B5EF4-FFF2-40B4-BE49-F238E27FC236}">
                    <a16:creationId xmlns:a16="http://schemas.microsoft.com/office/drawing/2014/main" id="{37F2C66A-BA36-FEFB-A586-35F81ED37A6F}"/>
                  </a:ext>
                </a:extLst>
              </p:cNvPr>
              <p:cNvSpPr txBox="1">
                <a:spLocks noRot="1" noChangeAspect="1" noMove="1" noResize="1" noEditPoints="1" noAdjustHandles="1" noChangeArrowheads="1" noChangeShapeType="1" noTextEdit="1"/>
              </p:cNvSpPr>
              <p:nvPr/>
            </p:nvSpPr>
            <p:spPr>
              <a:xfrm>
                <a:off x="7737892" y="2915085"/>
                <a:ext cx="341440" cy="430887"/>
              </a:xfrm>
              <a:prstGeom prst="rect">
                <a:avLst/>
              </a:prstGeom>
              <a:blipFill>
                <a:blip r:embed="rId2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0937785A-4032-76FE-4708-6AC793327375}"/>
                  </a:ext>
                </a:extLst>
              </p:cNvPr>
              <p:cNvSpPr txBox="1"/>
              <p:nvPr/>
            </p:nvSpPr>
            <p:spPr>
              <a:xfrm>
                <a:off x="7737892" y="3715864"/>
                <a:ext cx="341440" cy="430887"/>
              </a:xfrm>
              <a:prstGeom prst="rect">
                <a:avLst/>
              </a:prstGeom>
              <a:noFill/>
            </p:spPr>
            <p:txBody>
              <a:bodyPr wrap="none" lIns="0" tIns="0" rIns="0" bIns="0" rtlCol="0">
                <a:spAutoFit/>
              </a:bodyPr>
              <a:lstStyle/>
              <a:p>
                <a:pPr/>
                <a14:m>
                  <m:oMathPara xmlns:m="http://schemas.openxmlformats.org/officeDocument/2006/math">
                    <m:oMath>
                      <m:r>
                        <a:rPr lang="de-DE" sz="2800" b="1" i="0" smtClean="0">
                          <a:latin typeface="Cambria Math" panose="02040503050406030204" pitchFamily="18" charset="0"/>
                          <a:ea typeface="Cambria Math" panose="02040503050406030204" pitchFamily="18" charset="0"/>
                        </a:rPr>
                        <m:t>+</m:t>
                      </m:r>
                    </m:oMath>
                  </m:oMathPara>
                </a14:m>
                <a:endParaRPr lang="en-US" sz="2800" b="1" dirty="0"/>
              </a:p>
            </p:txBody>
          </p:sp>
        </mc:Choice>
        <mc:Fallback xmlns="">
          <p:sp>
            <p:nvSpPr>
              <p:cNvPr id="7" name="TextBox 6">
                <a:extLst>
                  <a:ext uri="{FF2B5EF4-FFF2-40B4-BE49-F238E27FC236}">
                    <a16:creationId xmlns:a16="http://schemas.microsoft.com/office/drawing/2014/main" id="{0937785A-4032-76FE-4708-6AC793327375}"/>
                  </a:ext>
                </a:extLst>
              </p:cNvPr>
              <p:cNvSpPr txBox="1">
                <a:spLocks noRot="1" noChangeAspect="1" noMove="1" noResize="1" noEditPoints="1" noAdjustHandles="1" noChangeArrowheads="1" noChangeShapeType="1" noTextEdit="1"/>
              </p:cNvSpPr>
              <p:nvPr/>
            </p:nvSpPr>
            <p:spPr>
              <a:xfrm>
                <a:off x="7737892" y="3715864"/>
                <a:ext cx="341440" cy="430887"/>
              </a:xfrm>
              <a:prstGeom prst="rect">
                <a:avLst/>
              </a:prstGeom>
              <a:blipFill>
                <a:blip r:embed="rId2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31765183-5CB6-6EBB-EA2E-2139A55D12EC}"/>
                  </a:ext>
                </a:extLst>
              </p:cNvPr>
              <p:cNvSpPr txBox="1"/>
              <p:nvPr/>
            </p:nvSpPr>
            <p:spPr>
              <a:xfrm>
                <a:off x="8420321" y="4142898"/>
                <a:ext cx="341440" cy="430887"/>
              </a:xfrm>
              <a:prstGeom prst="rect">
                <a:avLst/>
              </a:prstGeom>
              <a:noFill/>
            </p:spPr>
            <p:txBody>
              <a:bodyPr wrap="none" lIns="0" tIns="0" rIns="0" bIns="0" rtlCol="0">
                <a:spAutoFit/>
              </a:bodyPr>
              <a:lstStyle/>
              <a:p>
                <a:pPr/>
                <a14:m>
                  <m:oMathPara xmlns:m="http://schemas.openxmlformats.org/officeDocument/2006/math">
                    <m:oMath>
                      <m:r>
                        <a:rPr lang="de-DE" sz="2800" b="1" i="0" smtClean="0">
                          <a:latin typeface="Cambria Math" panose="02040503050406030204" pitchFamily="18" charset="0"/>
                          <a:ea typeface="Cambria Math" panose="02040503050406030204" pitchFamily="18" charset="0"/>
                        </a:rPr>
                        <m:t>+</m:t>
                      </m:r>
                    </m:oMath>
                  </m:oMathPara>
                </a14:m>
                <a:endParaRPr lang="en-US" sz="2800" b="1" dirty="0"/>
              </a:p>
            </p:txBody>
          </p:sp>
        </mc:Choice>
        <mc:Fallback xmlns="">
          <p:sp>
            <p:nvSpPr>
              <p:cNvPr id="8" name="TextBox 7">
                <a:extLst>
                  <a:ext uri="{FF2B5EF4-FFF2-40B4-BE49-F238E27FC236}">
                    <a16:creationId xmlns:a16="http://schemas.microsoft.com/office/drawing/2014/main" id="{31765183-5CB6-6EBB-EA2E-2139A55D12EC}"/>
                  </a:ext>
                </a:extLst>
              </p:cNvPr>
              <p:cNvSpPr txBox="1">
                <a:spLocks noRot="1" noChangeAspect="1" noMove="1" noResize="1" noEditPoints="1" noAdjustHandles="1" noChangeArrowheads="1" noChangeShapeType="1" noTextEdit="1"/>
              </p:cNvSpPr>
              <p:nvPr/>
            </p:nvSpPr>
            <p:spPr>
              <a:xfrm>
                <a:off x="8420321" y="4142898"/>
                <a:ext cx="341440" cy="430887"/>
              </a:xfrm>
              <a:prstGeom prst="rect">
                <a:avLst/>
              </a:prstGeom>
              <a:blipFill>
                <a:blip r:embed="rId2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578FBA53-370F-B6FF-FA60-D9F812D92D7A}"/>
                  </a:ext>
                </a:extLst>
              </p:cNvPr>
              <p:cNvSpPr txBox="1"/>
              <p:nvPr/>
            </p:nvSpPr>
            <p:spPr>
              <a:xfrm>
                <a:off x="8412336" y="3316966"/>
                <a:ext cx="341440" cy="430887"/>
              </a:xfrm>
              <a:prstGeom prst="rect">
                <a:avLst/>
              </a:prstGeom>
              <a:noFill/>
            </p:spPr>
            <p:txBody>
              <a:bodyPr wrap="none" lIns="0" tIns="0" rIns="0" bIns="0" rtlCol="0">
                <a:spAutoFit/>
              </a:bodyPr>
              <a:lstStyle/>
              <a:p>
                <a:pPr/>
                <a14:m>
                  <m:oMathPara xmlns:m="http://schemas.openxmlformats.org/officeDocument/2006/math">
                    <m:oMath>
                      <m:r>
                        <a:rPr lang="en-US" sz="2800" b="1" i="1" smtClean="0">
                          <a:latin typeface="Cambria Math" panose="02040503050406030204" pitchFamily="18" charset="0"/>
                          <a:ea typeface="Cambria Math" panose="02040503050406030204" pitchFamily="18" charset="0"/>
                        </a:rPr>
                        <m:t>−</m:t>
                      </m:r>
                    </m:oMath>
                  </m:oMathPara>
                </a14:m>
                <a:endParaRPr lang="en-US" sz="2800" b="1" dirty="0"/>
              </a:p>
            </p:txBody>
          </p:sp>
        </mc:Choice>
        <mc:Fallback xmlns="">
          <p:sp>
            <p:nvSpPr>
              <p:cNvPr id="9" name="TextBox 8">
                <a:extLst>
                  <a:ext uri="{FF2B5EF4-FFF2-40B4-BE49-F238E27FC236}">
                    <a16:creationId xmlns:a16="http://schemas.microsoft.com/office/drawing/2014/main" id="{578FBA53-370F-B6FF-FA60-D9F812D92D7A}"/>
                  </a:ext>
                </a:extLst>
              </p:cNvPr>
              <p:cNvSpPr txBox="1">
                <a:spLocks noRot="1" noChangeAspect="1" noMove="1" noResize="1" noEditPoints="1" noAdjustHandles="1" noChangeArrowheads="1" noChangeShapeType="1" noTextEdit="1"/>
              </p:cNvSpPr>
              <p:nvPr/>
            </p:nvSpPr>
            <p:spPr>
              <a:xfrm>
                <a:off x="8412336" y="3316966"/>
                <a:ext cx="341440" cy="430887"/>
              </a:xfrm>
              <a:prstGeom prst="rect">
                <a:avLst/>
              </a:prstGeom>
              <a:blipFill>
                <a:blip r:embed="rId3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D751349F-0307-0CA7-4005-101A7CCF20D7}"/>
                  </a:ext>
                </a:extLst>
              </p:cNvPr>
              <p:cNvSpPr txBox="1"/>
              <p:nvPr/>
            </p:nvSpPr>
            <p:spPr>
              <a:xfrm>
                <a:off x="5684090" y="2042576"/>
                <a:ext cx="461600" cy="369332"/>
              </a:xfrm>
              <a:prstGeom prst="rect">
                <a:avLst/>
              </a:prstGeom>
              <a:noFill/>
            </p:spPr>
            <p:txBody>
              <a:bodyPr wrap="none" lIns="0" tIns="0" rIns="0" bIns="0" rtlCol="0">
                <a:spAutoFit/>
              </a:bodyPr>
              <a:lstStyle/>
              <a:p>
                <a:pPr/>
                <a14:m>
                  <m:oMathPara xmlns:m="http://schemas.openxmlformats.org/officeDocument/2006/math">
                    <m:oMath>
                      <m:sSub>
                        <m:sSubPr>
                          <m:ctrlPr>
                            <a:rPr lang="de-DE" sz="2400" b="0" i="1" smtClean="0">
                              <a:solidFill>
                                <a:srgbClr val="C00000"/>
                              </a:solidFill>
                              <a:latin typeface="Cambria Math" panose="02040503050406030204" pitchFamily="18" charset="0"/>
                            </a:rPr>
                          </m:ctrlPr>
                        </m:sSubPr>
                        <m:e>
                          <m:r>
                            <m:rPr>
                              <m:sty m:val="p"/>
                            </m:rPr>
                            <a:rPr lang="de-DE" sz="2400" b="0" i="1" smtClean="0">
                              <a:solidFill>
                                <a:srgbClr val="C00000"/>
                              </a:solidFill>
                              <a:latin typeface="Cambria Math" panose="02040503050406030204" pitchFamily="18" charset="0"/>
                            </a:rPr>
                            <m:t>m</m:t>
                          </m:r>
                        </m:e>
                        <m:sub>
                          <m:r>
                            <a:rPr lang="de-DE" sz="2400" b="0" i="1" smtClean="0">
                              <a:solidFill>
                                <a:srgbClr val="C00000"/>
                              </a:solidFill>
                              <a:latin typeface="Cambria Math" panose="02040503050406030204" pitchFamily="18" charset="0"/>
                            </a:rPr>
                            <m:t>0</m:t>
                          </m:r>
                        </m:sub>
                      </m:sSub>
                    </m:oMath>
                  </m:oMathPara>
                </a14:m>
                <a:endParaRPr lang="en-US" sz="2400" dirty="0">
                  <a:solidFill>
                    <a:srgbClr val="C00000"/>
                  </a:solidFill>
                </a:endParaRPr>
              </a:p>
            </p:txBody>
          </p:sp>
        </mc:Choice>
        <mc:Fallback xmlns="">
          <p:sp>
            <p:nvSpPr>
              <p:cNvPr id="12" name="TextBox 11">
                <a:extLst>
                  <a:ext uri="{FF2B5EF4-FFF2-40B4-BE49-F238E27FC236}">
                    <a16:creationId xmlns:a16="http://schemas.microsoft.com/office/drawing/2014/main" id="{D751349F-0307-0CA7-4005-101A7CCF20D7}"/>
                  </a:ext>
                </a:extLst>
              </p:cNvPr>
              <p:cNvSpPr txBox="1">
                <a:spLocks noRot="1" noChangeAspect="1" noMove="1" noResize="1" noEditPoints="1" noAdjustHandles="1" noChangeArrowheads="1" noChangeShapeType="1" noTextEdit="1"/>
              </p:cNvSpPr>
              <p:nvPr/>
            </p:nvSpPr>
            <p:spPr>
              <a:xfrm>
                <a:off x="5684090" y="2042576"/>
                <a:ext cx="461600" cy="369332"/>
              </a:xfrm>
              <a:prstGeom prst="rect">
                <a:avLst/>
              </a:prstGeom>
              <a:blipFill>
                <a:blip r:embed="rId31"/>
                <a:stretch>
                  <a:fillRect l="-9211" r="-5263" b="-1147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D17B7BD1-011E-6359-6B03-F6FC9DE219B9}"/>
                  </a:ext>
                </a:extLst>
              </p:cNvPr>
              <p:cNvSpPr txBox="1"/>
              <p:nvPr/>
            </p:nvSpPr>
            <p:spPr>
              <a:xfrm>
                <a:off x="6365519" y="2052216"/>
                <a:ext cx="341440" cy="430887"/>
              </a:xfrm>
              <a:prstGeom prst="rect">
                <a:avLst/>
              </a:prstGeom>
              <a:noFill/>
            </p:spPr>
            <p:txBody>
              <a:bodyPr wrap="none" lIns="0" tIns="0" rIns="0" bIns="0" rtlCol="0">
                <a:spAutoFit/>
              </a:bodyPr>
              <a:lstStyle/>
              <a:p>
                <a:pPr/>
                <a14:m>
                  <m:oMathPara xmlns:m="http://schemas.openxmlformats.org/officeDocument/2006/math">
                    <m:oMath>
                      <m:r>
                        <a:rPr lang="en-US" sz="2800" b="1" i="1" smtClean="0">
                          <a:latin typeface="Cambria Math" panose="02040503050406030204" pitchFamily="18" charset="0"/>
                          <a:ea typeface="Cambria Math" panose="02040503050406030204" pitchFamily="18" charset="0"/>
                        </a:rPr>
                        <m:t>−</m:t>
                      </m:r>
                    </m:oMath>
                  </m:oMathPara>
                </a14:m>
                <a:endParaRPr lang="en-US" sz="2800" b="1" dirty="0"/>
              </a:p>
            </p:txBody>
          </p:sp>
        </mc:Choice>
        <mc:Fallback xmlns="">
          <p:sp>
            <p:nvSpPr>
              <p:cNvPr id="14" name="TextBox 13">
                <a:extLst>
                  <a:ext uri="{FF2B5EF4-FFF2-40B4-BE49-F238E27FC236}">
                    <a16:creationId xmlns:a16="http://schemas.microsoft.com/office/drawing/2014/main" id="{D17B7BD1-011E-6359-6B03-F6FC9DE219B9}"/>
                  </a:ext>
                </a:extLst>
              </p:cNvPr>
              <p:cNvSpPr txBox="1">
                <a:spLocks noRot="1" noChangeAspect="1" noMove="1" noResize="1" noEditPoints="1" noAdjustHandles="1" noChangeArrowheads="1" noChangeShapeType="1" noTextEdit="1"/>
              </p:cNvSpPr>
              <p:nvPr/>
            </p:nvSpPr>
            <p:spPr>
              <a:xfrm>
                <a:off x="6365519" y="2052216"/>
                <a:ext cx="341440" cy="430887"/>
              </a:xfrm>
              <a:prstGeom prst="rect">
                <a:avLst/>
              </a:prstGeom>
              <a:blipFill>
                <a:blip r:embed="rId3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D19CD2E7-91FE-480F-6C10-69888BD96431}"/>
                  </a:ext>
                </a:extLst>
              </p:cNvPr>
              <p:cNvSpPr txBox="1"/>
              <p:nvPr/>
            </p:nvSpPr>
            <p:spPr>
              <a:xfrm>
                <a:off x="6365818" y="2909314"/>
                <a:ext cx="341440" cy="430887"/>
              </a:xfrm>
              <a:prstGeom prst="rect">
                <a:avLst/>
              </a:prstGeom>
              <a:noFill/>
            </p:spPr>
            <p:txBody>
              <a:bodyPr wrap="none" lIns="0" tIns="0" rIns="0" bIns="0" rtlCol="0">
                <a:spAutoFit/>
              </a:bodyPr>
              <a:lstStyle/>
              <a:p>
                <a:pPr/>
                <a14:m>
                  <m:oMathPara xmlns:m="http://schemas.openxmlformats.org/officeDocument/2006/math">
                    <m:oMath>
                      <m:r>
                        <a:rPr lang="de-DE" sz="2800" b="1" i="0" smtClean="0">
                          <a:latin typeface="Cambria Math" panose="02040503050406030204" pitchFamily="18" charset="0"/>
                          <a:ea typeface="Cambria Math" panose="02040503050406030204" pitchFamily="18" charset="0"/>
                        </a:rPr>
                        <m:t>+</m:t>
                      </m:r>
                    </m:oMath>
                  </m:oMathPara>
                </a14:m>
                <a:endParaRPr lang="en-US" sz="2800" b="1" dirty="0"/>
              </a:p>
            </p:txBody>
          </p:sp>
        </mc:Choice>
        <mc:Fallback xmlns="">
          <p:sp>
            <p:nvSpPr>
              <p:cNvPr id="15" name="TextBox 14">
                <a:extLst>
                  <a:ext uri="{FF2B5EF4-FFF2-40B4-BE49-F238E27FC236}">
                    <a16:creationId xmlns:a16="http://schemas.microsoft.com/office/drawing/2014/main" id="{D19CD2E7-91FE-480F-6C10-69888BD96431}"/>
                  </a:ext>
                </a:extLst>
              </p:cNvPr>
              <p:cNvSpPr txBox="1">
                <a:spLocks noRot="1" noChangeAspect="1" noMove="1" noResize="1" noEditPoints="1" noAdjustHandles="1" noChangeArrowheads="1" noChangeShapeType="1" noTextEdit="1"/>
              </p:cNvSpPr>
              <p:nvPr/>
            </p:nvSpPr>
            <p:spPr>
              <a:xfrm>
                <a:off x="6365818" y="2909314"/>
                <a:ext cx="341440" cy="430887"/>
              </a:xfrm>
              <a:prstGeom prst="rect">
                <a:avLst/>
              </a:prstGeom>
              <a:blipFill>
                <a:blip r:embed="rId2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EEE829FA-52A9-AA3B-CC85-9A9051EB7AB3}"/>
                  </a:ext>
                </a:extLst>
              </p:cNvPr>
              <p:cNvSpPr txBox="1"/>
              <p:nvPr/>
            </p:nvSpPr>
            <p:spPr>
              <a:xfrm>
                <a:off x="6375144" y="3323650"/>
                <a:ext cx="341440" cy="430887"/>
              </a:xfrm>
              <a:prstGeom prst="rect">
                <a:avLst/>
              </a:prstGeom>
              <a:noFill/>
            </p:spPr>
            <p:txBody>
              <a:bodyPr wrap="none" lIns="0" tIns="0" rIns="0" bIns="0" rtlCol="0">
                <a:spAutoFit/>
              </a:bodyPr>
              <a:lstStyle/>
              <a:p>
                <a:pPr/>
                <a14:m>
                  <m:oMathPara xmlns:m="http://schemas.openxmlformats.org/officeDocument/2006/math">
                    <m:oMath>
                      <m:r>
                        <a:rPr lang="de-DE" sz="2800" b="1" i="0" smtClean="0">
                          <a:latin typeface="Cambria Math" panose="02040503050406030204" pitchFamily="18" charset="0"/>
                          <a:ea typeface="Cambria Math" panose="02040503050406030204" pitchFamily="18" charset="0"/>
                        </a:rPr>
                        <m:t>+</m:t>
                      </m:r>
                    </m:oMath>
                  </m:oMathPara>
                </a14:m>
                <a:endParaRPr lang="en-US" sz="2800" b="1" dirty="0"/>
              </a:p>
            </p:txBody>
          </p:sp>
        </mc:Choice>
        <mc:Fallback xmlns="">
          <p:sp>
            <p:nvSpPr>
              <p:cNvPr id="22" name="TextBox 21">
                <a:extLst>
                  <a:ext uri="{FF2B5EF4-FFF2-40B4-BE49-F238E27FC236}">
                    <a16:creationId xmlns:a16="http://schemas.microsoft.com/office/drawing/2014/main" id="{EEE829FA-52A9-AA3B-CC85-9A9051EB7AB3}"/>
                  </a:ext>
                </a:extLst>
              </p:cNvPr>
              <p:cNvSpPr txBox="1">
                <a:spLocks noRot="1" noChangeAspect="1" noMove="1" noResize="1" noEditPoints="1" noAdjustHandles="1" noChangeArrowheads="1" noChangeShapeType="1" noTextEdit="1"/>
              </p:cNvSpPr>
              <p:nvPr/>
            </p:nvSpPr>
            <p:spPr>
              <a:xfrm>
                <a:off x="6375144" y="3323650"/>
                <a:ext cx="341440" cy="430887"/>
              </a:xfrm>
              <a:prstGeom prst="rect">
                <a:avLst/>
              </a:prstGeom>
              <a:blipFill>
                <a:blip r:embed="rId3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54747223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E2F89E0-F1D3-4EB8-8BAA-634EB7F923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6B1E62-F0D2-2D63-B55E-961F08912386}"/>
              </a:ext>
            </a:extLst>
          </p:cNvPr>
          <p:cNvSpPr>
            <a:spLocks noGrp="1"/>
          </p:cNvSpPr>
          <p:nvPr>
            <p:ph type="title"/>
          </p:nvPr>
        </p:nvSpPr>
        <p:spPr>
          <a:xfrm>
            <a:off x="129539" y="170815"/>
            <a:ext cx="7173785" cy="720725"/>
          </a:xfrm>
        </p:spPr>
        <p:txBody>
          <a:bodyPr>
            <a:normAutofit/>
          </a:bodyPr>
          <a:lstStyle/>
          <a:p>
            <a:r>
              <a:rPr lang="de-DE" sz="3600" dirty="0"/>
              <a:t>Mapping a 2-neuron NN</a:t>
            </a:r>
            <a:endParaRPr lang="en-US" sz="3600" dirty="0"/>
          </a:p>
        </p:txBody>
      </p:sp>
      <p:sp>
        <p:nvSpPr>
          <p:cNvPr id="17" name="Oval 16">
            <a:extLst>
              <a:ext uri="{FF2B5EF4-FFF2-40B4-BE49-F238E27FC236}">
                <a16:creationId xmlns:a16="http://schemas.microsoft.com/office/drawing/2014/main" id="{DF2DD83F-A36C-96DC-BE73-EF4BE2388818}"/>
              </a:ext>
            </a:extLst>
          </p:cNvPr>
          <p:cNvSpPr>
            <a:spLocks noChangeAspect="1"/>
          </p:cNvSpPr>
          <p:nvPr/>
        </p:nvSpPr>
        <p:spPr>
          <a:xfrm>
            <a:off x="2113074" y="1441546"/>
            <a:ext cx="482803" cy="48280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9C416B41-81B3-E5EB-B258-FE7D70324C66}"/>
              </a:ext>
            </a:extLst>
          </p:cNvPr>
          <p:cNvSpPr>
            <a:spLocks noChangeAspect="1"/>
          </p:cNvSpPr>
          <p:nvPr/>
        </p:nvSpPr>
        <p:spPr>
          <a:xfrm>
            <a:off x="2124504" y="3644138"/>
            <a:ext cx="482803" cy="48280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1" name="Straight Arrow Connector 20">
            <a:extLst>
              <a:ext uri="{FF2B5EF4-FFF2-40B4-BE49-F238E27FC236}">
                <a16:creationId xmlns:a16="http://schemas.microsoft.com/office/drawing/2014/main" id="{7A7D5EDF-1F40-0DE9-985E-694801BED419}"/>
              </a:ext>
            </a:extLst>
          </p:cNvPr>
          <p:cNvCxnSpPr>
            <a:cxnSpLocks/>
            <a:stCxn id="18" idx="6"/>
            <a:endCxn id="50" idx="3"/>
          </p:cNvCxnSpPr>
          <p:nvPr/>
        </p:nvCxnSpPr>
        <p:spPr>
          <a:xfrm flipV="1">
            <a:off x="2607307" y="2945906"/>
            <a:ext cx="949803" cy="939634"/>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D9AFB62F-7956-EC11-8DF2-0C52A7E614B7}"/>
              </a:ext>
            </a:extLst>
          </p:cNvPr>
          <p:cNvCxnSpPr>
            <a:cxnSpLocks/>
            <a:stCxn id="17" idx="6"/>
            <a:endCxn id="50" idx="1"/>
          </p:cNvCxnSpPr>
          <p:nvPr/>
        </p:nvCxnSpPr>
        <p:spPr>
          <a:xfrm>
            <a:off x="2595877" y="1682948"/>
            <a:ext cx="961233" cy="921565"/>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05BE188A-D28B-BC19-1EC5-CFF080B0A217}"/>
                  </a:ext>
                </a:extLst>
              </p:cNvPr>
              <p:cNvSpPr txBox="1"/>
              <p:nvPr/>
            </p:nvSpPr>
            <p:spPr>
              <a:xfrm>
                <a:off x="2704377" y="1556759"/>
                <a:ext cx="1006792" cy="461665"/>
              </a:xfrm>
              <a:prstGeom prst="rect">
                <a:avLst/>
              </a:prstGeom>
              <a:noFill/>
            </p:spPr>
            <p:txBody>
              <a:bodyPr wrap="square">
                <a:spAutoFit/>
              </a:bodyPr>
              <a:lstStyle/>
              <a:p>
                <a:pPr/>
                <a14:m>
                  <m:oMathPara xmlns:m="http://schemas.openxmlformats.org/officeDocument/2006/math">
                    <m:oMath>
                      <m:sSub>
                        <m:sSubPr>
                          <m:ctrlPr>
                            <a:rPr lang="de-DE" sz="2400" b="0" i="0" smtClean="0">
                              <a:solidFill>
                                <a:schemeClr val="tx1"/>
                              </a:solidFill>
                              <a:latin typeface="Cambria Math" panose="02040503050406030204" pitchFamily="18" charset="0"/>
                            </a:rPr>
                          </m:ctrlPr>
                        </m:sSubPr>
                        <m:e>
                          <m:r>
                            <m:rPr>
                              <m:sty m:val="p"/>
                            </m:rPr>
                            <a:rPr lang="de-DE" sz="2400" b="0" i="0" smtClean="0">
                              <a:solidFill>
                                <a:schemeClr val="tx1"/>
                              </a:solidFill>
                              <a:latin typeface="Cambria Math" panose="02040503050406030204" pitchFamily="18" charset="0"/>
                            </a:rPr>
                            <m:t>m</m:t>
                          </m:r>
                        </m:e>
                        <m:sub>
                          <m:r>
                            <m:rPr>
                              <m:sty m:val="p"/>
                            </m:rPr>
                            <a:rPr lang="de-DE" sz="2400" b="0" i="1" smtClean="0">
                              <a:solidFill>
                                <a:schemeClr val="tx1"/>
                              </a:solidFill>
                              <a:latin typeface="Cambria Math" panose="02040503050406030204" pitchFamily="18" charset="0"/>
                            </a:rPr>
                            <m:t>F</m:t>
                          </m:r>
                        </m:sub>
                      </m:sSub>
                    </m:oMath>
                  </m:oMathPara>
                </a14:m>
                <a:endParaRPr lang="en-US" sz="2400" dirty="0">
                  <a:solidFill>
                    <a:schemeClr val="tx1"/>
                  </a:solidFill>
                </a:endParaRPr>
              </a:p>
            </p:txBody>
          </p:sp>
        </mc:Choice>
        <mc:Fallback xmlns="">
          <p:sp>
            <p:nvSpPr>
              <p:cNvPr id="40" name="TextBox 39">
                <a:extLst>
                  <a:ext uri="{FF2B5EF4-FFF2-40B4-BE49-F238E27FC236}">
                    <a16:creationId xmlns:a16="http://schemas.microsoft.com/office/drawing/2014/main" id="{05BE188A-D28B-BC19-1EC5-CFF080B0A217}"/>
                  </a:ext>
                </a:extLst>
              </p:cNvPr>
              <p:cNvSpPr txBox="1">
                <a:spLocks noRot="1" noChangeAspect="1" noMove="1" noResize="1" noEditPoints="1" noAdjustHandles="1" noChangeArrowheads="1" noChangeShapeType="1" noTextEdit="1"/>
              </p:cNvSpPr>
              <p:nvPr/>
            </p:nvSpPr>
            <p:spPr>
              <a:xfrm>
                <a:off x="2704377" y="1556759"/>
                <a:ext cx="1006792" cy="461665"/>
              </a:xfrm>
              <a:prstGeom prst="rect">
                <a:avLst/>
              </a:prstGeom>
              <a:blipFill>
                <a:blip r:embed="rId3"/>
                <a:stretch>
                  <a:fillRect b="-13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7C8DFC8B-29B3-44A5-8AC6-6DC96A6CFCC7}"/>
                  </a:ext>
                </a:extLst>
              </p:cNvPr>
              <p:cNvSpPr txBox="1"/>
              <p:nvPr/>
            </p:nvSpPr>
            <p:spPr>
              <a:xfrm>
                <a:off x="2772963" y="3355534"/>
                <a:ext cx="1006792" cy="461665"/>
              </a:xfrm>
              <a:prstGeom prst="rect">
                <a:avLst/>
              </a:prstGeom>
              <a:noFill/>
            </p:spPr>
            <p:txBody>
              <a:bodyPr wrap="square">
                <a:spAutoFit/>
              </a:bodyPr>
              <a:lstStyle/>
              <a:p>
                <a:pPr/>
                <a14:m>
                  <m:oMathPara xmlns:m="http://schemas.openxmlformats.org/officeDocument/2006/math">
                    <m:oMath>
                      <m:sSub>
                        <m:sSubPr>
                          <m:ctrlPr>
                            <a:rPr lang="de-DE" sz="2400" b="0" i="0" smtClean="0">
                              <a:solidFill>
                                <a:schemeClr val="tx1"/>
                              </a:solidFill>
                              <a:latin typeface="Cambria Math" panose="02040503050406030204" pitchFamily="18" charset="0"/>
                            </a:rPr>
                          </m:ctrlPr>
                        </m:sSubPr>
                        <m:e>
                          <m:r>
                            <m:rPr>
                              <m:sty m:val="p"/>
                            </m:rPr>
                            <a:rPr lang="de-DE" sz="2400" b="0" i="0" smtClean="0">
                              <a:solidFill>
                                <a:schemeClr val="tx1"/>
                              </a:solidFill>
                              <a:latin typeface="Cambria Math" panose="02040503050406030204" pitchFamily="18" charset="0"/>
                            </a:rPr>
                            <m:t>m</m:t>
                          </m:r>
                        </m:e>
                        <m:sub>
                          <m:r>
                            <m:rPr>
                              <m:sty m:val="p"/>
                            </m:rPr>
                            <a:rPr lang="de-DE" sz="2400" b="0" i="1" smtClean="0">
                              <a:solidFill>
                                <a:schemeClr val="tx1"/>
                              </a:solidFill>
                              <a:latin typeface="Cambria Math" panose="02040503050406030204" pitchFamily="18" charset="0"/>
                            </a:rPr>
                            <m:t>S</m:t>
                          </m:r>
                        </m:sub>
                      </m:sSub>
                    </m:oMath>
                  </m:oMathPara>
                </a14:m>
                <a:endParaRPr lang="en-US" sz="2400" dirty="0">
                  <a:solidFill>
                    <a:schemeClr val="tx1"/>
                  </a:solidFill>
                </a:endParaRPr>
              </a:p>
            </p:txBody>
          </p:sp>
        </mc:Choice>
        <mc:Fallback xmlns="">
          <p:sp>
            <p:nvSpPr>
              <p:cNvPr id="3" name="TextBox 2">
                <a:extLst>
                  <a:ext uri="{FF2B5EF4-FFF2-40B4-BE49-F238E27FC236}">
                    <a16:creationId xmlns:a16="http://schemas.microsoft.com/office/drawing/2014/main" id="{7C8DFC8B-29B3-44A5-8AC6-6DC96A6CFCC7}"/>
                  </a:ext>
                </a:extLst>
              </p:cNvPr>
              <p:cNvSpPr txBox="1">
                <a:spLocks noRot="1" noChangeAspect="1" noMove="1" noResize="1" noEditPoints="1" noAdjustHandles="1" noChangeArrowheads="1" noChangeShapeType="1" noTextEdit="1"/>
              </p:cNvSpPr>
              <p:nvPr/>
            </p:nvSpPr>
            <p:spPr>
              <a:xfrm>
                <a:off x="2772963" y="3355534"/>
                <a:ext cx="1006792" cy="461665"/>
              </a:xfrm>
              <a:prstGeom prst="rect">
                <a:avLst/>
              </a:prstGeom>
              <a:blipFill>
                <a:blip r:embed="rId4"/>
                <a:stretch>
                  <a:fillRect b="-13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76BAD796-1B66-1E58-4BFF-9D3B1C5857EA}"/>
                  </a:ext>
                </a:extLst>
              </p:cNvPr>
              <p:cNvSpPr txBox="1"/>
              <p:nvPr/>
            </p:nvSpPr>
            <p:spPr>
              <a:xfrm>
                <a:off x="650719" y="1515414"/>
                <a:ext cx="1006792" cy="461665"/>
              </a:xfrm>
              <a:prstGeom prst="rect">
                <a:avLst/>
              </a:prstGeom>
              <a:noFill/>
            </p:spPr>
            <p:txBody>
              <a:bodyPr wrap="square">
                <a:spAutoFit/>
              </a:bodyPr>
              <a:lstStyle/>
              <a:p>
                <a:pPr/>
                <a14:m>
                  <m:oMathPara xmlns:m="http://schemas.openxmlformats.org/officeDocument/2006/math">
                    <m:oMath>
                      <m:sSub>
                        <m:sSubPr>
                          <m:ctrlPr>
                            <a:rPr lang="de-DE" sz="2400" b="0" i="0" smtClean="0">
                              <a:solidFill>
                                <a:schemeClr val="tx1"/>
                              </a:solidFill>
                              <a:latin typeface="Cambria Math" panose="02040503050406030204" pitchFamily="18" charset="0"/>
                            </a:rPr>
                          </m:ctrlPr>
                        </m:sSubPr>
                        <m:e>
                          <m:r>
                            <m:rPr>
                              <m:sty m:val="p"/>
                            </m:rPr>
                            <a:rPr lang="de-DE" sz="2400" b="0" i="0" smtClean="0">
                              <a:solidFill>
                                <a:schemeClr val="tx1"/>
                              </a:solidFill>
                              <a:latin typeface="Cambria Math" panose="02040503050406030204" pitchFamily="18" charset="0"/>
                            </a:rPr>
                            <m:t>m</m:t>
                          </m:r>
                        </m:e>
                        <m:sub>
                          <m:r>
                            <a:rPr lang="de-DE" sz="2400" b="0" i="1" smtClean="0">
                              <a:solidFill>
                                <a:schemeClr val="tx1"/>
                              </a:solidFill>
                              <a:latin typeface="Cambria Math" panose="02040503050406030204" pitchFamily="18" charset="0"/>
                            </a:rPr>
                            <m:t>2</m:t>
                          </m:r>
                        </m:sub>
                      </m:sSub>
                    </m:oMath>
                  </m:oMathPara>
                </a14:m>
                <a:endParaRPr lang="en-US" sz="2400" dirty="0">
                  <a:solidFill>
                    <a:schemeClr val="tx1"/>
                  </a:solidFill>
                </a:endParaRPr>
              </a:p>
            </p:txBody>
          </p:sp>
        </mc:Choice>
        <mc:Fallback xmlns="">
          <p:sp>
            <p:nvSpPr>
              <p:cNvPr id="10" name="TextBox 9">
                <a:extLst>
                  <a:ext uri="{FF2B5EF4-FFF2-40B4-BE49-F238E27FC236}">
                    <a16:creationId xmlns:a16="http://schemas.microsoft.com/office/drawing/2014/main" id="{76BAD796-1B66-1E58-4BFF-9D3B1C5857EA}"/>
                  </a:ext>
                </a:extLst>
              </p:cNvPr>
              <p:cNvSpPr txBox="1">
                <a:spLocks noRot="1" noChangeAspect="1" noMove="1" noResize="1" noEditPoints="1" noAdjustHandles="1" noChangeArrowheads="1" noChangeShapeType="1" noTextEdit="1"/>
              </p:cNvSpPr>
              <p:nvPr/>
            </p:nvSpPr>
            <p:spPr>
              <a:xfrm>
                <a:off x="650719" y="1515414"/>
                <a:ext cx="1006792" cy="461665"/>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CC556352-250C-3DC7-DE25-4595C503EC7C}"/>
                  </a:ext>
                </a:extLst>
              </p:cNvPr>
              <p:cNvSpPr txBox="1"/>
              <p:nvPr/>
            </p:nvSpPr>
            <p:spPr>
              <a:xfrm>
                <a:off x="691501" y="3359298"/>
                <a:ext cx="1006792" cy="461665"/>
              </a:xfrm>
              <a:prstGeom prst="rect">
                <a:avLst/>
              </a:prstGeom>
              <a:noFill/>
            </p:spPr>
            <p:txBody>
              <a:bodyPr wrap="square">
                <a:spAutoFit/>
              </a:bodyPr>
              <a:lstStyle/>
              <a:p>
                <a:pPr/>
                <a14:m>
                  <m:oMathPara xmlns:m="http://schemas.openxmlformats.org/officeDocument/2006/math">
                    <m:oMath>
                      <m:sSub>
                        <m:sSubPr>
                          <m:ctrlPr>
                            <a:rPr lang="de-DE" sz="2400" b="0" i="0" smtClean="0">
                              <a:solidFill>
                                <a:schemeClr val="tx1"/>
                              </a:solidFill>
                              <a:latin typeface="Cambria Math" panose="02040503050406030204" pitchFamily="18" charset="0"/>
                            </a:rPr>
                          </m:ctrlPr>
                        </m:sSubPr>
                        <m:e>
                          <m:r>
                            <m:rPr>
                              <m:sty m:val="p"/>
                            </m:rPr>
                            <a:rPr lang="de-DE" sz="2400" b="0" i="0" smtClean="0">
                              <a:solidFill>
                                <a:schemeClr val="tx1"/>
                              </a:solidFill>
                              <a:latin typeface="Cambria Math" panose="02040503050406030204" pitchFamily="18" charset="0"/>
                            </a:rPr>
                            <m:t>m</m:t>
                          </m:r>
                        </m:e>
                        <m:sub>
                          <m:r>
                            <a:rPr lang="de-DE" sz="2400" b="0" i="1" smtClean="0">
                              <a:solidFill>
                                <a:schemeClr val="tx1"/>
                              </a:solidFill>
                              <a:latin typeface="Cambria Math" panose="02040503050406030204" pitchFamily="18" charset="0"/>
                            </a:rPr>
                            <m:t>3</m:t>
                          </m:r>
                        </m:sub>
                      </m:sSub>
                    </m:oMath>
                  </m:oMathPara>
                </a14:m>
                <a:endParaRPr lang="en-US" sz="2400" dirty="0">
                  <a:solidFill>
                    <a:schemeClr val="tx1"/>
                  </a:solidFill>
                </a:endParaRPr>
              </a:p>
            </p:txBody>
          </p:sp>
        </mc:Choice>
        <mc:Fallback xmlns="">
          <p:sp>
            <p:nvSpPr>
              <p:cNvPr id="13" name="TextBox 12">
                <a:extLst>
                  <a:ext uri="{FF2B5EF4-FFF2-40B4-BE49-F238E27FC236}">
                    <a16:creationId xmlns:a16="http://schemas.microsoft.com/office/drawing/2014/main" id="{CC556352-250C-3DC7-DE25-4595C503EC7C}"/>
                  </a:ext>
                </a:extLst>
              </p:cNvPr>
              <p:cNvSpPr txBox="1">
                <a:spLocks noRot="1" noChangeAspect="1" noMove="1" noResize="1" noEditPoints="1" noAdjustHandles="1" noChangeArrowheads="1" noChangeShapeType="1" noTextEdit="1"/>
              </p:cNvSpPr>
              <p:nvPr/>
            </p:nvSpPr>
            <p:spPr>
              <a:xfrm>
                <a:off x="691501" y="3359298"/>
                <a:ext cx="1006792" cy="461665"/>
              </a:xfrm>
              <a:prstGeom prst="rect">
                <a:avLst/>
              </a:prstGeom>
              <a:blipFill>
                <a:blip r:embed="rId6"/>
                <a:stretch>
                  <a:fillRect/>
                </a:stretch>
              </a:blipFill>
            </p:spPr>
            <p:txBody>
              <a:bodyPr/>
              <a:lstStyle/>
              <a:p>
                <a:r>
                  <a:rPr lang="en-US">
                    <a:noFill/>
                  </a:rPr>
                  <a:t> </a:t>
                </a:r>
              </a:p>
            </p:txBody>
          </p:sp>
        </mc:Fallback>
      </mc:AlternateContent>
      <p:sp>
        <p:nvSpPr>
          <p:cNvPr id="16" name="Oval 15">
            <a:extLst>
              <a:ext uri="{FF2B5EF4-FFF2-40B4-BE49-F238E27FC236}">
                <a16:creationId xmlns:a16="http://schemas.microsoft.com/office/drawing/2014/main" id="{C3E150CF-0631-CAC7-C1D9-B3ADFBF73015}"/>
              </a:ext>
            </a:extLst>
          </p:cNvPr>
          <p:cNvSpPr>
            <a:spLocks noChangeAspect="1"/>
          </p:cNvSpPr>
          <p:nvPr/>
        </p:nvSpPr>
        <p:spPr>
          <a:xfrm>
            <a:off x="875780" y="2533808"/>
            <a:ext cx="482803" cy="48280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Arrow Connector 19">
            <a:extLst>
              <a:ext uri="{FF2B5EF4-FFF2-40B4-BE49-F238E27FC236}">
                <a16:creationId xmlns:a16="http://schemas.microsoft.com/office/drawing/2014/main" id="{F654BAC9-4F71-F536-1432-A035A2276122}"/>
              </a:ext>
            </a:extLst>
          </p:cNvPr>
          <p:cNvCxnSpPr>
            <a:cxnSpLocks/>
            <a:stCxn id="16" idx="0"/>
            <a:endCxn id="17" idx="2"/>
          </p:cNvCxnSpPr>
          <p:nvPr/>
        </p:nvCxnSpPr>
        <p:spPr>
          <a:xfrm flipV="1">
            <a:off x="1117182" y="1682948"/>
            <a:ext cx="995892" cy="85086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52ECAE41-90BD-3888-09AB-AA8D38CD7496}"/>
                  </a:ext>
                </a:extLst>
              </p:cNvPr>
              <p:cNvSpPr txBox="1"/>
              <p:nvPr/>
            </p:nvSpPr>
            <p:spPr>
              <a:xfrm>
                <a:off x="135547" y="2302975"/>
                <a:ext cx="642780" cy="461665"/>
              </a:xfrm>
              <a:prstGeom prst="rect">
                <a:avLst/>
              </a:prstGeom>
              <a:noFill/>
            </p:spPr>
            <p:txBody>
              <a:bodyPr wrap="square">
                <a:spAutoFit/>
              </a:bodyPr>
              <a:lstStyle/>
              <a:p>
                <a:pPr/>
                <a14:m>
                  <m:oMathPara xmlns:m="http://schemas.openxmlformats.org/officeDocument/2006/math">
                    <m:oMath>
                      <m:sSub>
                        <m:sSubPr>
                          <m:ctrlPr>
                            <a:rPr lang="de-DE" sz="2400" b="0" i="0" smtClean="0">
                              <a:solidFill>
                                <a:schemeClr val="tx1"/>
                              </a:solidFill>
                              <a:latin typeface="Cambria Math" panose="02040503050406030204" pitchFamily="18" charset="0"/>
                            </a:rPr>
                          </m:ctrlPr>
                        </m:sSubPr>
                        <m:e>
                          <m:r>
                            <m:rPr>
                              <m:sty m:val="p"/>
                            </m:rPr>
                            <a:rPr lang="de-DE" sz="2400" b="0" i="0" smtClean="0">
                              <a:solidFill>
                                <a:schemeClr val="tx1"/>
                              </a:solidFill>
                              <a:latin typeface="Cambria Math" panose="02040503050406030204" pitchFamily="18" charset="0"/>
                            </a:rPr>
                            <m:t>m</m:t>
                          </m:r>
                        </m:e>
                        <m:sub>
                          <m:r>
                            <a:rPr lang="de-DE" sz="2400" b="0" i="1" smtClean="0">
                              <a:solidFill>
                                <a:schemeClr val="tx1"/>
                              </a:solidFill>
                              <a:latin typeface="Cambria Math" panose="02040503050406030204" pitchFamily="18" charset="0"/>
                            </a:rPr>
                            <m:t>0</m:t>
                          </m:r>
                        </m:sub>
                      </m:sSub>
                    </m:oMath>
                  </m:oMathPara>
                </a14:m>
                <a:endParaRPr lang="en-US" sz="2400" dirty="0">
                  <a:solidFill>
                    <a:schemeClr val="tx1"/>
                  </a:solidFill>
                </a:endParaRPr>
              </a:p>
            </p:txBody>
          </p:sp>
        </mc:Choice>
        <mc:Fallback xmlns="">
          <p:sp>
            <p:nvSpPr>
              <p:cNvPr id="30" name="TextBox 29">
                <a:extLst>
                  <a:ext uri="{FF2B5EF4-FFF2-40B4-BE49-F238E27FC236}">
                    <a16:creationId xmlns:a16="http://schemas.microsoft.com/office/drawing/2014/main" id="{52ECAE41-90BD-3888-09AB-AA8D38CD7496}"/>
                  </a:ext>
                </a:extLst>
              </p:cNvPr>
              <p:cNvSpPr txBox="1">
                <a:spLocks noRot="1" noChangeAspect="1" noMove="1" noResize="1" noEditPoints="1" noAdjustHandles="1" noChangeArrowheads="1" noChangeShapeType="1" noTextEdit="1"/>
              </p:cNvSpPr>
              <p:nvPr/>
            </p:nvSpPr>
            <p:spPr>
              <a:xfrm>
                <a:off x="135547" y="2302975"/>
                <a:ext cx="642780" cy="461665"/>
              </a:xfrm>
              <a:prstGeom prst="rect">
                <a:avLst/>
              </a:prstGeom>
              <a:blipFill>
                <a:blip r:embed="rId7"/>
                <a:stretch>
                  <a:fillRect/>
                </a:stretch>
              </a:blipFill>
            </p:spPr>
            <p:txBody>
              <a:bodyPr/>
              <a:lstStyle/>
              <a:p>
                <a:r>
                  <a:rPr lang="en-US">
                    <a:noFill/>
                  </a:rPr>
                  <a:t> </a:t>
                </a:r>
              </a:p>
            </p:txBody>
          </p:sp>
        </mc:Fallback>
      </mc:AlternateContent>
      <p:cxnSp>
        <p:nvCxnSpPr>
          <p:cNvPr id="34" name="Straight Arrow Connector 33">
            <a:extLst>
              <a:ext uri="{FF2B5EF4-FFF2-40B4-BE49-F238E27FC236}">
                <a16:creationId xmlns:a16="http://schemas.microsoft.com/office/drawing/2014/main" id="{5CC19F8E-B818-2797-E414-2CD145CFDB2D}"/>
              </a:ext>
            </a:extLst>
          </p:cNvPr>
          <p:cNvCxnSpPr>
            <a:cxnSpLocks/>
          </p:cNvCxnSpPr>
          <p:nvPr/>
        </p:nvCxnSpPr>
        <p:spPr>
          <a:xfrm>
            <a:off x="200797" y="2764640"/>
            <a:ext cx="665312" cy="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38" name="Straight Arrow Connector 37">
            <a:extLst>
              <a:ext uri="{FF2B5EF4-FFF2-40B4-BE49-F238E27FC236}">
                <a16:creationId xmlns:a16="http://schemas.microsoft.com/office/drawing/2014/main" id="{DDF1B8EB-2DA6-E97D-FF2A-79F81840E4D1}"/>
              </a:ext>
            </a:extLst>
          </p:cNvPr>
          <p:cNvCxnSpPr>
            <a:cxnSpLocks/>
            <a:stCxn id="16" idx="4"/>
            <a:endCxn id="18" idx="2"/>
          </p:cNvCxnSpPr>
          <p:nvPr/>
        </p:nvCxnSpPr>
        <p:spPr>
          <a:xfrm>
            <a:off x="1117182" y="3016611"/>
            <a:ext cx="1007322" cy="868929"/>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sp>
        <p:nvSpPr>
          <p:cNvPr id="50" name="Oval 49">
            <a:extLst>
              <a:ext uri="{FF2B5EF4-FFF2-40B4-BE49-F238E27FC236}">
                <a16:creationId xmlns:a16="http://schemas.microsoft.com/office/drawing/2014/main" id="{ADF874AE-9AE3-E0C4-104C-24284DA59E07}"/>
              </a:ext>
            </a:extLst>
          </p:cNvPr>
          <p:cNvSpPr>
            <a:spLocks noChangeAspect="1"/>
          </p:cNvSpPr>
          <p:nvPr/>
        </p:nvSpPr>
        <p:spPr>
          <a:xfrm>
            <a:off x="3486405" y="2533808"/>
            <a:ext cx="482803" cy="48280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1" name="Straight Arrow Connector 50">
            <a:extLst>
              <a:ext uri="{FF2B5EF4-FFF2-40B4-BE49-F238E27FC236}">
                <a16:creationId xmlns:a16="http://schemas.microsoft.com/office/drawing/2014/main" id="{93A37546-AAB4-2BEB-AEE6-8D9F31360EDB}"/>
              </a:ext>
            </a:extLst>
          </p:cNvPr>
          <p:cNvCxnSpPr>
            <a:cxnSpLocks/>
          </p:cNvCxnSpPr>
          <p:nvPr/>
        </p:nvCxnSpPr>
        <p:spPr>
          <a:xfrm>
            <a:off x="3969208" y="2775209"/>
            <a:ext cx="665312" cy="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D8D925B1-8F02-2EA5-1A88-153A9AB9E085}"/>
                  </a:ext>
                </a:extLst>
              </p:cNvPr>
              <p:cNvSpPr txBox="1"/>
              <p:nvPr/>
            </p:nvSpPr>
            <p:spPr>
              <a:xfrm>
                <a:off x="3796118" y="2142848"/>
                <a:ext cx="1006792" cy="461665"/>
              </a:xfrm>
              <a:prstGeom prst="rect">
                <a:avLst/>
              </a:prstGeom>
              <a:noFill/>
            </p:spPr>
            <p:txBody>
              <a:bodyPr wrap="square">
                <a:spAutoFit/>
              </a:bodyPr>
              <a:lstStyle/>
              <a:p>
                <a:pPr/>
                <a14:m>
                  <m:oMathPara xmlns:m="http://schemas.openxmlformats.org/officeDocument/2006/math">
                    <m:oMath>
                      <m:sSub>
                        <m:sSubPr>
                          <m:ctrlPr>
                            <a:rPr lang="de-DE" sz="2400" b="0" i="1" smtClean="0">
                              <a:latin typeface="Cambria Math" panose="02040503050406030204" pitchFamily="18" charset="0"/>
                            </a:rPr>
                          </m:ctrlPr>
                        </m:sSubPr>
                        <m:e>
                          <m:r>
                            <m:rPr>
                              <m:sty m:val="p"/>
                            </m:rPr>
                            <a:rPr lang="de-DE" sz="2400" b="0" i="1" smtClean="0">
                              <a:latin typeface="Cambria Math" panose="02040503050406030204" pitchFamily="18" charset="0"/>
                            </a:rPr>
                            <m:t>m</m:t>
                          </m:r>
                        </m:e>
                        <m:sub>
                          <m:r>
                            <a:rPr lang="de-DE" sz="2400" b="0" i="1" smtClean="0">
                              <a:latin typeface="Cambria Math" panose="02040503050406030204" pitchFamily="18" charset="0"/>
                            </a:rPr>
                            <m:t>1</m:t>
                          </m:r>
                        </m:sub>
                      </m:sSub>
                    </m:oMath>
                  </m:oMathPara>
                </a14:m>
                <a:endParaRPr lang="en-US" sz="2400" dirty="0"/>
              </a:p>
            </p:txBody>
          </p:sp>
        </mc:Choice>
        <mc:Fallback xmlns="">
          <p:sp>
            <p:nvSpPr>
              <p:cNvPr id="53" name="TextBox 52">
                <a:extLst>
                  <a:ext uri="{FF2B5EF4-FFF2-40B4-BE49-F238E27FC236}">
                    <a16:creationId xmlns:a16="http://schemas.microsoft.com/office/drawing/2014/main" id="{D8D925B1-8F02-2EA5-1A88-153A9AB9E085}"/>
                  </a:ext>
                </a:extLst>
              </p:cNvPr>
              <p:cNvSpPr txBox="1">
                <a:spLocks noRot="1" noChangeAspect="1" noMove="1" noResize="1" noEditPoints="1" noAdjustHandles="1" noChangeArrowheads="1" noChangeShapeType="1" noTextEdit="1"/>
              </p:cNvSpPr>
              <p:nvPr/>
            </p:nvSpPr>
            <p:spPr>
              <a:xfrm>
                <a:off x="3796118" y="2142848"/>
                <a:ext cx="1006792" cy="461665"/>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0" name="TextBox 69">
                <a:extLst>
                  <a:ext uri="{FF2B5EF4-FFF2-40B4-BE49-F238E27FC236}">
                    <a16:creationId xmlns:a16="http://schemas.microsoft.com/office/drawing/2014/main" id="{BFA32774-F0F8-41A0-49B7-2DA79F57D410}"/>
                  </a:ext>
                </a:extLst>
              </p:cNvPr>
              <p:cNvSpPr txBox="1"/>
              <p:nvPr/>
            </p:nvSpPr>
            <p:spPr>
              <a:xfrm>
                <a:off x="3476457" y="2509608"/>
                <a:ext cx="527465" cy="461665"/>
              </a:xfrm>
              <a:prstGeom prst="rect">
                <a:avLst/>
              </a:prstGeom>
              <a:noFill/>
            </p:spPr>
            <p:txBody>
              <a:bodyPr wrap="square">
                <a:spAutoFit/>
              </a:bodyPr>
              <a:lstStyle/>
              <a:p>
                <a:pPr/>
                <a14:m>
                  <m:oMathPara xmlns:m="http://schemas.openxmlformats.org/officeDocument/2006/math">
                    <m:oMath>
                      <m:sSub>
                        <m:sSubPr>
                          <m:ctrlPr>
                            <a:rPr lang="de-DE" sz="2400" b="0" i="1" smtClean="0">
                              <a:solidFill>
                                <a:schemeClr val="bg1"/>
                              </a:solidFill>
                              <a:latin typeface="Cambria Math" panose="02040503050406030204" pitchFamily="18" charset="0"/>
                            </a:rPr>
                          </m:ctrlPr>
                        </m:sSubPr>
                        <m:e>
                          <m:r>
                            <m:rPr>
                              <m:sty m:val="p"/>
                            </m:rPr>
                            <a:rPr lang="de-DE" sz="2400" b="0" i="1" smtClean="0">
                              <a:solidFill>
                                <a:schemeClr val="bg1"/>
                              </a:solidFill>
                              <a:latin typeface="Cambria Math" panose="02040503050406030204" pitchFamily="18" charset="0"/>
                            </a:rPr>
                            <m:t>r</m:t>
                          </m:r>
                        </m:e>
                        <m:sub>
                          <m:r>
                            <m:rPr>
                              <m:sty m:val="p"/>
                            </m:rPr>
                            <a:rPr lang="de-DE" sz="2400" b="0" i="1" smtClean="0">
                              <a:solidFill>
                                <a:schemeClr val="bg1"/>
                              </a:solidFill>
                              <a:latin typeface="Cambria Math" panose="02040503050406030204" pitchFamily="18" charset="0"/>
                            </a:rPr>
                            <m:t>I</m:t>
                          </m:r>
                        </m:sub>
                      </m:sSub>
                    </m:oMath>
                  </m:oMathPara>
                </a14:m>
                <a:endParaRPr lang="en-US" sz="2400" dirty="0">
                  <a:solidFill>
                    <a:schemeClr val="bg1"/>
                  </a:solidFill>
                </a:endParaRPr>
              </a:p>
            </p:txBody>
          </p:sp>
        </mc:Choice>
        <mc:Fallback xmlns="">
          <p:sp>
            <p:nvSpPr>
              <p:cNvPr id="70" name="TextBox 69">
                <a:extLst>
                  <a:ext uri="{FF2B5EF4-FFF2-40B4-BE49-F238E27FC236}">
                    <a16:creationId xmlns:a16="http://schemas.microsoft.com/office/drawing/2014/main" id="{BFA32774-F0F8-41A0-49B7-2DA79F57D410}"/>
                  </a:ext>
                </a:extLst>
              </p:cNvPr>
              <p:cNvSpPr txBox="1">
                <a:spLocks noRot="1" noChangeAspect="1" noMove="1" noResize="1" noEditPoints="1" noAdjustHandles="1" noChangeArrowheads="1" noChangeShapeType="1" noTextEdit="1"/>
              </p:cNvSpPr>
              <p:nvPr/>
            </p:nvSpPr>
            <p:spPr>
              <a:xfrm>
                <a:off x="3476457" y="2509608"/>
                <a:ext cx="527465" cy="461665"/>
              </a:xfrm>
              <a:prstGeom prst="rect">
                <a:avLst/>
              </a:prstGeom>
              <a:blipFill>
                <a:blip r:embed="rId9"/>
                <a:stretch>
                  <a:fillRect b="-1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2" name="TextBox 71">
                <a:extLst>
                  <a:ext uri="{FF2B5EF4-FFF2-40B4-BE49-F238E27FC236}">
                    <a16:creationId xmlns:a16="http://schemas.microsoft.com/office/drawing/2014/main" id="{F93B1ED8-FEF6-5828-68AD-BF6FEDA72FD4}"/>
                  </a:ext>
                </a:extLst>
              </p:cNvPr>
              <p:cNvSpPr txBox="1"/>
              <p:nvPr/>
            </p:nvSpPr>
            <p:spPr>
              <a:xfrm>
                <a:off x="2036857" y="1403141"/>
                <a:ext cx="656402" cy="461665"/>
              </a:xfrm>
              <a:prstGeom prst="rect">
                <a:avLst/>
              </a:prstGeom>
              <a:noFill/>
            </p:spPr>
            <p:txBody>
              <a:bodyPr wrap="square">
                <a:spAutoFit/>
              </a:bodyPr>
              <a:lstStyle/>
              <a:p>
                <a:pPr/>
                <a14:m>
                  <m:oMathPara xmlns:m="http://schemas.openxmlformats.org/officeDocument/2006/math">
                    <m:oMath>
                      <m:sSub>
                        <m:sSubPr>
                          <m:ctrlPr>
                            <a:rPr lang="de-DE" sz="2400" b="0" i="1" smtClean="0">
                              <a:solidFill>
                                <a:schemeClr val="bg1"/>
                              </a:solidFill>
                              <a:latin typeface="Cambria Math" panose="02040503050406030204" pitchFamily="18" charset="0"/>
                            </a:rPr>
                          </m:ctrlPr>
                        </m:sSubPr>
                        <m:e>
                          <m:r>
                            <m:rPr>
                              <m:sty m:val="p"/>
                            </m:rPr>
                            <a:rPr lang="de-DE" sz="2400" b="0" i="1" smtClean="0">
                              <a:solidFill>
                                <a:schemeClr val="bg1"/>
                              </a:solidFill>
                              <a:latin typeface="Cambria Math" panose="02040503050406030204" pitchFamily="18" charset="0"/>
                            </a:rPr>
                            <m:t>r</m:t>
                          </m:r>
                        </m:e>
                        <m:sub>
                          <m:r>
                            <m:rPr>
                              <m:sty m:val="p"/>
                            </m:rPr>
                            <a:rPr lang="de-DE" sz="2400" b="0" i="1" smtClean="0">
                              <a:solidFill>
                                <a:schemeClr val="bg1"/>
                              </a:solidFill>
                              <a:latin typeface="Cambria Math" panose="02040503050406030204" pitchFamily="18" charset="0"/>
                            </a:rPr>
                            <m:t>F</m:t>
                          </m:r>
                        </m:sub>
                      </m:sSub>
                    </m:oMath>
                  </m:oMathPara>
                </a14:m>
                <a:endParaRPr lang="en-US" sz="2400" dirty="0">
                  <a:solidFill>
                    <a:schemeClr val="bg1"/>
                  </a:solidFill>
                </a:endParaRPr>
              </a:p>
            </p:txBody>
          </p:sp>
        </mc:Choice>
        <mc:Fallback xmlns="">
          <p:sp>
            <p:nvSpPr>
              <p:cNvPr id="72" name="TextBox 71">
                <a:extLst>
                  <a:ext uri="{FF2B5EF4-FFF2-40B4-BE49-F238E27FC236}">
                    <a16:creationId xmlns:a16="http://schemas.microsoft.com/office/drawing/2014/main" id="{F93B1ED8-FEF6-5828-68AD-BF6FEDA72FD4}"/>
                  </a:ext>
                </a:extLst>
              </p:cNvPr>
              <p:cNvSpPr txBox="1">
                <a:spLocks noRot="1" noChangeAspect="1" noMove="1" noResize="1" noEditPoints="1" noAdjustHandles="1" noChangeArrowheads="1" noChangeShapeType="1" noTextEdit="1"/>
              </p:cNvSpPr>
              <p:nvPr/>
            </p:nvSpPr>
            <p:spPr>
              <a:xfrm>
                <a:off x="2036857" y="1403141"/>
                <a:ext cx="656402" cy="461665"/>
              </a:xfrm>
              <a:prstGeom prst="rect">
                <a:avLst/>
              </a:prstGeom>
              <a:blipFill>
                <a:blip r:embed="rId10"/>
                <a:stretch>
                  <a:fillRect b="-13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4" name="TextBox 73">
                <a:extLst>
                  <a:ext uri="{FF2B5EF4-FFF2-40B4-BE49-F238E27FC236}">
                    <a16:creationId xmlns:a16="http://schemas.microsoft.com/office/drawing/2014/main" id="{634C09E6-9B91-661E-3058-33903C47A122}"/>
                  </a:ext>
                </a:extLst>
              </p:cNvPr>
              <p:cNvSpPr txBox="1"/>
              <p:nvPr/>
            </p:nvSpPr>
            <p:spPr>
              <a:xfrm>
                <a:off x="2123408" y="3618827"/>
                <a:ext cx="495606" cy="461665"/>
              </a:xfrm>
              <a:prstGeom prst="rect">
                <a:avLst/>
              </a:prstGeom>
              <a:noFill/>
            </p:spPr>
            <p:txBody>
              <a:bodyPr wrap="square">
                <a:spAutoFit/>
              </a:bodyPr>
              <a:lstStyle/>
              <a:p>
                <a:pPr/>
                <a14:m>
                  <m:oMathPara xmlns:m="http://schemas.openxmlformats.org/officeDocument/2006/math">
                    <m:oMath>
                      <m:sSub>
                        <m:sSubPr>
                          <m:ctrlPr>
                            <a:rPr lang="de-DE" sz="2400" b="0" i="1" smtClean="0">
                              <a:solidFill>
                                <a:schemeClr val="bg1"/>
                              </a:solidFill>
                              <a:latin typeface="Cambria Math" panose="02040503050406030204" pitchFamily="18" charset="0"/>
                            </a:rPr>
                          </m:ctrlPr>
                        </m:sSubPr>
                        <m:e>
                          <m:r>
                            <m:rPr>
                              <m:sty m:val="p"/>
                            </m:rPr>
                            <a:rPr lang="de-DE" sz="2400" b="0" i="1" smtClean="0">
                              <a:solidFill>
                                <a:schemeClr val="bg1"/>
                              </a:solidFill>
                              <a:latin typeface="Cambria Math" panose="02040503050406030204" pitchFamily="18" charset="0"/>
                            </a:rPr>
                            <m:t>r</m:t>
                          </m:r>
                        </m:e>
                        <m:sub>
                          <m:r>
                            <m:rPr>
                              <m:sty m:val="p"/>
                            </m:rPr>
                            <a:rPr lang="de-DE" sz="2400" b="0" i="1" smtClean="0">
                              <a:solidFill>
                                <a:schemeClr val="bg1"/>
                              </a:solidFill>
                              <a:latin typeface="Cambria Math" panose="02040503050406030204" pitchFamily="18" charset="0"/>
                            </a:rPr>
                            <m:t>S</m:t>
                          </m:r>
                        </m:sub>
                      </m:sSub>
                    </m:oMath>
                  </m:oMathPara>
                </a14:m>
                <a:endParaRPr lang="en-US" sz="2400" dirty="0">
                  <a:solidFill>
                    <a:schemeClr val="bg1"/>
                  </a:solidFill>
                </a:endParaRPr>
              </a:p>
            </p:txBody>
          </p:sp>
        </mc:Choice>
        <mc:Fallback xmlns="">
          <p:sp>
            <p:nvSpPr>
              <p:cNvPr id="74" name="TextBox 73">
                <a:extLst>
                  <a:ext uri="{FF2B5EF4-FFF2-40B4-BE49-F238E27FC236}">
                    <a16:creationId xmlns:a16="http://schemas.microsoft.com/office/drawing/2014/main" id="{634C09E6-9B91-661E-3058-33903C47A122}"/>
                  </a:ext>
                </a:extLst>
              </p:cNvPr>
              <p:cNvSpPr txBox="1">
                <a:spLocks noRot="1" noChangeAspect="1" noMove="1" noResize="1" noEditPoints="1" noAdjustHandles="1" noChangeArrowheads="1" noChangeShapeType="1" noTextEdit="1"/>
              </p:cNvSpPr>
              <p:nvPr/>
            </p:nvSpPr>
            <p:spPr>
              <a:xfrm>
                <a:off x="2123408" y="3618827"/>
                <a:ext cx="495606" cy="461665"/>
              </a:xfrm>
              <a:prstGeom prst="rect">
                <a:avLst/>
              </a:prstGeom>
              <a:blipFill>
                <a:blip r:embed="rId11"/>
                <a:stretch>
                  <a:fillRect b="-1333"/>
                </a:stretch>
              </a:blipFill>
            </p:spPr>
            <p:txBody>
              <a:bodyPr/>
              <a:lstStyle/>
              <a:p>
                <a:r>
                  <a:rPr lang="en-US">
                    <a:noFill/>
                  </a:rPr>
                  <a:t> </a:t>
                </a:r>
              </a:p>
            </p:txBody>
          </p:sp>
        </mc:Fallback>
      </mc:AlternateContent>
      <p:sp>
        <p:nvSpPr>
          <p:cNvPr id="11" name="TextBox 10">
            <a:extLst>
              <a:ext uri="{FF2B5EF4-FFF2-40B4-BE49-F238E27FC236}">
                <a16:creationId xmlns:a16="http://schemas.microsoft.com/office/drawing/2014/main" id="{B34E9FB3-9D79-1AAC-6E06-183B4BAC3AAF}"/>
              </a:ext>
            </a:extLst>
          </p:cNvPr>
          <p:cNvSpPr txBox="1"/>
          <p:nvPr/>
        </p:nvSpPr>
        <p:spPr>
          <a:xfrm>
            <a:off x="7070378" y="827502"/>
            <a:ext cx="1208792" cy="461665"/>
          </a:xfrm>
          <a:prstGeom prst="rect">
            <a:avLst/>
          </a:prstGeom>
          <a:noFill/>
        </p:spPr>
        <p:txBody>
          <a:bodyPr wrap="none" rtlCol="0">
            <a:spAutoFit/>
          </a:bodyPr>
          <a:lstStyle/>
          <a:p>
            <a:r>
              <a:rPr lang="en-GB" sz="2400" b="1" dirty="0"/>
              <a:t>Pattern</a:t>
            </a:r>
            <a:endParaRPr lang="en-US" sz="2400" b="1" dirty="0"/>
          </a:p>
        </p:txBody>
      </p:sp>
      <p:sp>
        <p:nvSpPr>
          <p:cNvPr id="19" name="Slide Number Placeholder 18">
            <a:extLst>
              <a:ext uri="{FF2B5EF4-FFF2-40B4-BE49-F238E27FC236}">
                <a16:creationId xmlns:a16="http://schemas.microsoft.com/office/drawing/2014/main" id="{8044CDB3-C2BA-0C17-0D62-CE34E20655C9}"/>
              </a:ext>
            </a:extLst>
          </p:cNvPr>
          <p:cNvSpPr>
            <a:spLocks noGrp="1"/>
          </p:cNvSpPr>
          <p:nvPr>
            <p:ph type="sldNum" sz="quarter" idx="12"/>
          </p:nvPr>
        </p:nvSpPr>
        <p:spPr>
          <a:xfrm>
            <a:off x="11308704" y="6203566"/>
            <a:ext cx="654132" cy="501650"/>
          </a:xfrm>
        </p:spPr>
        <p:txBody>
          <a:bodyPr/>
          <a:lstStyle/>
          <a:p>
            <a:fld id="{250B62C5-2ACF-4D78-8FF3-37371B948607}" type="slidenum">
              <a:rPr lang="en-US" smtClean="0"/>
              <a:t>48</a:t>
            </a:fld>
            <a:endParaRPr lang="en-US"/>
          </a:p>
        </p:txBody>
      </p: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FCC16AE9-1107-C8AE-A465-E1F81D6F4197}"/>
                  </a:ext>
                </a:extLst>
              </p:cNvPr>
              <p:cNvSpPr txBox="1"/>
              <p:nvPr/>
            </p:nvSpPr>
            <p:spPr>
              <a:xfrm>
                <a:off x="876048" y="2507898"/>
                <a:ext cx="527465" cy="461665"/>
              </a:xfrm>
              <a:prstGeom prst="rect">
                <a:avLst/>
              </a:prstGeom>
              <a:noFill/>
            </p:spPr>
            <p:txBody>
              <a:bodyPr wrap="square">
                <a:spAutoFit/>
              </a:bodyPr>
              <a:lstStyle/>
              <a:p>
                <a:pPr/>
                <a14:m>
                  <m:oMathPara xmlns:m="http://schemas.openxmlformats.org/officeDocument/2006/math">
                    <m:oMath>
                      <m:sSub>
                        <m:sSubPr>
                          <m:ctrlPr>
                            <a:rPr lang="de-DE" sz="2400" b="0" i="1" smtClean="0">
                              <a:solidFill>
                                <a:schemeClr val="bg1"/>
                              </a:solidFill>
                              <a:latin typeface="Cambria Math" panose="02040503050406030204" pitchFamily="18" charset="0"/>
                            </a:rPr>
                          </m:ctrlPr>
                        </m:sSubPr>
                        <m:e>
                          <m:r>
                            <m:rPr>
                              <m:sty m:val="p"/>
                            </m:rPr>
                            <a:rPr lang="de-DE" sz="2400" b="0" i="1" smtClean="0">
                              <a:solidFill>
                                <a:schemeClr val="bg1"/>
                              </a:solidFill>
                              <a:latin typeface="Cambria Math" panose="02040503050406030204" pitchFamily="18" charset="0"/>
                            </a:rPr>
                            <m:t>r</m:t>
                          </m:r>
                        </m:e>
                        <m:sub>
                          <m:r>
                            <a:rPr lang="de-DE" sz="2400" b="0" i="1" smtClean="0">
                              <a:solidFill>
                                <a:schemeClr val="bg1"/>
                              </a:solidFill>
                              <a:latin typeface="Cambria Math" panose="02040503050406030204" pitchFamily="18" charset="0"/>
                            </a:rPr>
                            <m:t>1</m:t>
                          </m:r>
                        </m:sub>
                      </m:sSub>
                    </m:oMath>
                  </m:oMathPara>
                </a14:m>
                <a:endParaRPr lang="en-US" sz="2400" dirty="0">
                  <a:solidFill>
                    <a:schemeClr val="bg1"/>
                  </a:solidFill>
                </a:endParaRPr>
              </a:p>
            </p:txBody>
          </p:sp>
        </mc:Choice>
        <mc:Fallback xmlns="">
          <p:sp>
            <p:nvSpPr>
              <p:cNvPr id="26" name="TextBox 25">
                <a:extLst>
                  <a:ext uri="{FF2B5EF4-FFF2-40B4-BE49-F238E27FC236}">
                    <a16:creationId xmlns:a16="http://schemas.microsoft.com/office/drawing/2014/main" id="{FCC16AE9-1107-C8AE-A465-E1F81D6F4197}"/>
                  </a:ext>
                </a:extLst>
              </p:cNvPr>
              <p:cNvSpPr txBox="1">
                <a:spLocks noRot="1" noChangeAspect="1" noMove="1" noResize="1" noEditPoints="1" noAdjustHandles="1" noChangeArrowheads="1" noChangeShapeType="1" noTextEdit="1"/>
              </p:cNvSpPr>
              <p:nvPr/>
            </p:nvSpPr>
            <p:spPr>
              <a:xfrm>
                <a:off x="876048" y="2507898"/>
                <a:ext cx="527465" cy="461665"/>
              </a:xfrm>
              <a:prstGeom prst="rect">
                <a:avLst/>
              </a:prstGeom>
              <a:blipFill>
                <a:blip r:embed="rId12"/>
                <a:stretch>
                  <a:fillRect/>
                </a:stretch>
              </a:blipFill>
            </p:spPr>
            <p:txBody>
              <a:bodyPr/>
              <a:lstStyle/>
              <a:p>
                <a:r>
                  <a:rPr lang="en-US">
                    <a:noFill/>
                  </a:rPr>
                  <a:t> </a:t>
                </a:r>
              </a:p>
            </p:txBody>
          </p:sp>
        </mc:Fallback>
      </mc:AlternateContent>
      <p:sp>
        <p:nvSpPr>
          <p:cNvPr id="27" name="Rectangle: Rounded Corners 26">
            <a:extLst>
              <a:ext uri="{FF2B5EF4-FFF2-40B4-BE49-F238E27FC236}">
                <a16:creationId xmlns:a16="http://schemas.microsoft.com/office/drawing/2014/main" id="{6605BAEC-88B2-9BDF-9741-A5BBDF73E1AA}"/>
              </a:ext>
            </a:extLst>
          </p:cNvPr>
          <p:cNvSpPr/>
          <p:nvPr/>
        </p:nvSpPr>
        <p:spPr>
          <a:xfrm>
            <a:off x="10440319" y="143935"/>
            <a:ext cx="1522517" cy="91440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Algorithm </a:t>
            </a:r>
          </a:p>
        </p:txBody>
      </p:sp>
      <p:sp>
        <p:nvSpPr>
          <p:cNvPr id="28" name="Rectangle: Rounded Corners 27">
            <a:extLst>
              <a:ext uri="{FF2B5EF4-FFF2-40B4-BE49-F238E27FC236}">
                <a16:creationId xmlns:a16="http://schemas.microsoft.com/office/drawing/2014/main" id="{673D50DA-F8E9-256F-6546-8CF19ACF6313}"/>
              </a:ext>
            </a:extLst>
          </p:cNvPr>
          <p:cNvSpPr/>
          <p:nvPr/>
        </p:nvSpPr>
        <p:spPr>
          <a:xfrm>
            <a:off x="10440319" y="1568281"/>
            <a:ext cx="1522517" cy="914400"/>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Chemical Reactions </a:t>
            </a:r>
          </a:p>
        </p:txBody>
      </p:sp>
      <p:sp>
        <p:nvSpPr>
          <p:cNvPr id="29" name="Rectangle: Rounded Corners 28">
            <a:extLst>
              <a:ext uri="{FF2B5EF4-FFF2-40B4-BE49-F238E27FC236}">
                <a16:creationId xmlns:a16="http://schemas.microsoft.com/office/drawing/2014/main" id="{32AE2083-DB45-4F33-BAD2-57AAB76251D2}"/>
              </a:ext>
            </a:extLst>
          </p:cNvPr>
          <p:cNvSpPr/>
          <p:nvPr/>
        </p:nvSpPr>
        <p:spPr>
          <a:xfrm>
            <a:off x="10440319" y="2992627"/>
            <a:ext cx="1522517" cy="914400"/>
          </a:xfrm>
          <a:prstGeom prst="round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Metabolic Network</a:t>
            </a:r>
          </a:p>
        </p:txBody>
      </p:sp>
      <p:sp>
        <p:nvSpPr>
          <p:cNvPr id="31" name="Rectangle: Rounded Corners 30">
            <a:extLst>
              <a:ext uri="{FF2B5EF4-FFF2-40B4-BE49-F238E27FC236}">
                <a16:creationId xmlns:a16="http://schemas.microsoft.com/office/drawing/2014/main" id="{33E4C4D3-EA8D-4144-D7BA-F139A1104EA6}"/>
              </a:ext>
            </a:extLst>
          </p:cNvPr>
          <p:cNvSpPr/>
          <p:nvPr/>
        </p:nvSpPr>
        <p:spPr>
          <a:xfrm>
            <a:off x="10440319" y="4416973"/>
            <a:ext cx="1522517" cy="91440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THz Actuation</a:t>
            </a:r>
          </a:p>
        </p:txBody>
      </p:sp>
      <p:cxnSp>
        <p:nvCxnSpPr>
          <p:cNvPr id="32" name="Straight Arrow Connector 31">
            <a:extLst>
              <a:ext uri="{FF2B5EF4-FFF2-40B4-BE49-F238E27FC236}">
                <a16:creationId xmlns:a16="http://schemas.microsoft.com/office/drawing/2014/main" id="{74673639-E3DC-6D01-8EFE-136DFBA4E089}"/>
              </a:ext>
            </a:extLst>
          </p:cNvPr>
          <p:cNvCxnSpPr>
            <a:stCxn id="27" idx="2"/>
            <a:endCxn id="28" idx="0"/>
          </p:cNvCxnSpPr>
          <p:nvPr/>
        </p:nvCxnSpPr>
        <p:spPr>
          <a:xfrm>
            <a:off x="11201578" y="1058335"/>
            <a:ext cx="0" cy="509946"/>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a16="http://schemas.microsoft.com/office/drawing/2014/main" id="{BDBDF128-D036-03BD-960C-DBE85D139A19}"/>
              </a:ext>
            </a:extLst>
          </p:cNvPr>
          <p:cNvCxnSpPr>
            <a:cxnSpLocks/>
            <a:stCxn id="28" idx="2"/>
            <a:endCxn id="29" idx="0"/>
          </p:cNvCxnSpPr>
          <p:nvPr/>
        </p:nvCxnSpPr>
        <p:spPr>
          <a:xfrm>
            <a:off x="11201578" y="2482681"/>
            <a:ext cx="0" cy="509946"/>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35" name="Straight Arrow Connector 34">
            <a:extLst>
              <a:ext uri="{FF2B5EF4-FFF2-40B4-BE49-F238E27FC236}">
                <a16:creationId xmlns:a16="http://schemas.microsoft.com/office/drawing/2014/main" id="{F34D1B31-1A60-9731-072B-31A098745032}"/>
              </a:ext>
            </a:extLst>
          </p:cNvPr>
          <p:cNvCxnSpPr>
            <a:cxnSpLocks/>
            <a:stCxn id="31" idx="0"/>
          </p:cNvCxnSpPr>
          <p:nvPr/>
        </p:nvCxnSpPr>
        <p:spPr>
          <a:xfrm flipV="1">
            <a:off x="11201578" y="3907027"/>
            <a:ext cx="0" cy="509946"/>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8F080BD2-C3BD-C3DB-7424-DE47B8033333}"/>
                  </a:ext>
                </a:extLst>
              </p:cNvPr>
              <p:cNvSpPr txBox="1"/>
              <p:nvPr/>
            </p:nvSpPr>
            <p:spPr>
              <a:xfrm>
                <a:off x="6202312" y="2097816"/>
                <a:ext cx="3412601" cy="2429191"/>
              </a:xfrm>
              <a:prstGeom prst="rect">
                <a:avLst/>
              </a:prstGeom>
              <a:noFill/>
            </p:spPr>
            <p:txBody>
              <a:bodyPr wrap="none" lIns="0" tIns="0" rIns="0" bIns="0" rtlCol="0">
                <a:spAutoFit/>
              </a:bodyPr>
              <a:lstStyle/>
              <a:p>
                <a:pPr>
                  <a:spcBef>
                    <a:spcPts val="2400"/>
                  </a:spcBef>
                </a:pPr>
                <a14:m>
                  <m:oMathPara xmlns:m="http://schemas.openxmlformats.org/officeDocument/2006/math">
                    <m:oMath>
                      <m:d>
                        <m:dPr>
                          <m:begChr m:val="["/>
                          <m:endChr m:val="]"/>
                          <m:ctrlPr>
                            <a:rPr lang="en-US" sz="2800" i="1">
                              <a:latin typeface="Cambria Math" panose="02040503050406030204" pitchFamily="18" charset="0"/>
                            </a:rPr>
                          </m:ctrlPr>
                        </m:dPr>
                        <m:e>
                          <m:m>
                            <m:mPr>
                              <m:mcs>
                                <m:mc>
                                  <m:mcPr>
                                    <m:count m:val="3"/>
                                    <m:mcJc m:val="center"/>
                                  </m:mcPr>
                                </m:mc>
                              </m:mcs>
                              <m:ctrlPr>
                                <a:rPr lang="en-US" sz="2800" i="1">
                                  <a:latin typeface="Cambria Math" panose="02040503050406030204" pitchFamily="18" charset="0"/>
                                </a:rPr>
                              </m:ctrlPr>
                            </m:mPr>
                            <m:mr>
                              <m:e/>
                              <m:e/>
                              <m:e>
                                <m:m>
                                  <m:mPr>
                                    <m:mcs>
                                      <m:mc>
                                        <m:mcPr>
                                          <m:count m:val="3"/>
                                          <m:mcJc m:val="center"/>
                                        </m:mcPr>
                                      </m:mc>
                                    </m:mcs>
                                    <m:ctrlPr>
                                      <a:rPr lang="en-US" sz="2800" i="1" smtClean="0">
                                        <a:latin typeface="Cambria Math" panose="02040503050406030204" pitchFamily="18" charset="0"/>
                                      </a:rPr>
                                    </m:ctrlPr>
                                  </m:mPr>
                                  <m:mr>
                                    <m:e/>
                                    <m:e/>
                                    <m:e/>
                                  </m:mr>
                                </m:m>
                              </m:e>
                            </m:mr>
                            <m:mr>
                              <m:e/>
                              <m:e/>
                              <m:e>
                                <m:m>
                                  <m:mPr>
                                    <m:mcs>
                                      <m:mc>
                                        <m:mcPr>
                                          <m:count m:val="3"/>
                                          <m:mcJc m:val="center"/>
                                        </m:mcPr>
                                      </m:mc>
                                    </m:mcs>
                                    <m:ctrlPr>
                                      <a:rPr lang="en-US" sz="2800" i="1" smtClean="0">
                                        <a:latin typeface="Cambria Math" panose="02040503050406030204" pitchFamily="18" charset="0"/>
                                      </a:rPr>
                                    </m:ctrlPr>
                                  </m:mPr>
                                  <m:mr>
                                    <m:e/>
                                    <m:e/>
                                    <m:e/>
                                  </m:mr>
                                </m:m>
                              </m:e>
                            </m:mr>
                            <m:mr>
                              <m:e>
                                <m:m>
                                  <m:mPr>
                                    <m:mcs>
                                      <m:mc>
                                        <m:mcPr>
                                          <m:count m:val="1"/>
                                          <m:mcJc m:val="center"/>
                                        </m:mcPr>
                                      </m:mc>
                                    </m:mcs>
                                    <m:ctrlPr>
                                      <a:rPr lang="en-US" sz="2800" i="1" smtClean="0">
                                        <a:latin typeface="Cambria Math" panose="02040503050406030204" pitchFamily="18" charset="0"/>
                                      </a:rPr>
                                    </m:ctrlPr>
                                  </m:mPr>
                                  <m:mr>
                                    <m:e/>
                                  </m:mr>
                                  <m:mr>
                                    <m:e/>
                                  </m:mr>
                                  <m:mr>
                                    <m:e>
                                      <m:m>
                                        <m:mPr>
                                          <m:mcs>
                                            <m:mc>
                                              <m:mcPr>
                                                <m:count m:val="1"/>
                                                <m:mcJc m:val="center"/>
                                              </m:mcPr>
                                            </m:mc>
                                          </m:mcs>
                                          <m:ctrlPr>
                                            <a:rPr lang="en-US" sz="2800" i="1" smtClean="0">
                                              <a:latin typeface="Cambria Math" panose="02040503050406030204" pitchFamily="18" charset="0"/>
                                            </a:rPr>
                                          </m:ctrlPr>
                                        </m:mPr>
                                        <m:mr>
                                          <m:e/>
                                        </m:mr>
                                        <m:mr>
                                          <m:e/>
                                        </m:mr>
                                      </m:m>
                                    </m:e>
                                  </m:mr>
                                </m:m>
                              </m:e>
                              <m:e>
                                <m:m>
                                  <m:mPr>
                                    <m:mcs>
                                      <m:mc>
                                        <m:mcPr>
                                          <m:count m:val="1"/>
                                          <m:mcJc m:val="center"/>
                                        </m:mcPr>
                                      </m:mc>
                                    </m:mcs>
                                    <m:ctrlPr>
                                      <a:rPr lang="en-US" sz="2800" i="1" smtClean="0">
                                        <a:latin typeface="Cambria Math" panose="02040503050406030204" pitchFamily="18" charset="0"/>
                                      </a:rPr>
                                    </m:ctrlPr>
                                  </m:mPr>
                                  <m:mr>
                                    <m:e/>
                                  </m:mr>
                                  <m:mr>
                                    <m:e/>
                                  </m:mr>
                                  <m:mr>
                                    <m:e>
                                      <m:m>
                                        <m:mPr>
                                          <m:mcs>
                                            <m:mc>
                                              <m:mcPr>
                                                <m:count m:val="1"/>
                                                <m:mcJc m:val="center"/>
                                              </m:mcPr>
                                            </m:mc>
                                          </m:mcs>
                                          <m:ctrlPr>
                                            <a:rPr lang="en-US" sz="2800" i="1" smtClean="0">
                                              <a:latin typeface="Cambria Math" panose="02040503050406030204" pitchFamily="18" charset="0"/>
                                            </a:rPr>
                                          </m:ctrlPr>
                                        </m:mPr>
                                        <m:mr>
                                          <m:e/>
                                        </m:mr>
                                        <m:mr>
                                          <m:e/>
                                        </m:mr>
                                      </m:m>
                                    </m:e>
                                  </m:mr>
                                </m:m>
                              </m:e>
                              <m:e>
                                <m:m>
                                  <m:mPr>
                                    <m:mcs>
                                      <m:mc>
                                        <m:mcPr>
                                          <m:count m:val="3"/>
                                          <m:mcJc m:val="center"/>
                                        </m:mcPr>
                                      </m:mc>
                                    </m:mcs>
                                    <m:ctrlPr>
                                      <a:rPr lang="en-US" sz="2800" i="1" smtClean="0">
                                        <a:latin typeface="Cambria Math" panose="02040503050406030204" pitchFamily="18" charset="0"/>
                                      </a:rPr>
                                    </m:ctrlPr>
                                  </m:mPr>
                                  <m:mr>
                                    <m:e>
                                      <m:m>
                                        <m:mPr>
                                          <m:mcs>
                                            <m:mc>
                                              <m:mcPr>
                                                <m:count m:val="1"/>
                                                <m:mcJc m:val="center"/>
                                              </m:mcPr>
                                            </m:mc>
                                          </m:mcs>
                                          <m:ctrlPr>
                                            <a:rPr lang="en-US" sz="2800" i="1" smtClean="0">
                                              <a:latin typeface="Cambria Math" panose="02040503050406030204" pitchFamily="18" charset="0"/>
                                            </a:rPr>
                                          </m:ctrlPr>
                                        </m:mPr>
                                        <m:mr>
                                          <m:e/>
                                        </m:mr>
                                        <m:mr>
                                          <m:e/>
                                        </m:mr>
                                        <m:mr>
                                          <m:e>
                                            <m:m>
                                              <m:mPr>
                                                <m:mcs>
                                                  <m:mc>
                                                    <m:mcPr>
                                                      <m:count m:val="1"/>
                                                      <m:mcJc m:val="center"/>
                                                    </m:mcPr>
                                                  </m:mc>
                                                </m:mcs>
                                                <m:ctrlPr>
                                                  <a:rPr lang="en-US" sz="2800" i="1" smtClean="0">
                                                    <a:latin typeface="Cambria Math" panose="02040503050406030204" pitchFamily="18" charset="0"/>
                                                  </a:rPr>
                                                </m:ctrlPr>
                                              </m:mPr>
                                              <m:mr>
                                                <m:e/>
                                              </m:mr>
                                              <m:mr>
                                                <m:e/>
                                              </m:mr>
                                            </m:m>
                                          </m:e>
                                        </m:mr>
                                      </m:m>
                                    </m:e>
                                    <m:e>
                                      <m:m>
                                        <m:mPr>
                                          <m:mcs>
                                            <m:mc>
                                              <m:mcPr>
                                                <m:count m:val="1"/>
                                                <m:mcJc m:val="center"/>
                                              </m:mcPr>
                                            </m:mc>
                                          </m:mcs>
                                          <m:ctrlPr>
                                            <a:rPr lang="en-US" sz="2800" i="1" smtClean="0">
                                              <a:latin typeface="Cambria Math" panose="02040503050406030204" pitchFamily="18" charset="0"/>
                                            </a:rPr>
                                          </m:ctrlPr>
                                        </m:mPr>
                                        <m:mr>
                                          <m:e/>
                                        </m:mr>
                                        <m:mr>
                                          <m:e/>
                                        </m:mr>
                                        <m:mr>
                                          <m:e>
                                            <m:m>
                                              <m:mPr>
                                                <m:mcs>
                                                  <m:mc>
                                                    <m:mcPr>
                                                      <m:count m:val="1"/>
                                                      <m:mcJc m:val="center"/>
                                                    </m:mcPr>
                                                  </m:mc>
                                                </m:mcs>
                                                <m:ctrlPr>
                                                  <a:rPr lang="en-US" sz="2800" i="1" smtClean="0">
                                                    <a:latin typeface="Cambria Math" panose="02040503050406030204" pitchFamily="18" charset="0"/>
                                                  </a:rPr>
                                                </m:ctrlPr>
                                              </m:mPr>
                                              <m:mr>
                                                <m:e/>
                                              </m:mr>
                                              <m:mr>
                                                <m:e/>
                                              </m:mr>
                                            </m:m>
                                          </m:e>
                                        </m:mr>
                                      </m:m>
                                    </m:e>
                                    <m:e>
                                      <m:m>
                                        <m:mPr>
                                          <m:mcs>
                                            <m:mc>
                                              <m:mcPr>
                                                <m:count m:val="1"/>
                                                <m:mcJc m:val="center"/>
                                              </m:mcPr>
                                            </m:mc>
                                          </m:mcs>
                                          <m:ctrlPr>
                                            <a:rPr lang="en-US" sz="2800" i="1" smtClean="0">
                                              <a:latin typeface="Cambria Math" panose="02040503050406030204" pitchFamily="18" charset="0"/>
                                            </a:rPr>
                                          </m:ctrlPr>
                                        </m:mPr>
                                        <m:mr>
                                          <m:e/>
                                        </m:mr>
                                        <m:mr>
                                          <m:e/>
                                        </m:mr>
                                        <m:mr>
                                          <m:e>
                                            <m:m>
                                              <m:mPr>
                                                <m:mcs>
                                                  <m:mc>
                                                    <m:mcPr>
                                                      <m:count m:val="1"/>
                                                      <m:mcJc m:val="center"/>
                                                    </m:mcPr>
                                                  </m:mc>
                                                </m:mcs>
                                                <m:ctrlPr>
                                                  <a:rPr lang="en-US" sz="2800" i="1" smtClean="0">
                                                    <a:latin typeface="Cambria Math" panose="02040503050406030204" pitchFamily="18" charset="0"/>
                                                  </a:rPr>
                                                </m:ctrlPr>
                                              </m:mPr>
                                              <m:mr>
                                                <m:e/>
                                              </m:mr>
                                              <m:mr>
                                                <m:e/>
                                              </m:mr>
                                            </m:m>
                                          </m:e>
                                        </m:mr>
                                      </m:m>
                                    </m:e>
                                  </m:mr>
                                </m:m>
                              </m:e>
                            </m:mr>
                          </m:m>
                        </m:e>
                      </m:d>
                    </m:oMath>
                  </m:oMathPara>
                </a14:m>
                <a:endParaRPr lang="en-US" sz="2800" dirty="0"/>
              </a:p>
            </p:txBody>
          </p:sp>
        </mc:Choice>
        <mc:Fallback xmlns="">
          <p:sp>
            <p:nvSpPr>
              <p:cNvPr id="43" name="TextBox 42">
                <a:extLst>
                  <a:ext uri="{FF2B5EF4-FFF2-40B4-BE49-F238E27FC236}">
                    <a16:creationId xmlns:a16="http://schemas.microsoft.com/office/drawing/2014/main" id="{8F080BD2-C3BD-C3DB-7424-DE47B8033333}"/>
                  </a:ext>
                </a:extLst>
              </p:cNvPr>
              <p:cNvSpPr txBox="1">
                <a:spLocks noRot="1" noChangeAspect="1" noMove="1" noResize="1" noEditPoints="1" noAdjustHandles="1" noChangeArrowheads="1" noChangeShapeType="1" noTextEdit="1"/>
              </p:cNvSpPr>
              <p:nvPr/>
            </p:nvSpPr>
            <p:spPr>
              <a:xfrm>
                <a:off x="6202312" y="2097816"/>
                <a:ext cx="3412601" cy="2429191"/>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3AA167B9-8E17-7F4C-B2C5-35841FD7136B}"/>
                  </a:ext>
                </a:extLst>
              </p:cNvPr>
              <p:cNvSpPr txBox="1"/>
              <p:nvPr/>
            </p:nvSpPr>
            <p:spPr>
              <a:xfrm>
                <a:off x="6393434" y="1641558"/>
                <a:ext cx="310085" cy="369332"/>
              </a:xfrm>
              <a:prstGeom prst="rect">
                <a:avLst/>
              </a:prstGeom>
              <a:noFill/>
            </p:spPr>
            <p:txBody>
              <a:bodyPr wrap="none" lIns="0" tIns="0" rIns="0" bIns="0" rtlCol="0">
                <a:spAutoFit/>
              </a:bodyPr>
              <a:lstStyle/>
              <a:p>
                <a:pPr/>
                <a14:m>
                  <m:oMathPara xmlns:m="http://schemas.openxmlformats.org/officeDocument/2006/math">
                    <m:oMath>
                      <m:sSub>
                        <m:sSubPr>
                          <m:ctrlPr>
                            <a:rPr lang="de-DE" sz="2400" b="0" i="1" smtClean="0">
                              <a:solidFill>
                                <a:schemeClr val="tx1"/>
                              </a:solidFill>
                              <a:latin typeface="Cambria Math" panose="02040503050406030204" pitchFamily="18" charset="0"/>
                            </a:rPr>
                          </m:ctrlPr>
                        </m:sSubPr>
                        <m:e>
                          <m:r>
                            <a:rPr lang="de-DE" sz="2400" b="0" i="1" smtClean="0">
                              <a:solidFill>
                                <a:schemeClr val="tx1"/>
                              </a:solidFill>
                              <a:latin typeface="Cambria Math" panose="02040503050406030204" pitchFamily="18" charset="0"/>
                            </a:rPr>
                            <m:t>𝑟</m:t>
                          </m:r>
                        </m:e>
                        <m:sub>
                          <m:r>
                            <a:rPr lang="de-DE" sz="2400" b="0" i="1" smtClean="0">
                              <a:solidFill>
                                <a:schemeClr val="tx1"/>
                              </a:solidFill>
                              <a:latin typeface="Cambria Math" panose="02040503050406030204" pitchFamily="18" charset="0"/>
                            </a:rPr>
                            <m:t>1</m:t>
                          </m:r>
                        </m:sub>
                      </m:sSub>
                    </m:oMath>
                  </m:oMathPara>
                </a14:m>
                <a:endParaRPr lang="en-US" sz="2400" dirty="0">
                  <a:solidFill>
                    <a:schemeClr val="tx1"/>
                  </a:solidFill>
                </a:endParaRPr>
              </a:p>
            </p:txBody>
          </p:sp>
        </mc:Choice>
        <mc:Fallback xmlns="">
          <p:sp>
            <p:nvSpPr>
              <p:cNvPr id="44" name="TextBox 43">
                <a:extLst>
                  <a:ext uri="{FF2B5EF4-FFF2-40B4-BE49-F238E27FC236}">
                    <a16:creationId xmlns:a16="http://schemas.microsoft.com/office/drawing/2014/main" id="{3AA167B9-8E17-7F4C-B2C5-35841FD7136B}"/>
                  </a:ext>
                </a:extLst>
              </p:cNvPr>
              <p:cNvSpPr txBox="1">
                <a:spLocks noRot="1" noChangeAspect="1" noMove="1" noResize="1" noEditPoints="1" noAdjustHandles="1" noChangeArrowheads="1" noChangeShapeType="1" noTextEdit="1"/>
              </p:cNvSpPr>
              <p:nvPr/>
            </p:nvSpPr>
            <p:spPr>
              <a:xfrm>
                <a:off x="6393434" y="1641558"/>
                <a:ext cx="310085" cy="369332"/>
              </a:xfrm>
              <a:prstGeom prst="rect">
                <a:avLst/>
              </a:prstGeom>
              <a:blipFill>
                <a:blip r:embed="rId14"/>
                <a:stretch>
                  <a:fillRect l="-15686" r="-9804" b="-1147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CF564680-C5C6-E357-5C32-3A8BCBDAE7F2}"/>
                  </a:ext>
                </a:extLst>
              </p:cNvPr>
              <p:cNvSpPr txBox="1"/>
              <p:nvPr/>
            </p:nvSpPr>
            <p:spPr>
              <a:xfrm>
                <a:off x="7085603" y="1641558"/>
                <a:ext cx="269113" cy="369332"/>
              </a:xfrm>
              <a:prstGeom prst="rect">
                <a:avLst/>
              </a:prstGeom>
              <a:noFill/>
            </p:spPr>
            <p:txBody>
              <a:bodyPr wrap="none" lIns="0" tIns="0" rIns="0" bIns="0" rtlCol="0">
                <a:spAutoFit/>
              </a:bodyPr>
              <a:lstStyle/>
              <a:p>
                <a:pPr/>
                <a14:m>
                  <m:oMathPara xmlns:m="http://schemas.openxmlformats.org/officeDocument/2006/math">
                    <m:oMath>
                      <m:sSub>
                        <m:sSubPr>
                          <m:ctrlPr>
                            <a:rPr lang="de-DE" sz="2400" b="0" i="1" smtClean="0">
                              <a:solidFill>
                                <a:schemeClr val="tx1"/>
                              </a:solidFill>
                              <a:latin typeface="Cambria Math" panose="02040503050406030204" pitchFamily="18" charset="0"/>
                            </a:rPr>
                          </m:ctrlPr>
                        </m:sSubPr>
                        <m:e>
                          <m:r>
                            <a:rPr lang="de-DE" sz="2400" b="0" i="1" smtClean="0">
                              <a:solidFill>
                                <a:schemeClr val="tx1"/>
                              </a:solidFill>
                              <a:latin typeface="Cambria Math" panose="02040503050406030204" pitchFamily="18" charset="0"/>
                            </a:rPr>
                            <m:t>𝑟</m:t>
                          </m:r>
                        </m:e>
                        <m:sub>
                          <m:r>
                            <m:rPr>
                              <m:sty m:val="p"/>
                            </m:rPr>
                            <a:rPr lang="de-DE" sz="2400" b="0" i="1" smtClean="0">
                              <a:solidFill>
                                <a:schemeClr val="tx1"/>
                              </a:solidFill>
                              <a:latin typeface="Cambria Math" panose="02040503050406030204" pitchFamily="18" charset="0"/>
                            </a:rPr>
                            <m:t>I</m:t>
                          </m:r>
                        </m:sub>
                      </m:sSub>
                    </m:oMath>
                  </m:oMathPara>
                </a14:m>
                <a:endParaRPr lang="en-US" sz="2400" dirty="0">
                  <a:solidFill>
                    <a:schemeClr val="tx1"/>
                  </a:solidFill>
                </a:endParaRPr>
              </a:p>
            </p:txBody>
          </p:sp>
        </mc:Choice>
        <mc:Fallback xmlns="">
          <p:sp>
            <p:nvSpPr>
              <p:cNvPr id="45" name="TextBox 44">
                <a:extLst>
                  <a:ext uri="{FF2B5EF4-FFF2-40B4-BE49-F238E27FC236}">
                    <a16:creationId xmlns:a16="http://schemas.microsoft.com/office/drawing/2014/main" id="{CF564680-C5C6-E357-5C32-3A8BCBDAE7F2}"/>
                  </a:ext>
                </a:extLst>
              </p:cNvPr>
              <p:cNvSpPr txBox="1">
                <a:spLocks noRot="1" noChangeAspect="1" noMove="1" noResize="1" noEditPoints="1" noAdjustHandles="1" noChangeArrowheads="1" noChangeShapeType="1" noTextEdit="1"/>
              </p:cNvSpPr>
              <p:nvPr/>
            </p:nvSpPr>
            <p:spPr>
              <a:xfrm>
                <a:off x="7085603" y="1641558"/>
                <a:ext cx="269113" cy="369332"/>
              </a:xfrm>
              <a:prstGeom prst="rect">
                <a:avLst/>
              </a:prstGeom>
              <a:blipFill>
                <a:blip r:embed="rId15"/>
                <a:stretch>
                  <a:fillRect l="-15909" r="-13636" b="-1311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EE2ED587-D4B4-305C-6DCD-2A2B5C24A1BF}"/>
                  </a:ext>
                </a:extLst>
              </p:cNvPr>
              <p:cNvSpPr txBox="1"/>
              <p:nvPr/>
            </p:nvSpPr>
            <p:spPr>
              <a:xfrm>
                <a:off x="7736800" y="1641558"/>
                <a:ext cx="320408" cy="369332"/>
              </a:xfrm>
              <a:prstGeom prst="rect">
                <a:avLst/>
              </a:prstGeom>
              <a:noFill/>
            </p:spPr>
            <p:txBody>
              <a:bodyPr wrap="none" lIns="0" tIns="0" rIns="0" bIns="0" rtlCol="0">
                <a:spAutoFit/>
              </a:bodyPr>
              <a:lstStyle/>
              <a:p>
                <a:pPr/>
                <a14:m>
                  <m:oMathPara xmlns:m="http://schemas.openxmlformats.org/officeDocument/2006/math">
                    <m:oMath>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𝑟</m:t>
                          </m:r>
                        </m:e>
                        <m:sub>
                          <m:r>
                            <m:rPr>
                              <m:sty m:val="p"/>
                            </m:rPr>
                            <a:rPr lang="de-DE" sz="2400" b="0" i="1" smtClean="0">
                              <a:latin typeface="Cambria Math" panose="02040503050406030204" pitchFamily="18" charset="0"/>
                            </a:rPr>
                            <m:t>F</m:t>
                          </m:r>
                        </m:sub>
                      </m:sSub>
                    </m:oMath>
                  </m:oMathPara>
                </a14:m>
                <a:endParaRPr lang="en-US" sz="2400" dirty="0"/>
              </a:p>
            </p:txBody>
          </p:sp>
        </mc:Choice>
        <mc:Fallback xmlns="">
          <p:sp>
            <p:nvSpPr>
              <p:cNvPr id="46" name="TextBox 45">
                <a:extLst>
                  <a:ext uri="{FF2B5EF4-FFF2-40B4-BE49-F238E27FC236}">
                    <a16:creationId xmlns:a16="http://schemas.microsoft.com/office/drawing/2014/main" id="{EE2ED587-D4B4-305C-6DCD-2A2B5C24A1BF}"/>
                  </a:ext>
                </a:extLst>
              </p:cNvPr>
              <p:cNvSpPr txBox="1">
                <a:spLocks noRot="1" noChangeAspect="1" noMove="1" noResize="1" noEditPoints="1" noAdjustHandles="1" noChangeArrowheads="1" noChangeShapeType="1" noTextEdit="1"/>
              </p:cNvSpPr>
              <p:nvPr/>
            </p:nvSpPr>
            <p:spPr>
              <a:xfrm>
                <a:off x="7736800" y="1641558"/>
                <a:ext cx="320408" cy="369332"/>
              </a:xfrm>
              <a:prstGeom prst="rect">
                <a:avLst/>
              </a:prstGeom>
              <a:blipFill>
                <a:blip r:embed="rId16"/>
                <a:stretch>
                  <a:fillRect l="-13208" r="-11321" b="-1311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B80CC00E-53BC-B10A-C091-1A177BA897A2}"/>
                  </a:ext>
                </a:extLst>
              </p:cNvPr>
              <p:cNvSpPr txBox="1"/>
              <p:nvPr/>
            </p:nvSpPr>
            <p:spPr>
              <a:xfrm>
                <a:off x="8436086" y="1641558"/>
                <a:ext cx="313996" cy="369332"/>
              </a:xfrm>
              <a:prstGeom prst="rect">
                <a:avLst/>
              </a:prstGeom>
              <a:noFill/>
            </p:spPr>
            <p:txBody>
              <a:bodyPr wrap="none" lIns="0" tIns="0" rIns="0" bIns="0" rtlCol="0">
                <a:spAutoFit/>
              </a:bodyPr>
              <a:lstStyle/>
              <a:p>
                <a:pPr/>
                <a14:m>
                  <m:oMathPara xmlns:m="http://schemas.openxmlformats.org/officeDocument/2006/math">
                    <m:oMath>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𝑟</m:t>
                          </m:r>
                        </m:e>
                        <m:sub>
                          <m:r>
                            <m:rPr>
                              <m:sty m:val="p"/>
                            </m:rPr>
                            <a:rPr lang="de-DE" sz="2400" b="0" i="1" smtClean="0">
                              <a:latin typeface="Cambria Math" panose="02040503050406030204" pitchFamily="18" charset="0"/>
                            </a:rPr>
                            <m:t>S</m:t>
                          </m:r>
                        </m:sub>
                      </m:sSub>
                    </m:oMath>
                  </m:oMathPara>
                </a14:m>
                <a:endParaRPr lang="en-US" sz="2400" dirty="0"/>
              </a:p>
            </p:txBody>
          </p:sp>
        </mc:Choice>
        <mc:Fallback xmlns="">
          <p:sp>
            <p:nvSpPr>
              <p:cNvPr id="47" name="TextBox 46">
                <a:extLst>
                  <a:ext uri="{FF2B5EF4-FFF2-40B4-BE49-F238E27FC236}">
                    <a16:creationId xmlns:a16="http://schemas.microsoft.com/office/drawing/2014/main" id="{B80CC00E-53BC-B10A-C091-1A177BA897A2}"/>
                  </a:ext>
                </a:extLst>
              </p:cNvPr>
              <p:cNvSpPr txBox="1">
                <a:spLocks noRot="1" noChangeAspect="1" noMove="1" noResize="1" noEditPoints="1" noAdjustHandles="1" noChangeArrowheads="1" noChangeShapeType="1" noTextEdit="1"/>
              </p:cNvSpPr>
              <p:nvPr/>
            </p:nvSpPr>
            <p:spPr>
              <a:xfrm>
                <a:off x="8436086" y="1641558"/>
                <a:ext cx="313996" cy="369332"/>
              </a:xfrm>
              <a:prstGeom prst="rect">
                <a:avLst/>
              </a:prstGeom>
              <a:blipFill>
                <a:blip r:embed="rId17"/>
                <a:stretch>
                  <a:fillRect l="-15686" r="-13725" b="-1311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42742D1A-A0B3-1D27-FFD1-37E307ABC458}"/>
                  </a:ext>
                </a:extLst>
              </p:cNvPr>
              <p:cNvSpPr txBox="1"/>
              <p:nvPr/>
            </p:nvSpPr>
            <p:spPr>
              <a:xfrm>
                <a:off x="9122228" y="1641558"/>
                <a:ext cx="317202" cy="369332"/>
              </a:xfrm>
              <a:prstGeom prst="rect">
                <a:avLst/>
              </a:prstGeom>
              <a:noFill/>
            </p:spPr>
            <p:txBody>
              <a:bodyPr wrap="none" lIns="0" tIns="0" rIns="0" bIns="0" rtlCol="0">
                <a:spAutoFit/>
              </a:bodyPr>
              <a:lstStyle/>
              <a:p>
                <a:pPr/>
                <a14:m>
                  <m:oMathPara xmlns:m="http://schemas.openxmlformats.org/officeDocument/2006/math">
                    <m:oMath>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𝑟</m:t>
                          </m:r>
                        </m:e>
                        <m:sub>
                          <m:r>
                            <a:rPr lang="de-DE" sz="2400" b="0" i="1" smtClean="0">
                              <a:latin typeface="Cambria Math" panose="02040503050406030204" pitchFamily="18" charset="0"/>
                            </a:rPr>
                            <m:t>5</m:t>
                          </m:r>
                        </m:sub>
                      </m:sSub>
                    </m:oMath>
                  </m:oMathPara>
                </a14:m>
                <a:endParaRPr lang="en-US" sz="2400" dirty="0"/>
              </a:p>
            </p:txBody>
          </p:sp>
        </mc:Choice>
        <mc:Fallback xmlns="">
          <p:sp>
            <p:nvSpPr>
              <p:cNvPr id="48" name="TextBox 47">
                <a:extLst>
                  <a:ext uri="{FF2B5EF4-FFF2-40B4-BE49-F238E27FC236}">
                    <a16:creationId xmlns:a16="http://schemas.microsoft.com/office/drawing/2014/main" id="{42742D1A-A0B3-1D27-FFD1-37E307ABC458}"/>
                  </a:ext>
                </a:extLst>
              </p:cNvPr>
              <p:cNvSpPr txBox="1">
                <a:spLocks noRot="1" noChangeAspect="1" noMove="1" noResize="1" noEditPoints="1" noAdjustHandles="1" noChangeArrowheads="1" noChangeShapeType="1" noTextEdit="1"/>
              </p:cNvSpPr>
              <p:nvPr/>
            </p:nvSpPr>
            <p:spPr>
              <a:xfrm>
                <a:off x="9122228" y="1641558"/>
                <a:ext cx="317202" cy="369332"/>
              </a:xfrm>
              <a:prstGeom prst="rect">
                <a:avLst/>
              </a:prstGeom>
              <a:blipFill>
                <a:blip r:embed="rId18"/>
                <a:stretch>
                  <a:fillRect l="-13462" r="-11538" b="-1311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5A1A850A-3B58-62F3-B6B0-BBF0D4F8B45E}"/>
                  </a:ext>
                </a:extLst>
              </p:cNvPr>
              <p:cNvSpPr txBox="1"/>
              <p:nvPr/>
            </p:nvSpPr>
            <p:spPr>
              <a:xfrm>
                <a:off x="5696090" y="2459983"/>
                <a:ext cx="454483" cy="369332"/>
              </a:xfrm>
              <a:prstGeom prst="rect">
                <a:avLst/>
              </a:prstGeom>
              <a:noFill/>
            </p:spPr>
            <p:txBody>
              <a:bodyPr wrap="none" lIns="0" tIns="0" rIns="0" bIns="0" rtlCol="0">
                <a:spAutoFit/>
              </a:bodyPr>
              <a:lstStyle/>
              <a:p>
                <a:pPr/>
                <a14:m>
                  <m:oMathPara xmlns:m="http://schemas.openxmlformats.org/officeDocument/2006/math">
                    <m:oMath>
                      <m:sSub>
                        <m:sSubPr>
                          <m:ctrlPr>
                            <a:rPr lang="de-DE" sz="2400" b="0" i="1" smtClean="0">
                              <a:solidFill>
                                <a:schemeClr val="tx1"/>
                              </a:solidFill>
                              <a:latin typeface="Cambria Math" panose="02040503050406030204" pitchFamily="18" charset="0"/>
                            </a:rPr>
                          </m:ctrlPr>
                        </m:sSubPr>
                        <m:e>
                          <m:r>
                            <m:rPr>
                              <m:sty m:val="p"/>
                            </m:rPr>
                            <a:rPr lang="de-DE" sz="2400" b="0" i="1" smtClean="0">
                              <a:solidFill>
                                <a:schemeClr val="tx1"/>
                              </a:solidFill>
                              <a:latin typeface="Cambria Math" panose="02040503050406030204" pitchFamily="18" charset="0"/>
                            </a:rPr>
                            <m:t>m</m:t>
                          </m:r>
                        </m:e>
                        <m:sub>
                          <m:r>
                            <a:rPr lang="de-DE" sz="2400" b="0" i="1" smtClean="0">
                              <a:solidFill>
                                <a:schemeClr val="tx1"/>
                              </a:solidFill>
                              <a:latin typeface="Cambria Math" panose="02040503050406030204" pitchFamily="18" charset="0"/>
                            </a:rPr>
                            <m:t>1</m:t>
                          </m:r>
                        </m:sub>
                      </m:sSub>
                    </m:oMath>
                  </m:oMathPara>
                </a14:m>
                <a:endParaRPr lang="en-US" sz="2400" dirty="0">
                  <a:solidFill>
                    <a:schemeClr val="tx1"/>
                  </a:solidFill>
                </a:endParaRPr>
              </a:p>
            </p:txBody>
          </p:sp>
        </mc:Choice>
        <mc:Fallback xmlns="">
          <p:sp>
            <p:nvSpPr>
              <p:cNvPr id="49" name="TextBox 48">
                <a:extLst>
                  <a:ext uri="{FF2B5EF4-FFF2-40B4-BE49-F238E27FC236}">
                    <a16:creationId xmlns:a16="http://schemas.microsoft.com/office/drawing/2014/main" id="{5A1A850A-3B58-62F3-B6B0-BBF0D4F8B45E}"/>
                  </a:ext>
                </a:extLst>
              </p:cNvPr>
              <p:cNvSpPr txBox="1">
                <a:spLocks noRot="1" noChangeAspect="1" noMove="1" noResize="1" noEditPoints="1" noAdjustHandles="1" noChangeArrowheads="1" noChangeShapeType="1" noTextEdit="1"/>
              </p:cNvSpPr>
              <p:nvPr/>
            </p:nvSpPr>
            <p:spPr>
              <a:xfrm>
                <a:off x="5696090" y="2459983"/>
                <a:ext cx="454483" cy="369332"/>
              </a:xfrm>
              <a:prstGeom prst="rect">
                <a:avLst/>
              </a:prstGeom>
              <a:blipFill>
                <a:blip r:embed="rId19"/>
                <a:stretch>
                  <a:fillRect l="-9333" r="-5333" b="-1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CD22E5B8-4AFF-B3B0-34A6-E134C92B4190}"/>
                  </a:ext>
                </a:extLst>
              </p:cNvPr>
              <p:cNvSpPr txBox="1"/>
              <p:nvPr/>
            </p:nvSpPr>
            <p:spPr>
              <a:xfrm>
                <a:off x="5692531" y="2877390"/>
                <a:ext cx="461601" cy="369332"/>
              </a:xfrm>
              <a:prstGeom prst="rect">
                <a:avLst/>
              </a:prstGeom>
              <a:noFill/>
            </p:spPr>
            <p:txBody>
              <a:bodyPr wrap="none" lIns="0" tIns="0" rIns="0" bIns="0" rtlCol="0">
                <a:spAutoFit/>
              </a:bodyPr>
              <a:lstStyle/>
              <a:p>
                <a:pPr/>
                <a14:m>
                  <m:oMathPara xmlns:m="http://schemas.openxmlformats.org/officeDocument/2006/math">
                    <m:oMath>
                      <m:sSub>
                        <m:sSubPr>
                          <m:ctrlPr>
                            <a:rPr lang="de-DE" sz="2400" b="0" i="1" smtClean="0">
                              <a:solidFill>
                                <a:schemeClr val="tx1"/>
                              </a:solidFill>
                              <a:latin typeface="Cambria Math" panose="02040503050406030204" pitchFamily="18" charset="0"/>
                            </a:rPr>
                          </m:ctrlPr>
                        </m:sSubPr>
                        <m:e>
                          <m:r>
                            <m:rPr>
                              <m:sty m:val="p"/>
                            </m:rPr>
                            <a:rPr lang="de-DE" sz="2400" b="0" i="1" smtClean="0">
                              <a:solidFill>
                                <a:schemeClr val="tx1"/>
                              </a:solidFill>
                              <a:latin typeface="Cambria Math" panose="02040503050406030204" pitchFamily="18" charset="0"/>
                            </a:rPr>
                            <m:t>m</m:t>
                          </m:r>
                        </m:e>
                        <m:sub>
                          <m:r>
                            <a:rPr lang="de-DE" sz="2400" b="0" i="1" smtClean="0">
                              <a:solidFill>
                                <a:schemeClr val="tx1"/>
                              </a:solidFill>
                              <a:latin typeface="Cambria Math" panose="02040503050406030204" pitchFamily="18" charset="0"/>
                            </a:rPr>
                            <m:t>2</m:t>
                          </m:r>
                        </m:sub>
                      </m:sSub>
                    </m:oMath>
                  </m:oMathPara>
                </a14:m>
                <a:endParaRPr lang="en-US" sz="2400" dirty="0">
                  <a:solidFill>
                    <a:schemeClr val="tx1"/>
                  </a:solidFill>
                </a:endParaRPr>
              </a:p>
            </p:txBody>
          </p:sp>
        </mc:Choice>
        <mc:Fallback xmlns="">
          <p:sp>
            <p:nvSpPr>
              <p:cNvPr id="52" name="TextBox 51">
                <a:extLst>
                  <a:ext uri="{FF2B5EF4-FFF2-40B4-BE49-F238E27FC236}">
                    <a16:creationId xmlns:a16="http://schemas.microsoft.com/office/drawing/2014/main" id="{CD22E5B8-4AFF-B3B0-34A6-E134C92B4190}"/>
                  </a:ext>
                </a:extLst>
              </p:cNvPr>
              <p:cNvSpPr txBox="1">
                <a:spLocks noRot="1" noChangeAspect="1" noMove="1" noResize="1" noEditPoints="1" noAdjustHandles="1" noChangeArrowheads="1" noChangeShapeType="1" noTextEdit="1"/>
              </p:cNvSpPr>
              <p:nvPr/>
            </p:nvSpPr>
            <p:spPr>
              <a:xfrm>
                <a:off x="5692531" y="2877390"/>
                <a:ext cx="461601" cy="369332"/>
              </a:xfrm>
              <a:prstGeom prst="rect">
                <a:avLst/>
              </a:prstGeom>
              <a:blipFill>
                <a:blip r:embed="rId20"/>
                <a:stretch>
                  <a:fillRect l="-10526" r="-5263" b="-1147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63661178-3B1D-58FF-8B92-D6537C9F5F98}"/>
                  </a:ext>
                </a:extLst>
              </p:cNvPr>
              <p:cNvSpPr txBox="1"/>
              <p:nvPr/>
            </p:nvSpPr>
            <p:spPr>
              <a:xfrm>
                <a:off x="5690928" y="3294797"/>
                <a:ext cx="464807" cy="369332"/>
              </a:xfrm>
              <a:prstGeom prst="rect">
                <a:avLst/>
              </a:prstGeom>
              <a:noFill/>
            </p:spPr>
            <p:txBody>
              <a:bodyPr wrap="none" lIns="0" tIns="0" rIns="0" bIns="0" rtlCol="0">
                <a:spAutoFit/>
              </a:bodyPr>
              <a:lstStyle/>
              <a:p>
                <a:pPr/>
                <a14:m>
                  <m:oMathPara xmlns:m="http://schemas.openxmlformats.org/officeDocument/2006/math">
                    <m:oMath>
                      <m:sSub>
                        <m:sSubPr>
                          <m:ctrlPr>
                            <a:rPr lang="de-DE" sz="2400" b="0" i="1" smtClean="0">
                              <a:solidFill>
                                <a:schemeClr val="tx1"/>
                              </a:solidFill>
                              <a:latin typeface="Cambria Math" panose="02040503050406030204" pitchFamily="18" charset="0"/>
                            </a:rPr>
                          </m:ctrlPr>
                        </m:sSubPr>
                        <m:e>
                          <m:r>
                            <m:rPr>
                              <m:sty m:val="p"/>
                            </m:rPr>
                            <a:rPr lang="de-DE" sz="2400" b="0" i="1" smtClean="0">
                              <a:solidFill>
                                <a:schemeClr val="tx1"/>
                              </a:solidFill>
                              <a:latin typeface="Cambria Math" panose="02040503050406030204" pitchFamily="18" charset="0"/>
                            </a:rPr>
                            <m:t>m</m:t>
                          </m:r>
                        </m:e>
                        <m:sub>
                          <m:r>
                            <a:rPr lang="de-DE" sz="2400" b="0" i="1" smtClean="0">
                              <a:solidFill>
                                <a:schemeClr val="tx1"/>
                              </a:solidFill>
                              <a:latin typeface="Cambria Math" panose="02040503050406030204" pitchFamily="18" charset="0"/>
                            </a:rPr>
                            <m:t>3</m:t>
                          </m:r>
                        </m:sub>
                      </m:sSub>
                    </m:oMath>
                  </m:oMathPara>
                </a14:m>
                <a:endParaRPr lang="en-US" sz="2400" dirty="0">
                  <a:solidFill>
                    <a:schemeClr val="tx1"/>
                  </a:solidFill>
                </a:endParaRPr>
              </a:p>
            </p:txBody>
          </p:sp>
        </mc:Choice>
        <mc:Fallback xmlns="">
          <p:sp>
            <p:nvSpPr>
              <p:cNvPr id="54" name="TextBox 53">
                <a:extLst>
                  <a:ext uri="{FF2B5EF4-FFF2-40B4-BE49-F238E27FC236}">
                    <a16:creationId xmlns:a16="http://schemas.microsoft.com/office/drawing/2014/main" id="{63661178-3B1D-58FF-8B92-D6537C9F5F98}"/>
                  </a:ext>
                </a:extLst>
              </p:cNvPr>
              <p:cNvSpPr txBox="1">
                <a:spLocks noRot="1" noChangeAspect="1" noMove="1" noResize="1" noEditPoints="1" noAdjustHandles="1" noChangeArrowheads="1" noChangeShapeType="1" noTextEdit="1"/>
              </p:cNvSpPr>
              <p:nvPr/>
            </p:nvSpPr>
            <p:spPr>
              <a:xfrm>
                <a:off x="5690928" y="3294797"/>
                <a:ext cx="464807" cy="369332"/>
              </a:xfrm>
              <a:prstGeom prst="rect">
                <a:avLst/>
              </a:prstGeom>
              <a:blipFill>
                <a:blip r:embed="rId21"/>
                <a:stretch>
                  <a:fillRect l="-9211" r="-6579" b="-1147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39898705-1C2C-1FA0-5CF8-639D90FE9407}"/>
                  </a:ext>
                </a:extLst>
              </p:cNvPr>
              <p:cNvSpPr txBox="1"/>
              <p:nvPr/>
            </p:nvSpPr>
            <p:spPr>
              <a:xfrm>
                <a:off x="5690928" y="3712204"/>
                <a:ext cx="464807" cy="369332"/>
              </a:xfrm>
              <a:prstGeom prst="rect">
                <a:avLst/>
              </a:prstGeom>
              <a:noFill/>
            </p:spPr>
            <p:txBody>
              <a:bodyPr wrap="none" lIns="0" tIns="0" rIns="0" bIns="0" rtlCol="0">
                <a:spAutoFit/>
              </a:bodyPr>
              <a:lstStyle/>
              <a:p>
                <a:pPr/>
                <a14:m>
                  <m:oMathPara xmlns:m="http://schemas.openxmlformats.org/officeDocument/2006/math">
                    <m:oMath>
                      <m:sSub>
                        <m:sSubPr>
                          <m:ctrlPr>
                            <a:rPr lang="de-DE" sz="2400" b="0" i="0" smtClean="0">
                              <a:solidFill>
                                <a:schemeClr val="tx1"/>
                              </a:solidFill>
                              <a:latin typeface="Cambria Math" panose="02040503050406030204" pitchFamily="18" charset="0"/>
                            </a:rPr>
                          </m:ctrlPr>
                        </m:sSubPr>
                        <m:e>
                          <m:r>
                            <m:rPr>
                              <m:sty m:val="p"/>
                            </m:rPr>
                            <a:rPr lang="de-DE" sz="2400" b="0" i="0" smtClean="0">
                              <a:solidFill>
                                <a:schemeClr val="tx1"/>
                              </a:solidFill>
                              <a:latin typeface="Cambria Math" panose="02040503050406030204" pitchFamily="18" charset="0"/>
                            </a:rPr>
                            <m:t>m</m:t>
                          </m:r>
                        </m:e>
                        <m:sub>
                          <m:r>
                            <m:rPr>
                              <m:sty m:val="p"/>
                            </m:rPr>
                            <a:rPr lang="de-DE" sz="2400" b="0" i="0" smtClean="0">
                              <a:solidFill>
                                <a:schemeClr val="tx1"/>
                              </a:solidFill>
                              <a:latin typeface="Cambria Math" panose="02040503050406030204" pitchFamily="18" charset="0"/>
                            </a:rPr>
                            <m:t>F</m:t>
                          </m:r>
                        </m:sub>
                      </m:sSub>
                    </m:oMath>
                  </m:oMathPara>
                </a14:m>
                <a:endParaRPr lang="en-US" sz="2400" dirty="0">
                  <a:solidFill>
                    <a:schemeClr val="tx1"/>
                  </a:solidFill>
                </a:endParaRPr>
              </a:p>
            </p:txBody>
          </p:sp>
        </mc:Choice>
        <mc:Fallback xmlns="">
          <p:sp>
            <p:nvSpPr>
              <p:cNvPr id="55" name="TextBox 54">
                <a:extLst>
                  <a:ext uri="{FF2B5EF4-FFF2-40B4-BE49-F238E27FC236}">
                    <a16:creationId xmlns:a16="http://schemas.microsoft.com/office/drawing/2014/main" id="{39898705-1C2C-1FA0-5CF8-639D90FE9407}"/>
                  </a:ext>
                </a:extLst>
              </p:cNvPr>
              <p:cNvSpPr txBox="1">
                <a:spLocks noRot="1" noChangeAspect="1" noMove="1" noResize="1" noEditPoints="1" noAdjustHandles="1" noChangeArrowheads="1" noChangeShapeType="1" noTextEdit="1"/>
              </p:cNvSpPr>
              <p:nvPr/>
            </p:nvSpPr>
            <p:spPr>
              <a:xfrm>
                <a:off x="5690928" y="3712204"/>
                <a:ext cx="464807" cy="369332"/>
              </a:xfrm>
              <a:prstGeom prst="rect">
                <a:avLst/>
              </a:prstGeom>
              <a:blipFill>
                <a:blip r:embed="rId22"/>
                <a:stretch>
                  <a:fillRect l="-10526" r="-7895" b="-1311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D7E6DE95-3B89-EE27-5ED4-AB6185EBD1FC}"/>
                  </a:ext>
                </a:extLst>
              </p:cNvPr>
              <p:cNvSpPr txBox="1"/>
              <p:nvPr/>
            </p:nvSpPr>
            <p:spPr>
              <a:xfrm>
                <a:off x="5694134" y="4129610"/>
                <a:ext cx="458395" cy="369332"/>
              </a:xfrm>
              <a:prstGeom prst="rect">
                <a:avLst/>
              </a:prstGeom>
              <a:noFill/>
            </p:spPr>
            <p:txBody>
              <a:bodyPr wrap="none" lIns="0" tIns="0" rIns="0" bIns="0" rtlCol="0">
                <a:spAutoFit/>
              </a:bodyPr>
              <a:lstStyle/>
              <a:p>
                <a:pPr/>
                <a14:m>
                  <m:oMathPara xmlns:m="http://schemas.openxmlformats.org/officeDocument/2006/math">
                    <m:oMath>
                      <m:sSub>
                        <m:sSubPr>
                          <m:ctrlPr>
                            <a:rPr lang="de-DE" sz="2400" b="0" i="0" smtClean="0">
                              <a:solidFill>
                                <a:schemeClr val="tx1"/>
                              </a:solidFill>
                              <a:latin typeface="Cambria Math" panose="02040503050406030204" pitchFamily="18" charset="0"/>
                            </a:rPr>
                          </m:ctrlPr>
                        </m:sSubPr>
                        <m:e>
                          <m:r>
                            <m:rPr>
                              <m:sty m:val="p"/>
                            </m:rPr>
                            <a:rPr lang="de-DE" sz="2400" b="0" i="0" smtClean="0">
                              <a:solidFill>
                                <a:schemeClr val="tx1"/>
                              </a:solidFill>
                              <a:latin typeface="Cambria Math" panose="02040503050406030204" pitchFamily="18" charset="0"/>
                            </a:rPr>
                            <m:t>m</m:t>
                          </m:r>
                        </m:e>
                        <m:sub>
                          <m:r>
                            <m:rPr>
                              <m:sty m:val="p"/>
                            </m:rPr>
                            <a:rPr lang="de-DE" sz="2400" b="0" i="0" smtClean="0">
                              <a:solidFill>
                                <a:schemeClr val="tx1"/>
                              </a:solidFill>
                              <a:latin typeface="Cambria Math" panose="02040503050406030204" pitchFamily="18" charset="0"/>
                            </a:rPr>
                            <m:t>S</m:t>
                          </m:r>
                        </m:sub>
                      </m:sSub>
                    </m:oMath>
                  </m:oMathPara>
                </a14:m>
                <a:endParaRPr lang="en-US" sz="2400" dirty="0">
                  <a:solidFill>
                    <a:schemeClr val="tx1"/>
                  </a:solidFill>
                </a:endParaRPr>
              </a:p>
            </p:txBody>
          </p:sp>
        </mc:Choice>
        <mc:Fallback xmlns="">
          <p:sp>
            <p:nvSpPr>
              <p:cNvPr id="56" name="TextBox 55">
                <a:extLst>
                  <a:ext uri="{FF2B5EF4-FFF2-40B4-BE49-F238E27FC236}">
                    <a16:creationId xmlns:a16="http://schemas.microsoft.com/office/drawing/2014/main" id="{D7E6DE95-3B89-EE27-5ED4-AB6185EBD1FC}"/>
                  </a:ext>
                </a:extLst>
              </p:cNvPr>
              <p:cNvSpPr txBox="1">
                <a:spLocks noRot="1" noChangeAspect="1" noMove="1" noResize="1" noEditPoints="1" noAdjustHandles="1" noChangeArrowheads="1" noChangeShapeType="1" noTextEdit="1"/>
              </p:cNvSpPr>
              <p:nvPr/>
            </p:nvSpPr>
            <p:spPr>
              <a:xfrm>
                <a:off x="5694134" y="4129610"/>
                <a:ext cx="458395" cy="369332"/>
              </a:xfrm>
              <a:prstGeom prst="rect">
                <a:avLst/>
              </a:prstGeom>
              <a:blipFill>
                <a:blip r:embed="rId23"/>
                <a:stretch>
                  <a:fillRect l="-9333" r="-8000" b="-1311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1" name="TextBox 70">
                <a:extLst>
                  <a:ext uri="{FF2B5EF4-FFF2-40B4-BE49-F238E27FC236}">
                    <a16:creationId xmlns:a16="http://schemas.microsoft.com/office/drawing/2014/main" id="{F462092F-01E4-63FF-DEB9-92986BC4D58C}"/>
                  </a:ext>
                </a:extLst>
              </p:cNvPr>
              <p:cNvSpPr txBox="1"/>
              <p:nvPr/>
            </p:nvSpPr>
            <p:spPr>
              <a:xfrm>
                <a:off x="7052754" y="3726610"/>
                <a:ext cx="341440" cy="430887"/>
              </a:xfrm>
              <a:prstGeom prst="rect">
                <a:avLst/>
              </a:prstGeom>
              <a:noFill/>
            </p:spPr>
            <p:txBody>
              <a:bodyPr wrap="none" lIns="0" tIns="0" rIns="0" bIns="0" rtlCol="0">
                <a:spAutoFit/>
              </a:bodyPr>
              <a:lstStyle/>
              <a:p>
                <a:pPr/>
                <a14:m>
                  <m:oMathPara xmlns:m="http://schemas.openxmlformats.org/officeDocument/2006/math">
                    <m:oMath>
                      <m:r>
                        <a:rPr lang="en-US" sz="2800" b="1" i="1" smtClean="0">
                          <a:solidFill>
                            <a:srgbClr val="C00000"/>
                          </a:solidFill>
                          <a:latin typeface="Cambria Math" panose="02040503050406030204" pitchFamily="18" charset="0"/>
                          <a:ea typeface="Cambria Math" panose="02040503050406030204" pitchFamily="18" charset="0"/>
                        </a:rPr>
                        <m:t>−</m:t>
                      </m:r>
                    </m:oMath>
                  </m:oMathPara>
                </a14:m>
                <a:endParaRPr lang="en-US" sz="2800" b="1" dirty="0">
                  <a:solidFill>
                    <a:srgbClr val="C00000"/>
                  </a:solidFill>
                </a:endParaRPr>
              </a:p>
            </p:txBody>
          </p:sp>
        </mc:Choice>
        <mc:Fallback xmlns="">
          <p:sp>
            <p:nvSpPr>
              <p:cNvPr id="71" name="TextBox 70">
                <a:extLst>
                  <a:ext uri="{FF2B5EF4-FFF2-40B4-BE49-F238E27FC236}">
                    <a16:creationId xmlns:a16="http://schemas.microsoft.com/office/drawing/2014/main" id="{F462092F-01E4-63FF-DEB9-92986BC4D58C}"/>
                  </a:ext>
                </a:extLst>
              </p:cNvPr>
              <p:cNvSpPr txBox="1">
                <a:spLocks noRot="1" noChangeAspect="1" noMove="1" noResize="1" noEditPoints="1" noAdjustHandles="1" noChangeArrowheads="1" noChangeShapeType="1" noTextEdit="1"/>
              </p:cNvSpPr>
              <p:nvPr/>
            </p:nvSpPr>
            <p:spPr>
              <a:xfrm>
                <a:off x="7052754" y="3726610"/>
                <a:ext cx="341440" cy="430887"/>
              </a:xfrm>
              <a:prstGeom prst="rect">
                <a:avLst/>
              </a:prstGeom>
              <a:blipFill>
                <a:blip r:embed="rId2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5" name="TextBox 74">
                <a:extLst>
                  <a:ext uri="{FF2B5EF4-FFF2-40B4-BE49-F238E27FC236}">
                    <a16:creationId xmlns:a16="http://schemas.microsoft.com/office/drawing/2014/main" id="{E01024C0-69DC-4FB5-581F-A74176925330}"/>
                  </a:ext>
                </a:extLst>
              </p:cNvPr>
              <p:cNvSpPr txBox="1"/>
              <p:nvPr/>
            </p:nvSpPr>
            <p:spPr>
              <a:xfrm>
                <a:off x="7054635" y="2494628"/>
                <a:ext cx="341440" cy="430887"/>
              </a:xfrm>
              <a:prstGeom prst="rect">
                <a:avLst/>
              </a:prstGeom>
              <a:noFill/>
            </p:spPr>
            <p:txBody>
              <a:bodyPr wrap="none" lIns="0" tIns="0" rIns="0" bIns="0" rtlCol="0">
                <a:spAutoFit/>
              </a:bodyPr>
              <a:lstStyle/>
              <a:p>
                <a:pPr/>
                <a14:m>
                  <m:oMathPara xmlns:m="http://schemas.openxmlformats.org/officeDocument/2006/math">
                    <m:oMath>
                      <m:r>
                        <a:rPr lang="de-DE" sz="2800" b="1" i="0" smtClean="0">
                          <a:solidFill>
                            <a:srgbClr val="C00000"/>
                          </a:solidFill>
                          <a:latin typeface="Cambria Math" panose="02040503050406030204" pitchFamily="18" charset="0"/>
                          <a:ea typeface="Cambria Math" panose="02040503050406030204" pitchFamily="18" charset="0"/>
                        </a:rPr>
                        <m:t>+</m:t>
                      </m:r>
                    </m:oMath>
                  </m:oMathPara>
                </a14:m>
                <a:endParaRPr lang="en-US" sz="2800" b="1" dirty="0">
                  <a:solidFill>
                    <a:srgbClr val="C00000"/>
                  </a:solidFill>
                </a:endParaRPr>
              </a:p>
            </p:txBody>
          </p:sp>
        </mc:Choice>
        <mc:Fallback xmlns="">
          <p:sp>
            <p:nvSpPr>
              <p:cNvPr id="75" name="TextBox 74">
                <a:extLst>
                  <a:ext uri="{FF2B5EF4-FFF2-40B4-BE49-F238E27FC236}">
                    <a16:creationId xmlns:a16="http://schemas.microsoft.com/office/drawing/2014/main" id="{E01024C0-69DC-4FB5-581F-A74176925330}"/>
                  </a:ext>
                </a:extLst>
              </p:cNvPr>
              <p:cNvSpPr txBox="1">
                <a:spLocks noRot="1" noChangeAspect="1" noMove="1" noResize="1" noEditPoints="1" noAdjustHandles="1" noChangeArrowheads="1" noChangeShapeType="1" noTextEdit="1"/>
              </p:cNvSpPr>
              <p:nvPr/>
            </p:nvSpPr>
            <p:spPr>
              <a:xfrm>
                <a:off x="7054635" y="2494628"/>
                <a:ext cx="341440" cy="430887"/>
              </a:xfrm>
              <a:prstGeom prst="rect">
                <a:avLst/>
              </a:prstGeom>
              <a:blipFill>
                <a:blip r:embed="rId2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6" name="TextBox 75">
                <a:extLst>
                  <a:ext uri="{FF2B5EF4-FFF2-40B4-BE49-F238E27FC236}">
                    <a16:creationId xmlns:a16="http://schemas.microsoft.com/office/drawing/2014/main" id="{C2BFF3E1-DA36-9E81-1BF3-7659976CD3C5}"/>
                  </a:ext>
                </a:extLst>
              </p:cNvPr>
              <p:cNvSpPr txBox="1"/>
              <p:nvPr/>
            </p:nvSpPr>
            <p:spPr>
              <a:xfrm>
                <a:off x="7052754" y="4150223"/>
                <a:ext cx="341440" cy="430887"/>
              </a:xfrm>
              <a:prstGeom prst="rect">
                <a:avLst/>
              </a:prstGeom>
              <a:noFill/>
            </p:spPr>
            <p:txBody>
              <a:bodyPr wrap="none" lIns="0" tIns="0" rIns="0" bIns="0" rtlCol="0">
                <a:spAutoFit/>
              </a:bodyPr>
              <a:lstStyle/>
              <a:p>
                <a:pPr/>
                <a14:m>
                  <m:oMathPara xmlns:m="http://schemas.openxmlformats.org/officeDocument/2006/math">
                    <m:oMath>
                      <m:r>
                        <a:rPr lang="en-US" sz="2800" b="1" i="1" smtClean="0">
                          <a:solidFill>
                            <a:srgbClr val="C00000"/>
                          </a:solidFill>
                          <a:latin typeface="Cambria Math" panose="02040503050406030204" pitchFamily="18" charset="0"/>
                          <a:ea typeface="Cambria Math" panose="02040503050406030204" pitchFamily="18" charset="0"/>
                        </a:rPr>
                        <m:t>−</m:t>
                      </m:r>
                    </m:oMath>
                  </m:oMathPara>
                </a14:m>
                <a:endParaRPr lang="en-US" sz="2800" b="1" dirty="0">
                  <a:solidFill>
                    <a:srgbClr val="C00000"/>
                  </a:solidFill>
                </a:endParaRPr>
              </a:p>
            </p:txBody>
          </p:sp>
        </mc:Choice>
        <mc:Fallback xmlns="">
          <p:sp>
            <p:nvSpPr>
              <p:cNvPr id="76" name="TextBox 75">
                <a:extLst>
                  <a:ext uri="{FF2B5EF4-FFF2-40B4-BE49-F238E27FC236}">
                    <a16:creationId xmlns:a16="http://schemas.microsoft.com/office/drawing/2014/main" id="{C2BFF3E1-DA36-9E81-1BF3-7659976CD3C5}"/>
                  </a:ext>
                </a:extLst>
              </p:cNvPr>
              <p:cNvSpPr txBox="1">
                <a:spLocks noRot="1" noChangeAspect="1" noMove="1" noResize="1" noEditPoints="1" noAdjustHandles="1" noChangeArrowheads="1" noChangeShapeType="1" noTextEdit="1"/>
              </p:cNvSpPr>
              <p:nvPr/>
            </p:nvSpPr>
            <p:spPr>
              <a:xfrm>
                <a:off x="7052754" y="4150223"/>
                <a:ext cx="341440" cy="430887"/>
              </a:xfrm>
              <a:prstGeom prst="rect">
                <a:avLst/>
              </a:prstGeom>
              <a:blipFill>
                <a:blip r:embed="rId2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46BB5AD9-36CF-A170-30C8-BDE410276F6A}"/>
                  </a:ext>
                </a:extLst>
              </p:cNvPr>
              <p:cNvSpPr txBox="1"/>
              <p:nvPr/>
            </p:nvSpPr>
            <p:spPr>
              <a:xfrm>
                <a:off x="7737892" y="2915085"/>
                <a:ext cx="341440" cy="430887"/>
              </a:xfrm>
              <a:prstGeom prst="rect">
                <a:avLst/>
              </a:prstGeom>
              <a:noFill/>
            </p:spPr>
            <p:txBody>
              <a:bodyPr wrap="none" lIns="0" tIns="0" rIns="0" bIns="0" rtlCol="0">
                <a:spAutoFit/>
              </a:bodyPr>
              <a:lstStyle/>
              <a:p>
                <a:pPr/>
                <a14:m>
                  <m:oMathPara xmlns:m="http://schemas.openxmlformats.org/officeDocument/2006/math">
                    <m:oMath>
                      <m:r>
                        <a:rPr lang="en-US" sz="2800" b="1" i="1" smtClean="0">
                          <a:solidFill>
                            <a:srgbClr val="C00000"/>
                          </a:solidFill>
                          <a:latin typeface="Cambria Math" panose="02040503050406030204" pitchFamily="18" charset="0"/>
                          <a:ea typeface="Cambria Math" panose="02040503050406030204" pitchFamily="18" charset="0"/>
                        </a:rPr>
                        <m:t>−</m:t>
                      </m:r>
                    </m:oMath>
                  </m:oMathPara>
                </a14:m>
                <a:endParaRPr lang="en-US" sz="2800" b="1" dirty="0">
                  <a:solidFill>
                    <a:srgbClr val="C00000"/>
                  </a:solidFill>
                </a:endParaRPr>
              </a:p>
            </p:txBody>
          </p:sp>
        </mc:Choice>
        <mc:Fallback xmlns="">
          <p:sp>
            <p:nvSpPr>
              <p:cNvPr id="4" name="TextBox 3">
                <a:extLst>
                  <a:ext uri="{FF2B5EF4-FFF2-40B4-BE49-F238E27FC236}">
                    <a16:creationId xmlns:a16="http://schemas.microsoft.com/office/drawing/2014/main" id="{46BB5AD9-36CF-A170-30C8-BDE410276F6A}"/>
                  </a:ext>
                </a:extLst>
              </p:cNvPr>
              <p:cNvSpPr txBox="1">
                <a:spLocks noRot="1" noChangeAspect="1" noMove="1" noResize="1" noEditPoints="1" noAdjustHandles="1" noChangeArrowheads="1" noChangeShapeType="1" noTextEdit="1"/>
              </p:cNvSpPr>
              <p:nvPr/>
            </p:nvSpPr>
            <p:spPr>
              <a:xfrm>
                <a:off x="7737892" y="2915085"/>
                <a:ext cx="341440" cy="430887"/>
              </a:xfrm>
              <a:prstGeom prst="rect">
                <a:avLst/>
              </a:prstGeom>
              <a:blipFill>
                <a:blip r:embed="rId2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5ADD5926-2183-FF96-F8D6-ED61561D79E8}"/>
                  </a:ext>
                </a:extLst>
              </p:cNvPr>
              <p:cNvSpPr txBox="1"/>
              <p:nvPr/>
            </p:nvSpPr>
            <p:spPr>
              <a:xfrm>
                <a:off x="7737892" y="3715864"/>
                <a:ext cx="341440" cy="430887"/>
              </a:xfrm>
              <a:prstGeom prst="rect">
                <a:avLst/>
              </a:prstGeom>
              <a:noFill/>
            </p:spPr>
            <p:txBody>
              <a:bodyPr wrap="none" lIns="0" tIns="0" rIns="0" bIns="0" rtlCol="0">
                <a:spAutoFit/>
              </a:bodyPr>
              <a:lstStyle/>
              <a:p>
                <a:pPr/>
                <a14:m>
                  <m:oMathPara xmlns:m="http://schemas.openxmlformats.org/officeDocument/2006/math">
                    <m:oMath>
                      <m:r>
                        <a:rPr lang="de-DE" sz="2800" b="1" i="0" smtClean="0">
                          <a:solidFill>
                            <a:srgbClr val="C00000"/>
                          </a:solidFill>
                          <a:latin typeface="Cambria Math" panose="02040503050406030204" pitchFamily="18" charset="0"/>
                          <a:ea typeface="Cambria Math" panose="02040503050406030204" pitchFamily="18" charset="0"/>
                        </a:rPr>
                        <m:t>+</m:t>
                      </m:r>
                    </m:oMath>
                  </m:oMathPara>
                </a14:m>
                <a:endParaRPr lang="en-US" sz="2800" b="1" dirty="0">
                  <a:solidFill>
                    <a:srgbClr val="C00000"/>
                  </a:solidFill>
                </a:endParaRPr>
              </a:p>
            </p:txBody>
          </p:sp>
        </mc:Choice>
        <mc:Fallback xmlns="">
          <p:sp>
            <p:nvSpPr>
              <p:cNvPr id="7" name="TextBox 6">
                <a:extLst>
                  <a:ext uri="{FF2B5EF4-FFF2-40B4-BE49-F238E27FC236}">
                    <a16:creationId xmlns:a16="http://schemas.microsoft.com/office/drawing/2014/main" id="{5ADD5926-2183-FF96-F8D6-ED61561D79E8}"/>
                  </a:ext>
                </a:extLst>
              </p:cNvPr>
              <p:cNvSpPr txBox="1">
                <a:spLocks noRot="1" noChangeAspect="1" noMove="1" noResize="1" noEditPoints="1" noAdjustHandles="1" noChangeArrowheads="1" noChangeShapeType="1" noTextEdit="1"/>
              </p:cNvSpPr>
              <p:nvPr/>
            </p:nvSpPr>
            <p:spPr>
              <a:xfrm>
                <a:off x="7737892" y="3715864"/>
                <a:ext cx="341440" cy="430887"/>
              </a:xfrm>
              <a:prstGeom prst="rect">
                <a:avLst/>
              </a:prstGeom>
              <a:blipFill>
                <a:blip r:embed="rId2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AE47A099-A81E-68FC-488C-083492193B6A}"/>
                  </a:ext>
                </a:extLst>
              </p:cNvPr>
              <p:cNvSpPr txBox="1"/>
              <p:nvPr/>
            </p:nvSpPr>
            <p:spPr>
              <a:xfrm>
                <a:off x="8420321" y="4142898"/>
                <a:ext cx="341440" cy="430887"/>
              </a:xfrm>
              <a:prstGeom prst="rect">
                <a:avLst/>
              </a:prstGeom>
              <a:noFill/>
            </p:spPr>
            <p:txBody>
              <a:bodyPr wrap="none" lIns="0" tIns="0" rIns="0" bIns="0" rtlCol="0">
                <a:spAutoFit/>
              </a:bodyPr>
              <a:lstStyle/>
              <a:p>
                <a:pPr/>
                <a14:m>
                  <m:oMathPara xmlns:m="http://schemas.openxmlformats.org/officeDocument/2006/math">
                    <m:oMath>
                      <m:r>
                        <a:rPr lang="de-DE" sz="2800" b="1" i="0" smtClean="0">
                          <a:solidFill>
                            <a:srgbClr val="C00000"/>
                          </a:solidFill>
                          <a:latin typeface="Cambria Math" panose="02040503050406030204" pitchFamily="18" charset="0"/>
                          <a:ea typeface="Cambria Math" panose="02040503050406030204" pitchFamily="18" charset="0"/>
                        </a:rPr>
                        <m:t>+</m:t>
                      </m:r>
                    </m:oMath>
                  </m:oMathPara>
                </a14:m>
                <a:endParaRPr lang="en-US" sz="2800" b="1" dirty="0">
                  <a:solidFill>
                    <a:srgbClr val="C00000"/>
                  </a:solidFill>
                </a:endParaRPr>
              </a:p>
            </p:txBody>
          </p:sp>
        </mc:Choice>
        <mc:Fallback xmlns="">
          <p:sp>
            <p:nvSpPr>
              <p:cNvPr id="8" name="TextBox 7">
                <a:extLst>
                  <a:ext uri="{FF2B5EF4-FFF2-40B4-BE49-F238E27FC236}">
                    <a16:creationId xmlns:a16="http://schemas.microsoft.com/office/drawing/2014/main" id="{AE47A099-A81E-68FC-488C-083492193B6A}"/>
                  </a:ext>
                </a:extLst>
              </p:cNvPr>
              <p:cNvSpPr txBox="1">
                <a:spLocks noRot="1" noChangeAspect="1" noMove="1" noResize="1" noEditPoints="1" noAdjustHandles="1" noChangeArrowheads="1" noChangeShapeType="1" noTextEdit="1"/>
              </p:cNvSpPr>
              <p:nvPr/>
            </p:nvSpPr>
            <p:spPr>
              <a:xfrm>
                <a:off x="8420321" y="4142898"/>
                <a:ext cx="341440" cy="430887"/>
              </a:xfrm>
              <a:prstGeom prst="rect">
                <a:avLst/>
              </a:prstGeom>
              <a:blipFill>
                <a:blip r:embed="rId2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AB312E95-E41E-23C5-742A-46EC49EE03A7}"/>
                  </a:ext>
                </a:extLst>
              </p:cNvPr>
              <p:cNvSpPr txBox="1"/>
              <p:nvPr/>
            </p:nvSpPr>
            <p:spPr>
              <a:xfrm>
                <a:off x="8412336" y="3316966"/>
                <a:ext cx="341440" cy="430887"/>
              </a:xfrm>
              <a:prstGeom prst="rect">
                <a:avLst/>
              </a:prstGeom>
              <a:noFill/>
            </p:spPr>
            <p:txBody>
              <a:bodyPr wrap="none" lIns="0" tIns="0" rIns="0" bIns="0" rtlCol="0">
                <a:spAutoFit/>
              </a:bodyPr>
              <a:lstStyle/>
              <a:p>
                <a:pPr/>
                <a14:m>
                  <m:oMathPara xmlns:m="http://schemas.openxmlformats.org/officeDocument/2006/math">
                    <m:oMath>
                      <m:r>
                        <a:rPr lang="en-US" sz="2800" b="1" i="1" smtClean="0">
                          <a:solidFill>
                            <a:srgbClr val="C00000"/>
                          </a:solidFill>
                          <a:latin typeface="Cambria Math" panose="02040503050406030204" pitchFamily="18" charset="0"/>
                          <a:ea typeface="Cambria Math" panose="02040503050406030204" pitchFamily="18" charset="0"/>
                        </a:rPr>
                        <m:t>−</m:t>
                      </m:r>
                    </m:oMath>
                  </m:oMathPara>
                </a14:m>
                <a:endParaRPr lang="en-US" sz="2800" b="1" dirty="0">
                  <a:solidFill>
                    <a:srgbClr val="C00000"/>
                  </a:solidFill>
                </a:endParaRPr>
              </a:p>
            </p:txBody>
          </p:sp>
        </mc:Choice>
        <mc:Fallback xmlns="">
          <p:sp>
            <p:nvSpPr>
              <p:cNvPr id="9" name="TextBox 8">
                <a:extLst>
                  <a:ext uri="{FF2B5EF4-FFF2-40B4-BE49-F238E27FC236}">
                    <a16:creationId xmlns:a16="http://schemas.microsoft.com/office/drawing/2014/main" id="{AB312E95-E41E-23C5-742A-46EC49EE03A7}"/>
                  </a:ext>
                </a:extLst>
              </p:cNvPr>
              <p:cNvSpPr txBox="1">
                <a:spLocks noRot="1" noChangeAspect="1" noMove="1" noResize="1" noEditPoints="1" noAdjustHandles="1" noChangeArrowheads="1" noChangeShapeType="1" noTextEdit="1"/>
              </p:cNvSpPr>
              <p:nvPr/>
            </p:nvSpPr>
            <p:spPr>
              <a:xfrm>
                <a:off x="8412336" y="3316966"/>
                <a:ext cx="341440" cy="430887"/>
              </a:xfrm>
              <a:prstGeom prst="rect">
                <a:avLst/>
              </a:prstGeom>
              <a:blipFill>
                <a:blip r:embed="rId3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780FC9FA-9710-B8B4-DBE4-D0665E467716}"/>
                  </a:ext>
                </a:extLst>
              </p:cNvPr>
              <p:cNvSpPr txBox="1"/>
              <p:nvPr/>
            </p:nvSpPr>
            <p:spPr>
              <a:xfrm>
                <a:off x="5692531" y="2042576"/>
                <a:ext cx="461600" cy="369332"/>
              </a:xfrm>
              <a:prstGeom prst="rect">
                <a:avLst/>
              </a:prstGeom>
              <a:noFill/>
            </p:spPr>
            <p:txBody>
              <a:bodyPr wrap="none" lIns="0" tIns="0" rIns="0" bIns="0" rtlCol="0">
                <a:spAutoFit/>
              </a:bodyPr>
              <a:lstStyle/>
              <a:p>
                <a:pPr/>
                <a14:m>
                  <m:oMathPara xmlns:m="http://schemas.openxmlformats.org/officeDocument/2006/math">
                    <m:oMath>
                      <m:sSub>
                        <m:sSubPr>
                          <m:ctrlPr>
                            <a:rPr lang="de-DE" sz="2400" b="0" i="1" smtClean="0">
                              <a:solidFill>
                                <a:schemeClr val="tx1"/>
                              </a:solidFill>
                              <a:latin typeface="Cambria Math" panose="02040503050406030204" pitchFamily="18" charset="0"/>
                            </a:rPr>
                          </m:ctrlPr>
                        </m:sSubPr>
                        <m:e>
                          <m:r>
                            <m:rPr>
                              <m:sty m:val="p"/>
                            </m:rPr>
                            <a:rPr lang="de-DE" sz="2400" b="0" i="1" smtClean="0">
                              <a:solidFill>
                                <a:schemeClr val="tx1"/>
                              </a:solidFill>
                              <a:latin typeface="Cambria Math" panose="02040503050406030204" pitchFamily="18" charset="0"/>
                            </a:rPr>
                            <m:t>m</m:t>
                          </m:r>
                        </m:e>
                        <m:sub>
                          <m:r>
                            <a:rPr lang="de-DE" sz="2400" b="0" i="1" smtClean="0">
                              <a:solidFill>
                                <a:schemeClr val="tx1"/>
                              </a:solidFill>
                              <a:latin typeface="Cambria Math" panose="02040503050406030204" pitchFamily="18" charset="0"/>
                            </a:rPr>
                            <m:t>0</m:t>
                          </m:r>
                        </m:sub>
                      </m:sSub>
                    </m:oMath>
                  </m:oMathPara>
                </a14:m>
                <a:endParaRPr lang="en-US" sz="2400" dirty="0">
                  <a:solidFill>
                    <a:schemeClr val="tx1"/>
                  </a:solidFill>
                </a:endParaRPr>
              </a:p>
            </p:txBody>
          </p:sp>
        </mc:Choice>
        <mc:Fallback xmlns="">
          <p:sp>
            <p:nvSpPr>
              <p:cNvPr id="12" name="TextBox 11">
                <a:extLst>
                  <a:ext uri="{FF2B5EF4-FFF2-40B4-BE49-F238E27FC236}">
                    <a16:creationId xmlns:a16="http://schemas.microsoft.com/office/drawing/2014/main" id="{780FC9FA-9710-B8B4-DBE4-D0665E467716}"/>
                  </a:ext>
                </a:extLst>
              </p:cNvPr>
              <p:cNvSpPr txBox="1">
                <a:spLocks noRot="1" noChangeAspect="1" noMove="1" noResize="1" noEditPoints="1" noAdjustHandles="1" noChangeArrowheads="1" noChangeShapeType="1" noTextEdit="1"/>
              </p:cNvSpPr>
              <p:nvPr/>
            </p:nvSpPr>
            <p:spPr>
              <a:xfrm>
                <a:off x="5692531" y="2042576"/>
                <a:ext cx="461600" cy="369332"/>
              </a:xfrm>
              <a:prstGeom prst="rect">
                <a:avLst/>
              </a:prstGeom>
              <a:blipFill>
                <a:blip r:embed="rId31"/>
                <a:stretch>
                  <a:fillRect l="-10526" r="-5263" b="-1147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0B884966-E1AE-6BE1-28C6-1AEA186510F1}"/>
                  </a:ext>
                </a:extLst>
              </p:cNvPr>
              <p:cNvSpPr txBox="1"/>
              <p:nvPr/>
            </p:nvSpPr>
            <p:spPr>
              <a:xfrm>
                <a:off x="6365519" y="2052216"/>
                <a:ext cx="341440" cy="430887"/>
              </a:xfrm>
              <a:prstGeom prst="rect">
                <a:avLst/>
              </a:prstGeom>
              <a:noFill/>
            </p:spPr>
            <p:txBody>
              <a:bodyPr wrap="none" lIns="0" tIns="0" rIns="0" bIns="0" rtlCol="0">
                <a:spAutoFit/>
              </a:bodyPr>
              <a:lstStyle/>
              <a:p>
                <a:pPr/>
                <a14:m>
                  <m:oMathPara xmlns:m="http://schemas.openxmlformats.org/officeDocument/2006/math">
                    <m:oMath>
                      <m:r>
                        <a:rPr lang="en-US" sz="2800" b="1" i="1" smtClean="0">
                          <a:solidFill>
                            <a:srgbClr val="C00000"/>
                          </a:solidFill>
                          <a:latin typeface="Cambria Math" panose="02040503050406030204" pitchFamily="18" charset="0"/>
                          <a:ea typeface="Cambria Math" panose="02040503050406030204" pitchFamily="18" charset="0"/>
                        </a:rPr>
                        <m:t>−</m:t>
                      </m:r>
                    </m:oMath>
                  </m:oMathPara>
                </a14:m>
                <a:endParaRPr lang="en-US" sz="2800" b="1" dirty="0">
                  <a:solidFill>
                    <a:srgbClr val="C00000"/>
                  </a:solidFill>
                </a:endParaRPr>
              </a:p>
            </p:txBody>
          </p:sp>
        </mc:Choice>
        <mc:Fallback xmlns="">
          <p:sp>
            <p:nvSpPr>
              <p:cNvPr id="14" name="TextBox 13">
                <a:extLst>
                  <a:ext uri="{FF2B5EF4-FFF2-40B4-BE49-F238E27FC236}">
                    <a16:creationId xmlns:a16="http://schemas.microsoft.com/office/drawing/2014/main" id="{0B884966-E1AE-6BE1-28C6-1AEA186510F1}"/>
                  </a:ext>
                </a:extLst>
              </p:cNvPr>
              <p:cNvSpPr txBox="1">
                <a:spLocks noRot="1" noChangeAspect="1" noMove="1" noResize="1" noEditPoints="1" noAdjustHandles="1" noChangeArrowheads="1" noChangeShapeType="1" noTextEdit="1"/>
              </p:cNvSpPr>
              <p:nvPr/>
            </p:nvSpPr>
            <p:spPr>
              <a:xfrm>
                <a:off x="6365519" y="2052216"/>
                <a:ext cx="341440" cy="430887"/>
              </a:xfrm>
              <a:prstGeom prst="rect">
                <a:avLst/>
              </a:prstGeom>
              <a:blipFill>
                <a:blip r:embed="rId3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8BB4D54B-6A17-AB1E-9361-C33DE79A7F76}"/>
                  </a:ext>
                </a:extLst>
              </p:cNvPr>
              <p:cNvSpPr txBox="1"/>
              <p:nvPr/>
            </p:nvSpPr>
            <p:spPr>
              <a:xfrm>
                <a:off x="6365818" y="2909314"/>
                <a:ext cx="341440" cy="430887"/>
              </a:xfrm>
              <a:prstGeom prst="rect">
                <a:avLst/>
              </a:prstGeom>
              <a:noFill/>
            </p:spPr>
            <p:txBody>
              <a:bodyPr wrap="none" lIns="0" tIns="0" rIns="0" bIns="0" rtlCol="0">
                <a:spAutoFit/>
              </a:bodyPr>
              <a:lstStyle/>
              <a:p>
                <a:pPr/>
                <a14:m>
                  <m:oMathPara xmlns:m="http://schemas.openxmlformats.org/officeDocument/2006/math">
                    <m:oMath>
                      <m:r>
                        <a:rPr lang="de-DE" sz="2800" b="1" i="0" smtClean="0">
                          <a:solidFill>
                            <a:srgbClr val="C00000"/>
                          </a:solidFill>
                          <a:latin typeface="Cambria Math" panose="02040503050406030204" pitchFamily="18" charset="0"/>
                          <a:ea typeface="Cambria Math" panose="02040503050406030204" pitchFamily="18" charset="0"/>
                        </a:rPr>
                        <m:t>+</m:t>
                      </m:r>
                    </m:oMath>
                  </m:oMathPara>
                </a14:m>
                <a:endParaRPr lang="en-US" sz="2800" b="1" dirty="0">
                  <a:solidFill>
                    <a:srgbClr val="C00000"/>
                  </a:solidFill>
                </a:endParaRPr>
              </a:p>
            </p:txBody>
          </p:sp>
        </mc:Choice>
        <mc:Fallback xmlns="">
          <p:sp>
            <p:nvSpPr>
              <p:cNvPr id="15" name="TextBox 14">
                <a:extLst>
                  <a:ext uri="{FF2B5EF4-FFF2-40B4-BE49-F238E27FC236}">
                    <a16:creationId xmlns:a16="http://schemas.microsoft.com/office/drawing/2014/main" id="{8BB4D54B-6A17-AB1E-9361-C33DE79A7F76}"/>
                  </a:ext>
                </a:extLst>
              </p:cNvPr>
              <p:cNvSpPr txBox="1">
                <a:spLocks noRot="1" noChangeAspect="1" noMove="1" noResize="1" noEditPoints="1" noAdjustHandles="1" noChangeArrowheads="1" noChangeShapeType="1" noTextEdit="1"/>
              </p:cNvSpPr>
              <p:nvPr/>
            </p:nvSpPr>
            <p:spPr>
              <a:xfrm>
                <a:off x="6365818" y="2909314"/>
                <a:ext cx="341440" cy="430887"/>
              </a:xfrm>
              <a:prstGeom prst="rect">
                <a:avLst/>
              </a:prstGeom>
              <a:blipFill>
                <a:blip r:embed="rId2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E79A27D4-C319-51CC-2C19-739433F4A6C3}"/>
                  </a:ext>
                </a:extLst>
              </p:cNvPr>
              <p:cNvSpPr txBox="1"/>
              <p:nvPr/>
            </p:nvSpPr>
            <p:spPr>
              <a:xfrm>
                <a:off x="6375144" y="3323650"/>
                <a:ext cx="341440" cy="430887"/>
              </a:xfrm>
              <a:prstGeom prst="rect">
                <a:avLst/>
              </a:prstGeom>
              <a:noFill/>
            </p:spPr>
            <p:txBody>
              <a:bodyPr wrap="none" lIns="0" tIns="0" rIns="0" bIns="0" rtlCol="0">
                <a:spAutoFit/>
              </a:bodyPr>
              <a:lstStyle/>
              <a:p>
                <a:pPr/>
                <a14:m>
                  <m:oMathPara xmlns:m="http://schemas.openxmlformats.org/officeDocument/2006/math">
                    <m:oMath>
                      <m:r>
                        <a:rPr lang="de-DE" sz="2800" b="1" i="0" smtClean="0">
                          <a:solidFill>
                            <a:srgbClr val="C00000"/>
                          </a:solidFill>
                          <a:latin typeface="Cambria Math" panose="02040503050406030204" pitchFamily="18" charset="0"/>
                          <a:ea typeface="Cambria Math" panose="02040503050406030204" pitchFamily="18" charset="0"/>
                        </a:rPr>
                        <m:t>+</m:t>
                      </m:r>
                    </m:oMath>
                  </m:oMathPara>
                </a14:m>
                <a:endParaRPr lang="en-US" sz="2800" b="1" dirty="0">
                  <a:solidFill>
                    <a:srgbClr val="C00000"/>
                  </a:solidFill>
                </a:endParaRPr>
              </a:p>
            </p:txBody>
          </p:sp>
        </mc:Choice>
        <mc:Fallback xmlns="">
          <p:sp>
            <p:nvSpPr>
              <p:cNvPr id="22" name="TextBox 21">
                <a:extLst>
                  <a:ext uri="{FF2B5EF4-FFF2-40B4-BE49-F238E27FC236}">
                    <a16:creationId xmlns:a16="http://schemas.microsoft.com/office/drawing/2014/main" id="{E79A27D4-C319-51CC-2C19-739433F4A6C3}"/>
                  </a:ext>
                </a:extLst>
              </p:cNvPr>
              <p:cNvSpPr txBox="1">
                <a:spLocks noRot="1" noChangeAspect="1" noMove="1" noResize="1" noEditPoints="1" noAdjustHandles="1" noChangeArrowheads="1" noChangeShapeType="1" noTextEdit="1"/>
              </p:cNvSpPr>
              <p:nvPr/>
            </p:nvSpPr>
            <p:spPr>
              <a:xfrm>
                <a:off x="6375144" y="3323650"/>
                <a:ext cx="341440" cy="430887"/>
              </a:xfrm>
              <a:prstGeom prst="rect">
                <a:avLst/>
              </a:prstGeom>
              <a:blipFill>
                <a:blip r:embed="rId3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80895762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84F0D50-9C91-7531-B02D-559A44C561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A81812-46B8-93BC-219E-652349E15AB8}"/>
              </a:ext>
            </a:extLst>
          </p:cNvPr>
          <p:cNvSpPr>
            <a:spLocks noGrp="1"/>
          </p:cNvSpPr>
          <p:nvPr>
            <p:ph type="title"/>
          </p:nvPr>
        </p:nvSpPr>
        <p:spPr>
          <a:xfrm>
            <a:off x="129540" y="170815"/>
            <a:ext cx="1917922" cy="720725"/>
          </a:xfrm>
        </p:spPr>
        <p:txBody>
          <a:bodyPr>
            <a:normAutofit/>
          </a:bodyPr>
          <a:lstStyle/>
          <a:p>
            <a:r>
              <a:rPr lang="de-DE" sz="3200" dirty="0"/>
              <a:t>Solutions</a:t>
            </a:r>
            <a:endParaRPr lang="en-US" sz="3200" dirty="0"/>
          </a:p>
        </p:txBody>
      </p:sp>
      <p:sp>
        <p:nvSpPr>
          <p:cNvPr id="23" name="TextBox 22">
            <a:extLst>
              <a:ext uri="{FF2B5EF4-FFF2-40B4-BE49-F238E27FC236}">
                <a16:creationId xmlns:a16="http://schemas.microsoft.com/office/drawing/2014/main" id="{B0ED0FD4-A073-8BEA-50AB-521B8F76A738}"/>
              </a:ext>
            </a:extLst>
          </p:cNvPr>
          <p:cNvSpPr txBox="1"/>
          <p:nvPr/>
        </p:nvSpPr>
        <p:spPr>
          <a:xfrm>
            <a:off x="4742914" y="0"/>
            <a:ext cx="5404918" cy="2523768"/>
          </a:xfrm>
          <a:prstGeom prst="rect">
            <a:avLst/>
          </a:prstGeom>
          <a:noFill/>
          <a:ln>
            <a:solidFill>
              <a:schemeClr val="accent1"/>
            </a:solidFill>
          </a:ln>
        </p:spPr>
        <p:txBody>
          <a:bodyPr wrap="square">
            <a:spAutoFit/>
          </a:bodyPr>
          <a:lstStyle/>
          <a:p>
            <a:pPr>
              <a:spcAft>
                <a:spcPts val="600"/>
              </a:spcAft>
            </a:pPr>
            <a:r>
              <a:rPr lang="de-DE" sz="1600" dirty="0" err="1"/>
              <a:t>Reaction</a:t>
            </a:r>
            <a:r>
              <a:rPr lang="de-DE" sz="1600" dirty="0"/>
              <a:t> 1:  </a:t>
            </a:r>
            <a:r>
              <a:rPr lang="es-ES" sz="1600" dirty="0" err="1"/>
              <a:t>peroxisomal</a:t>
            </a:r>
            <a:r>
              <a:rPr lang="es-ES" sz="1600" dirty="0"/>
              <a:t> </a:t>
            </a:r>
            <a:r>
              <a:rPr lang="es-ES" sz="1600" dirty="0" err="1"/>
              <a:t>acyl-CoA</a:t>
            </a:r>
            <a:r>
              <a:rPr lang="es-ES" sz="1600" dirty="0"/>
              <a:t> </a:t>
            </a:r>
            <a:r>
              <a:rPr lang="es-ES" sz="1600" dirty="0" err="1"/>
              <a:t>thioesterase</a:t>
            </a:r>
            <a:endParaRPr lang="en-US" sz="1600" dirty="0"/>
          </a:p>
          <a:p>
            <a:pPr>
              <a:spcAft>
                <a:spcPts val="600"/>
              </a:spcAft>
            </a:pPr>
            <a:r>
              <a:rPr lang="es-ES" sz="1600" b="1" dirty="0">
                <a:hlinkClick r:id="rId3"/>
              </a:rPr>
              <a:t>EC </a:t>
            </a:r>
            <a:r>
              <a:rPr lang="es-ES" sz="1600" b="1" dirty="0" err="1">
                <a:hlinkClick r:id="rId3"/>
              </a:rPr>
              <a:t>code</a:t>
            </a:r>
            <a:r>
              <a:rPr lang="es-ES" sz="1600" b="1" dirty="0">
                <a:hlinkClick r:id="rId3"/>
              </a:rPr>
              <a:t>: 3.1.2.2</a:t>
            </a:r>
          </a:p>
          <a:p>
            <a:pPr>
              <a:spcAft>
                <a:spcPts val="600"/>
              </a:spcAft>
            </a:pPr>
            <a:r>
              <a:rPr lang="es-ES" sz="1600" b="1" dirty="0">
                <a:hlinkClick r:id="rId3"/>
              </a:rPr>
              <a:t>PBD ID: 1TUB </a:t>
            </a:r>
            <a:endParaRPr lang="en-US" sz="1600" b="1" dirty="0"/>
          </a:p>
          <a:p>
            <a:pPr>
              <a:spcAft>
                <a:spcPts val="600"/>
              </a:spcAft>
            </a:pPr>
            <a:r>
              <a:rPr lang="en-US" sz="1600" dirty="0"/>
              <a:t>Gene:  YJR019C</a:t>
            </a:r>
          </a:p>
          <a:p>
            <a:pPr>
              <a:spcAft>
                <a:spcPts val="600"/>
              </a:spcAft>
            </a:pPr>
            <a:r>
              <a:rPr lang="pt-BR" sz="1600" dirty="0"/>
              <a:t>Formula:</a:t>
            </a:r>
          </a:p>
          <a:p>
            <a:pPr>
              <a:spcAft>
                <a:spcPts val="600"/>
              </a:spcAft>
            </a:pPr>
            <a:r>
              <a:rPr lang="pt-BR" sz="1600" dirty="0"/>
              <a:t>C31H50N7O17P3S + H2O  -&gt;  C21H32N7O16P3S + C10H19O2 + H</a:t>
            </a:r>
          </a:p>
          <a:p>
            <a:pPr>
              <a:spcAft>
                <a:spcPts val="600"/>
              </a:spcAft>
            </a:pPr>
            <a:r>
              <a:rPr lang="pt-BR" sz="1600" dirty="0"/>
              <a:t>Location: Peroxisome</a:t>
            </a:r>
            <a:endParaRPr lang="en-US" sz="1600" dirty="0"/>
          </a:p>
        </p:txBody>
      </p:sp>
      <p:sp>
        <p:nvSpPr>
          <p:cNvPr id="28" name="TextBox 27">
            <a:extLst>
              <a:ext uri="{FF2B5EF4-FFF2-40B4-BE49-F238E27FC236}">
                <a16:creationId xmlns:a16="http://schemas.microsoft.com/office/drawing/2014/main" id="{C607D6AC-AE7C-7151-E9BE-71952226D8A2}"/>
              </a:ext>
            </a:extLst>
          </p:cNvPr>
          <p:cNvSpPr txBox="1"/>
          <p:nvPr/>
        </p:nvSpPr>
        <p:spPr>
          <a:xfrm>
            <a:off x="4742914" y="2813447"/>
            <a:ext cx="5404918" cy="1877437"/>
          </a:xfrm>
          <a:prstGeom prst="rect">
            <a:avLst/>
          </a:prstGeom>
          <a:noFill/>
          <a:ln>
            <a:solidFill>
              <a:schemeClr val="accent1"/>
            </a:solidFill>
          </a:ln>
        </p:spPr>
        <p:txBody>
          <a:bodyPr wrap="square">
            <a:spAutoFit/>
          </a:bodyPr>
          <a:lstStyle/>
          <a:p>
            <a:pPr>
              <a:spcAft>
                <a:spcPts val="600"/>
              </a:spcAft>
            </a:pPr>
            <a:r>
              <a:rPr lang="en-US" sz="1600" dirty="0"/>
              <a:t>Reaction F: acetyl-CoA C-acyltransferase (decanoyl-CoA)</a:t>
            </a:r>
          </a:p>
          <a:p>
            <a:pPr>
              <a:spcAft>
                <a:spcPts val="600"/>
              </a:spcAft>
            </a:pPr>
            <a:r>
              <a:rPr lang="en-US" sz="1600" b="1" dirty="0">
                <a:hlinkClick r:id="rId4">
                  <a:extLst>
                    <a:ext uri="{A12FA001-AC4F-418D-AE19-62706E023703}">
                      <ahyp:hlinkClr xmlns:ahyp="http://schemas.microsoft.com/office/drawing/2018/hyperlinkcolor" val="tx"/>
                    </a:ext>
                  </a:extLst>
                </a:hlinkClick>
              </a:rPr>
              <a:t>EC code: 2.3.1.16</a:t>
            </a:r>
            <a:endParaRPr lang="en-US" sz="1600" b="1" dirty="0"/>
          </a:p>
          <a:p>
            <a:pPr>
              <a:spcAft>
                <a:spcPts val="600"/>
              </a:spcAft>
            </a:pPr>
            <a:r>
              <a:rPr lang="es-ES" sz="1600" dirty="0"/>
              <a:t>Gene:  YIL160C</a:t>
            </a:r>
          </a:p>
          <a:p>
            <a:pPr>
              <a:spcAft>
                <a:spcPts val="600"/>
              </a:spcAft>
            </a:pPr>
            <a:r>
              <a:rPr lang="es-ES" sz="1600" dirty="0"/>
              <a:t>C33H52N7O18P3S + C21H32N7O16P3S  -&gt;  C23H34N7O17P3S + C31H50N7O17P3S</a:t>
            </a:r>
          </a:p>
          <a:p>
            <a:pPr>
              <a:spcAft>
                <a:spcPts val="600"/>
              </a:spcAft>
            </a:pPr>
            <a:r>
              <a:rPr lang="pt-BR" sz="1600" dirty="0"/>
              <a:t>Location: Peroxisome</a:t>
            </a:r>
            <a:endParaRPr lang="en-US" sz="1600" dirty="0"/>
          </a:p>
        </p:txBody>
      </p:sp>
      <p:sp>
        <p:nvSpPr>
          <p:cNvPr id="29" name="TextBox 28">
            <a:extLst>
              <a:ext uri="{FF2B5EF4-FFF2-40B4-BE49-F238E27FC236}">
                <a16:creationId xmlns:a16="http://schemas.microsoft.com/office/drawing/2014/main" id="{D7FD323D-6EB9-8CC2-5776-C5FFA2E0EF51}"/>
              </a:ext>
            </a:extLst>
          </p:cNvPr>
          <p:cNvSpPr txBox="1"/>
          <p:nvPr/>
        </p:nvSpPr>
        <p:spPr>
          <a:xfrm>
            <a:off x="4742914" y="4980563"/>
            <a:ext cx="5404918" cy="1877437"/>
          </a:xfrm>
          <a:prstGeom prst="rect">
            <a:avLst/>
          </a:prstGeom>
          <a:noFill/>
          <a:ln>
            <a:solidFill>
              <a:schemeClr val="accent1"/>
            </a:solidFill>
          </a:ln>
        </p:spPr>
        <p:txBody>
          <a:bodyPr wrap="square">
            <a:spAutoFit/>
          </a:bodyPr>
          <a:lstStyle/>
          <a:p>
            <a:pPr>
              <a:spcAft>
                <a:spcPts val="600"/>
              </a:spcAft>
            </a:pPr>
            <a:r>
              <a:rPr lang="en-US" sz="1600" dirty="0"/>
              <a:t>Reaction S: fatty-acid--CoA ligase (decanoate)</a:t>
            </a:r>
          </a:p>
          <a:p>
            <a:pPr>
              <a:spcAft>
                <a:spcPts val="600"/>
              </a:spcAft>
            </a:pPr>
            <a:r>
              <a:rPr lang="es-ES" sz="1600" b="1" dirty="0">
                <a:hlinkClick r:id="rId5">
                  <a:extLst>
                    <a:ext uri="{A12FA001-AC4F-418D-AE19-62706E023703}">
                      <ahyp:hlinkClr xmlns:ahyp="http://schemas.microsoft.com/office/drawing/2018/hyperlinkcolor" val="tx"/>
                    </a:ext>
                  </a:extLst>
                </a:hlinkClick>
              </a:rPr>
              <a:t>EC </a:t>
            </a:r>
            <a:r>
              <a:rPr lang="es-ES" sz="1600" b="1" dirty="0" err="1">
                <a:hlinkClick r:id="rId5">
                  <a:extLst>
                    <a:ext uri="{A12FA001-AC4F-418D-AE19-62706E023703}">
                      <ahyp:hlinkClr xmlns:ahyp="http://schemas.microsoft.com/office/drawing/2018/hyperlinkcolor" val="tx"/>
                    </a:ext>
                  </a:extLst>
                </a:hlinkClick>
              </a:rPr>
              <a:t>code</a:t>
            </a:r>
            <a:r>
              <a:rPr lang="es-ES" sz="1600" b="1" dirty="0">
                <a:hlinkClick r:id="rId5">
                  <a:extLst>
                    <a:ext uri="{A12FA001-AC4F-418D-AE19-62706E023703}">
                      <ahyp:hlinkClr xmlns:ahyp="http://schemas.microsoft.com/office/drawing/2018/hyperlinkcolor" val="tx"/>
                    </a:ext>
                  </a:extLst>
                </a:hlinkClick>
              </a:rPr>
              <a:t>: 6.2.1.3</a:t>
            </a:r>
            <a:endParaRPr lang="es-ES" sz="1600" b="1" dirty="0"/>
          </a:p>
          <a:p>
            <a:pPr>
              <a:spcAft>
                <a:spcPts val="600"/>
              </a:spcAft>
            </a:pPr>
            <a:r>
              <a:rPr lang="es-ES" sz="1600" dirty="0"/>
              <a:t>Gene:  YER015W</a:t>
            </a:r>
          </a:p>
          <a:p>
            <a:pPr>
              <a:spcAft>
                <a:spcPts val="600"/>
              </a:spcAft>
            </a:pPr>
            <a:r>
              <a:rPr lang="pt-BR" sz="1600" dirty="0"/>
              <a:t>C10H12N5O13P3 + C21H32N7O16P3S + C10H19O2  -&gt;  C10H12N5O7P + C31H50N7O17P3S + HO7P2</a:t>
            </a:r>
          </a:p>
          <a:p>
            <a:pPr>
              <a:spcAft>
                <a:spcPts val="600"/>
              </a:spcAft>
            </a:pPr>
            <a:r>
              <a:rPr lang="pt-BR" sz="1600" dirty="0"/>
              <a:t>Location: Peroxisome</a:t>
            </a:r>
            <a:endParaRPr lang="en-US" sz="1600" dirty="0"/>
          </a:p>
        </p:txBody>
      </p:sp>
      <p:sp>
        <p:nvSpPr>
          <p:cNvPr id="4" name="Slide Number Placeholder 3">
            <a:extLst>
              <a:ext uri="{FF2B5EF4-FFF2-40B4-BE49-F238E27FC236}">
                <a16:creationId xmlns:a16="http://schemas.microsoft.com/office/drawing/2014/main" id="{DD6D3F0A-0D42-A4D6-6AC2-951E1BD2CAA3}"/>
              </a:ext>
            </a:extLst>
          </p:cNvPr>
          <p:cNvSpPr>
            <a:spLocks noGrp="1"/>
          </p:cNvSpPr>
          <p:nvPr>
            <p:ph type="sldNum" sz="quarter" idx="12"/>
          </p:nvPr>
        </p:nvSpPr>
        <p:spPr/>
        <p:txBody>
          <a:bodyPr/>
          <a:lstStyle/>
          <a:p>
            <a:fld id="{250B62C5-2ACF-4D78-8FF3-37371B948607}" type="slidenum">
              <a:rPr lang="en-US" smtClean="0"/>
              <a:t>49</a:t>
            </a:fld>
            <a:endParaRPr lang="en-US"/>
          </a:p>
        </p:txBody>
      </p:sp>
      <p:sp>
        <p:nvSpPr>
          <p:cNvPr id="5" name="Oval 4">
            <a:extLst>
              <a:ext uri="{FF2B5EF4-FFF2-40B4-BE49-F238E27FC236}">
                <a16:creationId xmlns:a16="http://schemas.microsoft.com/office/drawing/2014/main" id="{287932BF-B9AB-2CD6-BC64-02EAA8707542}"/>
              </a:ext>
            </a:extLst>
          </p:cNvPr>
          <p:cNvSpPr>
            <a:spLocks noChangeAspect="1"/>
          </p:cNvSpPr>
          <p:nvPr/>
        </p:nvSpPr>
        <p:spPr>
          <a:xfrm>
            <a:off x="1977527" y="2168988"/>
            <a:ext cx="482803" cy="48280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1A9D3EC0-9E4D-3DDE-55CB-7E3BEA76A109}"/>
              </a:ext>
            </a:extLst>
          </p:cNvPr>
          <p:cNvSpPr>
            <a:spLocks noChangeAspect="1"/>
          </p:cNvSpPr>
          <p:nvPr/>
        </p:nvSpPr>
        <p:spPr>
          <a:xfrm>
            <a:off x="1988957" y="4371580"/>
            <a:ext cx="482803" cy="48280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4C954830-23D0-C01D-77E9-0AE9E8010DD7}"/>
              </a:ext>
            </a:extLst>
          </p:cNvPr>
          <p:cNvCxnSpPr>
            <a:cxnSpLocks/>
            <a:stCxn id="6" idx="6"/>
            <a:endCxn id="27" idx="3"/>
          </p:cNvCxnSpPr>
          <p:nvPr/>
        </p:nvCxnSpPr>
        <p:spPr>
          <a:xfrm flipV="1">
            <a:off x="2471760" y="3673348"/>
            <a:ext cx="949803" cy="939634"/>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8" name="Straight Arrow Connector 7">
            <a:extLst>
              <a:ext uri="{FF2B5EF4-FFF2-40B4-BE49-F238E27FC236}">
                <a16:creationId xmlns:a16="http://schemas.microsoft.com/office/drawing/2014/main" id="{6AA48255-CB04-E6DE-1277-6B4616B6C237}"/>
              </a:ext>
            </a:extLst>
          </p:cNvPr>
          <p:cNvCxnSpPr>
            <a:cxnSpLocks/>
            <a:stCxn id="5" idx="6"/>
            <a:endCxn id="27" idx="1"/>
          </p:cNvCxnSpPr>
          <p:nvPr/>
        </p:nvCxnSpPr>
        <p:spPr>
          <a:xfrm>
            <a:off x="2460330" y="2410390"/>
            <a:ext cx="961233" cy="921565"/>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41DD5EBA-5DA9-639B-1219-409123F13A15}"/>
                  </a:ext>
                </a:extLst>
              </p:cNvPr>
              <p:cNvSpPr txBox="1"/>
              <p:nvPr/>
            </p:nvSpPr>
            <p:spPr>
              <a:xfrm>
                <a:off x="2568830" y="2284201"/>
                <a:ext cx="1006792" cy="461665"/>
              </a:xfrm>
              <a:prstGeom prst="rect">
                <a:avLst/>
              </a:prstGeom>
              <a:noFill/>
            </p:spPr>
            <p:txBody>
              <a:bodyPr wrap="square">
                <a:spAutoFit/>
              </a:bodyPr>
              <a:lstStyle/>
              <a:p>
                <a:pPr/>
                <a14:m>
                  <m:oMathPara xmlns:m="http://schemas.openxmlformats.org/officeDocument/2006/math">
                    <m:oMath>
                      <m:sSub>
                        <m:sSubPr>
                          <m:ctrlPr>
                            <a:rPr lang="de-DE" sz="2400" b="0" i="0" smtClean="0">
                              <a:solidFill>
                                <a:schemeClr val="tx1"/>
                              </a:solidFill>
                              <a:latin typeface="Cambria Math" panose="02040503050406030204" pitchFamily="18" charset="0"/>
                            </a:rPr>
                          </m:ctrlPr>
                        </m:sSubPr>
                        <m:e>
                          <m:r>
                            <m:rPr>
                              <m:sty m:val="p"/>
                            </m:rPr>
                            <a:rPr lang="de-DE" sz="2400" b="0" i="0" smtClean="0">
                              <a:solidFill>
                                <a:schemeClr val="tx1"/>
                              </a:solidFill>
                              <a:latin typeface="Cambria Math" panose="02040503050406030204" pitchFamily="18" charset="0"/>
                            </a:rPr>
                            <m:t>m</m:t>
                          </m:r>
                        </m:e>
                        <m:sub>
                          <m:r>
                            <m:rPr>
                              <m:sty m:val="p"/>
                            </m:rPr>
                            <a:rPr lang="de-DE" sz="2400" b="0" i="1" smtClean="0">
                              <a:solidFill>
                                <a:schemeClr val="tx1"/>
                              </a:solidFill>
                              <a:latin typeface="Cambria Math" panose="02040503050406030204" pitchFamily="18" charset="0"/>
                            </a:rPr>
                            <m:t>F</m:t>
                          </m:r>
                        </m:sub>
                      </m:sSub>
                    </m:oMath>
                  </m:oMathPara>
                </a14:m>
                <a:endParaRPr lang="en-US" sz="2400" dirty="0">
                  <a:solidFill>
                    <a:schemeClr val="tx1"/>
                  </a:solidFill>
                </a:endParaRPr>
              </a:p>
            </p:txBody>
          </p:sp>
        </mc:Choice>
        <mc:Fallback xmlns="">
          <p:sp>
            <p:nvSpPr>
              <p:cNvPr id="9" name="TextBox 8">
                <a:extLst>
                  <a:ext uri="{FF2B5EF4-FFF2-40B4-BE49-F238E27FC236}">
                    <a16:creationId xmlns:a16="http://schemas.microsoft.com/office/drawing/2014/main" id="{41DD5EBA-5DA9-639B-1219-409123F13A15}"/>
                  </a:ext>
                </a:extLst>
              </p:cNvPr>
              <p:cNvSpPr txBox="1">
                <a:spLocks noRot="1" noChangeAspect="1" noMove="1" noResize="1" noEditPoints="1" noAdjustHandles="1" noChangeArrowheads="1" noChangeShapeType="1" noTextEdit="1"/>
              </p:cNvSpPr>
              <p:nvPr/>
            </p:nvSpPr>
            <p:spPr>
              <a:xfrm>
                <a:off x="2568830" y="2284201"/>
                <a:ext cx="1006792" cy="461665"/>
              </a:xfrm>
              <a:prstGeom prst="rect">
                <a:avLst/>
              </a:prstGeom>
              <a:blipFill>
                <a:blip r:embed="rId6"/>
                <a:stretch>
                  <a:fillRect b="-1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2B5AB040-96E2-33F5-2B94-C0C194AB552E}"/>
                  </a:ext>
                </a:extLst>
              </p:cNvPr>
              <p:cNvSpPr txBox="1"/>
              <p:nvPr/>
            </p:nvSpPr>
            <p:spPr>
              <a:xfrm>
                <a:off x="2637416" y="4082976"/>
                <a:ext cx="1006792" cy="461665"/>
              </a:xfrm>
              <a:prstGeom prst="rect">
                <a:avLst/>
              </a:prstGeom>
              <a:noFill/>
            </p:spPr>
            <p:txBody>
              <a:bodyPr wrap="square">
                <a:spAutoFit/>
              </a:bodyPr>
              <a:lstStyle/>
              <a:p>
                <a:pPr/>
                <a14:m>
                  <m:oMathPara xmlns:m="http://schemas.openxmlformats.org/officeDocument/2006/math">
                    <m:oMath>
                      <m:sSub>
                        <m:sSubPr>
                          <m:ctrlPr>
                            <a:rPr lang="de-DE" sz="2400" b="0" i="0" smtClean="0">
                              <a:solidFill>
                                <a:schemeClr val="tx1"/>
                              </a:solidFill>
                              <a:latin typeface="Cambria Math" panose="02040503050406030204" pitchFamily="18" charset="0"/>
                            </a:rPr>
                          </m:ctrlPr>
                        </m:sSubPr>
                        <m:e>
                          <m:r>
                            <m:rPr>
                              <m:sty m:val="p"/>
                            </m:rPr>
                            <a:rPr lang="de-DE" sz="2400" b="0" i="0" smtClean="0">
                              <a:solidFill>
                                <a:schemeClr val="tx1"/>
                              </a:solidFill>
                              <a:latin typeface="Cambria Math" panose="02040503050406030204" pitchFamily="18" charset="0"/>
                            </a:rPr>
                            <m:t>m</m:t>
                          </m:r>
                        </m:e>
                        <m:sub>
                          <m:r>
                            <m:rPr>
                              <m:sty m:val="p"/>
                            </m:rPr>
                            <a:rPr lang="de-DE" sz="2400" b="0" i="1" smtClean="0">
                              <a:solidFill>
                                <a:schemeClr val="tx1"/>
                              </a:solidFill>
                              <a:latin typeface="Cambria Math" panose="02040503050406030204" pitchFamily="18" charset="0"/>
                            </a:rPr>
                            <m:t>S</m:t>
                          </m:r>
                        </m:sub>
                      </m:sSub>
                    </m:oMath>
                  </m:oMathPara>
                </a14:m>
                <a:endParaRPr lang="en-US" sz="2400" dirty="0">
                  <a:solidFill>
                    <a:schemeClr val="tx1"/>
                  </a:solidFill>
                </a:endParaRPr>
              </a:p>
            </p:txBody>
          </p:sp>
        </mc:Choice>
        <mc:Fallback xmlns="">
          <p:sp>
            <p:nvSpPr>
              <p:cNvPr id="11" name="TextBox 10">
                <a:extLst>
                  <a:ext uri="{FF2B5EF4-FFF2-40B4-BE49-F238E27FC236}">
                    <a16:creationId xmlns:a16="http://schemas.microsoft.com/office/drawing/2014/main" id="{2B5AB040-96E2-33F5-2B94-C0C194AB552E}"/>
                  </a:ext>
                </a:extLst>
              </p:cNvPr>
              <p:cNvSpPr txBox="1">
                <a:spLocks noRot="1" noChangeAspect="1" noMove="1" noResize="1" noEditPoints="1" noAdjustHandles="1" noChangeArrowheads="1" noChangeShapeType="1" noTextEdit="1"/>
              </p:cNvSpPr>
              <p:nvPr/>
            </p:nvSpPr>
            <p:spPr>
              <a:xfrm>
                <a:off x="2637416" y="4082976"/>
                <a:ext cx="1006792" cy="461665"/>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1D0F8591-C50F-C345-81EC-4955B356A3A6}"/>
                  </a:ext>
                </a:extLst>
              </p:cNvPr>
              <p:cNvSpPr txBox="1"/>
              <p:nvPr/>
            </p:nvSpPr>
            <p:spPr>
              <a:xfrm>
                <a:off x="515172" y="2242856"/>
                <a:ext cx="1006792" cy="461665"/>
              </a:xfrm>
              <a:prstGeom prst="rect">
                <a:avLst/>
              </a:prstGeom>
              <a:noFill/>
            </p:spPr>
            <p:txBody>
              <a:bodyPr wrap="square">
                <a:spAutoFit/>
              </a:bodyPr>
              <a:lstStyle/>
              <a:p>
                <a:pPr/>
                <a14:m>
                  <m:oMathPara xmlns:m="http://schemas.openxmlformats.org/officeDocument/2006/math">
                    <m:oMath>
                      <m:sSub>
                        <m:sSubPr>
                          <m:ctrlPr>
                            <a:rPr lang="de-DE" sz="2400" b="0" i="0" smtClean="0">
                              <a:solidFill>
                                <a:schemeClr val="tx1"/>
                              </a:solidFill>
                              <a:latin typeface="Cambria Math" panose="02040503050406030204" pitchFamily="18" charset="0"/>
                            </a:rPr>
                          </m:ctrlPr>
                        </m:sSubPr>
                        <m:e>
                          <m:r>
                            <m:rPr>
                              <m:sty m:val="p"/>
                            </m:rPr>
                            <a:rPr lang="de-DE" sz="2400" b="0" i="0" smtClean="0">
                              <a:solidFill>
                                <a:schemeClr val="tx1"/>
                              </a:solidFill>
                              <a:latin typeface="Cambria Math" panose="02040503050406030204" pitchFamily="18" charset="0"/>
                            </a:rPr>
                            <m:t>m</m:t>
                          </m:r>
                        </m:e>
                        <m:sub>
                          <m:r>
                            <a:rPr lang="de-DE" sz="2400" b="0" i="1" smtClean="0">
                              <a:solidFill>
                                <a:schemeClr val="tx1"/>
                              </a:solidFill>
                              <a:latin typeface="Cambria Math" panose="02040503050406030204" pitchFamily="18" charset="0"/>
                            </a:rPr>
                            <m:t>2</m:t>
                          </m:r>
                        </m:sub>
                      </m:sSub>
                    </m:oMath>
                  </m:oMathPara>
                </a14:m>
                <a:endParaRPr lang="en-US" sz="2400" dirty="0">
                  <a:solidFill>
                    <a:schemeClr val="tx1"/>
                  </a:solidFill>
                </a:endParaRPr>
              </a:p>
            </p:txBody>
          </p:sp>
        </mc:Choice>
        <mc:Fallback xmlns="">
          <p:sp>
            <p:nvSpPr>
              <p:cNvPr id="12" name="TextBox 11">
                <a:extLst>
                  <a:ext uri="{FF2B5EF4-FFF2-40B4-BE49-F238E27FC236}">
                    <a16:creationId xmlns:a16="http://schemas.microsoft.com/office/drawing/2014/main" id="{1D0F8591-C50F-C345-81EC-4955B356A3A6}"/>
                  </a:ext>
                </a:extLst>
              </p:cNvPr>
              <p:cNvSpPr txBox="1">
                <a:spLocks noRot="1" noChangeAspect="1" noMove="1" noResize="1" noEditPoints="1" noAdjustHandles="1" noChangeArrowheads="1" noChangeShapeType="1" noTextEdit="1"/>
              </p:cNvSpPr>
              <p:nvPr/>
            </p:nvSpPr>
            <p:spPr>
              <a:xfrm>
                <a:off x="515172" y="2242856"/>
                <a:ext cx="1006792" cy="461665"/>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18F90E13-E0AB-7C23-569D-570115482E9A}"/>
                  </a:ext>
                </a:extLst>
              </p:cNvPr>
              <p:cNvSpPr txBox="1"/>
              <p:nvPr/>
            </p:nvSpPr>
            <p:spPr>
              <a:xfrm>
                <a:off x="555954" y="4086740"/>
                <a:ext cx="1006792" cy="461665"/>
              </a:xfrm>
              <a:prstGeom prst="rect">
                <a:avLst/>
              </a:prstGeom>
              <a:noFill/>
            </p:spPr>
            <p:txBody>
              <a:bodyPr wrap="square">
                <a:spAutoFit/>
              </a:bodyPr>
              <a:lstStyle/>
              <a:p>
                <a:pPr/>
                <a14:m>
                  <m:oMathPara xmlns:m="http://schemas.openxmlformats.org/officeDocument/2006/math">
                    <m:oMath>
                      <m:sSub>
                        <m:sSubPr>
                          <m:ctrlPr>
                            <a:rPr lang="de-DE" sz="2400" b="0" i="0" smtClean="0">
                              <a:solidFill>
                                <a:schemeClr val="tx1"/>
                              </a:solidFill>
                              <a:latin typeface="Cambria Math" panose="02040503050406030204" pitchFamily="18" charset="0"/>
                            </a:rPr>
                          </m:ctrlPr>
                        </m:sSubPr>
                        <m:e>
                          <m:r>
                            <m:rPr>
                              <m:sty m:val="p"/>
                            </m:rPr>
                            <a:rPr lang="de-DE" sz="2400" b="0" i="0" smtClean="0">
                              <a:solidFill>
                                <a:schemeClr val="tx1"/>
                              </a:solidFill>
                              <a:latin typeface="Cambria Math" panose="02040503050406030204" pitchFamily="18" charset="0"/>
                            </a:rPr>
                            <m:t>m</m:t>
                          </m:r>
                        </m:e>
                        <m:sub>
                          <m:r>
                            <a:rPr lang="de-DE" sz="2400" b="0" i="1" smtClean="0">
                              <a:solidFill>
                                <a:schemeClr val="tx1"/>
                              </a:solidFill>
                              <a:latin typeface="Cambria Math" panose="02040503050406030204" pitchFamily="18" charset="0"/>
                            </a:rPr>
                            <m:t>3</m:t>
                          </m:r>
                        </m:sub>
                      </m:sSub>
                    </m:oMath>
                  </m:oMathPara>
                </a14:m>
                <a:endParaRPr lang="en-US" sz="2400" dirty="0">
                  <a:solidFill>
                    <a:schemeClr val="tx1"/>
                  </a:solidFill>
                </a:endParaRPr>
              </a:p>
            </p:txBody>
          </p:sp>
        </mc:Choice>
        <mc:Fallback xmlns="">
          <p:sp>
            <p:nvSpPr>
              <p:cNvPr id="14" name="TextBox 13">
                <a:extLst>
                  <a:ext uri="{FF2B5EF4-FFF2-40B4-BE49-F238E27FC236}">
                    <a16:creationId xmlns:a16="http://schemas.microsoft.com/office/drawing/2014/main" id="{18F90E13-E0AB-7C23-569D-570115482E9A}"/>
                  </a:ext>
                </a:extLst>
              </p:cNvPr>
              <p:cNvSpPr txBox="1">
                <a:spLocks noRot="1" noChangeAspect="1" noMove="1" noResize="1" noEditPoints="1" noAdjustHandles="1" noChangeArrowheads="1" noChangeShapeType="1" noTextEdit="1"/>
              </p:cNvSpPr>
              <p:nvPr/>
            </p:nvSpPr>
            <p:spPr>
              <a:xfrm>
                <a:off x="555954" y="4086740"/>
                <a:ext cx="1006792" cy="461665"/>
              </a:xfrm>
              <a:prstGeom prst="rect">
                <a:avLst/>
              </a:prstGeom>
              <a:blipFill>
                <a:blip r:embed="rId9"/>
                <a:stretch>
                  <a:fillRect/>
                </a:stretch>
              </a:blipFill>
            </p:spPr>
            <p:txBody>
              <a:bodyPr/>
              <a:lstStyle/>
              <a:p>
                <a:r>
                  <a:rPr lang="en-US">
                    <a:noFill/>
                  </a:rPr>
                  <a:t> </a:t>
                </a:r>
              </a:p>
            </p:txBody>
          </p:sp>
        </mc:Fallback>
      </mc:AlternateContent>
      <p:sp>
        <p:nvSpPr>
          <p:cNvPr id="15" name="Oval 14">
            <a:extLst>
              <a:ext uri="{FF2B5EF4-FFF2-40B4-BE49-F238E27FC236}">
                <a16:creationId xmlns:a16="http://schemas.microsoft.com/office/drawing/2014/main" id="{DAD72C56-ABC6-AE13-0881-20E4352CDFA2}"/>
              </a:ext>
            </a:extLst>
          </p:cNvPr>
          <p:cNvSpPr>
            <a:spLocks noChangeAspect="1"/>
          </p:cNvSpPr>
          <p:nvPr/>
        </p:nvSpPr>
        <p:spPr>
          <a:xfrm>
            <a:off x="740233" y="3261250"/>
            <a:ext cx="482803" cy="48280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Arrow Connector 18">
            <a:extLst>
              <a:ext uri="{FF2B5EF4-FFF2-40B4-BE49-F238E27FC236}">
                <a16:creationId xmlns:a16="http://schemas.microsoft.com/office/drawing/2014/main" id="{79727FF1-9F7A-8107-BE9B-F49FB7C88936}"/>
              </a:ext>
            </a:extLst>
          </p:cNvPr>
          <p:cNvCxnSpPr>
            <a:cxnSpLocks/>
            <a:stCxn id="15" idx="0"/>
            <a:endCxn id="5" idx="2"/>
          </p:cNvCxnSpPr>
          <p:nvPr/>
        </p:nvCxnSpPr>
        <p:spPr>
          <a:xfrm flipV="1">
            <a:off x="981635" y="2410390"/>
            <a:ext cx="995892" cy="85086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A8D3A518-5D32-83D4-85AA-58C1A910A0EF}"/>
                  </a:ext>
                </a:extLst>
              </p:cNvPr>
              <p:cNvSpPr txBox="1"/>
              <p:nvPr/>
            </p:nvSpPr>
            <p:spPr>
              <a:xfrm>
                <a:off x="0" y="3030417"/>
                <a:ext cx="642780" cy="461665"/>
              </a:xfrm>
              <a:prstGeom prst="rect">
                <a:avLst/>
              </a:prstGeom>
              <a:noFill/>
            </p:spPr>
            <p:txBody>
              <a:bodyPr wrap="square">
                <a:spAutoFit/>
              </a:bodyPr>
              <a:lstStyle/>
              <a:p>
                <a:pPr/>
                <a14:m>
                  <m:oMathPara xmlns:m="http://schemas.openxmlformats.org/officeDocument/2006/math">
                    <m:oMath>
                      <m:sSub>
                        <m:sSubPr>
                          <m:ctrlPr>
                            <a:rPr lang="de-DE" sz="2400" b="0" i="0" smtClean="0">
                              <a:solidFill>
                                <a:schemeClr val="tx1"/>
                              </a:solidFill>
                              <a:latin typeface="Cambria Math" panose="02040503050406030204" pitchFamily="18" charset="0"/>
                            </a:rPr>
                          </m:ctrlPr>
                        </m:sSubPr>
                        <m:e>
                          <m:r>
                            <m:rPr>
                              <m:sty m:val="p"/>
                            </m:rPr>
                            <a:rPr lang="de-DE" sz="2400" b="0" i="0" smtClean="0">
                              <a:solidFill>
                                <a:schemeClr val="tx1"/>
                              </a:solidFill>
                              <a:latin typeface="Cambria Math" panose="02040503050406030204" pitchFamily="18" charset="0"/>
                            </a:rPr>
                            <m:t>m</m:t>
                          </m:r>
                        </m:e>
                        <m:sub>
                          <m:r>
                            <a:rPr lang="de-DE" sz="2400" b="0" i="1" smtClean="0">
                              <a:solidFill>
                                <a:schemeClr val="tx1"/>
                              </a:solidFill>
                              <a:latin typeface="Cambria Math" panose="02040503050406030204" pitchFamily="18" charset="0"/>
                            </a:rPr>
                            <m:t>0</m:t>
                          </m:r>
                        </m:sub>
                      </m:sSub>
                    </m:oMath>
                  </m:oMathPara>
                </a14:m>
                <a:endParaRPr lang="en-US" sz="2400" dirty="0">
                  <a:solidFill>
                    <a:schemeClr val="tx1"/>
                  </a:solidFill>
                </a:endParaRPr>
              </a:p>
            </p:txBody>
          </p:sp>
        </mc:Choice>
        <mc:Fallback xmlns="">
          <p:sp>
            <p:nvSpPr>
              <p:cNvPr id="22" name="TextBox 21">
                <a:extLst>
                  <a:ext uri="{FF2B5EF4-FFF2-40B4-BE49-F238E27FC236}">
                    <a16:creationId xmlns:a16="http://schemas.microsoft.com/office/drawing/2014/main" id="{A8D3A518-5D32-83D4-85AA-58C1A910A0EF}"/>
                  </a:ext>
                </a:extLst>
              </p:cNvPr>
              <p:cNvSpPr txBox="1">
                <a:spLocks noRot="1" noChangeAspect="1" noMove="1" noResize="1" noEditPoints="1" noAdjustHandles="1" noChangeArrowheads="1" noChangeShapeType="1" noTextEdit="1"/>
              </p:cNvSpPr>
              <p:nvPr/>
            </p:nvSpPr>
            <p:spPr>
              <a:xfrm>
                <a:off x="0" y="3030417"/>
                <a:ext cx="642780" cy="461665"/>
              </a:xfrm>
              <a:prstGeom prst="rect">
                <a:avLst/>
              </a:prstGeom>
              <a:blipFill>
                <a:blip r:embed="rId10"/>
                <a:stretch>
                  <a:fillRect/>
                </a:stretch>
              </a:blipFill>
            </p:spPr>
            <p:txBody>
              <a:bodyPr/>
              <a:lstStyle/>
              <a:p>
                <a:r>
                  <a:rPr lang="en-US">
                    <a:noFill/>
                  </a:rPr>
                  <a:t> </a:t>
                </a:r>
              </a:p>
            </p:txBody>
          </p:sp>
        </mc:Fallback>
      </mc:AlternateContent>
      <p:cxnSp>
        <p:nvCxnSpPr>
          <p:cNvPr id="25" name="Straight Arrow Connector 24">
            <a:extLst>
              <a:ext uri="{FF2B5EF4-FFF2-40B4-BE49-F238E27FC236}">
                <a16:creationId xmlns:a16="http://schemas.microsoft.com/office/drawing/2014/main" id="{39C7BAD3-1653-55D3-E981-18DA3ABDCE49}"/>
              </a:ext>
            </a:extLst>
          </p:cNvPr>
          <p:cNvCxnSpPr>
            <a:cxnSpLocks/>
          </p:cNvCxnSpPr>
          <p:nvPr/>
        </p:nvCxnSpPr>
        <p:spPr>
          <a:xfrm>
            <a:off x="65250" y="3492082"/>
            <a:ext cx="665312" cy="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26" name="Straight Arrow Connector 25">
            <a:extLst>
              <a:ext uri="{FF2B5EF4-FFF2-40B4-BE49-F238E27FC236}">
                <a16:creationId xmlns:a16="http://schemas.microsoft.com/office/drawing/2014/main" id="{3E66F622-3684-3134-1B89-3A8D185E3518}"/>
              </a:ext>
            </a:extLst>
          </p:cNvPr>
          <p:cNvCxnSpPr>
            <a:cxnSpLocks/>
            <a:stCxn id="15" idx="4"/>
            <a:endCxn id="6" idx="2"/>
          </p:cNvCxnSpPr>
          <p:nvPr/>
        </p:nvCxnSpPr>
        <p:spPr>
          <a:xfrm>
            <a:off x="981635" y="3744053"/>
            <a:ext cx="1007322" cy="868929"/>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sp>
        <p:nvSpPr>
          <p:cNvPr id="27" name="Oval 26">
            <a:extLst>
              <a:ext uri="{FF2B5EF4-FFF2-40B4-BE49-F238E27FC236}">
                <a16:creationId xmlns:a16="http://schemas.microsoft.com/office/drawing/2014/main" id="{3AAF694F-E97B-6F15-BEC2-11C09AE7D1D2}"/>
              </a:ext>
            </a:extLst>
          </p:cNvPr>
          <p:cNvSpPr>
            <a:spLocks noChangeAspect="1"/>
          </p:cNvSpPr>
          <p:nvPr/>
        </p:nvSpPr>
        <p:spPr>
          <a:xfrm>
            <a:off x="3350858" y="3261250"/>
            <a:ext cx="482803" cy="48280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1" name="Straight Arrow Connector 30">
            <a:extLst>
              <a:ext uri="{FF2B5EF4-FFF2-40B4-BE49-F238E27FC236}">
                <a16:creationId xmlns:a16="http://schemas.microsoft.com/office/drawing/2014/main" id="{3BF2F030-726A-92EF-E96B-1182CEE83BEC}"/>
              </a:ext>
            </a:extLst>
          </p:cNvPr>
          <p:cNvCxnSpPr>
            <a:cxnSpLocks/>
          </p:cNvCxnSpPr>
          <p:nvPr/>
        </p:nvCxnSpPr>
        <p:spPr>
          <a:xfrm>
            <a:off x="3833661" y="3502651"/>
            <a:ext cx="665312" cy="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F46691CE-68E6-381E-9062-9DD9B921400E}"/>
                  </a:ext>
                </a:extLst>
              </p:cNvPr>
              <p:cNvSpPr txBox="1"/>
              <p:nvPr/>
            </p:nvSpPr>
            <p:spPr>
              <a:xfrm>
                <a:off x="3660571" y="2870290"/>
                <a:ext cx="1006792" cy="461665"/>
              </a:xfrm>
              <a:prstGeom prst="rect">
                <a:avLst/>
              </a:prstGeom>
              <a:noFill/>
            </p:spPr>
            <p:txBody>
              <a:bodyPr wrap="square">
                <a:spAutoFit/>
              </a:bodyPr>
              <a:lstStyle/>
              <a:p>
                <a:pPr/>
                <a14:m>
                  <m:oMathPara xmlns:m="http://schemas.openxmlformats.org/officeDocument/2006/math">
                    <m:oMath>
                      <m:sSub>
                        <m:sSubPr>
                          <m:ctrlPr>
                            <a:rPr lang="de-DE" sz="2400" b="0" i="1" smtClean="0">
                              <a:latin typeface="Cambria Math" panose="02040503050406030204" pitchFamily="18" charset="0"/>
                            </a:rPr>
                          </m:ctrlPr>
                        </m:sSubPr>
                        <m:e>
                          <m:r>
                            <m:rPr>
                              <m:sty m:val="p"/>
                            </m:rPr>
                            <a:rPr lang="de-DE" sz="2400" b="0" i="1" smtClean="0">
                              <a:latin typeface="Cambria Math" panose="02040503050406030204" pitchFamily="18" charset="0"/>
                            </a:rPr>
                            <m:t>m</m:t>
                          </m:r>
                        </m:e>
                        <m:sub>
                          <m:r>
                            <a:rPr lang="de-DE" sz="2400" b="0" i="1" smtClean="0">
                              <a:latin typeface="Cambria Math" panose="02040503050406030204" pitchFamily="18" charset="0"/>
                            </a:rPr>
                            <m:t>1</m:t>
                          </m:r>
                        </m:sub>
                      </m:sSub>
                    </m:oMath>
                  </m:oMathPara>
                </a14:m>
                <a:endParaRPr lang="en-US" sz="2400" dirty="0"/>
              </a:p>
            </p:txBody>
          </p:sp>
        </mc:Choice>
        <mc:Fallback xmlns="">
          <p:sp>
            <p:nvSpPr>
              <p:cNvPr id="33" name="TextBox 32">
                <a:extLst>
                  <a:ext uri="{FF2B5EF4-FFF2-40B4-BE49-F238E27FC236}">
                    <a16:creationId xmlns:a16="http://schemas.microsoft.com/office/drawing/2014/main" id="{F46691CE-68E6-381E-9062-9DD9B921400E}"/>
                  </a:ext>
                </a:extLst>
              </p:cNvPr>
              <p:cNvSpPr txBox="1">
                <a:spLocks noRot="1" noChangeAspect="1" noMove="1" noResize="1" noEditPoints="1" noAdjustHandles="1" noChangeArrowheads="1" noChangeShapeType="1" noTextEdit="1"/>
              </p:cNvSpPr>
              <p:nvPr/>
            </p:nvSpPr>
            <p:spPr>
              <a:xfrm>
                <a:off x="3660571" y="2870290"/>
                <a:ext cx="1006792" cy="461665"/>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565022AD-7630-6AD3-AAAB-D359D0F8CB08}"/>
                  </a:ext>
                </a:extLst>
              </p:cNvPr>
              <p:cNvSpPr txBox="1"/>
              <p:nvPr/>
            </p:nvSpPr>
            <p:spPr>
              <a:xfrm>
                <a:off x="3340910" y="3237050"/>
                <a:ext cx="527465" cy="461665"/>
              </a:xfrm>
              <a:prstGeom prst="rect">
                <a:avLst/>
              </a:prstGeom>
              <a:noFill/>
            </p:spPr>
            <p:txBody>
              <a:bodyPr wrap="square">
                <a:spAutoFit/>
              </a:bodyPr>
              <a:lstStyle/>
              <a:p>
                <a:pPr/>
                <a14:m>
                  <m:oMathPara xmlns:m="http://schemas.openxmlformats.org/officeDocument/2006/math">
                    <m:oMath>
                      <m:sSub>
                        <m:sSubPr>
                          <m:ctrlPr>
                            <a:rPr lang="de-DE" sz="2400" b="0" i="1" smtClean="0">
                              <a:solidFill>
                                <a:schemeClr val="bg1"/>
                              </a:solidFill>
                              <a:latin typeface="Cambria Math" panose="02040503050406030204" pitchFamily="18" charset="0"/>
                            </a:rPr>
                          </m:ctrlPr>
                        </m:sSubPr>
                        <m:e>
                          <m:r>
                            <m:rPr>
                              <m:sty m:val="p"/>
                            </m:rPr>
                            <a:rPr lang="de-DE" sz="2400" b="0" i="1" smtClean="0">
                              <a:solidFill>
                                <a:schemeClr val="bg1"/>
                              </a:solidFill>
                              <a:latin typeface="Cambria Math" panose="02040503050406030204" pitchFamily="18" charset="0"/>
                            </a:rPr>
                            <m:t>r</m:t>
                          </m:r>
                        </m:e>
                        <m:sub>
                          <m:r>
                            <m:rPr>
                              <m:sty m:val="p"/>
                            </m:rPr>
                            <a:rPr lang="de-DE" sz="2400" b="0" i="1" smtClean="0">
                              <a:solidFill>
                                <a:schemeClr val="bg1"/>
                              </a:solidFill>
                              <a:latin typeface="Cambria Math" panose="02040503050406030204" pitchFamily="18" charset="0"/>
                            </a:rPr>
                            <m:t>I</m:t>
                          </m:r>
                        </m:sub>
                      </m:sSub>
                    </m:oMath>
                  </m:oMathPara>
                </a14:m>
                <a:endParaRPr lang="en-US" sz="2400" dirty="0">
                  <a:solidFill>
                    <a:schemeClr val="bg1"/>
                  </a:solidFill>
                </a:endParaRPr>
              </a:p>
            </p:txBody>
          </p:sp>
        </mc:Choice>
        <mc:Fallback xmlns="">
          <p:sp>
            <p:nvSpPr>
              <p:cNvPr id="36" name="TextBox 35">
                <a:extLst>
                  <a:ext uri="{FF2B5EF4-FFF2-40B4-BE49-F238E27FC236}">
                    <a16:creationId xmlns:a16="http://schemas.microsoft.com/office/drawing/2014/main" id="{565022AD-7630-6AD3-AAAB-D359D0F8CB08}"/>
                  </a:ext>
                </a:extLst>
              </p:cNvPr>
              <p:cNvSpPr txBox="1">
                <a:spLocks noRot="1" noChangeAspect="1" noMove="1" noResize="1" noEditPoints="1" noAdjustHandles="1" noChangeArrowheads="1" noChangeShapeType="1" noTextEdit="1"/>
              </p:cNvSpPr>
              <p:nvPr/>
            </p:nvSpPr>
            <p:spPr>
              <a:xfrm>
                <a:off x="3340910" y="3237050"/>
                <a:ext cx="527465" cy="461665"/>
              </a:xfrm>
              <a:prstGeom prst="rect">
                <a:avLst/>
              </a:prstGeom>
              <a:blipFill>
                <a:blip r:embed="rId12"/>
                <a:stretch>
                  <a:fillRect b="-13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5D9A48D4-28B9-BC48-4E6B-AFB20271F058}"/>
                  </a:ext>
                </a:extLst>
              </p:cNvPr>
              <p:cNvSpPr txBox="1"/>
              <p:nvPr/>
            </p:nvSpPr>
            <p:spPr>
              <a:xfrm>
                <a:off x="1901310" y="2130583"/>
                <a:ext cx="656402" cy="461665"/>
              </a:xfrm>
              <a:prstGeom prst="rect">
                <a:avLst/>
              </a:prstGeom>
              <a:noFill/>
            </p:spPr>
            <p:txBody>
              <a:bodyPr wrap="square">
                <a:spAutoFit/>
              </a:bodyPr>
              <a:lstStyle/>
              <a:p>
                <a:pPr/>
                <a14:m>
                  <m:oMathPara xmlns:m="http://schemas.openxmlformats.org/officeDocument/2006/math">
                    <m:oMath>
                      <m:sSub>
                        <m:sSubPr>
                          <m:ctrlPr>
                            <a:rPr lang="de-DE" sz="2400" b="0" i="1" smtClean="0">
                              <a:solidFill>
                                <a:schemeClr val="bg1"/>
                              </a:solidFill>
                              <a:latin typeface="Cambria Math" panose="02040503050406030204" pitchFamily="18" charset="0"/>
                            </a:rPr>
                          </m:ctrlPr>
                        </m:sSubPr>
                        <m:e>
                          <m:r>
                            <m:rPr>
                              <m:sty m:val="p"/>
                            </m:rPr>
                            <a:rPr lang="de-DE" sz="2400" b="0" i="1" smtClean="0">
                              <a:solidFill>
                                <a:schemeClr val="bg1"/>
                              </a:solidFill>
                              <a:latin typeface="Cambria Math" panose="02040503050406030204" pitchFamily="18" charset="0"/>
                            </a:rPr>
                            <m:t>r</m:t>
                          </m:r>
                        </m:e>
                        <m:sub>
                          <m:r>
                            <m:rPr>
                              <m:sty m:val="p"/>
                            </m:rPr>
                            <a:rPr lang="de-DE" sz="2400" b="0" i="1" smtClean="0">
                              <a:solidFill>
                                <a:schemeClr val="bg1"/>
                              </a:solidFill>
                              <a:latin typeface="Cambria Math" panose="02040503050406030204" pitchFamily="18" charset="0"/>
                            </a:rPr>
                            <m:t>F</m:t>
                          </m:r>
                        </m:sub>
                      </m:sSub>
                    </m:oMath>
                  </m:oMathPara>
                </a14:m>
                <a:endParaRPr lang="en-US" sz="2400" dirty="0">
                  <a:solidFill>
                    <a:schemeClr val="bg1"/>
                  </a:solidFill>
                </a:endParaRPr>
              </a:p>
            </p:txBody>
          </p:sp>
        </mc:Choice>
        <mc:Fallback xmlns="">
          <p:sp>
            <p:nvSpPr>
              <p:cNvPr id="39" name="TextBox 38">
                <a:extLst>
                  <a:ext uri="{FF2B5EF4-FFF2-40B4-BE49-F238E27FC236}">
                    <a16:creationId xmlns:a16="http://schemas.microsoft.com/office/drawing/2014/main" id="{5D9A48D4-28B9-BC48-4E6B-AFB20271F058}"/>
                  </a:ext>
                </a:extLst>
              </p:cNvPr>
              <p:cNvSpPr txBox="1">
                <a:spLocks noRot="1" noChangeAspect="1" noMove="1" noResize="1" noEditPoints="1" noAdjustHandles="1" noChangeArrowheads="1" noChangeShapeType="1" noTextEdit="1"/>
              </p:cNvSpPr>
              <p:nvPr/>
            </p:nvSpPr>
            <p:spPr>
              <a:xfrm>
                <a:off x="1901310" y="2130583"/>
                <a:ext cx="656402" cy="461665"/>
              </a:xfrm>
              <a:prstGeom prst="rect">
                <a:avLst/>
              </a:prstGeom>
              <a:blipFill>
                <a:blip r:embed="rId13"/>
                <a:stretch>
                  <a:fillRect b="-1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E4439A67-B1B2-1E28-9D77-C0ED5DEF243D}"/>
                  </a:ext>
                </a:extLst>
              </p:cNvPr>
              <p:cNvSpPr txBox="1"/>
              <p:nvPr/>
            </p:nvSpPr>
            <p:spPr>
              <a:xfrm>
                <a:off x="1987861" y="4346269"/>
                <a:ext cx="495606" cy="461665"/>
              </a:xfrm>
              <a:prstGeom prst="rect">
                <a:avLst/>
              </a:prstGeom>
              <a:noFill/>
            </p:spPr>
            <p:txBody>
              <a:bodyPr wrap="square">
                <a:spAutoFit/>
              </a:bodyPr>
              <a:lstStyle/>
              <a:p>
                <a:pPr/>
                <a14:m>
                  <m:oMathPara xmlns:m="http://schemas.openxmlformats.org/officeDocument/2006/math">
                    <m:oMath>
                      <m:sSub>
                        <m:sSubPr>
                          <m:ctrlPr>
                            <a:rPr lang="de-DE" sz="2400" b="0" i="1" smtClean="0">
                              <a:solidFill>
                                <a:schemeClr val="bg1"/>
                              </a:solidFill>
                              <a:latin typeface="Cambria Math" panose="02040503050406030204" pitchFamily="18" charset="0"/>
                            </a:rPr>
                          </m:ctrlPr>
                        </m:sSubPr>
                        <m:e>
                          <m:r>
                            <m:rPr>
                              <m:sty m:val="p"/>
                            </m:rPr>
                            <a:rPr lang="de-DE" sz="2400" b="0" i="1" smtClean="0">
                              <a:solidFill>
                                <a:schemeClr val="bg1"/>
                              </a:solidFill>
                              <a:latin typeface="Cambria Math" panose="02040503050406030204" pitchFamily="18" charset="0"/>
                            </a:rPr>
                            <m:t>r</m:t>
                          </m:r>
                        </m:e>
                        <m:sub>
                          <m:r>
                            <m:rPr>
                              <m:sty m:val="p"/>
                            </m:rPr>
                            <a:rPr lang="de-DE" sz="2400" b="0" i="1" smtClean="0">
                              <a:solidFill>
                                <a:schemeClr val="bg1"/>
                              </a:solidFill>
                              <a:latin typeface="Cambria Math" panose="02040503050406030204" pitchFamily="18" charset="0"/>
                            </a:rPr>
                            <m:t>S</m:t>
                          </m:r>
                        </m:sub>
                      </m:sSub>
                    </m:oMath>
                  </m:oMathPara>
                </a14:m>
                <a:endParaRPr lang="en-US" sz="2400" dirty="0">
                  <a:solidFill>
                    <a:schemeClr val="bg1"/>
                  </a:solidFill>
                </a:endParaRPr>
              </a:p>
            </p:txBody>
          </p:sp>
        </mc:Choice>
        <mc:Fallback xmlns="">
          <p:sp>
            <p:nvSpPr>
              <p:cNvPr id="41" name="TextBox 40">
                <a:extLst>
                  <a:ext uri="{FF2B5EF4-FFF2-40B4-BE49-F238E27FC236}">
                    <a16:creationId xmlns:a16="http://schemas.microsoft.com/office/drawing/2014/main" id="{E4439A67-B1B2-1E28-9D77-C0ED5DEF243D}"/>
                  </a:ext>
                </a:extLst>
              </p:cNvPr>
              <p:cNvSpPr txBox="1">
                <a:spLocks noRot="1" noChangeAspect="1" noMove="1" noResize="1" noEditPoints="1" noAdjustHandles="1" noChangeArrowheads="1" noChangeShapeType="1" noTextEdit="1"/>
              </p:cNvSpPr>
              <p:nvPr/>
            </p:nvSpPr>
            <p:spPr>
              <a:xfrm>
                <a:off x="1987861" y="4346269"/>
                <a:ext cx="495606" cy="461665"/>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22C83EE-9DFE-B654-AF99-6DB554BAC360}"/>
                  </a:ext>
                </a:extLst>
              </p:cNvPr>
              <p:cNvSpPr txBox="1"/>
              <p:nvPr/>
            </p:nvSpPr>
            <p:spPr>
              <a:xfrm>
                <a:off x="740501" y="3235340"/>
                <a:ext cx="527465" cy="461665"/>
              </a:xfrm>
              <a:prstGeom prst="rect">
                <a:avLst/>
              </a:prstGeom>
              <a:noFill/>
            </p:spPr>
            <p:txBody>
              <a:bodyPr wrap="square">
                <a:spAutoFit/>
              </a:bodyPr>
              <a:lstStyle/>
              <a:p>
                <a:pPr/>
                <a14:m>
                  <m:oMathPara xmlns:m="http://schemas.openxmlformats.org/officeDocument/2006/math">
                    <m:oMath>
                      <m:sSub>
                        <m:sSubPr>
                          <m:ctrlPr>
                            <a:rPr lang="de-DE" sz="2400" b="0" i="1" smtClean="0">
                              <a:solidFill>
                                <a:schemeClr val="bg1"/>
                              </a:solidFill>
                              <a:latin typeface="Cambria Math" panose="02040503050406030204" pitchFamily="18" charset="0"/>
                            </a:rPr>
                          </m:ctrlPr>
                        </m:sSubPr>
                        <m:e>
                          <m:r>
                            <m:rPr>
                              <m:sty m:val="p"/>
                            </m:rPr>
                            <a:rPr lang="de-DE" sz="2400" b="0" i="1" smtClean="0">
                              <a:solidFill>
                                <a:schemeClr val="bg1"/>
                              </a:solidFill>
                              <a:latin typeface="Cambria Math" panose="02040503050406030204" pitchFamily="18" charset="0"/>
                            </a:rPr>
                            <m:t>r</m:t>
                          </m:r>
                        </m:e>
                        <m:sub>
                          <m:r>
                            <a:rPr lang="de-DE" sz="2400" b="0" i="1" smtClean="0">
                              <a:solidFill>
                                <a:schemeClr val="bg1"/>
                              </a:solidFill>
                              <a:latin typeface="Cambria Math" panose="02040503050406030204" pitchFamily="18" charset="0"/>
                            </a:rPr>
                            <m:t>1</m:t>
                          </m:r>
                        </m:sub>
                      </m:sSub>
                    </m:oMath>
                  </m:oMathPara>
                </a14:m>
                <a:endParaRPr lang="en-US" sz="2400" dirty="0">
                  <a:solidFill>
                    <a:schemeClr val="bg1"/>
                  </a:solidFill>
                </a:endParaRPr>
              </a:p>
            </p:txBody>
          </p:sp>
        </mc:Choice>
        <mc:Fallback xmlns="">
          <p:sp>
            <p:nvSpPr>
              <p:cNvPr id="42" name="TextBox 41">
                <a:extLst>
                  <a:ext uri="{FF2B5EF4-FFF2-40B4-BE49-F238E27FC236}">
                    <a16:creationId xmlns:a16="http://schemas.microsoft.com/office/drawing/2014/main" id="{322C83EE-9DFE-B654-AF99-6DB554BAC360}"/>
                  </a:ext>
                </a:extLst>
              </p:cNvPr>
              <p:cNvSpPr txBox="1">
                <a:spLocks noRot="1" noChangeAspect="1" noMove="1" noResize="1" noEditPoints="1" noAdjustHandles="1" noChangeArrowheads="1" noChangeShapeType="1" noTextEdit="1"/>
              </p:cNvSpPr>
              <p:nvPr/>
            </p:nvSpPr>
            <p:spPr>
              <a:xfrm>
                <a:off x="740501" y="3235340"/>
                <a:ext cx="527465" cy="461665"/>
              </a:xfrm>
              <a:prstGeom prst="rect">
                <a:avLst/>
              </a:prstGeom>
              <a:blipFill>
                <a:blip r:embed="rId15"/>
                <a:stretch>
                  <a:fillRect/>
                </a:stretch>
              </a:blipFill>
            </p:spPr>
            <p:txBody>
              <a:bodyPr/>
              <a:lstStyle/>
              <a:p>
                <a:r>
                  <a:rPr lang="en-US">
                    <a:noFill/>
                  </a:rPr>
                  <a:t> </a:t>
                </a:r>
              </a:p>
            </p:txBody>
          </p:sp>
        </mc:Fallback>
      </mc:AlternateContent>
      <p:sp>
        <p:nvSpPr>
          <p:cNvPr id="43" name="Rectangle: Rounded Corners 42">
            <a:extLst>
              <a:ext uri="{FF2B5EF4-FFF2-40B4-BE49-F238E27FC236}">
                <a16:creationId xmlns:a16="http://schemas.microsoft.com/office/drawing/2014/main" id="{5F781E40-98BB-0FE4-C2DA-11BC8D2B07BE}"/>
              </a:ext>
            </a:extLst>
          </p:cNvPr>
          <p:cNvSpPr/>
          <p:nvPr/>
        </p:nvSpPr>
        <p:spPr>
          <a:xfrm>
            <a:off x="10440319" y="143935"/>
            <a:ext cx="1522517" cy="91440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Algorithm </a:t>
            </a:r>
          </a:p>
        </p:txBody>
      </p:sp>
      <p:sp>
        <p:nvSpPr>
          <p:cNvPr id="44" name="Rectangle: Rounded Corners 43">
            <a:extLst>
              <a:ext uri="{FF2B5EF4-FFF2-40B4-BE49-F238E27FC236}">
                <a16:creationId xmlns:a16="http://schemas.microsoft.com/office/drawing/2014/main" id="{F7B5D92B-7B14-39C7-EF75-DC3B81D6BFD3}"/>
              </a:ext>
            </a:extLst>
          </p:cNvPr>
          <p:cNvSpPr/>
          <p:nvPr/>
        </p:nvSpPr>
        <p:spPr>
          <a:xfrm>
            <a:off x="10440319" y="1568281"/>
            <a:ext cx="1522517" cy="914400"/>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Chemical Reactions </a:t>
            </a:r>
          </a:p>
        </p:txBody>
      </p:sp>
      <p:sp>
        <p:nvSpPr>
          <p:cNvPr id="45" name="Rectangle: Rounded Corners 44">
            <a:extLst>
              <a:ext uri="{FF2B5EF4-FFF2-40B4-BE49-F238E27FC236}">
                <a16:creationId xmlns:a16="http://schemas.microsoft.com/office/drawing/2014/main" id="{6AF1B56E-4CEC-9489-EEB1-A5AEBFBF4741}"/>
              </a:ext>
            </a:extLst>
          </p:cNvPr>
          <p:cNvSpPr/>
          <p:nvPr/>
        </p:nvSpPr>
        <p:spPr>
          <a:xfrm>
            <a:off x="10440319" y="2992627"/>
            <a:ext cx="1522517" cy="914400"/>
          </a:xfrm>
          <a:prstGeom prst="round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Metabolic Network</a:t>
            </a:r>
          </a:p>
        </p:txBody>
      </p:sp>
      <p:sp>
        <p:nvSpPr>
          <p:cNvPr id="46" name="Rectangle: Rounded Corners 45">
            <a:extLst>
              <a:ext uri="{FF2B5EF4-FFF2-40B4-BE49-F238E27FC236}">
                <a16:creationId xmlns:a16="http://schemas.microsoft.com/office/drawing/2014/main" id="{11819F5F-879E-3302-9402-EE69CA92D28C}"/>
              </a:ext>
            </a:extLst>
          </p:cNvPr>
          <p:cNvSpPr/>
          <p:nvPr/>
        </p:nvSpPr>
        <p:spPr>
          <a:xfrm>
            <a:off x="10440319" y="4416973"/>
            <a:ext cx="1522517" cy="91440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THz Actuation</a:t>
            </a:r>
          </a:p>
        </p:txBody>
      </p:sp>
      <p:cxnSp>
        <p:nvCxnSpPr>
          <p:cNvPr id="47" name="Straight Arrow Connector 46">
            <a:extLst>
              <a:ext uri="{FF2B5EF4-FFF2-40B4-BE49-F238E27FC236}">
                <a16:creationId xmlns:a16="http://schemas.microsoft.com/office/drawing/2014/main" id="{A6079F5E-BBE3-A0AA-2FE8-2ED9E9A633A5}"/>
              </a:ext>
            </a:extLst>
          </p:cNvPr>
          <p:cNvCxnSpPr>
            <a:stCxn id="43" idx="2"/>
            <a:endCxn id="44" idx="0"/>
          </p:cNvCxnSpPr>
          <p:nvPr/>
        </p:nvCxnSpPr>
        <p:spPr>
          <a:xfrm>
            <a:off x="11201578" y="1058335"/>
            <a:ext cx="0" cy="509946"/>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48" name="Straight Arrow Connector 47">
            <a:extLst>
              <a:ext uri="{FF2B5EF4-FFF2-40B4-BE49-F238E27FC236}">
                <a16:creationId xmlns:a16="http://schemas.microsoft.com/office/drawing/2014/main" id="{75825C98-AF14-BCE9-34C3-FD5ACB6E432E}"/>
              </a:ext>
            </a:extLst>
          </p:cNvPr>
          <p:cNvCxnSpPr>
            <a:cxnSpLocks/>
            <a:stCxn id="44" idx="2"/>
            <a:endCxn id="45" idx="0"/>
          </p:cNvCxnSpPr>
          <p:nvPr/>
        </p:nvCxnSpPr>
        <p:spPr>
          <a:xfrm>
            <a:off x="11201578" y="2482681"/>
            <a:ext cx="0" cy="509946"/>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49" name="Straight Arrow Connector 48">
            <a:extLst>
              <a:ext uri="{FF2B5EF4-FFF2-40B4-BE49-F238E27FC236}">
                <a16:creationId xmlns:a16="http://schemas.microsoft.com/office/drawing/2014/main" id="{C87E3E19-A528-225A-D83B-3ECCCEFEF82D}"/>
              </a:ext>
            </a:extLst>
          </p:cNvPr>
          <p:cNvCxnSpPr>
            <a:cxnSpLocks/>
            <a:stCxn id="46" idx="0"/>
          </p:cNvCxnSpPr>
          <p:nvPr/>
        </p:nvCxnSpPr>
        <p:spPr>
          <a:xfrm flipV="1">
            <a:off x="11201578" y="3907027"/>
            <a:ext cx="0" cy="509946"/>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1332441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33F6E1-0D7A-7985-196D-2B59A548C097}"/>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110AF7E4-6E7D-D1E9-4FCC-D0A2BD7EF21A}"/>
              </a:ext>
            </a:extLst>
          </p:cNvPr>
          <p:cNvSpPr/>
          <p:nvPr/>
        </p:nvSpPr>
        <p:spPr>
          <a:xfrm>
            <a:off x="1462291" y="6126480"/>
            <a:ext cx="1554480" cy="73152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Algorithm </a:t>
            </a:r>
          </a:p>
        </p:txBody>
      </p:sp>
      <p:sp>
        <p:nvSpPr>
          <p:cNvPr id="5" name="Rectangle: Rounded Corners 4">
            <a:extLst>
              <a:ext uri="{FF2B5EF4-FFF2-40B4-BE49-F238E27FC236}">
                <a16:creationId xmlns:a16="http://schemas.microsoft.com/office/drawing/2014/main" id="{433170EB-AB30-3FF4-1F5E-569E522A9C37}"/>
              </a:ext>
            </a:extLst>
          </p:cNvPr>
          <p:cNvSpPr/>
          <p:nvPr/>
        </p:nvSpPr>
        <p:spPr>
          <a:xfrm>
            <a:off x="3764816" y="6126480"/>
            <a:ext cx="1554480" cy="731520"/>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Chemical Reactions </a:t>
            </a:r>
          </a:p>
        </p:txBody>
      </p:sp>
      <p:sp>
        <p:nvSpPr>
          <p:cNvPr id="6" name="Rectangle: Rounded Corners 5">
            <a:extLst>
              <a:ext uri="{FF2B5EF4-FFF2-40B4-BE49-F238E27FC236}">
                <a16:creationId xmlns:a16="http://schemas.microsoft.com/office/drawing/2014/main" id="{7AB113BC-8E87-F42D-642D-3478BB5A23FC}"/>
              </a:ext>
            </a:extLst>
          </p:cNvPr>
          <p:cNvSpPr/>
          <p:nvPr/>
        </p:nvSpPr>
        <p:spPr>
          <a:xfrm>
            <a:off x="6067341" y="6126480"/>
            <a:ext cx="1554480" cy="731520"/>
          </a:xfrm>
          <a:prstGeom prst="roundRect">
            <a:avLst/>
          </a:prstGeom>
          <a:solidFill>
            <a:srgbClr val="DCEAF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Metabolic Network</a:t>
            </a:r>
          </a:p>
        </p:txBody>
      </p:sp>
      <p:sp>
        <p:nvSpPr>
          <p:cNvPr id="7" name="Rectangle: Rounded Corners 6">
            <a:extLst>
              <a:ext uri="{FF2B5EF4-FFF2-40B4-BE49-F238E27FC236}">
                <a16:creationId xmlns:a16="http://schemas.microsoft.com/office/drawing/2014/main" id="{6769BCDB-0586-5DE8-05EF-326E9040D8F5}"/>
              </a:ext>
            </a:extLst>
          </p:cNvPr>
          <p:cNvSpPr/>
          <p:nvPr/>
        </p:nvSpPr>
        <p:spPr>
          <a:xfrm>
            <a:off x="8369865" y="6126480"/>
            <a:ext cx="1554480" cy="73152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THz Actuation</a:t>
            </a:r>
          </a:p>
        </p:txBody>
      </p:sp>
      <p:cxnSp>
        <p:nvCxnSpPr>
          <p:cNvPr id="8" name="Straight Arrow Connector 7">
            <a:extLst>
              <a:ext uri="{FF2B5EF4-FFF2-40B4-BE49-F238E27FC236}">
                <a16:creationId xmlns:a16="http://schemas.microsoft.com/office/drawing/2014/main" id="{FA64AD5E-140A-FF99-2569-5CCDC5791CD6}"/>
              </a:ext>
            </a:extLst>
          </p:cNvPr>
          <p:cNvCxnSpPr>
            <a:cxnSpLocks/>
            <a:stCxn id="4" idx="3"/>
            <a:endCxn id="5" idx="1"/>
          </p:cNvCxnSpPr>
          <p:nvPr/>
        </p:nvCxnSpPr>
        <p:spPr>
          <a:xfrm>
            <a:off x="3016771" y="6492240"/>
            <a:ext cx="748045" cy="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D96FC59A-D0BD-F522-1A9D-1D53759E671B}"/>
              </a:ext>
            </a:extLst>
          </p:cNvPr>
          <p:cNvCxnSpPr>
            <a:cxnSpLocks/>
            <a:stCxn id="5" idx="3"/>
            <a:endCxn id="6" idx="1"/>
          </p:cNvCxnSpPr>
          <p:nvPr/>
        </p:nvCxnSpPr>
        <p:spPr>
          <a:xfrm>
            <a:off x="5319296" y="6492240"/>
            <a:ext cx="748045" cy="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sp>
        <p:nvSpPr>
          <p:cNvPr id="69" name="Oval 68">
            <a:extLst>
              <a:ext uri="{FF2B5EF4-FFF2-40B4-BE49-F238E27FC236}">
                <a16:creationId xmlns:a16="http://schemas.microsoft.com/office/drawing/2014/main" id="{A9AEDECC-D3CE-9033-C027-9449F78EEBFB}"/>
              </a:ext>
            </a:extLst>
          </p:cNvPr>
          <p:cNvSpPr>
            <a:spLocks noChangeAspect="1"/>
          </p:cNvSpPr>
          <p:nvPr/>
        </p:nvSpPr>
        <p:spPr>
          <a:xfrm>
            <a:off x="4944147" y="494998"/>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70" name="TextBox 69">
                <a:extLst>
                  <a:ext uri="{FF2B5EF4-FFF2-40B4-BE49-F238E27FC236}">
                    <a16:creationId xmlns:a16="http://schemas.microsoft.com/office/drawing/2014/main" id="{84B1143C-7263-2B60-D479-FD298E796F90}"/>
                  </a:ext>
                </a:extLst>
              </p:cNvPr>
              <p:cNvSpPr txBox="1"/>
              <p:nvPr/>
            </p:nvSpPr>
            <p:spPr>
              <a:xfrm>
                <a:off x="4889951" y="466275"/>
                <a:ext cx="518558" cy="394019"/>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Cp</m:t>
                          </m:r>
                        </m:sub>
                      </m:sSub>
                    </m:oMath>
                  </m:oMathPara>
                </a14:m>
                <a:endParaRPr lang="en-US" dirty="0">
                  <a:solidFill>
                    <a:schemeClr val="bg1"/>
                  </a:solidFill>
                </a:endParaRPr>
              </a:p>
            </p:txBody>
          </p:sp>
        </mc:Choice>
        <mc:Fallback xmlns="">
          <p:sp>
            <p:nvSpPr>
              <p:cNvPr id="70" name="TextBox 69">
                <a:extLst>
                  <a:ext uri="{FF2B5EF4-FFF2-40B4-BE49-F238E27FC236}">
                    <a16:creationId xmlns:a16="http://schemas.microsoft.com/office/drawing/2014/main" id="{84B1143C-7263-2B60-D479-FD298E796F90}"/>
                  </a:ext>
                </a:extLst>
              </p:cNvPr>
              <p:cNvSpPr txBox="1">
                <a:spLocks noRot="1" noChangeAspect="1" noMove="1" noResize="1" noEditPoints="1" noAdjustHandles="1" noChangeArrowheads="1" noChangeShapeType="1" noTextEdit="1"/>
              </p:cNvSpPr>
              <p:nvPr/>
            </p:nvSpPr>
            <p:spPr>
              <a:xfrm>
                <a:off x="4889951" y="466275"/>
                <a:ext cx="518558" cy="394019"/>
              </a:xfrm>
              <a:prstGeom prst="rect">
                <a:avLst/>
              </a:prstGeom>
              <a:blipFill>
                <a:blip r:embed="rId3"/>
                <a:stretch>
                  <a:fillRect b="-76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1" name="TextBox 70">
                <a:extLst>
                  <a:ext uri="{FF2B5EF4-FFF2-40B4-BE49-F238E27FC236}">
                    <a16:creationId xmlns:a16="http://schemas.microsoft.com/office/drawing/2014/main" id="{1AF7425C-A24A-95DB-039C-D19748C5E298}"/>
                  </a:ext>
                </a:extLst>
              </p:cNvPr>
              <p:cNvSpPr txBox="1"/>
              <p:nvPr/>
            </p:nvSpPr>
            <p:spPr>
              <a:xfrm>
                <a:off x="6042817" y="320258"/>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c</m:t>
                          </m:r>
                        </m:sub>
                      </m:sSub>
                    </m:oMath>
                  </m:oMathPara>
                </a14:m>
                <a:endParaRPr lang="en-US" dirty="0">
                  <a:solidFill>
                    <a:schemeClr val="tx1"/>
                  </a:solidFill>
                </a:endParaRPr>
              </a:p>
            </p:txBody>
          </p:sp>
        </mc:Choice>
        <mc:Fallback xmlns="">
          <p:sp>
            <p:nvSpPr>
              <p:cNvPr id="71" name="TextBox 70">
                <a:extLst>
                  <a:ext uri="{FF2B5EF4-FFF2-40B4-BE49-F238E27FC236}">
                    <a16:creationId xmlns:a16="http://schemas.microsoft.com/office/drawing/2014/main" id="{1AF7425C-A24A-95DB-039C-D19748C5E298}"/>
                  </a:ext>
                </a:extLst>
              </p:cNvPr>
              <p:cNvSpPr txBox="1">
                <a:spLocks noRot="1" noChangeAspect="1" noMove="1" noResize="1" noEditPoints="1" noAdjustHandles="1" noChangeArrowheads="1" noChangeShapeType="1" noTextEdit="1"/>
              </p:cNvSpPr>
              <p:nvPr/>
            </p:nvSpPr>
            <p:spPr>
              <a:xfrm>
                <a:off x="6042817" y="320258"/>
                <a:ext cx="507796" cy="369332"/>
              </a:xfrm>
              <a:prstGeom prst="rect">
                <a:avLst/>
              </a:prstGeom>
              <a:blipFill>
                <a:blip r:embed="rId4"/>
                <a:stretch>
                  <a:fillRect/>
                </a:stretch>
              </a:blipFill>
            </p:spPr>
            <p:txBody>
              <a:bodyPr/>
              <a:lstStyle/>
              <a:p>
                <a:r>
                  <a:rPr lang="en-US">
                    <a:noFill/>
                  </a:rPr>
                  <a:t> </a:t>
                </a:r>
              </a:p>
            </p:txBody>
          </p:sp>
        </mc:Fallback>
      </mc:AlternateContent>
      <p:sp>
        <p:nvSpPr>
          <p:cNvPr id="72" name="Oval 71">
            <a:extLst>
              <a:ext uri="{FF2B5EF4-FFF2-40B4-BE49-F238E27FC236}">
                <a16:creationId xmlns:a16="http://schemas.microsoft.com/office/drawing/2014/main" id="{6560E3EB-046B-E5B4-19B4-E6A182F8AEC9}"/>
              </a:ext>
            </a:extLst>
          </p:cNvPr>
          <p:cNvSpPr>
            <a:spLocks noChangeAspect="1"/>
          </p:cNvSpPr>
          <p:nvPr/>
        </p:nvSpPr>
        <p:spPr>
          <a:xfrm>
            <a:off x="6106964" y="1188320"/>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73" name="TextBox 72">
                <a:extLst>
                  <a:ext uri="{FF2B5EF4-FFF2-40B4-BE49-F238E27FC236}">
                    <a16:creationId xmlns:a16="http://schemas.microsoft.com/office/drawing/2014/main" id="{AAF93E17-1F5A-19B2-CE07-3920118D761B}"/>
                  </a:ext>
                </a:extLst>
              </p:cNvPr>
              <p:cNvSpPr txBox="1"/>
              <p:nvPr/>
            </p:nvSpPr>
            <p:spPr>
              <a:xfrm>
                <a:off x="6048487" y="1163848"/>
                <a:ext cx="518558" cy="395493"/>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Cg</m:t>
                          </m:r>
                        </m:sub>
                      </m:sSub>
                    </m:oMath>
                  </m:oMathPara>
                </a14:m>
                <a:endParaRPr lang="en-US" dirty="0">
                  <a:solidFill>
                    <a:schemeClr val="bg1"/>
                  </a:solidFill>
                </a:endParaRPr>
              </a:p>
            </p:txBody>
          </p:sp>
        </mc:Choice>
        <mc:Fallback xmlns="">
          <p:sp>
            <p:nvSpPr>
              <p:cNvPr id="73" name="TextBox 72">
                <a:extLst>
                  <a:ext uri="{FF2B5EF4-FFF2-40B4-BE49-F238E27FC236}">
                    <a16:creationId xmlns:a16="http://schemas.microsoft.com/office/drawing/2014/main" id="{AAF93E17-1F5A-19B2-CE07-3920118D761B}"/>
                  </a:ext>
                </a:extLst>
              </p:cNvPr>
              <p:cNvSpPr txBox="1">
                <a:spLocks noRot="1" noChangeAspect="1" noMove="1" noResize="1" noEditPoints="1" noAdjustHandles="1" noChangeArrowheads="1" noChangeShapeType="1" noTextEdit="1"/>
              </p:cNvSpPr>
              <p:nvPr/>
            </p:nvSpPr>
            <p:spPr>
              <a:xfrm>
                <a:off x="6048487" y="1163848"/>
                <a:ext cx="518558" cy="395493"/>
              </a:xfrm>
              <a:prstGeom prst="rect">
                <a:avLst/>
              </a:prstGeom>
              <a:blipFill>
                <a:blip r:embed="rId5"/>
                <a:stretch>
                  <a:fillRect b="-76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4" name="TextBox 73">
                <a:extLst>
                  <a:ext uri="{FF2B5EF4-FFF2-40B4-BE49-F238E27FC236}">
                    <a16:creationId xmlns:a16="http://schemas.microsoft.com/office/drawing/2014/main" id="{2D77E4D6-D983-08D8-941E-BBA1D1CDDCE8}"/>
                  </a:ext>
                </a:extLst>
              </p:cNvPr>
              <p:cNvSpPr txBox="1"/>
              <p:nvPr/>
            </p:nvSpPr>
            <p:spPr>
              <a:xfrm>
                <a:off x="4902710" y="1199060"/>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Cs</m:t>
                          </m:r>
                        </m:sub>
                      </m:sSub>
                    </m:oMath>
                  </m:oMathPara>
                </a14:m>
                <a:endParaRPr lang="en-US" dirty="0">
                  <a:solidFill>
                    <a:schemeClr val="tx1"/>
                  </a:solidFill>
                </a:endParaRPr>
              </a:p>
            </p:txBody>
          </p:sp>
        </mc:Choice>
        <mc:Fallback xmlns="">
          <p:sp>
            <p:nvSpPr>
              <p:cNvPr id="74" name="TextBox 73">
                <a:extLst>
                  <a:ext uri="{FF2B5EF4-FFF2-40B4-BE49-F238E27FC236}">
                    <a16:creationId xmlns:a16="http://schemas.microsoft.com/office/drawing/2014/main" id="{2D77E4D6-D983-08D8-941E-BBA1D1CDDCE8}"/>
                  </a:ext>
                </a:extLst>
              </p:cNvPr>
              <p:cNvSpPr txBox="1">
                <a:spLocks noRot="1" noChangeAspect="1" noMove="1" noResize="1" noEditPoints="1" noAdjustHandles="1" noChangeArrowheads="1" noChangeShapeType="1" noTextEdit="1"/>
              </p:cNvSpPr>
              <p:nvPr/>
            </p:nvSpPr>
            <p:spPr>
              <a:xfrm>
                <a:off x="4902710" y="1199060"/>
                <a:ext cx="507796" cy="369332"/>
              </a:xfrm>
              <a:prstGeom prst="rect">
                <a:avLst/>
              </a:prstGeom>
              <a:blipFill>
                <a:blip r:embed="rId6"/>
                <a:stretch>
                  <a:fillRect r="-3571"/>
                </a:stretch>
              </a:blipFill>
            </p:spPr>
            <p:txBody>
              <a:bodyPr/>
              <a:lstStyle/>
              <a:p>
                <a:r>
                  <a:rPr lang="en-US">
                    <a:noFill/>
                  </a:rPr>
                  <a:t> </a:t>
                </a:r>
              </a:p>
            </p:txBody>
          </p:sp>
        </mc:Fallback>
      </mc:AlternateContent>
      <p:sp>
        <p:nvSpPr>
          <p:cNvPr id="75" name="Oval 74">
            <a:extLst>
              <a:ext uri="{FF2B5EF4-FFF2-40B4-BE49-F238E27FC236}">
                <a16:creationId xmlns:a16="http://schemas.microsoft.com/office/drawing/2014/main" id="{F75BD6D3-854F-350B-880B-8460AE7C6D78}"/>
              </a:ext>
            </a:extLst>
          </p:cNvPr>
          <p:cNvSpPr>
            <a:spLocks noChangeAspect="1"/>
          </p:cNvSpPr>
          <p:nvPr/>
        </p:nvSpPr>
        <p:spPr>
          <a:xfrm>
            <a:off x="4972757" y="2004874"/>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76" name="TextBox 75">
                <a:extLst>
                  <a:ext uri="{FF2B5EF4-FFF2-40B4-BE49-F238E27FC236}">
                    <a16:creationId xmlns:a16="http://schemas.microsoft.com/office/drawing/2014/main" id="{CAE0B940-C1CB-8FC7-0ABF-C1042A5E1C9E}"/>
                  </a:ext>
                </a:extLst>
              </p:cNvPr>
              <p:cNvSpPr txBox="1"/>
              <p:nvPr/>
            </p:nvSpPr>
            <p:spPr>
              <a:xfrm>
                <a:off x="4917222" y="1969552"/>
                <a:ext cx="518558"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Cr</m:t>
                          </m:r>
                        </m:sub>
                      </m:sSub>
                    </m:oMath>
                  </m:oMathPara>
                </a14:m>
                <a:endParaRPr lang="en-US" dirty="0">
                  <a:solidFill>
                    <a:schemeClr val="bg1"/>
                  </a:solidFill>
                </a:endParaRPr>
              </a:p>
            </p:txBody>
          </p:sp>
        </mc:Choice>
        <mc:Fallback xmlns="">
          <p:sp>
            <p:nvSpPr>
              <p:cNvPr id="76" name="TextBox 75">
                <a:extLst>
                  <a:ext uri="{FF2B5EF4-FFF2-40B4-BE49-F238E27FC236}">
                    <a16:creationId xmlns:a16="http://schemas.microsoft.com/office/drawing/2014/main" id="{CAE0B940-C1CB-8FC7-0ABF-C1042A5E1C9E}"/>
                  </a:ext>
                </a:extLst>
              </p:cNvPr>
              <p:cNvSpPr txBox="1">
                <a:spLocks noRot="1" noChangeAspect="1" noMove="1" noResize="1" noEditPoints="1" noAdjustHandles="1" noChangeArrowheads="1" noChangeShapeType="1" noTextEdit="1"/>
              </p:cNvSpPr>
              <p:nvPr/>
            </p:nvSpPr>
            <p:spPr>
              <a:xfrm>
                <a:off x="4917222" y="1969552"/>
                <a:ext cx="518558" cy="369332"/>
              </a:xfrm>
              <a:prstGeom prst="rect">
                <a:avLst/>
              </a:prstGeom>
              <a:blipFill>
                <a:blip r:embed="rId7"/>
                <a:stretch>
                  <a:fillRect/>
                </a:stretch>
              </a:blipFill>
            </p:spPr>
            <p:txBody>
              <a:bodyPr/>
              <a:lstStyle/>
              <a:p>
                <a:r>
                  <a:rPr lang="en-US">
                    <a:noFill/>
                  </a:rPr>
                  <a:t> </a:t>
                </a:r>
              </a:p>
            </p:txBody>
          </p:sp>
        </mc:Fallback>
      </mc:AlternateContent>
      <p:cxnSp>
        <p:nvCxnSpPr>
          <p:cNvPr id="77" name="Straight Arrow Connector 76">
            <a:extLst>
              <a:ext uri="{FF2B5EF4-FFF2-40B4-BE49-F238E27FC236}">
                <a16:creationId xmlns:a16="http://schemas.microsoft.com/office/drawing/2014/main" id="{2ED6F566-3AA8-35FC-2D01-C9C611002C54}"/>
              </a:ext>
            </a:extLst>
          </p:cNvPr>
          <p:cNvCxnSpPr>
            <a:cxnSpLocks/>
            <a:endCxn id="69" idx="3"/>
          </p:cNvCxnSpPr>
          <p:nvPr/>
        </p:nvCxnSpPr>
        <p:spPr>
          <a:xfrm flipV="1">
            <a:off x="4121733" y="820556"/>
            <a:ext cx="878271" cy="488885"/>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80" name="Straight Arrow Connector 79">
            <a:extLst>
              <a:ext uri="{FF2B5EF4-FFF2-40B4-BE49-F238E27FC236}">
                <a16:creationId xmlns:a16="http://schemas.microsoft.com/office/drawing/2014/main" id="{65D5955B-0C30-C92D-953F-D4A809D6EBB5}"/>
              </a:ext>
            </a:extLst>
          </p:cNvPr>
          <p:cNvCxnSpPr>
            <a:cxnSpLocks/>
            <a:endCxn id="75" idx="1"/>
          </p:cNvCxnSpPr>
          <p:nvPr/>
        </p:nvCxnSpPr>
        <p:spPr>
          <a:xfrm>
            <a:off x="4125155" y="1314303"/>
            <a:ext cx="903459" cy="746428"/>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84" name="Straight Arrow Connector 83">
            <a:extLst>
              <a:ext uri="{FF2B5EF4-FFF2-40B4-BE49-F238E27FC236}">
                <a16:creationId xmlns:a16="http://schemas.microsoft.com/office/drawing/2014/main" id="{C688D98A-B5E3-3EC4-6B06-03A5A7825B3C}"/>
              </a:ext>
            </a:extLst>
          </p:cNvPr>
          <p:cNvCxnSpPr>
            <a:cxnSpLocks/>
            <a:stCxn id="74" idx="3"/>
            <a:endCxn id="72" idx="2"/>
          </p:cNvCxnSpPr>
          <p:nvPr/>
        </p:nvCxnSpPr>
        <p:spPr>
          <a:xfrm flipV="1">
            <a:off x="5410506" y="1379028"/>
            <a:ext cx="696458" cy="4698"/>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88" name="Straight Arrow Connector 87">
            <a:extLst>
              <a:ext uri="{FF2B5EF4-FFF2-40B4-BE49-F238E27FC236}">
                <a16:creationId xmlns:a16="http://schemas.microsoft.com/office/drawing/2014/main" id="{CDB1BDDA-6EE7-1A90-F20B-7A059951FA5F}"/>
              </a:ext>
            </a:extLst>
          </p:cNvPr>
          <p:cNvCxnSpPr>
            <a:cxnSpLocks/>
            <a:stCxn id="74" idx="2"/>
            <a:endCxn id="75" idx="0"/>
          </p:cNvCxnSpPr>
          <p:nvPr/>
        </p:nvCxnSpPr>
        <p:spPr>
          <a:xfrm>
            <a:off x="5156608" y="1568392"/>
            <a:ext cx="6856" cy="436482"/>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6" name="Straight Arrow Connector 95">
            <a:extLst>
              <a:ext uri="{FF2B5EF4-FFF2-40B4-BE49-F238E27FC236}">
                <a16:creationId xmlns:a16="http://schemas.microsoft.com/office/drawing/2014/main" id="{8C7C05A3-4901-9098-BF9C-B4FB67EA2E14}"/>
              </a:ext>
            </a:extLst>
          </p:cNvPr>
          <p:cNvCxnSpPr>
            <a:cxnSpLocks/>
            <a:stCxn id="69" idx="6"/>
          </p:cNvCxnSpPr>
          <p:nvPr/>
        </p:nvCxnSpPr>
        <p:spPr>
          <a:xfrm>
            <a:off x="5325561" y="685706"/>
            <a:ext cx="2460842" cy="10275"/>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9" name="Straight Arrow Connector 98">
            <a:extLst>
              <a:ext uri="{FF2B5EF4-FFF2-40B4-BE49-F238E27FC236}">
                <a16:creationId xmlns:a16="http://schemas.microsoft.com/office/drawing/2014/main" id="{3E2EBF6D-FB9E-9C36-C55F-30BE90EF715D}"/>
              </a:ext>
            </a:extLst>
          </p:cNvPr>
          <p:cNvCxnSpPr>
            <a:cxnSpLocks/>
            <a:stCxn id="71" idx="2"/>
            <a:endCxn id="72" idx="0"/>
          </p:cNvCxnSpPr>
          <p:nvPr/>
        </p:nvCxnSpPr>
        <p:spPr>
          <a:xfrm>
            <a:off x="6296715" y="689590"/>
            <a:ext cx="956" cy="49873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sp>
        <p:nvSpPr>
          <p:cNvPr id="102" name="Rectangle 101">
            <a:extLst>
              <a:ext uri="{FF2B5EF4-FFF2-40B4-BE49-F238E27FC236}">
                <a16:creationId xmlns:a16="http://schemas.microsoft.com/office/drawing/2014/main" id="{FE15E37E-D471-BD7B-A550-EE46862A5801}"/>
              </a:ext>
            </a:extLst>
          </p:cNvPr>
          <p:cNvSpPr/>
          <p:nvPr/>
        </p:nvSpPr>
        <p:spPr>
          <a:xfrm>
            <a:off x="4449953" y="108527"/>
            <a:ext cx="2873133" cy="2407763"/>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03" name="TextBox 102">
            <a:extLst>
              <a:ext uri="{FF2B5EF4-FFF2-40B4-BE49-F238E27FC236}">
                <a16:creationId xmlns:a16="http://schemas.microsoft.com/office/drawing/2014/main" id="{E3E5FEA6-B983-5F70-207F-3A42C6287BA5}"/>
              </a:ext>
            </a:extLst>
          </p:cNvPr>
          <p:cNvSpPr txBox="1"/>
          <p:nvPr/>
        </p:nvSpPr>
        <p:spPr>
          <a:xfrm>
            <a:off x="4449953" y="92506"/>
            <a:ext cx="1774204" cy="338554"/>
          </a:xfrm>
          <a:prstGeom prst="rect">
            <a:avLst/>
          </a:prstGeom>
          <a:noFill/>
        </p:spPr>
        <p:txBody>
          <a:bodyPr wrap="none" rtlCol="0">
            <a:spAutoFit/>
          </a:bodyPr>
          <a:lstStyle/>
          <a:p>
            <a:r>
              <a:rPr lang="en-US" sz="1600" dirty="0"/>
              <a:t>Chemical counter</a:t>
            </a:r>
          </a:p>
        </p:txBody>
      </p:sp>
      <mc:AlternateContent xmlns:mc="http://schemas.openxmlformats.org/markup-compatibility/2006" xmlns:a14="http://schemas.microsoft.com/office/drawing/2010/main">
        <mc:Choice Requires="a14">
          <p:sp>
            <p:nvSpPr>
              <p:cNvPr id="67" name="TextBox 66">
                <a:extLst>
                  <a:ext uri="{FF2B5EF4-FFF2-40B4-BE49-F238E27FC236}">
                    <a16:creationId xmlns:a16="http://schemas.microsoft.com/office/drawing/2014/main" id="{BFBD6A83-5123-D968-6A68-5D7F08DE956B}"/>
                  </a:ext>
                </a:extLst>
              </p:cNvPr>
              <p:cNvSpPr txBox="1"/>
              <p:nvPr/>
            </p:nvSpPr>
            <p:spPr>
              <a:xfrm>
                <a:off x="3" y="1445647"/>
                <a:ext cx="593368" cy="369332"/>
              </a:xfrm>
              <a:prstGeom prst="rect">
                <a:avLst/>
              </a:prstGeom>
              <a:noFill/>
            </p:spPr>
            <p:txBody>
              <a:bodyPr wrap="none" rtlCol="0">
                <a:spAutoFit/>
              </a:bodyPr>
              <a:lstStyle/>
              <a:p>
                <a:pPr/>
                <a14:m>
                  <m:oMathPara xmlns:m="http://schemas.openxmlformats.org/officeDocument/2006/math">
                    <m:oMath>
                      <m:sSub>
                        <m:sSubPr>
                          <m:ctrlPr>
                            <a:rPr lang="de-DE" b="0" i="1" smtClean="0">
                              <a:latin typeface="Cambria Math" panose="02040503050406030204" pitchFamily="18" charset="0"/>
                            </a:rPr>
                          </m:ctrlPr>
                        </m:sSubPr>
                        <m:e>
                          <m:r>
                            <m:rPr>
                              <m:sty m:val="p"/>
                            </m:rPr>
                            <a:rPr lang="de-DE" b="0" i="1" smtClean="0">
                              <a:latin typeface="Cambria Math" panose="02040503050406030204" pitchFamily="18" charset="0"/>
                            </a:rPr>
                            <m:t>m</m:t>
                          </m:r>
                        </m:e>
                        <m:sub>
                          <m:r>
                            <m:rPr>
                              <m:sty m:val="p"/>
                            </m:rPr>
                            <a:rPr lang="de-DE" b="0" i="1" smtClean="0">
                              <a:latin typeface="Cambria Math" panose="02040503050406030204" pitchFamily="18" charset="0"/>
                            </a:rPr>
                            <m:t>in</m:t>
                          </m:r>
                        </m:sub>
                      </m:sSub>
                    </m:oMath>
                  </m:oMathPara>
                </a14:m>
                <a:endParaRPr lang="en-US" dirty="0"/>
              </a:p>
            </p:txBody>
          </p:sp>
        </mc:Choice>
        <mc:Fallback xmlns="">
          <p:sp>
            <p:nvSpPr>
              <p:cNvPr id="67" name="TextBox 66">
                <a:extLst>
                  <a:ext uri="{FF2B5EF4-FFF2-40B4-BE49-F238E27FC236}">
                    <a16:creationId xmlns:a16="http://schemas.microsoft.com/office/drawing/2014/main" id="{BFBD6A83-5123-D968-6A68-5D7F08DE956B}"/>
                  </a:ext>
                </a:extLst>
              </p:cNvPr>
              <p:cNvSpPr txBox="1">
                <a:spLocks noRot="1" noChangeAspect="1" noMove="1" noResize="1" noEditPoints="1" noAdjustHandles="1" noChangeArrowheads="1" noChangeShapeType="1" noTextEdit="1"/>
              </p:cNvSpPr>
              <p:nvPr/>
            </p:nvSpPr>
            <p:spPr>
              <a:xfrm>
                <a:off x="3" y="1445647"/>
                <a:ext cx="593368" cy="369332"/>
              </a:xfrm>
              <a:prstGeom prst="rect">
                <a:avLst/>
              </a:prstGeom>
              <a:blipFill>
                <a:blip r:embed="rId8"/>
                <a:stretch>
                  <a:fillRect/>
                </a:stretch>
              </a:blipFill>
            </p:spPr>
            <p:txBody>
              <a:bodyPr/>
              <a:lstStyle/>
              <a:p>
                <a:r>
                  <a:rPr lang="en-US">
                    <a:noFill/>
                  </a:rPr>
                  <a:t> </a:t>
                </a:r>
              </a:p>
            </p:txBody>
          </p:sp>
        </mc:Fallback>
      </mc:AlternateContent>
      <p:sp>
        <p:nvSpPr>
          <p:cNvPr id="78" name="Rectangle 77">
            <a:extLst>
              <a:ext uri="{FF2B5EF4-FFF2-40B4-BE49-F238E27FC236}">
                <a16:creationId xmlns:a16="http://schemas.microsoft.com/office/drawing/2014/main" id="{FD48B995-143F-3ECE-7A65-E48BEAB2C9A2}"/>
              </a:ext>
            </a:extLst>
          </p:cNvPr>
          <p:cNvSpPr/>
          <p:nvPr/>
        </p:nvSpPr>
        <p:spPr>
          <a:xfrm>
            <a:off x="813767" y="311940"/>
            <a:ext cx="2873133" cy="2222154"/>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79" name="TextBox 78">
            <a:extLst>
              <a:ext uri="{FF2B5EF4-FFF2-40B4-BE49-F238E27FC236}">
                <a16:creationId xmlns:a16="http://schemas.microsoft.com/office/drawing/2014/main" id="{E55E8606-3DB6-A99D-50FF-2CE606BC218C}"/>
              </a:ext>
            </a:extLst>
          </p:cNvPr>
          <p:cNvSpPr txBox="1"/>
          <p:nvPr/>
        </p:nvSpPr>
        <p:spPr>
          <a:xfrm>
            <a:off x="787443" y="311939"/>
            <a:ext cx="1362617" cy="584775"/>
          </a:xfrm>
          <a:prstGeom prst="rect">
            <a:avLst/>
          </a:prstGeom>
          <a:noFill/>
        </p:spPr>
        <p:txBody>
          <a:bodyPr wrap="none" rtlCol="0">
            <a:spAutoFit/>
          </a:bodyPr>
          <a:lstStyle/>
          <a:p>
            <a:r>
              <a:rPr lang="en-US" sz="1600" dirty="0"/>
              <a:t>Chemical</a:t>
            </a:r>
            <a:br>
              <a:rPr lang="en-US" sz="1600" dirty="0"/>
            </a:br>
            <a:r>
              <a:rPr lang="en-US" sz="1600" dirty="0"/>
              <a:t>Differentiator</a:t>
            </a:r>
          </a:p>
        </p:txBody>
      </p:sp>
      <p:sp>
        <p:nvSpPr>
          <p:cNvPr id="81" name="Oval 80">
            <a:extLst>
              <a:ext uri="{FF2B5EF4-FFF2-40B4-BE49-F238E27FC236}">
                <a16:creationId xmlns:a16="http://schemas.microsoft.com/office/drawing/2014/main" id="{41B66B34-1989-E88C-F2F8-170EBE294C72}"/>
              </a:ext>
            </a:extLst>
          </p:cNvPr>
          <p:cNvSpPr>
            <a:spLocks noChangeAspect="1"/>
          </p:cNvSpPr>
          <p:nvPr/>
        </p:nvSpPr>
        <p:spPr>
          <a:xfrm>
            <a:off x="1051702" y="1100334"/>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82" name="TextBox 81">
                <a:extLst>
                  <a:ext uri="{FF2B5EF4-FFF2-40B4-BE49-F238E27FC236}">
                    <a16:creationId xmlns:a16="http://schemas.microsoft.com/office/drawing/2014/main" id="{13BA2B7E-010F-02E1-0777-3EC7BC31C441}"/>
                  </a:ext>
                </a:extLst>
              </p:cNvPr>
              <p:cNvSpPr txBox="1"/>
              <p:nvPr/>
            </p:nvSpPr>
            <p:spPr>
              <a:xfrm>
                <a:off x="996675" y="1076178"/>
                <a:ext cx="518558"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Df</m:t>
                          </m:r>
                        </m:sub>
                      </m:sSub>
                    </m:oMath>
                  </m:oMathPara>
                </a14:m>
                <a:endParaRPr lang="en-US" dirty="0">
                  <a:solidFill>
                    <a:schemeClr val="bg1"/>
                  </a:solidFill>
                </a:endParaRPr>
              </a:p>
            </p:txBody>
          </p:sp>
        </mc:Choice>
        <mc:Fallback xmlns="">
          <p:sp>
            <p:nvSpPr>
              <p:cNvPr id="82" name="TextBox 81">
                <a:extLst>
                  <a:ext uri="{FF2B5EF4-FFF2-40B4-BE49-F238E27FC236}">
                    <a16:creationId xmlns:a16="http://schemas.microsoft.com/office/drawing/2014/main" id="{13BA2B7E-010F-02E1-0777-3EC7BC31C441}"/>
                  </a:ext>
                </a:extLst>
              </p:cNvPr>
              <p:cNvSpPr txBox="1">
                <a:spLocks noRot="1" noChangeAspect="1" noMove="1" noResize="1" noEditPoints="1" noAdjustHandles="1" noChangeArrowheads="1" noChangeShapeType="1" noTextEdit="1"/>
              </p:cNvSpPr>
              <p:nvPr/>
            </p:nvSpPr>
            <p:spPr>
              <a:xfrm>
                <a:off x="996675" y="1076178"/>
                <a:ext cx="518558" cy="369332"/>
              </a:xfrm>
              <a:prstGeom prst="rect">
                <a:avLst/>
              </a:prstGeom>
              <a:blipFill>
                <a:blip r:embed="rId9"/>
                <a:stretch>
                  <a:fillRect/>
                </a:stretch>
              </a:blipFill>
            </p:spPr>
            <p:txBody>
              <a:bodyPr/>
              <a:lstStyle/>
              <a:p>
                <a:r>
                  <a:rPr lang="en-US">
                    <a:noFill/>
                  </a:rPr>
                  <a:t> </a:t>
                </a:r>
              </a:p>
            </p:txBody>
          </p:sp>
        </mc:Fallback>
      </mc:AlternateContent>
      <p:sp>
        <p:nvSpPr>
          <p:cNvPr id="83" name="Oval 82">
            <a:extLst>
              <a:ext uri="{FF2B5EF4-FFF2-40B4-BE49-F238E27FC236}">
                <a16:creationId xmlns:a16="http://schemas.microsoft.com/office/drawing/2014/main" id="{23A624FB-2512-44F4-8B2C-C8BAA1AA2870}"/>
              </a:ext>
            </a:extLst>
          </p:cNvPr>
          <p:cNvSpPr>
            <a:spLocks noChangeAspect="1"/>
          </p:cNvSpPr>
          <p:nvPr/>
        </p:nvSpPr>
        <p:spPr>
          <a:xfrm>
            <a:off x="1155183" y="1993690"/>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85" name="TextBox 84">
                <a:extLst>
                  <a:ext uri="{FF2B5EF4-FFF2-40B4-BE49-F238E27FC236}">
                    <a16:creationId xmlns:a16="http://schemas.microsoft.com/office/drawing/2014/main" id="{33B6D3FF-7608-9B68-FDF8-FACC4FD87AA8}"/>
                  </a:ext>
                </a:extLst>
              </p:cNvPr>
              <p:cNvSpPr txBox="1"/>
              <p:nvPr/>
            </p:nvSpPr>
            <p:spPr>
              <a:xfrm>
                <a:off x="1097396" y="1985666"/>
                <a:ext cx="518558"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Ds</m:t>
                          </m:r>
                        </m:sub>
                      </m:sSub>
                    </m:oMath>
                  </m:oMathPara>
                </a14:m>
                <a:endParaRPr lang="en-US" dirty="0">
                  <a:solidFill>
                    <a:schemeClr val="bg1"/>
                  </a:solidFill>
                </a:endParaRPr>
              </a:p>
            </p:txBody>
          </p:sp>
        </mc:Choice>
        <mc:Fallback xmlns="">
          <p:sp>
            <p:nvSpPr>
              <p:cNvPr id="85" name="TextBox 84">
                <a:extLst>
                  <a:ext uri="{FF2B5EF4-FFF2-40B4-BE49-F238E27FC236}">
                    <a16:creationId xmlns:a16="http://schemas.microsoft.com/office/drawing/2014/main" id="{33B6D3FF-7608-9B68-FDF8-FACC4FD87AA8}"/>
                  </a:ext>
                </a:extLst>
              </p:cNvPr>
              <p:cNvSpPr txBox="1">
                <a:spLocks noRot="1" noChangeAspect="1" noMove="1" noResize="1" noEditPoints="1" noAdjustHandles="1" noChangeArrowheads="1" noChangeShapeType="1" noTextEdit="1"/>
              </p:cNvSpPr>
              <p:nvPr/>
            </p:nvSpPr>
            <p:spPr>
              <a:xfrm>
                <a:off x="1097396" y="1985666"/>
                <a:ext cx="518558" cy="369332"/>
              </a:xfrm>
              <a:prstGeom prst="rect">
                <a:avLst/>
              </a:prstGeom>
              <a:blipFill>
                <a:blip r:embed="rId10"/>
                <a:stretch>
                  <a:fillRect/>
                </a:stretch>
              </a:blipFill>
            </p:spPr>
            <p:txBody>
              <a:bodyPr/>
              <a:lstStyle/>
              <a:p>
                <a:r>
                  <a:rPr lang="en-US">
                    <a:noFill/>
                  </a:rPr>
                  <a:t> </a:t>
                </a:r>
              </a:p>
            </p:txBody>
          </p:sp>
        </mc:Fallback>
      </mc:AlternateContent>
      <p:sp>
        <p:nvSpPr>
          <p:cNvPr id="86" name="Oval 85">
            <a:extLst>
              <a:ext uri="{FF2B5EF4-FFF2-40B4-BE49-F238E27FC236}">
                <a16:creationId xmlns:a16="http://schemas.microsoft.com/office/drawing/2014/main" id="{767C1653-D27E-F3AB-4ACF-0DA4B3F379FE}"/>
              </a:ext>
            </a:extLst>
          </p:cNvPr>
          <p:cNvSpPr>
            <a:spLocks noChangeAspect="1"/>
          </p:cNvSpPr>
          <p:nvPr/>
        </p:nvSpPr>
        <p:spPr>
          <a:xfrm>
            <a:off x="2221390" y="1104191"/>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87" name="TextBox 86">
                <a:extLst>
                  <a:ext uri="{FF2B5EF4-FFF2-40B4-BE49-F238E27FC236}">
                    <a16:creationId xmlns:a16="http://schemas.microsoft.com/office/drawing/2014/main" id="{4D2C0583-2C44-AC97-E62E-B88601E257C7}"/>
                  </a:ext>
                </a:extLst>
              </p:cNvPr>
              <p:cNvSpPr txBox="1"/>
              <p:nvPr/>
            </p:nvSpPr>
            <p:spPr>
              <a:xfrm>
                <a:off x="2166529" y="1075615"/>
                <a:ext cx="518558" cy="394019"/>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Dp</m:t>
                          </m:r>
                        </m:sub>
                      </m:sSub>
                    </m:oMath>
                  </m:oMathPara>
                </a14:m>
                <a:endParaRPr lang="en-US" dirty="0">
                  <a:solidFill>
                    <a:schemeClr val="bg1"/>
                  </a:solidFill>
                </a:endParaRPr>
              </a:p>
            </p:txBody>
          </p:sp>
        </mc:Choice>
        <mc:Fallback xmlns="">
          <p:sp>
            <p:nvSpPr>
              <p:cNvPr id="87" name="TextBox 86">
                <a:extLst>
                  <a:ext uri="{FF2B5EF4-FFF2-40B4-BE49-F238E27FC236}">
                    <a16:creationId xmlns:a16="http://schemas.microsoft.com/office/drawing/2014/main" id="{4D2C0583-2C44-AC97-E62E-B88601E257C7}"/>
                  </a:ext>
                </a:extLst>
              </p:cNvPr>
              <p:cNvSpPr txBox="1">
                <a:spLocks noRot="1" noChangeAspect="1" noMove="1" noResize="1" noEditPoints="1" noAdjustHandles="1" noChangeArrowheads="1" noChangeShapeType="1" noTextEdit="1"/>
              </p:cNvSpPr>
              <p:nvPr/>
            </p:nvSpPr>
            <p:spPr>
              <a:xfrm>
                <a:off x="2166529" y="1075615"/>
                <a:ext cx="518558" cy="394019"/>
              </a:xfrm>
              <a:prstGeom prst="rect">
                <a:avLst/>
              </a:prstGeom>
              <a:blipFill>
                <a:blip r:embed="rId11"/>
                <a:stretch>
                  <a:fillRect b="-7692"/>
                </a:stretch>
              </a:blipFill>
            </p:spPr>
            <p:txBody>
              <a:bodyPr/>
              <a:lstStyle/>
              <a:p>
                <a:r>
                  <a:rPr lang="en-US">
                    <a:noFill/>
                  </a:rPr>
                  <a:t> </a:t>
                </a:r>
              </a:p>
            </p:txBody>
          </p:sp>
        </mc:Fallback>
      </mc:AlternateContent>
      <p:cxnSp>
        <p:nvCxnSpPr>
          <p:cNvPr id="89" name="Straight Arrow Connector 88">
            <a:extLst>
              <a:ext uri="{FF2B5EF4-FFF2-40B4-BE49-F238E27FC236}">
                <a16:creationId xmlns:a16="http://schemas.microsoft.com/office/drawing/2014/main" id="{58B4EAD9-B733-9F2C-F17F-98C728C6DEA1}"/>
              </a:ext>
            </a:extLst>
          </p:cNvPr>
          <p:cNvCxnSpPr>
            <a:cxnSpLocks/>
            <a:stCxn id="67" idx="3"/>
            <a:endCxn id="81" idx="2"/>
          </p:cNvCxnSpPr>
          <p:nvPr/>
        </p:nvCxnSpPr>
        <p:spPr>
          <a:xfrm flipV="1">
            <a:off x="593371" y="1291042"/>
            <a:ext cx="458331" cy="339271"/>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0" name="Straight Arrow Connector 89">
            <a:extLst>
              <a:ext uri="{FF2B5EF4-FFF2-40B4-BE49-F238E27FC236}">
                <a16:creationId xmlns:a16="http://schemas.microsoft.com/office/drawing/2014/main" id="{28393705-589D-BF84-9EB7-DDB3C10BFC6A}"/>
              </a:ext>
            </a:extLst>
          </p:cNvPr>
          <p:cNvCxnSpPr>
            <a:cxnSpLocks/>
            <a:stCxn id="67" idx="3"/>
            <a:endCxn id="83" idx="2"/>
          </p:cNvCxnSpPr>
          <p:nvPr/>
        </p:nvCxnSpPr>
        <p:spPr>
          <a:xfrm>
            <a:off x="593371" y="1630313"/>
            <a:ext cx="561812" cy="554085"/>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1" name="Straight Arrow Connector 90">
            <a:extLst>
              <a:ext uri="{FF2B5EF4-FFF2-40B4-BE49-F238E27FC236}">
                <a16:creationId xmlns:a16="http://schemas.microsoft.com/office/drawing/2014/main" id="{66526273-1EA6-FD7E-86A0-163B8F3960AB}"/>
              </a:ext>
            </a:extLst>
          </p:cNvPr>
          <p:cNvCxnSpPr>
            <a:cxnSpLocks/>
            <a:stCxn id="81" idx="6"/>
            <a:endCxn id="86" idx="2"/>
          </p:cNvCxnSpPr>
          <p:nvPr/>
        </p:nvCxnSpPr>
        <p:spPr>
          <a:xfrm>
            <a:off x="1433116" y="1291042"/>
            <a:ext cx="788274" cy="3858"/>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2" name="Straight Arrow Connector 91">
            <a:extLst>
              <a:ext uri="{FF2B5EF4-FFF2-40B4-BE49-F238E27FC236}">
                <a16:creationId xmlns:a16="http://schemas.microsoft.com/office/drawing/2014/main" id="{502AC475-7E23-068E-56DB-B7D917889791}"/>
              </a:ext>
            </a:extLst>
          </p:cNvPr>
          <p:cNvCxnSpPr>
            <a:cxnSpLocks/>
            <a:stCxn id="83" idx="6"/>
            <a:endCxn id="98" idx="2"/>
          </p:cNvCxnSpPr>
          <p:nvPr/>
        </p:nvCxnSpPr>
        <p:spPr>
          <a:xfrm>
            <a:off x="1536597" y="2184398"/>
            <a:ext cx="1447412" cy="33588"/>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3" name="Straight Arrow Connector 92">
            <a:extLst>
              <a:ext uri="{FF2B5EF4-FFF2-40B4-BE49-F238E27FC236}">
                <a16:creationId xmlns:a16="http://schemas.microsoft.com/office/drawing/2014/main" id="{2FAA6B8B-8E98-9539-0D5E-B9FAA212667D}"/>
              </a:ext>
            </a:extLst>
          </p:cNvPr>
          <p:cNvCxnSpPr>
            <a:cxnSpLocks/>
            <a:stCxn id="86" idx="6"/>
          </p:cNvCxnSpPr>
          <p:nvPr/>
        </p:nvCxnSpPr>
        <p:spPr>
          <a:xfrm>
            <a:off x="2602804" y="1294899"/>
            <a:ext cx="1532016" cy="14542"/>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94" name="TextBox 93">
                <a:extLst>
                  <a:ext uri="{FF2B5EF4-FFF2-40B4-BE49-F238E27FC236}">
                    <a16:creationId xmlns:a16="http://schemas.microsoft.com/office/drawing/2014/main" id="{792B87A6-4D08-13A6-1598-EBFB4077C454}"/>
                  </a:ext>
                </a:extLst>
              </p:cNvPr>
              <p:cNvSpPr txBox="1"/>
              <p:nvPr/>
            </p:nvSpPr>
            <p:spPr>
              <a:xfrm>
                <a:off x="2910704" y="926659"/>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d</m:t>
                          </m:r>
                        </m:sub>
                      </m:sSub>
                    </m:oMath>
                  </m:oMathPara>
                </a14:m>
                <a:endParaRPr lang="en-US" dirty="0">
                  <a:solidFill>
                    <a:schemeClr val="tx1"/>
                  </a:solidFill>
                </a:endParaRPr>
              </a:p>
            </p:txBody>
          </p:sp>
        </mc:Choice>
        <mc:Fallback xmlns="">
          <p:sp>
            <p:nvSpPr>
              <p:cNvPr id="94" name="TextBox 93">
                <a:extLst>
                  <a:ext uri="{FF2B5EF4-FFF2-40B4-BE49-F238E27FC236}">
                    <a16:creationId xmlns:a16="http://schemas.microsoft.com/office/drawing/2014/main" id="{792B87A6-4D08-13A6-1598-EBFB4077C454}"/>
                  </a:ext>
                </a:extLst>
              </p:cNvPr>
              <p:cNvSpPr txBox="1">
                <a:spLocks noRot="1" noChangeAspect="1" noMove="1" noResize="1" noEditPoints="1" noAdjustHandles="1" noChangeArrowheads="1" noChangeShapeType="1" noTextEdit="1"/>
              </p:cNvSpPr>
              <p:nvPr/>
            </p:nvSpPr>
            <p:spPr>
              <a:xfrm>
                <a:off x="2910704" y="926659"/>
                <a:ext cx="507796" cy="369332"/>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5" name="TextBox 94">
                <a:extLst>
                  <a:ext uri="{FF2B5EF4-FFF2-40B4-BE49-F238E27FC236}">
                    <a16:creationId xmlns:a16="http://schemas.microsoft.com/office/drawing/2014/main" id="{295B783D-6BB4-4E8A-387E-859E291E662B}"/>
                  </a:ext>
                </a:extLst>
              </p:cNvPr>
              <p:cNvSpPr txBox="1"/>
              <p:nvPr/>
            </p:nvSpPr>
            <p:spPr>
              <a:xfrm>
                <a:off x="1551728" y="914064"/>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Df</m:t>
                          </m:r>
                        </m:sub>
                      </m:sSub>
                    </m:oMath>
                  </m:oMathPara>
                </a14:m>
                <a:endParaRPr lang="en-US" dirty="0">
                  <a:solidFill>
                    <a:schemeClr val="tx1"/>
                  </a:solidFill>
                </a:endParaRPr>
              </a:p>
            </p:txBody>
          </p:sp>
        </mc:Choice>
        <mc:Fallback xmlns="">
          <p:sp>
            <p:nvSpPr>
              <p:cNvPr id="95" name="TextBox 94">
                <a:extLst>
                  <a:ext uri="{FF2B5EF4-FFF2-40B4-BE49-F238E27FC236}">
                    <a16:creationId xmlns:a16="http://schemas.microsoft.com/office/drawing/2014/main" id="{295B783D-6BB4-4E8A-387E-859E291E662B}"/>
                  </a:ext>
                </a:extLst>
              </p:cNvPr>
              <p:cNvSpPr txBox="1">
                <a:spLocks noRot="1" noChangeAspect="1" noMove="1" noResize="1" noEditPoints="1" noAdjustHandles="1" noChangeArrowheads="1" noChangeShapeType="1" noTextEdit="1"/>
              </p:cNvSpPr>
              <p:nvPr/>
            </p:nvSpPr>
            <p:spPr>
              <a:xfrm>
                <a:off x="1551728" y="914064"/>
                <a:ext cx="507796" cy="369332"/>
              </a:xfrm>
              <a:prstGeom prst="rect">
                <a:avLst/>
              </a:prstGeom>
              <a:blipFill>
                <a:blip r:embed="rId13"/>
                <a:stretch>
                  <a:fillRect r="-481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7" name="TextBox 96">
                <a:extLst>
                  <a:ext uri="{FF2B5EF4-FFF2-40B4-BE49-F238E27FC236}">
                    <a16:creationId xmlns:a16="http://schemas.microsoft.com/office/drawing/2014/main" id="{83D17FFB-8D29-8574-FA89-03CBD1ACFE04}"/>
                  </a:ext>
                </a:extLst>
              </p:cNvPr>
              <p:cNvSpPr txBox="1"/>
              <p:nvPr/>
            </p:nvSpPr>
            <p:spPr>
              <a:xfrm>
                <a:off x="1957369" y="2148694"/>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Ds</m:t>
                          </m:r>
                        </m:sub>
                      </m:sSub>
                    </m:oMath>
                  </m:oMathPara>
                </a14:m>
                <a:endParaRPr lang="en-US" dirty="0">
                  <a:solidFill>
                    <a:schemeClr val="tx1"/>
                  </a:solidFill>
                </a:endParaRPr>
              </a:p>
            </p:txBody>
          </p:sp>
        </mc:Choice>
        <mc:Fallback xmlns="">
          <p:sp>
            <p:nvSpPr>
              <p:cNvPr id="97" name="TextBox 96">
                <a:extLst>
                  <a:ext uri="{FF2B5EF4-FFF2-40B4-BE49-F238E27FC236}">
                    <a16:creationId xmlns:a16="http://schemas.microsoft.com/office/drawing/2014/main" id="{83D17FFB-8D29-8574-FA89-03CBD1ACFE04}"/>
                  </a:ext>
                </a:extLst>
              </p:cNvPr>
              <p:cNvSpPr txBox="1">
                <a:spLocks noRot="1" noChangeAspect="1" noMove="1" noResize="1" noEditPoints="1" noAdjustHandles="1" noChangeArrowheads="1" noChangeShapeType="1" noTextEdit="1"/>
              </p:cNvSpPr>
              <p:nvPr/>
            </p:nvSpPr>
            <p:spPr>
              <a:xfrm>
                <a:off x="1957369" y="2148694"/>
                <a:ext cx="507796" cy="369332"/>
              </a:xfrm>
              <a:prstGeom prst="rect">
                <a:avLst/>
              </a:prstGeom>
              <a:blipFill>
                <a:blip r:embed="rId14"/>
                <a:stretch>
                  <a:fillRect r="-8434"/>
                </a:stretch>
              </a:blipFill>
            </p:spPr>
            <p:txBody>
              <a:bodyPr/>
              <a:lstStyle/>
              <a:p>
                <a:r>
                  <a:rPr lang="en-US">
                    <a:noFill/>
                  </a:rPr>
                  <a:t> </a:t>
                </a:r>
              </a:p>
            </p:txBody>
          </p:sp>
        </mc:Fallback>
      </mc:AlternateContent>
      <p:sp>
        <p:nvSpPr>
          <p:cNvPr id="98" name="Oval 97">
            <a:extLst>
              <a:ext uri="{FF2B5EF4-FFF2-40B4-BE49-F238E27FC236}">
                <a16:creationId xmlns:a16="http://schemas.microsoft.com/office/drawing/2014/main" id="{27F1B40E-D109-BA02-6157-2DA54261E792}"/>
              </a:ext>
            </a:extLst>
          </p:cNvPr>
          <p:cNvSpPr>
            <a:spLocks noChangeAspect="1"/>
          </p:cNvSpPr>
          <p:nvPr/>
        </p:nvSpPr>
        <p:spPr>
          <a:xfrm>
            <a:off x="2984009" y="2027278"/>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100" name="TextBox 99">
                <a:extLst>
                  <a:ext uri="{FF2B5EF4-FFF2-40B4-BE49-F238E27FC236}">
                    <a16:creationId xmlns:a16="http://schemas.microsoft.com/office/drawing/2014/main" id="{6564BBDE-707A-4A1C-7920-74639D55D755}"/>
                  </a:ext>
                </a:extLst>
              </p:cNvPr>
              <p:cNvSpPr txBox="1"/>
              <p:nvPr/>
            </p:nvSpPr>
            <p:spPr>
              <a:xfrm>
                <a:off x="2918454" y="1988926"/>
                <a:ext cx="518558"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Di</m:t>
                          </m:r>
                        </m:sub>
                      </m:sSub>
                    </m:oMath>
                  </m:oMathPara>
                </a14:m>
                <a:endParaRPr lang="en-US" dirty="0">
                  <a:solidFill>
                    <a:schemeClr val="bg1"/>
                  </a:solidFill>
                </a:endParaRPr>
              </a:p>
            </p:txBody>
          </p:sp>
        </mc:Choice>
        <mc:Fallback xmlns="">
          <p:sp>
            <p:nvSpPr>
              <p:cNvPr id="100" name="TextBox 99">
                <a:extLst>
                  <a:ext uri="{FF2B5EF4-FFF2-40B4-BE49-F238E27FC236}">
                    <a16:creationId xmlns:a16="http://schemas.microsoft.com/office/drawing/2014/main" id="{6564BBDE-707A-4A1C-7920-74639D55D755}"/>
                  </a:ext>
                </a:extLst>
              </p:cNvPr>
              <p:cNvSpPr txBox="1">
                <a:spLocks noRot="1" noChangeAspect="1" noMove="1" noResize="1" noEditPoints="1" noAdjustHandles="1" noChangeArrowheads="1" noChangeShapeType="1" noTextEdit="1"/>
              </p:cNvSpPr>
              <p:nvPr/>
            </p:nvSpPr>
            <p:spPr>
              <a:xfrm>
                <a:off x="2918454" y="1988926"/>
                <a:ext cx="518558" cy="369332"/>
              </a:xfrm>
              <a:prstGeom prst="rect">
                <a:avLst/>
              </a:prstGeom>
              <a:blipFill>
                <a:blip r:embed="rId15"/>
                <a:stretch>
                  <a:fillRect/>
                </a:stretch>
              </a:blipFill>
            </p:spPr>
            <p:txBody>
              <a:bodyPr/>
              <a:lstStyle/>
              <a:p>
                <a:r>
                  <a:rPr lang="en-US">
                    <a:noFill/>
                  </a:rPr>
                  <a:t> </a:t>
                </a:r>
              </a:p>
            </p:txBody>
          </p:sp>
        </mc:Fallback>
      </mc:AlternateContent>
      <p:cxnSp>
        <p:nvCxnSpPr>
          <p:cNvPr id="101" name="Straight Arrow Connector 100">
            <a:extLst>
              <a:ext uri="{FF2B5EF4-FFF2-40B4-BE49-F238E27FC236}">
                <a16:creationId xmlns:a16="http://schemas.microsoft.com/office/drawing/2014/main" id="{CC79FE2A-EC57-9D46-DE98-2D63A29ADD23}"/>
              </a:ext>
            </a:extLst>
          </p:cNvPr>
          <p:cNvCxnSpPr>
            <a:cxnSpLocks/>
            <a:stCxn id="94" idx="2"/>
            <a:endCxn id="98" idx="0"/>
          </p:cNvCxnSpPr>
          <p:nvPr/>
        </p:nvCxnSpPr>
        <p:spPr>
          <a:xfrm>
            <a:off x="3164602" y="1295991"/>
            <a:ext cx="10114" cy="731287"/>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09" name="TextBox 108">
                <a:extLst>
                  <a:ext uri="{FF2B5EF4-FFF2-40B4-BE49-F238E27FC236}">
                    <a16:creationId xmlns:a16="http://schemas.microsoft.com/office/drawing/2014/main" id="{64610A63-DCCD-A83E-B281-2A1F8318DBB4}"/>
                  </a:ext>
                </a:extLst>
              </p:cNvPr>
              <p:cNvSpPr txBox="1"/>
              <p:nvPr/>
            </p:nvSpPr>
            <p:spPr>
              <a:xfrm>
                <a:off x="3796744" y="817909"/>
                <a:ext cx="578427" cy="400110"/>
              </a:xfrm>
              <a:prstGeom prst="rect">
                <a:avLst/>
              </a:prstGeom>
              <a:noFill/>
            </p:spPr>
            <p:txBody>
              <a:bodyPr wrap="none" rtlCol="0">
                <a:spAutoFit/>
              </a:bodyPr>
              <a:lstStyle/>
              <a:p>
                <a:pPr/>
                <a14:m>
                  <m:oMathPara xmlns:m="http://schemas.openxmlformats.org/officeDocument/2006/math">
                    <m:oMath>
                      <m:sSub>
                        <m:sSubPr>
                          <m:ctrlPr>
                            <a:rPr lang="de-DE" sz="2000" b="0" i="1" smtClean="0">
                              <a:latin typeface="Cambria Math" panose="02040503050406030204" pitchFamily="18" charset="0"/>
                            </a:rPr>
                          </m:ctrlPr>
                        </m:sSubPr>
                        <m:e>
                          <m:r>
                            <m:rPr>
                              <m:sty m:val="p"/>
                            </m:rPr>
                            <a:rPr lang="de-DE" sz="2000" b="0" i="1" smtClean="0">
                              <a:latin typeface="Cambria Math" panose="02040503050406030204" pitchFamily="18" charset="0"/>
                            </a:rPr>
                            <m:t>m</m:t>
                          </m:r>
                        </m:e>
                        <m:sub>
                          <m:r>
                            <m:rPr>
                              <m:sty m:val="p"/>
                            </m:rPr>
                            <a:rPr lang="de-DE" sz="2000" b="0" i="1" smtClean="0">
                              <a:latin typeface="Cambria Math" panose="02040503050406030204" pitchFamily="18" charset="0"/>
                            </a:rPr>
                            <m:t>d</m:t>
                          </m:r>
                        </m:sub>
                      </m:sSub>
                    </m:oMath>
                  </m:oMathPara>
                </a14:m>
                <a:endParaRPr lang="en-US" sz="2000" dirty="0"/>
              </a:p>
            </p:txBody>
          </p:sp>
        </mc:Choice>
        <mc:Fallback xmlns="">
          <p:sp>
            <p:nvSpPr>
              <p:cNvPr id="109" name="TextBox 108">
                <a:extLst>
                  <a:ext uri="{FF2B5EF4-FFF2-40B4-BE49-F238E27FC236}">
                    <a16:creationId xmlns:a16="http://schemas.microsoft.com/office/drawing/2014/main" id="{64610A63-DCCD-A83E-B281-2A1F8318DBB4}"/>
                  </a:ext>
                </a:extLst>
              </p:cNvPr>
              <p:cNvSpPr txBox="1">
                <a:spLocks noRot="1" noChangeAspect="1" noMove="1" noResize="1" noEditPoints="1" noAdjustHandles="1" noChangeArrowheads="1" noChangeShapeType="1" noTextEdit="1"/>
              </p:cNvSpPr>
              <p:nvPr/>
            </p:nvSpPr>
            <p:spPr>
              <a:xfrm>
                <a:off x="3796744" y="817909"/>
                <a:ext cx="578427" cy="400110"/>
              </a:xfrm>
              <a:prstGeom prst="rect">
                <a:avLst/>
              </a:prstGeom>
              <a:blipFill>
                <a:blip r:embed="rId16"/>
                <a:stretch>
                  <a:fillRect b="-151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2" name="TextBox 111">
                <a:extLst>
                  <a:ext uri="{FF2B5EF4-FFF2-40B4-BE49-F238E27FC236}">
                    <a16:creationId xmlns:a16="http://schemas.microsoft.com/office/drawing/2014/main" id="{DFC79169-8AC7-C7DE-5E83-E07E96BC56E8}"/>
                  </a:ext>
                </a:extLst>
              </p:cNvPr>
              <p:cNvSpPr txBox="1"/>
              <p:nvPr/>
            </p:nvSpPr>
            <p:spPr>
              <a:xfrm>
                <a:off x="7415257" y="274596"/>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c</m:t>
                          </m:r>
                        </m:sub>
                      </m:sSub>
                    </m:oMath>
                  </m:oMathPara>
                </a14:m>
                <a:endParaRPr lang="en-US" dirty="0">
                  <a:solidFill>
                    <a:schemeClr val="tx1"/>
                  </a:solidFill>
                </a:endParaRPr>
              </a:p>
            </p:txBody>
          </p:sp>
        </mc:Choice>
        <mc:Fallback xmlns="">
          <p:sp>
            <p:nvSpPr>
              <p:cNvPr id="112" name="TextBox 111">
                <a:extLst>
                  <a:ext uri="{FF2B5EF4-FFF2-40B4-BE49-F238E27FC236}">
                    <a16:creationId xmlns:a16="http://schemas.microsoft.com/office/drawing/2014/main" id="{DFC79169-8AC7-C7DE-5E83-E07E96BC56E8}"/>
                  </a:ext>
                </a:extLst>
              </p:cNvPr>
              <p:cNvSpPr txBox="1">
                <a:spLocks noRot="1" noChangeAspect="1" noMove="1" noResize="1" noEditPoints="1" noAdjustHandles="1" noChangeArrowheads="1" noChangeShapeType="1" noTextEdit="1"/>
              </p:cNvSpPr>
              <p:nvPr/>
            </p:nvSpPr>
            <p:spPr>
              <a:xfrm>
                <a:off x="7415257" y="274596"/>
                <a:ext cx="507796" cy="369332"/>
              </a:xfrm>
              <a:prstGeom prst="rect">
                <a:avLst/>
              </a:prstGeom>
              <a:blipFill>
                <a:blip r:embed="rId17"/>
                <a:stretch>
                  <a:fillRect/>
                </a:stretch>
              </a:blipFill>
            </p:spPr>
            <p:txBody>
              <a:bodyPr/>
              <a:lstStyle/>
              <a:p>
                <a:r>
                  <a:rPr lang="en-US">
                    <a:noFill/>
                  </a:rPr>
                  <a:t> </a:t>
                </a:r>
              </a:p>
            </p:txBody>
          </p:sp>
        </mc:Fallback>
      </mc:AlternateContent>
      <p:sp>
        <p:nvSpPr>
          <p:cNvPr id="30" name="Oval 29">
            <a:extLst>
              <a:ext uri="{FF2B5EF4-FFF2-40B4-BE49-F238E27FC236}">
                <a16:creationId xmlns:a16="http://schemas.microsoft.com/office/drawing/2014/main" id="{64E472C5-BDF3-E840-063A-FE7600A8843A}"/>
              </a:ext>
            </a:extLst>
          </p:cNvPr>
          <p:cNvSpPr>
            <a:spLocks noChangeAspect="1"/>
          </p:cNvSpPr>
          <p:nvPr/>
        </p:nvSpPr>
        <p:spPr>
          <a:xfrm>
            <a:off x="9575982" y="166731"/>
            <a:ext cx="410141" cy="41014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1" name="Oval 30">
            <a:extLst>
              <a:ext uri="{FF2B5EF4-FFF2-40B4-BE49-F238E27FC236}">
                <a16:creationId xmlns:a16="http://schemas.microsoft.com/office/drawing/2014/main" id="{DF0CCA13-7D8C-10BF-6E34-CDB14E4F796E}"/>
              </a:ext>
            </a:extLst>
          </p:cNvPr>
          <p:cNvSpPr>
            <a:spLocks noChangeAspect="1"/>
          </p:cNvSpPr>
          <p:nvPr/>
        </p:nvSpPr>
        <p:spPr>
          <a:xfrm>
            <a:off x="9585692" y="2037834"/>
            <a:ext cx="410141" cy="41014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32" name="Straight Arrow Connector 31">
            <a:extLst>
              <a:ext uri="{FF2B5EF4-FFF2-40B4-BE49-F238E27FC236}">
                <a16:creationId xmlns:a16="http://schemas.microsoft.com/office/drawing/2014/main" id="{C52E17C2-1606-55F7-E6F2-238D614EC928}"/>
              </a:ext>
            </a:extLst>
          </p:cNvPr>
          <p:cNvCxnSpPr>
            <a:cxnSpLocks/>
            <a:stCxn id="31" idx="6"/>
            <a:endCxn id="43" idx="3"/>
          </p:cNvCxnSpPr>
          <p:nvPr/>
        </p:nvCxnSpPr>
        <p:spPr>
          <a:xfrm flipV="1">
            <a:off x="9995833" y="1444685"/>
            <a:ext cx="806857" cy="798219"/>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a16="http://schemas.microsoft.com/office/drawing/2014/main" id="{5F2E8328-A14F-FB23-0A85-D49268345507}"/>
              </a:ext>
            </a:extLst>
          </p:cNvPr>
          <p:cNvCxnSpPr>
            <a:cxnSpLocks/>
            <a:stCxn id="30" idx="6"/>
            <a:endCxn id="43" idx="1"/>
          </p:cNvCxnSpPr>
          <p:nvPr/>
        </p:nvCxnSpPr>
        <p:spPr>
          <a:xfrm>
            <a:off x="9986123" y="371802"/>
            <a:ext cx="816567" cy="78287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AE3A3971-0364-52C3-BEC0-96BF891D2EE6}"/>
                  </a:ext>
                </a:extLst>
              </p:cNvPr>
              <p:cNvSpPr txBox="1"/>
              <p:nvPr/>
            </p:nvSpPr>
            <p:spPr>
              <a:xfrm>
                <a:off x="10078294" y="264605"/>
                <a:ext cx="855270"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Nc</m:t>
                          </m:r>
                        </m:sub>
                      </m:sSub>
                    </m:oMath>
                  </m:oMathPara>
                </a14:m>
                <a:endParaRPr lang="en-US" dirty="0">
                  <a:solidFill>
                    <a:schemeClr val="tx1"/>
                  </a:solidFill>
                </a:endParaRPr>
              </a:p>
            </p:txBody>
          </p:sp>
        </mc:Choice>
        <mc:Fallback xmlns="">
          <p:sp>
            <p:nvSpPr>
              <p:cNvPr id="34" name="TextBox 33">
                <a:extLst>
                  <a:ext uri="{FF2B5EF4-FFF2-40B4-BE49-F238E27FC236}">
                    <a16:creationId xmlns:a16="http://schemas.microsoft.com/office/drawing/2014/main" id="{AE3A3971-0364-52C3-BEC0-96BF891D2EE6}"/>
                  </a:ext>
                </a:extLst>
              </p:cNvPr>
              <p:cNvSpPr txBox="1">
                <a:spLocks noRot="1" noChangeAspect="1" noMove="1" noResize="1" noEditPoints="1" noAdjustHandles="1" noChangeArrowheads="1" noChangeShapeType="1" noTextEdit="1"/>
              </p:cNvSpPr>
              <p:nvPr/>
            </p:nvSpPr>
            <p:spPr>
              <a:xfrm>
                <a:off x="10078294" y="264605"/>
                <a:ext cx="855270" cy="369332"/>
              </a:xfrm>
              <a:prstGeom prst="rect">
                <a:avLst/>
              </a:prstGeom>
              <a:blipFill>
                <a:blip r:embed="rId1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E8156C1E-320E-5C14-0907-625248606397}"/>
                  </a:ext>
                </a:extLst>
              </p:cNvPr>
              <p:cNvSpPr txBox="1"/>
              <p:nvPr/>
            </p:nvSpPr>
            <p:spPr>
              <a:xfrm>
                <a:off x="10136557" y="1792664"/>
                <a:ext cx="855270"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Nc</m:t>
                          </m:r>
                        </m:sub>
                      </m:sSub>
                    </m:oMath>
                  </m:oMathPara>
                </a14:m>
                <a:endParaRPr lang="en-US" dirty="0">
                  <a:solidFill>
                    <a:schemeClr val="tx1"/>
                  </a:solidFill>
                </a:endParaRPr>
              </a:p>
            </p:txBody>
          </p:sp>
        </mc:Choice>
        <mc:Fallback xmlns="">
          <p:sp>
            <p:nvSpPr>
              <p:cNvPr id="35" name="TextBox 34">
                <a:extLst>
                  <a:ext uri="{FF2B5EF4-FFF2-40B4-BE49-F238E27FC236}">
                    <a16:creationId xmlns:a16="http://schemas.microsoft.com/office/drawing/2014/main" id="{E8156C1E-320E-5C14-0907-625248606397}"/>
                  </a:ext>
                </a:extLst>
              </p:cNvPr>
              <p:cNvSpPr txBox="1">
                <a:spLocks noRot="1" noChangeAspect="1" noMove="1" noResize="1" noEditPoints="1" noAdjustHandles="1" noChangeArrowheads="1" noChangeShapeType="1" noTextEdit="1"/>
              </p:cNvSpPr>
              <p:nvPr/>
            </p:nvSpPr>
            <p:spPr>
              <a:xfrm>
                <a:off x="10136557" y="1792664"/>
                <a:ext cx="855270" cy="369332"/>
              </a:xfrm>
              <a:prstGeom prst="rect">
                <a:avLst/>
              </a:prstGeom>
              <a:blipFill>
                <a:blip r:embed="rId1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EC6A453C-85D1-2D49-6E8E-BA85CA887FDA}"/>
                  </a:ext>
                </a:extLst>
              </p:cNvPr>
              <p:cNvSpPr txBox="1"/>
              <p:nvPr/>
            </p:nvSpPr>
            <p:spPr>
              <a:xfrm>
                <a:off x="8973209" y="617681"/>
                <a:ext cx="855270"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Na</m:t>
                          </m:r>
                        </m:sub>
                      </m:sSub>
                    </m:oMath>
                  </m:oMathPara>
                </a14:m>
                <a:endParaRPr lang="en-US" dirty="0">
                  <a:solidFill>
                    <a:schemeClr val="tx1"/>
                  </a:solidFill>
                </a:endParaRPr>
              </a:p>
            </p:txBody>
          </p:sp>
        </mc:Choice>
        <mc:Fallback xmlns="">
          <p:sp>
            <p:nvSpPr>
              <p:cNvPr id="36" name="TextBox 35">
                <a:extLst>
                  <a:ext uri="{FF2B5EF4-FFF2-40B4-BE49-F238E27FC236}">
                    <a16:creationId xmlns:a16="http://schemas.microsoft.com/office/drawing/2014/main" id="{EC6A453C-85D1-2D49-6E8E-BA85CA887FDA}"/>
                  </a:ext>
                </a:extLst>
              </p:cNvPr>
              <p:cNvSpPr txBox="1">
                <a:spLocks noRot="1" noChangeAspect="1" noMove="1" noResize="1" noEditPoints="1" noAdjustHandles="1" noChangeArrowheads="1" noChangeShapeType="1" noTextEdit="1"/>
              </p:cNvSpPr>
              <p:nvPr/>
            </p:nvSpPr>
            <p:spPr>
              <a:xfrm>
                <a:off x="8973209" y="617681"/>
                <a:ext cx="855270" cy="369332"/>
              </a:xfrm>
              <a:prstGeom prst="rect">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1F3A1F05-EDD6-DF83-0F78-B918A5C14221}"/>
                  </a:ext>
                </a:extLst>
              </p:cNvPr>
              <p:cNvSpPr txBox="1"/>
              <p:nvPr/>
            </p:nvSpPr>
            <p:spPr>
              <a:xfrm>
                <a:off x="8905461" y="1528467"/>
                <a:ext cx="855270"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Nb</m:t>
                          </m:r>
                        </m:sub>
                      </m:sSub>
                    </m:oMath>
                  </m:oMathPara>
                </a14:m>
                <a:endParaRPr lang="en-US" dirty="0">
                  <a:solidFill>
                    <a:schemeClr val="tx1"/>
                  </a:solidFill>
                </a:endParaRPr>
              </a:p>
            </p:txBody>
          </p:sp>
        </mc:Choice>
        <mc:Fallback xmlns="">
          <p:sp>
            <p:nvSpPr>
              <p:cNvPr id="37" name="TextBox 36">
                <a:extLst>
                  <a:ext uri="{FF2B5EF4-FFF2-40B4-BE49-F238E27FC236}">
                    <a16:creationId xmlns:a16="http://schemas.microsoft.com/office/drawing/2014/main" id="{1F3A1F05-EDD6-DF83-0F78-B918A5C14221}"/>
                  </a:ext>
                </a:extLst>
              </p:cNvPr>
              <p:cNvSpPr txBox="1">
                <a:spLocks noRot="1" noChangeAspect="1" noMove="1" noResize="1" noEditPoints="1" noAdjustHandles="1" noChangeArrowheads="1" noChangeShapeType="1" noTextEdit="1"/>
              </p:cNvSpPr>
              <p:nvPr/>
            </p:nvSpPr>
            <p:spPr>
              <a:xfrm>
                <a:off x="8905461" y="1528467"/>
                <a:ext cx="855270" cy="369332"/>
              </a:xfrm>
              <a:prstGeom prst="rect">
                <a:avLst/>
              </a:prstGeom>
              <a:blipFill>
                <a:blip r:embed="rId21"/>
                <a:stretch>
                  <a:fillRect/>
                </a:stretch>
              </a:blipFill>
            </p:spPr>
            <p:txBody>
              <a:bodyPr/>
              <a:lstStyle/>
              <a:p>
                <a:r>
                  <a:rPr lang="en-US">
                    <a:noFill/>
                  </a:rPr>
                  <a:t> </a:t>
                </a:r>
              </a:p>
            </p:txBody>
          </p:sp>
        </mc:Fallback>
      </mc:AlternateContent>
      <p:sp>
        <p:nvSpPr>
          <p:cNvPr id="38" name="Oval 37">
            <a:extLst>
              <a:ext uri="{FF2B5EF4-FFF2-40B4-BE49-F238E27FC236}">
                <a16:creationId xmlns:a16="http://schemas.microsoft.com/office/drawing/2014/main" id="{981EF70A-5C7F-8A34-FE84-E9821AA8C0B1}"/>
              </a:ext>
            </a:extLst>
          </p:cNvPr>
          <p:cNvSpPr>
            <a:spLocks noChangeAspect="1"/>
          </p:cNvSpPr>
          <p:nvPr/>
        </p:nvSpPr>
        <p:spPr>
          <a:xfrm>
            <a:off x="8524901" y="1094608"/>
            <a:ext cx="410141" cy="41014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39" name="Straight Arrow Connector 38">
            <a:extLst>
              <a:ext uri="{FF2B5EF4-FFF2-40B4-BE49-F238E27FC236}">
                <a16:creationId xmlns:a16="http://schemas.microsoft.com/office/drawing/2014/main" id="{977210AC-D1AC-482F-3BBE-D40B4593C862}"/>
              </a:ext>
            </a:extLst>
          </p:cNvPr>
          <p:cNvCxnSpPr>
            <a:cxnSpLocks/>
            <a:stCxn id="38" idx="0"/>
            <a:endCxn id="30" idx="2"/>
          </p:cNvCxnSpPr>
          <p:nvPr/>
        </p:nvCxnSpPr>
        <p:spPr>
          <a:xfrm flipV="1">
            <a:off x="8729972" y="371802"/>
            <a:ext cx="846010" cy="722806"/>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4D76CE33-A2B3-BFDF-22F9-9F8DB952E21C}"/>
                  </a:ext>
                </a:extLst>
              </p:cNvPr>
              <p:cNvSpPr txBox="1"/>
              <p:nvPr/>
            </p:nvSpPr>
            <p:spPr>
              <a:xfrm>
                <a:off x="7804969" y="886642"/>
                <a:ext cx="546041"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c</m:t>
                          </m:r>
                        </m:sub>
                      </m:sSub>
                    </m:oMath>
                  </m:oMathPara>
                </a14:m>
                <a:endParaRPr lang="en-US" dirty="0">
                  <a:solidFill>
                    <a:schemeClr val="tx1"/>
                  </a:solidFill>
                </a:endParaRPr>
              </a:p>
            </p:txBody>
          </p:sp>
        </mc:Choice>
        <mc:Fallback xmlns="">
          <p:sp>
            <p:nvSpPr>
              <p:cNvPr id="40" name="TextBox 39">
                <a:extLst>
                  <a:ext uri="{FF2B5EF4-FFF2-40B4-BE49-F238E27FC236}">
                    <a16:creationId xmlns:a16="http://schemas.microsoft.com/office/drawing/2014/main" id="{4D76CE33-A2B3-BFDF-22F9-9F8DB952E21C}"/>
                  </a:ext>
                </a:extLst>
              </p:cNvPr>
              <p:cNvSpPr txBox="1">
                <a:spLocks noRot="1" noChangeAspect="1" noMove="1" noResize="1" noEditPoints="1" noAdjustHandles="1" noChangeArrowheads="1" noChangeShapeType="1" noTextEdit="1"/>
              </p:cNvSpPr>
              <p:nvPr/>
            </p:nvSpPr>
            <p:spPr>
              <a:xfrm>
                <a:off x="7804969" y="886642"/>
                <a:ext cx="546041" cy="369332"/>
              </a:xfrm>
              <a:prstGeom prst="rect">
                <a:avLst/>
              </a:prstGeom>
              <a:blipFill>
                <a:blip r:embed="rId22"/>
                <a:stretch>
                  <a:fillRect/>
                </a:stretch>
              </a:blipFill>
            </p:spPr>
            <p:txBody>
              <a:bodyPr/>
              <a:lstStyle/>
              <a:p>
                <a:r>
                  <a:rPr lang="en-US">
                    <a:noFill/>
                  </a:rPr>
                  <a:t> </a:t>
                </a:r>
              </a:p>
            </p:txBody>
          </p:sp>
        </mc:Fallback>
      </mc:AlternateContent>
      <p:cxnSp>
        <p:nvCxnSpPr>
          <p:cNvPr id="41" name="Straight Arrow Connector 40">
            <a:extLst>
              <a:ext uri="{FF2B5EF4-FFF2-40B4-BE49-F238E27FC236}">
                <a16:creationId xmlns:a16="http://schemas.microsoft.com/office/drawing/2014/main" id="{C41ED95B-66E5-1227-BC36-C32808F9A8D8}"/>
              </a:ext>
            </a:extLst>
          </p:cNvPr>
          <p:cNvCxnSpPr>
            <a:cxnSpLocks/>
            <a:endCxn id="49" idx="1"/>
          </p:cNvCxnSpPr>
          <p:nvPr/>
        </p:nvCxnSpPr>
        <p:spPr>
          <a:xfrm>
            <a:off x="7765440" y="1255974"/>
            <a:ext cx="740834" cy="1289"/>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42" name="Straight Arrow Connector 41">
            <a:extLst>
              <a:ext uri="{FF2B5EF4-FFF2-40B4-BE49-F238E27FC236}">
                <a16:creationId xmlns:a16="http://schemas.microsoft.com/office/drawing/2014/main" id="{E14F0D4C-C1D2-EF96-E9B4-9FF24CC7B708}"/>
              </a:ext>
            </a:extLst>
          </p:cNvPr>
          <p:cNvCxnSpPr>
            <a:cxnSpLocks/>
            <a:stCxn id="38" idx="4"/>
            <a:endCxn id="31" idx="2"/>
          </p:cNvCxnSpPr>
          <p:nvPr/>
        </p:nvCxnSpPr>
        <p:spPr>
          <a:xfrm>
            <a:off x="8729972" y="1504749"/>
            <a:ext cx="855720" cy="738155"/>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sp>
        <p:nvSpPr>
          <p:cNvPr id="43" name="Oval 42">
            <a:extLst>
              <a:ext uri="{FF2B5EF4-FFF2-40B4-BE49-F238E27FC236}">
                <a16:creationId xmlns:a16="http://schemas.microsoft.com/office/drawing/2014/main" id="{EDA0A7AD-63D2-F7F1-1101-AF8A8CB83748}"/>
              </a:ext>
            </a:extLst>
          </p:cNvPr>
          <p:cNvSpPr>
            <a:spLocks noChangeAspect="1"/>
          </p:cNvSpPr>
          <p:nvPr/>
        </p:nvSpPr>
        <p:spPr>
          <a:xfrm>
            <a:off x="10742626" y="1094608"/>
            <a:ext cx="410141" cy="41014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44" name="Straight Arrow Connector 43">
            <a:extLst>
              <a:ext uri="{FF2B5EF4-FFF2-40B4-BE49-F238E27FC236}">
                <a16:creationId xmlns:a16="http://schemas.microsoft.com/office/drawing/2014/main" id="{077B67AD-EA90-224B-6137-0BCF8FB3C736}"/>
              </a:ext>
            </a:extLst>
          </p:cNvPr>
          <p:cNvCxnSpPr>
            <a:cxnSpLocks/>
          </p:cNvCxnSpPr>
          <p:nvPr/>
        </p:nvCxnSpPr>
        <p:spPr>
          <a:xfrm flipV="1">
            <a:off x="11152767" y="1283396"/>
            <a:ext cx="782058" cy="16282"/>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C7A86DAC-BE9A-FA3F-DFE6-239CF72C655A}"/>
                  </a:ext>
                </a:extLst>
              </p:cNvPr>
              <p:cNvSpPr txBox="1"/>
              <p:nvPr/>
            </p:nvSpPr>
            <p:spPr>
              <a:xfrm>
                <a:off x="11375115" y="876413"/>
                <a:ext cx="524049" cy="369332"/>
              </a:xfrm>
              <a:prstGeom prst="rect">
                <a:avLst/>
              </a:prstGeom>
              <a:noFill/>
            </p:spPr>
            <p:txBody>
              <a:bodyPr wrap="square">
                <a:spAutoFit/>
              </a:bodyPr>
              <a:lstStyle/>
              <a:p>
                <a:pPr/>
                <a14:m>
                  <m:oMathPara xmlns:m="http://schemas.openxmlformats.org/officeDocument/2006/math">
                    <m:oMath>
                      <m:sSub>
                        <m:sSubPr>
                          <m:ctrlPr>
                            <a:rPr lang="de-DE" b="0" i="1" smtClean="0">
                              <a:latin typeface="Cambria Math" panose="02040503050406030204" pitchFamily="18" charset="0"/>
                            </a:rPr>
                          </m:ctrlPr>
                        </m:sSubPr>
                        <m:e>
                          <m:r>
                            <m:rPr>
                              <m:sty m:val="p"/>
                            </m:rPr>
                            <a:rPr lang="de-DE" b="0" i="1" smtClean="0">
                              <a:latin typeface="Cambria Math" panose="02040503050406030204" pitchFamily="18" charset="0"/>
                            </a:rPr>
                            <m:t>m</m:t>
                          </m:r>
                        </m:e>
                        <m:sub>
                          <m:r>
                            <m:rPr>
                              <m:sty m:val="p"/>
                            </m:rPr>
                            <a:rPr lang="de-DE" b="0" i="1" smtClean="0">
                              <a:latin typeface="Cambria Math" panose="02040503050406030204" pitchFamily="18" charset="0"/>
                            </a:rPr>
                            <m:t>out</m:t>
                          </m:r>
                        </m:sub>
                      </m:sSub>
                    </m:oMath>
                  </m:oMathPara>
                </a14:m>
                <a:endParaRPr lang="en-US" dirty="0"/>
              </a:p>
            </p:txBody>
          </p:sp>
        </mc:Choice>
        <mc:Fallback xmlns="">
          <p:sp>
            <p:nvSpPr>
              <p:cNvPr id="45" name="TextBox 44">
                <a:extLst>
                  <a:ext uri="{FF2B5EF4-FFF2-40B4-BE49-F238E27FC236}">
                    <a16:creationId xmlns:a16="http://schemas.microsoft.com/office/drawing/2014/main" id="{C7A86DAC-BE9A-FA3F-DFE6-239CF72C655A}"/>
                  </a:ext>
                </a:extLst>
              </p:cNvPr>
              <p:cNvSpPr txBox="1">
                <a:spLocks noRot="1" noChangeAspect="1" noMove="1" noResize="1" noEditPoints="1" noAdjustHandles="1" noChangeArrowheads="1" noChangeShapeType="1" noTextEdit="1"/>
              </p:cNvSpPr>
              <p:nvPr/>
            </p:nvSpPr>
            <p:spPr>
              <a:xfrm>
                <a:off x="11375115" y="876413"/>
                <a:ext cx="524049" cy="369332"/>
              </a:xfrm>
              <a:prstGeom prst="rect">
                <a:avLst/>
              </a:prstGeom>
              <a:blipFill>
                <a:blip r:embed="rId23"/>
                <a:stretch>
                  <a:fillRect r="-151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237375FC-D302-DC94-786C-ECAB02F46E67}"/>
                  </a:ext>
                </a:extLst>
              </p:cNvPr>
              <p:cNvSpPr txBox="1"/>
              <p:nvPr/>
            </p:nvSpPr>
            <p:spPr>
              <a:xfrm>
                <a:off x="10724748" y="1074050"/>
                <a:ext cx="448081"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No</m:t>
                          </m:r>
                        </m:sub>
                      </m:sSub>
                    </m:oMath>
                  </m:oMathPara>
                </a14:m>
                <a:endParaRPr lang="en-US" dirty="0">
                  <a:solidFill>
                    <a:schemeClr val="bg1"/>
                  </a:solidFill>
                </a:endParaRPr>
              </a:p>
            </p:txBody>
          </p:sp>
        </mc:Choice>
        <mc:Fallback xmlns="">
          <p:sp>
            <p:nvSpPr>
              <p:cNvPr id="46" name="TextBox 45">
                <a:extLst>
                  <a:ext uri="{FF2B5EF4-FFF2-40B4-BE49-F238E27FC236}">
                    <a16:creationId xmlns:a16="http://schemas.microsoft.com/office/drawing/2014/main" id="{237375FC-D302-DC94-786C-ECAB02F46E67}"/>
                  </a:ext>
                </a:extLst>
              </p:cNvPr>
              <p:cNvSpPr txBox="1">
                <a:spLocks noRot="1" noChangeAspect="1" noMove="1" noResize="1" noEditPoints="1" noAdjustHandles="1" noChangeArrowheads="1" noChangeShapeType="1" noTextEdit="1"/>
              </p:cNvSpPr>
              <p:nvPr/>
            </p:nvSpPr>
            <p:spPr>
              <a:xfrm>
                <a:off x="10724748" y="1074050"/>
                <a:ext cx="448081" cy="369332"/>
              </a:xfrm>
              <a:prstGeom prst="rect">
                <a:avLst/>
              </a:prstGeom>
              <a:blipFill>
                <a:blip r:embed="rId24"/>
                <a:stretch>
                  <a:fillRect r="-405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54FA9248-0AC8-2155-21D1-B51C899F395E}"/>
                  </a:ext>
                </a:extLst>
              </p:cNvPr>
              <p:cNvSpPr txBox="1"/>
              <p:nvPr/>
            </p:nvSpPr>
            <p:spPr>
              <a:xfrm>
                <a:off x="9511235" y="134106"/>
                <a:ext cx="557613"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Na</m:t>
                          </m:r>
                        </m:sub>
                      </m:sSub>
                    </m:oMath>
                  </m:oMathPara>
                </a14:m>
                <a:endParaRPr lang="en-US" dirty="0">
                  <a:solidFill>
                    <a:schemeClr val="bg1"/>
                  </a:solidFill>
                </a:endParaRPr>
              </a:p>
            </p:txBody>
          </p:sp>
        </mc:Choice>
        <mc:Fallback xmlns="">
          <p:sp>
            <p:nvSpPr>
              <p:cNvPr id="47" name="TextBox 46">
                <a:extLst>
                  <a:ext uri="{FF2B5EF4-FFF2-40B4-BE49-F238E27FC236}">
                    <a16:creationId xmlns:a16="http://schemas.microsoft.com/office/drawing/2014/main" id="{54FA9248-0AC8-2155-21D1-B51C899F395E}"/>
                  </a:ext>
                </a:extLst>
              </p:cNvPr>
              <p:cNvSpPr txBox="1">
                <a:spLocks noRot="1" noChangeAspect="1" noMove="1" noResize="1" noEditPoints="1" noAdjustHandles="1" noChangeArrowheads="1" noChangeShapeType="1" noTextEdit="1"/>
              </p:cNvSpPr>
              <p:nvPr/>
            </p:nvSpPr>
            <p:spPr>
              <a:xfrm>
                <a:off x="9511235" y="134106"/>
                <a:ext cx="557613" cy="369332"/>
              </a:xfrm>
              <a:prstGeom prst="rect">
                <a:avLst/>
              </a:prstGeom>
              <a:blipFill>
                <a:blip r:embed="rId2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364D0E4E-BD02-1999-6416-0952BA7A8F2E}"/>
                  </a:ext>
                </a:extLst>
              </p:cNvPr>
              <p:cNvSpPr txBox="1"/>
              <p:nvPr/>
            </p:nvSpPr>
            <p:spPr>
              <a:xfrm>
                <a:off x="9565907" y="2016332"/>
                <a:ext cx="421017"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Nb</m:t>
                          </m:r>
                        </m:sub>
                      </m:sSub>
                    </m:oMath>
                  </m:oMathPara>
                </a14:m>
                <a:endParaRPr lang="en-US" dirty="0">
                  <a:solidFill>
                    <a:schemeClr val="bg1"/>
                  </a:solidFill>
                </a:endParaRPr>
              </a:p>
            </p:txBody>
          </p:sp>
        </mc:Choice>
        <mc:Fallback xmlns="">
          <p:sp>
            <p:nvSpPr>
              <p:cNvPr id="48" name="TextBox 47">
                <a:extLst>
                  <a:ext uri="{FF2B5EF4-FFF2-40B4-BE49-F238E27FC236}">
                    <a16:creationId xmlns:a16="http://schemas.microsoft.com/office/drawing/2014/main" id="{364D0E4E-BD02-1999-6416-0952BA7A8F2E}"/>
                  </a:ext>
                </a:extLst>
              </p:cNvPr>
              <p:cNvSpPr txBox="1">
                <a:spLocks noRot="1" noChangeAspect="1" noMove="1" noResize="1" noEditPoints="1" noAdjustHandles="1" noChangeArrowheads="1" noChangeShapeType="1" noTextEdit="1"/>
              </p:cNvSpPr>
              <p:nvPr/>
            </p:nvSpPr>
            <p:spPr>
              <a:xfrm>
                <a:off x="9565907" y="2016332"/>
                <a:ext cx="421017" cy="369332"/>
              </a:xfrm>
              <a:prstGeom prst="rect">
                <a:avLst/>
              </a:prstGeom>
              <a:blipFill>
                <a:blip r:embed="rId26"/>
                <a:stretch>
                  <a:fillRect r="-130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98DA4843-12C2-E741-0A77-B911B6901DCE}"/>
                  </a:ext>
                </a:extLst>
              </p:cNvPr>
              <p:cNvSpPr txBox="1"/>
              <p:nvPr/>
            </p:nvSpPr>
            <p:spPr>
              <a:xfrm>
                <a:off x="8506274" y="1072597"/>
                <a:ext cx="448081"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Ni</m:t>
                          </m:r>
                        </m:sub>
                      </m:sSub>
                    </m:oMath>
                  </m:oMathPara>
                </a14:m>
                <a:endParaRPr lang="en-US" dirty="0">
                  <a:solidFill>
                    <a:schemeClr val="bg1"/>
                  </a:solidFill>
                </a:endParaRPr>
              </a:p>
            </p:txBody>
          </p:sp>
        </mc:Choice>
        <mc:Fallback xmlns="">
          <p:sp>
            <p:nvSpPr>
              <p:cNvPr id="49" name="TextBox 48">
                <a:extLst>
                  <a:ext uri="{FF2B5EF4-FFF2-40B4-BE49-F238E27FC236}">
                    <a16:creationId xmlns:a16="http://schemas.microsoft.com/office/drawing/2014/main" id="{98DA4843-12C2-E741-0A77-B911B6901DCE}"/>
                  </a:ext>
                </a:extLst>
              </p:cNvPr>
              <p:cNvSpPr txBox="1">
                <a:spLocks noRot="1" noChangeAspect="1" noMove="1" noResize="1" noEditPoints="1" noAdjustHandles="1" noChangeArrowheads="1" noChangeShapeType="1" noTextEdit="1"/>
              </p:cNvSpPr>
              <p:nvPr/>
            </p:nvSpPr>
            <p:spPr>
              <a:xfrm>
                <a:off x="8506274" y="1072597"/>
                <a:ext cx="448081" cy="369332"/>
              </a:xfrm>
              <a:prstGeom prst="rect">
                <a:avLst/>
              </a:prstGeom>
              <a:blipFill>
                <a:blip r:embed="rId27"/>
                <a:stretch>
                  <a:fillRect/>
                </a:stretch>
              </a:blipFill>
            </p:spPr>
            <p:txBody>
              <a:bodyPr/>
              <a:lstStyle/>
              <a:p>
                <a:r>
                  <a:rPr lang="en-US">
                    <a:noFill/>
                  </a:rPr>
                  <a:t> </a:t>
                </a:r>
              </a:p>
            </p:txBody>
          </p:sp>
        </mc:Fallback>
      </mc:AlternateContent>
      <p:cxnSp>
        <p:nvCxnSpPr>
          <p:cNvPr id="60" name="Straight Connector 59">
            <a:extLst>
              <a:ext uri="{FF2B5EF4-FFF2-40B4-BE49-F238E27FC236}">
                <a16:creationId xmlns:a16="http://schemas.microsoft.com/office/drawing/2014/main" id="{844E8030-D0D9-368B-88EB-865DEB6D5A00}"/>
              </a:ext>
            </a:extLst>
          </p:cNvPr>
          <p:cNvCxnSpPr>
            <a:cxnSpLocks/>
          </p:cNvCxnSpPr>
          <p:nvPr/>
        </p:nvCxnSpPr>
        <p:spPr>
          <a:xfrm>
            <a:off x="7775843" y="695981"/>
            <a:ext cx="8451" cy="559993"/>
          </a:xfrm>
          <a:prstGeom prst="line">
            <a:avLst/>
          </a:prstGeom>
        </p:spPr>
        <p:style>
          <a:lnRef idx="2">
            <a:schemeClr val="accent1"/>
          </a:lnRef>
          <a:fillRef idx="0">
            <a:schemeClr val="accent1"/>
          </a:fillRef>
          <a:effectRef idx="1">
            <a:schemeClr val="accent1"/>
          </a:effectRef>
          <a:fontRef idx="minor">
            <a:schemeClr val="tx1"/>
          </a:fontRef>
        </p:style>
      </p:cxnSp>
      <p:sp>
        <p:nvSpPr>
          <p:cNvPr id="113" name="Rectangle 112">
            <a:extLst>
              <a:ext uri="{FF2B5EF4-FFF2-40B4-BE49-F238E27FC236}">
                <a16:creationId xmlns:a16="http://schemas.microsoft.com/office/drawing/2014/main" id="{84A08B79-60D3-1CD9-827D-3C39B7C62996}"/>
              </a:ext>
            </a:extLst>
          </p:cNvPr>
          <p:cNvSpPr/>
          <p:nvPr/>
        </p:nvSpPr>
        <p:spPr>
          <a:xfrm>
            <a:off x="8320025" y="45697"/>
            <a:ext cx="3073000" cy="2537212"/>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15" name="TextBox 114">
            <a:extLst>
              <a:ext uri="{FF2B5EF4-FFF2-40B4-BE49-F238E27FC236}">
                <a16:creationId xmlns:a16="http://schemas.microsoft.com/office/drawing/2014/main" id="{56C5FB67-9528-6F84-2303-049BA8B748CC}"/>
              </a:ext>
            </a:extLst>
          </p:cNvPr>
          <p:cNvSpPr txBox="1"/>
          <p:nvPr/>
        </p:nvSpPr>
        <p:spPr>
          <a:xfrm>
            <a:off x="8334903" y="76227"/>
            <a:ext cx="473206" cy="338554"/>
          </a:xfrm>
          <a:prstGeom prst="rect">
            <a:avLst/>
          </a:prstGeom>
          <a:noFill/>
        </p:spPr>
        <p:txBody>
          <a:bodyPr wrap="none" rtlCol="0">
            <a:spAutoFit/>
          </a:bodyPr>
          <a:lstStyle/>
          <a:p>
            <a:r>
              <a:rPr lang="en-US" sz="1600" dirty="0"/>
              <a:t>NN</a:t>
            </a:r>
          </a:p>
        </p:txBody>
      </p:sp>
      <p:sp>
        <p:nvSpPr>
          <p:cNvPr id="2" name="Rectangle: Rounded Corners 1">
            <a:extLst>
              <a:ext uri="{FF2B5EF4-FFF2-40B4-BE49-F238E27FC236}">
                <a16:creationId xmlns:a16="http://schemas.microsoft.com/office/drawing/2014/main" id="{B06E863D-8C4B-F003-0D55-1E0C440232A4}"/>
              </a:ext>
            </a:extLst>
          </p:cNvPr>
          <p:cNvSpPr/>
          <p:nvPr/>
        </p:nvSpPr>
        <p:spPr>
          <a:xfrm>
            <a:off x="287532" y="3087592"/>
            <a:ext cx="1289392" cy="767408"/>
          </a:xfrm>
          <a:prstGeom prst="roundRect">
            <a:avLst>
              <a:gd name="adj" fmla="val 11702"/>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6BD9229C-4510-5FC8-555F-C646D970BF47}"/>
              </a:ext>
            </a:extLst>
          </p:cNvPr>
          <p:cNvSpPr txBox="1"/>
          <p:nvPr/>
        </p:nvSpPr>
        <p:spPr>
          <a:xfrm>
            <a:off x="282144" y="3194043"/>
            <a:ext cx="1385316" cy="646331"/>
          </a:xfrm>
          <a:prstGeom prst="rect">
            <a:avLst/>
          </a:prstGeom>
          <a:noFill/>
        </p:spPr>
        <p:txBody>
          <a:bodyPr wrap="none" rtlCol="0">
            <a:spAutoFit/>
          </a:bodyPr>
          <a:lstStyle/>
          <a:p>
            <a:pPr algn="ctr"/>
            <a:r>
              <a:rPr lang="de-DE" dirty="0" err="1"/>
              <a:t>Map</a:t>
            </a:r>
            <a:r>
              <a:rPr lang="de-DE" dirty="0"/>
              <a:t> Chem. </a:t>
            </a:r>
          </a:p>
          <a:p>
            <a:pPr algn="ctr"/>
            <a:r>
              <a:rPr lang="de-DE" dirty="0"/>
              <a:t>Diff. in S</a:t>
            </a:r>
            <a:endParaRPr lang="en-US" dirty="0"/>
          </a:p>
        </p:txBody>
      </p:sp>
      <p:sp>
        <p:nvSpPr>
          <p:cNvPr id="11" name="Oval 10">
            <a:extLst>
              <a:ext uri="{FF2B5EF4-FFF2-40B4-BE49-F238E27FC236}">
                <a16:creationId xmlns:a16="http://schemas.microsoft.com/office/drawing/2014/main" id="{2E3F75DD-53AC-B394-EEF6-9BB217B42AF4}"/>
              </a:ext>
            </a:extLst>
          </p:cNvPr>
          <p:cNvSpPr>
            <a:spLocks noChangeAspect="1"/>
          </p:cNvSpPr>
          <p:nvPr/>
        </p:nvSpPr>
        <p:spPr>
          <a:xfrm>
            <a:off x="129509" y="2958144"/>
            <a:ext cx="316045" cy="316045"/>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solidFill>
                  <a:schemeClr val="tx1"/>
                </a:solidFill>
              </a:rPr>
              <a:t>1</a:t>
            </a:r>
            <a:endParaRPr lang="en-US" dirty="0">
              <a:solidFill>
                <a:schemeClr val="tx1"/>
              </a:solidFill>
            </a:endParaRPr>
          </a:p>
        </p:txBody>
      </p:sp>
      <p:sp>
        <p:nvSpPr>
          <p:cNvPr id="12" name="Rectangle: Rounded Corners 11">
            <a:extLst>
              <a:ext uri="{FF2B5EF4-FFF2-40B4-BE49-F238E27FC236}">
                <a16:creationId xmlns:a16="http://schemas.microsoft.com/office/drawing/2014/main" id="{0EC0FBAA-ABAF-BD58-E500-8F55B6703A16}"/>
              </a:ext>
            </a:extLst>
          </p:cNvPr>
          <p:cNvSpPr/>
          <p:nvPr/>
        </p:nvSpPr>
        <p:spPr>
          <a:xfrm>
            <a:off x="2024752" y="3087592"/>
            <a:ext cx="1289392" cy="767408"/>
          </a:xfrm>
          <a:prstGeom prst="roundRect">
            <a:avLst>
              <a:gd name="adj" fmla="val 11702"/>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F937831C-E6EC-3D13-977E-86CF0B267B22}"/>
              </a:ext>
            </a:extLst>
          </p:cNvPr>
          <p:cNvSpPr txBox="1"/>
          <p:nvPr/>
        </p:nvSpPr>
        <p:spPr>
          <a:xfrm>
            <a:off x="2133885" y="3208669"/>
            <a:ext cx="1071126" cy="646331"/>
          </a:xfrm>
          <a:prstGeom prst="rect">
            <a:avLst/>
          </a:prstGeom>
          <a:noFill/>
        </p:spPr>
        <p:txBody>
          <a:bodyPr wrap="none" rtlCol="0">
            <a:spAutoFit/>
          </a:bodyPr>
          <a:lstStyle/>
          <a:p>
            <a:pPr algn="ctr"/>
            <a:r>
              <a:rPr lang="de-DE" dirty="0" err="1"/>
              <a:t>Simulate</a:t>
            </a:r>
            <a:endParaRPr lang="de-DE" dirty="0"/>
          </a:p>
          <a:p>
            <a:pPr algn="ctr"/>
            <a:r>
              <a:rPr lang="de-DE" dirty="0" err="1"/>
              <a:t>Kinetics</a:t>
            </a:r>
            <a:endParaRPr lang="en-US" dirty="0"/>
          </a:p>
        </p:txBody>
      </p:sp>
      <p:sp>
        <p:nvSpPr>
          <p:cNvPr id="14" name="Oval 13">
            <a:extLst>
              <a:ext uri="{FF2B5EF4-FFF2-40B4-BE49-F238E27FC236}">
                <a16:creationId xmlns:a16="http://schemas.microsoft.com/office/drawing/2014/main" id="{335FDB43-0E40-BDA8-921B-A4C165D5B67B}"/>
              </a:ext>
            </a:extLst>
          </p:cNvPr>
          <p:cNvSpPr>
            <a:spLocks noChangeAspect="1"/>
          </p:cNvSpPr>
          <p:nvPr/>
        </p:nvSpPr>
        <p:spPr>
          <a:xfrm>
            <a:off x="1866729" y="2929569"/>
            <a:ext cx="316045" cy="316045"/>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solidFill>
                  <a:schemeClr val="tx1"/>
                </a:solidFill>
              </a:rPr>
              <a:t>2</a:t>
            </a:r>
            <a:endParaRPr lang="en-US" dirty="0">
              <a:solidFill>
                <a:schemeClr val="tx1"/>
              </a:solidFill>
            </a:endParaRPr>
          </a:p>
        </p:txBody>
      </p:sp>
      <p:cxnSp>
        <p:nvCxnSpPr>
          <p:cNvPr id="16" name="Straight Arrow Connector 15">
            <a:extLst>
              <a:ext uri="{FF2B5EF4-FFF2-40B4-BE49-F238E27FC236}">
                <a16:creationId xmlns:a16="http://schemas.microsoft.com/office/drawing/2014/main" id="{46E3E3BC-71B7-31BE-2DE6-E18D2034F502}"/>
              </a:ext>
            </a:extLst>
          </p:cNvPr>
          <p:cNvCxnSpPr>
            <a:cxnSpLocks/>
            <a:stCxn id="2" idx="3"/>
            <a:endCxn id="12" idx="1"/>
          </p:cNvCxnSpPr>
          <p:nvPr/>
        </p:nvCxnSpPr>
        <p:spPr>
          <a:xfrm>
            <a:off x="1576924" y="3471296"/>
            <a:ext cx="447828" cy="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sp>
        <p:nvSpPr>
          <p:cNvPr id="18" name="Rectangle: Rounded Corners 17">
            <a:extLst>
              <a:ext uri="{FF2B5EF4-FFF2-40B4-BE49-F238E27FC236}">
                <a16:creationId xmlns:a16="http://schemas.microsoft.com/office/drawing/2014/main" id="{457F3E2E-0A45-B507-ED7B-89A7F536D260}"/>
              </a:ext>
            </a:extLst>
          </p:cNvPr>
          <p:cNvSpPr/>
          <p:nvPr/>
        </p:nvSpPr>
        <p:spPr>
          <a:xfrm>
            <a:off x="3761972" y="3087592"/>
            <a:ext cx="1289392" cy="767408"/>
          </a:xfrm>
          <a:prstGeom prst="roundRect">
            <a:avLst>
              <a:gd name="adj" fmla="val 11702"/>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68ABB790-BC6E-F089-7727-62BA6CB52A99}"/>
              </a:ext>
            </a:extLst>
          </p:cNvPr>
          <p:cNvSpPr txBox="1"/>
          <p:nvPr/>
        </p:nvSpPr>
        <p:spPr>
          <a:xfrm>
            <a:off x="3695345" y="3208669"/>
            <a:ext cx="1403398" cy="646331"/>
          </a:xfrm>
          <a:prstGeom prst="rect">
            <a:avLst/>
          </a:prstGeom>
          <a:noFill/>
        </p:spPr>
        <p:txBody>
          <a:bodyPr wrap="none" rtlCol="0">
            <a:spAutoFit/>
          </a:bodyPr>
          <a:lstStyle/>
          <a:p>
            <a:pPr algn="ctr"/>
            <a:r>
              <a:rPr lang="de-DE" dirty="0" err="1"/>
              <a:t>Map</a:t>
            </a:r>
            <a:endParaRPr lang="de-DE" dirty="0"/>
          </a:p>
          <a:p>
            <a:pPr algn="ctr"/>
            <a:r>
              <a:rPr lang="de-DE" dirty="0"/>
              <a:t>Counter in S</a:t>
            </a:r>
            <a:endParaRPr lang="en-US" dirty="0"/>
          </a:p>
        </p:txBody>
      </p:sp>
      <p:sp>
        <p:nvSpPr>
          <p:cNvPr id="20" name="Oval 19">
            <a:extLst>
              <a:ext uri="{FF2B5EF4-FFF2-40B4-BE49-F238E27FC236}">
                <a16:creationId xmlns:a16="http://schemas.microsoft.com/office/drawing/2014/main" id="{28D81CC2-2B19-C389-9EEF-3C731E69E3B6}"/>
              </a:ext>
            </a:extLst>
          </p:cNvPr>
          <p:cNvSpPr>
            <a:spLocks noChangeAspect="1"/>
          </p:cNvSpPr>
          <p:nvPr/>
        </p:nvSpPr>
        <p:spPr>
          <a:xfrm>
            <a:off x="3603949" y="2929569"/>
            <a:ext cx="316045" cy="316045"/>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solidFill>
                  <a:schemeClr val="tx1"/>
                </a:solidFill>
              </a:rPr>
              <a:t>3</a:t>
            </a:r>
            <a:endParaRPr lang="en-US" dirty="0">
              <a:solidFill>
                <a:schemeClr val="tx1"/>
              </a:solidFill>
            </a:endParaRPr>
          </a:p>
        </p:txBody>
      </p:sp>
      <p:cxnSp>
        <p:nvCxnSpPr>
          <p:cNvPr id="21" name="Straight Arrow Connector 20">
            <a:extLst>
              <a:ext uri="{FF2B5EF4-FFF2-40B4-BE49-F238E27FC236}">
                <a16:creationId xmlns:a16="http://schemas.microsoft.com/office/drawing/2014/main" id="{379CF048-9BE9-2224-0C0A-74F49AD0A511}"/>
              </a:ext>
            </a:extLst>
          </p:cNvPr>
          <p:cNvCxnSpPr>
            <a:cxnSpLocks/>
            <a:endCxn id="18" idx="1"/>
          </p:cNvCxnSpPr>
          <p:nvPr/>
        </p:nvCxnSpPr>
        <p:spPr>
          <a:xfrm>
            <a:off x="3314144" y="3471296"/>
            <a:ext cx="447828" cy="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sp>
        <p:nvSpPr>
          <p:cNvPr id="22" name="Rectangle: Rounded Corners 21">
            <a:extLst>
              <a:ext uri="{FF2B5EF4-FFF2-40B4-BE49-F238E27FC236}">
                <a16:creationId xmlns:a16="http://schemas.microsoft.com/office/drawing/2014/main" id="{9F83CA32-9A0C-296A-219F-149EA44ADC8E}"/>
              </a:ext>
            </a:extLst>
          </p:cNvPr>
          <p:cNvSpPr/>
          <p:nvPr/>
        </p:nvSpPr>
        <p:spPr>
          <a:xfrm>
            <a:off x="5499592" y="3075206"/>
            <a:ext cx="1289392" cy="767408"/>
          </a:xfrm>
          <a:prstGeom prst="roundRect">
            <a:avLst>
              <a:gd name="adj" fmla="val 11702"/>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8F1B0C68-B10F-F860-862E-CE84545F9EF6}"/>
              </a:ext>
            </a:extLst>
          </p:cNvPr>
          <p:cNvSpPr txBox="1"/>
          <p:nvPr/>
        </p:nvSpPr>
        <p:spPr>
          <a:xfrm>
            <a:off x="5676847" y="3196283"/>
            <a:ext cx="915635" cy="646331"/>
          </a:xfrm>
          <a:prstGeom prst="rect">
            <a:avLst/>
          </a:prstGeom>
          <a:noFill/>
        </p:spPr>
        <p:txBody>
          <a:bodyPr wrap="none" rtlCol="0">
            <a:spAutoFit/>
          </a:bodyPr>
          <a:lstStyle/>
          <a:p>
            <a:pPr algn="ctr"/>
            <a:r>
              <a:rPr lang="de-DE" dirty="0" err="1"/>
              <a:t>Map</a:t>
            </a:r>
            <a:endParaRPr lang="de-DE" dirty="0"/>
          </a:p>
          <a:p>
            <a:pPr algn="ctr"/>
            <a:r>
              <a:rPr lang="de-DE" dirty="0"/>
              <a:t>NN in S</a:t>
            </a:r>
            <a:endParaRPr lang="en-US" dirty="0"/>
          </a:p>
        </p:txBody>
      </p:sp>
      <p:sp>
        <p:nvSpPr>
          <p:cNvPr id="24" name="Oval 23">
            <a:extLst>
              <a:ext uri="{FF2B5EF4-FFF2-40B4-BE49-F238E27FC236}">
                <a16:creationId xmlns:a16="http://schemas.microsoft.com/office/drawing/2014/main" id="{4B196E3E-800B-C2EA-BE1F-F01A0F5072A2}"/>
              </a:ext>
            </a:extLst>
          </p:cNvPr>
          <p:cNvSpPr>
            <a:spLocks noChangeAspect="1"/>
          </p:cNvSpPr>
          <p:nvPr/>
        </p:nvSpPr>
        <p:spPr>
          <a:xfrm>
            <a:off x="5341569" y="2917183"/>
            <a:ext cx="316045" cy="316045"/>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solidFill>
                  <a:schemeClr val="tx1"/>
                </a:solidFill>
              </a:rPr>
              <a:t>4</a:t>
            </a:r>
            <a:endParaRPr lang="en-US" dirty="0">
              <a:solidFill>
                <a:schemeClr val="tx1"/>
              </a:solidFill>
            </a:endParaRPr>
          </a:p>
        </p:txBody>
      </p:sp>
      <p:cxnSp>
        <p:nvCxnSpPr>
          <p:cNvPr id="25" name="Straight Arrow Connector 24">
            <a:extLst>
              <a:ext uri="{FF2B5EF4-FFF2-40B4-BE49-F238E27FC236}">
                <a16:creationId xmlns:a16="http://schemas.microsoft.com/office/drawing/2014/main" id="{1921E5F2-B6DF-3664-8009-E6255367AD59}"/>
              </a:ext>
            </a:extLst>
          </p:cNvPr>
          <p:cNvCxnSpPr>
            <a:cxnSpLocks/>
            <a:endCxn id="22" idx="1"/>
          </p:cNvCxnSpPr>
          <p:nvPr/>
        </p:nvCxnSpPr>
        <p:spPr>
          <a:xfrm>
            <a:off x="5051764" y="3458910"/>
            <a:ext cx="447828" cy="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1A6FEFDF-95F5-355A-A7EE-BB919DB1025B}"/>
              </a:ext>
            </a:extLst>
          </p:cNvPr>
          <p:cNvSpPr txBox="1"/>
          <p:nvPr/>
        </p:nvSpPr>
        <p:spPr>
          <a:xfrm>
            <a:off x="1617497" y="4145432"/>
            <a:ext cx="9926299" cy="1754326"/>
          </a:xfrm>
          <a:prstGeom prst="rect">
            <a:avLst/>
          </a:prstGeom>
          <a:noFill/>
        </p:spPr>
        <p:txBody>
          <a:bodyPr wrap="square" rtlCol="0">
            <a:spAutoFit/>
          </a:bodyPr>
          <a:lstStyle/>
          <a:p>
            <a:r>
              <a:rPr lang="en-US" dirty="0"/>
              <a:t>Restrictions:</a:t>
            </a:r>
          </a:p>
          <a:p>
            <a:pPr marL="342900" indent="-342900">
              <a:buFont typeface="+mj-lt"/>
              <a:buAutoNum type="arabicPeriod"/>
            </a:pPr>
            <a:r>
              <a:rPr lang="en-US" dirty="0"/>
              <a:t>Metabolites: Black listed currency ones: H+, O2, CO2, H2O, ATP, ADP, </a:t>
            </a:r>
            <a:r>
              <a:rPr lang="" dirty="0"/>
              <a:t>AMP, Inorganic phosphate, Inorganic diphosphate, NAD⁺, NADH, NADP⁺, NADPH, NH3, NH4, Coenzyme A, FAD, FADH, FADH2. </a:t>
            </a:r>
          </a:p>
          <a:p>
            <a:pPr marL="342900" indent="-342900">
              <a:buFont typeface="+mj-lt"/>
              <a:buAutoNum type="arabicPeriod"/>
            </a:pPr>
            <a:r>
              <a:rPr lang="" dirty="0"/>
              <a:t>Reactions: Chemical reactions must be gene-mediated and have disjoint genes.</a:t>
            </a:r>
          </a:p>
          <a:p>
            <a:pPr marL="285750" indent="-285750">
              <a:buFont typeface="Arial" panose="020B0604020202020204" pitchFamily="34" charset="0"/>
              <a:buChar char="•"/>
            </a:pPr>
            <a:endParaRPr lang="en-US" dirty="0"/>
          </a:p>
        </p:txBody>
      </p:sp>
      <p:cxnSp>
        <p:nvCxnSpPr>
          <p:cNvPr id="26" name="Straight Arrow Connector 25">
            <a:extLst>
              <a:ext uri="{FF2B5EF4-FFF2-40B4-BE49-F238E27FC236}">
                <a16:creationId xmlns:a16="http://schemas.microsoft.com/office/drawing/2014/main" id="{36874CAE-017C-593B-39AB-A179360394E0}"/>
              </a:ext>
            </a:extLst>
          </p:cNvPr>
          <p:cNvCxnSpPr>
            <a:cxnSpLocks/>
          </p:cNvCxnSpPr>
          <p:nvPr/>
        </p:nvCxnSpPr>
        <p:spPr>
          <a:xfrm>
            <a:off x="7621821" y="6492240"/>
            <a:ext cx="748044" cy="0"/>
          </a:xfrm>
          <a:prstGeom prst="straightConnector1">
            <a:avLst/>
          </a:prstGeom>
          <a:ln>
            <a:headEnd type="triangle" w="lg" len="lg"/>
            <a:tailEnd type="none" w="lg" len="lg"/>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9704602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CF7F94-A697-8C09-4AA1-C3F4EB0851AD}"/>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1596F821-2944-0FBE-6736-B720590DA476}"/>
              </a:ext>
            </a:extLst>
          </p:cNvPr>
          <p:cNvSpPr/>
          <p:nvPr/>
        </p:nvSpPr>
        <p:spPr>
          <a:xfrm>
            <a:off x="1462291" y="6126480"/>
            <a:ext cx="1554480" cy="73152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Algorithm </a:t>
            </a:r>
          </a:p>
        </p:txBody>
      </p:sp>
      <p:sp>
        <p:nvSpPr>
          <p:cNvPr id="5" name="Rectangle: Rounded Corners 4">
            <a:extLst>
              <a:ext uri="{FF2B5EF4-FFF2-40B4-BE49-F238E27FC236}">
                <a16:creationId xmlns:a16="http://schemas.microsoft.com/office/drawing/2014/main" id="{9595C6F0-9F02-8AD4-CC1A-59747D3F5273}"/>
              </a:ext>
            </a:extLst>
          </p:cNvPr>
          <p:cNvSpPr/>
          <p:nvPr/>
        </p:nvSpPr>
        <p:spPr>
          <a:xfrm>
            <a:off x="3764816" y="6126480"/>
            <a:ext cx="1554480" cy="731520"/>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Chemical Reactions </a:t>
            </a:r>
          </a:p>
        </p:txBody>
      </p:sp>
      <p:sp>
        <p:nvSpPr>
          <p:cNvPr id="6" name="Rectangle: Rounded Corners 5">
            <a:extLst>
              <a:ext uri="{FF2B5EF4-FFF2-40B4-BE49-F238E27FC236}">
                <a16:creationId xmlns:a16="http://schemas.microsoft.com/office/drawing/2014/main" id="{7DF215B9-84BF-72EE-9144-A8BBF87AACE8}"/>
              </a:ext>
            </a:extLst>
          </p:cNvPr>
          <p:cNvSpPr/>
          <p:nvPr/>
        </p:nvSpPr>
        <p:spPr>
          <a:xfrm>
            <a:off x="6067341" y="6126480"/>
            <a:ext cx="1554480" cy="731520"/>
          </a:xfrm>
          <a:prstGeom prst="roundRect">
            <a:avLst/>
          </a:prstGeom>
          <a:solidFill>
            <a:srgbClr val="DCEAF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Metabolic Network</a:t>
            </a:r>
          </a:p>
        </p:txBody>
      </p:sp>
      <p:sp>
        <p:nvSpPr>
          <p:cNvPr id="7" name="Rectangle: Rounded Corners 6">
            <a:extLst>
              <a:ext uri="{FF2B5EF4-FFF2-40B4-BE49-F238E27FC236}">
                <a16:creationId xmlns:a16="http://schemas.microsoft.com/office/drawing/2014/main" id="{ED714E88-1AB7-7AFD-F744-2FCA63805F61}"/>
              </a:ext>
            </a:extLst>
          </p:cNvPr>
          <p:cNvSpPr/>
          <p:nvPr/>
        </p:nvSpPr>
        <p:spPr>
          <a:xfrm>
            <a:off x="8369865" y="6126480"/>
            <a:ext cx="1554480" cy="73152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THz Actuation</a:t>
            </a:r>
          </a:p>
        </p:txBody>
      </p:sp>
      <p:cxnSp>
        <p:nvCxnSpPr>
          <p:cNvPr id="8" name="Straight Arrow Connector 7">
            <a:extLst>
              <a:ext uri="{FF2B5EF4-FFF2-40B4-BE49-F238E27FC236}">
                <a16:creationId xmlns:a16="http://schemas.microsoft.com/office/drawing/2014/main" id="{F7FC6BAB-E609-AB9F-F327-F5583850DB68}"/>
              </a:ext>
            </a:extLst>
          </p:cNvPr>
          <p:cNvCxnSpPr>
            <a:cxnSpLocks/>
            <a:stCxn id="4" idx="3"/>
            <a:endCxn id="5" idx="1"/>
          </p:cNvCxnSpPr>
          <p:nvPr/>
        </p:nvCxnSpPr>
        <p:spPr>
          <a:xfrm>
            <a:off x="3016771" y="6492240"/>
            <a:ext cx="748045" cy="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3DF0CD6D-95DB-3F78-FAF3-8C586CC82553}"/>
              </a:ext>
            </a:extLst>
          </p:cNvPr>
          <p:cNvCxnSpPr>
            <a:cxnSpLocks/>
            <a:stCxn id="5" idx="3"/>
            <a:endCxn id="6" idx="1"/>
          </p:cNvCxnSpPr>
          <p:nvPr/>
        </p:nvCxnSpPr>
        <p:spPr>
          <a:xfrm>
            <a:off x="5319296" y="6492240"/>
            <a:ext cx="748045" cy="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sp>
        <p:nvSpPr>
          <p:cNvPr id="69" name="Oval 68">
            <a:extLst>
              <a:ext uri="{FF2B5EF4-FFF2-40B4-BE49-F238E27FC236}">
                <a16:creationId xmlns:a16="http://schemas.microsoft.com/office/drawing/2014/main" id="{84329755-3ADE-E8CC-7FDF-2B97BBAE7680}"/>
              </a:ext>
            </a:extLst>
          </p:cNvPr>
          <p:cNvSpPr>
            <a:spLocks noChangeAspect="1"/>
          </p:cNvSpPr>
          <p:nvPr/>
        </p:nvSpPr>
        <p:spPr>
          <a:xfrm>
            <a:off x="4944147" y="494998"/>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70" name="TextBox 69">
                <a:extLst>
                  <a:ext uri="{FF2B5EF4-FFF2-40B4-BE49-F238E27FC236}">
                    <a16:creationId xmlns:a16="http://schemas.microsoft.com/office/drawing/2014/main" id="{1774894C-16E0-C85E-41E8-B2F053A92B0E}"/>
                  </a:ext>
                </a:extLst>
              </p:cNvPr>
              <p:cNvSpPr txBox="1"/>
              <p:nvPr/>
            </p:nvSpPr>
            <p:spPr>
              <a:xfrm>
                <a:off x="4889951" y="466275"/>
                <a:ext cx="518558" cy="394019"/>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Cp</m:t>
                          </m:r>
                        </m:sub>
                      </m:sSub>
                    </m:oMath>
                  </m:oMathPara>
                </a14:m>
                <a:endParaRPr lang="en-US" dirty="0">
                  <a:solidFill>
                    <a:schemeClr val="bg1"/>
                  </a:solidFill>
                </a:endParaRPr>
              </a:p>
            </p:txBody>
          </p:sp>
        </mc:Choice>
        <mc:Fallback xmlns="">
          <p:sp>
            <p:nvSpPr>
              <p:cNvPr id="70" name="TextBox 69">
                <a:extLst>
                  <a:ext uri="{FF2B5EF4-FFF2-40B4-BE49-F238E27FC236}">
                    <a16:creationId xmlns:a16="http://schemas.microsoft.com/office/drawing/2014/main" id="{1774894C-16E0-C85E-41E8-B2F053A92B0E}"/>
                  </a:ext>
                </a:extLst>
              </p:cNvPr>
              <p:cNvSpPr txBox="1">
                <a:spLocks noRot="1" noChangeAspect="1" noMove="1" noResize="1" noEditPoints="1" noAdjustHandles="1" noChangeArrowheads="1" noChangeShapeType="1" noTextEdit="1"/>
              </p:cNvSpPr>
              <p:nvPr/>
            </p:nvSpPr>
            <p:spPr>
              <a:xfrm>
                <a:off x="4889951" y="466275"/>
                <a:ext cx="518558" cy="394019"/>
              </a:xfrm>
              <a:prstGeom prst="rect">
                <a:avLst/>
              </a:prstGeom>
              <a:blipFill>
                <a:blip r:embed="rId3"/>
                <a:stretch>
                  <a:fillRect b="-76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1" name="TextBox 70">
                <a:extLst>
                  <a:ext uri="{FF2B5EF4-FFF2-40B4-BE49-F238E27FC236}">
                    <a16:creationId xmlns:a16="http://schemas.microsoft.com/office/drawing/2014/main" id="{560A3A3C-3133-BDE1-9768-A063A313BE0A}"/>
                  </a:ext>
                </a:extLst>
              </p:cNvPr>
              <p:cNvSpPr txBox="1"/>
              <p:nvPr/>
            </p:nvSpPr>
            <p:spPr>
              <a:xfrm>
                <a:off x="6042817" y="320258"/>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c</m:t>
                          </m:r>
                        </m:sub>
                      </m:sSub>
                    </m:oMath>
                  </m:oMathPara>
                </a14:m>
                <a:endParaRPr lang="en-US" dirty="0">
                  <a:solidFill>
                    <a:schemeClr val="tx1"/>
                  </a:solidFill>
                </a:endParaRPr>
              </a:p>
            </p:txBody>
          </p:sp>
        </mc:Choice>
        <mc:Fallback xmlns="">
          <p:sp>
            <p:nvSpPr>
              <p:cNvPr id="71" name="TextBox 70">
                <a:extLst>
                  <a:ext uri="{FF2B5EF4-FFF2-40B4-BE49-F238E27FC236}">
                    <a16:creationId xmlns:a16="http://schemas.microsoft.com/office/drawing/2014/main" id="{560A3A3C-3133-BDE1-9768-A063A313BE0A}"/>
                  </a:ext>
                </a:extLst>
              </p:cNvPr>
              <p:cNvSpPr txBox="1">
                <a:spLocks noRot="1" noChangeAspect="1" noMove="1" noResize="1" noEditPoints="1" noAdjustHandles="1" noChangeArrowheads="1" noChangeShapeType="1" noTextEdit="1"/>
              </p:cNvSpPr>
              <p:nvPr/>
            </p:nvSpPr>
            <p:spPr>
              <a:xfrm>
                <a:off x="6042817" y="320258"/>
                <a:ext cx="507796" cy="369332"/>
              </a:xfrm>
              <a:prstGeom prst="rect">
                <a:avLst/>
              </a:prstGeom>
              <a:blipFill>
                <a:blip r:embed="rId4"/>
                <a:stretch>
                  <a:fillRect/>
                </a:stretch>
              </a:blipFill>
            </p:spPr>
            <p:txBody>
              <a:bodyPr/>
              <a:lstStyle/>
              <a:p>
                <a:r>
                  <a:rPr lang="en-US">
                    <a:noFill/>
                  </a:rPr>
                  <a:t> </a:t>
                </a:r>
              </a:p>
            </p:txBody>
          </p:sp>
        </mc:Fallback>
      </mc:AlternateContent>
      <p:sp>
        <p:nvSpPr>
          <p:cNvPr id="72" name="Oval 71">
            <a:extLst>
              <a:ext uri="{FF2B5EF4-FFF2-40B4-BE49-F238E27FC236}">
                <a16:creationId xmlns:a16="http://schemas.microsoft.com/office/drawing/2014/main" id="{F6C4F4A7-2E27-48B8-A213-BBA9CF1BBF60}"/>
              </a:ext>
            </a:extLst>
          </p:cNvPr>
          <p:cNvSpPr>
            <a:spLocks noChangeAspect="1"/>
          </p:cNvSpPr>
          <p:nvPr/>
        </p:nvSpPr>
        <p:spPr>
          <a:xfrm>
            <a:off x="6106964" y="1188320"/>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73" name="TextBox 72">
                <a:extLst>
                  <a:ext uri="{FF2B5EF4-FFF2-40B4-BE49-F238E27FC236}">
                    <a16:creationId xmlns:a16="http://schemas.microsoft.com/office/drawing/2014/main" id="{9C2B966E-543C-DA23-28B5-BCCB3E4A7813}"/>
                  </a:ext>
                </a:extLst>
              </p:cNvPr>
              <p:cNvSpPr txBox="1"/>
              <p:nvPr/>
            </p:nvSpPr>
            <p:spPr>
              <a:xfrm>
                <a:off x="6048487" y="1163848"/>
                <a:ext cx="518558" cy="395493"/>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Cg</m:t>
                          </m:r>
                        </m:sub>
                      </m:sSub>
                    </m:oMath>
                  </m:oMathPara>
                </a14:m>
                <a:endParaRPr lang="en-US" dirty="0">
                  <a:solidFill>
                    <a:schemeClr val="bg1"/>
                  </a:solidFill>
                </a:endParaRPr>
              </a:p>
            </p:txBody>
          </p:sp>
        </mc:Choice>
        <mc:Fallback xmlns="">
          <p:sp>
            <p:nvSpPr>
              <p:cNvPr id="73" name="TextBox 72">
                <a:extLst>
                  <a:ext uri="{FF2B5EF4-FFF2-40B4-BE49-F238E27FC236}">
                    <a16:creationId xmlns:a16="http://schemas.microsoft.com/office/drawing/2014/main" id="{9C2B966E-543C-DA23-28B5-BCCB3E4A7813}"/>
                  </a:ext>
                </a:extLst>
              </p:cNvPr>
              <p:cNvSpPr txBox="1">
                <a:spLocks noRot="1" noChangeAspect="1" noMove="1" noResize="1" noEditPoints="1" noAdjustHandles="1" noChangeArrowheads="1" noChangeShapeType="1" noTextEdit="1"/>
              </p:cNvSpPr>
              <p:nvPr/>
            </p:nvSpPr>
            <p:spPr>
              <a:xfrm>
                <a:off x="6048487" y="1163848"/>
                <a:ext cx="518558" cy="395493"/>
              </a:xfrm>
              <a:prstGeom prst="rect">
                <a:avLst/>
              </a:prstGeom>
              <a:blipFill>
                <a:blip r:embed="rId5"/>
                <a:stretch>
                  <a:fillRect b="-76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4" name="TextBox 73">
                <a:extLst>
                  <a:ext uri="{FF2B5EF4-FFF2-40B4-BE49-F238E27FC236}">
                    <a16:creationId xmlns:a16="http://schemas.microsoft.com/office/drawing/2014/main" id="{1FB5E1D5-BA98-678E-976E-B05289663B04}"/>
                  </a:ext>
                </a:extLst>
              </p:cNvPr>
              <p:cNvSpPr txBox="1"/>
              <p:nvPr/>
            </p:nvSpPr>
            <p:spPr>
              <a:xfrm>
                <a:off x="4902710" y="1199060"/>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Cs</m:t>
                          </m:r>
                        </m:sub>
                      </m:sSub>
                    </m:oMath>
                  </m:oMathPara>
                </a14:m>
                <a:endParaRPr lang="en-US" dirty="0">
                  <a:solidFill>
                    <a:schemeClr val="tx1"/>
                  </a:solidFill>
                </a:endParaRPr>
              </a:p>
            </p:txBody>
          </p:sp>
        </mc:Choice>
        <mc:Fallback xmlns="">
          <p:sp>
            <p:nvSpPr>
              <p:cNvPr id="74" name="TextBox 73">
                <a:extLst>
                  <a:ext uri="{FF2B5EF4-FFF2-40B4-BE49-F238E27FC236}">
                    <a16:creationId xmlns:a16="http://schemas.microsoft.com/office/drawing/2014/main" id="{1FB5E1D5-BA98-678E-976E-B05289663B04}"/>
                  </a:ext>
                </a:extLst>
              </p:cNvPr>
              <p:cNvSpPr txBox="1">
                <a:spLocks noRot="1" noChangeAspect="1" noMove="1" noResize="1" noEditPoints="1" noAdjustHandles="1" noChangeArrowheads="1" noChangeShapeType="1" noTextEdit="1"/>
              </p:cNvSpPr>
              <p:nvPr/>
            </p:nvSpPr>
            <p:spPr>
              <a:xfrm>
                <a:off x="4902710" y="1199060"/>
                <a:ext cx="507796" cy="369332"/>
              </a:xfrm>
              <a:prstGeom prst="rect">
                <a:avLst/>
              </a:prstGeom>
              <a:blipFill>
                <a:blip r:embed="rId6"/>
                <a:stretch>
                  <a:fillRect r="-3571"/>
                </a:stretch>
              </a:blipFill>
            </p:spPr>
            <p:txBody>
              <a:bodyPr/>
              <a:lstStyle/>
              <a:p>
                <a:r>
                  <a:rPr lang="en-US">
                    <a:noFill/>
                  </a:rPr>
                  <a:t> </a:t>
                </a:r>
              </a:p>
            </p:txBody>
          </p:sp>
        </mc:Fallback>
      </mc:AlternateContent>
      <p:sp>
        <p:nvSpPr>
          <p:cNvPr id="75" name="Oval 74">
            <a:extLst>
              <a:ext uri="{FF2B5EF4-FFF2-40B4-BE49-F238E27FC236}">
                <a16:creationId xmlns:a16="http://schemas.microsoft.com/office/drawing/2014/main" id="{28964071-2186-78F1-550E-1CAA68F414D7}"/>
              </a:ext>
            </a:extLst>
          </p:cNvPr>
          <p:cNvSpPr>
            <a:spLocks noChangeAspect="1"/>
          </p:cNvSpPr>
          <p:nvPr/>
        </p:nvSpPr>
        <p:spPr>
          <a:xfrm>
            <a:off x="4972757" y="2004874"/>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76" name="TextBox 75">
                <a:extLst>
                  <a:ext uri="{FF2B5EF4-FFF2-40B4-BE49-F238E27FC236}">
                    <a16:creationId xmlns:a16="http://schemas.microsoft.com/office/drawing/2014/main" id="{ADEA4F8C-BA59-9357-6C54-16A2EA49545E}"/>
                  </a:ext>
                </a:extLst>
              </p:cNvPr>
              <p:cNvSpPr txBox="1"/>
              <p:nvPr/>
            </p:nvSpPr>
            <p:spPr>
              <a:xfrm>
                <a:off x="4917222" y="1969552"/>
                <a:ext cx="518558"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Cr</m:t>
                          </m:r>
                        </m:sub>
                      </m:sSub>
                    </m:oMath>
                  </m:oMathPara>
                </a14:m>
                <a:endParaRPr lang="en-US" dirty="0">
                  <a:solidFill>
                    <a:schemeClr val="bg1"/>
                  </a:solidFill>
                </a:endParaRPr>
              </a:p>
            </p:txBody>
          </p:sp>
        </mc:Choice>
        <mc:Fallback xmlns="">
          <p:sp>
            <p:nvSpPr>
              <p:cNvPr id="76" name="TextBox 75">
                <a:extLst>
                  <a:ext uri="{FF2B5EF4-FFF2-40B4-BE49-F238E27FC236}">
                    <a16:creationId xmlns:a16="http://schemas.microsoft.com/office/drawing/2014/main" id="{ADEA4F8C-BA59-9357-6C54-16A2EA49545E}"/>
                  </a:ext>
                </a:extLst>
              </p:cNvPr>
              <p:cNvSpPr txBox="1">
                <a:spLocks noRot="1" noChangeAspect="1" noMove="1" noResize="1" noEditPoints="1" noAdjustHandles="1" noChangeArrowheads="1" noChangeShapeType="1" noTextEdit="1"/>
              </p:cNvSpPr>
              <p:nvPr/>
            </p:nvSpPr>
            <p:spPr>
              <a:xfrm>
                <a:off x="4917222" y="1969552"/>
                <a:ext cx="518558" cy="369332"/>
              </a:xfrm>
              <a:prstGeom prst="rect">
                <a:avLst/>
              </a:prstGeom>
              <a:blipFill>
                <a:blip r:embed="rId7"/>
                <a:stretch>
                  <a:fillRect/>
                </a:stretch>
              </a:blipFill>
            </p:spPr>
            <p:txBody>
              <a:bodyPr/>
              <a:lstStyle/>
              <a:p>
                <a:r>
                  <a:rPr lang="en-US">
                    <a:noFill/>
                  </a:rPr>
                  <a:t> </a:t>
                </a:r>
              </a:p>
            </p:txBody>
          </p:sp>
        </mc:Fallback>
      </mc:AlternateContent>
      <p:cxnSp>
        <p:nvCxnSpPr>
          <p:cNvPr id="77" name="Straight Arrow Connector 76">
            <a:extLst>
              <a:ext uri="{FF2B5EF4-FFF2-40B4-BE49-F238E27FC236}">
                <a16:creationId xmlns:a16="http://schemas.microsoft.com/office/drawing/2014/main" id="{6CBE838B-0E21-663E-9BCD-5860EDEE49DF}"/>
              </a:ext>
            </a:extLst>
          </p:cNvPr>
          <p:cNvCxnSpPr>
            <a:cxnSpLocks/>
            <a:endCxn id="69" idx="3"/>
          </p:cNvCxnSpPr>
          <p:nvPr/>
        </p:nvCxnSpPr>
        <p:spPr>
          <a:xfrm flipV="1">
            <a:off x="4121733" y="820556"/>
            <a:ext cx="878271" cy="488885"/>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80" name="Straight Arrow Connector 79">
            <a:extLst>
              <a:ext uri="{FF2B5EF4-FFF2-40B4-BE49-F238E27FC236}">
                <a16:creationId xmlns:a16="http://schemas.microsoft.com/office/drawing/2014/main" id="{5B7CEB59-8C7A-6FF3-357E-41D8B10C4D23}"/>
              </a:ext>
            </a:extLst>
          </p:cNvPr>
          <p:cNvCxnSpPr>
            <a:cxnSpLocks/>
            <a:endCxn id="75" idx="1"/>
          </p:cNvCxnSpPr>
          <p:nvPr/>
        </p:nvCxnSpPr>
        <p:spPr>
          <a:xfrm>
            <a:off x="4125155" y="1314303"/>
            <a:ext cx="903459" cy="746428"/>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84" name="Straight Arrow Connector 83">
            <a:extLst>
              <a:ext uri="{FF2B5EF4-FFF2-40B4-BE49-F238E27FC236}">
                <a16:creationId xmlns:a16="http://schemas.microsoft.com/office/drawing/2014/main" id="{0FAD0532-755F-CB65-88EA-60BF6536F488}"/>
              </a:ext>
            </a:extLst>
          </p:cNvPr>
          <p:cNvCxnSpPr>
            <a:cxnSpLocks/>
            <a:stCxn id="74" idx="3"/>
            <a:endCxn id="72" idx="2"/>
          </p:cNvCxnSpPr>
          <p:nvPr/>
        </p:nvCxnSpPr>
        <p:spPr>
          <a:xfrm flipV="1">
            <a:off x="5410506" y="1379028"/>
            <a:ext cx="696458" cy="4698"/>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88" name="Straight Arrow Connector 87">
            <a:extLst>
              <a:ext uri="{FF2B5EF4-FFF2-40B4-BE49-F238E27FC236}">
                <a16:creationId xmlns:a16="http://schemas.microsoft.com/office/drawing/2014/main" id="{8C437F60-1B49-78EE-8036-F85DC81314DA}"/>
              </a:ext>
            </a:extLst>
          </p:cNvPr>
          <p:cNvCxnSpPr>
            <a:cxnSpLocks/>
            <a:stCxn id="74" idx="2"/>
            <a:endCxn id="75" idx="0"/>
          </p:cNvCxnSpPr>
          <p:nvPr/>
        </p:nvCxnSpPr>
        <p:spPr>
          <a:xfrm>
            <a:off x="5156608" y="1568392"/>
            <a:ext cx="6856" cy="436482"/>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6" name="Straight Arrow Connector 95">
            <a:extLst>
              <a:ext uri="{FF2B5EF4-FFF2-40B4-BE49-F238E27FC236}">
                <a16:creationId xmlns:a16="http://schemas.microsoft.com/office/drawing/2014/main" id="{2395AD05-9D22-0053-CE93-5231957CC1C3}"/>
              </a:ext>
            </a:extLst>
          </p:cNvPr>
          <p:cNvCxnSpPr>
            <a:cxnSpLocks/>
            <a:stCxn id="69" idx="6"/>
          </p:cNvCxnSpPr>
          <p:nvPr/>
        </p:nvCxnSpPr>
        <p:spPr>
          <a:xfrm>
            <a:off x="5325561" y="685706"/>
            <a:ext cx="2460842" cy="10275"/>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9" name="Straight Arrow Connector 98">
            <a:extLst>
              <a:ext uri="{FF2B5EF4-FFF2-40B4-BE49-F238E27FC236}">
                <a16:creationId xmlns:a16="http://schemas.microsoft.com/office/drawing/2014/main" id="{BFA7CFAE-AF7B-E5BD-5297-28026F3A2044}"/>
              </a:ext>
            </a:extLst>
          </p:cNvPr>
          <p:cNvCxnSpPr>
            <a:cxnSpLocks/>
            <a:stCxn id="71" idx="2"/>
            <a:endCxn id="72" idx="0"/>
          </p:cNvCxnSpPr>
          <p:nvPr/>
        </p:nvCxnSpPr>
        <p:spPr>
          <a:xfrm>
            <a:off x="6296715" y="689590"/>
            <a:ext cx="956" cy="49873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sp>
        <p:nvSpPr>
          <p:cNvPr id="102" name="Rectangle 101">
            <a:extLst>
              <a:ext uri="{FF2B5EF4-FFF2-40B4-BE49-F238E27FC236}">
                <a16:creationId xmlns:a16="http://schemas.microsoft.com/office/drawing/2014/main" id="{43A5F0DC-F90C-72D8-1BFB-EF73A078DA5F}"/>
              </a:ext>
            </a:extLst>
          </p:cNvPr>
          <p:cNvSpPr/>
          <p:nvPr/>
        </p:nvSpPr>
        <p:spPr>
          <a:xfrm>
            <a:off x="4449953" y="108527"/>
            <a:ext cx="2873133" cy="2407763"/>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03" name="TextBox 102">
            <a:extLst>
              <a:ext uri="{FF2B5EF4-FFF2-40B4-BE49-F238E27FC236}">
                <a16:creationId xmlns:a16="http://schemas.microsoft.com/office/drawing/2014/main" id="{C5FD1D41-83F5-DD97-C45E-FA5978E7E9CB}"/>
              </a:ext>
            </a:extLst>
          </p:cNvPr>
          <p:cNvSpPr txBox="1"/>
          <p:nvPr/>
        </p:nvSpPr>
        <p:spPr>
          <a:xfrm>
            <a:off x="4449953" y="92506"/>
            <a:ext cx="1774204" cy="338554"/>
          </a:xfrm>
          <a:prstGeom prst="rect">
            <a:avLst/>
          </a:prstGeom>
          <a:noFill/>
        </p:spPr>
        <p:txBody>
          <a:bodyPr wrap="none" rtlCol="0">
            <a:spAutoFit/>
          </a:bodyPr>
          <a:lstStyle/>
          <a:p>
            <a:r>
              <a:rPr lang="en-US" sz="1600" dirty="0"/>
              <a:t>Chemical counter</a:t>
            </a:r>
          </a:p>
        </p:txBody>
      </p:sp>
      <mc:AlternateContent xmlns:mc="http://schemas.openxmlformats.org/markup-compatibility/2006" xmlns:a14="http://schemas.microsoft.com/office/drawing/2010/main">
        <mc:Choice Requires="a14">
          <p:sp>
            <p:nvSpPr>
              <p:cNvPr id="67" name="TextBox 66">
                <a:extLst>
                  <a:ext uri="{FF2B5EF4-FFF2-40B4-BE49-F238E27FC236}">
                    <a16:creationId xmlns:a16="http://schemas.microsoft.com/office/drawing/2014/main" id="{A4D37E6A-A24C-EB5E-1E66-757BA83EA79D}"/>
                  </a:ext>
                </a:extLst>
              </p:cNvPr>
              <p:cNvSpPr txBox="1"/>
              <p:nvPr/>
            </p:nvSpPr>
            <p:spPr>
              <a:xfrm>
                <a:off x="3" y="1445647"/>
                <a:ext cx="593368" cy="369332"/>
              </a:xfrm>
              <a:prstGeom prst="rect">
                <a:avLst/>
              </a:prstGeom>
              <a:noFill/>
            </p:spPr>
            <p:txBody>
              <a:bodyPr wrap="none" rtlCol="0">
                <a:spAutoFit/>
              </a:bodyPr>
              <a:lstStyle/>
              <a:p>
                <a:pPr/>
                <a14:m>
                  <m:oMathPara xmlns:m="http://schemas.openxmlformats.org/officeDocument/2006/math">
                    <m:oMath>
                      <m:sSub>
                        <m:sSubPr>
                          <m:ctrlPr>
                            <a:rPr lang="de-DE" b="0" i="1" smtClean="0">
                              <a:latin typeface="Cambria Math" panose="02040503050406030204" pitchFamily="18" charset="0"/>
                            </a:rPr>
                          </m:ctrlPr>
                        </m:sSubPr>
                        <m:e>
                          <m:r>
                            <m:rPr>
                              <m:sty m:val="p"/>
                            </m:rPr>
                            <a:rPr lang="de-DE" b="0" i="1" smtClean="0">
                              <a:latin typeface="Cambria Math" panose="02040503050406030204" pitchFamily="18" charset="0"/>
                            </a:rPr>
                            <m:t>m</m:t>
                          </m:r>
                        </m:e>
                        <m:sub>
                          <m:r>
                            <m:rPr>
                              <m:sty m:val="p"/>
                            </m:rPr>
                            <a:rPr lang="de-DE" b="0" i="1" smtClean="0">
                              <a:latin typeface="Cambria Math" panose="02040503050406030204" pitchFamily="18" charset="0"/>
                            </a:rPr>
                            <m:t>in</m:t>
                          </m:r>
                        </m:sub>
                      </m:sSub>
                    </m:oMath>
                  </m:oMathPara>
                </a14:m>
                <a:endParaRPr lang="en-US" dirty="0"/>
              </a:p>
            </p:txBody>
          </p:sp>
        </mc:Choice>
        <mc:Fallback xmlns="">
          <p:sp>
            <p:nvSpPr>
              <p:cNvPr id="67" name="TextBox 66">
                <a:extLst>
                  <a:ext uri="{FF2B5EF4-FFF2-40B4-BE49-F238E27FC236}">
                    <a16:creationId xmlns:a16="http://schemas.microsoft.com/office/drawing/2014/main" id="{A4D37E6A-A24C-EB5E-1E66-757BA83EA79D}"/>
                  </a:ext>
                </a:extLst>
              </p:cNvPr>
              <p:cNvSpPr txBox="1">
                <a:spLocks noRot="1" noChangeAspect="1" noMove="1" noResize="1" noEditPoints="1" noAdjustHandles="1" noChangeArrowheads="1" noChangeShapeType="1" noTextEdit="1"/>
              </p:cNvSpPr>
              <p:nvPr/>
            </p:nvSpPr>
            <p:spPr>
              <a:xfrm>
                <a:off x="3" y="1445647"/>
                <a:ext cx="593368" cy="369332"/>
              </a:xfrm>
              <a:prstGeom prst="rect">
                <a:avLst/>
              </a:prstGeom>
              <a:blipFill>
                <a:blip r:embed="rId8"/>
                <a:stretch>
                  <a:fillRect/>
                </a:stretch>
              </a:blipFill>
            </p:spPr>
            <p:txBody>
              <a:bodyPr/>
              <a:lstStyle/>
              <a:p>
                <a:r>
                  <a:rPr lang="en-US">
                    <a:noFill/>
                  </a:rPr>
                  <a:t> </a:t>
                </a:r>
              </a:p>
            </p:txBody>
          </p:sp>
        </mc:Fallback>
      </mc:AlternateContent>
      <p:sp>
        <p:nvSpPr>
          <p:cNvPr id="78" name="Rectangle 77">
            <a:extLst>
              <a:ext uri="{FF2B5EF4-FFF2-40B4-BE49-F238E27FC236}">
                <a16:creationId xmlns:a16="http://schemas.microsoft.com/office/drawing/2014/main" id="{6B9A3396-2560-BD33-61D1-D2586AEA612E}"/>
              </a:ext>
            </a:extLst>
          </p:cNvPr>
          <p:cNvSpPr/>
          <p:nvPr/>
        </p:nvSpPr>
        <p:spPr>
          <a:xfrm>
            <a:off x="813767" y="311940"/>
            <a:ext cx="2873133" cy="2222154"/>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79" name="TextBox 78">
            <a:extLst>
              <a:ext uri="{FF2B5EF4-FFF2-40B4-BE49-F238E27FC236}">
                <a16:creationId xmlns:a16="http://schemas.microsoft.com/office/drawing/2014/main" id="{CE9601E7-D53D-C0F5-0CAB-2B812B6BBE95}"/>
              </a:ext>
            </a:extLst>
          </p:cNvPr>
          <p:cNvSpPr txBox="1"/>
          <p:nvPr/>
        </p:nvSpPr>
        <p:spPr>
          <a:xfrm>
            <a:off x="787443" y="311939"/>
            <a:ext cx="1362617" cy="584775"/>
          </a:xfrm>
          <a:prstGeom prst="rect">
            <a:avLst/>
          </a:prstGeom>
          <a:noFill/>
        </p:spPr>
        <p:txBody>
          <a:bodyPr wrap="none" rtlCol="0">
            <a:spAutoFit/>
          </a:bodyPr>
          <a:lstStyle/>
          <a:p>
            <a:r>
              <a:rPr lang="en-US" sz="1600" dirty="0"/>
              <a:t>Chemical</a:t>
            </a:r>
            <a:br>
              <a:rPr lang="en-US" sz="1600" dirty="0"/>
            </a:br>
            <a:r>
              <a:rPr lang="en-US" sz="1600" dirty="0"/>
              <a:t>Differentiator</a:t>
            </a:r>
          </a:p>
        </p:txBody>
      </p:sp>
      <p:sp>
        <p:nvSpPr>
          <p:cNvPr id="81" name="Oval 80">
            <a:extLst>
              <a:ext uri="{FF2B5EF4-FFF2-40B4-BE49-F238E27FC236}">
                <a16:creationId xmlns:a16="http://schemas.microsoft.com/office/drawing/2014/main" id="{DABED490-3FB7-E899-D8CF-0BFDB84779BC}"/>
              </a:ext>
            </a:extLst>
          </p:cNvPr>
          <p:cNvSpPr>
            <a:spLocks noChangeAspect="1"/>
          </p:cNvSpPr>
          <p:nvPr/>
        </p:nvSpPr>
        <p:spPr>
          <a:xfrm>
            <a:off x="1051702" y="1100334"/>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82" name="TextBox 81">
                <a:extLst>
                  <a:ext uri="{FF2B5EF4-FFF2-40B4-BE49-F238E27FC236}">
                    <a16:creationId xmlns:a16="http://schemas.microsoft.com/office/drawing/2014/main" id="{09EEC6C4-82B6-492F-F19D-3209996C7D2D}"/>
                  </a:ext>
                </a:extLst>
              </p:cNvPr>
              <p:cNvSpPr txBox="1"/>
              <p:nvPr/>
            </p:nvSpPr>
            <p:spPr>
              <a:xfrm>
                <a:off x="996675" y="1076178"/>
                <a:ext cx="518558"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Df</m:t>
                          </m:r>
                        </m:sub>
                      </m:sSub>
                    </m:oMath>
                  </m:oMathPara>
                </a14:m>
                <a:endParaRPr lang="en-US" dirty="0">
                  <a:solidFill>
                    <a:schemeClr val="bg1"/>
                  </a:solidFill>
                </a:endParaRPr>
              </a:p>
            </p:txBody>
          </p:sp>
        </mc:Choice>
        <mc:Fallback xmlns="">
          <p:sp>
            <p:nvSpPr>
              <p:cNvPr id="82" name="TextBox 81">
                <a:extLst>
                  <a:ext uri="{FF2B5EF4-FFF2-40B4-BE49-F238E27FC236}">
                    <a16:creationId xmlns:a16="http://schemas.microsoft.com/office/drawing/2014/main" id="{09EEC6C4-82B6-492F-F19D-3209996C7D2D}"/>
                  </a:ext>
                </a:extLst>
              </p:cNvPr>
              <p:cNvSpPr txBox="1">
                <a:spLocks noRot="1" noChangeAspect="1" noMove="1" noResize="1" noEditPoints="1" noAdjustHandles="1" noChangeArrowheads="1" noChangeShapeType="1" noTextEdit="1"/>
              </p:cNvSpPr>
              <p:nvPr/>
            </p:nvSpPr>
            <p:spPr>
              <a:xfrm>
                <a:off x="996675" y="1076178"/>
                <a:ext cx="518558" cy="369332"/>
              </a:xfrm>
              <a:prstGeom prst="rect">
                <a:avLst/>
              </a:prstGeom>
              <a:blipFill>
                <a:blip r:embed="rId9"/>
                <a:stretch>
                  <a:fillRect/>
                </a:stretch>
              </a:blipFill>
            </p:spPr>
            <p:txBody>
              <a:bodyPr/>
              <a:lstStyle/>
              <a:p>
                <a:r>
                  <a:rPr lang="en-US">
                    <a:noFill/>
                  </a:rPr>
                  <a:t> </a:t>
                </a:r>
              </a:p>
            </p:txBody>
          </p:sp>
        </mc:Fallback>
      </mc:AlternateContent>
      <p:sp>
        <p:nvSpPr>
          <p:cNvPr id="83" name="Oval 82">
            <a:extLst>
              <a:ext uri="{FF2B5EF4-FFF2-40B4-BE49-F238E27FC236}">
                <a16:creationId xmlns:a16="http://schemas.microsoft.com/office/drawing/2014/main" id="{6E5D21A8-EC79-7E40-0C8E-53FB2EE2E5A7}"/>
              </a:ext>
            </a:extLst>
          </p:cNvPr>
          <p:cNvSpPr>
            <a:spLocks noChangeAspect="1"/>
          </p:cNvSpPr>
          <p:nvPr/>
        </p:nvSpPr>
        <p:spPr>
          <a:xfrm>
            <a:off x="1155183" y="1993690"/>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85" name="TextBox 84">
                <a:extLst>
                  <a:ext uri="{FF2B5EF4-FFF2-40B4-BE49-F238E27FC236}">
                    <a16:creationId xmlns:a16="http://schemas.microsoft.com/office/drawing/2014/main" id="{4AF1EADA-11D3-424A-EBAA-99B5DBD9D293}"/>
                  </a:ext>
                </a:extLst>
              </p:cNvPr>
              <p:cNvSpPr txBox="1"/>
              <p:nvPr/>
            </p:nvSpPr>
            <p:spPr>
              <a:xfrm>
                <a:off x="1097396" y="1985666"/>
                <a:ext cx="518558"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Ds</m:t>
                          </m:r>
                        </m:sub>
                      </m:sSub>
                    </m:oMath>
                  </m:oMathPara>
                </a14:m>
                <a:endParaRPr lang="en-US" dirty="0">
                  <a:solidFill>
                    <a:schemeClr val="bg1"/>
                  </a:solidFill>
                </a:endParaRPr>
              </a:p>
            </p:txBody>
          </p:sp>
        </mc:Choice>
        <mc:Fallback xmlns="">
          <p:sp>
            <p:nvSpPr>
              <p:cNvPr id="85" name="TextBox 84">
                <a:extLst>
                  <a:ext uri="{FF2B5EF4-FFF2-40B4-BE49-F238E27FC236}">
                    <a16:creationId xmlns:a16="http://schemas.microsoft.com/office/drawing/2014/main" id="{4AF1EADA-11D3-424A-EBAA-99B5DBD9D293}"/>
                  </a:ext>
                </a:extLst>
              </p:cNvPr>
              <p:cNvSpPr txBox="1">
                <a:spLocks noRot="1" noChangeAspect="1" noMove="1" noResize="1" noEditPoints="1" noAdjustHandles="1" noChangeArrowheads="1" noChangeShapeType="1" noTextEdit="1"/>
              </p:cNvSpPr>
              <p:nvPr/>
            </p:nvSpPr>
            <p:spPr>
              <a:xfrm>
                <a:off x="1097396" y="1985666"/>
                <a:ext cx="518558" cy="369332"/>
              </a:xfrm>
              <a:prstGeom prst="rect">
                <a:avLst/>
              </a:prstGeom>
              <a:blipFill>
                <a:blip r:embed="rId10"/>
                <a:stretch>
                  <a:fillRect/>
                </a:stretch>
              </a:blipFill>
            </p:spPr>
            <p:txBody>
              <a:bodyPr/>
              <a:lstStyle/>
              <a:p>
                <a:r>
                  <a:rPr lang="en-US">
                    <a:noFill/>
                  </a:rPr>
                  <a:t> </a:t>
                </a:r>
              </a:p>
            </p:txBody>
          </p:sp>
        </mc:Fallback>
      </mc:AlternateContent>
      <p:sp>
        <p:nvSpPr>
          <p:cNvPr id="86" name="Oval 85">
            <a:extLst>
              <a:ext uri="{FF2B5EF4-FFF2-40B4-BE49-F238E27FC236}">
                <a16:creationId xmlns:a16="http://schemas.microsoft.com/office/drawing/2014/main" id="{33FAC247-1CA3-2FB5-820E-9F5219EF6C69}"/>
              </a:ext>
            </a:extLst>
          </p:cNvPr>
          <p:cNvSpPr>
            <a:spLocks noChangeAspect="1"/>
          </p:cNvSpPr>
          <p:nvPr/>
        </p:nvSpPr>
        <p:spPr>
          <a:xfrm>
            <a:off x="2221390" y="1104191"/>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87" name="TextBox 86">
                <a:extLst>
                  <a:ext uri="{FF2B5EF4-FFF2-40B4-BE49-F238E27FC236}">
                    <a16:creationId xmlns:a16="http://schemas.microsoft.com/office/drawing/2014/main" id="{DAF269AE-E1C9-C0A3-AA5C-544EF9E2AD38}"/>
                  </a:ext>
                </a:extLst>
              </p:cNvPr>
              <p:cNvSpPr txBox="1"/>
              <p:nvPr/>
            </p:nvSpPr>
            <p:spPr>
              <a:xfrm>
                <a:off x="2166529" y="1075615"/>
                <a:ext cx="518558" cy="394019"/>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Dp</m:t>
                          </m:r>
                        </m:sub>
                      </m:sSub>
                    </m:oMath>
                  </m:oMathPara>
                </a14:m>
                <a:endParaRPr lang="en-US" dirty="0">
                  <a:solidFill>
                    <a:schemeClr val="bg1"/>
                  </a:solidFill>
                </a:endParaRPr>
              </a:p>
            </p:txBody>
          </p:sp>
        </mc:Choice>
        <mc:Fallback xmlns="">
          <p:sp>
            <p:nvSpPr>
              <p:cNvPr id="87" name="TextBox 86">
                <a:extLst>
                  <a:ext uri="{FF2B5EF4-FFF2-40B4-BE49-F238E27FC236}">
                    <a16:creationId xmlns:a16="http://schemas.microsoft.com/office/drawing/2014/main" id="{DAF269AE-E1C9-C0A3-AA5C-544EF9E2AD38}"/>
                  </a:ext>
                </a:extLst>
              </p:cNvPr>
              <p:cNvSpPr txBox="1">
                <a:spLocks noRot="1" noChangeAspect="1" noMove="1" noResize="1" noEditPoints="1" noAdjustHandles="1" noChangeArrowheads="1" noChangeShapeType="1" noTextEdit="1"/>
              </p:cNvSpPr>
              <p:nvPr/>
            </p:nvSpPr>
            <p:spPr>
              <a:xfrm>
                <a:off x="2166529" y="1075615"/>
                <a:ext cx="518558" cy="394019"/>
              </a:xfrm>
              <a:prstGeom prst="rect">
                <a:avLst/>
              </a:prstGeom>
              <a:blipFill>
                <a:blip r:embed="rId11"/>
                <a:stretch>
                  <a:fillRect b="-7692"/>
                </a:stretch>
              </a:blipFill>
            </p:spPr>
            <p:txBody>
              <a:bodyPr/>
              <a:lstStyle/>
              <a:p>
                <a:r>
                  <a:rPr lang="en-US">
                    <a:noFill/>
                  </a:rPr>
                  <a:t> </a:t>
                </a:r>
              </a:p>
            </p:txBody>
          </p:sp>
        </mc:Fallback>
      </mc:AlternateContent>
      <p:cxnSp>
        <p:nvCxnSpPr>
          <p:cNvPr id="89" name="Straight Arrow Connector 88">
            <a:extLst>
              <a:ext uri="{FF2B5EF4-FFF2-40B4-BE49-F238E27FC236}">
                <a16:creationId xmlns:a16="http://schemas.microsoft.com/office/drawing/2014/main" id="{2BE648ED-F500-75A1-5E26-A432C49BDCF1}"/>
              </a:ext>
            </a:extLst>
          </p:cNvPr>
          <p:cNvCxnSpPr>
            <a:cxnSpLocks/>
            <a:stCxn id="67" idx="3"/>
            <a:endCxn id="81" idx="2"/>
          </p:cNvCxnSpPr>
          <p:nvPr/>
        </p:nvCxnSpPr>
        <p:spPr>
          <a:xfrm flipV="1">
            <a:off x="593371" y="1291042"/>
            <a:ext cx="458331" cy="339271"/>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0" name="Straight Arrow Connector 89">
            <a:extLst>
              <a:ext uri="{FF2B5EF4-FFF2-40B4-BE49-F238E27FC236}">
                <a16:creationId xmlns:a16="http://schemas.microsoft.com/office/drawing/2014/main" id="{92CA2B12-0826-259B-19BC-DBF54A6A8A3A}"/>
              </a:ext>
            </a:extLst>
          </p:cNvPr>
          <p:cNvCxnSpPr>
            <a:cxnSpLocks/>
            <a:stCxn id="67" idx="3"/>
            <a:endCxn id="83" idx="2"/>
          </p:cNvCxnSpPr>
          <p:nvPr/>
        </p:nvCxnSpPr>
        <p:spPr>
          <a:xfrm>
            <a:off x="593371" y="1630313"/>
            <a:ext cx="561812" cy="554085"/>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1" name="Straight Arrow Connector 90">
            <a:extLst>
              <a:ext uri="{FF2B5EF4-FFF2-40B4-BE49-F238E27FC236}">
                <a16:creationId xmlns:a16="http://schemas.microsoft.com/office/drawing/2014/main" id="{DA2C34E1-DF3D-FE0E-F643-08CFBC02B481}"/>
              </a:ext>
            </a:extLst>
          </p:cNvPr>
          <p:cNvCxnSpPr>
            <a:cxnSpLocks/>
            <a:stCxn id="81" idx="6"/>
            <a:endCxn id="86" idx="2"/>
          </p:cNvCxnSpPr>
          <p:nvPr/>
        </p:nvCxnSpPr>
        <p:spPr>
          <a:xfrm>
            <a:off x="1433116" y="1291042"/>
            <a:ext cx="788274" cy="3858"/>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2" name="Straight Arrow Connector 91">
            <a:extLst>
              <a:ext uri="{FF2B5EF4-FFF2-40B4-BE49-F238E27FC236}">
                <a16:creationId xmlns:a16="http://schemas.microsoft.com/office/drawing/2014/main" id="{D251281E-16A9-501F-CC16-287DCB474E03}"/>
              </a:ext>
            </a:extLst>
          </p:cNvPr>
          <p:cNvCxnSpPr>
            <a:cxnSpLocks/>
            <a:stCxn id="83" idx="6"/>
            <a:endCxn id="98" idx="2"/>
          </p:cNvCxnSpPr>
          <p:nvPr/>
        </p:nvCxnSpPr>
        <p:spPr>
          <a:xfrm>
            <a:off x="1536597" y="2184398"/>
            <a:ext cx="1447412" cy="33588"/>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3" name="Straight Arrow Connector 92">
            <a:extLst>
              <a:ext uri="{FF2B5EF4-FFF2-40B4-BE49-F238E27FC236}">
                <a16:creationId xmlns:a16="http://schemas.microsoft.com/office/drawing/2014/main" id="{C7462C49-FFE6-9EF2-5104-598203F023E5}"/>
              </a:ext>
            </a:extLst>
          </p:cNvPr>
          <p:cNvCxnSpPr>
            <a:cxnSpLocks/>
            <a:stCxn id="86" idx="6"/>
          </p:cNvCxnSpPr>
          <p:nvPr/>
        </p:nvCxnSpPr>
        <p:spPr>
          <a:xfrm>
            <a:off x="2602804" y="1294899"/>
            <a:ext cx="1532016" cy="14542"/>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94" name="TextBox 93">
                <a:extLst>
                  <a:ext uri="{FF2B5EF4-FFF2-40B4-BE49-F238E27FC236}">
                    <a16:creationId xmlns:a16="http://schemas.microsoft.com/office/drawing/2014/main" id="{C407C419-7260-0D2C-A8D3-0690436E98D8}"/>
                  </a:ext>
                </a:extLst>
              </p:cNvPr>
              <p:cNvSpPr txBox="1"/>
              <p:nvPr/>
            </p:nvSpPr>
            <p:spPr>
              <a:xfrm>
                <a:off x="2910704" y="926659"/>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d</m:t>
                          </m:r>
                        </m:sub>
                      </m:sSub>
                    </m:oMath>
                  </m:oMathPara>
                </a14:m>
                <a:endParaRPr lang="en-US" dirty="0">
                  <a:solidFill>
                    <a:schemeClr val="tx1"/>
                  </a:solidFill>
                </a:endParaRPr>
              </a:p>
            </p:txBody>
          </p:sp>
        </mc:Choice>
        <mc:Fallback xmlns="">
          <p:sp>
            <p:nvSpPr>
              <p:cNvPr id="94" name="TextBox 93">
                <a:extLst>
                  <a:ext uri="{FF2B5EF4-FFF2-40B4-BE49-F238E27FC236}">
                    <a16:creationId xmlns:a16="http://schemas.microsoft.com/office/drawing/2014/main" id="{C407C419-7260-0D2C-A8D3-0690436E98D8}"/>
                  </a:ext>
                </a:extLst>
              </p:cNvPr>
              <p:cNvSpPr txBox="1">
                <a:spLocks noRot="1" noChangeAspect="1" noMove="1" noResize="1" noEditPoints="1" noAdjustHandles="1" noChangeArrowheads="1" noChangeShapeType="1" noTextEdit="1"/>
              </p:cNvSpPr>
              <p:nvPr/>
            </p:nvSpPr>
            <p:spPr>
              <a:xfrm>
                <a:off x="2910704" y="926659"/>
                <a:ext cx="507796" cy="369332"/>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5" name="TextBox 94">
                <a:extLst>
                  <a:ext uri="{FF2B5EF4-FFF2-40B4-BE49-F238E27FC236}">
                    <a16:creationId xmlns:a16="http://schemas.microsoft.com/office/drawing/2014/main" id="{4BD661A5-0660-068A-7A76-BB0E57B5D4E4}"/>
                  </a:ext>
                </a:extLst>
              </p:cNvPr>
              <p:cNvSpPr txBox="1"/>
              <p:nvPr/>
            </p:nvSpPr>
            <p:spPr>
              <a:xfrm>
                <a:off x="1551728" y="914064"/>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Df</m:t>
                          </m:r>
                        </m:sub>
                      </m:sSub>
                    </m:oMath>
                  </m:oMathPara>
                </a14:m>
                <a:endParaRPr lang="en-US" dirty="0">
                  <a:solidFill>
                    <a:schemeClr val="tx1"/>
                  </a:solidFill>
                </a:endParaRPr>
              </a:p>
            </p:txBody>
          </p:sp>
        </mc:Choice>
        <mc:Fallback xmlns="">
          <p:sp>
            <p:nvSpPr>
              <p:cNvPr id="95" name="TextBox 94">
                <a:extLst>
                  <a:ext uri="{FF2B5EF4-FFF2-40B4-BE49-F238E27FC236}">
                    <a16:creationId xmlns:a16="http://schemas.microsoft.com/office/drawing/2014/main" id="{4BD661A5-0660-068A-7A76-BB0E57B5D4E4}"/>
                  </a:ext>
                </a:extLst>
              </p:cNvPr>
              <p:cNvSpPr txBox="1">
                <a:spLocks noRot="1" noChangeAspect="1" noMove="1" noResize="1" noEditPoints="1" noAdjustHandles="1" noChangeArrowheads="1" noChangeShapeType="1" noTextEdit="1"/>
              </p:cNvSpPr>
              <p:nvPr/>
            </p:nvSpPr>
            <p:spPr>
              <a:xfrm>
                <a:off x="1551728" y="914064"/>
                <a:ext cx="507796" cy="369332"/>
              </a:xfrm>
              <a:prstGeom prst="rect">
                <a:avLst/>
              </a:prstGeom>
              <a:blipFill>
                <a:blip r:embed="rId13"/>
                <a:stretch>
                  <a:fillRect r="-481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7" name="TextBox 96">
                <a:extLst>
                  <a:ext uri="{FF2B5EF4-FFF2-40B4-BE49-F238E27FC236}">
                    <a16:creationId xmlns:a16="http://schemas.microsoft.com/office/drawing/2014/main" id="{5E513029-7FB2-7C5E-E316-3D07FA914E8D}"/>
                  </a:ext>
                </a:extLst>
              </p:cNvPr>
              <p:cNvSpPr txBox="1"/>
              <p:nvPr/>
            </p:nvSpPr>
            <p:spPr>
              <a:xfrm>
                <a:off x="1957369" y="2148694"/>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Ds</m:t>
                          </m:r>
                        </m:sub>
                      </m:sSub>
                    </m:oMath>
                  </m:oMathPara>
                </a14:m>
                <a:endParaRPr lang="en-US" dirty="0">
                  <a:solidFill>
                    <a:schemeClr val="tx1"/>
                  </a:solidFill>
                </a:endParaRPr>
              </a:p>
            </p:txBody>
          </p:sp>
        </mc:Choice>
        <mc:Fallback xmlns="">
          <p:sp>
            <p:nvSpPr>
              <p:cNvPr id="97" name="TextBox 96">
                <a:extLst>
                  <a:ext uri="{FF2B5EF4-FFF2-40B4-BE49-F238E27FC236}">
                    <a16:creationId xmlns:a16="http://schemas.microsoft.com/office/drawing/2014/main" id="{5E513029-7FB2-7C5E-E316-3D07FA914E8D}"/>
                  </a:ext>
                </a:extLst>
              </p:cNvPr>
              <p:cNvSpPr txBox="1">
                <a:spLocks noRot="1" noChangeAspect="1" noMove="1" noResize="1" noEditPoints="1" noAdjustHandles="1" noChangeArrowheads="1" noChangeShapeType="1" noTextEdit="1"/>
              </p:cNvSpPr>
              <p:nvPr/>
            </p:nvSpPr>
            <p:spPr>
              <a:xfrm>
                <a:off x="1957369" y="2148694"/>
                <a:ext cx="507796" cy="369332"/>
              </a:xfrm>
              <a:prstGeom prst="rect">
                <a:avLst/>
              </a:prstGeom>
              <a:blipFill>
                <a:blip r:embed="rId14"/>
                <a:stretch>
                  <a:fillRect r="-8434"/>
                </a:stretch>
              </a:blipFill>
            </p:spPr>
            <p:txBody>
              <a:bodyPr/>
              <a:lstStyle/>
              <a:p>
                <a:r>
                  <a:rPr lang="en-US">
                    <a:noFill/>
                  </a:rPr>
                  <a:t> </a:t>
                </a:r>
              </a:p>
            </p:txBody>
          </p:sp>
        </mc:Fallback>
      </mc:AlternateContent>
      <p:sp>
        <p:nvSpPr>
          <p:cNvPr id="98" name="Oval 97">
            <a:extLst>
              <a:ext uri="{FF2B5EF4-FFF2-40B4-BE49-F238E27FC236}">
                <a16:creationId xmlns:a16="http://schemas.microsoft.com/office/drawing/2014/main" id="{F68A149D-7808-DAF8-1C9B-C3A5882185D1}"/>
              </a:ext>
            </a:extLst>
          </p:cNvPr>
          <p:cNvSpPr>
            <a:spLocks noChangeAspect="1"/>
          </p:cNvSpPr>
          <p:nvPr/>
        </p:nvSpPr>
        <p:spPr>
          <a:xfrm>
            <a:off x="2984009" y="2027278"/>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100" name="TextBox 99">
                <a:extLst>
                  <a:ext uri="{FF2B5EF4-FFF2-40B4-BE49-F238E27FC236}">
                    <a16:creationId xmlns:a16="http://schemas.microsoft.com/office/drawing/2014/main" id="{4565299A-E184-D64A-6D9B-510F01931241}"/>
                  </a:ext>
                </a:extLst>
              </p:cNvPr>
              <p:cNvSpPr txBox="1"/>
              <p:nvPr/>
            </p:nvSpPr>
            <p:spPr>
              <a:xfrm>
                <a:off x="2918454" y="1988926"/>
                <a:ext cx="518558"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Di</m:t>
                          </m:r>
                        </m:sub>
                      </m:sSub>
                    </m:oMath>
                  </m:oMathPara>
                </a14:m>
                <a:endParaRPr lang="en-US" dirty="0">
                  <a:solidFill>
                    <a:schemeClr val="bg1"/>
                  </a:solidFill>
                </a:endParaRPr>
              </a:p>
            </p:txBody>
          </p:sp>
        </mc:Choice>
        <mc:Fallback xmlns="">
          <p:sp>
            <p:nvSpPr>
              <p:cNvPr id="100" name="TextBox 99">
                <a:extLst>
                  <a:ext uri="{FF2B5EF4-FFF2-40B4-BE49-F238E27FC236}">
                    <a16:creationId xmlns:a16="http://schemas.microsoft.com/office/drawing/2014/main" id="{4565299A-E184-D64A-6D9B-510F01931241}"/>
                  </a:ext>
                </a:extLst>
              </p:cNvPr>
              <p:cNvSpPr txBox="1">
                <a:spLocks noRot="1" noChangeAspect="1" noMove="1" noResize="1" noEditPoints="1" noAdjustHandles="1" noChangeArrowheads="1" noChangeShapeType="1" noTextEdit="1"/>
              </p:cNvSpPr>
              <p:nvPr/>
            </p:nvSpPr>
            <p:spPr>
              <a:xfrm>
                <a:off x="2918454" y="1988926"/>
                <a:ext cx="518558" cy="369332"/>
              </a:xfrm>
              <a:prstGeom prst="rect">
                <a:avLst/>
              </a:prstGeom>
              <a:blipFill>
                <a:blip r:embed="rId15"/>
                <a:stretch>
                  <a:fillRect/>
                </a:stretch>
              </a:blipFill>
            </p:spPr>
            <p:txBody>
              <a:bodyPr/>
              <a:lstStyle/>
              <a:p>
                <a:r>
                  <a:rPr lang="en-US">
                    <a:noFill/>
                  </a:rPr>
                  <a:t> </a:t>
                </a:r>
              </a:p>
            </p:txBody>
          </p:sp>
        </mc:Fallback>
      </mc:AlternateContent>
      <p:cxnSp>
        <p:nvCxnSpPr>
          <p:cNvPr id="101" name="Straight Arrow Connector 100">
            <a:extLst>
              <a:ext uri="{FF2B5EF4-FFF2-40B4-BE49-F238E27FC236}">
                <a16:creationId xmlns:a16="http://schemas.microsoft.com/office/drawing/2014/main" id="{9FE7359F-45BA-AE13-900E-232DC36EB24E}"/>
              </a:ext>
            </a:extLst>
          </p:cNvPr>
          <p:cNvCxnSpPr>
            <a:cxnSpLocks/>
            <a:stCxn id="94" idx="2"/>
            <a:endCxn id="98" idx="0"/>
          </p:cNvCxnSpPr>
          <p:nvPr/>
        </p:nvCxnSpPr>
        <p:spPr>
          <a:xfrm>
            <a:off x="3164602" y="1295991"/>
            <a:ext cx="10114" cy="731287"/>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09" name="TextBox 108">
                <a:extLst>
                  <a:ext uri="{FF2B5EF4-FFF2-40B4-BE49-F238E27FC236}">
                    <a16:creationId xmlns:a16="http://schemas.microsoft.com/office/drawing/2014/main" id="{79039EED-7A2C-44E6-42D8-8E9B9AEB2378}"/>
                  </a:ext>
                </a:extLst>
              </p:cNvPr>
              <p:cNvSpPr txBox="1"/>
              <p:nvPr/>
            </p:nvSpPr>
            <p:spPr>
              <a:xfrm>
                <a:off x="3796744" y="817909"/>
                <a:ext cx="578427" cy="400110"/>
              </a:xfrm>
              <a:prstGeom prst="rect">
                <a:avLst/>
              </a:prstGeom>
              <a:noFill/>
            </p:spPr>
            <p:txBody>
              <a:bodyPr wrap="none" rtlCol="0">
                <a:spAutoFit/>
              </a:bodyPr>
              <a:lstStyle/>
              <a:p>
                <a:pPr/>
                <a14:m>
                  <m:oMathPara xmlns:m="http://schemas.openxmlformats.org/officeDocument/2006/math">
                    <m:oMath>
                      <m:sSub>
                        <m:sSubPr>
                          <m:ctrlPr>
                            <a:rPr lang="de-DE" sz="2000" b="0" i="1" smtClean="0">
                              <a:latin typeface="Cambria Math" panose="02040503050406030204" pitchFamily="18" charset="0"/>
                            </a:rPr>
                          </m:ctrlPr>
                        </m:sSubPr>
                        <m:e>
                          <m:r>
                            <m:rPr>
                              <m:sty m:val="p"/>
                            </m:rPr>
                            <a:rPr lang="de-DE" sz="2000" b="0" i="1" smtClean="0">
                              <a:latin typeface="Cambria Math" panose="02040503050406030204" pitchFamily="18" charset="0"/>
                            </a:rPr>
                            <m:t>m</m:t>
                          </m:r>
                        </m:e>
                        <m:sub>
                          <m:r>
                            <m:rPr>
                              <m:sty m:val="p"/>
                            </m:rPr>
                            <a:rPr lang="de-DE" sz="2000" b="0" i="1" smtClean="0">
                              <a:latin typeface="Cambria Math" panose="02040503050406030204" pitchFamily="18" charset="0"/>
                            </a:rPr>
                            <m:t>d</m:t>
                          </m:r>
                        </m:sub>
                      </m:sSub>
                    </m:oMath>
                  </m:oMathPara>
                </a14:m>
                <a:endParaRPr lang="en-US" sz="2000" dirty="0"/>
              </a:p>
            </p:txBody>
          </p:sp>
        </mc:Choice>
        <mc:Fallback xmlns="">
          <p:sp>
            <p:nvSpPr>
              <p:cNvPr id="109" name="TextBox 108">
                <a:extLst>
                  <a:ext uri="{FF2B5EF4-FFF2-40B4-BE49-F238E27FC236}">
                    <a16:creationId xmlns:a16="http://schemas.microsoft.com/office/drawing/2014/main" id="{79039EED-7A2C-44E6-42D8-8E9B9AEB2378}"/>
                  </a:ext>
                </a:extLst>
              </p:cNvPr>
              <p:cNvSpPr txBox="1">
                <a:spLocks noRot="1" noChangeAspect="1" noMove="1" noResize="1" noEditPoints="1" noAdjustHandles="1" noChangeArrowheads="1" noChangeShapeType="1" noTextEdit="1"/>
              </p:cNvSpPr>
              <p:nvPr/>
            </p:nvSpPr>
            <p:spPr>
              <a:xfrm>
                <a:off x="3796744" y="817909"/>
                <a:ext cx="578427" cy="400110"/>
              </a:xfrm>
              <a:prstGeom prst="rect">
                <a:avLst/>
              </a:prstGeom>
              <a:blipFill>
                <a:blip r:embed="rId17"/>
                <a:stretch>
                  <a:fillRect b="-151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2" name="TextBox 111">
                <a:extLst>
                  <a:ext uri="{FF2B5EF4-FFF2-40B4-BE49-F238E27FC236}">
                    <a16:creationId xmlns:a16="http://schemas.microsoft.com/office/drawing/2014/main" id="{2DEF8AE2-9805-BD3E-5ABD-D7DD6845DB31}"/>
                  </a:ext>
                </a:extLst>
              </p:cNvPr>
              <p:cNvSpPr txBox="1"/>
              <p:nvPr/>
            </p:nvSpPr>
            <p:spPr>
              <a:xfrm>
                <a:off x="7415257" y="274596"/>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c</m:t>
                          </m:r>
                        </m:sub>
                      </m:sSub>
                    </m:oMath>
                  </m:oMathPara>
                </a14:m>
                <a:endParaRPr lang="en-US" dirty="0">
                  <a:solidFill>
                    <a:schemeClr val="tx1"/>
                  </a:solidFill>
                </a:endParaRPr>
              </a:p>
            </p:txBody>
          </p:sp>
        </mc:Choice>
        <mc:Fallback xmlns="">
          <p:sp>
            <p:nvSpPr>
              <p:cNvPr id="112" name="TextBox 111">
                <a:extLst>
                  <a:ext uri="{FF2B5EF4-FFF2-40B4-BE49-F238E27FC236}">
                    <a16:creationId xmlns:a16="http://schemas.microsoft.com/office/drawing/2014/main" id="{2DEF8AE2-9805-BD3E-5ABD-D7DD6845DB31}"/>
                  </a:ext>
                </a:extLst>
              </p:cNvPr>
              <p:cNvSpPr txBox="1">
                <a:spLocks noRot="1" noChangeAspect="1" noMove="1" noResize="1" noEditPoints="1" noAdjustHandles="1" noChangeArrowheads="1" noChangeShapeType="1" noTextEdit="1"/>
              </p:cNvSpPr>
              <p:nvPr/>
            </p:nvSpPr>
            <p:spPr>
              <a:xfrm>
                <a:off x="7415257" y="274596"/>
                <a:ext cx="507796" cy="369332"/>
              </a:xfrm>
              <a:prstGeom prst="rect">
                <a:avLst/>
              </a:prstGeom>
              <a:blipFill>
                <a:blip r:embed="rId18"/>
                <a:stretch>
                  <a:fillRect/>
                </a:stretch>
              </a:blipFill>
            </p:spPr>
            <p:txBody>
              <a:bodyPr/>
              <a:lstStyle/>
              <a:p>
                <a:r>
                  <a:rPr lang="en-US">
                    <a:noFill/>
                  </a:rPr>
                  <a:t> </a:t>
                </a:r>
              </a:p>
            </p:txBody>
          </p:sp>
        </mc:Fallback>
      </mc:AlternateContent>
      <p:sp>
        <p:nvSpPr>
          <p:cNvPr id="30" name="Oval 29">
            <a:extLst>
              <a:ext uri="{FF2B5EF4-FFF2-40B4-BE49-F238E27FC236}">
                <a16:creationId xmlns:a16="http://schemas.microsoft.com/office/drawing/2014/main" id="{1AFFAB86-16C3-28FF-EB30-2E9A7DD90F48}"/>
              </a:ext>
            </a:extLst>
          </p:cNvPr>
          <p:cNvSpPr>
            <a:spLocks noChangeAspect="1"/>
          </p:cNvSpPr>
          <p:nvPr/>
        </p:nvSpPr>
        <p:spPr>
          <a:xfrm>
            <a:off x="9575982" y="166731"/>
            <a:ext cx="410141" cy="41014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1" name="Oval 30">
            <a:extLst>
              <a:ext uri="{FF2B5EF4-FFF2-40B4-BE49-F238E27FC236}">
                <a16:creationId xmlns:a16="http://schemas.microsoft.com/office/drawing/2014/main" id="{28C81CDA-6D13-DEE7-44E0-F63E3BE6D3F9}"/>
              </a:ext>
            </a:extLst>
          </p:cNvPr>
          <p:cNvSpPr>
            <a:spLocks noChangeAspect="1"/>
          </p:cNvSpPr>
          <p:nvPr/>
        </p:nvSpPr>
        <p:spPr>
          <a:xfrm>
            <a:off x="9585692" y="2037834"/>
            <a:ext cx="410141" cy="41014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32" name="Straight Arrow Connector 31">
            <a:extLst>
              <a:ext uri="{FF2B5EF4-FFF2-40B4-BE49-F238E27FC236}">
                <a16:creationId xmlns:a16="http://schemas.microsoft.com/office/drawing/2014/main" id="{5DE1C037-9C7E-DD58-97D7-57D28161DD9C}"/>
              </a:ext>
            </a:extLst>
          </p:cNvPr>
          <p:cNvCxnSpPr>
            <a:cxnSpLocks/>
            <a:stCxn id="31" idx="6"/>
            <a:endCxn id="43" idx="3"/>
          </p:cNvCxnSpPr>
          <p:nvPr/>
        </p:nvCxnSpPr>
        <p:spPr>
          <a:xfrm flipV="1">
            <a:off x="9995833" y="1444685"/>
            <a:ext cx="806857" cy="798219"/>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a16="http://schemas.microsoft.com/office/drawing/2014/main" id="{D271E597-BF5E-5406-4929-648717E8AB13}"/>
              </a:ext>
            </a:extLst>
          </p:cNvPr>
          <p:cNvCxnSpPr>
            <a:cxnSpLocks/>
            <a:stCxn id="30" idx="6"/>
            <a:endCxn id="43" idx="1"/>
          </p:cNvCxnSpPr>
          <p:nvPr/>
        </p:nvCxnSpPr>
        <p:spPr>
          <a:xfrm>
            <a:off x="9986123" y="371802"/>
            <a:ext cx="816567" cy="78287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6A3B09FD-B928-F320-790E-1B2F43A32064}"/>
                  </a:ext>
                </a:extLst>
              </p:cNvPr>
              <p:cNvSpPr txBox="1"/>
              <p:nvPr/>
            </p:nvSpPr>
            <p:spPr>
              <a:xfrm>
                <a:off x="10078294" y="264605"/>
                <a:ext cx="855270"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Nc</m:t>
                          </m:r>
                        </m:sub>
                      </m:sSub>
                    </m:oMath>
                  </m:oMathPara>
                </a14:m>
                <a:endParaRPr lang="en-US" dirty="0">
                  <a:solidFill>
                    <a:schemeClr val="tx1"/>
                  </a:solidFill>
                </a:endParaRPr>
              </a:p>
            </p:txBody>
          </p:sp>
        </mc:Choice>
        <mc:Fallback xmlns="">
          <p:sp>
            <p:nvSpPr>
              <p:cNvPr id="34" name="TextBox 33">
                <a:extLst>
                  <a:ext uri="{FF2B5EF4-FFF2-40B4-BE49-F238E27FC236}">
                    <a16:creationId xmlns:a16="http://schemas.microsoft.com/office/drawing/2014/main" id="{6A3B09FD-B928-F320-790E-1B2F43A32064}"/>
                  </a:ext>
                </a:extLst>
              </p:cNvPr>
              <p:cNvSpPr txBox="1">
                <a:spLocks noRot="1" noChangeAspect="1" noMove="1" noResize="1" noEditPoints="1" noAdjustHandles="1" noChangeArrowheads="1" noChangeShapeType="1" noTextEdit="1"/>
              </p:cNvSpPr>
              <p:nvPr/>
            </p:nvSpPr>
            <p:spPr>
              <a:xfrm>
                <a:off x="10078294" y="264605"/>
                <a:ext cx="855270" cy="369332"/>
              </a:xfrm>
              <a:prstGeom prst="rect">
                <a:avLst/>
              </a:prstGeom>
              <a:blipFill>
                <a:blip r:embed="rId1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148DC1D4-D218-EC5C-FAF8-5D20D61546F7}"/>
                  </a:ext>
                </a:extLst>
              </p:cNvPr>
              <p:cNvSpPr txBox="1"/>
              <p:nvPr/>
            </p:nvSpPr>
            <p:spPr>
              <a:xfrm>
                <a:off x="10136557" y="1792664"/>
                <a:ext cx="855270"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Nc</m:t>
                          </m:r>
                        </m:sub>
                      </m:sSub>
                    </m:oMath>
                  </m:oMathPara>
                </a14:m>
                <a:endParaRPr lang="en-US" dirty="0">
                  <a:solidFill>
                    <a:schemeClr val="tx1"/>
                  </a:solidFill>
                </a:endParaRPr>
              </a:p>
            </p:txBody>
          </p:sp>
        </mc:Choice>
        <mc:Fallback xmlns="">
          <p:sp>
            <p:nvSpPr>
              <p:cNvPr id="35" name="TextBox 34">
                <a:extLst>
                  <a:ext uri="{FF2B5EF4-FFF2-40B4-BE49-F238E27FC236}">
                    <a16:creationId xmlns:a16="http://schemas.microsoft.com/office/drawing/2014/main" id="{148DC1D4-D218-EC5C-FAF8-5D20D61546F7}"/>
                  </a:ext>
                </a:extLst>
              </p:cNvPr>
              <p:cNvSpPr txBox="1">
                <a:spLocks noRot="1" noChangeAspect="1" noMove="1" noResize="1" noEditPoints="1" noAdjustHandles="1" noChangeArrowheads="1" noChangeShapeType="1" noTextEdit="1"/>
              </p:cNvSpPr>
              <p:nvPr/>
            </p:nvSpPr>
            <p:spPr>
              <a:xfrm>
                <a:off x="10136557" y="1792664"/>
                <a:ext cx="855270" cy="369332"/>
              </a:xfrm>
              <a:prstGeom prst="rect">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5DB589F8-867C-3859-C62D-EA2AF5B26874}"/>
                  </a:ext>
                </a:extLst>
              </p:cNvPr>
              <p:cNvSpPr txBox="1"/>
              <p:nvPr/>
            </p:nvSpPr>
            <p:spPr>
              <a:xfrm>
                <a:off x="8973209" y="617681"/>
                <a:ext cx="855270"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Na</m:t>
                          </m:r>
                        </m:sub>
                      </m:sSub>
                    </m:oMath>
                  </m:oMathPara>
                </a14:m>
                <a:endParaRPr lang="en-US" dirty="0">
                  <a:solidFill>
                    <a:schemeClr val="tx1"/>
                  </a:solidFill>
                </a:endParaRPr>
              </a:p>
            </p:txBody>
          </p:sp>
        </mc:Choice>
        <mc:Fallback xmlns="">
          <p:sp>
            <p:nvSpPr>
              <p:cNvPr id="36" name="TextBox 35">
                <a:extLst>
                  <a:ext uri="{FF2B5EF4-FFF2-40B4-BE49-F238E27FC236}">
                    <a16:creationId xmlns:a16="http://schemas.microsoft.com/office/drawing/2014/main" id="{5DB589F8-867C-3859-C62D-EA2AF5B26874}"/>
                  </a:ext>
                </a:extLst>
              </p:cNvPr>
              <p:cNvSpPr txBox="1">
                <a:spLocks noRot="1" noChangeAspect="1" noMove="1" noResize="1" noEditPoints="1" noAdjustHandles="1" noChangeArrowheads="1" noChangeShapeType="1" noTextEdit="1"/>
              </p:cNvSpPr>
              <p:nvPr/>
            </p:nvSpPr>
            <p:spPr>
              <a:xfrm>
                <a:off x="8973209" y="617681"/>
                <a:ext cx="855270" cy="369332"/>
              </a:xfrm>
              <a:prstGeom prst="rect">
                <a:avLst/>
              </a:prstGeom>
              <a:blipFill>
                <a:blip r:embed="rId2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77F9392A-78DE-0259-FF38-3B2374D28642}"/>
                  </a:ext>
                </a:extLst>
              </p:cNvPr>
              <p:cNvSpPr txBox="1"/>
              <p:nvPr/>
            </p:nvSpPr>
            <p:spPr>
              <a:xfrm>
                <a:off x="8905461" y="1528467"/>
                <a:ext cx="855270"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Nb</m:t>
                          </m:r>
                        </m:sub>
                      </m:sSub>
                    </m:oMath>
                  </m:oMathPara>
                </a14:m>
                <a:endParaRPr lang="en-US" dirty="0">
                  <a:solidFill>
                    <a:schemeClr val="tx1"/>
                  </a:solidFill>
                </a:endParaRPr>
              </a:p>
            </p:txBody>
          </p:sp>
        </mc:Choice>
        <mc:Fallback xmlns="">
          <p:sp>
            <p:nvSpPr>
              <p:cNvPr id="37" name="TextBox 36">
                <a:extLst>
                  <a:ext uri="{FF2B5EF4-FFF2-40B4-BE49-F238E27FC236}">
                    <a16:creationId xmlns:a16="http://schemas.microsoft.com/office/drawing/2014/main" id="{77F9392A-78DE-0259-FF38-3B2374D28642}"/>
                  </a:ext>
                </a:extLst>
              </p:cNvPr>
              <p:cNvSpPr txBox="1">
                <a:spLocks noRot="1" noChangeAspect="1" noMove="1" noResize="1" noEditPoints="1" noAdjustHandles="1" noChangeArrowheads="1" noChangeShapeType="1" noTextEdit="1"/>
              </p:cNvSpPr>
              <p:nvPr/>
            </p:nvSpPr>
            <p:spPr>
              <a:xfrm>
                <a:off x="8905461" y="1528467"/>
                <a:ext cx="855270" cy="369332"/>
              </a:xfrm>
              <a:prstGeom prst="rect">
                <a:avLst/>
              </a:prstGeom>
              <a:blipFill>
                <a:blip r:embed="rId22"/>
                <a:stretch>
                  <a:fillRect/>
                </a:stretch>
              </a:blipFill>
            </p:spPr>
            <p:txBody>
              <a:bodyPr/>
              <a:lstStyle/>
              <a:p>
                <a:r>
                  <a:rPr lang="en-US">
                    <a:noFill/>
                  </a:rPr>
                  <a:t> </a:t>
                </a:r>
              </a:p>
            </p:txBody>
          </p:sp>
        </mc:Fallback>
      </mc:AlternateContent>
      <p:sp>
        <p:nvSpPr>
          <p:cNvPr id="38" name="Oval 37">
            <a:extLst>
              <a:ext uri="{FF2B5EF4-FFF2-40B4-BE49-F238E27FC236}">
                <a16:creationId xmlns:a16="http://schemas.microsoft.com/office/drawing/2014/main" id="{94C514E0-8189-B198-7360-7BE97F094658}"/>
              </a:ext>
            </a:extLst>
          </p:cNvPr>
          <p:cNvSpPr>
            <a:spLocks noChangeAspect="1"/>
          </p:cNvSpPr>
          <p:nvPr/>
        </p:nvSpPr>
        <p:spPr>
          <a:xfrm>
            <a:off x="8524901" y="1094608"/>
            <a:ext cx="410141" cy="41014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39" name="Straight Arrow Connector 38">
            <a:extLst>
              <a:ext uri="{FF2B5EF4-FFF2-40B4-BE49-F238E27FC236}">
                <a16:creationId xmlns:a16="http://schemas.microsoft.com/office/drawing/2014/main" id="{831677A0-92AC-10BD-80F7-B5214BC5F6EE}"/>
              </a:ext>
            </a:extLst>
          </p:cNvPr>
          <p:cNvCxnSpPr>
            <a:cxnSpLocks/>
            <a:stCxn id="38" idx="0"/>
            <a:endCxn id="30" idx="2"/>
          </p:cNvCxnSpPr>
          <p:nvPr/>
        </p:nvCxnSpPr>
        <p:spPr>
          <a:xfrm flipV="1">
            <a:off x="8729972" y="371802"/>
            <a:ext cx="846010" cy="722806"/>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506A54BE-31BF-0EEA-C421-CA029A0B9692}"/>
                  </a:ext>
                </a:extLst>
              </p:cNvPr>
              <p:cNvSpPr txBox="1"/>
              <p:nvPr/>
            </p:nvSpPr>
            <p:spPr>
              <a:xfrm>
                <a:off x="7804969" y="886642"/>
                <a:ext cx="546041"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c</m:t>
                          </m:r>
                        </m:sub>
                      </m:sSub>
                    </m:oMath>
                  </m:oMathPara>
                </a14:m>
                <a:endParaRPr lang="en-US" dirty="0">
                  <a:solidFill>
                    <a:schemeClr val="tx1"/>
                  </a:solidFill>
                </a:endParaRPr>
              </a:p>
            </p:txBody>
          </p:sp>
        </mc:Choice>
        <mc:Fallback xmlns="">
          <p:sp>
            <p:nvSpPr>
              <p:cNvPr id="40" name="TextBox 39">
                <a:extLst>
                  <a:ext uri="{FF2B5EF4-FFF2-40B4-BE49-F238E27FC236}">
                    <a16:creationId xmlns:a16="http://schemas.microsoft.com/office/drawing/2014/main" id="{506A54BE-31BF-0EEA-C421-CA029A0B9692}"/>
                  </a:ext>
                </a:extLst>
              </p:cNvPr>
              <p:cNvSpPr txBox="1">
                <a:spLocks noRot="1" noChangeAspect="1" noMove="1" noResize="1" noEditPoints="1" noAdjustHandles="1" noChangeArrowheads="1" noChangeShapeType="1" noTextEdit="1"/>
              </p:cNvSpPr>
              <p:nvPr/>
            </p:nvSpPr>
            <p:spPr>
              <a:xfrm>
                <a:off x="7804969" y="886642"/>
                <a:ext cx="546041" cy="369332"/>
              </a:xfrm>
              <a:prstGeom prst="rect">
                <a:avLst/>
              </a:prstGeom>
              <a:blipFill>
                <a:blip r:embed="rId23"/>
                <a:stretch>
                  <a:fillRect/>
                </a:stretch>
              </a:blipFill>
            </p:spPr>
            <p:txBody>
              <a:bodyPr/>
              <a:lstStyle/>
              <a:p>
                <a:r>
                  <a:rPr lang="en-US">
                    <a:noFill/>
                  </a:rPr>
                  <a:t> </a:t>
                </a:r>
              </a:p>
            </p:txBody>
          </p:sp>
        </mc:Fallback>
      </mc:AlternateContent>
      <p:cxnSp>
        <p:nvCxnSpPr>
          <p:cNvPr id="41" name="Straight Arrow Connector 40">
            <a:extLst>
              <a:ext uri="{FF2B5EF4-FFF2-40B4-BE49-F238E27FC236}">
                <a16:creationId xmlns:a16="http://schemas.microsoft.com/office/drawing/2014/main" id="{F4D3F64C-B639-F6DB-F8C1-0EE34F6E16A9}"/>
              </a:ext>
            </a:extLst>
          </p:cNvPr>
          <p:cNvCxnSpPr>
            <a:cxnSpLocks/>
            <a:endCxn id="49" idx="1"/>
          </p:cNvCxnSpPr>
          <p:nvPr/>
        </p:nvCxnSpPr>
        <p:spPr>
          <a:xfrm>
            <a:off x="7765440" y="1255974"/>
            <a:ext cx="740834" cy="1289"/>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42" name="Straight Arrow Connector 41">
            <a:extLst>
              <a:ext uri="{FF2B5EF4-FFF2-40B4-BE49-F238E27FC236}">
                <a16:creationId xmlns:a16="http://schemas.microsoft.com/office/drawing/2014/main" id="{9F34F6C8-D598-5981-9C60-D93E88EB1EEF}"/>
              </a:ext>
            </a:extLst>
          </p:cNvPr>
          <p:cNvCxnSpPr>
            <a:cxnSpLocks/>
            <a:stCxn id="38" idx="4"/>
            <a:endCxn id="31" idx="2"/>
          </p:cNvCxnSpPr>
          <p:nvPr/>
        </p:nvCxnSpPr>
        <p:spPr>
          <a:xfrm>
            <a:off x="8729972" y="1504749"/>
            <a:ext cx="855720" cy="738155"/>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sp>
        <p:nvSpPr>
          <p:cNvPr id="43" name="Oval 42">
            <a:extLst>
              <a:ext uri="{FF2B5EF4-FFF2-40B4-BE49-F238E27FC236}">
                <a16:creationId xmlns:a16="http://schemas.microsoft.com/office/drawing/2014/main" id="{89067D1E-3A2B-0D6D-E811-47277F3B0753}"/>
              </a:ext>
            </a:extLst>
          </p:cNvPr>
          <p:cNvSpPr>
            <a:spLocks noChangeAspect="1"/>
          </p:cNvSpPr>
          <p:nvPr/>
        </p:nvSpPr>
        <p:spPr>
          <a:xfrm>
            <a:off x="10742626" y="1094608"/>
            <a:ext cx="410141" cy="41014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44" name="Straight Arrow Connector 43">
            <a:extLst>
              <a:ext uri="{FF2B5EF4-FFF2-40B4-BE49-F238E27FC236}">
                <a16:creationId xmlns:a16="http://schemas.microsoft.com/office/drawing/2014/main" id="{28B0686B-3581-4F0C-5F63-54D64F6A56D4}"/>
              </a:ext>
            </a:extLst>
          </p:cNvPr>
          <p:cNvCxnSpPr>
            <a:cxnSpLocks/>
          </p:cNvCxnSpPr>
          <p:nvPr/>
        </p:nvCxnSpPr>
        <p:spPr>
          <a:xfrm flipV="1">
            <a:off x="11152767" y="1283396"/>
            <a:ext cx="782058" cy="16282"/>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EFCC0A04-2247-610B-77C1-7C7B192DBC6E}"/>
                  </a:ext>
                </a:extLst>
              </p:cNvPr>
              <p:cNvSpPr txBox="1"/>
              <p:nvPr/>
            </p:nvSpPr>
            <p:spPr>
              <a:xfrm>
                <a:off x="11375115" y="876413"/>
                <a:ext cx="524049" cy="369332"/>
              </a:xfrm>
              <a:prstGeom prst="rect">
                <a:avLst/>
              </a:prstGeom>
              <a:noFill/>
            </p:spPr>
            <p:txBody>
              <a:bodyPr wrap="square">
                <a:spAutoFit/>
              </a:bodyPr>
              <a:lstStyle/>
              <a:p>
                <a:pPr/>
                <a14:m>
                  <m:oMathPara xmlns:m="http://schemas.openxmlformats.org/officeDocument/2006/math">
                    <m:oMath>
                      <m:sSub>
                        <m:sSubPr>
                          <m:ctrlPr>
                            <a:rPr lang="de-DE" b="0" i="1" smtClean="0">
                              <a:latin typeface="Cambria Math" panose="02040503050406030204" pitchFamily="18" charset="0"/>
                            </a:rPr>
                          </m:ctrlPr>
                        </m:sSubPr>
                        <m:e>
                          <m:r>
                            <m:rPr>
                              <m:sty m:val="p"/>
                            </m:rPr>
                            <a:rPr lang="de-DE" b="0" i="1" smtClean="0">
                              <a:latin typeface="Cambria Math" panose="02040503050406030204" pitchFamily="18" charset="0"/>
                            </a:rPr>
                            <m:t>m</m:t>
                          </m:r>
                        </m:e>
                        <m:sub>
                          <m:r>
                            <m:rPr>
                              <m:sty m:val="p"/>
                            </m:rPr>
                            <a:rPr lang="de-DE" b="0" i="1" smtClean="0">
                              <a:latin typeface="Cambria Math" panose="02040503050406030204" pitchFamily="18" charset="0"/>
                            </a:rPr>
                            <m:t>out</m:t>
                          </m:r>
                        </m:sub>
                      </m:sSub>
                    </m:oMath>
                  </m:oMathPara>
                </a14:m>
                <a:endParaRPr lang="en-US" dirty="0"/>
              </a:p>
            </p:txBody>
          </p:sp>
        </mc:Choice>
        <mc:Fallback xmlns="">
          <p:sp>
            <p:nvSpPr>
              <p:cNvPr id="45" name="TextBox 44">
                <a:extLst>
                  <a:ext uri="{FF2B5EF4-FFF2-40B4-BE49-F238E27FC236}">
                    <a16:creationId xmlns:a16="http://schemas.microsoft.com/office/drawing/2014/main" id="{EFCC0A04-2247-610B-77C1-7C7B192DBC6E}"/>
                  </a:ext>
                </a:extLst>
              </p:cNvPr>
              <p:cNvSpPr txBox="1">
                <a:spLocks noRot="1" noChangeAspect="1" noMove="1" noResize="1" noEditPoints="1" noAdjustHandles="1" noChangeArrowheads="1" noChangeShapeType="1" noTextEdit="1"/>
              </p:cNvSpPr>
              <p:nvPr/>
            </p:nvSpPr>
            <p:spPr>
              <a:xfrm>
                <a:off x="11375115" y="876413"/>
                <a:ext cx="524049" cy="369332"/>
              </a:xfrm>
              <a:prstGeom prst="rect">
                <a:avLst/>
              </a:prstGeom>
              <a:blipFill>
                <a:blip r:embed="rId24"/>
                <a:stretch>
                  <a:fillRect r="-151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C715F56F-1A6B-31D3-52B3-8BEC385CBD42}"/>
                  </a:ext>
                </a:extLst>
              </p:cNvPr>
              <p:cNvSpPr txBox="1"/>
              <p:nvPr/>
            </p:nvSpPr>
            <p:spPr>
              <a:xfrm>
                <a:off x="10724748" y="1074050"/>
                <a:ext cx="448081"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No</m:t>
                          </m:r>
                        </m:sub>
                      </m:sSub>
                    </m:oMath>
                  </m:oMathPara>
                </a14:m>
                <a:endParaRPr lang="en-US" dirty="0">
                  <a:solidFill>
                    <a:schemeClr val="bg1"/>
                  </a:solidFill>
                </a:endParaRPr>
              </a:p>
            </p:txBody>
          </p:sp>
        </mc:Choice>
        <mc:Fallback xmlns="">
          <p:sp>
            <p:nvSpPr>
              <p:cNvPr id="46" name="TextBox 45">
                <a:extLst>
                  <a:ext uri="{FF2B5EF4-FFF2-40B4-BE49-F238E27FC236}">
                    <a16:creationId xmlns:a16="http://schemas.microsoft.com/office/drawing/2014/main" id="{C715F56F-1A6B-31D3-52B3-8BEC385CBD42}"/>
                  </a:ext>
                </a:extLst>
              </p:cNvPr>
              <p:cNvSpPr txBox="1">
                <a:spLocks noRot="1" noChangeAspect="1" noMove="1" noResize="1" noEditPoints="1" noAdjustHandles="1" noChangeArrowheads="1" noChangeShapeType="1" noTextEdit="1"/>
              </p:cNvSpPr>
              <p:nvPr/>
            </p:nvSpPr>
            <p:spPr>
              <a:xfrm>
                <a:off x="10724748" y="1074050"/>
                <a:ext cx="448081" cy="369332"/>
              </a:xfrm>
              <a:prstGeom prst="rect">
                <a:avLst/>
              </a:prstGeom>
              <a:blipFill>
                <a:blip r:embed="rId25"/>
                <a:stretch>
                  <a:fillRect r="-405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E2909716-136D-59BE-F935-8CA34BDBB296}"/>
                  </a:ext>
                </a:extLst>
              </p:cNvPr>
              <p:cNvSpPr txBox="1"/>
              <p:nvPr/>
            </p:nvSpPr>
            <p:spPr>
              <a:xfrm>
                <a:off x="9511235" y="134106"/>
                <a:ext cx="557613"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Na</m:t>
                          </m:r>
                        </m:sub>
                      </m:sSub>
                    </m:oMath>
                  </m:oMathPara>
                </a14:m>
                <a:endParaRPr lang="en-US" dirty="0">
                  <a:solidFill>
                    <a:schemeClr val="bg1"/>
                  </a:solidFill>
                </a:endParaRPr>
              </a:p>
            </p:txBody>
          </p:sp>
        </mc:Choice>
        <mc:Fallback xmlns="">
          <p:sp>
            <p:nvSpPr>
              <p:cNvPr id="47" name="TextBox 46">
                <a:extLst>
                  <a:ext uri="{FF2B5EF4-FFF2-40B4-BE49-F238E27FC236}">
                    <a16:creationId xmlns:a16="http://schemas.microsoft.com/office/drawing/2014/main" id="{E2909716-136D-59BE-F935-8CA34BDBB296}"/>
                  </a:ext>
                </a:extLst>
              </p:cNvPr>
              <p:cNvSpPr txBox="1">
                <a:spLocks noRot="1" noChangeAspect="1" noMove="1" noResize="1" noEditPoints="1" noAdjustHandles="1" noChangeArrowheads="1" noChangeShapeType="1" noTextEdit="1"/>
              </p:cNvSpPr>
              <p:nvPr/>
            </p:nvSpPr>
            <p:spPr>
              <a:xfrm>
                <a:off x="9511235" y="134106"/>
                <a:ext cx="557613" cy="369332"/>
              </a:xfrm>
              <a:prstGeom prst="rect">
                <a:avLst/>
              </a:prstGeom>
              <a:blipFill>
                <a:blip r:embed="rId2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2AF737C7-D06F-6B5F-BECE-55384C5B1677}"/>
                  </a:ext>
                </a:extLst>
              </p:cNvPr>
              <p:cNvSpPr txBox="1"/>
              <p:nvPr/>
            </p:nvSpPr>
            <p:spPr>
              <a:xfrm>
                <a:off x="9565907" y="2016332"/>
                <a:ext cx="421017"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Nb</m:t>
                          </m:r>
                        </m:sub>
                      </m:sSub>
                    </m:oMath>
                  </m:oMathPara>
                </a14:m>
                <a:endParaRPr lang="en-US" dirty="0">
                  <a:solidFill>
                    <a:schemeClr val="bg1"/>
                  </a:solidFill>
                </a:endParaRPr>
              </a:p>
            </p:txBody>
          </p:sp>
        </mc:Choice>
        <mc:Fallback xmlns="">
          <p:sp>
            <p:nvSpPr>
              <p:cNvPr id="48" name="TextBox 47">
                <a:extLst>
                  <a:ext uri="{FF2B5EF4-FFF2-40B4-BE49-F238E27FC236}">
                    <a16:creationId xmlns:a16="http://schemas.microsoft.com/office/drawing/2014/main" id="{2AF737C7-D06F-6B5F-BECE-55384C5B1677}"/>
                  </a:ext>
                </a:extLst>
              </p:cNvPr>
              <p:cNvSpPr txBox="1">
                <a:spLocks noRot="1" noChangeAspect="1" noMove="1" noResize="1" noEditPoints="1" noAdjustHandles="1" noChangeArrowheads="1" noChangeShapeType="1" noTextEdit="1"/>
              </p:cNvSpPr>
              <p:nvPr/>
            </p:nvSpPr>
            <p:spPr>
              <a:xfrm>
                <a:off x="9565907" y="2016332"/>
                <a:ext cx="421017" cy="369332"/>
              </a:xfrm>
              <a:prstGeom prst="rect">
                <a:avLst/>
              </a:prstGeom>
              <a:blipFill>
                <a:blip r:embed="rId27"/>
                <a:stretch>
                  <a:fillRect r="-130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09B23013-84BB-AE95-A81D-B05ECC7854BF}"/>
                  </a:ext>
                </a:extLst>
              </p:cNvPr>
              <p:cNvSpPr txBox="1"/>
              <p:nvPr/>
            </p:nvSpPr>
            <p:spPr>
              <a:xfrm>
                <a:off x="8506274" y="1072597"/>
                <a:ext cx="448081"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Ni</m:t>
                          </m:r>
                        </m:sub>
                      </m:sSub>
                    </m:oMath>
                  </m:oMathPara>
                </a14:m>
                <a:endParaRPr lang="en-US" dirty="0">
                  <a:solidFill>
                    <a:schemeClr val="bg1"/>
                  </a:solidFill>
                </a:endParaRPr>
              </a:p>
            </p:txBody>
          </p:sp>
        </mc:Choice>
        <mc:Fallback xmlns="">
          <p:sp>
            <p:nvSpPr>
              <p:cNvPr id="49" name="TextBox 48">
                <a:extLst>
                  <a:ext uri="{FF2B5EF4-FFF2-40B4-BE49-F238E27FC236}">
                    <a16:creationId xmlns:a16="http://schemas.microsoft.com/office/drawing/2014/main" id="{09B23013-84BB-AE95-A81D-B05ECC7854BF}"/>
                  </a:ext>
                </a:extLst>
              </p:cNvPr>
              <p:cNvSpPr txBox="1">
                <a:spLocks noRot="1" noChangeAspect="1" noMove="1" noResize="1" noEditPoints="1" noAdjustHandles="1" noChangeArrowheads="1" noChangeShapeType="1" noTextEdit="1"/>
              </p:cNvSpPr>
              <p:nvPr/>
            </p:nvSpPr>
            <p:spPr>
              <a:xfrm>
                <a:off x="8506274" y="1072597"/>
                <a:ext cx="448081" cy="369332"/>
              </a:xfrm>
              <a:prstGeom prst="rect">
                <a:avLst/>
              </a:prstGeom>
              <a:blipFill>
                <a:blip r:embed="rId28"/>
                <a:stretch>
                  <a:fillRect/>
                </a:stretch>
              </a:blipFill>
            </p:spPr>
            <p:txBody>
              <a:bodyPr/>
              <a:lstStyle/>
              <a:p>
                <a:r>
                  <a:rPr lang="en-US">
                    <a:noFill/>
                  </a:rPr>
                  <a:t> </a:t>
                </a:r>
              </a:p>
            </p:txBody>
          </p:sp>
        </mc:Fallback>
      </mc:AlternateContent>
      <p:cxnSp>
        <p:nvCxnSpPr>
          <p:cNvPr id="60" name="Straight Connector 59">
            <a:extLst>
              <a:ext uri="{FF2B5EF4-FFF2-40B4-BE49-F238E27FC236}">
                <a16:creationId xmlns:a16="http://schemas.microsoft.com/office/drawing/2014/main" id="{493B4B6B-280C-ED0A-DFA2-210239D174D9}"/>
              </a:ext>
            </a:extLst>
          </p:cNvPr>
          <p:cNvCxnSpPr>
            <a:cxnSpLocks/>
          </p:cNvCxnSpPr>
          <p:nvPr/>
        </p:nvCxnSpPr>
        <p:spPr>
          <a:xfrm>
            <a:off x="7775843" y="695981"/>
            <a:ext cx="8451" cy="559993"/>
          </a:xfrm>
          <a:prstGeom prst="line">
            <a:avLst/>
          </a:prstGeom>
        </p:spPr>
        <p:style>
          <a:lnRef idx="2">
            <a:schemeClr val="accent1"/>
          </a:lnRef>
          <a:fillRef idx="0">
            <a:schemeClr val="accent1"/>
          </a:fillRef>
          <a:effectRef idx="1">
            <a:schemeClr val="accent1"/>
          </a:effectRef>
          <a:fontRef idx="minor">
            <a:schemeClr val="tx1"/>
          </a:fontRef>
        </p:style>
      </p:cxnSp>
      <p:sp>
        <p:nvSpPr>
          <p:cNvPr id="113" name="Rectangle 112">
            <a:extLst>
              <a:ext uri="{FF2B5EF4-FFF2-40B4-BE49-F238E27FC236}">
                <a16:creationId xmlns:a16="http://schemas.microsoft.com/office/drawing/2014/main" id="{BAC0336E-99D9-C7FF-5261-4FBFAEEC44A0}"/>
              </a:ext>
            </a:extLst>
          </p:cNvPr>
          <p:cNvSpPr/>
          <p:nvPr/>
        </p:nvSpPr>
        <p:spPr>
          <a:xfrm>
            <a:off x="8320025" y="45697"/>
            <a:ext cx="3073000" cy="2537212"/>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15" name="TextBox 114">
            <a:extLst>
              <a:ext uri="{FF2B5EF4-FFF2-40B4-BE49-F238E27FC236}">
                <a16:creationId xmlns:a16="http://schemas.microsoft.com/office/drawing/2014/main" id="{77B2E271-A7C2-69C9-B448-268EBD21BE2F}"/>
              </a:ext>
            </a:extLst>
          </p:cNvPr>
          <p:cNvSpPr txBox="1"/>
          <p:nvPr/>
        </p:nvSpPr>
        <p:spPr>
          <a:xfrm>
            <a:off x="8334903" y="76227"/>
            <a:ext cx="473206" cy="338554"/>
          </a:xfrm>
          <a:prstGeom prst="rect">
            <a:avLst/>
          </a:prstGeom>
          <a:noFill/>
        </p:spPr>
        <p:txBody>
          <a:bodyPr wrap="none" rtlCol="0">
            <a:spAutoFit/>
          </a:bodyPr>
          <a:lstStyle/>
          <a:p>
            <a:r>
              <a:rPr lang="en-US" sz="1600" dirty="0"/>
              <a:t>NN</a:t>
            </a:r>
          </a:p>
        </p:txBody>
      </p:sp>
      <mc:AlternateContent xmlns:mc="http://schemas.openxmlformats.org/markup-compatibility/2006" xmlns:a14="http://schemas.microsoft.com/office/drawing/2010/main">
        <mc:Choice Requires="a14">
          <p:graphicFrame>
            <p:nvGraphicFramePr>
              <p:cNvPr id="15" name="Table 14">
                <a:extLst>
                  <a:ext uri="{FF2B5EF4-FFF2-40B4-BE49-F238E27FC236}">
                    <a16:creationId xmlns:a16="http://schemas.microsoft.com/office/drawing/2014/main" id="{C4EB7DAE-BC33-C884-3953-7EE676CD45B1}"/>
                  </a:ext>
                </a:extLst>
              </p:cNvPr>
              <p:cNvGraphicFramePr>
                <a:graphicFrameLocks noGrp="1"/>
              </p:cNvGraphicFramePr>
              <p:nvPr>
                <p:extLst>
                  <p:ext uri="{D42A27DB-BD31-4B8C-83A1-F6EECF244321}">
                    <p14:modId xmlns:p14="http://schemas.microsoft.com/office/powerpoint/2010/main" val="2918362589"/>
                  </p:ext>
                </p:extLst>
              </p:nvPr>
            </p:nvGraphicFramePr>
            <p:xfrm>
              <a:off x="99391" y="3315004"/>
              <a:ext cx="8021446" cy="2392680"/>
            </p:xfrm>
            <a:graphic>
              <a:graphicData uri="http://schemas.openxmlformats.org/drawingml/2006/table">
                <a:tbl>
                  <a:tblPr firstRow="1" bandRow="1">
                    <a:tableStyleId>{5C22544A-7EE6-4342-B048-85BDC9FD1C3A}</a:tableStyleId>
                  </a:tblPr>
                  <a:tblGrid>
                    <a:gridCol w="1133061">
                      <a:extLst>
                        <a:ext uri="{9D8B030D-6E8A-4147-A177-3AD203B41FA5}">
                          <a16:colId xmlns:a16="http://schemas.microsoft.com/office/drawing/2014/main" val="3759487557"/>
                        </a:ext>
                      </a:extLst>
                    </a:gridCol>
                    <a:gridCol w="3003154">
                      <a:extLst>
                        <a:ext uri="{9D8B030D-6E8A-4147-A177-3AD203B41FA5}">
                          <a16:colId xmlns:a16="http://schemas.microsoft.com/office/drawing/2014/main" val="3565374923"/>
                        </a:ext>
                      </a:extLst>
                    </a:gridCol>
                    <a:gridCol w="3885231">
                      <a:extLst>
                        <a:ext uri="{9D8B030D-6E8A-4147-A177-3AD203B41FA5}">
                          <a16:colId xmlns:a16="http://schemas.microsoft.com/office/drawing/2014/main" val="261724577"/>
                        </a:ext>
                      </a:extLst>
                    </a:gridCol>
                  </a:tblGrid>
                  <a:tr h="370840">
                    <a:tc>
                      <a:txBody>
                        <a:bodyPr/>
                        <a:lstStyle/>
                        <a:p>
                          <a:endParaRPr 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t>Chemical Differentiator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t>Chemical counter</a:t>
                          </a:r>
                        </a:p>
                      </a:txBody>
                      <a:tcPr/>
                    </a:tc>
                    <a:extLst>
                      <a:ext uri="{0D108BD9-81ED-4DB2-BD59-A6C34878D82A}">
                        <a16:rowId xmlns:a16="http://schemas.microsoft.com/office/drawing/2014/main" val="2887907839"/>
                      </a:ext>
                    </a:extLst>
                  </a:tr>
                  <a:tr h="370840">
                    <a:tc>
                      <a:txBody>
                        <a:bodyPr/>
                        <a:lstStyle/>
                        <a:p>
                          <a:endParaRPr lang="en-US"/>
                        </a:p>
                      </a:txBody>
                      <a:tcPr/>
                    </a:tc>
                    <a:tc>
                      <a:txBody>
                        <a:bodyPr/>
                        <a:lstStyle/>
                        <a:p>
                          <a:r>
                            <a:rPr lang="en-US" dirty="0"/>
                            <a:t>2752 candidates</a:t>
                          </a:r>
                        </a:p>
                      </a:txBody>
                      <a:tcPr/>
                    </a:tc>
                    <a:tc>
                      <a:txBody>
                        <a:bodyPr/>
                        <a:lstStyle/>
                        <a:p>
                          <a:r>
                            <a:rPr lang="en-US" dirty="0"/>
                            <a:t>3 candidates</a:t>
                          </a:r>
                        </a:p>
                      </a:txBody>
                      <a:tcPr/>
                    </a:tc>
                    <a:extLst>
                      <a:ext uri="{0D108BD9-81ED-4DB2-BD59-A6C34878D82A}">
                        <a16:rowId xmlns:a16="http://schemas.microsoft.com/office/drawing/2014/main" val="2348394224"/>
                      </a:ext>
                    </a:extLst>
                  </a:tr>
                  <a:tr h="370840">
                    <a:tc>
                      <a:txBody>
                        <a:bodyPr/>
                        <a:lstStyle/>
                        <a:p>
                          <a:pPr/>
                          <a14:m>
                            <m:oMathPara xmlns:m="http://schemas.openxmlformats.org/officeDocument/2006/math">
                              <m:oMath>
                                <m:sSub>
                                  <m:sSubPr>
                                    <m:ctrlPr>
                                      <a:rPr lang="de-DE" b="0" i="1" smtClean="0">
                                        <a:latin typeface="Cambria Math" panose="02040503050406030204" pitchFamily="18" charset="0"/>
                                      </a:rPr>
                                    </m:ctrlPr>
                                  </m:sSubPr>
                                  <m:e>
                                    <m:r>
                                      <m:rPr>
                                        <m:sty m:val="p"/>
                                      </m:rPr>
                                      <a:rPr lang="de-DE" b="0" i="1" smtClean="0">
                                        <a:latin typeface="Cambria Math" panose="02040503050406030204" pitchFamily="18" charset="0"/>
                                      </a:rPr>
                                      <m:t>m</m:t>
                                    </m:r>
                                  </m:e>
                                  <m:sub>
                                    <m:r>
                                      <m:rPr>
                                        <m:sty m:val="p"/>
                                      </m:rPr>
                                      <a:rPr lang="de-DE" b="0" i="1" smtClean="0">
                                        <a:latin typeface="Cambria Math" panose="02040503050406030204" pitchFamily="18" charset="0"/>
                                      </a:rPr>
                                      <m:t>in</m:t>
                                    </m:r>
                                  </m:sub>
                                </m:sSub>
                              </m:oMath>
                            </m:oMathPara>
                          </a14:m>
                          <a:endParaRPr lang="en-US" dirty="0"/>
                        </a:p>
                      </a:txBody>
                      <a:tcPr/>
                    </a:tc>
                    <a:tc>
                      <a:txBody>
                        <a:bodyPr/>
                        <a:lstStyle/>
                        <a:p>
                          <a:r>
                            <a:rPr lang="" sz="1800" b="0" i="0" kern="1200" dirty="0">
                              <a:solidFill>
                                <a:schemeClr val="dk1"/>
                              </a:solidFill>
                              <a:effectLst/>
                              <a:latin typeface="+mn-lt"/>
                              <a:ea typeface="+mn-ea"/>
                              <a:cs typeface="+mn-cs"/>
                            </a:rPr>
                            <a:t>Malonyl-CoA, Acyl, Acetyl-CoA</a:t>
                          </a:r>
                          <a:endParaRPr lang="en-US" dirty="0"/>
                        </a:p>
                      </a:txBody>
                      <a:tcPr/>
                    </a:tc>
                    <a:tc>
                      <a:txBody>
                        <a:bodyPr/>
                        <a:lstStyle/>
                        <a:p>
                          <a:endParaRPr lang="en-US" dirty="0"/>
                        </a:p>
                      </a:txBody>
                      <a:tcPr/>
                    </a:tc>
                    <a:extLst>
                      <a:ext uri="{0D108BD9-81ED-4DB2-BD59-A6C34878D82A}">
                        <a16:rowId xmlns:a16="http://schemas.microsoft.com/office/drawing/2014/main" val="3017106490"/>
                      </a:ext>
                    </a:extLst>
                  </a:tr>
                  <a:tr h="370840">
                    <a:tc>
                      <a:txBody>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d</m:t>
                                    </m:r>
                                  </m:sub>
                                </m:sSub>
                              </m:oMath>
                            </m:oMathPara>
                          </a14:m>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 sz="1800" b="0" i="0" kern="1200" dirty="0">
                              <a:solidFill>
                                <a:schemeClr val="dk1"/>
                              </a:solidFill>
                              <a:effectLst/>
                              <a:latin typeface="+mn-lt"/>
                              <a:ea typeface="+mn-ea"/>
                              <a:cs typeface="+mn-cs"/>
                            </a:rPr>
                            <a:t>Malonyl, Decanoyl-CoA, Octanoyl-ACP </a:t>
                          </a:r>
                          <a:endParaRPr lang="en-US" dirty="0"/>
                        </a:p>
                      </a:txBody>
                      <a:tcPr/>
                    </a:tc>
                    <a:tc>
                      <a:txBody>
                        <a:bodyPr/>
                        <a:lstStyle/>
                        <a:p>
                          <a:r>
                            <a:rPr lang="" sz="1800" b="0" i="0" kern="1200" dirty="0">
                              <a:solidFill>
                                <a:schemeClr val="dk1"/>
                              </a:solidFill>
                              <a:effectLst/>
                              <a:latin typeface="+mn-lt"/>
                              <a:ea typeface="+mn-ea"/>
                              <a:cs typeface="+mn-cs"/>
                            </a:rPr>
                            <a:t>Adenine, L-Glutamine, </a:t>
                          </a:r>
                          <a:endParaRPr lang="en-US" dirty="0"/>
                        </a:p>
                      </a:txBody>
                      <a:tcPr/>
                    </a:tc>
                    <a:extLst>
                      <a:ext uri="{0D108BD9-81ED-4DB2-BD59-A6C34878D82A}">
                        <a16:rowId xmlns:a16="http://schemas.microsoft.com/office/drawing/2014/main" val="1127196964"/>
                      </a:ext>
                    </a:extLst>
                  </a:tr>
                  <a:tr h="370840">
                    <a:tc>
                      <a:txBody>
                        <a:bodyPr/>
                        <a:lstStyle/>
                        <a:p>
                          <a:r>
                            <a:rPr lang="en-US" dirty="0"/>
                            <a:t>matching</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txBody>
                      <a:tcPr/>
                    </a:tc>
                    <a:tc>
                      <a:txBody>
                        <a:bodyPr/>
                        <a:lstStyle/>
                        <a:p>
                          <a:r>
                            <a:rPr lang="en-US" dirty="0"/>
                            <a:t>0 matches</a:t>
                          </a:r>
                        </a:p>
                      </a:txBody>
                      <a:tcPr/>
                    </a:tc>
                    <a:extLst>
                      <a:ext uri="{0D108BD9-81ED-4DB2-BD59-A6C34878D82A}">
                        <a16:rowId xmlns:a16="http://schemas.microsoft.com/office/drawing/2014/main" val="1911110254"/>
                      </a:ext>
                    </a:extLst>
                  </a:tr>
                </a:tbl>
              </a:graphicData>
            </a:graphic>
          </p:graphicFrame>
        </mc:Choice>
        <mc:Fallback xmlns="">
          <p:graphicFrame>
            <p:nvGraphicFramePr>
              <p:cNvPr id="15" name="Table 14">
                <a:extLst>
                  <a:ext uri="{FF2B5EF4-FFF2-40B4-BE49-F238E27FC236}">
                    <a16:creationId xmlns:a16="http://schemas.microsoft.com/office/drawing/2014/main" id="{C4EB7DAE-BC33-C884-3953-7EE676CD45B1}"/>
                  </a:ext>
                </a:extLst>
              </p:cNvPr>
              <p:cNvGraphicFramePr>
                <a:graphicFrameLocks noGrp="1"/>
              </p:cNvGraphicFramePr>
              <p:nvPr>
                <p:extLst>
                  <p:ext uri="{D42A27DB-BD31-4B8C-83A1-F6EECF244321}">
                    <p14:modId xmlns:p14="http://schemas.microsoft.com/office/powerpoint/2010/main" val="2918362589"/>
                  </p:ext>
                </p:extLst>
              </p:nvPr>
            </p:nvGraphicFramePr>
            <p:xfrm>
              <a:off x="99391" y="3315004"/>
              <a:ext cx="8021446" cy="2392680"/>
            </p:xfrm>
            <a:graphic>
              <a:graphicData uri="http://schemas.openxmlformats.org/drawingml/2006/table">
                <a:tbl>
                  <a:tblPr firstRow="1" bandRow="1">
                    <a:tableStyleId>{5C22544A-7EE6-4342-B048-85BDC9FD1C3A}</a:tableStyleId>
                  </a:tblPr>
                  <a:tblGrid>
                    <a:gridCol w="1133061">
                      <a:extLst>
                        <a:ext uri="{9D8B030D-6E8A-4147-A177-3AD203B41FA5}">
                          <a16:colId xmlns:a16="http://schemas.microsoft.com/office/drawing/2014/main" val="3759487557"/>
                        </a:ext>
                      </a:extLst>
                    </a:gridCol>
                    <a:gridCol w="3003154">
                      <a:extLst>
                        <a:ext uri="{9D8B030D-6E8A-4147-A177-3AD203B41FA5}">
                          <a16:colId xmlns:a16="http://schemas.microsoft.com/office/drawing/2014/main" val="3565374923"/>
                        </a:ext>
                      </a:extLst>
                    </a:gridCol>
                    <a:gridCol w="3885231">
                      <a:extLst>
                        <a:ext uri="{9D8B030D-6E8A-4147-A177-3AD203B41FA5}">
                          <a16:colId xmlns:a16="http://schemas.microsoft.com/office/drawing/2014/main" val="261724577"/>
                        </a:ext>
                      </a:extLst>
                    </a:gridCol>
                  </a:tblGrid>
                  <a:tr h="370840">
                    <a:tc>
                      <a:txBody>
                        <a:bodyPr/>
                        <a:lstStyle/>
                        <a:p>
                          <a:endParaRPr 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t>Chemical Differentiator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t>Chemical counter</a:t>
                          </a:r>
                        </a:p>
                      </a:txBody>
                      <a:tcPr/>
                    </a:tc>
                    <a:extLst>
                      <a:ext uri="{0D108BD9-81ED-4DB2-BD59-A6C34878D82A}">
                        <a16:rowId xmlns:a16="http://schemas.microsoft.com/office/drawing/2014/main" val="2887907839"/>
                      </a:ext>
                    </a:extLst>
                  </a:tr>
                  <a:tr h="370840">
                    <a:tc>
                      <a:txBody>
                        <a:bodyPr/>
                        <a:lstStyle/>
                        <a:p>
                          <a:endParaRPr lang="en-US"/>
                        </a:p>
                      </a:txBody>
                      <a:tcPr/>
                    </a:tc>
                    <a:tc>
                      <a:txBody>
                        <a:bodyPr/>
                        <a:lstStyle/>
                        <a:p>
                          <a:r>
                            <a:rPr lang="en-US" dirty="0"/>
                            <a:t>2752 candidates</a:t>
                          </a:r>
                        </a:p>
                      </a:txBody>
                      <a:tcPr/>
                    </a:tc>
                    <a:tc>
                      <a:txBody>
                        <a:bodyPr/>
                        <a:lstStyle/>
                        <a:p>
                          <a:r>
                            <a:rPr lang="en-US" dirty="0"/>
                            <a:t>3 candidates</a:t>
                          </a:r>
                        </a:p>
                      </a:txBody>
                      <a:tcPr/>
                    </a:tc>
                    <a:extLst>
                      <a:ext uri="{0D108BD9-81ED-4DB2-BD59-A6C34878D82A}">
                        <a16:rowId xmlns:a16="http://schemas.microsoft.com/office/drawing/2014/main" val="2348394224"/>
                      </a:ext>
                    </a:extLst>
                  </a:tr>
                  <a:tr h="640080">
                    <a:tc>
                      <a:txBody>
                        <a:bodyPr/>
                        <a:lstStyle/>
                        <a:p>
                          <a:endParaRPr lang="LID4096"/>
                        </a:p>
                      </a:txBody>
                      <a:tcPr>
                        <a:blipFill>
                          <a:blip r:embed="rId29"/>
                          <a:stretch>
                            <a:fillRect l="-538" t="-118868" r="-610215" b="-170755"/>
                          </a:stretch>
                        </a:blipFill>
                      </a:tcPr>
                    </a:tc>
                    <a:tc>
                      <a:txBody>
                        <a:bodyPr/>
                        <a:lstStyle/>
                        <a:p>
                          <a:r>
                            <a:rPr lang="" sz="1800" b="0" i="0" kern="1200" dirty="0">
                              <a:solidFill>
                                <a:schemeClr val="dk1"/>
                              </a:solidFill>
                              <a:effectLst/>
                              <a:latin typeface="+mn-lt"/>
                              <a:ea typeface="+mn-ea"/>
                              <a:cs typeface="+mn-cs"/>
                            </a:rPr>
                            <a:t>Malonyl-CoA, Acyl, Acetyl-CoA</a:t>
                          </a:r>
                          <a:endParaRPr lang="en-US" dirty="0"/>
                        </a:p>
                      </a:txBody>
                      <a:tcPr/>
                    </a:tc>
                    <a:tc>
                      <a:txBody>
                        <a:bodyPr/>
                        <a:lstStyle/>
                        <a:p>
                          <a:endParaRPr lang="en-US" dirty="0"/>
                        </a:p>
                      </a:txBody>
                      <a:tcPr/>
                    </a:tc>
                    <a:extLst>
                      <a:ext uri="{0D108BD9-81ED-4DB2-BD59-A6C34878D82A}">
                        <a16:rowId xmlns:a16="http://schemas.microsoft.com/office/drawing/2014/main" val="3017106490"/>
                      </a:ext>
                    </a:extLst>
                  </a:tr>
                  <a:tr h="640080">
                    <a:tc>
                      <a:txBody>
                        <a:bodyPr/>
                        <a:lstStyle/>
                        <a:p>
                          <a:endParaRPr lang="LID4096"/>
                        </a:p>
                      </a:txBody>
                      <a:tcPr>
                        <a:blipFill>
                          <a:blip r:embed="rId29"/>
                          <a:stretch>
                            <a:fillRect l="-538" t="-220952" r="-610215" b="-72381"/>
                          </a:stretch>
                        </a:blip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 sz="1800" b="0" i="0" kern="1200" dirty="0">
                              <a:solidFill>
                                <a:schemeClr val="dk1"/>
                              </a:solidFill>
                              <a:effectLst/>
                              <a:latin typeface="+mn-lt"/>
                              <a:ea typeface="+mn-ea"/>
                              <a:cs typeface="+mn-cs"/>
                            </a:rPr>
                            <a:t>Malonyl, Decanoyl-CoA, Octanoyl-ACP </a:t>
                          </a:r>
                          <a:endParaRPr lang="en-US" dirty="0"/>
                        </a:p>
                      </a:txBody>
                      <a:tcPr/>
                    </a:tc>
                    <a:tc>
                      <a:txBody>
                        <a:bodyPr/>
                        <a:lstStyle/>
                        <a:p>
                          <a:r>
                            <a:rPr lang="" sz="1800" b="0" i="0" kern="1200" dirty="0">
                              <a:solidFill>
                                <a:schemeClr val="dk1"/>
                              </a:solidFill>
                              <a:effectLst/>
                              <a:latin typeface="+mn-lt"/>
                              <a:ea typeface="+mn-ea"/>
                              <a:cs typeface="+mn-cs"/>
                            </a:rPr>
                            <a:t>Adenine, L-Glutamine, </a:t>
                          </a:r>
                          <a:endParaRPr lang="en-US" dirty="0"/>
                        </a:p>
                      </a:txBody>
                      <a:tcPr/>
                    </a:tc>
                    <a:extLst>
                      <a:ext uri="{0D108BD9-81ED-4DB2-BD59-A6C34878D82A}">
                        <a16:rowId xmlns:a16="http://schemas.microsoft.com/office/drawing/2014/main" val="1127196964"/>
                      </a:ext>
                    </a:extLst>
                  </a:tr>
                  <a:tr h="370840">
                    <a:tc>
                      <a:txBody>
                        <a:bodyPr/>
                        <a:lstStyle/>
                        <a:p>
                          <a:r>
                            <a:rPr lang="en-US" dirty="0"/>
                            <a:t>matching</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txBody>
                      <a:tcPr/>
                    </a:tc>
                    <a:tc>
                      <a:txBody>
                        <a:bodyPr/>
                        <a:lstStyle/>
                        <a:p>
                          <a:r>
                            <a:rPr lang="en-US" dirty="0"/>
                            <a:t>0 matches</a:t>
                          </a:r>
                        </a:p>
                      </a:txBody>
                      <a:tcPr/>
                    </a:tc>
                    <a:extLst>
                      <a:ext uri="{0D108BD9-81ED-4DB2-BD59-A6C34878D82A}">
                        <a16:rowId xmlns:a16="http://schemas.microsoft.com/office/drawing/2014/main" val="1911110254"/>
                      </a:ext>
                    </a:extLst>
                  </a:tr>
                </a:tbl>
              </a:graphicData>
            </a:graphic>
          </p:graphicFrame>
        </mc:Fallback>
      </mc:AlternateContent>
      <p:cxnSp>
        <p:nvCxnSpPr>
          <p:cNvPr id="17" name="Straight Arrow Connector 16">
            <a:extLst>
              <a:ext uri="{FF2B5EF4-FFF2-40B4-BE49-F238E27FC236}">
                <a16:creationId xmlns:a16="http://schemas.microsoft.com/office/drawing/2014/main" id="{73FA3CAD-233D-2129-93E7-28FF6C0997C8}"/>
              </a:ext>
            </a:extLst>
          </p:cNvPr>
          <p:cNvCxnSpPr>
            <a:cxnSpLocks/>
          </p:cNvCxnSpPr>
          <p:nvPr/>
        </p:nvCxnSpPr>
        <p:spPr>
          <a:xfrm>
            <a:off x="7621821" y="6492240"/>
            <a:ext cx="748044" cy="0"/>
          </a:xfrm>
          <a:prstGeom prst="straightConnector1">
            <a:avLst/>
          </a:prstGeom>
          <a:ln>
            <a:headEnd type="triangle" w="lg" len="lg"/>
            <a:tailEnd type="none" w="lg" len="lg"/>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8637773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BC1095-7D37-F5D6-2700-8739BDF5CAE4}"/>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C6252244-D76B-5FD6-3C99-7D0844EBF578}"/>
              </a:ext>
            </a:extLst>
          </p:cNvPr>
          <p:cNvSpPr/>
          <p:nvPr/>
        </p:nvSpPr>
        <p:spPr>
          <a:xfrm>
            <a:off x="1462291" y="6126480"/>
            <a:ext cx="1554480" cy="73152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Algorithm </a:t>
            </a:r>
          </a:p>
        </p:txBody>
      </p:sp>
      <p:sp>
        <p:nvSpPr>
          <p:cNvPr id="5" name="Rectangle: Rounded Corners 4">
            <a:extLst>
              <a:ext uri="{FF2B5EF4-FFF2-40B4-BE49-F238E27FC236}">
                <a16:creationId xmlns:a16="http://schemas.microsoft.com/office/drawing/2014/main" id="{C1EA7106-6853-2639-A8FD-8CBA9337B61D}"/>
              </a:ext>
            </a:extLst>
          </p:cNvPr>
          <p:cNvSpPr/>
          <p:nvPr/>
        </p:nvSpPr>
        <p:spPr>
          <a:xfrm>
            <a:off x="3764816" y="6126480"/>
            <a:ext cx="1554480" cy="731520"/>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Chemical Reactions </a:t>
            </a:r>
          </a:p>
        </p:txBody>
      </p:sp>
      <p:sp>
        <p:nvSpPr>
          <p:cNvPr id="6" name="Rectangle: Rounded Corners 5">
            <a:extLst>
              <a:ext uri="{FF2B5EF4-FFF2-40B4-BE49-F238E27FC236}">
                <a16:creationId xmlns:a16="http://schemas.microsoft.com/office/drawing/2014/main" id="{84C22DFD-390A-8E76-F684-D55888E36E1C}"/>
              </a:ext>
            </a:extLst>
          </p:cNvPr>
          <p:cNvSpPr/>
          <p:nvPr/>
        </p:nvSpPr>
        <p:spPr>
          <a:xfrm>
            <a:off x="6067341" y="6126480"/>
            <a:ext cx="1554480" cy="731520"/>
          </a:xfrm>
          <a:prstGeom prst="roundRect">
            <a:avLst/>
          </a:prstGeom>
          <a:solidFill>
            <a:srgbClr val="DCEAF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Metabolic Network</a:t>
            </a:r>
          </a:p>
        </p:txBody>
      </p:sp>
      <p:sp>
        <p:nvSpPr>
          <p:cNvPr id="7" name="Rectangle: Rounded Corners 6">
            <a:extLst>
              <a:ext uri="{FF2B5EF4-FFF2-40B4-BE49-F238E27FC236}">
                <a16:creationId xmlns:a16="http://schemas.microsoft.com/office/drawing/2014/main" id="{E93CB1CB-7188-2C0A-8E33-2766673BA6C2}"/>
              </a:ext>
            </a:extLst>
          </p:cNvPr>
          <p:cNvSpPr/>
          <p:nvPr/>
        </p:nvSpPr>
        <p:spPr>
          <a:xfrm>
            <a:off x="8369865" y="6126480"/>
            <a:ext cx="1554480" cy="73152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THz Actuation</a:t>
            </a:r>
          </a:p>
        </p:txBody>
      </p:sp>
      <p:cxnSp>
        <p:nvCxnSpPr>
          <p:cNvPr id="8" name="Straight Arrow Connector 7">
            <a:extLst>
              <a:ext uri="{FF2B5EF4-FFF2-40B4-BE49-F238E27FC236}">
                <a16:creationId xmlns:a16="http://schemas.microsoft.com/office/drawing/2014/main" id="{542662A6-795B-7126-BFAA-C08EFA8EFD37}"/>
              </a:ext>
            </a:extLst>
          </p:cNvPr>
          <p:cNvCxnSpPr>
            <a:cxnSpLocks/>
            <a:stCxn id="4" idx="3"/>
            <a:endCxn id="5" idx="1"/>
          </p:cNvCxnSpPr>
          <p:nvPr/>
        </p:nvCxnSpPr>
        <p:spPr>
          <a:xfrm>
            <a:off x="3016771" y="6492240"/>
            <a:ext cx="748045" cy="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DAB39DE9-162A-DAA2-E708-46377DAAED42}"/>
              </a:ext>
            </a:extLst>
          </p:cNvPr>
          <p:cNvCxnSpPr>
            <a:cxnSpLocks/>
            <a:stCxn id="5" idx="3"/>
            <a:endCxn id="6" idx="1"/>
          </p:cNvCxnSpPr>
          <p:nvPr/>
        </p:nvCxnSpPr>
        <p:spPr>
          <a:xfrm>
            <a:off x="5319296" y="6492240"/>
            <a:ext cx="748045" cy="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sp>
        <p:nvSpPr>
          <p:cNvPr id="69" name="Oval 68">
            <a:extLst>
              <a:ext uri="{FF2B5EF4-FFF2-40B4-BE49-F238E27FC236}">
                <a16:creationId xmlns:a16="http://schemas.microsoft.com/office/drawing/2014/main" id="{08F8301B-5158-D05D-6D54-FF3EAB18E10F}"/>
              </a:ext>
            </a:extLst>
          </p:cNvPr>
          <p:cNvSpPr>
            <a:spLocks noChangeAspect="1"/>
          </p:cNvSpPr>
          <p:nvPr/>
        </p:nvSpPr>
        <p:spPr>
          <a:xfrm>
            <a:off x="4944147" y="494998"/>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70" name="TextBox 69">
                <a:extLst>
                  <a:ext uri="{FF2B5EF4-FFF2-40B4-BE49-F238E27FC236}">
                    <a16:creationId xmlns:a16="http://schemas.microsoft.com/office/drawing/2014/main" id="{AA2585EB-2921-ADFD-0958-EB902F0629E1}"/>
                  </a:ext>
                </a:extLst>
              </p:cNvPr>
              <p:cNvSpPr txBox="1"/>
              <p:nvPr/>
            </p:nvSpPr>
            <p:spPr>
              <a:xfrm>
                <a:off x="4889951" y="466275"/>
                <a:ext cx="518558" cy="394019"/>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Cp</m:t>
                          </m:r>
                        </m:sub>
                      </m:sSub>
                    </m:oMath>
                  </m:oMathPara>
                </a14:m>
                <a:endParaRPr lang="en-US" dirty="0">
                  <a:solidFill>
                    <a:schemeClr val="bg1"/>
                  </a:solidFill>
                </a:endParaRPr>
              </a:p>
            </p:txBody>
          </p:sp>
        </mc:Choice>
        <mc:Fallback xmlns="">
          <p:sp>
            <p:nvSpPr>
              <p:cNvPr id="70" name="TextBox 69">
                <a:extLst>
                  <a:ext uri="{FF2B5EF4-FFF2-40B4-BE49-F238E27FC236}">
                    <a16:creationId xmlns:a16="http://schemas.microsoft.com/office/drawing/2014/main" id="{AA2585EB-2921-ADFD-0958-EB902F0629E1}"/>
                  </a:ext>
                </a:extLst>
              </p:cNvPr>
              <p:cNvSpPr txBox="1">
                <a:spLocks noRot="1" noChangeAspect="1" noMove="1" noResize="1" noEditPoints="1" noAdjustHandles="1" noChangeArrowheads="1" noChangeShapeType="1" noTextEdit="1"/>
              </p:cNvSpPr>
              <p:nvPr/>
            </p:nvSpPr>
            <p:spPr>
              <a:xfrm>
                <a:off x="4889951" y="466275"/>
                <a:ext cx="518558" cy="394019"/>
              </a:xfrm>
              <a:prstGeom prst="rect">
                <a:avLst/>
              </a:prstGeom>
              <a:blipFill>
                <a:blip r:embed="rId3"/>
                <a:stretch>
                  <a:fillRect b="-76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1" name="TextBox 70">
                <a:extLst>
                  <a:ext uri="{FF2B5EF4-FFF2-40B4-BE49-F238E27FC236}">
                    <a16:creationId xmlns:a16="http://schemas.microsoft.com/office/drawing/2014/main" id="{084795DB-D3B0-5CA6-21EE-0098C9A970BF}"/>
                  </a:ext>
                </a:extLst>
              </p:cNvPr>
              <p:cNvSpPr txBox="1"/>
              <p:nvPr/>
            </p:nvSpPr>
            <p:spPr>
              <a:xfrm>
                <a:off x="6042817" y="320258"/>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c</m:t>
                          </m:r>
                        </m:sub>
                      </m:sSub>
                    </m:oMath>
                  </m:oMathPara>
                </a14:m>
                <a:endParaRPr lang="en-US" dirty="0">
                  <a:solidFill>
                    <a:schemeClr val="tx1"/>
                  </a:solidFill>
                </a:endParaRPr>
              </a:p>
            </p:txBody>
          </p:sp>
        </mc:Choice>
        <mc:Fallback xmlns="">
          <p:sp>
            <p:nvSpPr>
              <p:cNvPr id="71" name="TextBox 70">
                <a:extLst>
                  <a:ext uri="{FF2B5EF4-FFF2-40B4-BE49-F238E27FC236}">
                    <a16:creationId xmlns:a16="http://schemas.microsoft.com/office/drawing/2014/main" id="{084795DB-D3B0-5CA6-21EE-0098C9A970BF}"/>
                  </a:ext>
                </a:extLst>
              </p:cNvPr>
              <p:cNvSpPr txBox="1">
                <a:spLocks noRot="1" noChangeAspect="1" noMove="1" noResize="1" noEditPoints="1" noAdjustHandles="1" noChangeArrowheads="1" noChangeShapeType="1" noTextEdit="1"/>
              </p:cNvSpPr>
              <p:nvPr/>
            </p:nvSpPr>
            <p:spPr>
              <a:xfrm>
                <a:off x="6042817" y="320258"/>
                <a:ext cx="507796" cy="369332"/>
              </a:xfrm>
              <a:prstGeom prst="rect">
                <a:avLst/>
              </a:prstGeom>
              <a:blipFill>
                <a:blip r:embed="rId4"/>
                <a:stretch>
                  <a:fillRect/>
                </a:stretch>
              </a:blipFill>
            </p:spPr>
            <p:txBody>
              <a:bodyPr/>
              <a:lstStyle/>
              <a:p>
                <a:r>
                  <a:rPr lang="en-US">
                    <a:noFill/>
                  </a:rPr>
                  <a:t> </a:t>
                </a:r>
              </a:p>
            </p:txBody>
          </p:sp>
        </mc:Fallback>
      </mc:AlternateContent>
      <p:sp>
        <p:nvSpPr>
          <p:cNvPr id="72" name="Oval 71">
            <a:extLst>
              <a:ext uri="{FF2B5EF4-FFF2-40B4-BE49-F238E27FC236}">
                <a16:creationId xmlns:a16="http://schemas.microsoft.com/office/drawing/2014/main" id="{A68E55DF-8C8A-DDE4-47E2-71E31C1A4821}"/>
              </a:ext>
            </a:extLst>
          </p:cNvPr>
          <p:cNvSpPr>
            <a:spLocks noChangeAspect="1"/>
          </p:cNvSpPr>
          <p:nvPr/>
        </p:nvSpPr>
        <p:spPr>
          <a:xfrm>
            <a:off x="6106964" y="1188320"/>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73" name="TextBox 72">
                <a:extLst>
                  <a:ext uri="{FF2B5EF4-FFF2-40B4-BE49-F238E27FC236}">
                    <a16:creationId xmlns:a16="http://schemas.microsoft.com/office/drawing/2014/main" id="{5F934176-38A8-ED80-43B6-6E9A13F35B16}"/>
                  </a:ext>
                </a:extLst>
              </p:cNvPr>
              <p:cNvSpPr txBox="1"/>
              <p:nvPr/>
            </p:nvSpPr>
            <p:spPr>
              <a:xfrm>
                <a:off x="6048487" y="1163848"/>
                <a:ext cx="518558" cy="395493"/>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Cg</m:t>
                          </m:r>
                        </m:sub>
                      </m:sSub>
                    </m:oMath>
                  </m:oMathPara>
                </a14:m>
                <a:endParaRPr lang="en-US" dirty="0">
                  <a:solidFill>
                    <a:schemeClr val="bg1"/>
                  </a:solidFill>
                </a:endParaRPr>
              </a:p>
            </p:txBody>
          </p:sp>
        </mc:Choice>
        <mc:Fallback xmlns="">
          <p:sp>
            <p:nvSpPr>
              <p:cNvPr id="73" name="TextBox 72">
                <a:extLst>
                  <a:ext uri="{FF2B5EF4-FFF2-40B4-BE49-F238E27FC236}">
                    <a16:creationId xmlns:a16="http://schemas.microsoft.com/office/drawing/2014/main" id="{5F934176-38A8-ED80-43B6-6E9A13F35B16}"/>
                  </a:ext>
                </a:extLst>
              </p:cNvPr>
              <p:cNvSpPr txBox="1">
                <a:spLocks noRot="1" noChangeAspect="1" noMove="1" noResize="1" noEditPoints="1" noAdjustHandles="1" noChangeArrowheads="1" noChangeShapeType="1" noTextEdit="1"/>
              </p:cNvSpPr>
              <p:nvPr/>
            </p:nvSpPr>
            <p:spPr>
              <a:xfrm>
                <a:off x="6048487" y="1163848"/>
                <a:ext cx="518558" cy="395493"/>
              </a:xfrm>
              <a:prstGeom prst="rect">
                <a:avLst/>
              </a:prstGeom>
              <a:blipFill>
                <a:blip r:embed="rId5"/>
                <a:stretch>
                  <a:fillRect b="-76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4" name="TextBox 73">
                <a:extLst>
                  <a:ext uri="{FF2B5EF4-FFF2-40B4-BE49-F238E27FC236}">
                    <a16:creationId xmlns:a16="http://schemas.microsoft.com/office/drawing/2014/main" id="{F6869D10-F676-3F81-6200-8D9F9E8DC029}"/>
                  </a:ext>
                </a:extLst>
              </p:cNvPr>
              <p:cNvSpPr txBox="1"/>
              <p:nvPr/>
            </p:nvSpPr>
            <p:spPr>
              <a:xfrm>
                <a:off x="4902710" y="1199060"/>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Cs</m:t>
                          </m:r>
                        </m:sub>
                      </m:sSub>
                    </m:oMath>
                  </m:oMathPara>
                </a14:m>
                <a:endParaRPr lang="en-US" dirty="0">
                  <a:solidFill>
                    <a:schemeClr val="tx1"/>
                  </a:solidFill>
                </a:endParaRPr>
              </a:p>
            </p:txBody>
          </p:sp>
        </mc:Choice>
        <mc:Fallback xmlns="">
          <p:sp>
            <p:nvSpPr>
              <p:cNvPr id="74" name="TextBox 73">
                <a:extLst>
                  <a:ext uri="{FF2B5EF4-FFF2-40B4-BE49-F238E27FC236}">
                    <a16:creationId xmlns:a16="http://schemas.microsoft.com/office/drawing/2014/main" id="{F6869D10-F676-3F81-6200-8D9F9E8DC029}"/>
                  </a:ext>
                </a:extLst>
              </p:cNvPr>
              <p:cNvSpPr txBox="1">
                <a:spLocks noRot="1" noChangeAspect="1" noMove="1" noResize="1" noEditPoints="1" noAdjustHandles="1" noChangeArrowheads="1" noChangeShapeType="1" noTextEdit="1"/>
              </p:cNvSpPr>
              <p:nvPr/>
            </p:nvSpPr>
            <p:spPr>
              <a:xfrm>
                <a:off x="4902710" y="1199060"/>
                <a:ext cx="507796" cy="369332"/>
              </a:xfrm>
              <a:prstGeom prst="rect">
                <a:avLst/>
              </a:prstGeom>
              <a:blipFill>
                <a:blip r:embed="rId6"/>
                <a:stretch>
                  <a:fillRect r="-3571"/>
                </a:stretch>
              </a:blipFill>
            </p:spPr>
            <p:txBody>
              <a:bodyPr/>
              <a:lstStyle/>
              <a:p>
                <a:r>
                  <a:rPr lang="en-US">
                    <a:noFill/>
                  </a:rPr>
                  <a:t> </a:t>
                </a:r>
              </a:p>
            </p:txBody>
          </p:sp>
        </mc:Fallback>
      </mc:AlternateContent>
      <p:sp>
        <p:nvSpPr>
          <p:cNvPr id="75" name="Oval 74">
            <a:extLst>
              <a:ext uri="{FF2B5EF4-FFF2-40B4-BE49-F238E27FC236}">
                <a16:creationId xmlns:a16="http://schemas.microsoft.com/office/drawing/2014/main" id="{AE2AD014-2910-ADAC-2B14-DDCF5ED1E9A9}"/>
              </a:ext>
            </a:extLst>
          </p:cNvPr>
          <p:cNvSpPr>
            <a:spLocks noChangeAspect="1"/>
          </p:cNvSpPr>
          <p:nvPr/>
        </p:nvSpPr>
        <p:spPr>
          <a:xfrm>
            <a:off x="4972757" y="2004874"/>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76" name="TextBox 75">
                <a:extLst>
                  <a:ext uri="{FF2B5EF4-FFF2-40B4-BE49-F238E27FC236}">
                    <a16:creationId xmlns:a16="http://schemas.microsoft.com/office/drawing/2014/main" id="{A00CB96D-65EC-BCE1-F778-328FE67AE39B}"/>
                  </a:ext>
                </a:extLst>
              </p:cNvPr>
              <p:cNvSpPr txBox="1"/>
              <p:nvPr/>
            </p:nvSpPr>
            <p:spPr>
              <a:xfrm>
                <a:off x="4917222" y="1969552"/>
                <a:ext cx="518558"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Cr</m:t>
                          </m:r>
                        </m:sub>
                      </m:sSub>
                    </m:oMath>
                  </m:oMathPara>
                </a14:m>
                <a:endParaRPr lang="en-US" dirty="0">
                  <a:solidFill>
                    <a:schemeClr val="bg1"/>
                  </a:solidFill>
                </a:endParaRPr>
              </a:p>
            </p:txBody>
          </p:sp>
        </mc:Choice>
        <mc:Fallback xmlns="">
          <p:sp>
            <p:nvSpPr>
              <p:cNvPr id="76" name="TextBox 75">
                <a:extLst>
                  <a:ext uri="{FF2B5EF4-FFF2-40B4-BE49-F238E27FC236}">
                    <a16:creationId xmlns:a16="http://schemas.microsoft.com/office/drawing/2014/main" id="{A00CB96D-65EC-BCE1-F778-328FE67AE39B}"/>
                  </a:ext>
                </a:extLst>
              </p:cNvPr>
              <p:cNvSpPr txBox="1">
                <a:spLocks noRot="1" noChangeAspect="1" noMove="1" noResize="1" noEditPoints="1" noAdjustHandles="1" noChangeArrowheads="1" noChangeShapeType="1" noTextEdit="1"/>
              </p:cNvSpPr>
              <p:nvPr/>
            </p:nvSpPr>
            <p:spPr>
              <a:xfrm>
                <a:off x="4917222" y="1969552"/>
                <a:ext cx="518558" cy="369332"/>
              </a:xfrm>
              <a:prstGeom prst="rect">
                <a:avLst/>
              </a:prstGeom>
              <a:blipFill>
                <a:blip r:embed="rId7"/>
                <a:stretch>
                  <a:fillRect/>
                </a:stretch>
              </a:blipFill>
            </p:spPr>
            <p:txBody>
              <a:bodyPr/>
              <a:lstStyle/>
              <a:p>
                <a:r>
                  <a:rPr lang="en-US">
                    <a:noFill/>
                  </a:rPr>
                  <a:t> </a:t>
                </a:r>
              </a:p>
            </p:txBody>
          </p:sp>
        </mc:Fallback>
      </mc:AlternateContent>
      <p:cxnSp>
        <p:nvCxnSpPr>
          <p:cNvPr id="77" name="Straight Arrow Connector 76">
            <a:extLst>
              <a:ext uri="{FF2B5EF4-FFF2-40B4-BE49-F238E27FC236}">
                <a16:creationId xmlns:a16="http://schemas.microsoft.com/office/drawing/2014/main" id="{7F1EA72F-1938-274A-1A85-3CE6864E4F4D}"/>
              </a:ext>
            </a:extLst>
          </p:cNvPr>
          <p:cNvCxnSpPr>
            <a:cxnSpLocks/>
            <a:endCxn id="69" idx="3"/>
          </p:cNvCxnSpPr>
          <p:nvPr/>
        </p:nvCxnSpPr>
        <p:spPr>
          <a:xfrm flipV="1">
            <a:off x="4121733" y="820556"/>
            <a:ext cx="878271" cy="488885"/>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80" name="Straight Arrow Connector 79">
            <a:extLst>
              <a:ext uri="{FF2B5EF4-FFF2-40B4-BE49-F238E27FC236}">
                <a16:creationId xmlns:a16="http://schemas.microsoft.com/office/drawing/2014/main" id="{3A099CCB-A46A-EBAA-73C7-48676A4F89A3}"/>
              </a:ext>
            </a:extLst>
          </p:cNvPr>
          <p:cNvCxnSpPr>
            <a:cxnSpLocks/>
            <a:endCxn id="75" idx="1"/>
          </p:cNvCxnSpPr>
          <p:nvPr/>
        </p:nvCxnSpPr>
        <p:spPr>
          <a:xfrm>
            <a:off x="4125155" y="1314303"/>
            <a:ext cx="903459" cy="746428"/>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84" name="Straight Arrow Connector 83">
            <a:extLst>
              <a:ext uri="{FF2B5EF4-FFF2-40B4-BE49-F238E27FC236}">
                <a16:creationId xmlns:a16="http://schemas.microsoft.com/office/drawing/2014/main" id="{23446833-ECB7-B71E-8E49-B7B512E494FD}"/>
              </a:ext>
            </a:extLst>
          </p:cNvPr>
          <p:cNvCxnSpPr>
            <a:cxnSpLocks/>
            <a:stCxn id="74" idx="3"/>
            <a:endCxn id="72" idx="2"/>
          </p:cNvCxnSpPr>
          <p:nvPr/>
        </p:nvCxnSpPr>
        <p:spPr>
          <a:xfrm flipV="1">
            <a:off x="5410506" y="1379028"/>
            <a:ext cx="696458" cy="4698"/>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88" name="Straight Arrow Connector 87">
            <a:extLst>
              <a:ext uri="{FF2B5EF4-FFF2-40B4-BE49-F238E27FC236}">
                <a16:creationId xmlns:a16="http://schemas.microsoft.com/office/drawing/2014/main" id="{81FC93CA-C37B-A60A-DD68-2A684B9DAA14}"/>
              </a:ext>
            </a:extLst>
          </p:cNvPr>
          <p:cNvCxnSpPr>
            <a:cxnSpLocks/>
            <a:stCxn id="74" idx="2"/>
            <a:endCxn id="75" idx="0"/>
          </p:cNvCxnSpPr>
          <p:nvPr/>
        </p:nvCxnSpPr>
        <p:spPr>
          <a:xfrm>
            <a:off x="5156608" y="1568392"/>
            <a:ext cx="6856" cy="436482"/>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6" name="Straight Arrow Connector 95">
            <a:extLst>
              <a:ext uri="{FF2B5EF4-FFF2-40B4-BE49-F238E27FC236}">
                <a16:creationId xmlns:a16="http://schemas.microsoft.com/office/drawing/2014/main" id="{8CBD446B-7ED8-BD35-4611-CD4433E43235}"/>
              </a:ext>
            </a:extLst>
          </p:cNvPr>
          <p:cNvCxnSpPr>
            <a:cxnSpLocks/>
            <a:stCxn id="69" idx="6"/>
          </p:cNvCxnSpPr>
          <p:nvPr/>
        </p:nvCxnSpPr>
        <p:spPr>
          <a:xfrm>
            <a:off x="5325561" y="685706"/>
            <a:ext cx="2460842" cy="10275"/>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9" name="Straight Arrow Connector 98">
            <a:extLst>
              <a:ext uri="{FF2B5EF4-FFF2-40B4-BE49-F238E27FC236}">
                <a16:creationId xmlns:a16="http://schemas.microsoft.com/office/drawing/2014/main" id="{29B80C12-C882-77CE-5EE4-C89276008BAD}"/>
              </a:ext>
            </a:extLst>
          </p:cNvPr>
          <p:cNvCxnSpPr>
            <a:cxnSpLocks/>
            <a:stCxn id="71" idx="2"/>
            <a:endCxn id="72" idx="0"/>
          </p:cNvCxnSpPr>
          <p:nvPr/>
        </p:nvCxnSpPr>
        <p:spPr>
          <a:xfrm>
            <a:off x="6296715" y="689590"/>
            <a:ext cx="956" cy="49873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sp>
        <p:nvSpPr>
          <p:cNvPr id="102" name="Rectangle 101">
            <a:extLst>
              <a:ext uri="{FF2B5EF4-FFF2-40B4-BE49-F238E27FC236}">
                <a16:creationId xmlns:a16="http://schemas.microsoft.com/office/drawing/2014/main" id="{0AF54CC3-980D-402F-E65F-CD6374B9ACBE}"/>
              </a:ext>
            </a:extLst>
          </p:cNvPr>
          <p:cNvSpPr/>
          <p:nvPr/>
        </p:nvSpPr>
        <p:spPr>
          <a:xfrm>
            <a:off x="4449953" y="108527"/>
            <a:ext cx="2873133" cy="2407763"/>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03" name="TextBox 102">
            <a:extLst>
              <a:ext uri="{FF2B5EF4-FFF2-40B4-BE49-F238E27FC236}">
                <a16:creationId xmlns:a16="http://schemas.microsoft.com/office/drawing/2014/main" id="{E28A7240-F5CA-B7EE-E41D-61045115C9DF}"/>
              </a:ext>
            </a:extLst>
          </p:cNvPr>
          <p:cNvSpPr txBox="1"/>
          <p:nvPr/>
        </p:nvSpPr>
        <p:spPr>
          <a:xfrm>
            <a:off x="4449953" y="92506"/>
            <a:ext cx="1774204" cy="338554"/>
          </a:xfrm>
          <a:prstGeom prst="rect">
            <a:avLst/>
          </a:prstGeom>
          <a:noFill/>
        </p:spPr>
        <p:txBody>
          <a:bodyPr wrap="none" rtlCol="0">
            <a:spAutoFit/>
          </a:bodyPr>
          <a:lstStyle/>
          <a:p>
            <a:r>
              <a:rPr lang="en-US" sz="1600" dirty="0"/>
              <a:t>Chemical counter</a:t>
            </a:r>
          </a:p>
        </p:txBody>
      </p:sp>
      <mc:AlternateContent xmlns:mc="http://schemas.openxmlformats.org/markup-compatibility/2006" xmlns:a14="http://schemas.microsoft.com/office/drawing/2010/main">
        <mc:Choice Requires="a14">
          <p:sp>
            <p:nvSpPr>
              <p:cNvPr id="67" name="TextBox 66">
                <a:extLst>
                  <a:ext uri="{FF2B5EF4-FFF2-40B4-BE49-F238E27FC236}">
                    <a16:creationId xmlns:a16="http://schemas.microsoft.com/office/drawing/2014/main" id="{9102A801-E79F-0772-B3C2-835AAC4A8E25}"/>
                  </a:ext>
                </a:extLst>
              </p:cNvPr>
              <p:cNvSpPr txBox="1"/>
              <p:nvPr/>
            </p:nvSpPr>
            <p:spPr>
              <a:xfrm>
                <a:off x="3" y="1445647"/>
                <a:ext cx="593368" cy="369332"/>
              </a:xfrm>
              <a:prstGeom prst="rect">
                <a:avLst/>
              </a:prstGeom>
              <a:noFill/>
            </p:spPr>
            <p:txBody>
              <a:bodyPr wrap="none" rtlCol="0">
                <a:spAutoFit/>
              </a:bodyPr>
              <a:lstStyle/>
              <a:p>
                <a:pPr/>
                <a14:m>
                  <m:oMathPara xmlns:m="http://schemas.openxmlformats.org/officeDocument/2006/math">
                    <m:oMath>
                      <m:sSub>
                        <m:sSubPr>
                          <m:ctrlPr>
                            <a:rPr lang="de-DE" b="0" i="1" smtClean="0">
                              <a:latin typeface="Cambria Math" panose="02040503050406030204" pitchFamily="18" charset="0"/>
                            </a:rPr>
                          </m:ctrlPr>
                        </m:sSubPr>
                        <m:e>
                          <m:r>
                            <m:rPr>
                              <m:sty m:val="p"/>
                            </m:rPr>
                            <a:rPr lang="de-DE" b="0" i="1" smtClean="0">
                              <a:latin typeface="Cambria Math" panose="02040503050406030204" pitchFamily="18" charset="0"/>
                            </a:rPr>
                            <m:t>m</m:t>
                          </m:r>
                        </m:e>
                        <m:sub>
                          <m:r>
                            <m:rPr>
                              <m:sty m:val="p"/>
                            </m:rPr>
                            <a:rPr lang="de-DE" b="0" i="1" smtClean="0">
                              <a:latin typeface="Cambria Math" panose="02040503050406030204" pitchFamily="18" charset="0"/>
                            </a:rPr>
                            <m:t>in</m:t>
                          </m:r>
                        </m:sub>
                      </m:sSub>
                    </m:oMath>
                  </m:oMathPara>
                </a14:m>
                <a:endParaRPr lang="en-US" dirty="0"/>
              </a:p>
            </p:txBody>
          </p:sp>
        </mc:Choice>
        <mc:Fallback xmlns="">
          <p:sp>
            <p:nvSpPr>
              <p:cNvPr id="67" name="TextBox 66">
                <a:extLst>
                  <a:ext uri="{FF2B5EF4-FFF2-40B4-BE49-F238E27FC236}">
                    <a16:creationId xmlns:a16="http://schemas.microsoft.com/office/drawing/2014/main" id="{9102A801-E79F-0772-B3C2-835AAC4A8E25}"/>
                  </a:ext>
                </a:extLst>
              </p:cNvPr>
              <p:cNvSpPr txBox="1">
                <a:spLocks noRot="1" noChangeAspect="1" noMove="1" noResize="1" noEditPoints="1" noAdjustHandles="1" noChangeArrowheads="1" noChangeShapeType="1" noTextEdit="1"/>
              </p:cNvSpPr>
              <p:nvPr/>
            </p:nvSpPr>
            <p:spPr>
              <a:xfrm>
                <a:off x="3" y="1445647"/>
                <a:ext cx="593368" cy="369332"/>
              </a:xfrm>
              <a:prstGeom prst="rect">
                <a:avLst/>
              </a:prstGeom>
              <a:blipFill>
                <a:blip r:embed="rId8"/>
                <a:stretch>
                  <a:fillRect/>
                </a:stretch>
              </a:blipFill>
            </p:spPr>
            <p:txBody>
              <a:bodyPr/>
              <a:lstStyle/>
              <a:p>
                <a:r>
                  <a:rPr lang="en-US">
                    <a:noFill/>
                  </a:rPr>
                  <a:t> </a:t>
                </a:r>
              </a:p>
            </p:txBody>
          </p:sp>
        </mc:Fallback>
      </mc:AlternateContent>
      <p:sp>
        <p:nvSpPr>
          <p:cNvPr id="78" name="Rectangle 77">
            <a:extLst>
              <a:ext uri="{FF2B5EF4-FFF2-40B4-BE49-F238E27FC236}">
                <a16:creationId xmlns:a16="http://schemas.microsoft.com/office/drawing/2014/main" id="{D5DB2194-A436-C226-4C59-1B186B43CC9C}"/>
              </a:ext>
            </a:extLst>
          </p:cNvPr>
          <p:cNvSpPr/>
          <p:nvPr/>
        </p:nvSpPr>
        <p:spPr>
          <a:xfrm>
            <a:off x="813767" y="311940"/>
            <a:ext cx="2873133" cy="2222154"/>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79" name="TextBox 78">
            <a:extLst>
              <a:ext uri="{FF2B5EF4-FFF2-40B4-BE49-F238E27FC236}">
                <a16:creationId xmlns:a16="http://schemas.microsoft.com/office/drawing/2014/main" id="{F34052AF-EBD4-25EF-ABC5-2980BA8634D8}"/>
              </a:ext>
            </a:extLst>
          </p:cNvPr>
          <p:cNvSpPr txBox="1"/>
          <p:nvPr/>
        </p:nvSpPr>
        <p:spPr>
          <a:xfrm>
            <a:off x="787443" y="311939"/>
            <a:ext cx="1362617" cy="584775"/>
          </a:xfrm>
          <a:prstGeom prst="rect">
            <a:avLst/>
          </a:prstGeom>
          <a:noFill/>
        </p:spPr>
        <p:txBody>
          <a:bodyPr wrap="none" rtlCol="0">
            <a:spAutoFit/>
          </a:bodyPr>
          <a:lstStyle/>
          <a:p>
            <a:r>
              <a:rPr lang="en-US" sz="1600" dirty="0"/>
              <a:t>Chemical</a:t>
            </a:r>
            <a:br>
              <a:rPr lang="en-US" sz="1600" dirty="0"/>
            </a:br>
            <a:r>
              <a:rPr lang="en-US" sz="1600" dirty="0"/>
              <a:t>Differentiator</a:t>
            </a:r>
          </a:p>
        </p:txBody>
      </p:sp>
      <p:sp>
        <p:nvSpPr>
          <p:cNvPr id="81" name="Oval 80">
            <a:extLst>
              <a:ext uri="{FF2B5EF4-FFF2-40B4-BE49-F238E27FC236}">
                <a16:creationId xmlns:a16="http://schemas.microsoft.com/office/drawing/2014/main" id="{C98E50C8-4C62-D92B-5722-3DD1237BAF72}"/>
              </a:ext>
            </a:extLst>
          </p:cNvPr>
          <p:cNvSpPr>
            <a:spLocks noChangeAspect="1"/>
          </p:cNvSpPr>
          <p:nvPr/>
        </p:nvSpPr>
        <p:spPr>
          <a:xfrm>
            <a:off x="1051702" y="1100334"/>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82" name="TextBox 81">
                <a:extLst>
                  <a:ext uri="{FF2B5EF4-FFF2-40B4-BE49-F238E27FC236}">
                    <a16:creationId xmlns:a16="http://schemas.microsoft.com/office/drawing/2014/main" id="{9CEFD734-3183-3842-A42B-CC45A5418B8D}"/>
                  </a:ext>
                </a:extLst>
              </p:cNvPr>
              <p:cNvSpPr txBox="1"/>
              <p:nvPr/>
            </p:nvSpPr>
            <p:spPr>
              <a:xfrm>
                <a:off x="996675" y="1076178"/>
                <a:ext cx="518558"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Df</m:t>
                          </m:r>
                        </m:sub>
                      </m:sSub>
                    </m:oMath>
                  </m:oMathPara>
                </a14:m>
                <a:endParaRPr lang="en-US" dirty="0">
                  <a:solidFill>
                    <a:schemeClr val="bg1"/>
                  </a:solidFill>
                </a:endParaRPr>
              </a:p>
            </p:txBody>
          </p:sp>
        </mc:Choice>
        <mc:Fallback xmlns="">
          <p:sp>
            <p:nvSpPr>
              <p:cNvPr id="82" name="TextBox 81">
                <a:extLst>
                  <a:ext uri="{FF2B5EF4-FFF2-40B4-BE49-F238E27FC236}">
                    <a16:creationId xmlns:a16="http://schemas.microsoft.com/office/drawing/2014/main" id="{9CEFD734-3183-3842-A42B-CC45A5418B8D}"/>
                  </a:ext>
                </a:extLst>
              </p:cNvPr>
              <p:cNvSpPr txBox="1">
                <a:spLocks noRot="1" noChangeAspect="1" noMove="1" noResize="1" noEditPoints="1" noAdjustHandles="1" noChangeArrowheads="1" noChangeShapeType="1" noTextEdit="1"/>
              </p:cNvSpPr>
              <p:nvPr/>
            </p:nvSpPr>
            <p:spPr>
              <a:xfrm>
                <a:off x="996675" y="1076178"/>
                <a:ext cx="518558" cy="369332"/>
              </a:xfrm>
              <a:prstGeom prst="rect">
                <a:avLst/>
              </a:prstGeom>
              <a:blipFill>
                <a:blip r:embed="rId9"/>
                <a:stretch>
                  <a:fillRect/>
                </a:stretch>
              </a:blipFill>
            </p:spPr>
            <p:txBody>
              <a:bodyPr/>
              <a:lstStyle/>
              <a:p>
                <a:r>
                  <a:rPr lang="en-US">
                    <a:noFill/>
                  </a:rPr>
                  <a:t> </a:t>
                </a:r>
              </a:p>
            </p:txBody>
          </p:sp>
        </mc:Fallback>
      </mc:AlternateContent>
      <p:sp>
        <p:nvSpPr>
          <p:cNvPr id="83" name="Oval 82">
            <a:extLst>
              <a:ext uri="{FF2B5EF4-FFF2-40B4-BE49-F238E27FC236}">
                <a16:creationId xmlns:a16="http://schemas.microsoft.com/office/drawing/2014/main" id="{35CEA05D-7122-569B-A8A6-D50E8898C50E}"/>
              </a:ext>
            </a:extLst>
          </p:cNvPr>
          <p:cNvSpPr>
            <a:spLocks noChangeAspect="1"/>
          </p:cNvSpPr>
          <p:nvPr/>
        </p:nvSpPr>
        <p:spPr>
          <a:xfrm>
            <a:off x="1155183" y="1993690"/>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85" name="TextBox 84">
                <a:extLst>
                  <a:ext uri="{FF2B5EF4-FFF2-40B4-BE49-F238E27FC236}">
                    <a16:creationId xmlns:a16="http://schemas.microsoft.com/office/drawing/2014/main" id="{1EA05263-C427-C4F8-45D0-126F647893BE}"/>
                  </a:ext>
                </a:extLst>
              </p:cNvPr>
              <p:cNvSpPr txBox="1"/>
              <p:nvPr/>
            </p:nvSpPr>
            <p:spPr>
              <a:xfrm>
                <a:off x="1097396" y="1985666"/>
                <a:ext cx="518558"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Ds</m:t>
                          </m:r>
                        </m:sub>
                      </m:sSub>
                    </m:oMath>
                  </m:oMathPara>
                </a14:m>
                <a:endParaRPr lang="en-US" dirty="0">
                  <a:solidFill>
                    <a:schemeClr val="bg1"/>
                  </a:solidFill>
                </a:endParaRPr>
              </a:p>
            </p:txBody>
          </p:sp>
        </mc:Choice>
        <mc:Fallback xmlns="">
          <p:sp>
            <p:nvSpPr>
              <p:cNvPr id="85" name="TextBox 84">
                <a:extLst>
                  <a:ext uri="{FF2B5EF4-FFF2-40B4-BE49-F238E27FC236}">
                    <a16:creationId xmlns:a16="http://schemas.microsoft.com/office/drawing/2014/main" id="{1EA05263-C427-C4F8-45D0-126F647893BE}"/>
                  </a:ext>
                </a:extLst>
              </p:cNvPr>
              <p:cNvSpPr txBox="1">
                <a:spLocks noRot="1" noChangeAspect="1" noMove="1" noResize="1" noEditPoints="1" noAdjustHandles="1" noChangeArrowheads="1" noChangeShapeType="1" noTextEdit="1"/>
              </p:cNvSpPr>
              <p:nvPr/>
            </p:nvSpPr>
            <p:spPr>
              <a:xfrm>
                <a:off x="1097396" y="1985666"/>
                <a:ext cx="518558" cy="369332"/>
              </a:xfrm>
              <a:prstGeom prst="rect">
                <a:avLst/>
              </a:prstGeom>
              <a:blipFill>
                <a:blip r:embed="rId10"/>
                <a:stretch>
                  <a:fillRect/>
                </a:stretch>
              </a:blipFill>
            </p:spPr>
            <p:txBody>
              <a:bodyPr/>
              <a:lstStyle/>
              <a:p>
                <a:r>
                  <a:rPr lang="en-US">
                    <a:noFill/>
                  </a:rPr>
                  <a:t> </a:t>
                </a:r>
              </a:p>
            </p:txBody>
          </p:sp>
        </mc:Fallback>
      </mc:AlternateContent>
      <p:sp>
        <p:nvSpPr>
          <p:cNvPr id="86" name="Oval 85">
            <a:extLst>
              <a:ext uri="{FF2B5EF4-FFF2-40B4-BE49-F238E27FC236}">
                <a16:creationId xmlns:a16="http://schemas.microsoft.com/office/drawing/2014/main" id="{94B44A86-BB2E-B9D5-C851-A4F0938B93BA}"/>
              </a:ext>
            </a:extLst>
          </p:cNvPr>
          <p:cNvSpPr>
            <a:spLocks noChangeAspect="1"/>
          </p:cNvSpPr>
          <p:nvPr/>
        </p:nvSpPr>
        <p:spPr>
          <a:xfrm>
            <a:off x="2221390" y="1104191"/>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87" name="TextBox 86">
                <a:extLst>
                  <a:ext uri="{FF2B5EF4-FFF2-40B4-BE49-F238E27FC236}">
                    <a16:creationId xmlns:a16="http://schemas.microsoft.com/office/drawing/2014/main" id="{2BAF6261-F2D9-D3AF-E8A3-CF1C75D1A14B}"/>
                  </a:ext>
                </a:extLst>
              </p:cNvPr>
              <p:cNvSpPr txBox="1"/>
              <p:nvPr/>
            </p:nvSpPr>
            <p:spPr>
              <a:xfrm>
                <a:off x="2166529" y="1075615"/>
                <a:ext cx="518558" cy="394019"/>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Dp</m:t>
                          </m:r>
                        </m:sub>
                      </m:sSub>
                    </m:oMath>
                  </m:oMathPara>
                </a14:m>
                <a:endParaRPr lang="en-US" dirty="0">
                  <a:solidFill>
                    <a:schemeClr val="bg1"/>
                  </a:solidFill>
                </a:endParaRPr>
              </a:p>
            </p:txBody>
          </p:sp>
        </mc:Choice>
        <mc:Fallback xmlns="">
          <p:sp>
            <p:nvSpPr>
              <p:cNvPr id="87" name="TextBox 86">
                <a:extLst>
                  <a:ext uri="{FF2B5EF4-FFF2-40B4-BE49-F238E27FC236}">
                    <a16:creationId xmlns:a16="http://schemas.microsoft.com/office/drawing/2014/main" id="{2BAF6261-F2D9-D3AF-E8A3-CF1C75D1A14B}"/>
                  </a:ext>
                </a:extLst>
              </p:cNvPr>
              <p:cNvSpPr txBox="1">
                <a:spLocks noRot="1" noChangeAspect="1" noMove="1" noResize="1" noEditPoints="1" noAdjustHandles="1" noChangeArrowheads="1" noChangeShapeType="1" noTextEdit="1"/>
              </p:cNvSpPr>
              <p:nvPr/>
            </p:nvSpPr>
            <p:spPr>
              <a:xfrm>
                <a:off x="2166529" y="1075615"/>
                <a:ext cx="518558" cy="394019"/>
              </a:xfrm>
              <a:prstGeom prst="rect">
                <a:avLst/>
              </a:prstGeom>
              <a:blipFill>
                <a:blip r:embed="rId11"/>
                <a:stretch>
                  <a:fillRect b="-7692"/>
                </a:stretch>
              </a:blipFill>
            </p:spPr>
            <p:txBody>
              <a:bodyPr/>
              <a:lstStyle/>
              <a:p>
                <a:r>
                  <a:rPr lang="en-US">
                    <a:noFill/>
                  </a:rPr>
                  <a:t> </a:t>
                </a:r>
              </a:p>
            </p:txBody>
          </p:sp>
        </mc:Fallback>
      </mc:AlternateContent>
      <p:cxnSp>
        <p:nvCxnSpPr>
          <p:cNvPr id="89" name="Straight Arrow Connector 88">
            <a:extLst>
              <a:ext uri="{FF2B5EF4-FFF2-40B4-BE49-F238E27FC236}">
                <a16:creationId xmlns:a16="http://schemas.microsoft.com/office/drawing/2014/main" id="{932E76C8-7A04-A3D1-C98B-5D8E6BC781CF}"/>
              </a:ext>
            </a:extLst>
          </p:cNvPr>
          <p:cNvCxnSpPr>
            <a:cxnSpLocks/>
            <a:stCxn id="67" idx="3"/>
            <a:endCxn id="81" idx="2"/>
          </p:cNvCxnSpPr>
          <p:nvPr/>
        </p:nvCxnSpPr>
        <p:spPr>
          <a:xfrm flipV="1">
            <a:off x="593371" y="1291042"/>
            <a:ext cx="458331" cy="339271"/>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0" name="Straight Arrow Connector 89">
            <a:extLst>
              <a:ext uri="{FF2B5EF4-FFF2-40B4-BE49-F238E27FC236}">
                <a16:creationId xmlns:a16="http://schemas.microsoft.com/office/drawing/2014/main" id="{29D5EC96-E5A7-4FF7-4269-CC32C968F21A}"/>
              </a:ext>
            </a:extLst>
          </p:cNvPr>
          <p:cNvCxnSpPr>
            <a:cxnSpLocks/>
            <a:stCxn id="67" idx="3"/>
            <a:endCxn id="83" idx="2"/>
          </p:cNvCxnSpPr>
          <p:nvPr/>
        </p:nvCxnSpPr>
        <p:spPr>
          <a:xfrm>
            <a:off x="593371" y="1630313"/>
            <a:ext cx="561812" cy="554085"/>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1" name="Straight Arrow Connector 90">
            <a:extLst>
              <a:ext uri="{FF2B5EF4-FFF2-40B4-BE49-F238E27FC236}">
                <a16:creationId xmlns:a16="http://schemas.microsoft.com/office/drawing/2014/main" id="{602B0143-7A3C-9382-D5FA-AC6CFFAD210F}"/>
              </a:ext>
            </a:extLst>
          </p:cNvPr>
          <p:cNvCxnSpPr>
            <a:cxnSpLocks/>
            <a:stCxn id="81" idx="6"/>
            <a:endCxn id="86" idx="2"/>
          </p:cNvCxnSpPr>
          <p:nvPr/>
        </p:nvCxnSpPr>
        <p:spPr>
          <a:xfrm>
            <a:off x="1433116" y="1291042"/>
            <a:ext cx="788274" cy="3858"/>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2" name="Straight Arrow Connector 91">
            <a:extLst>
              <a:ext uri="{FF2B5EF4-FFF2-40B4-BE49-F238E27FC236}">
                <a16:creationId xmlns:a16="http://schemas.microsoft.com/office/drawing/2014/main" id="{30F400FA-B5A2-E034-D9E7-9F0985AA1B02}"/>
              </a:ext>
            </a:extLst>
          </p:cNvPr>
          <p:cNvCxnSpPr>
            <a:cxnSpLocks/>
            <a:stCxn id="83" idx="6"/>
            <a:endCxn id="98" idx="2"/>
          </p:cNvCxnSpPr>
          <p:nvPr/>
        </p:nvCxnSpPr>
        <p:spPr>
          <a:xfrm>
            <a:off x="1536597" y="2184398"/>
            <a:ext cx="1447412" cy="33588"/>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3" name="Straight Arrow Connector 92">
            <a:extLst>
              <a:ext uri="{FF2B5EF4-FFF2-40B4-BE49-F238E27FC236}">
                <a16:creationId xmlns:a16="http://schemas.microsoft.com/office/drawing/2014/main" id="{9CBCD871-D6D5-1909-7135-4A618ADDE2F7}"/>
              </a:ext>
            </a:extLst>
          </p:cNvPr>
          <p:cNvCxnSpPr>
            <a:cxnSpLocks/>
            <a:stCxn id="86" idx="6"/>
          </p:cNvCxnSpPr>
          <p:nvPr/>
        </p:nvCxnSpPr>
        <p:spPr>
          <a:xfrm>
            <a:off x="2602804" y="1294899"/>
            <a:ext cx="1532016" cy="14542"/>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94" name="TextBox 93">
                <a:extLst>
                  <a:ext uri="{FF2B5EF4-FFF2-40B4-BE49-F238E27FC236}">
                    <a16:creationId xmlns:a16="http://schemas.microsoft.com/office/drawing/2014/main" id="{64241BEA-39D0-4039-15C8-95C73E139931}"/>
                  </a:ext>
                </a:extLst>
              </p:cNvPr>
              <p:cNvSpPr txBox="1"/>
              <p:nvPr/>
            </p:nvSpPr>
            <p:spPr>
              <a:xfrm>
                <a:off x="2910704" y="926659"/>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d</m:t>
                          </m:r>
                        </m:sub>
                      </m:sSub>
                    </m:oMath>
                  </m:oMathPara>
                </a14:m>
                <a:endParaRPr lang="en-US" dirty="0">
                  <a:solidFill>
                    <a:schemeClr val="tx1"/>
                  </a:solidFill>
                </a:endParaRPr>
              </a:p>
            </p:txBody>
          </p:sp>
        </mc:Choice>
        <mc:Fallback xmlns="">
          <p:sp>
            <p:nvSpPr>
              <p:cNvPr id="94" name="TextBox 93">
                <a:extLst>
                  <a:ext uri="{FF2B5EF4-FFF2-40B4-BE49-F238E27FC236}">
                    <a16:creationId xmlns:a16="http://schemas.microsoft.com/office/drawing/2014/main" id="{64241BEA-39D0-4039-15C8-95C73E139931}"/>
                  </a:ext>
                </a:extLst>
              </p:cNvPr>
              <p:cNvSpPr txBox="1">
                <a:spLocks noRot="1" noChangeAspect="1" noMove="1" noResize="1" noEditPoints="1" noAdjustHandles="1" noChangeArrowheads="1" noChangeShapeType="1" noTextEdit="1"/>
              </p:cNvSpPr>
              <p:nvPr/>
            </p:nvSpPr>
            <p:spPr>
              <a:xfrm>
                <a:off x="2910704" y="926659"/>
                <a:ext cx="507796" cy="369332"/>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5" name="TextBox 94">
                <a:extLst>
                  <a:ext uri="{FF2B5EF4-FFF2-40B4-BE49-F238E27FC236}">
                    <a16:creationId xmlns:a16="http://schemas.microsoft.com/office/drawing/2014/main" id="{2F20A93E-1008-4535-0C34-C893601EFB6D}"/>
                  </a:ext>
                </a:extLst>
              </p:cNvPr>
              <p:cNvSpPr txBox="1"/>
              <p:nvPr/>
            </p:nvSpPr>
            <p:spPr>
              <a:xfrm>
                <a:off x="1551728" y="914064"/>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Df</m:t>
                          </m:r>
                        </m:sub>
                      </m:sSub>
                    </m:oMath>
                  </m:oMathPara>
                </a14:m>
                <a:endParaRPr lang="en-US" dirty="0">
                  <a:solidFill>
                    <a:schemeClr val="tx1"/>
                  </a:solidFill>
                </a:endParaRPr>
              </a:p>
            </p:txBody>
          </p:sp>
        </mc:Choice>
        <mc:Fallback xmlns="">
          <p:sp>
            <p:nvSpPr>
              <p:cNvPr id="95" name="TextBox 94">
                <a:extLst>
                  <a:ext uri="{FF2B5EF4-FFF2-40B4-BE49-F238E27FC236}">
                    <a16:creationId xmlns:a16="http://schemas.microsoft.com/office/drawing/2014/main" id="{2F20A93E-1008-4535-0C34-C893601EFB6D}"/>
                  </a:ext>
                </a:extLst>
              </p:cNvPr>
              <p:cNvSpPr txBox="1">
                <a:spLocks noRot="1" noChangeAspect="1" noMove="1" noResize="1" noEditPoints="1" noAdjustHandles="1" noChangeArrowheads="1" noChangeShapeType="1" noTextEdit="1"/>
              </p:cNvSpPr>
              <p:nvPr/>
            </p:nvSpPr>
            <p:spPr>
              <a:xfrm>
                <a:off x="1551728" y="914064"/>
                <a:ext cx="507796" cy="369332"/>
              </a:xfrm>
              <a:prstGeom prst="rect">
                <a:avLst/>
              </a:prstGeom>
              <a:blipFill>
                <a:blip r:embed="rId13"/>
                <a:stretch>
                  <a:fillRect r="-481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7" name="TextBox 96">
                <a:extLst>
                  <a:ext uri="{FF2B5EF4-FFF2-40B4-BE49-F238E27FC236}">
                    <a16:creationId xmlns:a16="http://schemas.microsoft.com/office/drawing/2014/main" id="{24C88AFC-A92E-2BF8-DE06-39FC6814357F}"/>
                  </a:ext>
                </a:extLst>
              </p:cNvPr>
              <p:cNvSpPr txBox="1"/>
              <p:nvPr/>
            </p:nvSpPr>
            <p:spPr>
              <a:xfrm>
                <a:off x="1957369" y="2148694"/>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Ds</m:t>
                          </m:r>
                        </m:sub>
                      </m:sSub>
                    </m:oMath>
                  </m:oMathPara>
                </a14:m>
                <a:endParaRPr lang="en-US" dirty="0">
                  <a:solidFill>
                    <a:schemeClr val="tx1"/>
                  </a:solidFill>
                </a:endParaRPr>
              </a:p>
            </p:txBody>
          </p:sp>
        </mc:Choice>
        <mc:Fallback xmlns="">
          <p:sp>
            <p:nvSpPr>
              <p:cNvPr id="97" name="TextBox 96">
                <a:extLst>
                  <a:ext uri="{FF2B5EF4-FFF2-40B4-BE49-F238E27FC236}">
                    <a16:creationId xmlns:a16="http://schemas.microsoft.com/office/drawing/2014/main" id="{24C88AFC-A92E-2BF8-DE06-39FC6814357F}"/>
                  </a:ext>
                </a:extLst>
              </p:cNvPr>
              <p:cNvSpPr txBox="1">
                <a:spLocks noRot="1" noChangeAspect="1" noMove="1" noResize="1" noEditPoints="1" noAdjustHandles="1" noChangeArrowheads="1" noChangeShapeType="1" noTextEdit="1"/>
              </p:cNvSpPr>
              <p:nvPr/>
            </p:nvSpPr>
            <p:spPr>
              <a:xfrm>
                <a:off x="1957369" y="2148694"/>
                <a:ext cx="507796" cy="369332"/>
              </a:xfrm>
              <a:prstGeom prst="rect">
                <a:avLst/>
              </a:prstGeom>
              <a:blipFill>
                <a:blip r:embed="rId14"/>
                <a:stretch>
                  <a:fillRect r="-8434"/>
                </a:stretch>
              </a:blipFill>
            </p:spPr>
            <p:txBody>
              <a:bodyPr/>
              <a:lstStyle/>
              <a:p>
                <a:r>
                  <a:rPr lang="en-US">
                    <a:noFill/>
                  </a:rPr>
                  <a:t> </a:t>
                </a:r>
              </a:p>
            </p:txBody>
          </p:sp>
        </mc:Fallback>
      </mc:AlternateContent>
      <p:sp>
        <p:nvSpPr>
          <p:cNvPr id="98" name="Oval 97">
            <a:extLst>
              <a:ext uri="{FF2B5EF4-FFF2-40B4-BE49-F238E27FC236}">
                <a16:creationId xmlns:a16="http://schemas.microsoft.com/office/drawing/2014/main" id="{331FDC95-67C0-6FA6-4FCC-FBA2C4600329}"/>
              </a:ext>
            </a:extLst>
          </p:cNvPr>
          <p:cNvSpPr>
            <a:spLocks noChangeAspect="1"/>
          </p:cNvSpPr>
          <p:nvPr/>
        </p:nvSpPr>
        <p:spPr>
          <a:xfrm>
            <a:off x="2984009" y="2027278"/>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100" name="TextBox 99">
                <a:extLst>
                  <a:ext uri="{FF2B5EF4-FFF2-40B4-BE49-F238E27FC236}">
                    <a16:creationId xmlns:a16="http://schemas.microsoft.com/office/drawing/2014/main" id="{C9460D11-CC68-C85E-26E2-31F502495B09}"/>
                  </a:ext>
                </a:extLst>
              </p:cNvPr>
              <p:cNvSpPr txBox="1"/>
              <p:nvPr/>
            </p:nvSpPr>
            <p:spPr>
              <a:xfrm>
                <a:off x="2918454" y="1988926"/>
                <a:ext cx="518558"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Di</m:t>
                          </m:r>
                        </m:sub>
                      </m:sSub>
                    </m:oMath>
                  </m:oMathPara>
                </a14:m>
                <a:endParaRPr lang="en-US" dirty="0">
                  <a:solidFill>
                    <a:schemeClr val="bg1"/>
                  </a:solidFill>
                </a:endParaRPr>
              </a:p>
            </p:txBody>
          </p:sp>
        </mc:Choice>
        <mc:Fallback xmlns="">
          <p:sp>
            <p:nvSpPr>
              <p:cNvPr id="100" name="TextBox 99">
                <a:extLst>
                  <a:ext uri="{FF2B5EF4-FFF2-40B4-BE49-F238E27FC236}">
                    <a16:creationId xmlns:a16="http://schemas.microsoft.com/office/drawing/2014/main" id="{C9460D11-CC68-C85E-26E2-31F502495B09}"/>
                  </a:ext>
                </a:extLst>
              </p:cNvPr>
              <p:cNvSpPr txBox="1">
                <a:spLocks noRot="1" noChangeAspect="1" noMove="1" noResize="1" noEditPoints="1" noAdjustHandles="1" noChangeArrowheads="1" noChangeShapeType="1" noTextEdit="1"/>
              </p:cNvSpPr>
              <p:nvPr/>
            </p:nvSpPr>
            <p:spPr>
              <a:xfrm>
                <a:off x="2918454" y="1988926"/>
                <a:ext cx="518558" cy="369332"/>
              </a:xfrm>
              <a:prstGeom prst="rect">
                <a:avLst/>
              </a:prstGeom>
              <a:blipFill>
                <a:blip r:embed="rId15"/>
                <a:stretch>
                  <a:fillRect/>
                </a:stretch>
              </a:blipFill>
            </p:spPr>
            <p:txBody>
              <a:bodyPr/>
              <a:lstStyle/>
              <a:p>
                <a:r>
                  <a:rPr lang="en-US">
                    <a:noFill/>
                  </a:rPr>
                  <a:t> </a:t>
                </a:r>
              </a:p>
            </p:txBody>
          </p:sp>
        </mc:Fallback>
      </mc:AlternateContent>
      <p:cxnSp>
        <p:nvCxnSpPr>
          <p:cNvPr id="101" name="Straight Arrow Connector 100">
            <a:extLst>
              <a:ext uri="{FF2B5EF4-FFF2-40B4-BE49-F238E27FC236}">
                <a16:creationId xmlns:a16="http://schemas.microsoft.com/office/drawing/2014/main" id="{4915F97E-9B71-B143-131F-6D896AF401BB}"/>
              </a:ext>
            </a:extLst>
          </p:cNvPr>
          <p:cNvCxnSpPr>
            <a:cxnSpLocks/>
            <a:stCxn id="94" idx="2"/>
            <a:endCxn id="98" idx="0"/>
          </p:cNvCxnSpPr>
          <p:nvPr/>
        </p:nvCxnSpPr>
        <p:spPr>
          <a:xfrm>
            <a:off x="3164602" y="1295991"/>
            <a:ext cx="10114" cy="731287"/>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09" name="TextBox 108">
                <a:extLst>
                  <a:ext uri="{FF2B5EF4-FFF2-40B4-BE49-F238E27FC236}">
                    <a16:creationId xmlns:a16="http://schemas.microsoft.com/office/drawing/2014/main" id="{532EA8C2-4ABB-7E35-A545-23B8BD0C7D7A}"/>
                  </a:ext>
                </a:extLst>
              </p:cNvPr>
              <p:cNvSpPr txBox="1"/>
              <p:nvPr/>
            </p:nvSpPr>
            <p:spPr>
              <a:xfrm>
                <a:off x="3796744" y="817909"/>
                <a:ext cx="578427" cy="400110"/>
              </a:xfrm>
              <a:prstGeom prst="rect">
                <a:avLst/>
              </a:prstGeom>
              <a:noFill/>
            </p:spPr>
            <p:txBody>
              <a:bodyPr wrap="none" rtlCol="0">
                <a:spAutoFit/>
              </a:bodyPr>
              <a:lstStyle/>
              <a:p>
                <a:pPr/>
                <a14:m>
                  <m:oMathPara xmlns:m="http://schemas.openxmlformats.org/officeDocument/2006/math">
                    <m:oMath>
                      <m:sSub>
                        <m:sSubPr>
                          <m:ctrlPr>
                            <a:rPr lang="de-DE" sz="2000" b="0" i="1" smtClean="0">
                              <a:latin typeface="Cambria Math" panose="02040503050406030204" pitchFamily="18" charset="0"/>
                            </a:rPr>
                          </m:ctrlPr>
                        </m:sSubPr>
                        <m:e>
                          <m:r>
                            <m:rPr>
                              <m:sty m:val="p"/>
                            </m:rPr>
                            <a:rPr lang="de-DE" sz="2000" b="0" i="1" smtClean="0">
                              <a:latin typeface="Cambria Math" panose="02040503050406030204" pitchFamily="18" charset="0"/>
                            </a:rPr>
                            <m:t>m</m:t>
                          </m:r>
                        </m:e>
                        <m:sub>
                          <m:r>
                            <m:rPr>
                              <m:sty m:val="p"/>
                            </m:rPr>
                            <a:rPr lang="de-DE" sz="2000" b="0" i="1" smtClean="0">
                              <a:latin typeface="Cambria Math" panose="02040503050406030204" pitchFamily="18" charset="0"/>
                            </a:rPr>
                            <m:t>d</m:t>
                          </m:r>
                        </m:sub>
                      </m:sSub>
                    </m:oMath>
                  </m:oMathPara>
                </a14:m>
                <a:endParaRPr lang="en-US" sz="2000" dirty="0"/>
              </a:p>
            </p:txBody>
          </p:sp>
        </mc:Choice>
        <mc:Fallback xmlns="">
          <p:sp>
            <p:nvSpPr>
              <p:cNvPr id="109" name="TextBox 108">
                <a:extLst>
                  <a:ext uri="{FF2B5EF4-FFF2-40B4-BE49-F238E27FC236}">
                    <a16:creationId xmlns:a16="http://schemas.microsoft.com/office/drawing/2014/main" id="{532EA8C2-4ABB-7E35-A545-23B8BD0C7D7A}"/>
                  </a:ext>
                </a:extLst>
              </p:cNvPr>
              <p:cNvSpPr txBox="1">
                <a:spLocks noRot="1" noChangeAspect="1" noMove="1" noResize="1" noEditPoints="1" noAdjustHandles="1" noChangeArrowheads="1" noChangeShapeType="1" noTextEdit="1"/>
              </p:cNvSpPr>
              <p:nvPr/>
            </p:nvSpPr>
            <p:spPr>
              <a:xfrm>
                <a:off x="3796744" y="817909"/>
                <a:ext cx="578427" cy="400110"/>
              </a:xfrm>
              <a:prstGeom prst="rect">
                <a:avLst/>
              </a:prstGeom>
              <a:blipFill>
                <a:blip r:embed="rId16"/>
                <a:stretch>
                  <a:fillRect b="-151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2" name="TextBox 111">
                <a:extLst>
                  <a:ext uri="{FF2B5EF4-FFF2-40B4-BE49-F238E27FC236}">
                    <a16:creationId xmlns:a16="http://schemas.microsoft.com/office/drawing/2014/main" id="{163F73FB-E8D1-5866-64F4-B73665E8F046}"/>
                  </a:ext>
                </a:extLst>
              </p:cNvPr>
              <p:cNvSpPr txBox="1"/>
              <p:nvPr/>
            </p:nvSpPr>
            <p:spPr>
              <a:xfrm>
                <a:off x="7415257" y="274596"/>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c</m:t>
                          </m:r>
                        </m:sub>
                      </m:sSub>
                    </m:oMath>
                  </m:oMathPara>
                </a14:m>
                <a:endParaRPr lang="en-US" dirty="0">
                  <a:solidFill>
                    <a:schemeClr val="tx1"/>
                  </a:solidFill>
                </a:endParaRPr>
              </a:p>
            </p:txBody>
          </p:sp>
        </mc:Choice>
        <mc:Fallback xmlns="">
          <p:sp>
            <p:nvSpPr>
              <p:cNvPr id="112" name="TextBox 111">
                <a:extLst>
                  <a:ext uri="{FF2B5EF4-FFF2-40B4-BE49-F238E27FC236}">
                    <a16:creationId xmlns:a16="http://schemas.microsoft.com/office/drawing/2014/main" id="{163F73FB-E8D1-5866-64F4-B73665E8F046}"/>
                  </a:ext>
                </a:extLst>
              </p:cNvPr>
              <p:cNvSpPr txBox="1">
                <a:spLocks noRot="1" noChangeAspect="1" noMove="1" noResize="1" noEditPoints="1" noAdjustHandles="1" noChangeArrowheads="1" noChangeShapeType="1" noTextEdit="1"/>
              </p:cNvSpPr>
              <p:nvPr/>
            </p:nvSpPr>
            <p:spPr>
              <a:xfrm>
                <a:off x="7415257" y="274596"/>
                <a:ext cx="507796" cy="369332"/>
              </a:xfrm>
              <a:prstGeom prst="rect">
                <a:avLst/>
              </a:prstGeom>
              <a:blipFill>
                <a:blip r:embed="rId17"/>
                <a:stretch>
                  <a:fillRect/>
                </a:stretch>
              </a:blipFill>
            </p:spPr>
            <p:txBody>
              <a:bodyPr/>
              <a:lstStyle/>
              <a:p>
                <a:r>
                  <a:rPr lang="en-US">
                    <a:noFill/>
                  </a:rPr>
                  <a:t> </a:t>
                </a:r>
              </a:p>
            </p:txBody>
          </p:sp>
        </mc:Fallback>
      </mc:AlternateContent>
      <p:sp>
        <p:nvSpPr>
          <p:cNvPr id="30" name="Oval 29">
            <a:extLst>
              <a:ext uri="{FF2B5EF4-FFF2-40B4-BE49-F238E27FC236}">
                <a16:creationId xmlns:a16="http://schemas.microsoft.com/office/drawing/2014/main" id="{B4F524CD-9A5C-1C60-CEDD-03E100D22447}"/>
              </a:ext>
            </a:extLst>
          </p:cNvPr>
          <p:cNvSpPr>
            <a:spLocks noChangeAspect="1"/>
          </p:cNvSpPr>
          <p:nvPr/>
        </p:nvSpPr>
        <p:spPr>
          <a:xfrm>
            <a:off x="9575982" y="166731"/>
            <a:ext cx="410141" cy="41014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1" name="Oval 30">
            <a:extLst>
              <a:ext uri="{FF2B5EF4-FFF2-40B4-BE49-F238E27FC236}">
                <a16:creationId xmlns:a16="http://schemas.microsoft.com/office/drawing/2014/main" id="{0D4E6C42-86F4-F0FD-ED99-D6BF79FE7A76}"/>
              </a:ext>
            </a:extLst>
          </p:cNvPr>
          <p:cNvSpPr>
            <a:spLocks noChangeAspect="1"/>
          </p:cNvSpPr>
          <p:nvPr/>
        </p:nvSpPr>
        <p:spPr>
          <a:xfrm>
            <a:off x="9585692" y="2037834"/>
            <a:ext cx="410141" cy="41014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32" name="Straight Arrow Connector 31">
            <a:extLst>
              <a:ext uri="{FF2B5EF4-FFF2-40B4-BE49-F238E27FC236}">
                <a16:creationId xmlns:a16="http://schemas.microsoft.com/office/drawing/2014/main" id="{66CFAD5F-6DBD-FDA1-E374-2171A0CEA018}"/>
              </a:ext>
            </a:extLst>
          </p:cNvPr>
          <p:cNvCxnSpPr>
            <a:cxnSpLocks/>
            <a:stCxn id="31" idx="6"/>
            <a:endCxn id="43" idx="3"/>
          </p:cNvCxnSpPr>
          <p:nvPr/>
        </p:nvCxnSpPr>
        <p:spPr>
          <a:xfrm flipV="1">
            <a:off x="9995833" y="1444685"/>
            <a:ext cx="806857" cy="798219"/>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a16="http://schemas.microsoft.com/office/drawing/2014/main" id="{352E3444-57C1-B053-9439-D11F5FECDF2E}"/>
              </a:ext>
            </a:extLst>
          </p:cNvPr>
          <p:cNvCxnSpPr>
            <a:cxnSpLocks/>
            <a:stCxn id="30" idx="6"/>
            <a:endCxn id="43" idx="1"/>
          </p:cNvCxnSpPr>
          <p:nvPr/>
        </p:nvCxnSpPr>
        <p:spPr>
          <a:xfrm>
            <a:off x="9986123" y="371802"/>
            <a:ext cx="816567" cy="78287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75366364-B125-6F33-CB73-C215DB526B6C}"/>
                  </a:ext>
                </a:extLst>
              </p:cNvPr>
              <p:cNvSpPr txBox="1"/>
              <p:nvPr/>
            </p:nvSpPr>
            <p:spPr>
              <a:xfrm>
                <a:off x="10078294" y="264605"/>
                <a:ext cx="855270"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Nc</m:t>
                          </m:r>
                        </m:sub>
                      </m:sSub>
                    </m:oMath>
                  </m:oMathPara>
                </a14:m>
                <a:endParaRPr lang="en-US" dirty="0">
                  <a:solidFill>
                    <a:schemeClr val="tx1"/>
                  </a:solidFill>
                </a:endParaRPr>
              </a:p>
            </p:txBody>
          </p:sp>
        </mc:Choice>
        <mc:Fallback xmlns="">
          <p:sp>
            <p:nvSpPr>
              <p:cNvPr id="34" name="TextBox 33">
                <a:extLst>
                  <a:ext uri="{FF2B5EF4-FFF2-40B4-BE49-F238E27FC236}">
                    <a16:creationId xmlns:a16="http://schemas.microsoft.com/office/drawing/2014/main" id="{75366364-B125-6F33-CB73-C215DB526B6C}"/>
                  </a:ext>
                </a:extLst>
              </p:cNvPr>
              <p:cNvSpPr txBox="1">
                <a:spLocks noRot="1" noChangeAspect="1" noMove="1" noResize="1" noEditPoints="1" noAdjustHandles="1" noChangeArrowheads="1" noChangeShapeType="1" noTextEdit="1"/>
              </p:cNvSpPr>
              <p:nvPr/>
            </p:nvSpPr>
            <p:spPr>
              <a:xfrm>
                <a:off x="10078294" y="264605"/>
                <a:ext cx="855270" cy="369332"/>
              </a:xfrm>
              <a:prstGeom prst="rect">
                <a:avLst/>
              </a:prstGeom>
              <a:blipFill>
                <a:blip r:embed="rId1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A9F44A90-4352-E724-E796-BD051A1666D7}"/>
                  </a:ext>
                </a:extLst>
              </p:cNvPr>
              <p:cNvSpPr txBox="1"/>
              <p:nvPr/>
            </p:nvSpPr>
            <p:spPr>
              <a:xfrm>
                <a:off x="10136557" y="1792664"/>
                <a:ext cx="855270"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Nc</m:t>
                          </m:r>
                        </m:sub>
                      </m:sSub>
                    </m:oMath>
                  </m:oMathPara>
                </a14:m>
                <a:endParaRPr lang="en-US" dirty="0">
                  <a:solidFill>
                    <a:schemeClr val="tx1"/>
                  </a:solidFill>
                </a:endParaRPr>
              </a:p>
            </p:txBody>
          </p:sp>
        </mc:Choice>
        <mc:Fallback xmlns="">
          <p:sp>
            <p:nvSpPr>
              <p:cNvPr id="35" name="TextBox 34">
                <a:extLst>
                  <a:ext uri="{FF2B5EF4-FFF2-40B4-BE49-F238E27FC236}">
                    <a16:creationId xmlns:a16="http://schemas.microsoft.com/office/drawing/2014/main" id="{A9F44A90-4352-E724-E796-BD051A1666D7}"/>
                  </a:ext>
                </a:extLst>
              </p:cNvPr>
              <p:cNvSpPr txBox="1">
                <a:spLocks noRot="1" noChangeAspect="1" noMove="1" noResize="1" noEditPoints="1" noAdjustHandles="1" noChangeArrowheads="1" noChangeShapeType="1" noTextEdit="1"/>
              </p:cNvSpPr>
              <p:nvPr/>
            </p:nvSpPr>
            <p:spPr>
              <a:xfrm>
                <a:off x="10136557" y="1792664"/>
                <a:ext cx="855270" cy="369332"/>
              </a:xfrm>
              <a:prstGeom prst="rect">
                <a:avLst/>
              </a:prstGeom>
              <a:blipFill>
                <a:blip r:embed="rId1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E8A75E14-3CA5-C203-F626-6943EC009EC1}"/>
                  </a:ext>
                </a:extLst>
              </p:cNvPr>
              <p:cNvSpPr txBox="1"/>
              <p:nvPr/>
            </p:nvSpPr>
            <p:spPr>
              <a:xfrm>
                <a:off x="8973209" y="617681"/>
                <a:ext cx="855270"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Na</m:t>
                          </m:r>
                        </m:sub>
                      </m:sSub>
                    </m:oMath>
                  </m:oMathPara>
                </a14:m>
                <a:endParaRPr lang="en-US" dirty="0">
                  <a:solidFill>
                    <a:schemeClr val="tx1"/>
                  </a:solidFill>
                </a:endParaRPr>
              </a:p>
            </p:txBody>
          </p:sp>
        </mc:Choice>
        <mc:Fallback xmlns="">
          <p:sp>
            <p:nvSpPr>
              <p:cNvPr id="36" name="TextBox 35">
                <a:extLst>
                  <a:ext uri="{FF2B5EF4-FFF2-40B4-BE49-F238E27FC236}">
                    <a16:creationId xmlns:a16="http://schemas.microsoft.com/office/drawing/2014/main" id="{E8A75E14-3CA5-C203-F626-6943EC009EC1}"/>
                  </a:ext>
                </a:extLst>
              </p:cNvPr>
              <p:cNvSpPr txBox="1">
                <a:spLocks noRot="1" noChangeAspect="1" noMove="1" noResize="1" noEditPoints="1" noAdjustHandles="1" noChangeArrowheads="1" noChangeShapeType="1" noTextEdit="1"/>
              </p:cNvSpPr>
              <p:nvPr/>
            </p:nvSpPr>
            <p:spPr>
              <a:xfrm>
                <a:off x="8973209" y="617681"/>
                <a:ext cx="855270" cy="369332"/>
              </a:xfrm>
              <a:prstGeom prst="rect">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C70142D5-85C5-40E3-2A64-3B941032D0AB}"/>
                  </a:ext>
                </a:extLst>
              </p:cNvPr>
              <p:cNvSpPr txBox="1"/>
              <p:nvPr/>
            </p:nvSpPr>
            <p:spPr>
              <a:xfrm>
                <a:off x="8905461" y="1528467"/>
                <a:ext cx="855270"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Nb</m:t>
                          </m:r>
                        </m:sub>
                      </m:sSub>
                    </m:oMath>
                  </m:oMathPara>
                </a14:m>
                <a:endParaRPr lang="en-US" dirty="0">
                  <a:solidFill>
                    <a:schemeClr val="tx1"/>
                  </a:solidFill>
                </a:endParaRPr>
              </a:p>
            </p:txBody>
          </p:sp>
        </mc:Choice>
        <mc:Fallback xmlns="">
          <p:sp>
            <p:nvSpPr>
              <p:cNvPr id="37" name="TextBox 36">
                <a:extLst>
                  <a:ext uri="{FF2B5EF4-FFF2-40B4-BE49-F238E27FC236}">
                    <a16:creationId xmlns:a16="http://schemas.microsoft.com/office/drawing/2014/main" id="{C70142D5-85C5-40E3-2A64-3B941032D0AB}"/>
                  </a:ext>
                </a:extLst>
              </p:cNvPr>
              <p:cNvSpPr txBox="1">
                <a:spLocks noRot="1" noChangeAspect="1" noMove="1" noResize="1" noEditPoints="1" noAdjustHandles="1" noChangeArrowheads="1" noChangeShapeType="1" noTextEdit="1"/>
              </p:cNvSpPr>
              <p:nvPr/>
            </p:nvSpPr>
            <p:spPr>
              <a:xfrm>
                <a:off x="8905461" y="1528467"/>
                <a:ext cx="855270" cy="369332"/>
              </a:xfrm>
              <a:prstGeom prst="rect">
                <a:avLst/>
              </a:prstGeom>
              <a:blipFill>
                <a:blip r:embed="rId21"/>
                <a:stretch>
                  <a:fillRect/>
                </a:stretch>
              </a:blipFill>
            </p:spPr>
            <p:txBody>
              <a:bodyPr/>
              <a:lstStyle/>
              <a:p>
                <a:r>
                  <a:rPr lang="en-US">
                    <a:noFill/>
                  </a:rPr>
                  <a:t> </a:t>
                </a:r>
              </a:p>
            </p:txBody>
          </p:sp>
        </mc:Fallback>
      </mc:AlternateContent>
      <p:sp>
        <p:nvSpPr>
          <p:cNvPr id="38" name="Oval 37">
            <a:extLst>
              <a:ext uri="{FF2B5EF4-FFF2-40B4-BE49-F238E27FC236}">
                <a16:creationId xmlns:a16="http://schemas.microsoft.com/office/drawing/2014/main" id="{7EE08302-C4FF-24BE-251E-C5B6A9EC18C6}"/>
              </a:ext>
            </a:extLst>
          </p:cNvPr>
          <p:cNvSpPr>
            <a:spLocks noChangeAspect="1"/>
          </p:cNvSpPr>
          <p:nvPr/>
        </p:nvSpPr>
        <p:spPr>
          <a:xfrm>
            <a:off x="8524901" y="1094608"/>
            <a:ext cx="410141" cy="41014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39" name="Straight Arrow Connector 38">
            <a:extLst>
              <a:ext uri="{FF2B5EF4-FFF2-40B4-BE49-F238E27FC236}">
                <a16:creationId xmlns:a16="http://schemas.microsoft.com/office/drawing/2014/main" id="{4B6885D2-21B3-E062-E78B-CEADB4A7BAE4}"/>
              </a:ext>
            </a:extLst>
          </p:cNvPr>
          <p:cNvCxnSpPr>
            <a:cxnSpLocks/>
            <a:stCxn id="38" idx="0"/>
            <a:endCxn id="30" idx="2"/>
          </p:cNvCxnSpPr>
          <p:nvPr/>
        </p:nvCxnSpPr>
        <p:spPr>
          <a:xfrm flipV="1">
            <a:off x="8729972" y="371802"/>
            <a:ext cx="846010" cy="722806"/>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6842F3C6-FD32-2DDB-F2A1-2A3F10A0C79F}"/>
                  </a:ext>
                </a:extLst>
              </p:cNvPr>
              <p:cNvSpPr txBox="1"/>
              <p:nvPr/>
            </p:nvSpPr>
            <p:spPr>
              <a:xfrm>
                <a:off x="7804969" y="886642"/>
                <a:ext cx="546041"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c</m:t>
                          </m:r>
                        </m:sub>
                      </m:sSub>
                    </m:oMath>
                  </m:oMathPara>
                </a14:m>
                <a:endParaRPr lang="en-US" dirty="0">
                  <a:solidFill>
                    <a:schemeClr val="tx1"/>
                  </a:solidFill>
                </a:endParaRPr>
              </a:p>
            </p:txBody>
          </p:sp>
        </mc:Choice>
        <mc:Fallback xmlns="">
          <p:sp>
            <p:nvSpPr>
              <p:cNvPr id="40" name="TextBox 39">
                <a:extLst>
                  <a:ext uri="{FF2B5EF4-FFF2-40B4-BE49-F238E27FC236}">
                    <a16:creationId xmlns:a16="http://schemas.microsoft.com/office/drawing/2014/main" id="{6842F3C6-FD32-2DDB-F2A1-2A3F10A0C79F}"/>
                  </a:ext>
                </a:extLst>
              </p:cNvPr>
              <p:cNvSpPr txBox="1">
                <a:spLocks noRot="1" noChangeAspect="1" noMove="1" noResize="1" noEditPoints="1" noAdjustHandles="1" noChangeArrowheads="1" noChangeShapeType="1" noTextEdit="1"/>
              </p:cNvSpPr>
              <p:nvPr/>
            </p:nvSpPr>
            <p:spPr>
              <a:xfrm>
                <a:off x="7804969" y="886642"/>
                <a:ext cx="546041" cy="369332"/>
              </a:xfrm>
              <a:prstGeom prst="rect">
                <a:avLst/>
              </a:prstGeom>
              <a:blipFill>
                <a:blip r:embed="rId22"/>
                <a:stretch>
                  <a:fillRect/>
                </a:stretch>
              </a:blipFill>
            </p:spPr>
            <p:txBody>
              <a:bodyPr/>
              <a:lstStyle/>
              <a:p>
                <a:r>
                  <a:rPr lang="en-US">
                    <a:noFill/>
                  </a:rPr>
                  <a:t> </a:t>
                </a:r>
              </a:p>
            </p:txBody>
          </p:sp>
        </mc:Fallback>
      </mc:AlternateContent>
      <p:cxnSp>
        <p:nvCxnSpPr>
          <p:cNvPr id="41" name="Straight Arrow Connector 40">
            <a:extLst>
              <a:ext uri="{FF2B5EF4-FFF2-40B4-BE49-F238E27FC236}">
                <a16:creationId xmlns:a16="http://schemas.microsoft.com/office/drawing/2014/main" id="{28408E18-0BE1-C7FC-B1FD-BB4A14C90395}"/>
              </a:ext>
            </a:extLst>
          </p:cNvPr>
          <p:cNvCxnSpPr>
            <a:cxnSpLocks/>
            <a:endCxn id="49" idx="1"/>
          </p:cNvCxnSpPr>
          <p:nvPr/>
        </p:nvCxnSpPr>
        <p:spPr>
          <a:xfrm>
            <a:off x="7765440" y="1255974"/>
            <a:ext cx="740834" cy="1289"/>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42" name="Straight Arrow Connector 41">
            <a:extLst>
              <a:ext uri="{FF2B5EF4-FFF2-40B4-BE49-F238E27FC236}">
                <a16:creationId xmlns:a16="http://schemas.microsoft.com/office/drawing/2014/main" id="{CA45F21F-9950-5FDF-B7BF-2DA8E67D44A6}"/>
              </a:ext>
            </a:extLst>
          </p:cNvPr>
          <p:cNvCxnSpPr>
            <a:cxnSpLocks/>
            <a:stCxn id="38" idx="4"/>
            <a:endCxn id="31" idx="2"/>
          </p:cNvCxnSpPr>
          <p:nvPr/>
        </p:nvCxnSpPr>
        <p:spPr>
          <a:xfrm>
            <a:off x="8729972" y="1504749"/>
            <a:ext cx="855720" cy="738155"/>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sp>
        <p:nvSpPr>
          <p:cNvPr id="43" name="Oval 42">
            <a:extLst>
              <a:ext uri="{FF2B5EF4-FFF2-40B4-BE49-F238E27FC236}">
                <a16:creationId xmlns:a16="http://schemas.microsoft.com/office/drawing/2014/main" id="{518AD9A6-B74E-0D65-2D56-8A4A7722C99D}"/>
              </a:ext>
            </a:extLst>
          </p:cNvPr>
          <p:cNvSpPr>
            <a:spLocks noChangeAspect="1"/>
          </p:cNvSpPr>
          <p:nvPr/>
        </p:nvSpPr>
        <p:spPr>
          <a:xfrm>
            <a:off x="10742626" y="1094608"/>
            <a:ext cx="410141" cy="41014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44" name="Straight Arrow Connector 43">
            <a:extLst>
              <a:ext uri="{FF2B5EF4-FFF2-40B4-BE49-F238E27FC236}">
                <a16:creationId xmlns:a16="http://schemas.microsoft.com/office/drawing/2014/main" id="{2A71CC6D-FC9B-30DE-CBD2-F620D877FDF3}"/>
              </a:ext>
            </a:extLst>
          </p:cNvPr>
          <p:cNvCxnSpPr>
            <a:cxnSpLocks/>
          </p:cNvCxnSpPr>
          <p:nvPr/>
        </p:nvCxnSpPr>
        <p:spPr>
          <a:xfrm flipV="1">
            <a:off x="11152767" y="1283396"/>
            <a:ext cx="782058" cy="16282"/>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5910D1E9-7D54-ABB9-A621-39E4077BAAD5}"/>
                  </a:ext>
                </a:extLst>
              </p:cNvPr>
              <p:cNvSpPr txBox="1"/>
              <p:nvPr/>
            </p:nvSpPr>
            <p:spPr>
              <a:xfrm>
                <a:off x="11375115" y="876413"/>
                <a:ext cx="524049" cy="369332"/>
              </a:xfrm>
              <a:prstGeom prst="rect">
                <a:avLst/>
              </a:prstGeom>
              <a:noFill/>
            </p:spPr>
            <p:txBody>
              <a:bodyPr wrap="square">
                <a:spAutoFit/>
              </a:bodyPr>
              <a:lstStyle/>
              <a:p>
                <a:pPr/>
                <a14:m>
                  <m:oMathPara xmlns:m="http://schemas.openxmlformats.org/officeDocument/2006/math">
                    <m:oMath>
                      <m:sSub>
                        <m:sSubPr>
                          <m:ctrlPr>
                            <a:rPr lang="de-DE" b="0" i="1" smtClean="0">
                              <a:latin typeface="Cambria Math" panose="02040503050406030204" pitchFamily="18" charset="0"/>
                            </a:rPr>
                          </m:ctrlPr>
                        </m:sSubPr>
                        <m:e>
                          <m:r>
                            <m:rPr>
                              <m:sty m:val="p"/>
                            </m:rPr>
                            <a:rPr lang="de-DE" b="0" i="1" smtClean="0">
                              <a:latin typeface="Cambria Math" panose="02040503050406030204" pitchFamily="18" charset="0"/>
                            </a:rPr>
                            <m:t>m</m:t>
                          </m:r>
                        </m:e>
                        <m:sub>
                          <m:r>
                            <m:rPr>
                              <m:sty m:val="p"/>
                            </m:rPr>
                            <a:rPr lang="de-DE" b="0" i="1" smtClean="0">
                              <a:latin typeface="Cambria Math" panose="02040503050406030204" pitchFamily="18" charset="0"/>
                            </a:rPr>
                            <m:t>out</m:t>
                          </m:r>
                        </m:sub>
                      </m:sSub>
                    </m:oMath>
                  </m:oMathPara>
                </a14:m>
                <a:endParaRPr lang="en-US" dirty="0"/>
              </a:p>
            </p:txBody>
          </p:sp>
        </mc:Choice>
        <mc:Fallback xmlns="">
          <p:sp>
            <p:nvSpPr>
              <p:cNvPr id="45" name="TextBox 44">
                <a:extLst>
                  <a:ext uri="{FF2B5EF4-FFF2-40B4-BE49-F238E27FC236}">
                    <a16:creationId xmlns:a16="http://schemas.microsoft.com/office/drawing/2014/main" id="{5910D1E9-7D54-ABB9-A621-39E4077BAAD5}"/>
                  </a:ext>
                </a:extLst>
              </p:cNvPr>
              <p:cNvSpPr txBox="1">
                <a:spLocks noRot="1" noChangeAspect="1" noMove="1" noResize="1" noEditPoints="1" noAdjustHandles="1" noChangeArrowheads="1" noChangeShapeType="1" noTextEdit="1"/>
              </p:cNvSpPr>
              <p:nvPr/>
            </p:nvSpPr>
            <p:spPr>
              <a:xfrm>
                <a:off x="11375115" y="876413"/>
                <a:ext cx="524049" cy="369332"/>
              </a:xfrm>
              <a:prstGeom prst="rect">
                <a:avLst/>
              </a:prstGeom>
              <a:blipFill>
                <a:blip r:embed="rId23"/>
                <a:stretch>
                  <a:fillRect r="-151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71BDB1E6-C036-F590-1315-695967BDD650}"/>
                  </a:ext>
                </a:extLst>
              </p:cNvPr>
              <p:cNvSpPr txBox="1"/>
              <p:nvPr/>
            </p:nvSpPr>
            <p:spPr>
              <a:xfrm>
                <a:off x="10724748" y="1074050"/>
                <a:ext cx="448081"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No</m:t>
                          </m:r>
                        </m:sub>
                      </m:sSub>
                    </m:oMath>
                  </m:oMathPara>
                </a14:m>
                <a:endParaRPr lang="en-US" dirty="0">
                  <a:solidFill>
                    <a:schemeClr val="bg1"/>
                  </a:solidFill>
                </a:endParaRPr>
              </a:p>
            </p:txBody>
          </p:sp>
        </mc:Choice>
        <mc:Fallback xmlns="">
          <p:sp>
            <p:nvSpPr>
              <p:cNvPr id="46" name="TextBox 45">
                <a:extLst>
                  <a:ext uri="{FF2B5EF4-FFF2-40B4-BE49-F238E27FC236}">
                    <a16:creationId xmlns:a16="http://schemas.microsoft.com/office/drawing/2014/main" id="{71BDB1E6-C036-F590-1315-695967BDD650}"/>
                  </a:ext>
                </a:extLst>
              </p:cNvPr>
              <p:cNvSpPr txBox="1">
                <a:spLocks noRot="1" noChangeAspect="1" noMove="1" noResize="1" noEditPoints="1" noAdjustHandles="1" noChangeArrowheads="1" noChangeShapeType="1" noTextEdit="1"/>
              </p:cNvSpPr>
              <p:nvPr/>
            </p:nvSpPr>
            <p:spPr>
              <a:xfrm>
                <a:off x="10724748" y="1074050"/>
                <a:ext cx="448081" cy="369332"/>
              </a:xfrm>
              <a:prstGeom prst="rect">
                <a:avLst/>
              </a:prstGeom>
              <a:blipFill>
                <a:blip r:embed="rId24"/>
                <a:stretch>
                  <a:fillRect r="-405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7D4471FB-A353-49B4-932E-AE9CA6777FAD}"/>
                  </a:ext>
                </a:extLst>
              </p:cNvPr>
              <p:cNvSpPr txBox="1"/>
              <p:nvPr/>
            </p:nvSpPr>
            <p:spPr>
              <a:xfrm>
                <a:off x="9511235" y="134106"/>
                <a:ext cx="557613"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Na</m:t>
                          </m:r>
                        </m:sub>
                      </m:sSub>
                    </m:oMath>
                  </m:oMathPara>
                </a14:m>
                <a:endParaRPr lang="en-US" dirty="0">
                  <a:solidFill>
                    <a:schemeClr val="bg1"/>
                  </a:solidFill>
                </a:endParaRPr>
              </a:p>
            </p:txBody>
          </p:sp>
        </mc:Choice>
        <mc:Fallback xmlns="">
          <p:sp>
            <p:nvSpPr>
              <p:cNvPr id="47" name="TextBox 46">
                <a:extLst>
                  <a:ext uri="{FF2B5EF4-FFF2-40B4-BE49-F238E27FC236}">
                    <a16:creationId xmlns:a16="http://schemas.microsoft.com/office/drawing/2014/main" id="{7D4471FB-A353-49B4-932E-AE9CA6777FAD}"/>
                  </a:ext>
                </a:extLst>
              </p:cNvPr>
              <p:cNvSpPr txBox="1">
                <a:spLocks noRot="1" noChangeAspect="1" noMove="1" noResize="1" noEditPoints="1" noAdjustHandles="1" noChangeArrowheads="1" noChangeShapeType="1" noTextEdit="1"/>
              </p:cNvSpPr>
              <p:nvPr/>
            </p:nvSpPr>
            <p:spPr>
              <a:xfrm>
                <a:off x="9511235" y="134106"/>
                <a:ext cx="557613" cy="369332"/>
              </a:xfrm>
              <a:prstGeom prst="rect">
                <a:avLst/>
              </a:prstGeom>
              <a:blipFill>
                <a:blip r:embed="rId2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D6FFCEF8-72A7-D21E-2DC2-CF64278B64BE}"/>
                  </a:ext>
                </a:extLst>
              </p:cNvPr>
              <p:cNvSpPr txBox="1"/>
              <p:nvPr/>
            </p:nvSpPr>
            <p:spPr>
              <a:xfrm>
                <a:off x="9565907" y="2016332"/>
                <a:ext cx="421017"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Nb</m:t>
                          </m:r>
                        </m:sub>
                      </m:sSub>
                    </m:oMath>
                  </m:oMathPara>
                </a14:m>
                <a:endParaRPr lang="en-US" dirty="0">
                  <a:solidFill>
                    <a:schemeClr val="bg1"/>
                  </a:solidFill>
                </a:endParaRPr>
              </a:p>
            </p:txBody>
          </p:sp>
        </mc:Choice>
        <mc:Fallback xmlns="">
          <p:sp>
            <p:nvSpPr>
              <p:cNvPr id="48" name="TextBox 47">
                <a:extLst>
                  <a:ext uri="{FF2B5EF4-FFF2-40B4-BE49-F238E27FC236}">
                    <a16:creationId xmlns:a16="http://schemas.microsoft.com/office/drawing/2014/main" id="{D6FFCEF8-72A7-D21E-2DC2-CF64278B64BE}"/>
                  </a:ext>
                </a:extLst>
              </p:cNvPr>
              <p:cNvSpPr txBox="1">
                <a:spLocks noRot="1" noChangeAspect="1" noMove="1" noResize="1" noEditPoints="1" noAdjustHandles="1" noChangeArrowheads="1" noChangeShapeType="1" noTextEdit="1"/>
              </p:cNvSpPr>
              <p:nvPr/>
            </p:nvSpPr>
            <p:spPr>
              <a:xfrm>
                <a:off x="9565907" y="2016332"/>
                <a:ext cx="421017" cy="369332"/>
              </a:xfrm>
              <a:prstGeom prst="rect">
                <a:avLst/>
              </a:prstGeom>
              <a:blipFill>
                <a:blip r:embed="rId26"/>
                <a:stretch>
                  <a:fillRect r="-130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47143124-73E5-D39F-830D-E5A8D3EBEB28}"/>
                  </a:ext>
                </a:extLst>
              </p:cNvPr>
              <p:cNvSpPr txBox="1"/>
              <p:nvPr/>
            </p:nvSpPr>
            <p:spPr>
              <a:xfrm>
                <a:off x="8506274" y="1072597"/>
                <a:ext cx="448081"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Ni</m:t>
                          </m:r>
                        </m:sub>
                      </m:sSub>
                    </m:oMath>
                  </m:oMathPara>
                </a14:m>
                <a:endParaRPr lang="en-US" dirty="0">
                  <a:solidFill>
                    <a:schemeClr val="bg1"/>
                  </a:solidFill>
                </a:endParaRPr>
              </a:p>
            </p:txBody>
          </p:sp>
        </mc:Choice>
        <mc:Fallback xmlns="">
          <p:sp>
            <p:nvSpPr>
              <p:cNvPr id="49" name="TextBox 48">
                <a:extLst>
                  <a:ext uri="{FF2B5EF4-FFF2-40B4-BE49-F238E27FC236}">
                    <a16:creationId xmlns:a16="http://schemas.microsoft.com/office/drawing/2014/main" id="{47143124-73E5-D39F-830D-E5A8D3EBEB28}"/>
                  </a:ext>
                </a:extLst>
              </p:cNvPr>
              <p:cNvSpPr txBox="1">
                <a:spLocks noRot="1" noChangeAspect="1" noMove="1" noResize="1" noEditPoints="1" noAdjustHandles="1" noChangeArrowheads="1" noChangeShapeType="1" noTextEdit="1"/>
              </p:cNvSpPr>
              <p:nvPr/>
            </p:nvSpPr>
            <p:spPr>
              <a:xfrm>
                <a:off x="8506274" y="1072597"/>
                <a:ext cx="448081" cy="369332"/>
              </a:xfrm>
              <a:prstGeom prst="rect">
                <a:avLst/>
              </a:prstGeom>
              <a:blipFill>
                <a:blip r:embed="rId27"/>
                <a:stretch>
                  <a:fillRect/>
                </a:stretch>
              </a:blipFill>
            </p:spPr>
            <p:txBody>
              <a:bodyPr/>
              <a:lstStyle/>
              <a:p>
                <a:r>
                  <a:rPr lang="en-US">
                    <a:noFill/>
                  </a:rPr>
                  <a:t> </a:t>
                </a:r>
              </a:p>
            </p:txBody>
          </p:sp>
        </mc:Fallback>
      </mc:AlternateContent>
      <p:cxnSp>
        <p:nvCxnSpPr>
          <p:cNvPr id="60" name="Straight Connector 59">
            <a:extLst>
              <a:ext uri="{FF2B5EF4-FFF2-40B4-BE49-F238E27FC236}">
                <a16:creationId xmlns:a16="http://schemas.microsoft.com/office/drawing/2014/main" id="{C4013385-C19C-A867-A580-8F6D27F44916}"/>
              </a:ext>
            </a:extLst>
          </p:cNvPr>
          <p:cNvCxnSpPr>
            <a:cxnSpLocks/>
          </p:cNvCxnSpPr>
          <p:nvPr/>
        </p:nvCxnSpPr>
        <p:spPr>
          <a:xfrm>
            <a:off x="7775843" y="695981"/>
            <a:ext cx="8451" cy="559993"/>
          </a:xfrm>
          <a:prstGeom prst="line">
            <a:avLst/>
          </a:prstGeom>
        </p:spPr>
        <p:style>
          <a:lnRef idx="2">
            <a:schemeClr val="accent1"/>
          </a:lnRef>
          <a:fillRef idx="0">
            <a:schemeClr val="accent1"/>
          </a:fillRef>
          <a:effectRef idx="1">
            <a:schemeClr val="accent1"/>
          </a:effectRef>
          <a:fontRef idx="minor">
            <a:schemeClr val="tx1"/>
          </a:fontRef>
        </p:style>
      </p:cxnSp>
      <p:sp>
        <p:nvSpPr>
          <p:cNvPr id="113" name="Rectangle 112">
            <a:extLst>
              <a:ext uri="{FF2B5EF4-FFF2-40B4-BE49-F238E27FC236}">
                <a16:creationId xmlns:a16="http://schemas.microsoft.com/office/drawing/2014/main" id="{399CFE6A-CDD0-5F13-F936-2FDA7166BF5B}"/>
              </a:ext>
            </a:extLst>
          </p:cNvPr>
          <p:cNvSpPr/>
          <p:nvPr/>
        </p:nvSpPr>
        <p:spPr>
          <a:xfrm>
            <a:off x="8320025" y="45697"/>
            <a:ext cx="3073000" cy="2537212"/>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15" name="TextBox 114">
            <a:extLst>
              <a:ext uri="{FF2B5EF4-FFF2-40B4-BE49-F238E27FC236}">
                <a16:creationId xmlns:a16="http://schemas.microsoft.com/office/drawing/2014/main" id="{F910F892-D0C9-53FB-C417-E5F28B4E7BD0}"/>
              </a:ext>
            </a:extLst>
          </p:cNvPr>
          <p:cNvSpPr txBox="1"/>
          <p:nvPr/>
        </p:nvSpPr>
        <p:spPr>
          <a:xfrm>
            <a:off x="8334903" y="76227"/>
            <a:ext cx="473206" cy="338554"/>
          </a:xfrm>
          <a:prstGeom prst="rect">
            <a:avLst/>
          </a:prstGeom>
          <a:noFill/>
        </p:spPr>
        <p:txBody>
          <a:bodyPr wrap="none" rtlCol="0">
            <a:spAutoFit/>
          </a:bodyPr>
          <a:lstStyle/>
          <a:p>
            <a:r>
              <a:rPr lang="en-US" sz="1600" dirty="0"/>
              <a:t>NN</a:t>
            </a:r>
          </a:p>
        </p:txBody>
      </p:sp>
      <p:sp>
        <p:nvSpPr>
          <p:cNvPr id="2" name="Rectangle: Rounded Corners 1">
            <a:extLst>
              <a:ext uri="{FF2B5EF4-FFF2-40B4-BE49-F238E27FC236}">
                <a16:creationId xmlns:a16="http://schemas.microsoft.com/office/drawing/2014/main" id="{41BA86D1-9CF6-C5F0-275F-9C1B7CCE876E}"/>
              </a:ext>
            </a:extLst>
          </p:cNvPr>
          <p:cNvSpPr/>
          <p:nvPr/>
        </p:nvSpPr>
        <p:spPr>
          <a:xfrm>
            <a:off x="287532" y="3087592"/>
            <a:ext cx="1289392" cy="767408"/>
          </a:xfrm>
          <a:prstGeom prst="roundRect">
            <a:avLst>
              <a:gd name="adj" fmla="val 11702"/>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FE4B5D8B-0D42-8688-A32F-33BD94FF59CE}"/>
              </a:ext>
            </a:extLst>
          </p:cNvPr>
          <p:cNvSpPr txBox="1"/>
          <p:nvPr/>
        </p:nvSpPr>
        <p:spPr>
          <a:xfrm>
            <a:off x="282144" y="3194043"/>
            <a:ext cx="1385316" cy="646331"/>
          </a:xfrm>
          <a:prstGeom prst="rect">
            <a:avLst/>
          </a:prstGeom>
          <a:noFill/>
        </p:spPr>
        <p:txBody>
          <a:bodyPr wrap="none" rtlCol="0">
            <a:spAutoFit/>
          </a:bodyPr>
          <a:lstStyle/>
          <a:p>
            <a:pPr algn="ctr"/>
            <a:r>
              <a:rPr lang="de-DE" dirty="0" err="1"/>
              <a:t>Map</a:t>
            </a:r>
            <a:r>
              <a:rPr lang="de-DE" dirty="0"/>
              <a:t> Chem. </a:t>
            </a:r>
          </a:p>
          <a:p>
            <a:pPr algn="ctr"/>
            <a:r>
              <a:rPr lang="de-DE" dirty="0"/>
              <a:t>Diff. in S</a:t>
            </a:r>
            <a:endParaRPr lang="en-US" dirty="0"/>
          </a:p>
        </p:txBody>
      </p:sp>
      <p:sp>
        <p:nvSpPr>
          <p:cNvPr id="11" name="Oval 10">
            <a:extLst>
              <a:ext uri="{FF2B5EF4-FFF2-40B4-BE49-F238E27FC236}">
                <a16:creationId xmlns:a16="http://schemas.microsoft.com/office/drawing/2014/main" id="{5D5F771E-43A8-D6A9-9A2C-A120209DD33D}"/>
              </a:ext>
            </a:extLst>
          </p:cNvPr>
          <p:cNvSpPr>
            <a:spLocks noChangeAspect="1"/>
          </p:cNvSpPr>
          <p:nvPr/>
        </p:nvSpPr>
        <p:spPr>
          <a:xfrm>
            <a:off x="129509" y="2958144"/>
            <a:ext cx="316045" cy="316045"/>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solidFill>
                  <a:schemeClr val="tx1"/>
                </a:solidFill>
              </a:rPr>
              <a:t>1</a:t>
            </a:r>
            <a:endParaRPr lang="en-US" dirty="0">
              <a:solidFill>
                <a:schemeClr val="tx1"/>
              </a:solidFill>
            </a:endParaRPr>
          </a:p>
        </p:txBody>
      </p:sp>
      <p:sp>
        <p:nvSpPr>
          <p:cNvPr id="12" name="Rectangle: Rounded Corners 11">
            <a:extLst>
              <a:ext uri="{FF2B5EF4-FFF2-40B4-BE49-F238E27FC236}">
                <a16:creationId xmlns:a16="http://schemas.microsoft.com/office/drawing/2014/main" id="{3631D515-9DF8-02D9-330A-25AC5BF2694C}"/>
              </a:ext>
            </a:extLst>
          </p:cNvPr>
          <p:cNvSpPr/>
          <p:nvPr/>
        </p:nvSpPr>
        <p:spPr>
          <a:xfrm>
            <a:off x="2024752" y="3087592"/>
            <a:ext cx="1289392" cy="767408"/>
          </a:xfrm>
          <a:prstGeom prst="roundRect">
            <a:avLst>
              <a:gd name="adj" fmla="val 11702"/>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79D4DF17-8FB0-9CB6-5AA6-8A57343171C8}"/>
              </a:ext>
            </a:extLst>
          </p:cNvPr>
          <p:cNvSpPr txBox="1"/>
          <p:nvPr/>
        </p:nvSpPr>
        <p:spPr>
          <a:xfrm>
            <a:off x="2133885" y="3208669"/>
            <a:ext cx="1071126" cy="646331"/>
          </a:xfrm>
          <a:prstGeom prst="rect">
            <a:avLst/>
          </a:prstGeom>
          <a:noFill/>
        </p:spPr>
        <p:txBody>
          <a:bodyPr wrap="none" rtlCol="0">
            <a:spAutoFit/>
          </a:bodyPr>
          <a:lstStyle/>
          <a:p>
            <a:pPr algn="ctr"/>
            <a:r>
              <a:rPr lang="de-DE" dirty="0" err="1"/>
              <a:t>Simulate</a:t>
            </a:r>
            <a:endParaRPr lang="de-DE" dirty="0"/>
          </a:p>
          <a:p>
            <a:pPr algn="ctr"/>
            <a:r>
              <a:rPr lang="de-DE" dirty="0" err="1"/>
              <a:t>Kinetics</a:t>
            </a:r>
            <a:endParaRPr lang="en-US" dirty="0"/>
          </a:p>
        </p:txBody>
      </p:sp>
      <p:sp>
        <p:nvSpPr>
          <p:cNvPr id="14" name="Oval 13">
            <a:extLst>
              <a:ext uri="{FF2B5EF4-FFF2-40B4-BE49-F238E27FC236}">
                <a16:creationId xmlns:a16="http://schemas.microsoft.com/office/drawing/2014/main" id="{105FFD0E-7BAB-FDEA-4F97-D6BB95DFFD20}"/>
              </a:ext>
            </a:extLst>
          </p:cNvPr>
          <p:cNvSpPr>
            <a:spLocks noChangeAspect="1"/>
          </p:cNvSpPr>
          <p:nvPr/>
        </p:nvSpPr>
        <p:spPr>
          <a:xfrm>
            <a:off x="1866729" y="2929569"/>
            <a:ext cx="316045" cy="316045"/>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solidFill>
                  <a:schemeClr val="tx1"/>
                </a:solidFill>
              </a:rPr>
              <a:t>2</a:t>
            </a:r>
            <a:endParaRPr lang="en-US" dirty="0">
              <a:solidFill>
                <a:schemeClr val="tx1"/>
              </a:solidFill>
            </a:endParaRPr>
          </a:p>
        </p:txBody>
      </p:sp>
      <p:cxnSp>
        <p:nvCxnSpPr>
          <p:cNvPr id="16" name="Straight Arrow Connector 15">
            <a:extLst>
              <a:ext uri="{FF2B5EF4-FFF2-40B4-BE49-F238E27FC236}">
                <a16:creationId xmlns:a16="http://schemas.microsoft.com/office/drawing/2014/main" id="{8B3D3E3B-F805-1D56-911B-25192015959B}"/>
              </a:ext>
            </a:extLst>
          </p:cNvPr>
          <p:cNvCxnSpPr>
            <a:cxnSpLocks/>
            <a:stCxn id="2" idx="3"/>
            <a:endCxn id="12" idx="1"/>
          </p:cNvCxnSpPr>
          <p:nvPr/>
        </p:nvCxnSpPr>
        <p:spPr>
          <a:xfrm>
            <a:off x="1576924" y="3471296"/>
            <a:ext cx="447828" cy="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sp>
        <p:nvSpPr>
          <p:cNvPr id="18" name="Rectangle: Rounded Corners 17">
            <a:extLst>
              <a:ext uri="{FF2B5EF4-FFF2-40B4-BE49-F238E27FC236}">
                <a16:creationId xmlns:a16="http://schemas.microsoft.com/office/drawing/2014/main" id="{A5FE5C10-5F6B-ED70-745A-9028A949D75A}"/>
              </a:ext>
            </a:extLst>
          </p:cNvPr>
          <p:cNvSpPr/>
          <p:nvPr/>
        </p:nvSpPr>
        <p:spPr>
          <a:xfrm>
            <a:off x="3761972" y="3087592"/>
            <a:ext cx="1289392" cy="767408"/>
          </a:xfrm>
          <a:prstGeom prst="roundRect">
            <a:avLst>
              <a:gd name="adj" fmla="val 11702"/>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6B9676B0-1920-0708-1DC3-62A9884355B9}"/>
              </a:ext>
            </a:extLst>
          </p:cNvPr>
          <p:cNvSpPr txBox="1"/>
          <p:nvPr/>
        </p:nvSpPr>
        <p:spPr>
          <a:xfrm>
            <a:off x="3695345" y="3208669"/>
            <a:ext cx="1403398" cy="646331"/>
          </a:xfrm>
          <a:prstGeom prst="rect">
            <a:avLst/>
          </a:prstGeom>
          <a:noFill/>
        </p:spPr>
        <p:txBody>
          <a:bodyPr wrap="none" rtlCol="0">
            <a:spAutoFit/>
          </a:bodyPr>
          <a:lstStyle/>
          <a:p>
            <a:pPr algn="ctr"/>
            <a:r>
              <a:rPr lang="de-DE" dirty="0" err="1"/>
              <a:t>Map</a:t>
            </a:r>
            <a:endParaRPr lang="de-DE" dirty="0"/>
          </a:p>
          <a:p>
            <a:pPr algn="ctr"/>
            <a:r>
              <a:rPr lang="de-DE" dirty="0"/>
              <a:t>Counter in S</a:t>
            </a:r>
            <a:endParaRPr lang="en-US" dirty="0"/>
          </a:p>
        </p:txBody>
      </p:sp>
      <p:sp>
        <p:nvSpPr>
          <p:cNvPr id="20" name="Oval 19">
            <a:extLst>
              <a:ext uri="{FF2B5EF4-FFF2-40B4-BE49-F238E27FC236}">
                <a16:creationId xmlns:a16="http://schemas.microsoft.com/office/drawing/2014/main" id="{25E6DC05-E80E-BA4A-820B-DC1ABF0D32FA}"/>
              </a:ext>
            </a:extLst>
          </p:cNvPr>
          <p:cNvSpPr>
            <a:spLocks noChangeAspect="1"/>
          </p:cNvSpPr>
          <p:nvPr/>
        </p:nvSpPr>
        <p:spPr>
          <a:xfrm>
            <a:off x="3603949" y="2929569"/>
            <a:ext cx="316045" cy="316045"/>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solidFill>
                  <a:schemeClr val="tx1"/>
                </a:solidFill>
              </a:rPr>
              <a:t>3</a:t>
            </a:r>
            <a:endParaRPr lang="en-US" dirty="0">
              <a:solidFill>
                <a:schemeClr val="tx1"/>
              </a:solidFill>
            </a:endParaRPr>
          </a:p>
        </p:txBody>
      </p:sp>
      <p:cxnSp>
        <p:nvCxnSpPr>
          <p:cNvPr id="21" name="Straight Arrow Connector 20">
            <a:extLst>
              <a:ext uri="{FF2B5EF4-FFF2-40B4-BE49-F238E27FC236}">
                <a16:creationId xmlns:a16="http://schemas.microsoft.com/office/drawing/2014/main" id="{82AB8B24-1EFC-60D9-140F-AD9B87D667BF}"/>
              </a:ext>
            </a:extLst>
          </p:cNvPr>
          <p:cNvCxnSpPr>
            <a:cxnSpLocks/>
            <a:endCxn id="18" idx="1"/>
          </p:cNvCxnSpPr>
          <p:nvPr/>
        </p:nvCxnSpPr>
        <p:spPr>
          <a:xfrm>
            <a:off x="3314144" y="3471296"/>
            <a:ext cx="447828" cy="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sp>
        <p:nvSpPr>
          <p:cNvPr id="22" name="Rectangle: Rounded Corners 21">
            <a:extLst>
              <a:ext uri="{FF2B5EF4-FFF2-40B4-BE49-F238E27FC236}">
                <a16:creationId xmlns:a16="http://schemas.microsoft.com/office/drawing/2014/main" id="{5689821A-6C20-A840-17FD-4DD99C40FAC6}"/>
              </a:ext>
            </a:extLst>
          </p:cNvPr>
          <p:cNvSpPr/>
          <p:nvPr/>
        </p:nvSpPr>
        <p:spPr>
          <a:xfrm>
            <a:off x="5499592" y="3075206"/>
            <a:ext cx="1289392" cy="767408"/>
          </a:xfrm>
          <a:prstGeom prst="roundRect">
            <a:avLst>
              <a:gd name="adj" fmla="val 11702"/>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2E18DC0E-E7FF-B7D2-8C16-7AC515BA51FF}"/>
              </a:ext>
            </a:extLst>
          </p:cNvPr>
          <p:cNvSpPr txBox="1"/>
          <p:nvPr/>
        </p:nvSpPr>
        <p:spPr>
          <a:xfrm>
            <a:off x="5676847" y="3196283"/>
            <a:ext cx="915635" cy="646331"/>
          </a:xfrm>
          <a:prstGeom prst="rect">
            <a:avLst/>
          </a:prstGeom>
          <a:noFill/>
        </p:spPr>
        <p:txBody>
          <a:bodyPr wrap="none" rtlCol="0">
            <a:spAutoFit/>
          </a:bodyPr>
          <a:lstStyle/>
          <a:p>
            <a:pPr algn="ctr"/>
            <a:r>
              <a:rPr lang="de-DE" dirty="0" err="1"/>
              <a:t>Map</a:t>
            </a:r>
            <a:endParaRPr lang="de-DE" dirty="0"/>
          </a:p>
          <a:p>
            <a:pPr algn="ctr"/>
            <a:r>
              <a:rPr lang="de-DE" dirty="0"/>
              <a:t>NN in S</a:t>
            </a:r>
            <a:endParaRPr lang="en-US" dirty="0"/>
          </a:p>
        </p:txBody>
      </p:sp>
      <p:sp>
        <p:nvSpPr>
          <p:cNvPr id="24" name="Oval 23">
            <a:extLst>
              <a:ext uri="{FF2B5EF4-FFF2-40B4-BE49-F238E27FC236}">
                <a16:creationId xmlns:a16="http://schemas.microsoft.com/office/drawing/2014/main" id="{AB08A90F-E7B5-04D8-0EF9-F6BB219913B6}"/>
              </a:ext>
            </a:extLst>
          </p:cNvPr>
          <p:cNvSpPr>
            <a:spLocks noChangeAspect="1"/>
          </p:cNvSpPr>
          <p:nvPr/>
        </p:nvSpPr>
        <p:spPr>
          <a:xfrm>
            <a:off x="5341569" y="2917183"/>
            <a:ext cx="316045" cy="316045"/>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solidFill>
                  <a:schemeClr val="tx1"/>
                </a:solidFill>
              </a:rPr>
              <a:t>4</a:t>
            </a:r>
            <a:endParaRPr lang="en-US" dirty="0">
              <a:solidFill>
                <a:schemeClr val="tx1"/>
              </a:solidFill>
            </a:endParaRPr>
          </a:p>
        </p:txBody>
      </p:sp>
      <p:cxnSp>
        <p:nvCxnSpPr>
          <p:cNvPr id="25" name="Straight Arrow Connector 24">
            <a:extLst>
              <a:ext uri="{FF2B5EF4-FFF2-40B4-BE49-F238E27FC236}">
                <a16:creationId xmlns:a16="http://schemas.microsoft.com/office/drawing/2014/main" id="{75034C02-57C6-BC36-99A6-1A4FED6501F2}"/>
              </a:ext>
            </a:extLst>
          </p:cNvPr>
          <p:cNvCxnSpPr>
            <a:cxnSpLocks/>
            <a:endCxn id="22" idx="1"/>
          </p:cNvCxnSpPr>
          <p:nvPr/>
        </p:nvCxnSpPr>
        <p:spPr>
          <a:xfrm>
            <a:off x="5051764" y="3458910"/>
            <a:ext cx="447828" cy="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0E5EFB22-BFA2-E8F4-9A72-60A050B2561D}"/>
                  </a:ext>
                </a:extLst>
              </p:cNvPr>
              <p:cNvSpPr txBox="1"/>
              <p:nvPr/>
            </p:nvSpPr>
            <p:spPr>
              <a:xfrm>
                <a:off x="1740926" y="3886685"/>
                <a:ext cx="9926299" cy="2308324"/>
              </a:xfrm>
              <a:prstGeom prst="rect">
                <a:avLst/>
              </a:prstGeom>
              <a:noFill/>
            </p:spPr>
            <p:txBody>
              <a:bodyPr wrap="square" rtlCol="0">
                <a:spAutoFit/>
              </a:bodyPr>
              <a:lstStyle/>
              <a:p>
                <a:r>
                  <a:rPr lang="en-US" dirty="0"/>
                  <a:t>Restrictions:</a:t>
                </a:r>
              </a:p>
              <a:p>
                <a:pPr marL="342900" indent="-342900">
                  <a:buFont typeface="+mj-lt"/>
                  <a:buAutoNum type="arabicPeriod"/>
                </a:pPr>
                <a:r>
                  <a:rPr lang="en-US" dirty="0"/>
                  <a:t>Black listed currency metabolites: H+, O2, CO2, H2O, ATP, ADP, </a:t>
                </a:r>
                <a:r>
                  <a:rPr lang="" dirty="0"/>
                  <a:t>AMP, Inorganic phosphate, Inorganic diphosphate, NAD⁺, NADH, NADP⁺, NADPH, NH3, NH4, Coenzyme A, FAD, FADH, FADH2. </a:t>
                </a:r>
              </a:p>
              <a:p>
                <a:pPr marL="342900" indent="-342900">
                  <a:buFont typeface="+mj-lt"/>
                  <a:buAutoNum type="arabicPeriod"/>
                </a:pPr>
                <a:r>
                  <a:rPr lang="" dirty="0"/>
                  <a:t>Reactions: </a:t>
                </a:r>
              </a:p>
              <a:p>
                <a:pPr marL="800100" lvl="1" indent="-342900">
                  <a:buFont typeface="+mj-lt"/>
                  <a:buAutoNum type="arabicPeriod"/>
                </a:pPr>
                <a:r>
                  <a:rPr lang="" strike="sngStrike" dirty="0"/>
                  <a:t>Metabilites</a:t>
                </a:r>
                <a:r>
                  <a:rPr lang="de-DE" i="1" strike="sngStrike" dirty="0">
                    <a:latin typeface="Cambria Math" panose="02040503050406030204" pitchFamily="18" charset="0"/>
                  </a:rPr>
                  <a:t> </a:t>
                </a:r>
                <a14:m>
                  <m:oMath xmlns:m="http://schemas.openxmlformats.org/officeDocument/2006/math">
                    <m:sSub>
                      <m:sSubPr>
                        <m:ctrlPr>
                          <a:rPr lang="de-DE" i="1" strike="sngStrike">
                            <a:latin typeface="Cambria Math" panose="02040503050406030204" pitchFamily="18" charset="0"/>
                          </a:rPr>
                        </m:ctrlPr>
                      </m:sSubPr>
                      <m:e>
                        <m:r>
                          <m:rPr>
                            <m:sty m:val="p"/>
                          </m:rPr>
                          <a:rPr lang="de-DE" i="1" strike="sngStrike">
                            <a:latin typeface="Cambria Math" panose="02040503050406030204" pitchFamily="18" charset="0"/>
                          </a:rPr>
                          <m:t>m</m:t>
                        </m:r>
                      </m:e>
                      <m:sub>
                        <m:r>
                          <m:rPr>
                            <m:sty m:val="p"/>
                          </m:rPr>
                          <a:rPr lang="de-DE" i="1" strike="sngStrike">
                            <a:latin typeface="Cambria Math" panose="02040503050406030204" pitchFamily="18" charset="0"/>
                          </a:rPr>
                          <m:t>d</m:t>
                        </m:r>
                      </m:sub>
                    </m:sSub>
                  </m:oMath>
                </a14:m>
                <a:r>
                  <a:rPr lang="" strike="sngStrike" dirty="0"/>
                  <a:t>, </a:t>
                </a:r>
                <a14:m>
                  <m:oMath xmlns:m="http://schemas.openxmlformats.org/officeDocument/2006/math">
                    <m:sSub>
                      <m:sSubPr>
                        <m:ctrlPr>
                          <a:rPr lang="de-DE" strike="sngStrike">
                            <a:latin typeface="Cambria Math" panose="02040503050406030204" pitchFamily="18" charset="0"/>
                          </a:rPr>
                        </m:ctrlPr>
                      </m:sSubPr>
                      <m:e>
                        <m:r>
                          <m:rPr>
                            <m:sty m:val="p"/>
                          </m:rPr>
                          <a:rPr lang="de-DE" strike="sngStrike">
                            <a:latin typeface="Cambria Math" panose="02040503050406030204" pitchFamily="18" charset="0"/>
                          </a:rPr>
                          <m:t>m</m:t>
                        </m:r>
                      </m:e>
                      <m:sub>
                        <m:r>
                          <m:rPr>
                            <m:sty m:val="p"/>
                          </m:rPr>
                          <a:rPr lang="de-DE" i="1" strike="sngStrike">
                            <a:latin typeface="Cambria Math" panose="02040503050406030204" pitchFamily="18" charset="0"/>
                          </a:rPr>
                          <m:t>Df</m:t>
                        </m:r>
                      </m:sub>
                    </m:sSub>
                  </m:oMath>
                </a14:m>
                <a:r>
                  <a:rPr lang="" strike="sngStrike" dirty="0"/>
                  <a:t>, </a:t>
                </a:r>
                <a14:m>
                  <m:oMath xmlns:m="http://schemas.openxmlformats.org/officeDocument/2006/math">
                    <m:sSub>
                      <m:sSubPr>
                        <m:ctrlPr>
                          <a:rPr lang="de-DE" strike="sngStrike">
                            <a:latin typeface="Cambria Math" panose="02040503050406030204" pitchFamily="18" charset="0"/>
                          </a:rPr>
                        </m:ctrlPr>
                      </m:sSubPr>
                      <m:e>
                        <m:r>
                          <m:rPr>
                            <m:sty m:val="p"/>
                          </m:rPr>
                          <a:rPr lang="de-DE" strike="sngStrike">
                            <a:latin typeface="Cambria Math" panose="02040503050406030204" pitchFamily="18" charset="0"/>
                          </a:rPr>
                          <m:t>m</m:t>
                        </m:r>
                      </m:e>
                      <m:sub>
                        <m:r>
                          <m:rPr>
                            <m:sty m:val="p"/>
                          </m:rPr>
                          <a:rPr lang="de-DE" i="1" strike="sngStrike">
                            <a:latin typeface="Cambria Math" panose="02040503050406030204" pitchFamily="18" charset="0"/>
                          </a:rPr>
                          <m:t>Ds</m:t>
                        </m:r>
                      </m:sub>
                    </m:sSub>
                  </m:oMath>
                </a14:m>
                <a:r>
                  <a:rPr lang="" strike="sngStrike" dirty="0"/>
                  <a:t> must be single-produced by the reactions.</a:t>
                </a:r>
              </a:p>
              <a:p>
                <a:pPr marL="800100" lvl="1" indent="-342900">
                  <a:buFont typeface="+mj-lt"/>
                  <a:buAutoNum type="arabicPeriod"/>
                </a:pPr>
                <a:r>
                  <a:rPr lang="" dirty="0"/>
                  <a:t>Chemical reactions must have disjoint genes.</a:t>
                </a:r>
              </a:p>
              <a:p>
                <a:pPr marL="285750" indent="-285750">
                  <a:buFont typeface="Arial" panose="020B0604020202020204" pitchFamily="34" charset="0"/>
                  <a:buChar char="•"/>
                </a:pPr>
                <a:endParaRPr lang="en-US" dirty="0"/>
              </a:p>
            </p:txBody>
          </p:sp>
        </mc:Choice>
        <mc:Fallback xmlns="">
          <p:sp>
            <p:nvSpPr>
              <p:cNvPr id="17" name="TextBox 16">
                <a:extLst>
                  <a:ext uri="{FF2B5EF4-FFF2-40B4-BE49-F238E27FC236}">
                    <a16:creationId xmlns:a16="http://schemas.microsoft.com/office/drawing/2014/main" id="{0E5EFB22-BFA2-E8F4-9A72-60A050B2561D}"/>
                  </a:ext>
                </a:extLst>
              </p:cNvPr>
              <p:cNvSpPr txBox="1">
                <a:spLocks noRot="1" noChangeAspect="1" noMove="1" noResize="1" noEditPoints="1" noAdjustHandles="1" noChangeArrowheads="1" noChangeShapeType="1" noTextEdit="1"/>
              </p:cNvSpPr>
              <p:nvPr/>
            </p:nvSpPr>
            <p:spPr>
              <a:xfrm>
                <a:off x="1740926" y="3886685"/>
                <a:ext cx="9926299" cy="2308324"/>
              </a:xfrm>
              <a:prstGeom prst="rect">
                <a:avLst/>
              </a:prstGeom>
              <a:blipFill>
                <a:blip r:embed="rId28"/>
                <a:stretch>
                  <a:fillRect l="-553" t="-1323"/>
                </a:stretch>
              </a:blipFill>
            </p:spPr>
            <p:txBody>
              <a:bodyPr/>
              <a:lstStyle/>
              <a:p>
                <a:r>
                  <a:rPr lang="en-US">
                    <a:noFill/>
                  </a:rPr>
                  <a:t> </a:t>
                </a:r>
              </a:p>
            </p:txBody>
          </p:sp>
        </mc:Fallback>
      </mc:AlternateContent>
      <p:cxnSp>
        <p:nvCxnSpPr>
          <p:cNvPr id="15" name="Straight Arrow Connector 14">
            <a:extLst>
              <a:ext uri="{FF2B5EF4-FFF2-40B4-BE49-F238E27FC236}">
                <a16:creationId xmlns:a16="http://schemas.microsoft.com/office/drawing/2014/main" id="{54824620-3903-7497-9F8B-7BEE30445D03}"/>
              </a:ext>
            </a:extLst>
          </p:cNvPr>
          <p:cNvCxnSpPr>
            <a:cxnSpLocks/>
          </p:cNvCxnSpPr>
          <p:nvPr/>
        </p:nvCxnSpPr>
        <p:spPr>
          <a:xfrm>
            <a:off x="7621821" y="6492240"/>
            <a:ext cx="748044" cy="0"/>
          </a:xfrm>
          <a:prstGeom prst="straightConnector1">
            <a:avLst/>
          </a:prstGeom>
          <a:ln>
            <a:headEnd type="triangle" w="lg" len="lg"/>
            <a:tailEnd type="none" w="lg" len="lg"/>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0860915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6E98F9-D6FB-6EC8-1F35-EF8F69D2AF91}"/>
            </a:ext>
          </a:extLst>
        </p:cNvPr>
        <p:cNvGrpSpPr/>
        <p:nvPr/>
      </p:nvGrpSpPr>
      <p:grpSpPr>
        <a:xfrm>
          <a:off x="0" y="0"/>
          <a:ext cx="0" cy="0"/>
          <a:chOff x="0" y="0"/>
          <a:chExt cx="0" cy="0"/>
        </a:xfrm>
      </p:grpSpPr>
      <p:pic>
        <p:nvPicPr>
          <p:cNvPr id="20" name="Picture 19">
            <a:extLst>
              <a:ext uri="{FF2B5EF4-FFF2-40B4-BE49-F238E27FC236}">
                <a16:creationId xmlns:a16="http://schemas.microsoft.com/office/drawing/2014/main" id="{4B411356-1F35-D0FF-12F8-BA50050CF611}"/>
              </a:ext>
            </a:extLst>
          </p:cNvPr>
          <p:cNvPicPr>
            <a:picLocks noChangeAspect="1"/>
          </p:cNvPicPr>
          <p:nvPr/>
        </p:nvPicPr>
        <p:blipFill>
          <a:blip r:embed="rId3"/>
          <a:stretch>
            <a:fillRect/>
          </a:stretch>
        </p:blipFill>
        <p:spPr>
          <a:xfrm>
            <a:off x="690036" y="2731154"/>
            <a:ext cx="10257660" cy="2920778"/>
          </a:xfrm>
          <a:prstGeom prst="rect">
            <a:avLst/>
          </a:prstGeom>
        </p:spPr>
      </p:pic>
      <p:sp>
        <p:nvSpPr>
          <p:cNvPr id="4" name="Rectangle: Rounded Corners 3">
            <a:extLst>
              <a:ext uri="{FF2B5EF4-FFF2-40B4-BE49-F238E27FC236}">
                <a16:creationId xmlns:a16="http://schemas.microsoft.com/office/drawing/2014/main" id="{8E6CDA0E-90AE-1EEC-753C-86689E1345C8}"/>
              </a:ext>
            </a:extLst>
          </p:cNvPr>
          <p:cNvSpPr/>
          <p:nvPr/>
        </p:nvSpPr>
        <p:spPr>
          <a:xfrm>
            <a:off x="1462291" y="6126480"/>
            <a:ext cx="1554480" cy="73152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Algorithm </a:t>
            </a:r>
          </a:p>
        </p:txBody>
      </p:sp>
      <p:sp>
        <p:nvSpPr>
          <p:cNvPr id="5" name="Rectangle: Rounded Corners 4">
            <a:extLst>
              <a:ext uri="{FF2B5EF4-FFF2-40B4-BE49-F238E27FC236}">
                <a16:creationId xmlns:a16="http://schemas.microsoft.com/office/drawing/2014/main" id="{BECEBC58-2DE9-0674-6414-34E6371217E6}"/>
              </a:ext>
            </a:extLst>
          </p:cNvPr>
          <p:cNvSpPr/>
          <p:nvPr/>
        </p:nvSpPr>
        <p:spPr>
          <a:xfrm>
            <a:off x="3764816" y="6126480"/>
            <a:ext cx="1554480" cy="731520"/>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Chemical Reactions </a:t>
            </a:r>
          </a:p>
        </p:txBody>
      </p:sp>
      <p:sp>
        <p:nvSpPr>
          <p:cNvPr id="6" name="Rectangle: Rounded Corners 5">
            <a:extLst>
              <a:ext uri="{FF2B5EF4-FFF2-40B4-BE49-F238E27FC236}">
                <a16:creationId xmlns:a16="http://schemas.microsoft.com/office/drawing/2014/main" id="{3896CAF7-D329-1EB3-A0F2-D60BB99BE2B5}"/>
              </a:ext>
            </a:extLst>
          </p:cNvPr>
          <p:cNvSpPr/>
          <p:nvPr/>
        </p:nvSpPr>
        <p:spPr>
          <a:xfrm>
            <a:off x="6067341" y="6126480"/>
            <a:ext cx="1554480" cy="731520"/>
          </a:xfrm>
          <a:prstGeom prst="roundRect">
            <a:avLst/>
          </a:prstGeom>
          <a:solidFill>
            <a:srgbClr val="DCEAF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Metabolic Network</a:t>
            </a:r>
          </a:p>
        </p:txBody>
      </p:sp>
      <p:sp>
        <p:nvSpPr>
          <p:cNvPr id="7" name="Rectangle: Rounded Corners 6">
            <a:extLst>
              <a:ext uri="{FF2B5EF4-FFF2-40B4-BE49-F238E27FC236}">
                <a16:creationId xmlns:a16="http://schemas.microsoft.com/office/drawing/2014/main" id="{36E2FB9A-6DB5-7DA7-B0B9-6AF109100290}"/>
              </a:ext>
            </a:extLst>
          </p:cNvPr>
          <p:cNvSpPr/>
          <p:nvPr/>
        </p:nvSpPr>
        <p:spPr>
          <a:xfrm>
            <a:off x="8369865" y="6126480"/>
            <a:ext cx="1554480" cy="73152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THz Actuation</a:t>
            </a:r>
          </a:p>
        </p:txBody>
      </p:sp>
      <p:cxnSp>
        <p:nvCxnSpPr>
          <p:cNvPr id="8" name="Straight Arrow Connector 7">
            <a:extLst>
              <a:ext uri="{FF2B5EF4-FFF2-40B4-BE49-F238E27FC236}">
                <a16:creationId xmlns:a16="http://schemas.microsoft.com/office/drawing/2014/main" id="{99649086-54D8-FD74-7FBC-61CF521E3DB7}"/>
              </a:ext>
            </a:extLst>
          </p:cNvPr>
          <p:cNvCxnSpPr>
            <a:cxnSpLocks/>
            <a:stCxn id="4" idx="3"/>
            <a:endCxn id="5" idx="1"/>
          </p:cNvCxnSpPr>
          <p:nvPr/>
        </p:nvCxnSpPr>
        <p:spPr>
          <a:xfrm>
            <a:off x="3016771" y="6492240"/>
            <a:ext cx="748045" cy="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67280D70-A93F-A84A-C6F0-1E25D78CE3B3}"/>
              </a:ext>
            </a:extLst>
          </p:cNvPr>
          <p:cNvCxnSpPr>
            <a:cxnSpLocks/>
            <a:stCxn id="5" idx="3"/>
            <a:endCxn id="6" idx="1"/>
          </p:cNvCxnSpPr>
          <p:nvPr/>
        </p:nvCxnSpPr>
        <p:spPr>
          <a:xfrm>
            <a:off x="5319296" y="6492240"/>
            <a:ext cx="748045" cy="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2E93429C-8538-C3B4-1F86-B3599CBB0DD9}"/>
              </a:ext>
            </a:extLst>
          </p:cNvPr>
          <p:cNvCxnSpPr>
            <a:cxnSpLocks/>
            <a:stCxn id="6" idx="3"/>
            <a:endCxn id="7" idx="1"/>
          </p:cNvCxnSpPr>
          <p:nvPr/>
        </p:nvCxnSpPr>
        <p:spPr>
          <a:xfrm>
            <a:off x="7621821" y="6492240"/>
            <a:ext cx="748044" cy="0"/>
          </a:xfrm>
          <a:prstGeom prst="straightConnector1">
            <a:avLst/>
          </a:prstGeom>
          <a:ln>
            <a:headEnd type="triangle" w="lg" len="lg"/>
            <a:tailEnd type="none" w="lg" len="lg"/>
          </a:ln>
        </p:spPr>
        <p:style>
          <a:lnRef idx="2">
            <a:schemeClr val="accent1"/>
          </a:lnRef>
          <a:fillRef idx="0">
            <a:schemeClr val="accent1"/>
          </a:fillRef>
          <a:effectRef idx="1">
            <a:schemeClr val="accent1"/>
          </a:effectRef>
          <a:fontRef idx="minor">
            <a:schemeClr val="tx1"/>
          </a:fontRef>
        </p:style>
      </p:cxnSp>
      <p:sp>
        <p:nvSpPr>
          <p:cNvPr id="69" name="Oval 68">
            <a:extLst>
              <a:ext uri="{FF2B5EF4-FFF2-40B4-BE49-F238E27FC236}">
                <a16:creationId xmlns:a16="http://schemas.microsoft.com/office/drawing/2014/main" id="{C7761134-5419-A990-7D69-671BC1D1C2CD}"/>
              </a:ext>
            </a:extLst>
          </p:cNvPr>
          <p:cNvSpPr>
            <a:spLocks noChangeAspect="1"/>
          </p:cNvSpPr>
          <p:nvPr/>
        </p:nvSpPr>
        <p:spPr>
          <a:xfrm>
            <a:off x="4944147" y="494998"/>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70" name="TextBox 69">
                <a:extLst>
                  <a:ext uri="{FF2B5EF4-FFF2-40B4-BE49-F238E27FC236}">
                    <a16:creationId xmlns:a16="http://schemas.microsoft.com/office/drawing/2014/main" id="{B887BB3B-5C70-4680-DDE7-4A009FE04C95}"/>
                  </a:ext>
                </a:extLst>
              </p:cNvPr>
              <p:cNvSpPr txBox="1"/>
              <p:nvPr/>
            </p:nvSpPr>
            <p:spPr>
              <a:xfrm>
                <a:off x="4889951" y="466275"/>
                <a:ext cx="518558" cy="394019"/>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Cp</m:t>
                          </m:r>
                        </m:sub>
                      </m:sSub>
                    </m:oMath>
                  </m:oMathPara>
                </a14:m>
                <a:endParaRPr lang="en-US" dirty="0">
                  <a:solidFill>
                    <a:schemeClr val="bg1"/>
                  </a:solidFill>
                </a:endParaRPr>
              </a:p>
            </p:txBody>
          </p:sp>
        </mc:Choice>
        <mc:Fallback xmlns="">
          <p:sp>
            <p:nvSpPr>
              <p:cNvPr id="70" name="TextBox 69">
                <a:extLst>
                  <a:ext uri="{FF2B5EF4-FFF2-40B4-BE49-F238E27FC236}">
                    <a16:creationId xmlns:a16="http://schemas.microsoft.com/office/drawing/2014/main" id="{B887BB3B-5C70-4680-DDE7-4A009FE04C95}"/>
                  </a:ext>
                </a:extLst>
              </p:cNvPr>
              <p:cNvSpPr txBox="1">
                <a:spLocks noRot="1" noChangeAspect="1" noMove="1" noResize="1" noEditPoints="1" noAdjustHandles="1" noChangeArrowheads="1" noChangeShapeType="1" noTextEdit="1"/>
              </p:cNvSpPr>
              <p:nvPr/>
            </p:nvSpPr>
            <p:spPr>
              <a:xfrm>
                <a:off x="4889951" y="466275"/>
                <a:ext cx="518558" cy="394019"/>
              </a:xfrm>
              <a:prstGeom prst="rect">
                <a:avLst/>
              </a:prstGeom>
              <a:blipFill>
                <a:blip r:embed="rId4"/>
                <a:stretch>
                  <a:fillRect b="-76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1" name="TextBox 70">
                <a:extLst>
                  <a:ext uri="{FF2B5EF4-FFF2-40B4-BE49-F238E27FC236}">
                    <a16:creationId xmlns:a16="http://schemas.microsoft.com/office/drawing/2014/main" id="{26A03821-8F67-88DB-6C12-BAB1C3DC2072}"/>
                  </a:ext>
                </a:extLst>
              </p:cNvPr>
              <p:cNvSpPr txBox="1"/>
              <p:nvPr/>
            </p:nvSpPr>
            <p:spPr>
              <a:xfrm>
                <a:off x="6042817" y="320258"/>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c</m:t>
                          </m:r>
                        </m:sub>
                      </m:sSub>
                    </m:oMath>
                  </m:oMathPara>
                </a14:m>
                <a:endParaRPr lang="en-US" dirty="0">
                  <a:solidFill>
                    <a:schemeClr val="tx1"/>
                  </a:solidFill>
                </a:endParaRPr>
              </a:p>
            </p:txBody>
          </p:sp>
        </mc:Choice>
        <mc:Fallback xmlns="">
          <p:sp>
            <p:nvSpPr>
              <p:cNvPr id="71" name="TextBox 70">
                <a:extLst>
                  <a:ext uri="{FF2B5EF4-FFF2-40B4-BE49-F238E27FC236}">
                    <a16:creationId xmlns:a16="http://schemas.microsoft.com/office/drawing/2014/main" id="{26A03821-8F67-88DB-6C12-BAB1C3DC2072}"/>
                  </a:ext>
                </a:extLst>
              </p:cNvPr>
              <p:cNvSpPr txBox="1">
                <a:spLocks noRot="1" noChangeAspect="1" noMove="1" noResize="1" noEditPoints="1" noAdjustHandles="1" noChangeArrowheads="1" noChangeShapeType="1" noTextEdit="1"/>
              </p:cNvSpPr>
              <p:nvPr/>
            </p:nvSpPr>
            <p:spPr>
              <a:xfrm>
                <a:off x="6042817" y="320258"/>
                <a:ext cx="507796" cy="369332"/>
              </a:xfrm>
              <a:prstGeom prst="rect">
                <a:avLst/>
              </a:prstGeom>
              <a:blipFill>
                <a:blip r:embed="rId5"/>
                <a:stretch>
                  <a:fillRect/>
                </a:stretch>
              </a:blipFill>
            </p:spPr>
            <p:txBody>
              <a:bodyPr/>
              <a:lstStyle/>
              <a:p>
                <a:r>
                  <a:rPr lang="en-US">
                    <a:noFill/>
                  </a:rPr>
                  <a:t> </a:t>
                </a:r>
              </a:p>
            </p:txBody>
          </p:sp>
        </mc:Fallback>
      </mc:AlternateContent>
      <p:sp>
        <p:nvSpPr>
          <p:cNvPr id="72" name="Oval 71">
            <a:extLst>
              <a:ext uri="{FF2B5EF4-FFF2-40B4-BE49-F238E27FC236}">
                <a16:creationId xmlns:a16="http://schemas.microsoft.com/office/drawing/2014/main" id="{FFFF6112-61D2-0260-0BB8-89ADC2328955}"/>
              </a:ext>
            </a:extLst>
          </p:cNvPr>
          <p:cNvSpPr>
            <a:spLocks noChangeAspect="1"/>
          </p:cNvSpPr>
          <p:nvPr/>
        </p:nvSpPr>
        <p:spPr>
          <a:xfrm>
            <a:off x="6106964" y="1188320"/>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73" name="TextBox 72">
                <a:extLst>
                  <a:ext uri="{FF2B5EF4-FFF2-40B4-BE49-F238E27FC236}">
                    <a16:creationId xmlns:a16="http://schemas.microsoft.com/office/drawing/2014/main" id="{12763560-9DFA-8D9D-3181-AF9282263282}"/>
                  </a:ext>
                </a:extLst>
              </p:cNvPr>
              <p:cNvSpPr txBox="1"/>
              <p:nvPr/>
            </p:nvSpPr>
            <p:spPr>
              <a:xfrm>
                <a:off x="6048487" y="1163848"/>
                <a:ext cx="518558" cy="395493"/>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Cg</m:t>
                          </m:r>
                        </m:sub>
                      </m:sSub>
                    </m:oMath>
                  </m:oMathPara>
                </a14:m>
                <a:endParaRPr lang="en-US" dirty="0">
                  <a:solidFill>
                    <a:schemeClr val="bg1"/>
                  </a:solidFill>
                </a:endParaRPr>
              </a:p>
            </p:txBody>
          </p:sp>
        </mc:Choice>
        <mc:Fallback xmlns="">
          <p:sp>
            <p:nvSpPr>
              <p:cNvPr id="73" name="TextBox 72">
                <a:extLst>
                  <a:ext uri="{FF2B5EF4-FFF2-40B4-BE49-F238E27FC236}">
                    <a16:creationId xmlns:a16="http://schemas.microsoft.com/office/drawing/2014/main" id="{12763560-9DFA-8D9D-3181-AF9282263282}"/>
                  </a:ext>
                </a:extLst>
              </p:cNvPr>
              <p:cNvSpPr txBox="1">
                <a:spLocks noRot="1" noChangeAspect="1" noMove="1" noResize="1" noEditPoints="1" noAdjustHandles="1" noChangeArrowheads="1" noChangeShapeType="1" noTextEdit="1"/>
              </p:cNvSpPr>
              <p:nvPr/>
            </p:nvSpPr>
            <p:spPr>
              <a:xfrm>
                <a:off x="6048487" y="1163848"/>
                <a:ext cx="518558" cy="395493"/>
              </a:xfrm>
              <a:prstGeom prst="rect">
                <a:avLst/>
              </a:prstGeom>
              <a:blipFill>
                <a:blip r:embed="rId6"/>
                <a:stretch>
                  <a:fillRect b="-76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4" name="TextBox 73">
                <a:extLst>
                  <a:ext uri="{FF2B5EF4-FFF2-40B4-BE49-F238E27FC236}">
                    <a16:creationId xmlns:a16="http://schemas.microsoft.com/office/drawing/2014/main" id="{8D5BCE4F-7E17-233C-2265-2719BC32E3F7}"/>
                  </a:ext>
                </a:extLst>
              </p:cNvPr>
              <p:cNvSpPr txBox="1"/>
              <p:nvPr/>
            </p:nvSpPr>
            <p:spPr>
              <a:xfrm>
                <a:off x="4902710" y="1199060"/>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Cs</m:t>
                          </m:r>
                        </m:sub>
                      </m:sSub>
                    </m:oMath>
                  </m:oMathPara>
                </a14:m>
                <a:endParaRPr lang="en-US" dirty="0">
                  <a:solidFill>
                    <a:schemeClr val="tx1"/>
                  </a:solidFill>
                </a:endParaRPr>
              </a:p>
            </p:txBody>
          </p:sp>
        </mc:Choice>
        <mc:Fallback xmlns="">
          <p:sp>
            <p:nvSpPr>
              <p:cNvPr id="74" name="TextBox 73">
                <a:extLst>
                  <a:ext uri="{FF2B5EF4-FFF2-40B4-BE49-F238E27FC236}">
                    <a16:creationId xmlns:a16="http://schemas.microsoft.com/office/drawing/2014/main" id="{8D5BCE4F-7E17-233C-2265-2719BC32E3F7}"/>
                  </a:ext>
                </a:extLst>
              </p:cNvPr>
              <p:cNvSpPr txBox="1">
                <a:spLocks noRot="1" noChangeAspect="1" noMove="1" noResize="1" noEditPoints="1" noAdjustHandles="1" noChangeArrowheads="1" noChangeShapeType="1" noTextEdit="1"/>
              </p:cNvSpPr>
              <p:nvPr/>
            </p:nvSpPr>
            <p:spPr>
              <a:xfrm>
                <a:off x="4902710" y="1199060"/>
                <a:ext cx="507796" cy="369332"/>
              </a:xfrm>
              <a:prstGeom prst="rect">
                <a:avLst/>
              </a:prstGeom>
              <a:blipFill>
                <a:blip r:embed="rId7"/>
                <a:stretch>
                  <a:fillRect r="-3571"/>
                </a:stretch>
              </a:blipFill>
            </p:spPr>
            <p:txBody>
              <a:bodyPr/>
              <a:lstStyle/>
              <a:p>
                <a:r>
                  <a:rPr lang="en-US">
                    <a:noFill/>
                  </a:rPr>
                  <a:t> </a:t>
                </a:r>
              </a:p>
            </p:txBody>
          </p:sp>
        </mc:Fallback>
      </mc:AlternateContent>
      <p:sp>
        <p:nvSpPr>
          <p:cNvPr id="75" name="Oval 74">
            <a:extLst>
              <a:ext uri="{FF2B5EF4-FFF2-40B4-BE49-F238E27FC236}">
                <a16:creationId xmlns:a16="http://schemas.microsoft.com/office/drawing/2014/main" id="{A517DFFE-2D02-E7C3-0C75-B9882037AD4C}"/>
              </a:ext>
            </a:extLst>
          </p:cNvPr>
          <p:cNvSpPr>
            <a:spLocks noChangeAspect="1"/>
          </p:cNvSpPr>
          <p:nvPr/>
        </p:nvSpPr>
        <p:spPr>
          <a:xfrm>
            <a:off x="4972757" y="2004874"/>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76" name="TextBox 75">
                <a:extLst>
                  <a:ext uri="{FF2B5EF4-FFF2-40B4-BE49-F238E27FC236}">
                    <a16:creationId xmlns:a16="http://schemas.microsoft.com/office/drawing/2014/main" id="{52BA45B4-075C-4BD6-789A-8A693730C7CA}"/>
                  </a:ext>
                </a:extLst>
              </p:cNvPr>
              <p:cNvSpPr txBox="1"/>
              <p:nvPr/>
            </p:nvSpPr>
            <p:spPr>
              <a:xfrm>
                <a:off x="4917222" y="1969552"/>
                <a:ext cx="518558"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Cr</m:t>
                          </m:r>
                        </m:sub>
                      </m:sSub>
                    </m:oMath>
                  </m:oMathPara>
                </a14:m>
                <a:endParaRPr lang="en-US" dirty="0">
                  <a:solidFill>
                    <a:schemeClr val="bg1"/>
                  </a:solidFill>
                </a:endParaRPr>
              </a:p>
            </p:txBody>
          </p:sp>
        </mc:Choice>
        <mc:Fallback xmlns="">
          <p:sp>
            <p:nvSpPr>
              <p:cNvPr id="76" name="TextBox 75">
                <a:extLst>
                  <a:ext uri="{FF2B5EF4-FFF2-40B4-BE49-F238E27FC236}">
                    <a16:creationId xmlns:a16="http://schemas.microsoft.com/office/drawing/2014/main" id="{52BA45B4-075C-4BD6-789A-8A693730C7CA}"/>
                  </a:ext>
                </a:extLst>
              </p:cNvPr>
              <p:cNvSpPr txBox="1">
                <a:spLocks noRot="1" noChangeAspect="1" noMove="1" noResize="1" noEditPoints="1" noAdjustHandles="1" noChangeArrowheads="1" noChangeShapeType="1" noTextEdit="1"/>
              </p:cNvSpPr>
              <p:nvPr/>
            </p:nvSpPr>
            <p:spPr>
              <a:xfrm>
                <a:off x="4917222" y="1969552"/>
                <a:ext cx="518558" cy="369332"/>
              </a:xfrm>
              <a:prstGeom prst="rect">
                <a:avLst/>
              </a:prstGeom>
              <a:blipFill>
                <a:blip r:embed="rId8"/>
                <a:stretch>
                  <a:fillRect/>
                </a:stretch>
              </a:blipFill>
            </p:spPr>
            <p:txBody>
              <a:bodyPr/>
              <a:lstStyle/>
              <a:p>
                <a:r>
                  <a:rPr lang="en-US">
                    <a:noFill/>
                  </a:rPr>
                  <a:t> </a:t>
                </a:r>
              </a:p>
            </p:txBody>
          </p:sp>
        </mc:Fallback>
      </mc:AlternateContent>
      <p:cxnSp>
        <p:nvCxnSpPr>
          <p:cNvPr id="77" name="Straight Arrow Connector 76">
            <a:extLst>
              <a:ext uri="{FF2B5EF4-FFF2-40B4-BE49-F238E27FC236}">
                <a16:creationId xmlns:a16="http://schemas.microsoft.com/office/drawing/2014/main" id="{E15E43FA-A33B-0963-C8EE-2E2970ADE656}"/>
              </a:ext>
            </a:extLst>
          </p:cNvPr>
          <p:cNvCxnSpPr>
            <a:cxnSpLocks/>
            <a:endCxn id="69" idx="3"/>
          </p:cNvCxnSpPr>
          <p:nvPr/>
        </p:nvCxnSpPr>
        <p:spPr>
          <a:xfrm flipV="1">
            <a:off x="4121733" y="820556"/>
            <a:ext cx="878271" cy="488885"/>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80" name="Straight Arrow Connector 79">
            <a:extLst>
              <a:ext uri="{FF2B5EF4-FFF2-40B4-BE49-F238E27FC236}">
                <a16:creationId xmlns:a16="http://schemas.microsoft.com/office/drawing/2014/main" id="{373138E3-B990-329C-529C-75DA8650DC24}"/>
              </a:ext>
            </a:extLst>
          </p:cNvPr>
          <p:cNvCxnSpPr>
            <a:cxnSpLocks/>
            <a:endCxn id="75" idx="1"/>
          </p:cNvCxnSpPr>
          <p:nvPr/>
        </p:nvCxnSpPr>
        <p:spPr>
          <a:xfrm>
            <a:off x="4125155" y="1314303"/>
            <a:ext cx="903459" cy="746428"/>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84" name="Straight Arrow Connector 83">
            <a:extLst>
              <a:ext uri="{FF2B5EF4-FFF2-40B4-BE49-F238E27FC236}">
                <a16:creationId xmlns:a16="http://schemas.microsoft.com/office/drawing/2014/main" id="{7370345F-A4E5-E895-E477-75D8F6EFE295}"/>
              </a:ext>
            </a:extLst>
          </p:cNvPr>
          <p:cNvCxnSpPr>
            <a:cxnSpLocks/>
            <a:stCxn id="74" idx="3"/>
            <a:endCxn id="72" idx="2"/>
          </p:cNvCxnSpPr>
          <p:nvPr/>
        </p:nvCxnSpPr>
        <p:spPr>
          <a:xfrm flipV="1">
            <a:off x="5410506" y="1379028"/>
            <a:ext cx="696458" cy="4698"/>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88" name="Straight Arrow Connector 87">
            <a:extLst>
              <a:ext uri="{FF2B5EF4-FFF2-40B4-BE49-F238E27FC236}">
                <a16:creationId xmlns:a16="http://schemas.microsoft.com/office/drawing/2014/main" id="{E56908A0-F9A6-B11C-E37B-2E6B71479333}"/>
              </a:ext>
            </a:extLst>
          </p:cNvPr>
          <p:cNvCxnSpPr>
            <a:cxnSpLocks/>
            <a:stCxn id="74" idx="2"/>
            <a:endCxn id="75" idx="0"/>
          </p:cNvCxnSpPr>
          <p:nvPr/>
        </p:nvCxnSpPr>
        <p:spPr>
          <a:xfrm>
            <a:off x="5156608" y="1568392"/>
            <a:ext cx="6856" cy="436482"/>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6" name="Straight Arrow Connector 95">
            <a:extLst>
              <a:ext uri="{FF2B5EF4-FFF2-40B4-BE49-F238E27FC236}">
                <a16:creationId xmlns:a16="http://schemas.microsoft.com/office/drawing/2014/main" id="{88C0B950-F971-B178-BA0C-732572A2C9DC}"/>
              </a:ext>
            </a:extLst>
          </p:cNvPr>
          <p:cNvCxnSpPr>
            <a:cxnSpLocks/>
            <a:stCxn id="69" idx="6"/>
          </p:cNvCxnSpPr>
          <p:nvPr/>
        </p:nvCxnSpPr>
        <p:spPr>
          <a:xfrm>
            <a:off x="5325561" y="685706"/>
            <a:ext cx="2460842" cy="10275"/>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9" name="Straight Arrow Connector 98">
            <a:extLst>
              <a:ext uri="{FF2B5EF4-FFF2-40B4-BE49-F238E27FC236}">
                <a16:creationId xmlns:a16="http://schemas.microsoft.com/office/drawing/2014/main" id="{69E93338-F696-DFD3-2C2A-214C3CFF0E6D}"/>
              </a:ext>
            </a:extLst>
          </p:cNvPr>
          <p:cNvCxnSpPr>
            <a:cxnSpLocks/>
            <a:stCxn id="71" idx="2"/>
            <a:endCxn id="72" idx="0"/>
          </p:cNvCxnSpPr>
          <p:nvPr/>
        </p:nvCxnSpPr>
        <p:spPr>
          <a:xfrm>
            <a:off x="6296715" y="689590"/>
            <a:ext cx="956" cy="49873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sp>
        <p:nvSpPr>
          <p:cNvPr id="102" name="Rectangle 101">
            <a:extLst>
              <a:ext uri="{FF2B5EF4-FFF2-40B4-BE49-F238E27FC236}">
                <a16:creationId xmlns:a16="http://schemas.microsoft.com/office/drawing/2014/main" id="{585CAE39-BD6C-22ED-F3E6-BA446980A997}"/>
              </a:ext>
            </a:extLst>
          </p:cNvPr>
          <p:cNvSpPr/>
          <p:nvPr/>
        </p:nvSpPr>
        <p:spPr>
          <a:xfrm>
            <a:off x="4449953" y="108527"/>
            <a:ext cx="2873133" cy="2407763"/>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03" name="TextBox 102">
            <a:extLst>
              <a:ext uri="{FF2B5EF4-FFF2-40B4-BE49-F238E27FC236}">
                <a16:creationId xmlns:a16="http://schemas.microsoft.com/office/drawing/2014/main" id="{06C7EF72-377E-C77E-161F-D31C61EC6E10}"/>
              </a:ext>
            </a:extLst>
          </p:cNvPr>
          <p:cNvSpPr txBox="1"/>
          <p:nvPr/>
        </p:nvSpPr>
        <p:spPr>
          <a:xfrm>
            <a:off x="4449953" y="92506"/>
            <a:ext cx="1774204" cy="338554"/>
          </a:xfrm>
          <a:prstGeom prst="rect">
            <a:avLst/>
          </a:prstGeom>
          <a:noFill/>
        </p:spPr>
        <p:txBody>
          <a:bodyPr wrap="none" rtlCol="0">
            <a:spAutoFit/>
          </a:bodyPr>
          <a:lstStyle/>
          <a:p>
            <a:r>
              <a:rPr lang="en-US" sz="1600" dirty="0"/>
              <a:t>Chemical counter</a:t>
            </a:r>
          </a:p>
        </p:txBody>
      </p:sp>
      <mc:AlternateContent xmlns:mc="http://schemas.openxmlformats.org/markup-compatibility/2006" xmlns:a14="http://schemas.microsoft.com/office/drawing/2010/main">
        <mc:Choice Requires="a14">
          <p:sp>
            <p:nvSpPr>
              <p:cNvPr id="67" name="TextBox 66">
                <a:extLst>
                  <a:ext uri="{FF2B5EF4-FFF2-40B4-BE49-F238E27FC236}">
                    <a16:creationId xmlns:a16="http://schemas.microsoft.com/office/drawing/2014/main" id="{8002A5E1-BE74-56C7-DD11-707EB2DAB531}"/>
                  </a:ext>
                </a:extLst>
              </p:cNvPr>
              <p:cNvSpPr txBox="1"/>
              <p:nvPr/>
            </p:nvSpPr>
            <p:spPr>
              <a:xfrm>
                <a:off x="3" y="1445647"/>
                <a:ext cx="593368" cy="369332"/>
              </a:xfrm>
              <a:prstGeom prst="rect">
                <a:avLst/>
              </a:prstGeom>
              <a:noFill/>
            </p:spPr>
            <p:txBody>
              <a:bodyPr wrap="none" rtlCol="0">
                <a:spAutoFit/>
              </a:bodyPr>
              <a:lstStyle/>
              <a:p>
                <a:pPr/>
                <a14:m>
                  <m:oMathPara xmlns:m="http://schemas.openxmlformats.org/officeDocument/2006/math">
                    <m:oMath>
                      <m:sSub>
                        <m:sSubPr>
                          <m:ctrlPr>
                            <a:rPr lang="de-DE" b="0" i="1" smtClean="0">
                              <a:latin typeface="Cambria Math" panose="02040503050406030204" pitchFamily="18" charset="0"/>
                            </a:rPr>
                          </m:ctrlPr>
                        </m:sSubPr>
                        <m:e>
                          <m:r>
                            <m:rPr>
                              <m:sty m:val="p"/>
                            </m:rPr>
                            <a:rPr lang="de-DE" b="0" i="1" smtClean="0">
                              <a:latin typeface="Cambria Math" panose="02040503050406030204" pitchFamily="18" charset="0"/>
                            </a:rPr>
                            <m:t>m</m:t>
                          </m:r>
                        </m:e>
                        <m:sub>
                          <m:r>
                            <m:rPr>
                              <m:sty m:val="p"/>
                            </m:rPr>
                            <a:rPr lang="de-DE" b="0" i="1" smtClean="0">
                              <a:latin typeface="Cambria Math" panose="02040503050406030204" pitchFamily="18" charset="0"/>
                            </a:rPr>
                            <m:t>in</m:t>
                          </m:r>
                        </m:sub>
                      </m:sSub>
                    </m:oMath>
                  </m:oMathPara>
                </a14:m>
                <a:endParaRPr lang="en-US" dirty="0"/>
              </a:p>
            </p:txBody>
          </p:sp>
        </mc:Choice>
        <mc:Fallback xmlns="">
          <p:sp>
            <p:nvSpPr>
              <p:cNvPr id="67" name="TextBox 66">
                <a:extLst>
                  <a:ext uri="{FF2B5EF4-FFF2-40B4-BE49-F238E27FC236}">
                    <a16:creationId xmlns:a16="http://schemas.microsoft.com/office/drawing/2014/main" id="{8002A5E1-BE74-56C7-DD11-707EB2DAB531}"/>
                  </a:ext>
                </a:extLst>
              </p:cNvPr>
              <p:cNvSpPr txBox="1">
                <a:spLocks noRot="1" noChangeAspect="1" noMove="1" noResize="1" noEditPoints="1" noAdjustHandles="1" noChangeArrowheads="1" noChangeShapeType="1" noTextEdit="1"/>
              </p:cNvSpPr>
              <p:nvPr/>
            </p:nvSpPr>
            <p:spPr>
              <a:xfrm>
                <a:off x="3" y="1445647"/>
                <a:ext cx="593368" cy="369332"/>
              </a:xfrm>
              <a:prstGeom prst="rect">
                <a:avLst/>
              </a:prstGeom>
              <a:blipFill>
                <a:blip r:embed="rId9"/>
                <a:stretch>
                  <a:fillRect/>
                </a:stretch>
              </a:blipFill>
            </p:spPr>
            <p:txBody>
              <a:bodyPr/>
              <a:lstStyle/>
              <a:p>
                <a:r>
                  <a:rPr lang="en-US">
                    <a:noFill/>
                  </a:rPr>
                  <a:t> </a:t>
                </a:r>
              </a:p>
            </p:txBody>
          </p:sp>
        </mc:Fallback>
      </mc:AlternateContent>
      <p:sp>
        <p:nvSpPr>
          <p:cNvPr id="78" name="Rectangle 77">
            <a:extLst>
              <a:ext uri="{FF2B5EF4-FFF2-40B4-BE49-F238E27FC236}">
                <a16:creationId xmlns:a16="http://schemas.microsoft.com/office/drawing/2014/main" id="{5CADAD56-59FE-A0B4-3B59-A4D69C2C9D3D}"/>
              </a:ext>
            </a:extLst>
          </p:cNvPr>
          <p:cNvSpPr/>
          <p:nvPr/>
        </p:nvSpPr>
        <p:spPr>
          <a:xfrm>
            <a:off x="813767" y="311940"/>
            <a:ext cx="2873133" cy="2222154"/>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79" name="TextBox 78">
            <a:extLst>
              <a:ext uri="{FF2B5EF4-FFF2-40B4-BE49-F238E27FC236}">
                <a16:creationId xmlns:a16="http://schemas.microsoft.com/office/drawing/2014/main" id="{FD85C384-8DAD-A4AF-120A-7AC7E0282A26}"/>
              </a:ext>
            </a:extLst>
          </p:cNvPr>
          <p:cNvSpPr txBox="1"/>
          <p:nvPr/>
        </p:nvSpPr>
        <p:spPr>
          <a:xfrm>
            <a:off x="787443" y="311939"/>
            <a:ext cx="1362617" cy="584775"/>
          </a:xfrm>
          <a:prstGeom prst="rect">
            <a:avLst/>
          </a:prstGeom>
          <a:noFill/>
        </p:spPr>
        <p:txBody>
          <a:bodyPr wrap="none" rtlCol="0">
            <a:spAutoFit/>
          </a:bodyPr>
          <a:lstStyle/>
          <a:p>
            <a:r>
              <a:rPr lang="en-US" sz="1600" dirty="0"/>
              <a:t>Chemical</a:t>
            </a:r>
            <a:br>
              <a:rPr lang="en-US" sz="1600" dirty="0"/>
            </a:br>
            <a:r>
              <a:rPr lang="en-US" sz="1600" dirty="0"/>
              <a:t>Differentiator</a:t>
            </a:r>
          </a:p>
        </p:txBody>
      </p:sp>
      <p:sp>
        <p:nvSpPr>
          <p:cNvPr id="81" name="Oval 80">
            <a:extLst>
              <a:ext uri="{FF2B5EF4-FFF2-40B4-BE49-F238E27FC236}">
                <a16:creationId xmlns:a16="http://schemas.microsoft.com/office/drawing/2014/main" id="{5CEFE3DE-B830-684A-59F5-ED8A3D383627}"/>
              </a:ext>
            </a:extLst>
          </p:cNvPr>
          <p:cNvSpPr>
            <a:spLocks noChangeAspect="1"/>
          </p:cNvSpPr>
          <p:nvPr/>
        </p:nvSpPr>
        <p:spPr>
          <a:xfrm>
            <a:off x="1051702" y="1100334"/>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82" name="TextBox 81">
                <a:extLst>
                  <a:ext uri="{FF2B5EF4-FFF2-40B4-BE49-F238E27FC236}">
                    <a16:creationId xmlns:a16="http://schemas.microsoft.com/office/drawing/2014/main" id="{4A8C41A2-D308-BB1E-F9E0-7E632682585A}"/>
                  </a:ext>
                </a:extLst>
              </p:cNvPr>
              <p:cNvSpPr txBox="1"/>
              <p:nvPr/>
            </p:nvSpPr>
            <p:spPr>
              <a:xfrm>
                <a:off x="996675" y="1076178"/>
                <a:ext cx="518558"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Df</m:t>
                          </m:r>
                        </m:sub>
                      </m:sSub>
                    </m:oMath>
                  </m:oMathPara>
                </a14:m>
                <a:endParaRPr lang="en-US" dirty="0">
                  <a:solidFill>
                    <a:schemeClr val="bg1"/>
                  </a:solidFill>
                </a:endParaRPr>
              </a:p>
            </p:txBody>
          </p:sp>
        </mc:Choice>
        <mc:Fallback xmlns="">
          <p:sp>
            <p:nvSpPr>
              <p:cNvPr id="82" name="TextBox 81">
                <a:extLst>
                  <a:ext uri="{FF2B5EF4-FFF2-40B4-BE49-F238E27FC236}">
                    <a16:creationId xmlns:a16="http://schemas.microsoft.com/office/drawing/2014/main" id="{4A8C41A2-D308-BB1E-F9E0-7E632682585A}"/>
                  </a:ext>
                </a:extLst>
              </p:cNvPr>
              <p:cNvSpPr txBox="1">
                <a:spLocks noRot="1" noChangeAspect="1" noMove="1" noResize="1" noEditPoints="1" noAdjustHandles="1" noChangeArrowheads="1" noChangeShapeType="1" noTextEdit="1"/>
              </p:cNvSpPr>
              <p:nvPr/>
            </p:nvSpPr>
            <p:spPr>
              <a:xfrm>
                <a:off x="996675" y="1076178"/>
                <a:ext cx="518558" cy="369332"/>
              </a:xfrm>
              <a:prstGeom prst="rect">
                <a:avLst/>
              </a:prstGeom>
              <a:blipFill>
                <a:blip r:embed="rId10"/>
                <a:stretch>
                  <a:fillRect/>
                </a:stretch>
              </a:blipFill>
            </p:spPr>
            <p:txBody>
              <a:bodyPr/>
              <a:lstStyle/>
              <a:p>
                <a:r>
                  <a:rPr lang="en-US">
                    <a:noFill/>
                  </a:rPr>
                  <a:t> </a:t>
                </a:r>
              </a:p>
            </p:txBody>
          </p:sp>
        </mc:Fallback>
      </mc:AlternateContent>
      <p:sp>
        <p:nvSpPr>
          <p:cNvPr id="83" name="Oval 82">
            <a:extLst>
              <a:ext uri="{FF2B5EF4-FFF2-40B4-BE49-F238E27FC236}">
                <a16:creationId xmlns:a16="http://schemas.microsoft.com/office/drawing/2014/main" id="{9CEE0DC7-7DBD-71EB-9775-ADD1B0F4D209}"/>
              </a:ext>
            </a:extLst>
          </p:cNvPr>
          <p:cNvSpPr>
            <a:spLocks noChangeAspect="1"/>
          </p:cNvSpPr>
          <p:nvPr/>
        </p:nvSpPr>
        <p:spPr>
          <a:xfrm>
            <a:off x="1155183" y="1993690"/>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85" name="TextBox 84">
                <a:extLst>
                  <a:ext uri="{FF2B5EF4-FFF2-40B4-BE49-F238E27FC236}">
                    <a16:creationId xmlns:a16="http://schemas.microsoft.com/office/drawing/2014/main" id="{C668131A-7C0A-EA83-5A58-2382E989D68E}"/>
                  </a:ext>
                </a:extLst>
              </p:cNvPr>
              <p:cNvSpPr txBox="1"/>
              <p:nvPr/>
            </p:nvSpPr>
            <p:spPr>
              <a:xfrm>
                <a:off x="1097396" y="1985666"/>
                <a:ext cx="518558"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Ds</m:t>
                          </m:r>
                        </m:sub>
                      </m:sSub>
                    </m:oMath>
                  </m:oMathPara>
                </a14:m>
                <a:endParaRPr lang="en-US" dirty="0">
                  <a:solidFill>
                    <a:schemeClr val="bg1"/>
                  </a:solidFill>
                </a:endParaRPr>
              </a:p>
            </p:txBody>
          </p:sp>
        </mc:Choice>
        <mc:Fallback xmlns="">
          <p:sp>
            <p:nvSpPr>
              <p:cNvPr id="85" name="TextBox 84">
                <a:extLst>
                  <a:ext uri="{FF2B5EF4-FFF2-40B4-BE49-F238E27FC236}">
                    <a16:creationId xmlns:a16="http://schemas.microsoft.com/office/drawing/2014/main" id="{C668131A-7C0A-EA83-5A58-2382E989D68E}"/>
                  </a:ext>
                </a:extLst>
              </p:cNvPr>
              <p:cNvSpPr txBox="1">
                <a:spLocks noRot="1" noChangeAspect="1" noMove="1" noResize="1" noEditPoints="1" noAdjustHandles="1" noChangeArrowheads="1" noChangeShapeType="1" noTextEdit="1"/>
              </p:cNvSpPr>
              <p:nvPr/>
            </p:nvSpPr>
            <p:spPr>
              <a:xfrm>
                <a:off x="1097396" y="1985666"/>
                <a:ext cx="518558" cy="369332"/>
              </a:xfrm>
              <a:prstGeom prst="rect">
                <a:avLst/>
              </a:prstGeom>
              <a:blipFill>
                <a:blip r:embed="rId11"/>
                <a:stretch>
                  <a:fillRect/>
                </a:stretch>
              </a:blipFill>
            </p:spPr>
            <p:txBody>
              <a:bodyPr/>
              <a:lstStyle/>
              <a:p>
                <a:r>
                  <a:rPr lang="en-US">
                    <a:noFill/>
                  </a:rPr>
                  <a:t> </a:t>
                </a:r>
              </a:p>
            </p:txBody>
          </p:sp>
        </mc:Fallback>
      </mc:AlternateContent>
      <p:sp>
        <p:nvSpPr>
          <p:cNvPr id="86" name="Oval 85">
            <a:extLst>
              <a:ext uri="{FF2B5EF4-FFF2-40B4-BE49-F238E27FC236}">
                <a16:creationId xmlns:a16="http://schemas.microsoft.com/office/drawing/2014/main" id="{331CEA55-9048-E4F7-D767-4284A1FCDE00}"/>
              </a:ext>
            </a:extLst>
          </p:cNvPr>
          <p:cNvSpPr>
            <a:spLocks noChangeAspect="1"/>
          </p:cNvSpPr>
          <p:nvPr/>
        </p:nvSpPr>
        <p:spPr>
          <a:xfrm>
            <a:off x="2221390" y="1104191"/>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87" name="TextBox 86">
                <a:extLst>
                  <a:ext uri="{FF2B5EF4-FFF2-40B4-BE49-F238E27FC236}">
                    <a16:creationId xmlns:a16="http://schemas.microsoft.com/office/drawing/2014/main" id="{D846AB35-E3ED-293F-5424-B35F5F743EB1}"/>
                  </a:ext>
                </a:extLst>
              </p:cNvPr>
              <p:cNvSpPr txBox="1"/>
              <p:nvPr/>
            </p:nvSpPr>
            <p:spPr>
              <a:xfrm>
                <a:off x="2166529" y="1075615"/>
                <a:ext cx="518558" cy="394019"/>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Dp</m:t>
                          </m:r>
                        </m:sub>
                      </m:sSub>
                    </m:oMath>
                  </m:oMathPara>
                </a14:m>
                <a:endParaRPr lang="en-US" dirty="0">
                  <a:solidFill>
                    <a:schemeClr val="bg1"/>
                  </a:solidFill>
                </a:endParaRPr>
              </a:p>
            </p:txBody>
          </p:sp>
        </mc:Choice>
        <mc:Fallback xmlns="">
          <p:sp>
            <p:nvSpPr>
              <p:cNvPr id="87" name="TextBox 86">
                <a:extLst>
                  <a:ext uri="{FF2B5EF4-FFF2-40B4-BE49-F238E27FC236}">
                    <a16:creationId xmlns:a16="http://schemas.microsoft.com/office/drawing/2014/main" id="{D846AB35-E3ED-293F-5424-B35F5F743EB1}"/>
                  </a:ext>
                </a:extLst>
              </p:cNvPr>
              <p:cNvSpPr txBox="1">
                <a:spLocks noRot="1" noChangeAspect="1" noMove="1" noResize="1" noEditPoints="1" noAdjustHandles="1" noChangeArrowheads="1" noChangeShapeType="1" noTextEdit="1"/>
              </p:cNvSpPr>
              <p:nvPr/>
            </p:nvSpPr>
            <p:spPr>
              <a:xfrm>
                <a:off x="2166529" y="1075615"/>
                <a:ext cx="518558" cy="394019"/>
              </a:xfrm>
              <a:prstGeom prst="rect">
                <a:avLst/>
              </a:prstGeom>
              <a:blipFill>
                <a:blip r:embed="rId12"/>
                <a:stretch>
                  <a:fillRect b="-7692"/>
                </a:stretch>
              </a:blipFill>
            </p:spPr>
            <p:txBody>
              <a:bodyPr/>
              <a:lstStyle/>
              <a:p>
                <a:r>
                  <a:rPr lang="en-US">
                    <a:noFill/>
                  </a:rPr>
                  <a:t> </a:t>
                </a:r>
              </a:p>
            </p:txBody>
          </p:sp>
        </mc:Fallback>
      </mc:AlternateContent>
      <p:cxnSp>
        <p:nvCxnSpPr>
          <p:cNvPr id="89" name="Straight Arrow Connector 88">
            <a:extLst>
              <a:ext uri="{FF2B5EF4-FFF2-40B4-BE49-F238E27FC236}">
                <a16:creationId xmlns:a16="http://schemas.microsoft.com/office/drawing/2014/main" id="{5A7E0C86-A191-9B48-E47B-3A5209CF52AF}"/>
              </a:ext>
            </a:extLst>
          </p:cNvPr>
          <p:cNvCxnSpPr>
            <a:cxnSpLocks/>
            <a:stCxn id="67" idx="3"/>
            <a:endCxn id="81" idx="2"/>
          </p:cNvCxnSpPr>
          <p:nvPr/>
        </p:nvCxnSpPr>
        <p:spPr>
          <a:xfrm flipV="1">
            <a:off x="593371" y="1291042"/>
            <a:ext cx="458331" cy="339271"/>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0" name="Straight Arrow Connector 89">
            <a:extLst>
              <a:ext uri="{FF2B5EF4-FFF2-40B4-BE49-F238E27FC236}">
                <a16:creationId xmlns:a16="http://schemas.microsoft.com/office/drawing/2014/main" id="{14EF6617-B572-736C-81AC-0E688298E2D0}"/>
              </a:ext>
            </a:extLst>
          </p:cNvPr>
          <p:cNvCxnSpPr>
            <a:cxnSpLocks/>
            <a:stCxn id="67" idx="3"/>
            <a:endCxn id="83" idx="2"/>
          </p:cNvCxnSpPr>
          <p:nvPr/>
        </p:nvCxnSpPr>
        <p:spPr>
          <a:xfrm>
            <a:off x="593371" y="1630313"/>
            <a:ext cx="561812" cy="554085"/>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1" name="Straight Arrow Connector 90">
            <a:extLst>
              <a:ext uri="{FF2B5EF4-FFF2-40B4-BE49-F238E27FC236}">
                <a16:creationId xmlns:a16="http://schemas.microsoft.com/office/drawing/2014/main" id="{9EB42FDB-519B-FF3F-FDEC-597A5214CE3C}"/>
              </a:ext>
            </a:extLst>
          </p:cNvPr>
          <p:cNvCxnSpPr>
            <a:cxnSpLocks/>
            <a:stCxn id="81" idx="6"/>
            <a:endCxn id="86" idx="2"/>
          </p:cNvCxnSpPr>
          <p:nvPr/>
        </p:nvCxnSpPr>
        <p:spPr>
          <a:xfrm>
            <a:off x="1433116" y="1291042"/>
            <a:ext cx="788274" cy="3858"/>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2" name="Straight Arrow Connector 91">
            <a:extLst>
              <a:ext uri="{FF2B5EF4-FFF2-40B4-BE49-F238E27FC236}">
                <a16:creationId xmlns:a16="http://schemas.microsoft.com/office/drawing/2014/main" id="{E868E51B-076D-D285-33B2-F2B2FFD970C8}"/>
              </a:ext>
            </a:extLst>
          </p:cNvPr>
          <p:cNvCxnSpPr>
            <a:cxnSpLocks/>
            <a:stCxn id="83" idx="6"/>
            <a:endCxn id="98" idx="2"/>
          </p:cNvCxnSpPr>
          <p:nvPr/>
        </p:nvCxnSpPr>
        <p:spPr>
          <a:xfrm>
            <a:off x="1536597" y="2184398"/>
            <a:ext cx="1447412" cy="33588"/>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3" name="Straight Arrow Connector 92">
            <a:extLst>
              <a:ext uri="{FF2B5EF4-FFF2-40B4-BE49-F238E27FC236}">
                <a16:creationId xmlns:a16="http://schemas.microsoft.com/office/drawing/2014/main" id="{D66DA287-DB8B-83B2-77D6-C2ECAC3FB4D1}"/>
              </a:ext>
            </a:extLst>
          </p:cNvPr>
          <p:cNvCxnSpPr>
            <a:cxnSpLocks/>
            <a:stCxn id="86" idx="6"/>
          </p:cNvCxnSpPr>
          <p:nvPr/>
        </p:nvCxnSpPr>
        <p:spPr>
          <a:xfrm>
            <a:off x="2602804" y="1294899"/>
            <a:ext cx="1532016" cy="14542"/>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94" name="TextBox 93">
                <a:extLst>
                  <a:ext uri="{FF2B5EF4-FFF2-40B4-BE49-F238E27FC236}">
                    <a16:creationId xmlns:a16="http://schemas.microsoft.com/office/drawing/2014/main" id="{8286E2AB-D247-4BAA-9430-BD85ECF37C7C}"/>
                  </a:ext>
                </a:extLst>
              </p:cNvPr>
              <p:cNvSpPr txBox="1"/>
              <p:nvPr/>
            </p:nvSpPr>
            <p:spPr>
              <a:xfrm>
                <a:off x="2910704" y="926659"/>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d</m:t>
                          </m:r>
                        </m:sub>
                      </m:sSub>
                    </m:oMath>
                  </m:oMathPara>
                </a14:m>
                <a:endParaRPr lang="en-US" dirty="0">
                  <a:solidFill>
                    <a:schemeClr val="tx1"/>
                  </a:solidFill>
                </a:endParaRPr>
              </a:p>
            </p:txBody>
          </p:sp>
        </mc:Choice>
        <mc:Fallback xmlns="">
          <p:sp>
            <p:nvSpPr>
              <p:cNvPr id="94" name="TextBox 93">
                <a:extLst>
                  <a:ext uri="{FF2B5EF4-FFF2-40B4-BE49-F238E27FC236}">
                    <a16:creationId xmlns:a16="http://schemas.microsoft.com/office/drawing/2014/main" id="{8286E2AB-D247-4BAA-9430-BD85ECF37C7C}"/>
                  </a:ext>
                </a:extLst>
              </p:cNvPr>
              <p:cNvSpPr txBox="1">
                <a:spLocks noRot="1" noChangeAspect="1" noMove="1" noResize="1" noEditPoints="1" noAdjustHandles="1" noChangeArrowheads="1" noChangeShapeType="1" noTextEdit="1"/>
              </p:cNvSpPr>
              <p:nvPr/>
            </p:nvSpPr>
            <p:spPr>
              <a:xfrm>
                <a:off x="2910704" y="926659"/>
                <a:ext cx="507796" cy="369332"/>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5" name="TextBox 94">
                <a:extLst>
                  <a:ext uri="{FF2B5EF4-FFF2-40B4-BE49-F238E27FC236}">
                    <a16:creationId xmlns:a16="http://schemas.microsoft.com/office/drawing/2014/main" id="{E45D6A39-D6BC-13D5-2A6F-ACA343197046}"/>
                  </a:ext>
                </a:extLst>
              </p:cNvPr>
              <p:cNvSpPr txBox="1"/>
              <p:nvPr/>
            </p:nvSpPr>
            <p:spPr>
              <a:xfrm>
                <a:off x="1551728" y="914064"/>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Df</m:t>
                          </m:r>
                        </m:sub>
                      </m:sSub>
                    </m:oMath>
                  </m:oMathPara>
                </a14:m>
                <a:endParaRPr lang="en-US" dirty="0">
                  <a:solidFill>
                    <a:schemeClr val="tx1"/>
                  </a:solidFill>
                </a:endParaRPr>
              </a:p>
            </p:txBody>
          </p:sp>
        </mc:Choice>
        <mc:Fallback xmlns="">
          <p:sp>
            <p:nvSpPr>
              <p:cNvPr id="95" name="TextBox 94">
                <a:extLst>
                  <a:ext uri="{FF2B5EF4-FFF2-40B4-BE49-F238E27FC236}">
                    <a16:creationId xmlns:a16="http://schemas.microsoft.com/office/drawing/2014/main" id="{E45D6A39-D6BC-13D5-2A6F-ACA343197046}"/>
                  </a:ext>
                </a:extLst>
              </p:cNvPr>
              <p:cNvSpPr txBox="1">
                <a:spLocks noRot="1" noChangeAspect="1" noMove="1" noResize="1" noEditPoints="1" noAdjustHandles="1" noChangeArrowheads="1" noChangeShapeType="1" noTextEdit="1"/>
              </p:cNvSpPr>
              <p:nvPr/>
            </p:nvSpPr>
            <p:spPr>
              <a:xfrm>
                <a:off x="1551728" y="914064"/>
                <a:ext cx="507796" cy="369332"/>
              </a:xfrm>
              <a:prstGeom prst="rect">
                <a:avLst/>
              </a:prstGeom>
              <a:blipFill>
                <a:blip r:embed="rId14"/>
                <a:stretch>
                  <a:fillRect r="-481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7" name="TextBox 96">
                <a:extLst>
                  <a:ext uri="{FF2B5EF4-FFF2-40B4-BE49-F238E27FC236}">
                    <a16:creationId xmlns:a16="http://schemas.microsoft.com/office/drawing/2014/main" id="{4F508523-4E4A-2853-D4C1-FBE30CA54865}"/>
                  </a:ext>
                </a:extLst>
              </p:cNvPr>
              <p:cNvSpPr txBox="1"/>
              <p:nvPr/>
            </p:nvSpPr>
            <p:spPr>
              <a:xfrm>
                <a:off x="1957369" y="2148694"/>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Ds</m:t>
                          </m:r>
                        </m:sub>
                      </m:sSub>
                    </m:oMath>
                  </m:oMathPara>
                </a14:m>
                <a:endParaRPr lang="en-US" dirty="0">
                  <a:solidFill>
                    <a:schemeClr val="tx1"/>
                  </a:solidFill>
                </a:endParaRPr>
              </a:p>
            </p:txBody>
          </p:sp>
        </mc:Choice>
        <mc:Fallback xmlns="">
          <p:sp>
            <p:nvSpPr>
              <p:cNvPr id="97" name="TextBox 96">
                <a:extLst>
                  <a:ext uri="{FF2B5EF4-FFF2-40B4-BE49-F238E27FC236}">
                    <a16:creationId xmlns:a16="http://schemas.microsoft.com/office/drawing/2014/main" id="{4F508523-4E4A-2853-D4C1-FBE30CA54865}"/>
                  </a:ext>
                </a:extLst>
              </p:cNvPr>
              <p:cNvSpPr txBox="1">
                <a:spLocks noRot="1" noChangeAspect="1" noMove="1" noResize="1" noEditPoints="1" noAdjustHandles="1" noChangeArrowheads="1" noChangeShapeType="1" noTextEdit="1"/>
              </p:cNvSpPr>
              <p:nvPr/>
            </p:nvSpPr>
            <p:spPr>
              <a:xfrm>
                <a:off x="1957369" y="2148694"/>
                <a:ext cx="507796" cy="369332"/>
              </a:xfrm>
              <a:prstGeom prst="rect">
                <a:avLst/>
              </a:prstGeom>
              <a:blipFill>
                <a:blip r:embed="rId15"/>
                <a:stretch>
                  <a:fillRect r="-8434"/>
                </a:stretch>
              </a:blipFill>
            </p:spPr>
            <p:txBody>
              <a:bodyPr/>
              <a:lstStyle/>
              <a:p>
                <a:r>
                  <a:rPr lang="en-US">
                    <a:noFill/>
                  </a:rPr>
                  <a:t> </a:t>
                </a:r>
              </a:p>
            </p:txBody>
          </p:sp>
        </mc:Fallback>
      </mc:AlternateContent>
      <p:sp>
        <p:nvSpPr>
          <p:cNvPr id="98" name="Oval 97">
            <a:extLst>
              <a:ext uri="{FF2B5EF4-FFF2-40B4-BE49-F238E27FC236}">
                <a16:creationId xmlns:a16="http://schemas.microsoft.com/office/drawing/2014/main" id="{25DC3F7A-B2CE-E0F4-9612-24A225E2BED5}"/>
              </a:ext>
            </a:extLst>
          </p:cNvPr>
          <p:cNvSpPr>
            <a:spLocks noChangeAspect="1"/>
          </p:cNvSpPr>
          <p:nvPr/>
        </p:nvSpPr>
        <p:spPr>
          <a:xfrm>
            <a:off x="2984009" y="2027278"/>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100" name="TextBox 99">
                <a:extLst>
                  <a:ext uri="{FF2B5EF4-FFF2-40B4-BE49-F238E27FC236}">
                    <a16:creationId xmlns:a16="http://schemas.microsoft.com/office/drawing/2014/main" id="{E4B7810C-1BBB-5BA4-F7F9-93A54EEB5211}"/>
                  </a:ext>
                </a:extLst>
              </p:cNvPr>
              <p:cNvSpPr txBox="1"/>
              <p:nvPr/>
            </p:nvSpPr>
            <p:spPr>
              <a:xfrm>
                <a:off x="2918454" y="1988926"/>
                <a:ext cx="518558"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Di</m:t>
                          </m:r>
                        </m:sub>
                      </m:sSub>
                    </m:oMath>
                  </m:oMathPara>
                </a14:m>
                <a:endParaRPr lang="en-US" dirty="0">
                  <a:solidFill>
                    <a:schemeClr val="bg1"/>
                  </a:solidFill>
                </a:endParaRPr>
              </a:p>
            </p:txBody>
          </p:sp>
        </mc:Choice>
        <mc:Fallback xmlns="">
          <p:sp>
            <p:nvSpPr>
              <p:cNvPr id="100" name="TextBox 99">
                <a:extLst>
                  <a:ext uri="{FF2B5EF4-FFF2-40B4-BE49-F238E27FC236}">
                    <a16:creationId xmlns:a16="http://schemas.microsoft.com/office/drawing/2014/main" id="{E4B7810C-1BBB-5BA4-F7F9-93A54EEB5211}"/>
                  </a:ext>
                </a:extLst>
              </p:cNvPr>
              <p:cNvSpPr txBox="1">
                <a:spLocks noRot="1" noChangeAspect="1" noMove="1" noResize="1" noEditPoints="1" noAdjustHandles="1" noChangeArrowheads="1" noChangeShapeType="1" noTextEdit="1"/>
              </p:cNvSpPr>
              <p:nvPr/>
            </p:nvSpPr>
            <p:spPr>
              <a:xfrm>
                <a:off x="2918454" y="1988926"/>
                <a:ext cx="518558" cy="369332"/>
              </a:xfrm>
              <a:prstGeom prst="rect">
                <a:avLst/>
              </a:prstGeom>
              <a:blipFill>
                <a:blip r:embed="rId16"/>
                <a:stretch>
                  <a:fillRect/>
                </a:stretch>
              </a:blipFill>
            </p:spPr>
            <p:txBody>
              <a:bodyPr/>
              <a:lstStyle/>
              <a:p>
                <a:r>
                  <a:rPr lang="en-US">
                    <a:noFill/>
                  </a:rPr>
                  <a:t> </a:t>
                </a:r>
              </a:p>
            </p:txBody>
          </p:sp>
        </mc:Fallback>
      </mc:AlternateContent>
      <p:cxnSp>
        <p:nvCxnSpPr>
          <p:cNvPr id="101" name="Straight Arrow Connector 100">
            <a:extLst>
              <a:ext uri="{FF2B5EF4-FFF2-40B4-BE49-F238E27FC236}">
                <a16:creationId xmlns:a16="http://schemas.microsoft.com/office/drawing/2014/main" id="{19C4407A-E016-F33C-7B79-D42EB5654F39}"/>
              </a:ext>
            </a:extLst>
          </p:cNvPr>
          <p:cNvCxnSpPr>
            <a:cxnSpLocks/>
            <a:stCxn id="94" idx="2"/>
            <a:endCxn id="98" idx="0"/>
          </p:cNvCxnSpPr>
          <p:nvPr/>
        </p:nvCxnSpPr>
        <p:spPr>
          <a:xfrm>
            <a:off x="3164602" y="1295991"/>
            <a:ext cx="10114" cy="731287"/>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09" name="TextBox 108">
                <a:extLst>
                  <a:ext uri="{FF2B5EF4-FFF2-40B4-BE49-F238E27FC236}">
                    <a16:creationId xmlns:a16="http://schemas.microsoft.com/office/drawing/2014/main" id="{1C4915A3-5E0E-C1AE-413B-51D32505EB44}"/>
                  </a:ext>
                </a:extLst>
              </p:cNvPr>
              <p:cNvSpPr txBox="1"/>
              <p:nvPr/>
            </p:nvSpPr>
            <p:spPr>
              <a:xfrm>
                <a:off x="3796744" y="817909"/>
                <a:ext cx="578427" cy="400110"/>
              </a:xfrm>
              <a:prstGeom prst="rect">
                <a:avLst/>
              </a:prstGeom>
              <a:noFill/>
            </p:spPr>
            <p:txBody>
              <a:bodyPr wrap="none" rtlCol="0">
                <a:spAutoFit/>
              </a:bodyPr>
              <a:lstStyle/>
              <a:p>
                <a:pPr/>
                <a14:m>
                  <m:oMathPara xmlns:m="http://schemas.openxmlformats.org/officeDocument/2006/math">
                    <m:oMath>
                      <m:sSub>
                        <m:sSubPr>
                          <m:ctrlPr>
                            <a:rPr lang="de-DE" sz="2000" b="0" i="1" smtClean="0">
                              <a:latin typeface="Cambria Math" panose="02040503050406030204" pitchFamily="18" charset="0"/>
                            </a:rPr>
                          </m:ctrlPr>
                        </m:sSubPr>
                        <m:e>
                          <m:r>
                            <m:rPr>
                              <m:sty m:val="p"/>
                            </m:rPr>
                            <a:rPr lang="de-DE" sz="2000" b="0" i="1" smtClean="0">
                              <a:latin typeface="Cambria Math" panose="02040503050406030204" pitchFamily="18" charset="0"/>
                            </a:rPr>
                            <m:t>m</m:t>
                          </m:r>
                        </m:e>
                        <m:sub>
                          <m:r>
                            <m:rPr>
                              <m:sty m:val="p"/>
                            </m:rPr>
                            <a:rPr lang="de-DE" sz="2000" b="0" i="1" smtClean="0">
                              <a:latin typeface="Cambria Math" panose="02040503050406030204" pitchFamily="18" charset="0"/>
                            </a:rPr>
                            <m:t>d</m:t>
                          </m:r>
                        </m:sub>
                      </m:sSub>
                    </m:oMath>
                  </m:oMathPara>
                </a14:m>
                <a:endParaRPr lang="en-US" sz="2000" dirty="0"/>
              </a:p>
            </p:txBody>
          </p:sp>
        </mc:Choice>
        <mc:Fallback xmlns="">
          <p:sp>
            <p:nvSpPr>
              <p:cNvPr id="109" name="TextBox 108">
                <a:extLst>
                  <a:ext uri="{FF2B5EF4-FFF2-40B4-BE49-F238E27FC236}">
                    <a16:creationId xmlns:a16="http://schemas.microsoft.com/office/drawing/2014/main" id="{1C4915A3-5E0E-C1AE-413B-51D32505EB44}"/>
                  </a:ext>
                </a:extLst>
              </p:cNvPr>
              <p:cNvSpPr txBox="1">
                <a:spLocks noRot="1" noChangeAspect="1" noMove="1" noResize="1" noEditPoints="1" noAdjustHandles="1" noChangeArrowheads="1" noChangeShapeType="1" noTextEdit="1"/>
              </p:cNvSpPr>
              <p:nvPr/>
            </p:nvSpPr>
            <p:spPr>
              <a:xfrm>
                <a:off x="3796744" y="817909"/>
                <a:ext cx="578427" cy="400110"/>
              </a:xfrm>
              <a:prstGeom prst="rect">
                <a:avLst/>
              </a:prstGeom>
              <a:blipFill>
                <a:blip r:embed="rId17"/>
                <a:stretch>
                  <a:fillRect b="-151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2" name="TextBox 111">
                <a:extLst>
                  <a:ext uri="{FF2B5EF4-FFF2-40B4-BE49-F238E27FC236}">
                    <a16:creationId xmlns:a16="http://schemas.microsoft.com/office/drawing/2014/main" id="{AB40C9B8-43D2-51DE-DF03-364B749A34F7}"/>
                  </a:ext>
                </a:extLst>
              </p:cNvPr>
              <p:cNvSpPr txBox="1"/>
              <p:nvPr/>
            </p:nvSpPr>
            <p:spPr>
              <a:xfrm>
                <a:off x="7415257" y="274596"/>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c</m:t>
                          </m:r>
                        </m:sub>
                      </m:sSub>
                    </m:oMath>
                  </m:oMathPara>
                </a14:m>
                <a:endParaRPr lang="en-US" dirty="0">
                  <a:solidFill>
                    <a:schemeClr val="tx1"/>
                  </a:solidFill>
                </a:endParaRPr>
              </a:p>
            </p:txBody>
          </p:sp>
        </mc:Choice>
        <mc:Fallback xmlns="">
          <p:sp>
            <p:nvSpPr>
              <p:cNvPr id="112" name="TextBox 111">
                <a:extLst>
                  <a:ext uri="{FF2B5EF4-FFF2-40B4-BE49-F238E27FC236}">
                    <a16:creationId xmlns:a16="http://schemas.microsoft.com/office/drawing/2014/main" id="{AB40C9B8-43D2-51DE-DF03-364B749A34F7}"/>
                  </a:ext>
                </a:extLst>
              </p:cNvPr>
              <p:cNvSpPr txBox="1">
                <a:spLocks noRot="1" noChangeAspect="1" noMove="1" noResize="1" noEditPoints="1" noAdjustHandles="1" noChangeArrowheads="1" noChangeShapeType="1" noTextEdit="1"/>
              </p:cNvSpPr>
              <p:nvPr/>
            </p:nvSpPr>
            <p:spPr>
              <a:xfrm>
                <a:off x="7415257" y="274596"/>
                <a:ext cx="507796" cy="369332"/>
              </a:xfrm>
              <a:prstGeom prst="rect">
                <a:avLst/>
              </a:prstGeom>
              <a:blipFill>
                <a:blip r:embed="rId18"/>
                <a:stretch>
                  <a:fillRect/>
                </a:stretch>
              </a:blipFill>
            </p:spPr>
            <p:txBody>
              <a:bodyPr/>
              <a:lstStyle/>
              <a:p>
                <a:r>
                  <a:rPr lang="en-US">
                    <a:noFill/>
                  </a:rPr>
                  <a:t> </a:t>
                </a:r>
              </a:p>
            </p:txBody>
          </p:sp>
        </mc:Fallback>
      </mc:AlternateContent>
      <p:sp>
        <p:nvSpPr>
          <p:cNvPr id="30" name="Oval 29">
            <a:extLst>
              <a:ext uri="{FF2B5EF4-FFF2-40B4-BE49-F238E27FC236}">
                <a16:creationId xmlns:a16="http://schemas.microsoft.com/office/drawing/2014/main" id="{3B68174D-AE08-77CE-E379-AA6C4B891BAD}"/>
              </a:ext>
            </a:extLst>
          </p:cNvPr>
          <p:cNvSpPr>
            <a:spLocks noChangeAspect="1"/>
          </p:cNvSpPr>
          <p:nvPr/>
        </p:nvSpPr>
        <p:spPr>
          <a:xfrm>
            <a:off x="9575982" y="166731"/>
            <a:ext cx="410141" cy="41014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1" name="Oval 30">
            <a:extLst>
              <a:ext uri="{FF2B5EF4-FFF2-40B4-BE49-F238E27FC236}">
                <a16:creationId xmlns:a16="http://schemas.microsoft.com/office/drawing/2014/main" id="{7DE47138-7B0A-7302-9317-6038882CA99F}"/>
              </a:ext>
            </a:extLst>
          </p:cNvPr>
          <p:cNvSpPr>
            <a:spLocks noChangeAspect="1"/>
          </p:cNvSpPr>
          <p:nvPr/>
        </p:nvSpPr>
        <p:spPr>
          <a:xfrm>
            <a:off x="9585692" y="2037834"/>
            <a:ext cx="410141" cy="41014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32" name="Straight Arrow Connector 31">
            <a:extLst>
              <a:ext uri="{FF2B5EF4-FFF2-40B4-BE49-F238E27FC236}">
                <a16:creationId xmlns:a16="http://schemas.microsoft.com/office/drawing/2014/main" id="{08C42C60-2C26-766B-FDA3-5BDB34D31EC9}"/>
              </a:ext>
            </a:extLst>
          </p:cNvPr>
          <p:cNvCxnSpPr>
            <a:cxnSpLocks/>
            <a:stCxn id="31" idx="6"/>
            <a:endCxn id="43" idx="3"/>
          </p:cNvCxnSpPr>
          <p:nvPr/>
        </p:nvCxnSpPr>
        <p:spPr>
          <a:xfrm flipV="1">
            <a:off x="9995833" y="1444685"/>
            <a:ext cx="806857" cy="798219"/>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a16="http://schemas.microsoft.com/office/drawing/2014/main" id="{E952E244-D099-94E2-54F4-DD1B13BBFC71}"/>
              </a:ext>
            </a:extLst>
          </p:cNvPr>
          <p:cNvCxnSpPr>
            <a:cxnSpLocks/>
            <a:stCxn id="30" idx="6"/>
            <a:endCxn id="43" idx="1"/>
          </p:cNvCxnSpPr>
          <p:nvPr/>
        </p:nvCxnSpPr>
        <p:spPr>
          <a:xfrm>
            <a:off x="9986123" y="371802"/>
            <a:ext cx="816567" cy="78287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F4F88F41-B14C-EFAD-86D9-CF66B82DA881}"/>
                  </a:ext>
                </a:extLst>
              </p:cNvPr>
              <p:cNvSpPr txBox="1"/>
              <p:nvPr/>
            </p:nvSpPr>
            <p:spPr>
              <a:xfrm>
                <a:off x="10078294" y="264605"/>
                <a:ext cx="855270"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Nc</m:t>
                          </m:r>
                        </m:sub>
                      </m:sSub>
                    </m:oMath>
                  </m:oMathPara>
                </a14:m>
                <a:endParaRPr lang="en-US" dirty="0">
                  <a:solidFill>
                    <a:schemeClr val="tx1"/>
                  </a:solidFill>
                </a:endParaRPr>
              </a:p>
            </p:txBody>
          </p:sp>
        </mc:Choice>
        <mc:Fallback xmlns="">
          <p:sp>
            <p:nvSpPr>
              <p:cNvPr id="34" name="TextBox 33">
                <a:extLst>
                  <a:ext uri="{FF2B5EF4-FFF2-40B4-BE49-F238E27FC236}">
                    <a16:creationId xmlns:a16="http://schemas.microsoft.com/office/drawing/2014/main" id="{F4F88F41-B14C-EFAD-86D9-CF66B82DA881}"/>
                  </a:ext>
                </a:extLst>
              </p:cNvPr>
              <p:cNvSpPr txBox="1">
                <a:spLocks noRot="1" noChangeAspect="1" noMove="1" noResize="1" noEditPoints="1" noAdjustHandles="1" noChangeArrowheads="1" noChangeShapeType="1" noTextEdit="1"/>
              </p:cNvSpPr>
              <p:nvPr/>
            </p:nvSpPr>
            <p:spPr>
              <a:xfrm>
                <a:off x="10078294" y="264605"/>
                <a:ext cx="855270" cy="369332"/>
              </a:xfrm>
              <a:prstGeom prst="rect">
                <a:avLst/>
              </a:prstGeom>
              <a:blipFill>
                <a:blip r:embed="rId1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A8F25378-2ACE-8B0E-05DB-C94AF4211CFC}"/>
                  </a:ext>
                </a:extLst>
              </p:cNvPr>
              <p:cNvSpPr txBox="1"/>
              <p:nvPr/>
            </p:nvSpPr>
            <p:spPr>
              <a:xfrm>
                <a:off x="10136557" y="1792664"/>
                <a:ext cx="855270"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Nc</m:t>
                          </m:r>
                        </m:sub>
                      </m:sSub>
                    </m:oMath>
                  </m:oMathPara>
                </a14:m>
                <a:endParaRPr lang="en-US" dirty="0">
                  <a:solidFill>
                    <a:schemeClr val="tx1"/>
                  </a:solidFill>
                </a:endParaRPr>
              </a:p>
            </p:txBody>
          </p:sp>
        </mc:Choice>
        <mc:Fallback xmlns="">
          <p:sp>
            <p:nvSpPr>
              <p:cNvPr id="35" name="TextBox 34">
                <a:extLst>
                  <a:ext uri="{FF2B5EF4-FFF2-40B4-BE49-F238E27FC236}">
                    <a16:creationId xmlns:a16="http://schemas.microsoft.com/office/drawing/2014/main" id="{A8F25378-2ACE-8B0E-05DB-C94AF4211CFC}"/>
                  </a:ext>
                </a:extLst>
              </p:cNvPr>
              <p:cNvSpPr txBox="1">
                <a:spLocks noRot="1" noChangeAspect="1" noMove="1" noResize="1" noEditPoints="1" noAdjustHandles="1" noChangeArrowheads="1" noChangeShapeType="1" noTextEdit="1"/>
              </p:cNvSpPr>
              <p:nvPr/>
            </p:nvSpPr>
            <p:spPr>
              <a:xfrm>
                <a:off x="10136557" y="1792664"/>
                <a:ext cx="855270" cy="369332"/>
              </a:xfrm>
              <a:prstGeom prst="rect">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24205CC0-15E6-781D-47B8-536B03ABA458}"/>
                  </a:ext>
                </a:extLst>
              </p:cNvPr>
              <p:cNvSpPr txBox="1"/>
              <p:nvPr/>
            </p:nvSpPr>
            <p:spPr>
              <a:xfrm>
                <a:off x="8973209" y="617681"/>
                <a:ext cx="855270"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Na</m:t>
                          </m:r>
                        </m:sub>
                      </m:sSub>
                    </m:oMath>
                  </m:oMathPara>
                </a14:m>
                <a:endParaRPr lang="en-US" dirty="0">
                  <a:solidFill>
                    <a:schemeClr val="tx1"/>
                  </a:solidFill>
                </a:endParaRPr>
              </a:p>
            </p:txBody>
          </p:sp>
        </mc:Choice>
        <mc:Fallback xmlns="">
          <p:sp>
            <p:nvSpPr>
              <p:cNvPr id="36" name="TextBox 35">
                <a:extLst>
                  <a:ext uri="{FF2B5EF4-FFF2-40B4-BE49-F238E27FC236}">
                    <a16:creationId xmlns:a16="http://schemas.microsoft.com/office/drawing/2014/main" id="{24205CC0-15E6-781D-47B8-536B03ABA458}"/>
                  </a:ext>
                </a:extLst>
              </p:cNvPr>
              <p:cNvSpPr txBox="1">
                <a:spLocks noRot="1" noChangeAspect="1" noMove="1" noResize="1" noEditPoints="1" noAdjustHandles="1" noChangeArrowheads="1" noChangeShapeType="1" noTextEdit="1"/>
              </p:cNvSpPr>
              <p:nvPr/>
            </p:nvSpPr>
            <p:spPr>
              <a:xfrm>
                <a:off x="8973209" y="617681"/>
                <a:ext cx="855270" cy="369332"/>
              </a:xfrm>
              <a:prstGeom prst="rect">
                <a:avLst/>
              </a:prstGeom>
              <a:blipFill>
                <a:blip r:embed="rId2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ACF0836F-F71E-AB68-414F-7FC9A063F8BD}"/>
                  </a:ext>
                </a:extLst>
              </p:cNvPr>
              <p:cNvSpPr txBox="1"/>
              <p:nvPr/>
            </p:nvSpPr>
            <p:spPr>
              <a:xfrm>
                <a:off x="8905461" y="1528467"/>
                <a:ext cx="855270"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Nb</m:t>
                          </m:r>
                        </m:sub>
                      </m:sSub>
                    </m:oMath>
                  </m:oMathPara>
                </a14:m>
                <a:endParaRPr lang="en-US" dirty="0">
                  <a:solidFill>
                    <a:schemeClr val="tx1"/>
                  </a:solidFill>
                </a:endParaRPr>
              </a:p>
            </p:txBody>
          </p:sp>
        </mc:Choice>
        <mc:Fallback xmlns="">
          <p:sp>
            <p:nvSpPr>
              <p:cNvPr id="37" name="TextBox 36">
                <a:extLst>
                  <a:ext uri="{FF2B5EF4-FFF2-40B4-BE49-F238E27FC236}">
                    <a16:creationId xmlns:a16="http://schemas.microsoft.com/office/drawing/2014/main" id="{ACF0836F-F71E-AB68-414F-7FC9A063F8BD}"/>
                  </a:ext>
                </a:extLst>
              </p:cNvPr>
              <p:cNvSpPr txBox="1">
                <a:spLocks noRot="1" noChangeAspect="1" noMove="1" noResize="1" noEditPoints="1" noAdjustHandles="1" noChangeArrowheads="1" noChangeShapeType="1" noTextEdit="1"/>
              </p:cNvSpPr>
              <p:nvPr/>
            </p:nvSpPr>
            <p:spPr>
              <a:xfrm>
                <a:off x="8905461" y="1528467"/>
                <a:ext cx="855270" cy="369332"/>
              </a:xfrm>
              <a:prstGeom prst="rect">
                <a:avLst/>
              </a:prstGeom>
              <a:blipFill>
                <a:blip r:embed="rId22"/>
                <a:stretch>
                  <a:fillRect/>
                </a:stretch>
              </a:blipFill>
            </p:spPr>
            <p:txBody>
              <a:bodyPr/>
              <a:lstStyle/>
              <a:p>
                <a:r>
                  <a:rPr lang="en-US">
                    <a:noFill/>
                  </a:rPr>
                  <a:t> </a:t>
                </a:r>
              </a:p>
            </p:txBody>
          </p:sp>
        </mc:Fallback>
      </mc:AlternateContent>
      <p:sp>
        <p:nvSpPr>
          <p:cNvPr id="38" name="Oval 37">
            <a:extLst>
              <a:ext uri="{FF2B5EF4-FFF2-40B4-BE49-F238E27FC236}">
                <a16:creationId xmlns:a16="http://schemas.microsoft.com/office/drawing/2014/main" id="{383FEB6A-5E3F-233E-3EF8-BDC25EF80E3B}"/>
              </a:ext>
            </a:extLst>
          </p:cNvPr>
          <p:cNvSpPr>
            <a:spLocks noChangeAspect="1"/>
          </p:cNvSpPr>
          <p:nvPr/>
        </p:nvSpPr>
        <p:spPr>
          <a:xfrm>
            <a:off x="8524901" y="1094608"/>
            <a:ext cx="410141" cy="41014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39" name="Straight Arrow Connector 38">
            <a:extLst>
              <a:ext uri="{FF2B5EF4-FFF2-40B4-BE49-F238E27FC236}">
                <a16:creationId xmlns:a16="http://schemas.microsoft.com/office/drawing/2014/main" id="{C1589C1F-6FC3-ED04-B533-43C4ACE6B765}"/>
              </a:ext>
            </a:extLst>
          </p:cNvPr>
          <p:cNvCxnSpPr>
            <a:cxnSpLocks/>
            <a:stCxn id="38" idx="0"/>
            <a:endCxn id="30" idx="2"/>
          </p:cNvCxnSpPr>
          <p:nvPr/>
        </p:nvCxnSpPr>
        <p:spPr>
          <a:xfrm flipV="1">
            <a:off x="8729972" y="371802"/>
            <a:ext cx="846010" cy="722806"/>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57747CF0-5A4E-41B2-81C0-4CCD5858292C}"/>
                  </a:ext>
                </a:extLst>
              </p:cNvPr>
              <p:cNvSpPr txBox="1"/>
              <p:nvPr/>
            </p:nvSpPr>
            <p:spPr>
              <a:xfrm>
                <a:off x="7804969" y="886642"/>
                <a:ext cx="546041"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c</m:t>
                          </m:r>
                        </m:sub>
                      </m:sSub>
                    </m:oMath>
                  </m:oMathPara>
                </a14:m>
                <a:endParaRPr lang="en-US" dirty="0">
                  <a:solidFill>
                    <a:schemeClr val="tx1"/>
                  </a:solidFill>
                </a:endParaRPr>
              </a:p>
            </p:txBody>
          </p:sp>
        </mc:Choice>
        <mc:Fallback xmlns="">
          <p:sp>
            <p:nvSpPr>
              <p:cNvPr id="40" name="TextBox 39">
                <a:extLst>
                  <a:ext uri="{FF2B5EF4-FFF2-40B4-BE49-F238E27FC236}">
                    <a16:creationId xmlns:a16="http://schemas.microsoft.com/office/drawing/2014/main" id="{57747CF0-5A4E-41B2-81C0-4CCD5858292C}"/>
                  </a:ext>
                </a:extLst>
              </p:cNvPr>
              <p:cNvSpPr txBox="1">
                <a:spLocks noRot="1" noChangeAspect="1" noMove="1" noResize="1" noEditPoints="1" noAdjustHandles="1" noChangeArrowheads="1" noChangeShapeType="1" noTextEdit="1"/>
              </p:cNvSpPr>
              <p:nvPr/>
            </p:nvSpPr>
            <p:spPr>
              <a:xfrm>
                <a:off x="7804969" y="886642"/>
                <a:ext cx="546041" cy="369332"/>
              </a:xfrm>
              <a:prstGeom prst="rect">
                <a:avLst/>
              </a:prstGeom>
              <a:blipFill>
                <a:blip r:embed="rId23"/>
                <a:stretch>
                  <a:fillRect/>
                </a:stretch>
              </a:blipFill>
            </p:spPr>
            <p:txBody>
              <a:bodyPr/>
              <a:lstStyle/>
              <a:p>
                <a:r>
                  <a:rPr lang="en-US">
                    <a:noFill/>
                  </a:rPr>
                  <a:t> </a:t>
                </a:r>
              </a:p>
            </p:txBody>
          </p:sp>
        </mc:Fallback>
      </mc:AlternateContent>
      <p:cxnSp>
        <p:nvCxnSpPr>
          <p:cNvPr id="41" name="Straight Arrow Connector 40">
            <a:extLst>
              <a:ext uri="{FF2B5EF4-FFF2-40B4-BE49-F238E27FC236}">
                <a16:creationId xmlns:a16="http://schemas.microsoft.com/office/drawing/2014/main" id="{3BDE0034-363A-78F5-94B5-0164EE1A474F}"/>
              </a:ext>
            </a:extLst>
          </p:cNvPr>
          <p:cNvCxnSpPr>
            <a:cxnSpLocks/>
            <a:endCxn id="49" idx="1"/>
          </p:cNvCxnSpPr>
          <p:nvPr/>
        </p:nvCxnSpPr>
        <p:spPr>
          <a:xfrm>
            <a:off x="7765440" y="1255974"/>
            <a:ext cx="740834" cy="1289"/>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42" name="Straight Arrow Connector 41">
            <a:extLst>
              <a:ext uri="{FF2B5EF4-FFF2-40B4-BE49-F238E27FC236}">
                <a16:creationId xmlns:a16="http://schemas.microsoft.com/office/drawing/2014/main" id="{2F3E379B-2C05-662B-02AC-716DE00F0B79}"/>
              </a:ext>
            </a:extLst>
          </p:cNvPr>
          <p:cNvCxnSpPr>
            <a:cxnSpLocks/>
            <a:stCxn id="38" idx="4"/>
            <a:endCxn id="31" idx="2"/>
          </p:cNvCxnSpPr>
          <p:nvPr/>
        </p:nvCxnSpPr>
        <p:spPr>
          <a:xfrm>
            <a:off x="8729972" y="1504749"/>
            <a:ext cx="855720" cy="738155"/>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sp>
        <p:nvSpPr>
          <p:cNvPr id="43" name="Oval 42">
            <a:extLst>
              <a:ext uri="{FF2B5EF4-FFF2-40B4-BE49-F238E27FC236}">
                <a16:creationId xmlns:a16="http://schemas.microsoft.com/office/drawing/2014/main" id="{D69BDA89-5B6C-DF24-0E5A-76741EF46F88}"/>
              </a:ext>
            </a:extLst>
          </p:cNvPr>
          <p:cNvSpPr>
            <a:spLocks noChangeAspect="1"/>
          </p:cNvSpPr>
          <p:nvPr/>
        </p:nvSpPr>
        <p:spPr>
          <a:xfrm>
            <a:off x="10742626" y="1094608"/>
            <a:ext cx="410141" cy="41014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44" name="Straight Arrow Connector 43">
            <a:extLst>
              <a:ext uri="{FF2B5EF4-FFF2-40B4-BE49-F238E27FC236}">
                <a16:creationId xmlns:a16="http://schemas.microsoft.com/office/drawing/2014/main" id="{1F12B8CC-6AF0-2E87-63D5-8AEEED367F8E}"/>
              </a:ext>
            </a:extLst>
          </p:cNvPr>
          <p:cNvCxnSpPr>
            <a:cxnSpLocks/>
          </p:cNvCxnSpPr>
          <p:nvPr/>
        </p:nvCxnSpPr>
        <p:spPr>
          <a:xfrm flipV="1">
            <a:off x="11152767" y="1283396"/>
            <a:ext cx="782058" cy="16282"/>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0EA69F42-7AA8-BFED-FEE7-C38F0D52BBFE}"/>
                  </a:ext>
                </a:extLst>
              </p:cNvPr>
              <p:cNvSpPr txBox="1"/>
              <p:nvPr/>
            </p:nvSpPr>
            <p:spPr>
              <a:xfrm>
                <a:off x="11375115" y="876413"/>
                <a:ext cx="524049" cy="369332"/>
              </a:xfrm>
              <a:prstGeom prst="rect">
                <a:avLst/>
              </a:prstGeom>
              <a:noFill/>
            </p:spPr>
            <p:txBody>
              <a:bodyPr wrap="square">
                <a:spAutoFit/>
              </a:bodyPr>
              <a:lstStyle/>
              <a:p>
                <a:pPr/>
                <a14:m>
                  <m:oMathPara xmlns:m="http://schemas.openxmlformats.org/officeDocument/2006/math">
                    <m:oMath>
                      <m:sSub>
                        <m:sSubPr>
                          <m:ctrlPr>
                            <a:rPr lang="de-DE" b="0" i="1" smtClean="0">
                              <a:latin typeface="Cambria Math" panose="02040503050406030204" pitchFamily="18" charset="0"/>
                            </a:rPr>
                          </m:ctrlPr>
                        </m:sSubPr>
                        <m:e>
                          <m:r>
                            <m:rPr>
                              <m:sty m:val="p"/>
                            </m:rPr>
                            <a:rPr lang="de-DE" b="0" i="1" smtClean="0">
                              <a:latin typeface="Cambria Math" panose="02040503050406030204" pitchFamily="18" charset="0"/>
                            </a:rPr>
                            <m:t>m</m:t>
                          </m:r>
                        </m:e>
                        <m:sub>
                          <m:r>
                            <m:rPr>
                              <m:sty m:val="p"/>
                            </m:rPr>
                            <a:rPr lang="de-DE" b="0" i="1" smtClean="0">
                              <a:latin typeface="Cambria Math" panose="02040503050406030204" pitchFamily="18" charset="0"/>
                            </a:rPr>
                            <m:t>out</m:t>
                          </m:r>
                        </m:sub>
                      </m:sSub>
                    </m:oMath>
                  </m:oMathPara>
                </a14:m>
                <a:endParaRPr lang="en-US" dirty="0"/>
              </a:p>
            </p:txBody>
          </p:sp>
        </mc:Choice>
        <mc:Fallback xmlns="">
          <p:sp>
            <p:nvSpPr>
              <p:cNvPr id="45" name="TextBox 44">
                <a:extLst>
                  <a:ext uri="{FF2B5EF4-FFF2-40B4-BE49-F238E27FC236}">
                    <a16:creationId xmlns:a16="http://schemas.microsoft.com/office/drawing/2014/main" id="{0EA69F42-7AA8-BFED-FEE7-C38F0D52BBFE}"/>
                  </a:ext>
                </a:extLst>
              </p:cNvPr>
              <p:cNvSpPr txBox="1">
                <a:spLocks noRot="1" noChangeAspect="1" noMove="1" noResize="1" noEditPoints="1" noAdjustHandles="1" noChangeArrowheads="1" noChangeShapeType="1" noTextEdit="1"/>
              </p:cNvSpPr>
              <p:nvPr/>
            </p:nvSpPr>
            <p:spPr>
              <a:xfrm>
                <a:off x="11375115" y="876413"/>
                <a:ext cx="524049" cy="369332"/>
              </a:xfrm>
              <a:prstGeom prst="rect">
                <a:avLst/>
              </a:prstGeom>
              <a:blipFill>
                <a:blip r:embed="rId24"/>
                <a:stretch>
                  <a:fillRect r="-151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2EBE5B9D-7B10-5EF2-E28B-DADF4CC503EF}"/>
                  </a:ext>
                </a:extLst>
              </p:cNvPr>
              <p:cNvSpPr txBox="1"/>
              <p:nvPr/>
            </p:nvSpPr>
            <p:spPr>
              <a:xfrm>
                <a:off x="10724748" y="1074050"/>
                <a:ext cx="448081"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No</m:t>
                          </m:r>
                        </m:sub>
                      </m:sSub>
                    </m:oMath>
                  </m:oMathPara>
                </a14:m>
                <a:endParaRPr lang="en-US" dirty="0">
                  <a:solidFill>
                    <a:schemeClr val="bg1"/>
                  </a:solidFill>
                </a:endParaRPr>
              </a:p>
            </p:txBody>
          </p:sp>
        </mc:Choice>
        <mc:Fallback xmlns="">
          <p:sp>
            <p:nvSpPr>
              <p:cNvPr id="46" name="TextBox 45">
                <a:extLst>
                  <a:ext uri="{FF2B5EF4-FFF2-40B4-BE49-F238E27FC236}">
                    <a16:creationId xmlns:a16="http://schemas.microsoft.com/office/drawing/2014/main" id="{2EBE5B9D-7B10-5EF2-E28B-DADF4CC503EF}"/>
                  </a:ext>
                </a:extLst>
              </p:cNvPr>
              <p:cNvSpPr txBox="1">
                <a:spLocks noRot="1" noChangeAspect="1" noMove="1" noResize="1" noEditPoints="1" noAdjustHandles="1" noChangeArrowheads="1" noChangeShapeType="1" noTextEdit="1"/>
              </p:cNvSpPr>
              <p:nvPr/>
            </p:nvSpPr>
            <p:spPr>
              <a:xfrm>
                <a:off x="10724748" y="1074050"/>
                <a:ext cx="448081" cy="369332"/>
              </a:xfrm>
              <a:prstGeom prst="rect">
                <a:avLst/>
              </a:prstGeom>
              <a:blipFill>
                <a:blip r:embed="rId25"/>
                <a:stretch>
                  <a:fillRect r="-405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FA9D8D02-7D30-634C-887E-B32B76C23D32}"/>
                  </a:ext>
                </a:extLst>
              </p:cNvPr>
              <p:cNvSpPr txBox="1"/>
              <p:nvPr/>
            </p:nvSpPr>
            <p:spPr>
              <a:xfrm>
                <a:off x="9511235" y="134106"/>
                <a:ext cx="557613"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Na</m:t>
                          </m:r>
                        </m:sub>
                      </m:sSub>
                    </m:oMath>
                  </m:oMathPara>
                </a14:m>
                <a:endParaRPr lang="en-US" dirty="0">
                  <a:solidFill>
                    <a:schemeClr val="bg1"/>
                  </a:solidFill>
                </a:endParaRPr>
              </a:p>
            </p:txBody>
          </p:sp>
        </mc:Choice>
        <mc:Fallback xmlns="">
          <p:sp>
            <p:nvSpPr>
              <p:cNvPr id="47" name="TextBox 46">
                <a:extLst>
                  <a:ext uri="{FF2B5EF4-FFF2-40B4-BE49-F238E27FC236}">
                    <a16:creationId xmlns:a16="http://schemas.microsoft.com/office/drawing/2014/main" id="{FA9D8D02-7D30-634C-887E-B32B76C23D32}"/>
                  </a:ext>
                </a:extLst>
              </p:cNvPr>
              <p:cNvSpPr txBox="1">
                <a:spLocks noRot="1" noChangeAspect="1" noMove="1" noResize="1" noEditPoints="1" noAdjustHandles="1" noChangeArrowheads="1" noChangeShapeType="1" noTextEdit="1"/>
              </p:cNvSpPr>
              <p:nvPr/>
            </p:nvSpPr>
            <p:spPr>
              <a:xfrm>
                <a:off x="9511235" y="134106"/>
                <a:ext cx="557613" cy="369332"/>
              </a:xfrm>
              <a:prstGeom prst="rect">
                <a:avLst/>
              </a:prstGeom>
              <a:blipFill>
                <a:blip r:embed="rId2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F5968D23-F03F-7657-5DA3-0B94800EA077}"/>
                  </a:ext>
                </a:extLst>
              </p:cNvPr>
              <p:cNvSpPr txBox="1"/>
              <p:nvPr/>
            </p:nvSpPr>
            <p:spPr>
              <a:xfrm>
                <a:off x="9565907" y="2016332"/>
                <a:ext cx="421017"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Nb</m:t>
                          </m:r>
                        </m:sub>
                      </m:sSub>
                    </m:oMath>
                  </m:oMathPara>
                </a14:m>
                <a:endParaRPr lang="en-US" dirty="0">
                  <a:solidFill>
                    <a:schemeClr val="bg1"/>
                  </a:solidFill>
                </a:endParaRPr>
              </a:p>
            </p:txBody>
          </p:sp>
        </mc:Choice>
        <mc:Fallback xmlns="">
          <p:sp>
            <p:nvSpPr>
              <p:cNvPr id="48" name="TextBox 47">
                <a:extLst>
                  <a:ext uri="{FF2B5EF4-FFF2-40B4-BE49-F238E27FC236}">
                    <a16:creationId xmlns:a16="http://schemas.microsoft.com/office/drawing/2014/main" id="{F5968D23-F03F-7657-5DA3-0B94800EA077}"/>
                  </a:ext>
                </a:extLst>
              </p:cNvPr>
              <p:cNvSpPr txBox="1">
                <a:spLocks noRot="1" noChangeAspect="1" noMove="1" noResize="1" noEditPoints="1" noAdjustHandles="1" noChangeArrowheads="1" noChangeShapeType="1" noTextEdit="1"/>
              </p:cNvSpPr>
              <p:nvPr/>
            </p:nvSpPr>
            <p:spPr>
              <a:xfrm>
                <a:off x="9565907" y="2016332"/>
                <a:ext cx="421017" cy="369332"/>
              </a:xfrm>
              <a:prstGeom prst="rect">
                <a:avLst/>
              </a:prstGeom>
              <a:blipFill>
                <a:blip r:embed="rId27"/>
                <a:stretch>
                  <a:fillRect r="-130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71B07F49-B74F-2C9B-4E2B-F483C400096E}"/>
                  </a:ext>
                </a:extLst>
              </p:cNvPr>
              <p:cNvSpPr txBox="1"/>
              <p:nvPr/>
            </p:nvSpPr>
            <p:spPr>
              <a:xfrm>
                <a:off x="8506274" y="1072597"/>
                <a:ext cx="448081"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Ni</m:t>
                          </m:r>
                        </m:sub>
                      </m:sSub>
                    </m:oMath>
                  </m:oMathPara>
                </a14:m>
                <a:endParaRPr lang="en-US" dirty="0">
                  <a:solidFill>
                    <a:schemeClr val="bg1"/>
                  </a:solidFill>
                </a:endParaRPr>
              </a:p>
            </p:txBody>
          </p:sp>
        </mc:Choice>
        <mc:Fallback xmlns="">
          <p:sp>
            <p:nvSpPr>
              <p:cNvPr id="49" name="TextBox 48">
                <a:extLst>
                  <a:ext uri="{FF2B5EF4-FFF2-40B4-BE49-F238E27FC236}">
                    <a16:creationId xmlns:a16="http://schemas.microsoft.com/office/drawing/2014/main" id="{71B07F49-B74F-2C9B-4E2B-F483C400096E}"/>
                  </a:ext>
                </a:extLst>
              </p:cNvPr>
              <p:cNvSpPr txBox="1">
                <a:spLocks noRot="1" noChangeAspect="1" noMove="1" noResize="1" noEditPoints="1" noAdjustHandles="1" noChangeArrowheads="1" noChangeShapeType="1" noTextEdit="1"/>
              </p:cNvSpPr>
              <p:nvPr/>
            </p:nvSpPr>
            <p:spPr>
              <a:xfrm>
                <a:off x="8506274" y="1072597"/>
                <a:ext cx="448081" cy="369332"/>
              </a:xfrm>
              <a:prstGeom prst="rect">
                <a:avLst/>
              </a:prstGeom>
              <a:blipFill>
                <a:blip r:embed="rId28"/>
                <a:stretch>
                  <a:fillRect/>
                </a:stretch>
              </a:blipFill>
            </p:spPr>
            <p:txBody>
              <a:bodyPr/>
              <a:lstStyle/>
              <a:p>
                <a:r>
                  <a:rPr lang="en-US">
                    <a:noFill/>
                  </a:rPr>
                  <a:t> </a:t>
                </a:r>
              </a:p>
            </p:txBody>
          </p:sp>
        </mc:Fallback>
      </mc:AlternateContent>
      <p:cxnSp>
        <p:nvCxnSpPr>
          <p:cNvPr id="60" name="Straight Connector 59">
            <a:extLst>
              <a:ext uri="{FF2B5EF4-FFF2-40B4-BE49-F238E27FC236}">
                <a16:creationId xmlns:a16="http://schemas.microsoft.com/office/drawing/2014/main" id="{60DDEEC0-2468-28D9-65F9-7243824C396A}"/>
              </a:ext>
            </a:extLst>
          </p:cNvPr>
          <p:cNvCxnSpPr>
            <a:cxnSpLocks/>
          </p:cNvCxnSpPr>
          <p:nvPr/>
        </p:nvCxnSpPr>
        <p:spPr>
          <a:xfrm>
            <a:off x="7775843" y="695981"/>
            <a:ext cx="8451" cy="559993"/>
          </a:xfrm>
          <a:prstGeom prst="line">
            <a:avLst/>
          </a:prstGeom>
        </p:spPr>
        <p:style>
          <a:lnRef idx="2">
            <a:schemeClr val="accent1"/>
          </a:lnRef>
          <a:fillRef idx="0">
            <a:schemeClr val="accent1"/>
          </a:fillRef>
          <a:effectRef idx="1">
            <a:schemeClr val="accent1"/>
          </a:effectRef>
          <a:fontRef idx="minor">
            <a:schemeClr val="tx1"/>
          </a:fontRef>
        </p:style>
      </p:cxnSp>
      <p:sp>
        <p:nvSpPr>
          <p:cNvPr id="113" name="Rectangle 112">
            <a:extLst>
              <a:ext uri="{FF2B5EF4-FFF2-40B4-BE49-F238E27FC236}">
                <a16:creationId xmlns:a16="http://schemas.microsoft.com/office/drawing/2014/main" id="{FB09A5DB-3525-B04F-B2A2-841120506367}"/>
              </a:ext>
            </a:extLst>
          </p:cNvPr>
          <p:cNvSpPr/>
          <p:nvPr/>
        </p:nvSpPr>
        <p:spPr>
          <a:xfrm>
            <a:off x="8320025" y="45697"/>
            <a:ext cx="3073000" cy="2537212"/>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15" name="TextBox 114">
            <a:extLst>
              <a:ext uri="{FF2B5EF4-FFF2-40B4-BE49-F238E27FC236}">
                <a16:creationId xmlns:a16="http://schemas.microsoft.com/office/drawing/2014/main" id="{7AE23398-2508-8EBF-801C-D7A5AD53B568}"/>
              </a:ext>
            </a:extLst>
          </p:cNvPr>
          <p:cNvSpPr txBox="1"/>
          <p:nvPr/>
        </p:nvSpPr>
        <p:spPr>
          <a:xfrm>
            <a:off x="8334903" y="76227"/>
            <a:ext cx="473206" cy="338554"/>
          </a:xfrm>
          <a:prstGeom prst="rect">
            <a:avLst/>
          </a:prstGeom>
          <a:noFill/>
        </p:spPr>
        <p:txBody>
          <a:bodyPr wrap="none" rtlCol="0">
            <a:spAutoFit/>
          </a:bodyPr>
          <a:lstStyle/>
          <a:p>
            <a:r>
              <a:rPr lang="en-US" sz="1600" dirty="0"/>
              <a:t>NN</a:t>
            </a:r>
          </a:p>
        </p:txBody>
      </p:sp>
      <p:cxnSp>
        <p:nvCxnSpPr>
          <p:cNvPr id="12" name="Straight Connector 11">
            <a:extLst>
              <a:ext uri="{FF2B5EF4-FFF2-40B4-BE49-F238E27FC236}">
                <a16:creationId xmlns:a16="http://schemas.microsoft.com/office/drawing/2014/main" id="{BA139222-A79D-8AC0-F416-154E9FF70D3A}"/>
              </a:ext>
            </a:extLst>
          </p:cNvPr>
          <p:cNvCxnSpPr>
            <a:cxnSpLocks/>
          </p:cNvCxnSpPr>
          <p:nvPr/>
        </p:nvCxnSpPr>
        <p:spPr>
          <a:xfrm>
            <a:off x="926512" y="4254294"/>
            <a:ext cx="8035270" cy="1"/>
          </a:xfrm>
          <a:prstGeom prst="line">
            <a:avLst/>
          </a:prstGeom>
        </p:spPr>
        <p:style>
          <a:lnRef idx="2">
            <a:schemeClr val="accent2"/>
          </a:lnRef>
          <a:fillRef idx="0">
            <a:schemeClr val="accent2"/>
          </a:fillRef>
          <a:effectRef idx="1">
            <a:schemeClr val="accent2"/>
          </a:effectRef>
          <a:fontRef idx="minor">
            <a:schemeClr val="tx1"/>
          </a:fontRef>
        </p:style>
      </p:cxnSp>
      <p:cxnSp>
        <p:nvCxnSpPr>
          <p:cNvPr id="13" name="Straight Connector 12">
            <a:extLst>
              <a:ext uri="{FF2B5EF4-FFF2-40B4-BE49-F238E27FC236}">
                <a16:creationId xmlns:a16="http://schemas.microsoft.com/office/drawing/2014/main" id="{A6AB5C0C-31C5-A0CB-AA68-133F785DA8B2}"/>
              </a:ext>
            </a:extLst>
          </p:cNvPr>
          <p:cNvCxnSpPr>
            <a:cxnSpLocks/>
          </p:cNvCxnSpPr>
          <p:nvPr/>
        </p:nvCxnSpPr>
        <p:spPr>
          <a:xfrm>
            <a:off x="982369" y="4665084"/>
            <a:ext cx="8035270" cy="1"/>
          </a:xfrm>
          <a:prstGeom prst="line">
            <a:avLst/>
          </a:prstGeom>
        </p:spPr>
        <p:style>
          <a:lnRef idx="2">
            <a:schemeClr val="accent2"/>
          </a:lnRef>
          <a:fillRef idx="0">
            <a:schemeClr val="accent2"/>
          </a:fillRef>
          <a:effectRef idx="1">
            <a:schemeClr val="accent2"/>
          </a:effectRef>
          <a:fontRef idx="minor">
            <a:schemeClr val="tx1"/>
          </a:fontRef>
        </p:style>
      </p:cxnSp>
      <p:cxnSp>
        <p:nvCxnSpPr>
          <p:cNvPr id="14" name="Straight Connector 13">
            <a:extLst>
              <a:ext uri="{FF2B5EF4-FFF2-40B4-BE49-F238E27FC236}">
                <a16:creationId xmlns:a16="http://schemas.microsoft.com/office/drawing/2014/main" id="{D5EBC3D7-9113-8E7B-10C0-694D0BC6B151}"/>
              </a:ext>
            </a:extLst>
          </p:cNvPr>
          <p:cNvCxnSpPr>
            <a:cxnSpLocks/>
          </p:cNvCxnSpPr>
          <p:nvPr/>
        </p:nvCxnSpPr>
        <p:spPr>
          <a:xfrm>
            <a:off x="971257" y="5118986"/>
            <a:ext cx="8035270" cy="1"/>
          </a:xfrm>
          <a:prstGeom prst="line">
            <a:avLst/>
          </a:prstGeom>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361520465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F075F1-6F2B-C271-5218-3A24CAC55373}"/>
            </a:ext>
          </a:extLst>
        </p:cNvPr>
        <p:cNvGrpSpPr/>
        <p:nvPr/>
      </p:nvGrpSpPr>
      <p:grpSpPr>
        <a:xfrm>
          <a:off x="0" y="0"/>
          <a:ext cx="0" cy="0"/>
          <a:chOff x="0" y="0"/>
          <a:chExt cx="0" cy="0"/>
        </a:xfrm>
      </p:grpSpPr>
      <p:sp>
        <p:nvSpPr>
          <p:cNvPr id="69" name="Oval 68">
            <a:extLst>
              <a:ext uri="{FF2B5EF4-FFF2-40B4-BE49-F238E27FC236}">
                <a16:creationId xmlns:a16="http://schemas.microsoft.com/office/drawing/2014/main" id="{A2B8DE97-4DFC-1619-209F-DDE8358C9ACB}"/>
              </a:ext>
            </a:extLst>
          </p:cNvPr>
          <p:cNvSpPr>
            <a:spLocks noChangeAspect="1"/>
          </p:cNvSpPr>
          <p:nvPr/>
        </p:nvSpPr>
        <p:spPr>
          <a:xfrm>
            <a:off x="4944144" y="395606"/>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70" name="TextBox 69">
                <a:extLst>
                  <a:ext uri="{FF2B5EF4-FFF2-40B4-BE49-F238E27FC236}">
                    <a16:creationId xmlns:a16="http://schemas.microsoft.com/office/drawing/2014/main" id="{203D43F6-8B26-EBC0-F65D-E2F470982ABE}"/>
                  </a:ext>
                </a:extLst>
              </p:cNvPr>
              <p:cNvSpPr txBox="1"/>
              <p:nvPr/>
            </p:nvSpPr>
            <p:spPr>
              <a:xfrm>
                <a:off x="4889948" y="366883"/>
                <a:ext cx="518558" cy="394019"/>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Cp</m:t>
                          </m:r>
                        </m:sub>
                      </m:sSub>
                    </m:oMath>
                  </m:oMathPara>
                </a14:m>
                <a:endParaRPr lang="en-US" dirty="0">
                  <a:solidFill>
                    <a:schemeClr val="bg1"/>
                  </a:solidFill>
                </a:endParaRPr>
              </a:p>
            </p:txBody>
          </p:sp>
        </mc:Choice>
        <mc:Fallback xmlns="">
          <p:sp>
            <p:nvSpPr>
              <p:cNvPr id="70" name="TextBox 69">
                <a:extLst>
                  <a:ext uri="{FF2B5EF4-FFF2-40B4-BE49-F238E27FC236}">
                    <a16:creationId xmlns:a16="http://schemas.microsoft.com/office/drawing/2014/main" id="{203D43F6-8B26-EBC0-F65D-E2F470982ABE}"/>
                  </a:ext>
                </a:extLst>
              </p:cNvPr>
              <p:cNvSpPr txBox="1">
                <a:spLocks noRot="1" noChangeAspect="1" noMove="1" noResize="1" noEditPoints="1" noAdjustHandles="1" noChangeArrowheads="1" noChangeShapeType="1" noTextEdit="1"/>
              </p:cNvSpPr>
              <p:nvPr/>
            </p:nvSpPr>
            <p:spPr>
              <a:xfrm>
                <a:off x="4889948" y="366883"/>
                <a:ext cx="518558" cy="394019"/>
              </a:xfrm>
              <a:prstGeom prst="rect">
                <a:avLst/>
              </a:prstGeom>
              <a:blipFill>
                <a:blip r:embed="rId3"/>
                <a:stretch>
                  <a:fillRect b="-76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1" name="TextBox 70">
                <a:extLst>
                  <a:ext uri="{FF2B5EF4-FFF2-40B4-BE49-F238E27FC236}">
                    <a16:creationId xmlns:a16="http://schemas.microsoft.com/office/drawing/2014/main" id="{F2B91846-EF10-737C-28E5-3BCD41CAC7A6}"/>
                  </a:ext>
                </a:extLst>
              </p:cNvPr>
              <p:cNvSpPr txBox="1"/>
              <p:nvPr/>
            </p:nvSpPr>
            <p:spPr>
              <a:xfrm>
                <a:off x="6042814" y="220866"/>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c</m:t>
                          </m:r>
                        </m:sub>
                      </m:sSub>
                    </m:oMath>
                  </m:oMathPara>
                </a14:m>
                <a:endParaRPr lang="en-US" dirty="0">
                  <a:solidFill>
                    <a:schemeClr val="tx1"/>
                  </a:solidFill>
                </a:endParaRPr>
              </a:p>
            </p:txBody>
          </p:sp>
        </mc:Choice>
        <mc:Fallback xmlns="">
          <p:sp>
            <p:nvSpPr>
              <p:cNvPr id="71" name="TextBox 70">
                <a:extLst>
                  <a:ext uri="{FF2B5EF4-FFF2-40B4-BE49-F238E27FC236}">
                    <a16:creationId xmlns:a16="http://schemas.microsoft.com/office/drawing/2014/main" id="{F2B91846-EF10-737C-28E5-3BCD41CAC7A6}"/>
                  </a:ext>
                </a:extLst>
              </p:cNvPr>
              <p:cNvSpPr txBox="1">
                <a:spLocks noRot="1" noChangeAspect="1" noMove="1" noResize="1" noEditPoints="1" noAdjustHandles="1" noChangeArrowheads="1" noChangeShapeType="1" noTextEdit="1"/>
              </p:cNvSpPr>
              <p:nvPr/>
            </p:nvSpPr>
            <p:spPr>
              <a:xfrm>
                <a:off x="6042814" y="220866"/>
                <a:ext cx="507796" cy="369332"/>
              </a:xfrm>
              <a:prstGeom prst="rect">
                <a:avLst/>
              </a:prstGeom>
              <a:blipFill>
                <a:blip r:embed="rId4"/>
                <a:stretch>
                  <a:fillRect/>
                </a:stretch>
              </a:blipFill>
            </p:spPr>
            <p:txBody>
              <a:bodyPr/>
              <a:lstStyle/>
              <a:p>
                <a:r>
                  <a:rPr lang="en-US">
                    <a:noFill/>
                  </a:rPr>
                  <a:t> </a:t>
                </a:r>
              </a:p>
            </p:txBody>
          </p:sp>
        </mc:Fallback>
      </mc:AlternateContent>
      <p:sp>
        <p:nvSpPr>
          <p:cNvPr id="72" name="Oval 71">
            <a:extLst>
              <a:ext uri="{FF2B5EF4-FFF2-40B4-BE49-F238E27FC236}">
                <a16:creationId xmlns:a16="http://schemas.microsoft.com/office/drawing/2014/main" id="{C8CA280C-5F97-720F-E1AD-51F55C2D6090}"/>
              </a:ext>
            </a:extLst>
          </p:cNvPr>
          <p:cNvSpPr>
            <a:spLocks noChangeAspect="1"/>
          </p:cNvSpPr>
          <p:nvPr/>
        </p:nvSpPr>
        <p:spPr>
          <a:xfrm>
            <a:off x="6106961" y="1088928"/>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73" name="TextBox 72">
                <a:extLst>
                  <a:ext uri="{FF2B5EF4-FFF2-40B4-BE49-F238E27FC236}">
                    <a16:creationId xmlns:a16="http://schemas.microsoft.com/office/drawing/2014/main" id="{3A3943DE-359D-341C-9270-9B48F6F9C3CF}"/>
                  </a:ext>
                </a:extLst>
              </p:cNvPr>
              <p:cNvSpPr txBox="1"/>
              <p:nvPr/>
            </p:nvSpPr>
            <p:spPr>
              <a:xfrm>
                <a:off x="6048484" y="1064456"/>
                <a:ext cx="518558" cy="395493"/>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Cg</m:t>
                          </m:r>
                        </m:sub>
                      </m:sSub>
                    </m:oMath>
                  </m:oMathPara>
                </a14:m>
                <a:endParaRPr lang="en-US" dirty="0">
                  <a:solidFill>
                    <a:schemeClr val="bg1"/>
                  </a:solidFill>
                </a:endParaRPr>
              </a:p>
            </p:txBody>
          </p:sp>
        </mc:Choice>
        <mc:Fallback xmlns="">
          <p:sp>
            <p:nvSpPr>
              <p:cNvPr id="73" name="TextBox 72">
                <a:extLst>
                  <a:ext uri="{FF2B5EF4-FFF2-40B4-BE49-F238E27FC236}">
                    <a16:creationId xmlns:a16="http://schemas.microsoft.com/office/drawing/2014/main" id="{3A3943DE-359D-341C-9270-9B48F6F9C3CF}"/>
                  </a:ext>
                </a:extLst>
              </p:cNvPr>
              <p:cNvSpPr txBox="1">
                <a:spLocks noRot="1" noChangeAspect="1" noMove="1" noResize="1" noEditPoints="1" noAdjustHandles="1" noChangeArrowheads="1" noChangeShapeType="1" noTextEdit="1"/>
              </p:cNvSpPr>
              <p:nvPr/>
            </p:nvSpPr>
            <p:spPr>
              <a:xfrm>
                <a:off x="6048484" y="1064456"/>
                <a:ext cx="518558" cy="395493"/>
              </a:xfrm>
              <a:prstGeom prst="rect">
                <a:avLst/>
              </a:prstGeom>
              <a:blipFill>
                <a:blip r:embed="rId5"/>
                <a:stretch>
                  <a:fillRect b="-937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4" name="TextBox 73">
                <a:extLst>
                  <a:ext uri="{FF2B5EF4-FFF2-40B4-BE49-F238E27FC236}">
                    <a16:creationId xmlns:a16="http://schemas.microsoft.com/office/drawing/2014/main" id="{2BB5A498-4D4C-AFF8-0506-50A4705FCEC1}"/>
                  </a:ext>
                </a:extLst>
              </p:cNvPr>
              <p:cNvSpPr txBox="1"/>
              <p:nvPr/>
            </p:nvSpPr>
            <p:spPr>
              <a:xfrm>
                <a:off x="4902707" y="1099668"/>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Cs</m:t>
                          </m:r>
                        </m:sub>
                      </m:sSub>
                    </m:oMath>
                  </m:oMathPara>
                </a14:m>
                <a:endParaRPr lang="en-US" dirty="0">
                  <a:solidFill>
                    <a:schemeClr val="tx1"/>
                  </a:solidFill>
                </a:endParaRPr>
              </a:p>
            </p:txBody>
          </p:sp>
        </mc:Choice>
        <mc:Fallback xmlns="">
          <p:sp>
            <p:nvSpPr>
              <p:cNvPr id="74" name="TextBox 73">
                <a:extLst>
                  <a:ext uri="{FF2B5EF4-FFF2-40B4-BE49-F238E27FC236}">
                    <a16:creationId xmlns:a16="http://schemas.microsoft.com/office/drawing/2014/main" id="{2BB5A498-4D4C-AFF8-0506-50A4705FCEC1}"/>
                  </a:ext>
                </a:extLst>
              </p:cNvPr>
              <p:cNvSpPr txBox="1">
                <a:spLocks noRot="1" noChangeAspect="1" noMove="1" noResize="1" noEditPoints="1" noAdjustHandles="1" noChangeArrowheads="1" noChangeShapeType="1" noTextEdit="1"/>
              </p:cNvSpPr>
              <p:nvPr/>
            </p:nvSpPr>
            <p:spPr>
              <a:xfrm>
                <a:off x="4902707" y="1099668"/>
                <a:ext cx="507796" cy="369332"/>
              </a:xfrm>
              <a:prstGeom prst="rect">
                <a:avLst/>
              </a:prstGeom>
              <a:blipFill>
                <a:blip r:embed="rId6"/>
                <a:stretch>
                  <a:fillRect r="-3571"/>
                </a:stretch>
              </a:blipFill>
            </p:spPr>
            <p:txBody>
              <a:bodyPr/>
              <a:lstStyle/>
              <a:p>
                <a:r>
                  <a:rPr lang="en-US">
                    <a:noFill/>
                  </a:rPr>
                  <a:t> </a:t>
                </a:r>
              </a:p>
            </p:txBody>
          </p:sp>
        </mc:Fallback>
      </mc:AlternateContent>
      <p:sp>
        <p:nvSpPr>
          <p:cNvPr id="75" name="Oval 74">
            <a:extLst>
              <a:ext uri="{FF2B5EF4-FFF2-40B4-BE49-F238E27FC236}">
                <a16:creationId xmlns:a16="http://schemas.microsoft.com/office/drawing/2014/main" id="{862240E5-54FF-AF77-3D87-91A99AF1A96F}"/>
              </a:ext>
            </a:extLst>
          </p:cNvPr>
          <p:cNvSpPr>
            <a:spLocks noChangeAspect="1"/>
          </p:cNvSpPr>
          <p:nvPr/>
        </p:nvSpPr>
        <p:spPr>
          <a:xfrm>
            <a:off x="4972754" y="1905482"/>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76" name="TextBox 75">
                <a:extLst>
                  <a:ext uri="{FF2B5EF4-FFF2-40B4-BE49-F238E27FC236}">
                    <a16:creationId xmlns:a16="http://schemas.microsoft.com/office/drawing/2014/main" id="{301F22C6-B14E-0691-5EDD-417920E9F881}"/>
                  </a:ext>
                </a:extLst>
              </p:cNvPr>
              <p:cNvSpPr txBox="1"/>
              <p:nvPr/>
            </p:nvSpPr>
            <p:spPr>
              <a:xfrm>
                <a:off x="4917219" y="1870160"/>
                <a:ext cx="518558"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Cr</m:t>
                          </m:r>
                        </m:sub>
                      </m:sSub>
                    </m:oMath>
                  </m:oMathPara>
                </a14:m>
                <a:endParaRPr lang="en-US" dirty="0">
                  <a:solidFill>
                    <a:schemeClr val="bg1"/>
                  </a:solidFill>
                </a:endParaRPr>
              </a:p>
            </p:txBody>
          </p:sp>
        </mc:Choice>
        <mc:Fallback xmlns="">
          <p:sp>
            <p:nvSpPr>
              <p:cNvPr id="76" name="TextBox 75">
                <a:extLst>
                  <a:ext uri="{FF2B5EF4-FFF2-40B4-BE49-F238E27FC236}">
                    <a16:creationId xmlns:a16="http://schemas.microsoft.com/office/drawing/2014/main" id="{301F22C6-B14E-0691-5EDD-417920E9F881}"/>
                  </a:ext>
                </a:extLst>
              </p:cNvPr>
              <p:cNvSpPr txBox="1">
                <a:spLocks noRot="1" noChangeAspect="1" noMove="1" noResize="1" noEditPoints="1" noAdjustHandles="1" noChangeArrowheads="1" noChangeShapeType="1" noTextEdit="1"/>
              </p:cNvSpPr>
              <p:nvPr/>
            </p:nvSpPr>
            <p:spPr>
              <a:xfrm>
                <a:off x="4917219" y="1870160"/>
                <a:ext cx="518558" cy="369332"/>
              </a:xfrm>
              <a:prstGeom prst="rect">
                <a:avLst/>
              </a:prstGeom>
              <a:blipFill>
                <a:blip r:embed="rId7"/>
                <a:stretch>
                  <a:fillRect/>
                </a:stretch>
              </a:blipFill>
            </p:spPr>
            <p:txBody>
              <a:bodyPr/>
              <a:lstStyle/>
              <a:p>
                <a:r>
                  <a:rPr lang="en-US">
                    <a:noFill/>
                  </a:rPr>
                  <a:t> </a:t>
                </a:r>
              </a:p>
            </p:txBody>
          </p:sp>
        </mc:Fallback>
      </mc:AlternateContent>
      <p:cxnSp>
        <p:nvCxnSpPr>
          <p:cNvPr id="77" name="Straight Arrow Connector 76">
            <a:extLst>
              <a:ext uri="{FF2B5EF4-FFF2-40B4-BE49-F238E27FC236}">
                <a16:creationId xmlns:a16="http://schemas.microsoft.com/office/drawing/2014/main" id="{F2102DD6-8FFC-EA09-F7C4-25F2317AB4B3}"/>
              </a:ext>
            </a:extLst>
          </p:cNvPr>
          <p:cNvCxnSpPr>
            <a:cxnSpLocks/>
            <a:endCxn id="69" idx="3"/>
          </p:cNvCxnSpPr>
          <p:nvPr/>
        </p:nvCxnSpPr>
        <p:spPr>
          <a:xfrm flipV="1">
            <a:off x="4121730" y="721164"/>
            <a:ext cx="878271" cy="488885"/>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80" name="Straight Arrow Connector 79">
            <a:extLst>
              <a:ext uri="{FF2B5EF4-FFF2-40B4-BE49-F238E27FC236}">
                <a16:creationId xmlns:a16="http://schemas.microsoft.com/office/drawing/2014/main" id="{2BD7F84C-FC72-14DD-3C50-E3353D333DC6}"/>
              </a:ext>
            </a:extLst>
          </p:cNvPr>
          <p:cNvCxnSpPr>
            <a:cxnSpLocks/>
            <a:endCxn id="75" idx="1"/>
          </p:cNvCxnSpPr>
          <p:nvPr/>
        </p:nvCxnSpPr>
        <p:spPr>
          <a:xfrm>
            <a:off x="4125152" y="1214911"/>
            <a:ext cx="903459" cy="746428"/>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84" name="Straight Arrow Connector 83">
            <a:extLst>
              <a:ext uri="{FF2B5EF4-FFF2-40B4-BE49-F238E27FC236}">
                <a16:creationId xmlns:a16="http://schemas.microsoft.com/office/drawing/2014/main" id="{67CE6B52-2978-C0A5-DF7B-48ECE0C0AFB2}"/>
              </a:ext>
            </a:extLst>
          </p:cNvPr>
          <p:cNvCxnSpPr>
            <a:cxnSpLocks/>
            <a:stCxn id="74" idx="3"/>
            <a:endCxn id="72" idx="2"/>
          </p:cNvCxnSpPr>
          <p:nvPr/>
        </p:nvCxnSpPr>
        <p:spPr>
          <a:xfrm flipV="1">
            <a:off x="5410503" y="1279636"/>
            <a:ext cx="696458" cy="4698"/>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88" name="Straight Arrow Connector 87">
            <a:extLst>
              <a:ext uri="{FF2B5EF4-FFF2-40B4-BE49-F238E27FC236}">
                <a16:creationId xmlns:a16="http://schemas.microsoft.com/office/drawing/2014/main" id="{2B6AF884-D636-57B3-3E96-198F0E41AB11}"/>
              </a:ext>
            </a:extLst>
          </p:cNvPr>
          <p:cNvCxnSpPr>
            <a:cxnSpLocks/>
            <a:stCxn id="74" idx="2"/>
            <a:endCxn id="75" idx="0"/>
          </p:cNvCxnSpPr>
          <p:nvPr/>
        </p:nvCxnSpPr>
        <p:spPr>
          <a:xfrm>
            <a:off x="5156605" y="1469000"/>
            <a:ext cx="6856" cy="436482"/>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6" name="Straight Arrow Connector 95">
            <a:extLst>
              <a:ext uri="{FF2B5EF4-FFF2-40B4-BE49-F238E27FC236}">
                <a16:creationId xmlns:a16="http://schemas.microsoft.com/office/drawing/2014/main" id="{380E3086-7728-0AD8-4051-BE16F4D35E9C}"/>
              </a:ext>
            </a:extLst>
          </p:cNvPr>
          <p:cNvCxnSpPr>
            <a:cxnSpLocks/>
            <a:stCxn id="69" idx="6"/>
          </p:cNvCxnSpPr>
          <p:nvPr/>
        </p:nvCxnSpPr>
        <p:spPr>
          <a:xfrm>
            <a:off x="5325558" y="586314"/>
            <a:ext cx="2460842" cy="10275"/>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9" name="Straight Arrow Connector 98">
            <a:extLst>
              <a:ext uri="{FF2B5EF4-FFF2-40B4-BE49-F238E27FC236}">
                <a16:creationId xmlns:a16="http://schemas.microsoft.com/office/drawing/2014/main" id="{ADD0EFF2-B2FC-3223-EFF7-718F07E3C3B7}"/>
              </a:ext>
            </a:extLst>
          </p:cNvPr>
          <p:cNvCxnSpPr>
            <a:cxnSpLocks/>
            <a:stCxn id="71" idx="2"/>
            <a:endCxn id="72" idx="0"/>
          </p:cNvCxnSpPr>
          <p:nvPr/>
        </p:nvCxnSpPr>
        <p:spPr>
          <a:xfrm>
            <a:off x="6296712" y="590198"/>
            <a:ext cx="956" cy="49873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sp>
        <p:nvSpPr>
          <p:cNvPr id="102" name="Rectangle 101">
            <a:extLst>
              <a:ext uri="{FF2B5EF4-FFF2-40B4-BE49-F238E27FC236}">
                <a16:creationId xmlns:a16="http://schemas.microsoft.com/office/drawing/2014/main" id="{B1E40764-F04A-7BC6-7A15-A1C8792C8981}"/>
              </a:ext>
            </a:extLst>
          </p:cNvPr>
          <p:cNvSpPr/>
          <p:nvPr/>
        </p:nvSpPr>
        <p:spPr>
          <a:xfrm>
            <a:off x="4449950" y="9135"/>
            <a:ext cx="2873133" cy="2407763"/>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03" name="TextBox 102">
            <a:extLst>
              <a:ext uri="{FF2B5EF4-FFF2-40B4-BE49-F238E27FC236}">
                <a16:creationId xmlns:a16="http://schemas.microsoft.com/office/drawing/2014/main" id="{60583960-9B12-42BB-BECD-AF48E35D2740}"/>
              </a:ext>
            </a:extLst>
          </p:cNvPr>
          <p:cNvSpPr txBox="1"/>
          <p:nvPr/>
        </p:nvSpPr>
        <p:spPr>
          <a:xfrm>
            <a:off x="4449950" y="-6886"/>
            <a:ext cx="1774204" cy="338554"/>
          </a:xfrm>
          <a:prstGeom prst="rect">
            <a:avLst/>
          </a:prstGeom>
          <a:noFill/>
        </p:spPr>
        <p:txBody>
          <a:bodyPr wrap="none" rtlCol="0">
            <a:spAutoFit/>
          </a:bodyPr>
          <a:lstStyle/>
          <a:p>
            <a:r>
              <a:rPr lang="en-US" sz="1600" dirty="0"/>
              <a:t>Chemical counter</a:t>
            </a:r>
          </a:p>
        </p:txBody>
      </p:sp>
      <mc:AlternateContent xmlns:mc="http://schemas.openxmlformats.org/markup-compatibility/2006" xmlns:a14="http://schemas.microsoft.com/office/drawing/2010/main">
        <mc:Choice Requires="a14">
          <p:sp>
            <p:nvSpPr>
              <p:cNvPr id="67" name="TextBox 66">
                <a:extLst>
                  <a:ext uri="{FF2B5EF4-FFF2-40B4-BE49-F238E27FC236}">
                    <a16:creationId xmlns:a16="http://schemas.microsoft.com/office/drawing/2014/main" id="{6BCAB064-03F8-9DAC-144C-1887DC9BB13E}"/>
                  </a:ext>
                </a:extLst>
              </p:cNvPr>
              <p:cNvSpPr txBox="1"/>
              <p:nvPr/>
            </p:nvSpPr>
            <p:spPr>
              <a:xfrm>
                <a:off x="0" y="1346255"/>
                <a:ext cx="593368" cy="369332"/>
              </a:xfrm>
              <a:prstGeom prst="rect">
                <a:avLst/>
              </a:prstGeom>
              <a:noFill/>
            </p:spPr>
            <p:txBody>
              <a:bodyPr wrap="none" rtlCol="0">
                <a:spAutoFit/>
              </a:bodyPr>
              <a:lstStyle/>
              <a:p>
                <a:pPr/>
                <a14:m>
                  <m:oMathPara xmlns:m="http://schemas.openxmlformats.org/officeDocument/2006/math">
                    <m:oMath>
                      <m:sSub>
                        <m:sSubPr>
                          <m:ctrlPr>
                            <a:rPr lang="de-DE" b="0" i="1" smtClean="0">
                              <a:latin typeface="Cambria Math" panose="02040503050406030204" pitchFamily="18" charset="0"/>
                            </a:rPr>
                          </m:ctrlPr>
                        </m:sSubPr>
                        <m:e>
                          <m:r>
                            <m:rPr>
                              <m:sty m:val="p"/>
                            </m:rPr>
                            <a:rPr lang="de-DE" b="0" i="1" smtClean="0">
                              <a:latin typeface="Cambria Math" panose="02040503050406030204" pitchFamily="18" charset="0"/>
                            </a:rPr>
                            <m:t>m</m:t>
                          </m:r>
                        </m:e>
                        <m:sub>
                          <m:r>
                            <m:rPr>
                              <m:sty m:val="p"/>
                            </m:rPr>
                            <a:rPr lang="de-DE" b="0" i="1" smtClean="0">
                              <a:latin typeface="Cambria Math" panose="02040503050406030204" pitchFamily="18" charset="0"/>
                            </a:rPr>
                            <m:t>in</m:t>
                          </m:r>
                        </m:sub>
                      </m:sSub>
                    </m:oMath>
                  </m:oMathPara>
                </a14:m>
                <a:endParaRPr lang="en-US" dirty="0"/>
              </a:p>
            </p:txBody>
          </p:sp>
        </mc:Choice>
        <mc:Fallback xmlns="">
          <p:sp>
            <p:nvSpPr>
              <p:cNvPr id="67" name="TextBox 66">
                <a:extLst>
                  <a:ext uri="{FF2B5EF4-FFF2-40B4-BE49-F238E27FC236}">
                    <a16:creationId xmlns:a16="http://schemas.microsoft.com/office/drawing/2014/main" id="{6BCAB064-03F8-9DAC-144C-1887DC9BB13E}"/>
                  </a:ext>
                </a:extLst>
              </p:cNvPr>
              <p:cNvSpPr txBox="1">
                <a:spLocks noRot="1" noChangeAspect="1" noMove="1" noResize="1" noEditPoints="1" noAdjustHandles="1" noChangeArrowheads="1" noChangeShapeType="1" noTextEdit="1"/>
              </p:cNvSpPr>
              <p:nvPr/>
            </p:nvSpPr>
            <p:spPr>
              <a:xfrm>
                <a:off x="0" y="1346255"/>
                <a:ext cx="593368" cy="369332"/>
              </a:xfrm>
              <a:prstGeom prst="rect">
                <a:avLst/>
              </a:prstGeom>
              <a:blipFill>
                <a:blip r:embed="rId8"/>
                <a:stretch>
                  <a:fillRect/>
                </a:stretch>
              </a:blipFill>
            </p:spPr>
            <p:txBody>
              <a:bodyPr/>
              <a:lstStyle/>
              <a:p>
                <a:r>
                  <a:rPr lang="en-US">
                    <a:noFill/>
                  </a:rPr>
                  <a:t> </a:t>
                </a:r>
              </a:p>
            </p:txBody>
          </p:sp>
        </mc:Fallback>
      </mc:AlternateContent>
      <p:sp>
        <p:nvSpPr>
          <p:cNvPr id="78" name="Rectangle 77">
            <a:extLst>
              <a:ext uri="{FF2B5EF4-FFF2-40B4-BE49-F238E27FC236}">
                <a16:creationId xmlns:a16="http://schemas.microsoft.com/office/drawing/2014/main" id="{B2B82788-7021-9ED4-740F-ADF0F5ABD15B}"/>
              </a:ext>
            </a:extLst>
          </p:cNvPr>
          <p:cNvSpPr/>
          <p:nvPr/>
        </p:nvSpPr>
        <p:spPr>
          <a:xfrm>
            <a:off x="813764" y="212548"/>
            <a:ext cx="2873133" cy="2222154"/>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79" name="TextBox 78">
            <a:extLst>
              <a:ext uri="{FF2B5EF4-FFF2-40B4-BE49-F238E27FC236}">
                <a16:creationId xmlns:a16="http://schemas.microsoft.com/office/drawing/2014/main" id="{2D6758F4-6C66-CE40-152D-A4B0D82A5A03}"/>
              </a:ext>
            </a:extLst>
          </p:cNvPr>
          <p:cNvSpPr txBox="1"/>
          <p:nvPr/>
        </p:nvSpPr>
        <p:spPr>
          <a:xfrm>
            <a:off x="787440" y="212547"/>
            <a:ext cx="1362617" cy="584775"/>
          </a:xfrm>
          <a:prstGeom prst="rect">
            <a:avLst/>
          </a:prstGeom>
          <a:noFill/>
        </p:spPr>
        <p:txBody>
          <a:bodyPr wrap="none" rtlCol="0">
            <a:spAutoFit/>
          </a:bodyPr>
          <a:lstStyle/>
          <a:p>
            <a:r>
              <a:rPr lang="en-US" sz="1600" dirty="0"/>
              <a:t>Chemical</a:t>
            </a:r>
            <a:br>
              <a:rPr lang="en-US" sz="1600" dirty="0"/>
            </a:br>
            <a:r>
              <a:rPr lang="en-US" sz="1600" dirty="0"/>
              <a:t>Differentiator</a:t>
            </a:r>
          </a:p>
        </p:txBody>
      </p:sp>
      <p:sp>
        <p:nvSpPr>
          <p:cNvPr id="81" name="Oval 80">
            <a:extLst>
              <a:ext uri="{FF2B5EF4-FFF2-40B4-BE49-F238E27FC236}">
                <a16:creationId xmlns:a16="http://schemas.microsoft.com/office/drawing/2014/main" id="{D66D160F-80B0-B453-DCE3-BED41998410F}"/>
              </a:ext>
            </a:extLst>
          </p:cNvPr>
          <p:cNvSpPr>
            <a:spLocks noChangeAspect="1"/>
          </p:cNvSpPr>
          <p:nvPr/>
        </p:nvSpPr>
        <p:spPr>
          <a:xfrm>
            <a:off x="1051699" y="1000942"/>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82" name="TextBox 81">
                <a:extLst>
                  <a:ext uri="{FF2B5EF4-FFF2-40B4-BE49-F238E27FC236}">
                    <a16:creationId xmlns:a16="http://schemas.microsoft.com/office/drawing/2014/main" id="{80D2070F-495E-F43A-8B25-B71D63ED4387}"/>
                  </a:ext>
                </a:extLst>
              </p:cNvPr>
              <p:cNvSpPr txBox="1"/>
              <p:nvPr/>
            </p:nvSpPr>
            <p:spPr>
              <a:xfrm>
                <a:off x="996672" y="976786"/>
                <a:ext cx="518558"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Df</m:t>
                          </m:r>
                        </m:sub>
                      </m:sSub>
                    </m:oMath>
                  </m:oMathPara>
                </a14:m>
                <a:endParaRPr lang="en-US" dirty="0">
                  <a:solidFill>
                    <a:schemeClr val="bg1"/>
                  </a:solidFill>
                </a:endParaRPr>
              </a:p>
            </p:txBody>
          </p:sp>
        </mc:Choice>
        <mc:Fallback xmlns="">
          <p:sp>
            <p:nvSpPr>
              <p:cNvPr id="82" name="TextBox 81">
                <a:extLst>
                  <a:ext uri="{FF2B5EF4-FFF2-40B4-BE49-F238E27FC236}">
                    <a16:creationId xmlns:a16="http://schemas.microsoft.com/office/drawing/2014/main" id="{80D2070F-495E-F43A-8B25-B71D63ED4387}"/>
                  </a:ext>
                </a:extLst>
              </p:cNvPr>
              <p:cNvSpPr txBox="1">
                <a:spLocks noRot="1" noChangeAspect="1" noMove="1" noResize="1" noEditPoints="1" noAdjustHandles="1" noChangeArrowheads="1" noChangeShapeType="1" noTextEdit="1"/>
              </p:cNvSpPr>
              <p:nvPr/>
            </p:nvSpPr>
            <p:spPr>
              <a:xfrm>
                <a:off x="996672" y="976786"/>
                <a:ext cx="518558" cy="369332"/>
              </a:xfrm>
              <a:prstGeom prst="rect">
                <a:avLst/>
              </a:prstGeom>
              <a:blipFill>
                <a:blip r:embed="rId9"/>
                <a:stretch>
                  <a:fillRect/>
                </a:stretch>
              </a:blipFill>
            </p:spPr>
            <p:txBody>
              <a:bodyPr/>
              <a:lstStyle/>
              <a:p>
                <a:r>
                  <a:rPr lang="en-US">
                    <a:noFill/>
                  </a:rPr>
                  <a:t> </a:t>
                </a:r>
              </a:p>
            </p:txBody>
          </p:sp>
        </mc:Fallback>
      </mc:AlternateContent>
      <p:sp>
        <p:nvSpPr>
          <p:cNvPr id="83" name="Oval 82">
            <a:extLst>
              <a:ext uri="{FF2B5EF4-FFF2-40B4-BE49-F238E27FC236}">
                <a16:creationId xmlns:a16="http://schemas.microsoft.com/office/drawing/2014/main" id="{CCBAA750-33C1-2AAD-FDE5-69B24596E156}"/>
              </a:ext>
            </a:extLst>
          </p:cNvPr>
          <p:cNvSpPr>
            <a:spLocks noChangeAspect="1"/>
          </p:cNvSpPr>
          <p:nvPr/>
        </p:nvSpPr>
        <p:spPr>
          <a:xfrm>
            <a:off x="1155180" y="1894298"/>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85" name="TextBox 84">
                <a:extLst>
                  <a:ext uri="{FF2B5EF4-FFF2-40B4-BE49-F238E27FC236}">
                    <a16:creationId xmlns:a16="http://schemas.microsoft.com/office/drawing/2014/main" id="{BB920D68-3DE4-12FA-EA6E-8D9F92ED9E69}"/>
                  </a:ext>
                </a:extLst>
              </p:cNvPr>
              <p:cNvSpPr txBox="1"/>
              <p:nvPr/>
            </p:nvSpPr>
            <p:spPr>
              <a:xfrm>
                <a:off x="1097393" y="1886274"/>
                <a:ext cx="518558"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Ds</m:t>
                          </m:r>
                        </m:sub>
                      </m:sSub>
                    </m:oMath>
                  </m:oMathPara>
                </a14:m>
                <a:endParaRPr lang="en-US" dirty="0">
                  <a:solidFill>
                    <a:schemeClr val="bg1"/>
                  </a:solidFill>
                </a:endParaRPr>
              </a:p>
            </p:txBody>
          </p:sp>
        </mc:Choice>
        <mc:Fallback xmlns="">
          <p:sp>
            <p:nvSpPr>
              <p:cNvPr id="85" name="TextBox 84">
                <a:extLst>
                  <a:ext uri="{FF2B5EF4-FFF2-40B4-BE49-F238E27FC236}">
                    <a16:creationId xmlns:a16="http://schemas.microsoft.com/office/drawing/2014/main" id="{BB920D68-3DE4-12FA-EA6E-8D9F92ED9E69}"/>
                  </a:ext>
                </a:extLst>
              </p:cNvPr>
              <p:cNvSpPr txBox="1">
                <a:spLocks noRot="1" noChangeAspect="1" noMove="1" noResize="1" noEditPoints="1" noAdjustHandles="1" noChangeArrowheads="1" noChangeShapeType="1" noTextEdit="1"/>
              </p:cNvSpPr>
              <p:nvPr/>
            </p:nvSpPr>
            <p:spPr>
              <a:xfrm>
                <a:off x="1097393" y="1886274"/>
                <a:ext cx="518558" cy="369332"/>
              </a:xfrm>
              <a:prstGeom prst="rect">
                <a:avLst/>
              </a:prstGeom>
              <a:blipFill>
                <a:blip r:embed="rId10"/>
                <a:stretch>
                  <a:fillRect/>
                </a:stretch>
              </a:blipFill>
            </p:spPr>
            <p:txBody>
              <a:bodyPr/>
              <a:lstStyle/>
              <a:p>
                <a:r>
                  <a:rPr lang="en-US">
                    <a:noFill/>
                  </a:rPr>
                  <a:t> </a:t>
                </a:r>
              </a:p>
            </p:txBody>
          </p:sp>
        </mc:Fallback>
      </mc:AlternateContent>
      <p:sp>
        <p:nvSpPr>
          <p:cNvPr id="86" name="Oval 85">
            <a:extLst>
              <a:ext uri="{FF2B5EF4-FFF2-40B4-BE49-F238E27FC236}">
                <a16:creationId xmlns:a16="http://schemas.microsoft.com/office/drawing/2014/main" id="{B416D890-6D19-21AB-9880-92B7DDCE71FB}"/>
              </a:ext>
            </a:extLst>
          </p:cNvPr>
          <p:cNvSpPr>
            <a:spLocks noChangeAspect="1"/>
          </p:cNvSpPr>
          <p:nvPr/>
        </p:nvSpPr>
        <p:spPr>
          <a:xfrm>
            <a:off x="2221387" y="1004799"/>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87" name="TextBox 86">
                <a:extLst>
                  <a:ext uri="{FF2B5EF4-FFF2-40B4-BE49-F238E27FC236}">
                    <a16:creationId xmlns:a16="http://schemas.microsoft.com/office/drawing/2014/main" id="{A4FE3D6A-C669-9CB9-A199-6E4535AC503C}"/>
                  </a:ext>
                </a:extLst>
              </p:cNvPr>
              <p:cNvSpPr txBox="1"/>
              <p:nvPr/>
            </p:nvSpPr>
            <p:spPr>
              <a:xfrm>
                <a:off x="2166526" y="976223"/>
                <a:ext cx="518558" cy="394019"/>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Dp</m:t>
                          </m:r>
                        </m:sub>
                      </m:sSub>
                    </m:oMath>
                  </m:oMathPara>
                </a14:m>
                <a:endParaRPr lang="en-US" dirty="0">
                  <a:solidFill>
                    <a:schemeClr val="bg1"/>
                  </a:solidFill>
                </a:endParaRPr>
              </a:p>
            </p:txBody>
          </p:sp>
        </mc:Choice>
        <mc:Fallback xmlns="">
          <p:sp>
            <p:nvSpPr>
              <p:cNvPr id="87" name="TextBox 86">
                <a:extLst>
                  <a:ext uri="{FF2B5EF4-FFF2-40B4-BE49-F238E27FC236}">
                    <a16:creationId xmlns:a16="http://schemas.microsoft.com/office/drawing/2014/main" id="{A4FE3D6A-C669-9CB9-A199-6E4535AC503C}"/>
                  </a:ext>
                </a:extLst>
              </p:cNvPr>
              <p:cNvSpPr txBox="1">
                <a:spLocks noRot="1" noChangeAspect="1" noMove="1" noResize="1" noEditPoints="1" noAdjustHandles="1" noChangeArrowheads="1" noChangeShapeType="1" noTextEdit="1"/>
              </p:cNvSpPr>
              <p:nvPr/>
            </p:nvSpPr>
            <p:spPr>
              <a:xfrm>
                <a:off x="2166526" y="976223"/>
                <a:ext cx="518558" cy="394019"/>
              </a:xfrm>
              <a:prstGeom prst="rect">
                <a:avLst/>
              </a:prstGeom>
              <a:blipFill>
                <a:blip r:embed="rId11"/>
                <a:stretch>
                  <a:fillRect b="-7692"/>
                </a:stretch>
              </a:blipFill>
            </p:spPr>
            <p:txBody>
              <a:bodyPr/>
              <a:lstStyle/>
              <a:p>
                <a:r>
                  <a:rPr lang="en-US">
                    <a:noFill/>
                  </a:rPr>
                  <a:t> </a:t>
                </a:r>
              </a:p>
            </p:txBody>
          </p:sp>
        </mc:Fallback>
      </mc:AlternateContent>
      <p:cxnSp>
        <p:nvCxnSpPr>
          <p:cNvPr id="89" name="Straight Arrow Connector 88">
            <a:extLst>
              <a:ext uri="{FF2B5EF4-FFF2-40B4-BE49-F238E27FC236}">
                <a16:creationId xmlns:a16="http://schemas.microsoft.com/office/drawing/2014/main" id="{F58BD4E8-B80D-AFAB-A83D-36D15022174B}"/>
              </a:ext>
            </a:extLst>
          </p:cNvPr>
          <p:cNvCxnSpPr>
            <a:cxnSpLocks/>
            <a:stCxn id="67" idx="3"/>
            <a:endCxn id="81" idx="2"/>
          </p:cNvCxnSpPr>
          <p:nvPr/>
        </p:nvCxnSpPr>
        <p:spPr>
          <a:xfrm flipV="1">
            <a:off x="593368" y="1191650"/>
            <a:ext cx="458331" cy="339271"/>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0" name="Straight Arrow Connector 89">
            <a:extLst>
              <a:ext uri="{FF2B5EF4-FFF2-40B4-BE49-F238E27FC236}">
                <a16:creationId xmlns:a16="http://schemas.microsoft.com/office/drawing/2014/main" id="{156EB90F-BD38-BBC6-32E6-3A0453785D3F}"/>
              </a:ext>
            </a:extLst>
          </p:cNvPr>
          <p:cNvCxnSpPr>
            <a:cxnSpLocks/>
            <a:stCxn id="67" idx="3"/>
            <a:endCxn id="83" idx="2"/>
          </p:cNvCxnSpPr>
          <p:nvPr/>
        </p:nvCxnSpPr>
        <p:spPr>
          <a:xfrm>
            <a:off x="593368" y="1530921"/>
            <a:ext cx="561812" cy="554085"/>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1" name="Straight Arrow Connector 90">
            <a:extLst>
              <a:ext uri="{FF2B5EF4-FFF2-40B4-BE49-F238E27FC236}">
                <a16:creationId xmlns:a16="http://schemas.microsoft.com/office/drawing/2014/main" id="{A92EB5EA-2172-121C-765C-DBA09436D15B}"/>
              </a:ext>
            </a:extLst>
          </p:cNvPr>
          <p:cNvCxnSpPr>
            <a:cxnSpLocks/>
            <a:stCxn id="81" idx="6"/>
            <a:endCxn id="86" idx="2"/>
          </p:cNvCxnSpPr>
          <p:nvPr/>
        </p:nvCxnSpPr>
        <p:spPr>
          <a:xfrm>
            <a:off x="1433113" y="1191650"/>
            <a:ext cx="788274" cy="3858"/>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2" name="Straight Arrow Connector 91">
            <a:extLst>
              <a:ext uri="{FF2B5EF4-FFF2-40B4-BE49-F238E27FC236}">
                <a16:creationId xmlns:a16="http://schemas.microsoft.com/office/drawing/2014/main" id="{5E4AA81F-DCE0-8678-821D-596356A85DB3}"/>
              </a:ext>
            </a:extLst>
          </p:cNvPr>
          <p:cNvCxnSpPr>
            <a:cxnSpLocks/>
            <a:stCxn id="83" idx="6"/>
            <a:endCxn id="98" idx="2"/>
          </p:cNvCxnSpPr>
          <p:nvPr/>
        </p:nvCxnSpPr>
        <p:spPr>
          <a:xfrm>
            <a:off x="1536594" y="2085006"/>
            <a:ext cx="1447412" cy="33588"/>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3" name="Straight Arrow Connector 92">
            <a:extLst>
              <a:ext uri="{FF2B5EF4-FFF2-40B4-BE49-F238E27FC236}">
                <a16:creationId xmlns:a16="http://schemas.microsoft.com/office/drawing/2014/main" id="{C330D9AB-03D9-F3FC-8AD9-5DD05EB2F84D}"/>
              </a:ext>
            </a:extLst>
          </p:cNvPr>
          <p:cNvCxnSpPr>
            <a:cxnSpLocks/>
            <a:stCxn id="86" idx="6"/>
          </p:cNvCxnSpPr>
          <p:nvPr/>
        </p:nvCxnSpPr>
        <p:spPr>
          <a:xfrm>
            <a:off x="2602801" y="1195507"/>
            <a:ext cx="1532016" cy="14542"/>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94" name="TextBox 93">
                <a:extLst>
                  <a:ext uri="{FF2B5EF4-FFF2-40B4-BE49-F238E27FC236}">
                    <a16:creationId xmlns:a16="http://schemas.microsoft.com/office/drawing/2014/main" id="{225A0D66-711F-58C9-0BEA-C274A0A3D8BB}"/>
                  </a:ext>
                </a:extLst>
              </p:cNvPr>
              <p:cNvSpPr txBox="1"/>
              <p:nvPr/>
            </p:nvSpPr>
            <p:spPr>
              <a:xfrm>
                <a:off x="2910701" y="827267"/>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d</m:t>
                          </m:r>
                        </m:sub>
                      </m:sSub>
                    </m:oMath>
                  </m:oMathPara>
                </a14:m>
                <a:endParaRPr lang="en-US" dirty="0">
                  <a:solidFill>
                    <a:schemeClr val="tx1"/>
                  </a:solidFill>
                </a:endParaRPr>
              </a:p>
            </p:txBody>
          </p:sp>
        </mc:Choice>
        <mc:Fallback xmlns="">
          <p:sp>
            <p:nvSpPr>
              <p:cNvPr id="94" name="TextBox 93">
                <a:extLst>
                  <a:ext uri="{FF2B5EF4-FFF2-40B4-BE49-F238E27FC236}">
                    <a16:creationId xmlns:a16="http://schemas.microsoft.com/office/drawing/2014/main" id="{225A0D66-711F-58C9-0BEA-C274A0A3D8BB}"/>
                  </a:ext>
                </a:extLst>
              </p:cNvPr>
              <p:cNvSpPr txBox="1">
                <a:spLocks noRot="1" noChangeAspect="1" noMove="1" noResize="1" noEditPoints="1" noAdjustHandles="1" noChangeArrowheads="1" noChangeShapeType="1" noTextEdit="1"/>
              </p:cNvSpPr>
              <p:nvPr/>
            </p:nvSpPr>
            <p:spPr>
              <a:xfrm>
                <a:off x="2910701" y="827267"/>
                <a:ext cx="507796" cy="369332"/>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5" name="TextBox 94">
                <a:extLst>
                  <a:ext uri="{FF2B5EF4-FFF2-40B4-BE49-F238E27FC236}">
                    <a16:creationId xmlns:a16="http://schemas.microsoft.com/office/drawing/2014/main" id="{72C63ABD-4497-6CF0-24C1-582C01FE8D9F}"/>
                  </a:ext>
                </a:extLst>
              </p:cNvPr>
              <p:cNvSpPr txBox="1"/>
              <p:nvPr/>
            </p:nvSpPr>
            <p:spPr>
              <a:xfrm>
                <a:off x="1551725" y="814672"/>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Df</m:t>
                          </m:r>
                        </m:sub>
                      </m:sSub>
                    </m:oMath>
                  </m:oMathPara>
                </a14:m>
                <a:endParaRPr lang="en-US" dirty="0">
                  <a:solidFill>
                    <a:schemeClr val="tx1"/>
                  </a:solidFill>
                </a:endParaRPr>
              </a:p>
            </p:txBody>
          </p:sp>
        </mc:Choice>
        <mc:Fallback xmlns="">
          <p:sp>
            <p:nvSpPr>
              <p:cNvPr id="95" name="TextBox 94">
                <a:extLst>
                  <a:ext uri="{FF2B5EF4-FFF2-40B4-BE49-F238E27FC236}">
                    <a16:creationId xmlns:a16="http://schemas.microsoft.com/office/drawing/2014/main" id="{72C63ABD-4497-6CF0-24C1-582C01FE8D9F}"/>
                  </a:ext>
                </a:extLst>
              </p:cNvPr>
              <p:cNvSpPr txBox="1">
                <a:spLocks noRot="1" noChangeAspect="1" noMove="1" noResize="1" noEditPoints="1" noAdjustHandles="1" noChangeArrowheads="1" noChangeShapeType="1" noTextEdit="1"/>
              </p:cNvSpPr>
              <p:nvPr/>
            </p:nvSpPr>
            <p:spPr>
              <a:xfrm>
                <a:off x="1551725" y="814672"/>
                <a:ext cx="507796" cy="369332"/>
              </a:xfrm>
              <a:prstGeom prst="rect">
                <a:avLst/>
              </a:prstGeom>
              <a:blipFill>
                <a:blip r:embed="rId13"/>
                <a:stretch>
                  <a:fillRect r="-481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7" name="TextBox 96">
                <a:extLst>
                  <a:ext uri="{FF2B5EF4-FFF2-40B4-BE49-F238E27FC236}">
                    <a16:creationId xmlns:a16="http://schemas.microsoft.com/office/drawing/2014/main" id="{116BEC33-19A7-A0EB-B0C9-D5FCCE406A2E}"/>
                  </a:ext>
                </a:extLst>
              </p:cNvPr>
              <p:cNvSpPr txBox="1"/>
              <p:nvPr/>
            </p:nvSpPr>
            <p:spPr>
              <a:xfrm>
                <a:off x="1957366" y="2049302"/>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Ds</m:t>
                          </m:r>
                        </m:sub>
                      </m:sSub>
                    </m:oMath>
                  </m:oMathPara>
                </a14:m>
                <a:endParaRPr lang="en-US" dirty="0">
                  <a:solidFill>
                    <a:schemeClr val="tx1"/>
                  </a:solidFill>
                </a:endParaRPr>
              </a:p>
            </p:txBody>
          </p:sp>
        </mc:Choice>
        <mc:Fallback xmlns="">
          <p:sp>
            <p:nvSpPr>
              <p:cNvPr id="97" name="TextBox 96">
                <a:extLst>
                  <a:ext uri="{FF2B5EF4-FFF2-40B4-BE49-F238E27FC236}">
                    <a16:creationId xmlns:a16="http://schemas.microsoft.com/office/drawing/2014/main" id="{116BEC33-19A7-A0EB-B0C9-D5FCCE406A2E}"/>
                  </a:ext>
                </a:extLst>
              </p:cNvPr>
              <p:cNvSpPr txBox="1">
                <a:spLocks noRot="1" noChangeAspect="1" noMove="1" noResize="1" noEditPoints="1" noAdjustHandles="1" noChangeArrowheads="1" noChangeShapeType="1" noTextEdit="1"/>
              </p:cNvSpPr>
              <p:nvPr/>
            </p:nvSpPr>
            <p:spPr>
              <a:xfrm>
                <a:off x="1957366" y="2049302"/>
                <a:ext cx="507796" cy="369332"/>
              </a:xfrm>
              <a:prstGeom prst="rect">
                <a:avLst/>
              </a:prstGeom>
              <a:blipFill>
                <a:blip r:embed="rId14"/>
                <a:stretch>
                  <a:fillRect r="-8434"/>
                </a:stretch>
              </a:blipFill>
            </p:spPr>
            <p:txBody>
              <a:bodyPr/>
              <a:lstStyle/>
              <a:p>
                <a:r>
                  <a:rPr lang="en-US">
                    <a:noFill/>
                  </a:rPr>
                  <a:t> </a:t>
                </a:r>
              </a:p>
            </p:txBody>
          </p:sp>
        </mc:Fallback>
      </mc:AlternateContent>
      <p:sp>
        <p:nvSpPr>
          <p:cNvPr id="98" name="Oval 97">
            <a:extLst>
              <a:ext uri="{FF2B5EF4-FFF2-40B4-BE49-F238E27FC236}">
                <a16:creationId xmlns:a16="http://schemas.microsoft.com/office/drawing/2014/main" id="{415635AA-E5E2-9EC3-31D2-F0D04CF8BE94}"/>
              </a:ext>
            </a:extLst>
          </p:cNvPr>
          <p:cNvSpPr>
            <a:spLocks noChangeAspect="1"/>
          </p:cNvSpPr>
          <p:nvPr/>
        </p:nvSpPr>
        <p:spPr>
          <a:xfrm>
            <a:off x="2984006" y="1927886"/>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100" name="TextBox 99">
                <a:extLst>
                  <a:ext uri="{FF2B5EF4-FFF2-40B4-BE49-F238E27FC236}">
                    <a16:creationId xmlns:a16="http://schemas.microsoft.com/office/drawing/2014/main" id="{DF1AC25E-7D53-F1C8-3DEC-A107F38C2436}"/>
                  </a:ext>
                </a:extLst>
              </p:cNvPr>
              <p:cNvSpPr txBox="1"/>
              <p:nvPr/>
            </p:nvSpPr>
            <p:spPr>
              <a:xfrm>
                <a:off x="2918451" y="1889534"/>
                <a:ext cx="518558"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Di</m:t>
                          </m:r>
                        </m:sub>
                      </m:sSub>
                    </m:oMath>
                  </m:oMathPara>
                </a14:m>
                <a:endParaRPr lang="en-US" dirty="0">
                  <a:solidFill>
                    <a:schemeClr val="bg1"/>
                  </a:solidFill>
                </a:endParaRPr>
              </a:p>
            </p:txBody>
          </p:sp>
        </mc:Choice>
        <mc:Fallback xmlns="">
          <p:sp>
            <p:nvSpPr>
              <p:cNvPr id="100" name="TextBox 99">
                <a:extLst>
                  <a:ext uri="{FF2B5EF4-FFF2-40B4-BE49-F238E27FC236}">
                    <a16:creationId xmlns:a16="http://schemas.microsoft.com/office/drawing/2014/main" id="{DF1AC25E-7D53-F1C8-3DEC-A107F38C2436}"/>
                  </a:ext>
                </a:extLst>
              </p:cNvPr>
              <p:cNvSpPr txBox="1">
                <a:spLocks noRot="1" noChangeAspect="1" noMove="1" noResize="1" noEditPoints="1" noAdjustHandles="1" noChangeArrowheads="1" noChangeShapeType="1" noTextEdit="1"/>
              </p:cNvSpPr>
              <p:nvPr/>
            </p:nvSpPr>
            <p:spPr>
              <a:xfrm>
                <a:off x="2918451" y="1889534"/>
                <a:ext cx="518558" cy="369332"/>
              </a:xfrm>
              <a:prstGeom prst="rect">
                <a:avLst/>
              </a:prstGeom>
              <a:blipFill>
                <a:blip r:embed="rId15"/>
                <a:stretch>
                  <a:fillRect/>
                </a:stretch>
              </a:blipFill>
            </p:spPr>
            <p:txBody>
              <a:bodyPr/>
              <a:lstStyle/>
              <a:p>
                <a:r>
                  <a:rPr lang="en-US">
                    <a:noFill/>
                  </a:rPr>
                  <a:t> </a:t>
                </a:r>
              </a:p>
            </p:txBody>
          </p:sp>
        </mc:Fallback>
      </mc:AlternateContent>
      <p:cxnSp>
        <p:nvCxnSpPr>
          <p:cNvPr id="101" name="Straight Arrow Connector 100">
            <a:extLst>
              <a:ext uri="{FF2B5EF4-FFF2-40B4-BE49-F238E27FC236}">
                <a16:creationId xmlns:a16="http://schemas.microsoft.com/office/drawing/2014/main" id="{68210FA0-90FE-59D0-D0F9-91A07F0EAC07}"/>
              </a:ext>
            </a:extLst>
          </p:cNvPr>
          <p:cNvCxnSpPr>
            <a:cxnSpLocks/>
            <a:stCxn id="94" idx="2"/>
            <a:endCxn id="98" idx="0"/>
          </p:cNvCxnSpPr>
          <p:nvPr/>
        </p:nvCxnSpPr>
        <p:spPr>
          <a:xfrm>
            <a:off x="3164599" y="1196599"/>
            <a:ext cx="10114" cy="731287"/>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09" name="TextBox 108">
                <a:extLst>
                  <a:ext uri="{FF2B5EF4-FFF2-40B4-BE49-F238E27FC236}">
                    <a16:creationId xmlns:a16="http://schemas.microsoft.com/office/drawing/2014/main" id="{4FFFAA75-A02D-6CFF-02BF-7D0EA2EE7F79}"/>
                  </a:ext>
                </a:extLst>
              </p:cNvPr>
              <p:cNvSpPr txBox="1"/>
              <p:nvPr/>
            </p:nvSpPr>
            <p:spPr>
              <a:xfrm>
                <a:off x="3796741" y="718517"/>
                <a:ext cx="578427" cy="400110"/>
              </a:xfrm>
              <a:prstGeom prst="rect">
                <a:avLst/>
              </a:prstGeom>
              <a:noFill/>
            </p:spPr>
            <p:txBody>
              <a:bodyPr wrap="none" rtlCol="0">
                <a:spAutoFit/>
              </a:bodyPr>
              <a:lstStyle/>
              <a:p>
                <a:pPr/>
                <a14:m>
                  <m:oMathPara xmlns:m="http://schemas.openxmlformats.org/officeDocument/2006/math">
                    <m:oMath>
                      <m:sSub>
                        <m:sSubPr>
                          <m:ctrlPr>
                            <a:rPr lang="de-DE" sz="2000" b="0" i="1" smtClean="0">
                              <a:latin typeface="Cambria Math" panose="02040503050406030204" pitchFamily="18" charset="0"/>
                            </a:rPr>
                          </m:ctrlPr>
                        </m:sSubPr>
                        <m:e>
                          <m:r>
                            <m:rPr>
                              <m:sty m:val="p"/>
                            </m:rPr>
                            <a:rPr lang="de-DE" sz="2000" b="0" i="1" smtClean="0">
                              <a:latin typeface="Cambria Math" panose="02040503050406030204" pitchFamily="18" charset="0"/>
                            </a:rPr>
                            <m:t>m</m:t>
                          </m:r>
                        </m:e>
                        <m:sub>
                          <m:r>
                            <m:rPr>
                              <m:sty m:val="p"/>
                            </m:rPr>
                            <a:rPr lang="de-DE" sz="2000" b="0" i="1" smtClean="0">
                              <a:latin typeface="Cambria Math" panose="02040503050406030204" pitchFamily="18" charset="0"/>
                            </a:rPr>
                            <m:t>d</m:t>
                          </m:r>
                        </m:sub>
                      </m:sSub>
                    </m:oMath>
                  </m:oMathPara>
                </a14:m>
                <a:endParaRPr lang="en-US" sz="2000" dirty="0"/>
              </a:p>
            </p:txBody>
          </p:sp>
        </mc:Choice>
        <mc:Fallback xmlns="">
          <p:sp>
            <p:nvSpPr>
              <p:cNvPr id="109" name="TextBox 108">
                <a:extLst>
                  <a:ext uri="{FF2B5EF4-FFF2-40B4-BE49-F238E27FC236}">
                    <a16:creationId xmlns:a16="http://schemas.microsoft.com/office/drawing/2014/main" id="{4FFFAA75-A02D-6CFF-02BF-7D0EA2EE7F79}"/>
                  </a:ext>
                </a:extLst>
              </p:cNvPr>
              <p:cNvSpPr txBox="1">
                <a:spLocks noRot="1" noChangeAspect="1" noMove="1" noResize="1" noEditPoints="1" noAdjustHandles="1" noChangeArrowheads="1" noChangeShapeType="1" noTextEdit="1"/>
              </p:cNvSpPr>
              <p:nvPr/>
            </p:nvSpPr>
            <p:spPr>
              <a:xfrm>
                <a:off x="3796741" y="718517"/>
                <a:ext cx="578427" cy="400110"/>
              </a:xfrm>
              <a:prstGeom prst="rect">
                <a:avLst/>
              </a:prstGeom>
              <a:blipFill>
                <a:blip r:embed="rId1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2" name="TextBox 111">
                <a:extLst>
                  <a:ext uri="{FF2B5EF4-FFF2-40B4-BE49-F238E27FC236}">
                    <a16:creationId xmlns:a16="http://schemas.microsoft.com/office/drawing/2014/main" id="{D56BAA8B-501E-4A67-2706-56061AD47811}"/>
                  </a:ext>
                </a:extLst>
              </p:cNvPr>
              <p:cNvSpPr txBox="1"/>
              <p:nvPr/>
            </p:nvSpPr>
            <p:spPr>
              <a:xfrm>
                <a:off x="7415254" y="175204"/>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c</m:t>
                          </m:r>
                        </m:sub>
                      </m:sSub>
                    </m:oMath>
                  </m:oMathPara>
                </a14:m>
                <a:endParaRPr lang="en-US" dirty="0">
                  <a:solidFill>
                    <a:schemeClr val="tx1"/>
                  </a:solidFill>
                </a:endParaRPr>
              </a:p>
            </p:txBody>
          </p:sp>
        </mc:Choice>
        <mc:Fallback xmlns="">
          <p:sp>
            <p:nvSpPr>
              <p:cNvPr id="112" name="TextBox 111">
                <a:extLst>
                  <a:ext uri="{FF2B5EF4-FFF2-40B4-BE49-F238E27FC236}">
                    <a16:creationId xmlns:a16="http://schemas.microsoft.com/office/drawing/2014/main" id="{D56BAA8B-501E-4A67-2706-56061AD47811}"/>
                  </a:ext>
                </a:extLst>
              </p:cNvPr>
              <p:cNvSpPr txBox="1">
                <a:spLocks noRot="1" noChangeAspect="1" noMove="1" noResize="1" noEditPoints="1" noAdjustHandles="1" noChangeArrowheads="1" noChangeShapeType="1" noTextEdit="1"/>
              </p:cNvSpPr>
              <p:nvPr/>
            </p:nvSpPr>
            <p:spPr>
              <a:xfrm>
                <a:off x="7415254" y="175204"/>
                <a:ext cx="507796" cy="369332"/>
              </a:xfrm>
              <a:prstGeom prst="rect">
                <a:avLst/>
              </a:prstGeom>
              <a:blipFill>
                <a:blip r:embed="rId17"/>
                <a:stretch>
                  <a:fillRect/>
                </a:stretch>
              </a:blipFill>
            </p:spPr>
            <p:txBody>
              <a:bodyPr/>
              <a:lstStyle/>
              <a:p>
                <a:r>
                  <a:rPr lang="en-US">
                    <a:noFill/>
                  </a:rPr>
                  <a:t> </a:t>
                </a:r>
              </a:p>
            </p:txBody>
          </p:sp>
        </mc:Fallback>
      </mc:AlternateContent>
      <p:sp>
        <p:nvSpPr>
          <p:cNvPr id="30" name="Oval 29">
            <a:extLst>
              <a:ext uri="{FF2B5EF4-FFF2-40B4-BE49-F238E27FC236}">
                <a16:creationId xmlns:a16="http://schemas.microsoft.com/office/drawing/2014/main" id="{F7D422D5-1505-C24F-2EE9-C42EE99881C9}"/>
              </a:ext>
            </a:extLst>
          </p:cNvPr>
          <p:cNvSpPr>
            <a:spLocks noChangeAspect="1"/>
          </p:cNvSpPr>
          <p:nvPr/>
        </p:nvSpPr>
        <p:spPr>
          <a:xfrm>
            <a:off x="9575979" y="144458"/>
            <a:ext cx="410141" cy="41014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1" name="Oval 30">
            <a:extLst>
              <a:ext uri="{FF2B5EF4-FFF2-40B4-BE49-F238E27FC236}">
                <a16:creationId xmlns:a16="http://schemas.microsoft.com/office/drawing/2014/main" id="{8E529039-4FFB-9DDB-CA2C-921419ACCFF4}"/>
              </a:ext>
            </a:extLst>
          </p:cNvPr>
          <p:cNvSpPr>
            <a:spLocks noChangeAspect="1"/>
          </p:cNvSpPr>
          <p:nvPr/>
        </p:nvSpPr>
        <p:spPr>
          <a:xfrm>
            <a:off x="9585689" y="2015561"/>
            <a:ext cx="410141" cy="41014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32" name="Straight Arrow Connector 31">
            <a:extLst>
              <a:ext uri="{FF2B5EF4-FFF2-40B4-BE49-F238E27FC236}">
                <a16:creationId xmlns:a16="http://schemas.microsoft.com/office/drawing/2014/main" id="{AFF9D0B5-6CBC-3C26-B1BD-30D4566E4F7A}"/>
              </a:ext>
            </a:extLst>
          </p:cNvPr>
          <p:cNvCxnSpPr>
            <a:cxnSpLocks/>
            <a:stCxn id="31" idx="6"/>
            <a:endCxn id="43" idx="3"/>
          </p:cNvCxnSpPr>
          <p:nvPr/>
        </p:nvCxnSpPr>
        <p:spPr>
          <a:xfrm flipV="1">
            <a:off x="9995830" y="1422412"/>
            <a:ext cx="806857" cy="798219"/>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a16="http://schemas.microsoft.com/office/drawing/2014/main" id="{C4E39E4D-62ED-ED49-8E9D-5B445F5268C2}"/>
              </a:ext>
            </a:extLst>
          </p:cNvPr>
          <p:cNvCxnSpPr>
            <a:cxnSpLocks/>
            <a:stCxn id="30" idx="6"/>
            <a:endCxn id="43" idx="1"/>
          </p:cNvCxnSpPr>
          <p:nvPr/>
        </p:nvCxnSpPr>
        <p:spPr>
          <a:xfrm>
            <a:off x="9986120" y="349529"/>
            <a:ext cx="816567" cy="78287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B93F961C-76B8-B79A-C95F-0417C4435175}"/>
                  </a:ext>
                </a:extLst>
              </p:cNvPr>
              <p:cNvSpPr txBox="1"/>
              <p:nvPr/>
            </p:nvSpPr>
            <p:spPr>
              <a:xfrm>
                <a:off x="10078291" y="242332"/>
                <a:ext cx="855270"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Nc</m:t>
                          </m:r>
                        </m:sub>
                      </m:sSub>
                    </m:oMath>
                  </m:oMathPara>
                </a14:m>
                <a:endParaRPr lang="en-US" dirty="0">
                  <a:solidFill>
                    <a:schemeClr val="tx1"/>
                  </a:solidFill>
                </a:endParaRPr>
              </a:p>
            </p:txBody>
          </p:sp>
        </mc:Choice>
        <mc:Fallback xmlns="">
          <p:sp>
            <p:nvSpPr>
              <p:cNvPr id="34" name="TextBox 33">
                <a:extLst>
                  <a:ext uri="{FF2B5EF4-FFF2-40B4-BE49-F238E27FC236}">
                    <a16:creationId xmlns:a16="http://schemas.microsoft.com/office/drawing/2014/main" id="{B93F961C-76B8-B79A-C95F-0417C4435175}"/>
                  </a:ext>
                </a:extLst>
              </p:cNvPr>
              <p:cNvSpPr txBox="1">
                <a:spLocks noRot="1" noChangeAspect="1" noMove="1" noResize="1" noEditPoints="1" noAdjustHandles="1" noChangeArrowheads="1" noChangeShapeType="1" noTextEdit="1"/>
              </p:cNvSpPr>
              <p:nvPr/>
            </p:nvSpPr>
            <p:spPr>
              <a:xfrm>
                <a:off x="10078291" y="242332"/>
                <a:ext cx="855270" cy="369332"/>
              </a:xfrm>
              <a:prstGeom prst="rect">
                <a:avLst/>
              </a:prstGeom>
              <a:blipFill>
                <a:blip r:embed="rId1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FFF2D730-23AF-778B-2FBB-F8FCB1502B50}"/>
                  </a:ext>
                </a:extLst>
              </p:cNvPr>
              <p:cNvSpPr txBox="1"/>
              <p:nvPr/>
            </p:nvSpPr>
            <p:spPr>
              <a:xfrm>
                <a:off x="10136554" y="1770391"/>
                <a:ext cx="855270"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Nc</m:t>
                          </m:r>
                        </m:sub>
                      </m:sSub>
                    </m:oMath>
                  </m:oMathPara>
                </a14:m>
                <a:endParaRPr lang="en-US" dirty="0">
                  <a:solidFill>
                    <a:schemeClr val="tx1"/>
                  </a:solidFill>
                </a:endParaRPr>
              </a:p>
            </p:txBody>
          </p:sp>
        </mc:Choice>
        <mc:Fallback xmlns="">
          <p:sp>
            <p:nvSpPr>
              <p:cNvPr id="35" name="TextBox 34">
                <a:extLst>
                  <a:ext uri="{FF2B5EF4-FFF2-40B4-BE49-F238E27FC236}">
                    <a16:creationId xmlns:a16="http://schemas.microsoft.com/office/drawing/2014/main" id="{FFF2D730-23AF-778B-2FBB-F8FCB1502B50}"/>
                  </a:ext>
                </a:extLst>
              </p:cNvPr>
              <p:cNvSpPr txBox="1">
                <a:spLocks noRot="1" noChangeAspect="1" noMove="1" noResize="1" noEditPoints="1" noAdjustHandles="1" noChangeArrowheads="1" noChangeShapeType="1" noTextEdit="1"/>
              </p:cNvSpPr>
              <p:nvPr/>
            </p:nvSpPr>
            <p:spPr>
              <a:xfrm>
                <a:off x="10136554" y="1770391"/>
                <a:ext cx="855270" cy="369332"/>
              </a:xfrm>
              <a:prstGeom prst="rect">
                <a:avLst/>
              </a:prstGeom>
              <a:blipFill>
                <a:blip r:embed="rId1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77D776BE-BBC6-A4DC-2E56-FBD901F903A1}"/>
                  </a:ext>
                </a:extLst>
              </p:cNvPr>
              <p:cNvSpPr txBox="1"/>
              <p:nvPr/>
            </p:nvSpPr>
            <p:spPr>
              <a:xfrm>
                <a:off x="8973206" y="595408"/>
                <a:ext cx="855270"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Na</m:t>
                          </m:r>
                        </m:sub>
                      </m:sSub>
                    </m:oMath>
                  </m:oMathPara>
                </a14:m>
                <a:endParaRPr lang="en-US" dirty="0">
                  <a:solidFill>
                    <a:schemeClr val="tx1"/>
                  </a:solidFill>
                </a:endParaRPr>
              </a:p>
            </p:txBody>
          </p:sp>
        </mc:Choice>
        <mc:Fallback xmlns="">
          <p:sp>
            <p:nvSpPr>
              <p:cNvPr id="36" name="TextBox 35">
                <a:extLst>
                  <a:ext uri="{FF2B5EF4-FFF2-40B4-BE49-F238E27FC236}">
                    <a16:creationId xmlns:a16="http://schemas.microsoft.com/office/drawing/2014/main" id="{77D776BE-BBC6-A4DC-2E56-FBD901F903A1}"/>
                  </a:ext>
                </a:extLst>
              </p:cNvPr>
              <p:cNvSpPr txBox="1">
                <a:spLocks noRot="1" noChangeAspect="1" noMove="1" noResize="1" noEditPoints="1" noAdjustHandles="1" noChangeArrowheads="1" noChangeShapeType="1" noTextEdit="1"/>
              </p:cNvSpPr>
              <p:nvPr/>
            </p:nvSpPr>
            <p:spPr>
              <a:xfrm>
                <a:off x="8973206" y="595408"/>
                <a:ext cx="855270" cy="369332"/>
              </a:xfrm>
              <a:prstGeom prst="rect">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79FBAC14-78C0-1CEB-25E1-1A58E75299DA}"/>
                  </a:ext>
                </a:extLst>
              </p:cNvPr>
              <p:cNvSpPr txBox="1"/>
              <p:nvPr/>
            </p:nvSpPr>
            <p:spPr>
              <a:xfrm>
                <a:off x="8905458" y="1506194"/>
                <a:ext cx="855270"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Nb</m:t>
                          </m:r>
                        </m:sub>
                      </m:sSub>
                    </m:oMath>
                  </m:oMathPara>
                </a14:m>
                <a:endParaRPr lang="en-US" dirty="0">
                  <a:solidFill>
                    <a:schemeClr val="tx1"/>
                  </a:solidFill>
                </a:endParaRPr>
              </a:p>
            </p:txBody>
          </p:sp>
        </mc:Choice>
        <mc:Fallback xmlns="">
          <p:sp>
            <p:nvSpPr>
              <p:cNvPr id="37" name="TextBox 36">
                <a:extLst>
                  <a:ext uri="{FF2B5EF4-FFF2-40B4-BE49-F238E27FC236}">
                    <a16:creationId xmlns:a16="http://schemas.microsoft.com/office/drawing/2014/main" id="{79FBAC14-78C0-1CEB-25E1-1A58E75299DA}"/>
                  </a:ext>
                </a:extLst>
              </p:cNvPr>
              <p:cNvSpPr txBox="1">
                <a:spLocks noRot="1" noChangeAspect="1" noMove="1" noResize="1" noEditPoints="1" noAdjustHandles="1" noChangeArrowheads="1" noChangeShapeType="1" noTextEdit="1"/>
              </p:cNvSpPr>
              <p:nvPr/>
            </p:nvSpPr>
            <p:spPr>
              <a:xfrm>
                <a:off x="8905458" y="1506194"/>
                <a:ext cx="855270" cy="369332"/>
              </a:xfrm>
              <a:prstGeom prst="rect">
                <a:avLst/>
              </a:prstGeom>
              <a:blipFill>
                <a:blip r:embed="rId21"/>
                <a:stretch>
                  <a:fillRect/>
                </a:stretch>
              </a:blipFill>
            </p:spPr>
            <p:txBody>
              <a:bodyPr/>
              <a:lstStyle/>
              <a:p>
                <a:r>
                  <a:rPr lang="en-US">
                    <a:noFill/>
                  </a:rPr>
                  <a:t> </a:t>
                </a:r>
              </a:p>
            </p:txBody>
          </p:sp>
        </mc:Fallback>
      </mc:AlternateContent>
      <p:sp>
        <p:nvSpPr>
          <p:cNvPr id="38" name="Oval 37">
            <a:extLst>
              <a:ext uri="{FF2B5EF4-FFF2-40B4-BE49-F238E27FC236}">
                <a16:creationId xmlns:a16="http://schemas.microsoft.com/office/drawing/2014/main" id="{3E85160C-0145-B817-398A-50A535CB756B}"/>
              </a:ext>
            </a:extLst>
          </p:cNvPr>
          <p:cNvSpPr>
            <a:spLocks noChangeAspect="1"/>
          </p:cNvSpPr>
          <p:nvPr/>
        </p:nvSpPr>
        <p:spPr>
          <a:xfrm>
            <a:off x="8524898" y="1072335"/>
            <a:ext cx="410141" cy="41014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39" name="Straight Arrow Connector 38">
            <a:extLst>
              <a:ext uri="{FF2B5EF4-FFF2-40B4-BE49-F238E27FC236}">
                <a16:creationId xmlns:a16="http://schemas.microsoft.com/office/drawing/2014/main" id="{911A6E86-33C7-3AA5-C0F8-A6F9DA20E668}"/>
              </a:ext>
            </a:extLst>
          </p:cNvPr>
          <p:cNvCxnSpPr>
            <a:cxnSpLocks/>
            <a:stCxn id="38" idx="0"/>
            <a:endCxn id="30" idx="2"/>
          </p:cNvCxnSpPr>
          <p:nvPr/>
        </p:nvCxnSpPr>
        <p:spPr>
          <a:xfrm flipV="1">
            <a:off x="8729969" y="349529"/>
            <a:ext cx="846010" cy="722806"/>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4C3CE3F6-F3DB-F3E3-DF8F-22E2692ABB07}"/>
                  </a:ext>
                </a:extLst>
              </p:cNvPr>
              <p:cNvSpPr txBox="1"/>
              <p:nvPr/>
            </p:nvSpPr>
            <p:spPr>
              <a:xfrm>
                <a:off x="7804966" y="787250"/>
                <a:ext cx="546041"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c</m:t>
                          </m:r>
                        </m:sub>
                      </m:sSub>
                    </m:oMath>
                  </m:oMathPara>
                </a14:m>
                <a:endParaRPr lang="en-US" dirty="0">
                  <a:solidFill>
                    <a:schemeClr val="tx1"/>
                  </a:solidFill>
                </a:endParaRPr>
              </a:p>
            </p:txBody>
          </p:sp>
        </mc:Choice>
        <mc:Fallback xmlns="">
          <p:sp>
            <p:nvSpPr>
              <p:cNvPr id="40" name="TextBox 39">
                <a:extLst>
                  <a:ext uri="{FF2B5EF4-FFF2-40B4-BE49-F238E27FC236}">
                    <a16:creationId xmlns:a16="http://schemas.microsoft.com/office/drawing/2014/main" id="{4C3CE3F6-F3DB-F3E3-DF8F-22E2692ABB07}"/>
                  </a:ext>
                </a:extLst>
              </p:cNvPr>
              <p:cNvSpPr txBox="1">
                <a:spLocks noRot="1" noChangeAspect="1" noMove="1" noResize="1" noEditPoints="1" noAdjustHandles="1" noChangeArrowheads="1" noChangeShapeType="1" noTextEdit="1"/>
              </p:cNvSpPr>
              <p:nvPr/>
            </p:nvSpPr>
            <p:spPr>
              <a:xfrm>
                <a:off x="7804966" y="787250"/>
                <a:ext cx="546041" cy="369332"/>
              </a:xfrm>
              <a:prstGeom prst="rect">
                <a:avLst/>
              </a:prstGeom>
              <a:blipFill>
                <a:blip r:embed="rId22"/>
                <a:stretch>
                  <a:fillRect/>
                </a:stretch>
              </a:blipFill>
            </p:spPr>
            <p:txBody>
              <a:bodyPr/>
              <a:lstStyle/>
              <a:p>
                <a:r>
                  <a:rPr lang="en-US">
                    <a:noFill/>
                  </a:rPr>
                  <a:t> </a:t>
                </a:r>
              </a:p>
            </p:txBody>
          </p:sp>
        </mc:Fallback>
      </mc:AlternateContent>
      <p:cxnSp>
        <p:nvCxnSpPr>
          <p:cNvPr id="41" name="Straight Arrow Connector 40">
            <a:extLst>
              <a:ext uri="{FF2B5EF4-FFF2-40B4-BE49-F238E27FC236}">
                <a16:creationId xmlns:a16="http://schemas.microsoft.com/office/drawing/2014/main" id="{1F279D8E-942F-BBB7-6A40-CE8E4E68334D}"/>
              </a:ext>
            </a:extLst>
          </p:cNvPr>
          <p:cNvCxnSpPr>
            <a:cxnSpLocks/>
            <a:endCxn id="49" idx="1"/>
          </p:cNvCxnSpPr>
          <p:nvPr/>
        </p:nvCxnSpPr>
        <p:spPr>
          <a:xfrm>
            <a:off x="7765437" y="1233701"/>
            <a:ext cx="740834" cy="1289"/>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42" name="Straight Arrow Connector 41">
            <a:extLst>
              <a:ext uri="{FF2B5EF4-FFF2-40B4-BE49-F238E27FC236}">
                <a16:creationId xmlns:a16="http://schemas.microsoft.com/office/drawing/2014/main" id="{BDD18DE1-7449-0682-2279-DBCBA1B61D6C}"/>
              </a:ext>
            </a:extLst>
          </p:cNvPr>
          <p:cNvCxnSpPr>
            <a:cxnSpLocks/>
            <a:stCxn id="38" idx="4"/>
            <a:endCxn id="31" idx="2"/>
          </p:cNvCxnSpPr>
          <p:nvPr/>
        </p:nvCxnSpPr>
        <p:spPr>
          <a:xfrm>
            <a:off x="8729969" y="1482476"/>
            <a:ext cx="855720" cy="738155"/>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sp>
        <p:nvSpPr>
          <p:cNvPr id="43" name="Oval 42">
            <a:extLst>
              <a:ext uri="{FF2B5EF4-FFF2-40B4-BE49-F238E27FC236}">
                <a16:creationId xmlns:a16="http://schemas.microsoft.com/office/drawing/2014/main" id="{1938617E-AAD8-8391-FB6D-78DE8CDE57EA}"/>
              </a:ext>
            </a:extLst>
          </p:cNvPr>
          <p:cNvSpPr>
            <a:spLocks noChangeAspect="1"/>
          </p:cNvSpPr>
          <p:nvPr/>
        </p:nvSpPr>
        <p:spPr>
          <a:xfrm>
            <a:off x="10742623" y="1072335"/>
            <a:ext cx="410141" cy="41014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44" name="Straight Arrow Connector 43">
            <a:extLst>
              <a:ext uri="{FF2B5EF4-FFF2-40B4-BE49-F238E27FC236}">
                <a16:creationId xmlns:a16="http://schemas.microsoft.com/office/drawing/2014/main" id="{218AFA0D-36B7-F4CD-FA7F-71E244FA9723}"/>
              </a:ext>
            </a:extLst>
          </p:cNvPr>
          <p:cNvCxnSpPr>
            <a:cxnSpLocks/>
          </p:cNvCxnSpPr>
          <p:nvPr/>
        </p:nvCxnSpPr>
        <p:spPr>
          <a:xfrm flipV="1">
            <a:off x="11152764" y="1261123"/>
            <a:ext cx="782058" cy="16282"/>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06B90E67-E582-D1EA-B8B0-A3D731AD4E4A}"/>
                  </a:ext>
                </a:extLst>
              </p:cNvPr>
              <p:cNvSpPr txBox="1"/>
              <p:nvPr/>
            </p:nvSpPr>
            <p:spPr>
              <a:xfrm>
                <a:off x="11375112" y="854140"/>
                <a:ext cx="524049" cy="369332"/>
              </a:xfrm>
              <a:prstGeom prst="rect">
                <a:avLst/>
              </a:prstGeom>
              <a:noFill/>
            </p:spPr>
            <p:txBody>
              <a:bodyPr wrap="square">
                <a:spAutoFit/>
              </a:bodyPr>
              <a:lstStyle/>
              <a:p>
                <a:pPr/>
                <a14:m>
                  <m:oMathPara xmlns:m="http://schemas.openxmlformats.org/officeDocument/2006/math">
                    <m:oMath>
                      <m:sSub>
                        <m:sSubPr>
                          <m:ctrlPr>
                            <a:rPr lang="de-DE" b="0" i="1" smtClean="0">
                              <a:latin typeface="Cambria Math" panose="02040503050406030204" pitchFamily="18" charset="0"/>
                            </a:rPr>
                          </m:ctrlPr>
                        </m:sSubPr>
                        <m:e>
                          <m:r>
                            <m:rPr>
                              <m:sty m:val="p"/>
                            </m:rPr>
                            <a:rPr lang="de-DE" b="0" i="1" smtClean="0">
                              <a:latin typeface="Cambria Math" panose="02040503050406030204" pitchFamily="18" charset="0"/>
                            </a:rPr>
                            <m:t>m</m:t>
                          </m:r>
                        </m:e>
                        <m:sub>
                          <m:r>
                            <m:rPr>
                              <m:sty m:val="p"/>
                            </m:rPr>
                            <a:rPr lang="de-DE" b="0" i="1" smtClean="0">
                              <a:latin typeface="Cambria Math" panose="02040503050406030204" pitchFamily="18" charset="0"/>
                            </a:rPr>
                            <m:t>out</m:t>
                          </m:r>
                        </m:sub>
                      </m:sSub>
                    </m:oMath>
                  </m:oMathPara>
                </a14:m>
                <a:endParaRPr lang="en-US" dirty="0"/>
              </a:p>
            </p:txBody>
          </p:sp>
        </mc:Choice>
        <mc:Fallback xmlns="">
          <p:sp>
            <p:nvSpPr>
              <p:cNvPr id="45" name="TextBox 44">
                <a:extLst>
                  <a:ext uri="{FF2B5EF4-FFF2-40B4-BE49-F238E27FC236}">
                    <a16:creationId xmlns:a16="http://schemas.microsoft.com/office/drawing/2014/main" id="{06B90E67-E582-D1EA-B8B0-A3D731AD4E4A}"/>
                  </a:ext>
                </a:extLst>
              </p:cNvPr>
              <p:cNvSpPr txBox="1">
                <a:spLocks noRot="1" noChangeAspect="1" noMove="1" noResize="1" noEditPoints="1" noAdjustHandles="1" noChangeArrowheads="1" noChangeShapeType="1" noTextEdit="1"/>
              </p:cNvSpPr>
              <p:nvPr/>
            </p:nvSpPr>
            <p:spPr>
              <a:xfrm>
                <a:off x="11375112" y="854140"/>
                <a:ext cx="524049" cy="369332"/>
              </a:xfrm>
              <a:prstGeom prst="rect">
                <a:avLst/>
              </a:prstGeom>
              <a:blipFill>
                <a:blip r:embed="rId23"/>
                <a:stretch>
                  <a:fillRect r="-151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ADE972A2-A459-56AE-C6E7-B330A5DE01D7}"/>
                  </a:ext>
                </a:extLst>
              </p:cNvPr>
              <p:cNvSpPr txBox="1"/>
              <p:nvPr/>
            </p:nvSpPr>
            <p:spPr>
              <a:xfrm>
                <a:off x="10724745" y="1051777"/>
                <a:ext cx="448081"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No</m:t>
                          </m:r>
                        </m:sub>
                      </m:sSub>
                    </m:oMath>
                  </m:oMathPara>
                </a14:m>
                <a:endParaRPr lang="en-US" dirty="0">
                  <a:solidFill>
                    <a:schemeClr val="bg1"/>
                  </a:solidFill>
                </a:endParaRPr>
              </a:p>
            </p:txBody>
          </p:sp>
        </mc:Choice>
        <mc:Fallback xmlns="">
          <p:sp>
            <p:nvSpPr>
              <p:cNvPr id="46" name="TextBox 45">
                <a:extLst>
                  <a:ext uri="{FF2B5EF4-FFF2-40B4-BE49-F238E27FC236}">
                    <a16:creationId xmlns:a16="http://schemas.microsoft.com/office/drawing/2014/main" id="{ADE972A2-A459-56AE-C6E7-B330A5DE01D7}"/>
                  </a:ext>
                </a:extLst>
              </p:cNvPr>
              <p:cNvSpPr txBox="1">
                <a:spLocks noRot="1" noChangeAspect="1" noMove="1" noResize="1" noEditPoints="1" noAdjustHandles="1" noChangeArrowheads="1" noChangeShapeType="1" noTextEdit="1"/>
              </p:cNvSpPr>
              <p:nvPr/>
            </p:nvSpPr>
            <p:spPr>
              <a:xfrm>
                <a:off x="10724745" y="1051777"/>
                <a:ext cx="448081" cy="369332"/>
              </a:xfrm>
              <a:prstGeom prst="rect">
                <a:avLst/>
              </a:prstGeom>
              <a:blipFill>
                <a:blip r:embed="rId24"/>
                <a:stretch>
                  <a:fillRect r="-405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C8D598C4-E9B5-53E0-EA51-287C808741F3}"/>
                  </a:ext>
                </a:extLst>
              </p:cNvPr>
              <p:cNvSpPr txBox="1"/>
              <p:nvPr/>
            </p:nvSpPr>
            <p:spPr>
              <a:xfrm>
                <a:off x="9511232" y="111833"/>
                <a:ext cx="557613"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Na</m:t>
                          </m:r>
                        </m:sub>
                      </m:sSub>
                    </m:oMath>
                  </m:oMathPara>
                </a14:m>
                <a:endParaRPr lang="en-US" dirty="0">
                  <a:solidFill>
                    <a:schemeClr val="bg1"/>
                  </a:solidFill>
                </a:endParaRPr>
              </a:p>
            </p:txBody>
          </p:sp>
        </mc:Choice>
        <mc:Fallback xmlns="">
          <p:sp>
            <p:nvSpPr>
              <p:cNvPr id="47" name="TextBox 46">
                <a:extLst>
                  <a:ext uri="{FF2B5EF4-FFF2-40B4-BE49-F238E27FC236}">
                    <a16:creationId xmlns:a16="http://schemas.microsoft.com/office/drawing/2014/main" id="{C8D598C4-E9B5-53E0-EA51-287C808741F3}"/>
                  </a:ext>
                </a:extLst>
              </p:cNvPr>
              <p:cNvSpPr txBox="1">
                <a:spLocks noRot="1" noChangeAspect="1" noMove="1" noResize="1" noEditPoints="1" noAdjustHandles="1" noChangeArrowheads="1" noChangeShapeType="1" noTextEdit="1"/>
              </p:cNvSpPr>
              <p:nvPr/>
            </p:nvSpPr>
            <p:spPr>
              <a:xfrm>
                <a:off x="9511232" y="111833"/>
                <a:ext cx="557613" cy="369332"/>
              </a:xfrm>
              <a:prstGeom prst="rect">
                <a:avLst/>
              </a:prstGeom>
              <a:blipFill>
                <a:blip r:embed="rId2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DA1C1013-44FA-19EC-EF81-0E1651BC1801}"/>
                  </a:ext>
                </a:extLst>
              </p:cNvPr>
              <p:cNvSpPr txBox="1"/>
              <p:nvPr/>
            </p:nvSpPr>
            <p:spPr>
              <a:xfrm>
                <a:off x="9565904" y="1994059"/>
                <a:ext cx="421017"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Nb</m:t>
                          </m:r>
                        </m:sub>
                      </m:sSub>
                    </m:oMath>
                  </m:oMathPara>
                </a14:m>
                <a:endParaRPr lang="en-US" dirty="0">
                  <a:solidFill>
                    <a:schemeClr val="bg1"/>
                  </a:solidFill>
                </a:endParaRPr>
              </a:p>
            </p:txBody>
          </p:sp>
        </mc:Choice>
        <mc:Fallback xmlns="">
          <p:sp>
            <p:nvSpPr>
              <p:cNvPr id="48" name="TextBox 47">
                <a:extLst>
                  <a:ext uri="{FF2B5EF4-FFF2-40B4-BE49-F238E27FC236}">
                    <a16:creationId xmlns:a16="http://schemas.microsoft.com/office/drawing/2014/main" id="{DA1C1013-44FA-19EC-EF81-0E1651BC1801}"/>
                  </a:ext>
                </a:extLst>
              </p:cNvPr>
              <p:cNvSpPr txBox="1">
                <a:spLocks noRot="1" noChangeAspect="1" noMove="1" noResize="1" noEditPoints="1" noAdjustHandles="1" noChangeArrowheads="1" noChangeShapeType="1" noTextEdit="1"/>
              </p:cNvSpPr>
              <p:nvPr/>
            </p:nvSpPr>
            <p:spPr>
              <a:xfrm>
                <a:off x="9565904" y="1994059"/>
                <a:ext cx="421017" cy="369332"/>
              </a:xfrm>
              <a:prstGeom prst="rect">
                <a:avLst/>
              </a:prstGeom>
              <a:blipFill>
                <a:blip r:embed="rId26"/>
                <a:stretch>
                  <a:fillRect r="-130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55F609B5-B680-F7BE-6638-33F263BA8729}"/>
                  </a:ext>
                </a:extLst>
              </p:cNvPr>
              <p:cNvSpPr txBox="1"/>
              <p:nvPr/>
            </p:nvSpPr>
            <p:spPr>
              <a:xfrm>
                <a:off x="8506271" y="1050324"/>
                <a:ext cx="448081"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Ni</m:t>
                          </m:r>
                        </m:sub>
                      </m:sSub>
                    </m:oMath>
                  </m:oMathPara>
                </a14:m>
                <a:endParaRPr lang="en-US" dirty="0">
                  <a:solidFill>
                    <a:schemeClr val="bg1"/>
                  </a:solidFill>
                </a:endParaRPr>
              </a:p>
            </p:txBody>
          </p:sp>
        </mc:Choice>
        <mc:Fallback xmlns="">
          <p:sp>
            <p:nvSpPr>
              <p:cNvPr id="49" name="TextBox 48">
                <a:extLst>
                  <a:ext uri="{FF2B5EF4-FFF2-40B4-BE49-F238E27FC236}">
                    <a16:creationId xmlns:a16="http://schemas.microsoft.com/office/drawing/2014/main" id="{55F609B5-B680-F7BE-6638-33F263BA8729}"/>
                  </a:ext>
                </a:extLst>
              </p:cNvPr>
              <p:cNvSpPr txBox="1">
                <a:spLocks noRot="1" noChangeAspect="1" noMove="1" noResize="1" noEditPoints="1" noAdjustHandles="1" noChangeArrowheads="1" noChangeShapeType="1" noTextEdit="1"/>
              </p:cNvSpPr>
              <p:nvPr/>
            </p:nvSpPr>
            <p:spPr>
              <a:xfrm>
                <a:off x="8506271" y="1050324"/>
                <a:ext cx="448081" cy="369332"/>
              </a:xfrm>
              <a:prstGeom prst="rect">
                <a:avLst/>
              </a:prstGeom>
              <a:blipFill>
                <a:blip r:embed="rId27"/>
                <a:stretch>
                  <a:fillRect/>
                </a:stretch>
              </a:blipFill>
            </p:spPr>
            <p:txBody>
              <a:bodyPr/>
              <a:lstStyle/>
              <a:p>
                <a:r>
                  <a:rPr lang="en-US">
                    <a:noFill/>
                  </a:rPr>
                  <a:t> </a:t>
                </a:r>
              </a:p>
            </p:txBody>
          </p:sp>
        </mc:Fallback>
      </mc:AlternateContent>
      <p:cxnSp>
        <p:nvCxnSpPr>
          <p:cNvPr id="60" name="Straight Connector 59">
            <a:extLst>
              <a:ext uri="{FF2B5EF4-FFF2-40B4-BE49-F238E27FC236}">
                <a16:creationId xmlns:a16="http://schemas.microsoft.com/office/drawing/2014/main" id="{F03A5129-B2D2-9E71-C818-8939C4455FF0}"/>
              </a:ext>
            </a:extLst>
          </p:cNvPr>
          <p:cNvCxnSpPr>
            <a:cxnSpLocks/>
          </p:cNvCxnSpPr>
          <p:nvPr/>
        </p:nvCxnSpPr>
        <p:spPr>
          <a:xfrm>
            <a:off x="7775840" y="596589"/>
            <a:ext cx="0" cy="637112"/>
          </a:xfrm>
          <a:prstGeom prst="line">
            <a:avLst/>
          </a:prstGeom>
        </p:spPr>
        <p:style>
          <a:lnRef idx="2">
            <a:schemeClr val="accent1"/>
          </a:lnRef>
          <a:fillRef idx="0">
            <a:schemeClr val="accent1"/>
          </a:fillRef>
          <a:effectRef idx="1">
            <a:schemeClr val="accent1"/>
          </a:effectRef>
          <a:fontRef idx="minor">
            <a:schemeClr val="tx1"/>
          </a:fontRef>
        </p:style>
      </p:cxnSp>
      <p:sp>
        <p:nvSpPr>
          <p:cNvPr id="113" name="Rectangle 112">
            <a:extLst>
              <a:ext uri="{FF2B5EF4-FFF2-40B4-BE49-F238E27FC236}">
                <a16:creationId xmlns:a16="http://schemas.microsoft.com/office/drawing/2014/main" id="{8B0A76D0-EFEF-6282-75C9-D790FA6415C7}"/>
              </a:ext>
            </a:extLst>
          </p:cNvPr>
          <p:cNvSpPr/>
          <p:nvPr/>
        </p:nvSpPr>
        <p:spPr>
          <a:xfrm>
            <a:off x="8320022" y="23424"/>
            <a:ext cx="3073000" cy="2537212"/>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15" name="TextBox 114">
            <a:extLst>
              <a:ext uri="{FF2B5EF4-FFF2-40B4-BE49-F238E27FC236}">
                <a16:creationId xmlns:a16="http://schemas.microsoft.com/office/drawing/2014/main" id="{D36D89BD-D561-5D69-9911-7EFF66A738BC}"/>
              </a:ext>
            </a:extLst>
          </p:cNvPr>
          <p:cNvSpPr txBox="1"/>
          <p:nvPr/>
        </p:nvSpPr>
        <p:spPr>
          <a:xfrm>
            <a:off x="8334900" y="53954"/>
            <a:ext cx="473206" cy="338554"/>
          </a:xfrm>
          <a:prstGeom prst="rect">
            <a:avLst/>
          </a:prstGeom>
          <a:noFill/>
        </p:spPr>
        <p:txBody>
          <a:bodyPr wrap="none" rtlCol="0">
            <a:spAutoFit/>
          </a:bodyPr>
          <a:lstStyle/>
          <a:p>
            <a:r>
              <a:rPr lang="en-US" sz="1600" dirty="0"/>
              <a:t>NN</a:t>
            </a:r>
          </a:p>
        </p:txBody>
      </p:sp>
      <p:sp>
        <p:nvSpPr>
          <p:cNvPr id="11" name="Rectangle: Rounded Corners 10">
            <a:extLst>
              <a:ext uri="{FF2B5EF4-FFF2-40B4-BE49-F238E27FC236}">
                <a16:creationId xmlns:a16="http://schemas.microsoft.com/office/drawing/2014/main" id="{3C28241B-34BC-0042-3BBD-ED08F6B9F35A}"/>
              </a:ext>
            </a:extLst>
          </p:cNvPr>
          <p:cNvSpPr/>
          <p:nvPr/>
        </p:nvSpPr>
        <p:spPr>
          <a:xfrm>
            <a:off x="1462291" y="6126480"/>
            <a:ext cx="1554480" cy="73152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Algorithm </a:t>
            </a:r>
          </a:p>
        </p:txBody>
      </p:sp>
      <p:sp>
        <p:nvSpPr>
          <p:cNvPr id="15" name="Rectangle: Rounded Corners 14">
            <a:extLst>
              <a:ext uri="{FF2B5EF4-FFF2-40B4-BE49-F238E27FC236}">
                <a16:creationId xmlns:a16="http://schemas.microsoft.com/office/drawing/2014/main" id="{E37ABBEB-8D98-7FD3-DA51-74555C3F40A0}"/>
              </a:ext>
            </a:extLst>
          </p:cNvPr>
          <p:cNvSpPr/>
          <p:nvPr/>
        </p:nvSpPr>
        <p:spPr>
          <a:xfrm>
            <a:off x="3764816" y="6126480"/>
            <a:ext cx="1554480" cy="731520"/>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Chemical Reactions </a:t>
            </a:r>
          </a:p>
        </p:txBody>
      </p:sp>
      <p:sp>
        <p:nvSpPr>
          <p:cNvPr id="16" name="Rectangle: Rounded Corners 15">
            <a:extLst>
              <a:ext uri="{FF2B5EF4-FFF2-40B4-BE49-F238E27FC236}">
                <a16:creationId xmlns:a16="http://schemas.microsoft.com/office/drawing/2014/main" id="{59AE0AC6-9471-9023-E135-F98C1C8D5722}"/>
              </a:ext>
            </a:extLst>
          </p:cNvPr>
          <p:cNvSpPr/>
          <p:nvPr/>
        </p:nvSpPr>
        <p:spPr>
          <a:xfrm>
            <a:off x="6067341" y="6126480"/>
            <a:ext cx="1554480" cy="731520"/>
          </a:xfrm>
          <a:prstGeom prst="roundRect">
            <a:avLst/>
          </a:prstGeom>
          <a:solidFill>
            <a:srgbClr val="DCEAF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Metabolic Network</a:t>
            </a:r>
          </a:p>
        </p:txBody>
      </p:sp>
      <p:sp>
        <p:nvSpPr>
          <p:cNvPr id="17" name="Rectangle: Rounded Corners 16">
            <a:extLst>
              <a:ext uri="{FF2B5EF4-FFF2-40B4-BE49-F238E27FC236}">
                <a16:creationId xmlns:a16="http://schemas.microsoft.com/office/drawing/2014/main" id="{FF63473A-D7D0-937F-88D9-AEDE5D64EE6E}"/>
              </a:ext>
            </a:extLst>
          </p:cNvPr>
          <p:cNvSpPr/>
          <p:nvPr/>
        </p:nvSpPr>
        <p:spPr>
          <a:xfrm>
            <a:off x="8369865" y="6126480"/>
            <a:ext cx="1554480" cy="73152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THz Actuation</a:t>
            </a:r>
          </a:p>
        </p:txBody>
      </p:sp>
      <p:cxnSp>
        <p:nvCxnSpPr>
          <p:cNvPr id="18" name="Straight Arrow Connector 17">
            <a:extLst>
              <a:ext uri="{FF2B5EF4-FFF2-40B4-BE49-F238E27FC236}">
                <a16:creationId xmlns:a16="http://schemas.microsoft.com/office/drawing/2014/main" id="{8E4DC078-7DDE-D450-5FEE-BD05AFB4491F}"/>
              </a:ext>
            </a:extLst>
          </p:cNvPr>
          <p:cNvCxnSpPr>
            <a:cxnSpLocks/>
            <a:stCxn id="11" idx="3"/>
            <a:endCxn id="15" idx="1"/>
          </p:cNvCxnSpPr>
          <p:nvPr/>
        </p:nvCxnSpPr>
        <p:spPr>
          <a:xfrm>
            <a:off x="3016771" y="6492240"/>
            <a:ext cx="748045" cy="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E4FE57D8-5FFD-DC87-423C-1CB28806C39A}"/>
              </a:ext>
            </a:extLst>
          </p:cNvPr>
          <p:cNvCxnSpPr>
            <a:cxnSpLocks/>
            <a:stCxn id="15" idx="3"/>
            <a:endCxn id="16" idx="1"/>
          </p:cNvCxnSpPr>
          <p:nvPr/>
        </p:nvCxnSpPr>
        <p:spPr>
          <a:xfrm>
            <a:off x="5319296" y="6492240"/>
            <a:ext cx="748045" cy="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26A7B728-78E8-CA1F-F2AB-9CFD9FDFBF9B}"/>
              </a:ext>
            </a:extLst>
          </p:cNvPr>
          <p:cNvCxnSpPr>
            <a:cxnSpLocks/>
          </p:cNvCxnSpPr>
          <p:nvPr/>
        </p:nvCxnSpPr>
        <p:spPr>
          <a:xfrm>
            <a:off x="7621821" y="6492240"/>
            <a:ext cx="748044" cy="0"/>
          </a:xfrm>
          <a:prstGeom prst="straightConnector1">
            <a:avLst/>
          </a:prstGeom>
          <a:ln>
            <a:headEnd type="triangle" w="lg" len="lg"/>
            <a:tailEnd type="none" w="lg" len="lg"/>
          </a:ln>
        </p:spPr>
        <p:style>
          <a:lnRef idx="2">
            <a:schemeClr val="accent1"/>
          </a:lnRef>
          <a:fillRef idx="0">
            <a:schemeClr val="accent1"/>
          </a:fillRef>
          <a:effectRef idx="1">
            <a:schemeClr val="accent1"/>
          </a:effectRef>
          <a:fontRef idx="minor">
            <a:schemeClr val="tx1"/>
          </a:fontRef>
        </p:style>
      </p:cxnSp>
      <p:pic>
        <p:nvPicPr>
          <p:cNvPr id="5" name="Graphic 4">
            <a:extLst>
              <a:ext uri="{FF2B5EF4-FFF2-40B4-BE49-F238E27FC236}">
                <a16:creationId xmlns:a16="http://schemas.microsoft.com/office/drawing/2014/main" id="{957539AD-C9C5-DA07-9D4C-59A93F85CCFD}"/>
              </a:ext>
            </a:extLst>
          </p:cNvPr>
          <p:cNvPicPr>
            <a:picLocks noChangeAspect="1"/>
          </p:cNvPicPr>
          <p:nvPr/>
        </p:nvPicPr>
        <p:blipFill>
          <a:blip>
            <a:extLst>
              <a:ext uri="{96DAC541-7B7A-43D3-8B79-37D633B846F1}">
                <asvg:svgBlip xmlns:asvg="http://schemas.microsoft.com/office/drawing/2016/SVG/main" r:embed="rId28"/>
              </a:ext>
            </a:extLst>
          </a:blip>
          <a:stretch>
            <a:fillRect/>
          </a:stretch>
        </p:blipFill>
        <p:spPr>
          <a:xfrm>
            <a:off x="10961" y="2818480"/>
            <a:ext cx="12192000" cy="2694540"/>
          </a:xfrm>
          <a:prstGeom prst="rect">
            <a:avLst/>
          </a:prstGeom>
        </p:spPr>
      </p:pic>
      <p:sp>
        <p:nvSpPr>
          <p:cNvPr id="6" name="Rectangle: Rounded Corners 5">
            <a:extLst>
              <a:ext uri="{FF2B5EF4-FFF2-40B4-BE49-F238E27FC236}">
                <a16:creationId xmlns:a16="http://schemas.microsoft.com/office/drawing/2014/main" id="{683CBED0-6546-A7D4-B9C6-8880FEC4FA9D}"/>
              </a:ext>
            </a:extLst>
          </p:cNvPr>
          <p:cNvSpPr/>
          <p:nvPr/>
        </p:nvSpPr>
        <p:spPr>
          <a:xfrm>
            <a:off x="4619626" y="4423988"/>
            <a:ext cx="3002196" cy="467701"/>
          </a:xfrm>
          <a:prstGeom prst="roundRect">
            <a:avLst/>
          </a:prstGeom>
          <a:no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Rounded Corners 2">
            <a:extLst>
              <a:ext uri="{FF2B5EF4-FFF2-40B4-BE49-F238E27FC236}">
                <a16:creationId xmlns:a16="http://schemas.microsoft.com/office/drawing/2014/main" id="{051B793D-E2CE-9CA9-360C-32ED370582E9}"/>
              </a:ext>
            </a:extLst>
          </p:cNvPr>
          <p:cNvSpPr/>
          <p:nvPr/>
        </p:nvSpPr>
        <p:spPr>
          <a:xfrm>
            <a:off x="412670" y="4423988"/>
            <a:ext cx="180698" cy="467701"/>
          </a:xfrm>
          <a:prstGeom prst="roundRect">
            <a:avLst/>
          </a:prstGeom>
          <a:no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22BE0EDA-A1B3-9350-BD80-02AFB1AE1275}"/>
              </a:ext>
            </a:extLst>
          </p:cNvPr>
          <p:cNvCxnSpPr/>
          <p:nvPr/>
        </p:nvCxnSpPr>
        <p:spPr>
          <a:xfrm flipV="1">
            <a:off x="6224154" y="5353050"/>
            <a:ext cx="0" cy="4953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1311101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005CE8-D4AA-005E-DFC2-F5DB17B212CC}"/>
            </a:ext>
          </a:extLst>
        </p:cNvPr>
        <p:cNvGrpSpPr/>
        <p:nvPr/>
      </p:nvGrpSpPr>
      <p:grpSpPr>
        <a:xfrm>
          <a:off x="0" y="0"/>
          <a:ext cx="0" cy="0"/>
          <a:chOff x="0" y="0"/>
          <a:chExt cx="0" cy="0"/>
        </a:xfrm>
      </p:grpSpPr>
      <p:sp>
        <p:nvSpPr>
          <p:cNvPr id="69" name="Oval 68">
            <a:extLst>
              <a:ext uri="{FF2B5EF4-FFF2-40B4-BE49-F238E27FC236}">
                <a16:creationId xmlns:a16="http://schemas.microsoft.com/office/drawing/2014/main" id="{11C2F535-3B4E-730F-B104-221A0C067669}"/>
              </a:ext>
            </a:extLst>
          </p:cNvPr>
          <p:cNvSpPr>
            <a:spLocks noChangeAspect="1"/>
          </p:cNvSpPr>
          <p:nvPr/>
        </p:nvSpPr>
        <p:spPr>
          <a:xfrm>
            <a:off x="4944144" y="395606"/>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70" name="TextBox 69">
                <a:extLst>
                  <a:ext uri="{FF2B5EF4-FFF2-40B4-BE49-F238E27FC236}">
                    <a16:creationId xmlns:a16="http://schemas.microsoft.com/office/drawing/2014/main" id="{7C54E735-CEA4-DDD9-EC3D-862F8FCC9919}"/>
                  </a:ext>
                </a:extLst>
              </p:cNvPr>
              <p:cNvSpPr txBox="1"/>
              <p:nvPr/>
            </p:nvSpPr>
            <p:spPr>
              <a:xfrm>
                <a:off x="4889948" y="366883"/>
                <a:ext cx="518558" cy="394019"/>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Cp</m:t>
                          </m:r>
                        </m:sub>
                      </m:sSub>
                    </m:oMath>
                  </m:oMathPara>
                </a14:m>
                <a:endParaRPr lang="en-US" dirty="0">
                  <a:solidFill>
                    <a:schemeClr val="bg1"/>
                  </a:solidFill>
                </a:endParaRPr>
              </a:p>
            </p:txBody>
          </p:sp>
        </mc:Choice>
        <mc:Fallback xmlns="">
          <p:sp>
            <p:nvSpPr>
              <p:cNvPr id="70" name="TextBox 69">
                <a:extLst>
                  <a:ext uri="{FF2B5EF4-FFF2-40B4-BE49-F238E27FC236}">
                    <a16:creationId xmlns:a16="http://schemas.microsoft.com/office/drawing/2014/main" id="{7C54E735-CEA4-DDD9-EC3D-862F8FCC9919}"/>
                  </a:ext>
                </a:extLst>
              </p:cNvPr>
              <p:cNvSpPr txBox="1">
                <a:spLocks noRot="1" noChangeAspect="1" noMove="1" noResize="1" noEditPoints="1" noAdjustHandles="1" noChangeArrowheads="1" noChangeShapeType="1" noTextEdit="1"/>
              </p:cNvSpPr>
              <p:nvPr/>
            </p:nvSpPr>
            <p:spPr>
              <a:xfrm>
                <a:off x="4889948" y="366883"/>
                <a:ext cx="518558" cy="394019"/>
              </a:xfrm>
              <a:prstGeom prst="rect">
                <a:avLst/>
              </a:prstGeom>
              <a:blipFill>
                <a:blip r:embed="rId3"/>
                <a:stretch>
                  <a:fillRect b="-76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1" name="TextBox 70">
                <a:extLst>
                  <a:ext uri="{FF2B5EF4-FFF2-40B4-BE49-F238E27FC236}">
                    <a16:creationId xmlns:a16="http://schemas.microsoft.com/office/drawing/2014/main" id="{B4394077-9FD3-208D-0183-605301FDB061}"/>
                  </a:ext>
                </a:extLst>
              </p:cNvPr>
              <p:cNvSpPr txBox="1"/>
              <p:nvPr/>
            </p:nvSpPr>
            <p:spPr>
              <a:xfrm>
                <a:off x="6042814" y="220866"/>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c</m:t>
                          </m:r>
                        </m:sub>
                      </m:sSub>
                    </m:oMath>
                  </m:oMathPara>
                </a14:m>
                <a:endParaRPr lang="en-US" dirty="0">
                  <a:solidFill>
                    <a:schemeClr val="tx1"/>
                  </a:solidFill>
                </a:endParaRPr>
              </a:p>
            </p:txBody>
          </p:sp>
        </mc:Choice>
        <mc:Fallback xmlns="">
          <p:sp>
            <p:nvSpPr>
              <p:cNvPr id="71" name="TextBox 70">
                <a:extLst>
                  <a:ext uri="{FF2B5EF4-FFF2-40B4-BE49-F238E27FC236}">
                    <a16:creationId xmlns:a16="http://schemas.microsoft.com/office/drawing/2014/main" id="{B4394077-9FD3-208D-0183-605301FDB061}"/>
                  </a:ext>
                </a:extLst>
              </p:cNvPr>
              <p:cNvSpPr txBox="1">
                <a:spLocks noRot="1" noChangeAspect="1" noMove="1" noResize="1" noEditPoints="1" noAdjustHandles="1" noChangeArrowheads="1" noChangeShapeType="1" noTextEdit="1"/>
              </p:cNvSpPr>
              <p:nvPr/>
            </p:nvSpPr>
            <p:spPr>
              <a:xfrm>
                <a:off x="6042814" y="220866"/>
                <a:ext cx="507796" cy="369332"/>
              </a:xfrm>
              <a:prstGeom prst="rect">
                <a:avLst/>
              </a:prstGeom>
              <a:blipFill>
                <a:blip r:embed="rId4"/>
                <a:stretch>
                  <a:fillRect/>
                </a:stretch>
              </a:blipFill>
            </p:spPr>
            <p:txBody>
              <a:bodyPr/>
              <a:lstStyle/>
              <a:p>
                <a:r>
                  <a:rPr lang="en-US">
                    <a:noFill/>
                  </a:rPr>
                  <a:t> </a:t>
                </a:r>
              </a:p>
            </p:txBody>
          </p:sp>
        </mc:Fallback>
      </mc:AlternateContent>
      <p:sp>
        <p:nvSpPr>
          <p:cNvPr id="72" name="Oval 71">
            <a:extLst>
              <a:ext uri="{FF2B5EF4-FFF2-40B4-BE49-F238E27FC236}">
                <a16:creationId xmlns:a16="http://schemas.microsoft.com/office/drawing/2014/main" id="{70808A0E-0A42-1929-7485-E21A3F572440}"/>
              </a:ext>
            </a:extLst>
          </p:cNvPr>
          <p:cNvSpPr>
            <a:spLocks noChangeAspect="1"/>
          </p:cNvSpPr>
          <p:nvPr/>
        </p:nvSpPr>
        <p:spPr>
          <a:xfrm>
            <a:off x="6106961" y="1088928"/>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73" name="TextBox 72">
                <a:extLst>
                  <a:ext uri="{FF2B5EF4-FFF2-40B4-BE49-F238E27FC236}">
                    <a16:creationId xmlns:a16="http://schemas.microsoft.com/office/drawing/2014/main" id="{6D1EAF9E-A38A-3C4C-44A7-D4ED575E4C5D}"/>
                  </a:ext>
                </a:extLst>
              </p:cNvPr>
              <p:cNvSpPr txBox="1"/>
              <p:nvPr/>
            </p:nvSpPr>
            <p:spPr>
              <a:xfrm>
                <a:off x="6048484" y="1064456"/>
                <a:ext cx="518558" cy="395493"/>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Cg</m:t>
                          </m:r>
                        </m:sub>
                      </m:sSub>
                    </m:oMath>
                  </m:oMathPara>
                </a14:m>
                <a:endParaRPr lang="en-US" dirty="0">
                  <a:solidFill>
                    <a:schemeClr val="bg1"/>
                  </a:solidFill>
                </a:endParaRPr>
              </a:p>
            </p:txBody>
          </p:sp>
        </mc:Choice>
        <mc:Fallback xmlns="">
          <p:sp>
            <p:nvSpPr>
              <p:cNvPr id="73" name="TextBox 72">
                <a:extLst>
                  <a:ext uri="{FF2B5EF4-FFF2-40B4-BE49-F238E27FC236}">
                    <a16:creationId xmlns:a16="http://schemas.microsoft.com/office/drawing/2014/main" id="{6D1EAF9E-A38A-3C4C-44A7-D4ED575E4C5D}"/>
                  </a:ext>
                </a:extLst>
              </p:cNvPr>
              <p:cNvSpPr txBox="1">
                <a:spLocks noRot="1" noChangeAspect="1" noMove="1" noResize="1" noEditPoints="1" noAdjustHandles="1" noChangeArrowheads="1" noChangeShapeType="1" noTextEdit="1"/>
              </p:cNvSpPr>
              <p:nvPr/>
            </p:nvSpPr>
            <p:spPr>
              <a:xfrm>
                <a:off x="6048484" y="1064456"/>
                <a:ext cx="518558" cy="395493"/>
              </a:xfrm>
              <a:prstGeom prst="rect">
                <a:avLst/>
              </a:prstGeom>
              <a:blipFill>
                <a:blip r:embed="rId5"/>
                <a:stretch>
                  <a:fillRect b="-937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4" name="TextBox 73">
                <a:extLst>
                  <a:ext uri="{FF2B5EF4-FFF2-40B4-BE49-F238E27FC236}">
                    <a16:creationId xmlns:a16="http://schemas.microsoft.com/office/drawing/2014/main" id="{79F13884-ACDD-803A-EB46-9C0297CB0D36}"/>
                  </a:ext>
                </a:extLst>
              </p:cNvPr>
              <p:cNvSpPr txBox="1"/>
              <p:nvPr/>
            </p:nvSpPr>
            <p:spPr>
              <a:xfrm>
                <a:off x="4902707" y="1099668"/>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Cs</m:t>
                          </m:r>
                        </m:sub>
                      </m:sSub>
                    </m:oMath>
                  </m:oMathPara>
                </a14:m>
                <a:endParaRPr lang="en-US" dirty="0">
                  <a:solidFill>
                    <a:schemeClr val="tx1"/>
                  </a:solidFill>
                </a:endParaRPr>
              </a:p>
            </p:txBody>
          </p:sp>
        </mc:Choice>
        <mc:Fallback xmlns="">
          <p:sp>
            <p:nvSpPr>
              <p:cNvPr id="74" name="TextBox 73">
                <a:extLst>
                  <a:ext uri="{FF2B5EF4-FFF2-40B4-BE49-F238E27FC236}">
                    <a16:creationId xmlns:a16="http://schemas.microsoft.com/office/drawing/2014/main" id="{79F13884-ACDD-803A-EB46-9C0297CB0D36}"/>
                  </a:ext>
                </a:extLst>
              </p:cNvPr>
              <p:cNvSpPr txBox="1">
                <a:spLocks noRot="1" noChangeAspect="1" noMove="1" noResize="1" noEditPoints="1" noAdjustHandles="1" noChangeArrowheads="1" noChangeShapeType="1" noTextEdit="1"/>
              </p:cNvSpPr>
              <p:nvPr/>
            </p:nvSpPr>
            <p:spPr>
              <a:xfrm>
                <a:off x="4902707" y="1099668"/>
                <a:ext cx="507796" cy="369332"/>
              </a:xfrm>
              <a:prstGeom prst="rect">
                <a:avLst/>
              </a:prstGeom>
              <a:blipFill>
                <a:blip r:embed="rId6"/>
                <a:stretch>
                  <a:fillRect r="-3571"/>
                </a:stretch>
              </a:blipFill>
            </p:spPr>
            <p:txBody>
              <a:bodyPr/>
              <a:lstStyle/>
              <a:p>
                <a:r>
                  <a:rPr lang="en-US">
                    <a:noFill/>
                  </a:rPr>
                  <a:t> </a:t>
                </a:r>
              </a:p>
            </p:txBody>
          </p:sp>
        </mc:Fallback>
      </mc:AlternateContent>
      <p:sp>
        <p:nvSpPr>
          <p:cNvPr id="75" name="Oval 74">
            <a:extLst>
              <a:ext uri="{FF2B5EF4-FFF2-40B4-BE49-F238E27FC236}">
                <a16:creationId xmlns:a16="http://schemas.microsoft.com/office/drawing/2014/main" id="{5F9177DB-FC1E-38C7-69D1-1B4E8A3F29CF}"/>
              </a:ext>
            </a:extLst>
          </p:cNvPr>
          <p:cNvSpPr>
            <a:spLocks noChangeAspect="1"/>
          </p:cNvSpPr>
          <p:nvPr/>
        </p:nvSpPr>
        <p:spPr>
          <a:xfrm>
            <a:off x="4972754" y="1905482"/>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76" name="TextBox 75">
                <a:extLst>
                  <a:ext uri="{FF2B5EF4-FFF2-40B4-BE49-F238E27FC236}">
                    <a16:creationId xmlns:a16="http://schemas.microsoft.com/office/drawing/2014/main" id="{7FAEFC37-C4C6-594B-289E-38BEB898E8DD}"/>
                  </a:ext>
                </a:extLst>
              </p:cNvPr>
              <p:cNvSpPr txBox="1"/>
              <p:nvPr/>
            </p:nvSpPr>
            <p:spPr>
              <a:xfrm>
                <a:off x="4917219" y="1870160"/>
                <a:ext cx="518558"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Cr</m:t>
                          </m:r>
                        </m:sub>
                      </m:sSub>
                    </m:oMath>
                  </m:oMathPara>
                </a14:m>
                <a:endParaRPr lang="en-US" dirty="0">
                  <a:solidFill>
                    <a:schemeClr val="bg1"/>
                  </a:solidFill>
                </a:endParaRPr>
              </a:p>
            </p:txBody>
          </p:sp>
        </mc:Choice>
        <mc:Fallback xmlns="">
          <p:sp>
            <p:nvSpPr>
              <p:cNvPr id="76" name="TextBox 75">
                <a:extLst>
                  <a:ext uri="{FF2B5EF4-FFF2-40B4-BE49-F238E27FC236}">
                    <a16:creationId xmlns:a16="http://schemas.microsoft.com/office/drawing/2014/main" id="{7FAEFC37-C4C6-594B-289E-38BEB898E8DD}"/>
                  </a:ext>
                </a:extLst>
              </p:cNvPr>
              <p:cNvSpPr txBox="1">
                <a:spLocks noRot="1" noChangeAspect="1" noMove="1" noResize="1" noEditPoints="1" noAdjustHandles="1" noChangeArrowheads="1" noChangeShapeType="1" noTextEdit="1"/>
              </p:cNvSpPr>
              <p:nvPr/>
            </p:nvSpPr>
            <p:spPr>
              <a:xfrm>
                <a:off x="4917219" y="1870160"/>
                <a:ext cx="518558" cy="369332"/>
              </a:xfrm>
              <a:prstGeom prst="rect">
                <a:avLst/>
              </a:prstGeom>
              <a:blipFill>
                <a:blip r:embed="rId7"/>
                <a:stretch>
                  <a:fillRect/>
                </a:stretch>
              </a:blipFill>
            </p:spPr>
            <p:txBody>
              <a:bodyPr/>
              <a:lstStyle/>
              <a:p>
                <a:r>
                  <a:rPr lang="en-US">
                    <a:noFill/>
                  </a:rPr>
                  <a:t> </a:t>
                </a:r>
              </a:p>
            </p:txBody>
          </p:sp>
        </mc:Fallback>
      </mc:AlternateContent>
      <p:cxnSp>
        <p:nvCxnSpPr>
          <p:cNvPr id="77" name="Straight Arrow Connector 76">
            <a:extLst>
              <a:ext uri="{FF2B5EF4-FFF2-40B4-BE49-F238E27FC236}">
                <a16:creationId xmlns:a16="http://schemas.microsoft.com/office/drawing/2014/main" id="{239DE735-545A-3F95-D04A-CF17AC61A95F}"/>
              </a:ext>
            </a:extLst>
          </p:cNvPr>
          <p:cNvCxnSpPr>
            <a:cxnSpLocks/>
            <a:endCxn id="69" idx="3"/>
          </p:cNvCxnSpPr>
          <p:nvPr/>
        </p:nvCxnSpPr>
        <p:spPr>
          <a:xfrm flipV="1">
            <a:off x="4121730" y="721164"/>
            <a:ext cx="878271" cy="488885"/>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80" name="Straight Arrow Connector 79">
            <a:extLst>
              <a:ext uri="{FF2B5EF4-FFF2-40B4-BE49-F238E27FC236}">
                <a16:creationId xmlns:a16="http://schemas.microsoft.com/office/drawing/2014/main" id="{92E5C4A2-0E90-7D4C-9740-195C7434DC90}"/>
              </a:ext>
            </a:extLst>
          </p:cNvPr>
          <p:cNvCxnSpPr>
            <a:cxnSpLocks/>
            <a:endCxn id="75" idx="1"/>
          </p:cNvCxnSpPr>
          <p:nvPr/>
        </p:nvCxnSpPr>
        <p:spPr>
          <a:xfrm>
            <a:off x="4125152" y="1214911"/>
            <a:ext cx="903459" cy="746428"/>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84" name="Straight Arrow Connector 83">
            <a:extLst>
              <a:ext uri="{FF2B5EF4-FFF2-40B4-BE49-F238E27FC236}">
                <a16:creationId xmlns:a16="http://schemas.microsoft.com/office/drawing/2014/main" id="{D16F6E25-3F79-3385-A9EC-33812A252C76}"/>
              </a:ext>
            </a:extLst>
          </p:cNvPr>
          <p:cNvCxnSpPr>
            <a:cxnSpLocks/>
            <a:stCxn id="74" idx="3"/>
            <a:endCxn id="72" idx="2"/>
          </p:cNvCxnSpPr>
          <p:nvPr/>
        </p:nvCxnSpPr>
        <p:spPr>
          <a:xfrm flipV="1">
            <a:off x="5410503" y="1279636"/>
            <a:ext cx="696458" cy="4698"/>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88" name="Straight Arrow Connector 87">
            <a:extLst>
              <a:ext uri="{FF2B5EF4-FFF2-40B4-BE49-F238E27FC236}">
                <a16:creationId xmlns:a16="http://schemas.microsoft.com/office/drawing/2014/main" id="{C6BB0644-88F5-4006-B391-5BB49112E19C}"/>
              </a:ext>
            </a:extLst>
          </p:cNvPr>
          <p:cNvCxnSpPr>
            <a:cxnSpLocks/>
            <a:stCxn id="74" idx="2"/>
            <a:endCxn id="75" idx="0"/>
          </p:cNvCxnSpPr>
          <p:nvPr/>
        </p:nvCxnSpPr>
        <p:spPr>
          <a:xfrm>
            <a:off x="5156605" y="1469000"/>
            <a:ext cx="6856" cy="436482"/>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6" name="Straight Arrow Connector 95">
            <a:extLst>
              <a:ext uri="{FF2B5EF4-FFF2-40B4-BE49-F238E27FC236}">
                <a16:creationId xmlns:a16="http://schemas.microsoft.com/office/drawing/2014/main" id="{39BA9AE3-F54F-9671-4CAF-B285BB4F01FA}"/>
              </a:ext>
            </a:extLst>
          </p:cNvPr>
          <p:cNvCxnSpPr>
            <a:cxnSpLocks/>
            <a:stCxn id="69" idx="6"/>
          </p:cNvCxnSpPr>
          <p:nvPr/>
        </p:nvCxnSpPr>
        <p:spPr>
          <a:xfrm>
            <a:off x="5325558" y="586314"/>
            <a:ext cx="2460842" cy="10275"/>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9" name="Straight Arrow Connector 98">
            <a:extLst>
              <a:ext uri="{FF2B5EF4-FFF2-40B4-BE49-F238E27FC236}">
                <a16:creationId xmlns:a16="http://schemas.microsoft.com/office/drawing/2014/main" id="{7269B511-0DB9-1B34-9A44-B30A1AF8915F}"/>
              </a:ext>
            </a:extLst>
          </p:cNvPr>
          <p:cNvCxnSpPr>
            <a:cxnSpLocks/>
            <a:stCxn id="71" idx="2"/>
            <a:endCxn id="72" idx="0"/>
          </p:cNvCxnSpPr>
          <p:nvPr/>
        </p:nvCxnSpPr>
        <p:spPr>
          <a:xfrm>
            <a:off x="6296712" y="590198"/>
            <a:ext cx="956" cy="49873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sp>
        <p:nvSpPr>
          <p:cNvPr id="102" name="Rectangle 101">
            <a:extLst>
              <a:ext uri="{FF2B5EF4-FFF2-40B4-BE49-F238E27FC236}">
                <a16:creationId xmlns:a16="http://schemas.microsoft.com/office/drawing/2014/main" id="{A852938D-AA8D-CF04-6B41-FDD8FA4A2011}"/>
              </a:ext>
            </a:extLst>
          </p:cNvPr>
          <p:cNvSpPr/>
          <p:nvPr/>
        </p:nvSpPr>
        <p:spPr>
          <a:xfrm>
            <a:off x="4449950" y="9135"/>
            <a:ext cx="2873133" cy="2407763"/>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03" name="TextBox 102">
            <a:extLst>
              <a:ext uri="{FF2B5EF4-FFF2-40B4-BE49-F238E27FC236}">
                <a16:creationId xmlns:a16="http://schemas.microsoft.com/office/drawing/2014/main" id="{184A645F-7728-1535-9B95-53F34B9CC74C}"/>
              </a:ext>
            </a:extLst>
          </p:cNvPr>
          <p:cNvSpPr txBox="1"/>
          <p:nvPr/>
        </p:nvSpPr>
        <p:spPr>
          <a:xfrm>
            <a:off x="4449950" y="-6886"/>
            <a:ext cx="1774204" cy="338554"/>
          </a:xfrm>
          <a:prstGeom prst="rect">
            <a:avLst/>
          </a:prstGeom>
          <a:noFill/>
        </p:spPr>
        <p:txBody>
          <a:bodyPr wrap="none" rtlCol="0">
            <a:spAutoFit/>
          </a:bodyPr>
          <a:lstStyle/>
          <a:p>
            <a:r>
              <a:rPr lang="en-US" sz="1600" dirty="0"/>
              <a:t>Chemical counter</a:t>
            </a:r>
          </a:p>
        </p:txBody>
      </p:sp>
      <mc:AlternateContent xmlns:mc="http://schemas.openxmlformats.org/markup-compatibility/2006" xmlns:a14="http://schemas.microsoft.com/office/drawing/2010/main">
        <mc:Choice Requires="a14">
          <p:sp>
            <p:nvSpPr>
              <p:cNvPr id="67" name="TextBox 66">
                <a:extLst>
                  <a:ext uri="{FF2B5EF4-FFF2-40B4-BE49-F238E27FC236}">
                    <a16:creationId xmlns:a16="http://schemas.microsoft.com/office/drawing/2014/main" id="{87BD43D8-9291-CDE4-9C8D-4644AA67B132}"/>
                  </a:ext>
                </a:extLst>
              </p:cNvPr>
              <p:cNvSpPr txBox="1"/>
              <p:nvPr/>
            </p:nvSpPr>
            <p:spPr>
              <a:xfrm>
                <a:off x="0" y="1346255"/>
                <a:ext cx="593368" cy="369332"/>
              </a:xfrm>
              <a:prstGeom prst="rect">
                <a:avLst/>
              </a:prstGeom>
              <a:noFill/>
            </p:spPr>
            <p:txBody>
              <a:bodyPr wrap="none" rtlCol="0">
                <a:spAutoFit/>
              </a:bodyPr>
              <a:lstStyle/>
              <a:p>
                <a:pPr/>
                <a14:m>
                  <m:oMathPara xmlns:m="http://schemas.openxmlformats.org/officeDocument/2006/math">
                    <m:oMath>
                      <m:sSub>
                        <m:sSubPr>
                          <m:ctrlPr>
                            <a:rPr lang="de-DE" b="0" i="1" smtClean="0">
                              <a:latin typeface="Cambria Math" panose="02040503050406030204" pitchFamily="18" charset="0"/>
                            </a:rPr>
                          </m:ctrlPr>
                        </m:sSubPr>
                        <m:e>
                          <m:r>
                            <m:rPr>
                              <m:sty m:val="p"/>
                            </m:rPr>
                            <a:rPr lang="de-DE" b="0" i="1" smtClean="0">
                              <a:latin typeface="Cambria Math" panose="02040503050406030204" pitchFamily="18" charset="0"/>
                            </a:rPr>
                            <m:t>m</m:t>
                          </m:r>
                        </m:e>
                        <m:sub>
                          <m:r>
                            <m:rPr>
                              <m:sty m:val="p"/>
                            </m:rPr>
                            <a:rPr lang="de-DE" b="0" i="1" smtClean="0">
                              <a:latin typeface="Cambria Math" panose="02040503050406030204" pitchFamily="18" charset="0"/>
                            </a:rPr>
                            <m:t>in</m:t>
                          </m:r>
                        </m:sub>
                      </m:sSub>
                    </m:oMath>
                  </m:oMathPara>
                </a14:m>
                <a:endParaRPr lang="en-US" dirty="0"/>
              </a:p>
            </p:txBody>
          </p:sp>
        </mc:Choice>
        <mc:Fallback xmlns="">
          <p:sp>
            <p:nvSpPr>
              <p:cNvPr id="67" name="TextBox 66">
                <a:extLst>
                  <a:ext uri="{FF2B5EF4-FFF2-40B4-BE49-F238E27FC236}">
                    <a16:creationId xmlns:a16="http://schemas.microsoft.com/office/drawing/2014/main" id="{87BD43D8-9291-CDE4-9C8D-4644AA67B132}"/>
                  </a:ext>
                </a:extLst>
              </p:cNvPr>
              <p:cNvSpPr txBox="1">
                <a:spLocks noRot="1" noChangeAspect="1" noMove="1" noResize="1" noEditPoints="1" noAdjustHandles="1" noChangeArrowheads="1" noChangeShapeType="1" noTextEdit="1"/>
              </p:cNvSpPr>
              <p:nvPr/>
            </p:nvSpPr>
            <p:spPr>
              <a:xfrm>
                <a:off x="0" y="1346255"/>
                <a:ext cx="593368" cy="369332"/>
              </a:xfrm>
              <a:prstGeom prst="rect">
                <a:avLst/>
              </a:prstGeom>
              <a:blipFill>
                <a:blip r:embed="rId8"/>
                <a:stretch>
                  <a:fillRect/>
                </a:stretch>
              </a:blipFill>
            </p:spPr>
            <p:txBody>
              <a:bodyPr/>
              <a:lstStyle/>
              <a:p>
                <a:r>
                  <a:rPr lang="en-US">
                    <a:noFill/>
                  </a:rPr>
                  <a:t> </a:t>
                </a:r>
              </a:p>
            </p:txBody>
          </p:sp>
        </mc:Fallback>
      </mc:AlternateContent>
      <p:sp>
        <p:nvSpPr>
          <p:cNvPr id="78" name="Rectangle 77">
            <a:extLst>
              <a:ext uri="{FF2B5EF4-FFF2-40B4-BE49-F238E27FC236}">
                <a16:creationId xmlns:a16="http://schemas.microsoft.com/office/drawing/2014/main" id="{D316B61A-E141-6CAD-DCC4-B1810AC73017}"/>
              </a:ext>
            </a:extLst>
          </p:cNvPr>
          <p:cNvSpPr/>
          <p:nvPr/>
        </p:nvSpPr>
        <p:spPr>
          <a:xfrm>
            <a:off x="813764" y="212548"/>
            <a:ext cx="2873133" cy="2222154"/>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79" name="TextBox 78">
            <a:extLst>
              <a:ext uri="{FF2B5EF4-FFF2-40B4-BE49-F238E27FC236}">
                <a16:creationId xmlns:a16="http://schemas.microsoft.com/office/drawing/2014/main" id="{6AFC373F-28BA-916A-275F-1616B280FB4A}"/>
              </a:ext>
            </a:extLst>
          </p:cNvPr>
          <p:cNvSpPr txBox="1"/>
          <p:nvPr/>
        </p:nvSpPr>
        <p:spPr>
          <a:xfrm>
            <a:off x="787440" y="212547"/>
            <a:ext cx="1362617" cy="584775"/>
          </a:xfrm>
          <a:prstGeom prst="rect">
            <a:avLst/>
          </a:prstGeom>
          <a:noFill/>
        </p:spPr>
        <p:txBody>
          <a:bodyPr wrap="none" rtlCol="0">
            <a:spAutoFit/>
          </a:bodyPr>
          <a:lstStyle/>
          <a:p>
            <a:r>
              <a:rPr lang="en-US" sz="1600" dirty="0"/>
              <a:t>Chemical</a:t>
            </a:r>
            <a:br>
              <a:rPr lang="en-US" sz="1600" dirty="0"/>
            </a:br>
            <a:r>
              <a:rPr lang="en-US" sz="1600" dirty="0"/>
              <a:t>Differentiator</a:t>
            </a:r>
          </a:p>
        </p:txBody>
      </p:sp>
      <p:sp>
        <p:nvSpPr>
          <p:cNvPr id="81" name="Oval 80">
            <a:extLst>
              <a:ext uri="{FF2B5EF4-FFF2-40B4-BE49-F238E27FC236}">
                <a16:creationId xmlns:a16="http://schemas.microsoft.com/office/drawing/2014/main" id="{223BB84E-19DB-7F75-CC26-EC2A5F193729}"/>
              </a:ext>
            </a:extLst>
          </p:cNvPr>
          <p:cNvSpPr>
            <a:spLocks noChangeAspect="1"/>
          </p:cNvSpPr>
          <p:nvPr/>
        </p:nvSpPr>
        <p:spPr>
          <a:xfrm>
            <a:off x="1051699" y="1000942"/>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82" name="TextBox 81">
                <a:extLst>
                  <a:ext uri="{FF2B5EF4-FFF2-40B4-BE49-F238E27FC236}">
                    <a16:creationId xmlns:a16="http://schemas.microsoft.com/office/drawing/2014/main" id="{0F8A7F22-39DA-CB8F-663E-1B70E6832348}"/>
                  </a:ext>
                </a:extLst>
              </p:cNvPr>
              <p:cNvSpPr txBox="1"/>
              <p:nvPr/>
            </p:nvSpPr>
            <p:spPr>
              <a:xfrm>
                <a:off x="996672" y="976786"/>
                <a:ext cx="518558"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Df</m:t>
                          </m:r>
                        </m:sub>
                      </m:sSub>
                    </m:oMath>
                  </m:oMathPara>
                </a14:m>
                <a:endParaRPr lang="en-US" dirty="0">
                  <a:solidFill>
                    <a:schemeClr val="bg1"/>
                  </a:solidFill>
                </a:endParaRPr>
              </a:p>
            </p:txBody>
          </p:sp>
        </mc:Choice>
        <mc:Fallback xmlns="">
          <p:sp>
            <p:nvSpPr>
              <p:cNvPr id="82" name="TextBox 81">
                <a:extLst>
                  <a:ext uri="{FF2B5EF4-FFF2-40B4-BE49-F238E27FC236}">
                    <a16:creationId xmlns:a16="http://schemas.microsoft.com/office/drawing/2014/main" id="{0F8A7F22-39DA-CB8F-663E-1B70E6832348}"/>
                  </a:ext>
                </a:extLst>
              </p:cNvPr>
              <p:cNvSpPr txBox="1">
                <a:spLocks noRot="1" noChangeAspect="1" noMove="1" noResize="1" noEditPoints="1" noAdjustHandles="1" noChangeArrowheads="1" noChangeShapeType="1" noTextEdit="1"/>
              </p:cNvSpPr>
              <p:nvPr/>
            </p:nvSpPr>
            <p:spPr>
              <a:xfrm>
                <a:off x="996672" y="976786"/>
                <a:ext cx="518558" cy="369332"/>
              </a:xfrm>
              <a:prstGeom prst="rect">
                <a:avLst/>
              </a:prstGeom>
              <a:blipFill>
                <a:blip r:embed="rId9"/>
                <a:stretch>
                  <a:fillRect/>
                </a:stretch>
              </a:blipFill>
            </p:spPr>
            <p:txBody>
              <a:bodyPr/>
              <a:lstStyle/>
              <a:p>
                <a:r>
                  <a:rPr lang="en-US">
                    <a:noFill/>
                  </a:rPr>
                  <a:t> </a:t>
                </a:r>
              </a:p>
            </p:txBody>
          </p:sp>
        </mc:Fallback>
      </mc:AlternateContent>
      <p:sp>
        <p:nvSpPr>
          <p:cNvPr id="83" name="Oval 82">
            <a:extLst>
              <a:ext uri="{FF2B5EF4-FFF2-40B4-BE49-F238E27FC236}">
                <a16:creationId xmlns:a16="http://schemas.microsoft.com/office/drawing/2014/main" id="{B8188AC3-5122-637E-18D0-465A2106451B}"/>
              </a:ext>
            </a:extLst>
          </p:cNvPr>
          <p:cNvSpPr>
            <a:spLocks noChangeAspect="1"/>
          </p:cNvSpPr>
          <p:nvPr/>
        </p:nvSpPr>
        <p:spPr>
          <a:xfrm>
            <a:off x="1155180" y="1894298"/>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85" name="TextBox 84">
                <a:extLst>
                  <a:ext uri="{FF2B5EF4-FFF2-40B4-BE49-F238E27FC236}">
                    <a16:creationId xmlns:a16="http://schemas.microsoft.com/office/drawing/2014/main" id="{F0C52464-F380-C532-B7A6-168AEBBC16B6}"/>
                  </a:ext>
                </a:extLst>
              </p:cNvPr>
              <p:cNvSpPr txBox="1"/>
              <p:nvPr/>
            </p:nvSpPr>
            <p:spPr>
              <a:xfrm>
                <a:off x="1097393" y="1886274"/>
                <a:ext cx="518558"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Ds</m:t>
                          </m:r>
                        </m:sub>
                      </m:sSub>
                    </m:oMath>
                  </m:oMathPara>
                </a14:m>
                <a:endParaRPr lang="en-US" dirty="0">
                  <a:solidFill>
                    <a:schemeClr val="bg1"/>
                  </a:solidFill>
                </a:endParaRPr>
              </a:p>
            </p:txBody>
          </p:sp>
        </mc:Choice>
        <mc:Fallback xmlns="">
          <p:sp>
            <p:nvSpPr>
              <p:cNvPr id="85" name="TextBox 84">
                <a:extLst>
                  <a:ext uri="{FF2B5EF4-FFF2-40B4-BE49-F238E27FC236}">
                    <a16:creationId xmlns:a16="http://schemas.microsoft.com/office/drawing/2014/main" id="{F0C52464-F380-C532-B7A6-168AEBBC16B6}"/>
                  </a:ext>
                </a:extLst>
              </p:cNvPr>
              <p:cNvSpPr txBox="1">
                <a:spLocks noRot="1" noChangeAspect="1" noMove="1" noResize="1" noEditPoints="1" noAdjustHandles="1" noChangeArrowheads="1" noChangeShapeType="1" noTextEdit="1"/>
              </p:cNvSpPr>
              <p:nvPr/>
            </p:nvSpPr>
            <p:spPr>
              <a:xfrm>
                <a:off x="1097393" y="1886274"/>
                <a:ext cx="518558" cy="369332"/>
              </a:xfrm>
              <a:prstGeom prst="rect">
                <a:avLst/>
              </a:prstGeom>
              <a:blipFill>
                <a:blip r:embed="rId10"/>
                <a:stretch>
                  <a:fillRect/>
                </a:stretch>
              </a:blipFill>
            </p:spPr>
            <p:txBody>
              <a:bodyPr/>
              <a:lstStyle/>
              <a:p>
                <a:r>
                  <a:rPr lang="en-US">
                    <a:noFill/>
                  </a:rPr>
                  <a:t> </a:t>
                </a:r>
              </a:p>
            </p:txBody>
          </p:sp>
        </mc:Fallback>
      </mc:AlternateContent>
      <p:sp>
        <p:nvSpPr>
          <p:cNvPr id="86" name="Oval 85">
            <a:extLst>
              <a:ext uri="{FF2B5EF4-FFF2-40B4-BE49-F238E27FC236}">
                <a16:creationId xmlns:a16="http://schemas.microsoft.com/office/drawing/2014/main" id="{CADD0481-FE0D-DDB4-5F68-E2C4DC90AC07}"/>
              </a:ext>
            </a:extLst>
          </p:cNvPr>
          <p:cNvSpPr>
            <a:spLocks noChangeAspect="1"/>
          </p:cNvSpPr>
          <p:nvPr/>
        </p:nvSpPr>
        <p:spPr>
          <a:xfrm>
            <a:off x="2221387" y="1004799"/>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87" name="TextBox 86">
                <a:extLst>
                  <a:ext uri="{FF2B5EF4-FFF2-40B4-BE49-F238E27FC236}">
                    <a16:creationId xmlns:a16="http://schemas.microsoft.com/office/drawing/2014/main" id="{52EF2726-A0E1-BA47-7328-BE3635FA072B}"/>
                  </a:ext>
                </a:extLst>
              </p:cNvPr>
              <p:cNvSpPr txBox="1"/>
              <p:nvPr/>
            </p:nvSpPr>
            <p:spPr>
              <a:xfrm>
                <a:off x="2166526" y="976223"/>
                <a:ext cx="518558" cy="394019"/>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Dp</m:t>
                          </m:r>
                        </m:sub>
                      </m:sSub>
                    </m:oMath>
                  </m:oMathPara>
                </a14:m>
                <a:endParaRPr lang="en-US" dirty="0">
                  <a:solidFill>
                    <a:schemeClr val="bg1"/>
                  </a:solidFill>
                </a:endParaRPr>
              </a:p>
            </p:txBody>
          </p:sp>
        </mc:Choice>
        <mc:Fallback xmlns="">
          <p:sp>
            <p:nvSpPr>
              <p:cNvPr id="87" name="TextBox 86">
                <a:extLst>
                  <a:ext uri="{FF2B5EF4-FFF2-40B4-BE49-F238E27FC236}">
                    <a16:creationId xmlns:a16="http://schemas.microsoft.com/office/drawing/2014/main" id="{52EF2726-A0E1-BA47-7328-BE3635FA072B}"/>
                  </a:ext>
                </a:extLst>
              </p:cNvPr>
              <p:cNvSpPr txBox="1">
                <a:spLocks noRot="1" noChangeAspect="1" noMove="1" noResize="1" noEditPoints="1" noAdjustHandles="1" noChangeArrowheads="1" noChangeShapeType="1" noTextEdit="1"/>
              </p:cNvSpPr>
              <p:nvPr/>
            </p:nvSpPr>
            <p:spPr>
              <a:xfrm>
                <a:off x="2166526" y="976223"/>
                <a:ext cx="518558" cy="394019"/>
              </a:xfrm>
              <a:prstGeom prst="rect">
                <a:avLst/>
              </a:prstGeom>
              <a:blipFill>
                <a:blip r:embed="rId11"/>
                <a:stretch>
                  <a:fillRect b="-7692"/>
                </a:stretch>
              </a:blipFill>
            </p:spPr>
            <p:txBody>
              <a:bodyPr/>
              <a:lstStyle/>
              <a:p>
                <a:r>
                  <a:rPr lang="en-US">
                    <a:noFill/>
                  </a:rPr>
                  <a:t> </a:t>
                </a:r>
              </a:p>
            </p:txBody>
          </p:sp>
        </mc:Fallback>
      </mc:AlternateContent>
      <p:cxnSp>
        <p:nvCxnSpPr>
          <p:cNvPr id="89" name="Straight Arrow Connector 88">
            <a:extLst>
              <a:ext uri="{FF2B5EF4-FFF2-40B4-BE49-F238E27FC236}">
                <a16:creationId xmlns:a16="http://schemas.microsoft.com/office/drawing/2014/main" id="{B8C1EBC6-21D8-D30C-124C-4BF89C1EC0CD}"/>
              </a:ext>
            </a:extLst>
          </p:cNvPr>
          <p:cNvCxnSpPr>
            <a:cxnSpLocks/>
            <a:stCxn id="67" idx="3"/>
            <a:endCxn id="81" idx="2"/>
          </p:cNvCxnSpPr>
          <p:nvPr/>
        </p:nvCxnSpPr>
        <p:spPr>
          <a:xfrm flipV="1">
            <a:off x="593368" y="1191650"/>
            <a:ext cx="458331" cy="339271"/>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0" name="Straight Arrow Connector 89">
            <a:extLst>
              <a:ext uri="{FF2B5EF4-FFF2-40B4-BE49-F238E27FC236}">
                <a16:creationId xmlns:a16="http://schemas.microsoft.com/office/drawing/2014/main" id="{02D3300F-FB0B-6CA6-74DC-0035F22A6A5B}"/>
              </a:ext>
            </a:extLst>
          </p:cNvPr>
          <p:cNvCxnSpPr>
            <a:cxnSpLocks/>
            <a:stCxn id="67" idx="3"/>
            <a:endCxn id="83" idx="2"/>
          </p:cNvCxnSpPr>
          <p:nvPr/>
        </p:nvCxnSpPr>
        <p:spPr>
          <a:xfrm>
            <a:off x="593368" y="1530921"/>
            <a:ext cx="561812" cy="554085"/>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1" name="Straight Arrow Connector 90">
            <a:extLst>
              <a:ext uri="{FF2B5EF4-FFF2-40B4-BE49-F238E27FC236}">
                <a16:creationId xmlns:a16="http://schemas.microsoft.com/office/drawing/2014/main" id="{98CFA27D-248D-F995-9808-FE76CCABD255}"/>
              </a:ext>
            </a:extLst>
          </p:cNvPr>
          <p:cNvCxnSpPr>
            <a:cxnSpLocks/>
            <a:stCxn id="81" idx="6"/>
            <a:endCxn id="86" idx="2"/>
          </p:cNvCxnSpPr>
          <p:nvPr/>
        </p:nvCxnSpPr>
        <p:spPr>
          <a:xfrm>
            <a:off x="1433113" y="1191650"/>
            <a:ext cx="788274" cy="3858"/>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2" name="Straight Arrow Connector 91">
            <a:extLst>
              <a:ext uri="{FF2B5EF4-FFF2-40B4-BE49-F238E27FC236}">
                <a16:creationId xmlns:a16="http://schemas.microsoft.com/office/drawing/2014/main" id="{234258C5-EA98-1B6C-1A89-2D461D23FB1C}"/>
              </a:ext>
            </a:extLst>
          </p:cNvPr>
          <p:cNvCxnSpPr>
            <a:cxnSpLocks/>
            <a:stCxn id="83" idx="6"/>
            <a:endCxn id="98" idx="2"/>
          </p:cNvCxnSpPr>
          <p:nvPr/>
        </p:nvCxnSpPr>
        <p:spPr>
          <a:xfrm>
            <a:off x="1536594" y="2085006"/>
            <a:ext cx="1447412" cy="33588"/>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3" name="Straight Arrow Connector 92">
            <a:extLst>
              <a:ext uri="{FF2B5EF4-FFF2-40B4-BE49-F238E27FC236}">
                <a16:creationId xmlns:a16="http://schemas.microsoft.com/office/drawing/2014/main" id="{803A4556-08C3-AD4C-5A3D-21B7153D8048}"/>
              </a:ext>
            </a:extLst>
          </p:cNvPr>
          <p:cNvCxnSpPr>
            <a:cxnSpLocks/>
            <a:stCxn id="86" idx="6"/>
          </p:cNvCxnSpPr>
          <p:nvPr/>
        </p:nvCxnSpPr>
        <p:spPr>
          <a:xfrm>
            <a:off x="2602801" y="1195507"/>
            <a:ext cx="1532016" cy="14542"/>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94" name="TextBox 93">
                <a:extLst>
                  <a:ext uri="{FF2B5EF4-FFF2-40B4-BE49-F238E27FC236}">
                    <a16:creationId xmlns:a16="http://schemas.microsoft.com/office/drawing/2014/main" id="{19C2DD89-8301-A02B-3793-7DA48CAE9308}"/>
                  </a:ext>
                </a:extLst>
              </p:cNvPr>
              <p:cNvSpPr txBox="1"/>
              <p:nvPr/>
            </p:nvSpPr>
            <p:spPr>
              <a:xfrm>
                <a:off x="2910701" y="827267"/>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d</m:t>
                          </m:r>
                        </m:sub>
                      </m:sSub>
                    </m:oMath>
                  </m:oMathPara>
                </a14:m>
                <a:endParaRPr lang="en-US" dirty="0">
                  <a:solidFill>
                    <a:schemeClr val="tx1"/>
                  </a:solidFill>
                </a:endParaRPr>
              </a:p>
            </p:txBody>
          </p:sp>
        </mc:Choice>
        <mc:Fallback xmlns="">
          <p:sp>
            <p:nvSpPr>
              <p:cNvPr id="94" name="TextBox 93">
                <a:extLst>
                  <a:ext uri="{FF2B5EF4-FFF2-40B4-BE49-F238E27FC236}">
                    <a16:creationId xmlns:a16="http://schemas.microsoft.com/office/drawing/2014/main" id="{19C2DD89-8301-A02B-3793-7DA48CAE9308}"/>
                  </a:ext>
                </a:extLst>
              </p:cNvPr>
              <p:cNvSpPr txBox="1">
                <a:spLocks noRot="1" noChangeAspect="1" noMove="1" noResize="1" noEditPoints="1" noAdjustHandles="1" noChangeArrowheads="1" noChangeShapeType="1" noTextEdit="1"/>
              </p:cNvSpPr>
              <p:nvPr/>
            </p:nvSpPr>
            <p:spPr>
              <a:xfrm>
                <a:off x="2910701" y="827267"/>
                <a:ext cx="507796" cy="369332"/>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5" name="TextBox 94">
                <a:extLst>
                  <a:ext uri="{FF2B5EF4-FFF2-40B4-BE49-F238E27FC236}">
                    <a16:creationId xmlns:a16="http://schemas.microsoft.com/office/drawing/2014/main" id="{1AA882A3-175F-18D6-7B1E-CA1B2BBC4617}"/>
                  </a:ext>
                </a:extLst>
              </p:cNvPr>
              <p:cNvSpPr txBox="1"/>
              <p:nvPr/>
            </p:nvSpPr>
            <p:spPr>
              <a:xfrm>
                <a:off x="1551725" y="814672"/>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Df</m:t>
                          </m:r>
                        </m:sub>
                      </m:sSub>
                    </m:oMath>
                  </m:oMathPara>
                </a14:m>
                <a:endParaRPr lang="en-US" dirty="0">
                  <a:solidFill>
                    <a:schemeClr val="tx1"/>
                  </a:solidFill>
                </a:endParaRPr>
              </a:p>
            </p:txBody>
          </p:sp>
        </mc:Choice>
        <mc:Fallback xmlns="">
          <p:sp>
            <p:nvSpPr>
              <p:cNvPr id="95" name="TextBox 94">
                <a:extLst>
                  <a:ext uri="{FF2B5EF4-FFF2-40B4-BE49-F238E27FC236}">
                    <a16:creationId xmlns:a16="http://schemas.microsoft.com/office/drawing/2014/main" id="{1AA882A3-175F-18D6-7B1E-CA1B2BBC4617}"/>
                  </a:ext>
                </a:extLst>
              </p:cNvPr>
              <p:cNvSpPr txBox="1">
                <a:spLocks noRot="1" noChangeAspect="1" noMove="1" noResize="1" noEditPoints="1" noAdjustHandles="1" noChangeArrowheads="1" noChangeShapeType="1" noTextEdit="1"/>
              </p:cNvSpPr>
              <p:nvPr/>
            </p:nvSpPr>
            <p:spPr>
              <a:xfrm>
                <a:off x="1551725" y="814672"/>
                <a:ext cx="507796" cy="369332"/>
              </a:xfrm>
              <a:prstGeom prst="rect">
                <a:avLst/>
              </a:prstGeom>
              <a:blipFill>
                <a:blip r:embed="rId13"/>
                <a:stretch>
                  <a:fillRect r="-481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7" name="TextBox 96">
                <a:extLst>
                  <a:ext uri="{FF2B5EF4-FFF2-40B4-BE49-F238E27FC236}">
                    <a16:creationId xmlns:a16="http://schemas.microsoft.com/office/drawing/2014/main" id="{1BE2BF90-CA4C-41A3-A8E8-C313EE53B982}"/>
                  </a:ext>
                </a:extLst>
              </p:cNvPr>
              <p:cNvSpPr txBox="1"/>
              <p:nvPr/>
            </p:nvSpPr>
            <p:spPr>
              <a:xfrm>
                <a:off x="1957366" y="2049302"/>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Ds</m:t>
                          </m:r>
                        </m:sub>
                      </m:sSub>
                    </m:oMath>
                  </m:oMathPara>
                </a14:m>
                <a:endParaRPr lang="en-US" dirty="0">
                  <a:solidFill>
                    <a:schemeClr val="tx1"/>
                  </a:solidFill>
                </a:endParaRPr>
              </a:p>
            </p:txBody>
          </p:sp>
        </mc:Choice>
        <mc:Fallback xmlns="">
          <p:sp>
            <p:nvSpPr>
              <p:cNvPr id="97" name="TextBox 96">
                <a:extLst>
                  <a:ext uri="{FF2B5EF4-FFF2-40B4-BE49-F238E27FC236}">
                    <a16:creationId xmlns:a16="http://schemas.microsoft.com/office/drawing/2014/main" id="{1BE2BF90-CA4C-41A3-A8E8-C313EE53B982}"/>
                  </a:ext>
                </a:extLst>
              </p:cNvPr>
              <p:cNvSpPr txBox="1">
                <a:spLocks noRot="1" noChangeAspect="1" noMove="1" noResize="1" noEditPoints="1" noAdjustHandles="1" noChangeArrowheads="1" noChangeShapeType="1" noTextEdit="1"/>
              </p:cNvSpPr>
              <p:nvPr/>
            </p:nvSpPr>
            <p:spPr>
              <a:xfrm>
                <a:off x="1957366" y="2049302"/>
                <a:ext cx="507796" cy="369332"/>
              </a:xfrm>
              <a:prstGeom prst="rect">
                <a:avLst/>
              </a:prstGeom>
              <a:blipFill>
                <a:blip r:embed="rId14"/>
                <a:stretch>
                  <a:fillRect r="-8434"/>
                </a:stretch>
              </a:blipFill>
            </p:spPr>
            <p:txBody>
              <a:bodyPr/>
              <a:lstStyle/>
              <a:p>
                <a:r>
                  <a:rPr lang="en-US">
                    <a:noFill/>
                  </a:rPr>
                  <a:t> </a:t>
                </a:r>
              </a:p>
            </p:txBody>
          </p:sp>
        </mc:Fallback>
      </mc:AlternateContent>
      <p:sp>
        <p:nvSpPr>
          <p:cNvPr id="98" name="Oval 97">
            <a:extLst>
              <a:ext uri="{FF2B5EF4-FFF2-40B4-BE49-F238E27FC236}">
                <a16:creationId xmlns:a16="http://schemas.microsoft.com/office/drawing/2014/main" id="{E803FB61-8E2C-7960-E938-733532DF0E63}"/>
              </a:ext>
            </a:extLst>
          </p:cNvPr>
          <p:cNvSpPr>
            <a:spLocks noChangeAspect="1"/>
          </p:cNvSpPr>
          <p:nvPr/>
        </p:nvSpPr>
        <p:spPr>
          <a:xfrm>
            <a:off x="2984006" y="1927886"/>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100" name="TextBox 99">
                <a:extLst>
                  <a:ext uri="{FF2B5EF4-FFF2-40B4-BE49-F238E27FC236}">
                    <a16:creationId xmlns:a16="http://schemas.microsoft.com/office/drawing/2014/main" id="{3A41BAFE-39B9-7F77-FE8F-113F9828554A}"/>
                  </a:ext>
                </a:extLst>
              </p:cNvPr>
              <p:cNvSpPr txBox="1"/>
              <p:nvPr/>
            </p:nvSpPr>
            <p:spPr>
              <a:xfrm>
                <a:off x="2918451" y="1889534"/>
                <a:ext cx="518558"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Di</m:t>
                          </m:r>
                        </m:sub>
                      </m:sSub>
                    </m:oMath>
                  </m:oMathPara>
                </a14:m>
                <a:endParaRPr lang="en-US" dirty="0">
                  <a:solidFill>
                    <a:schemeClr val="bg1"/>
                  </a:solidFill>
                </a:endParaRPr>
              </a:p>
            </p:txBody>
          </p:sp>
        </mc:Choice>
        <mc:Fallback xmlns="">
          <p:sp>
            <p:nvSpPr>
              <p:cNvPr id="100" name="TextBox 99">
                <a:extLst>
                  <a:ext uri="{FF2B5EF4-FFF2-40B4-BE49-F238E27FC236}">
                    <a16:creationId xmlns:a16="http://schemas.microsoft.com/office/drawing/2014/main" id="{3A41BAFE-39B9-7F77-FE8F-113F9828554A}"/>
                  </a:ext>
                </a:extLst>
              </p:cNvPr>
              <p:cNvSpPr txBox="1">
                <a:spLocks noRot="1" noChangeAspect="1" noMove="1" noResize="1" noEditPoints="1" noAdjustHandles="1" noChangeArrowheads="1" noChangeShapeType="1" noTextEdit="1"/>
              </p:cNvSpPr>
              <p:nvPr/>
            </p:nvSpPr>
            <p:spPr>
              <a:xfrm>
                <a:off x="2918451" y="1889534"/>
                <a:ext cx="518558" cy="369332"/>
              </a:xfrm>
              <a:prstGeom prst="rect">
                <a:avLst/>
              </a:prstGeom>
              <a:blipFill>
                <a:blip r:embed="rId15"/>
                <a:stretch>
                  <a:fillRect/>
                </a:stretch>
              </a:blipFill>
            </p:spPr>
            <p:txBody>
              <a:bodyPr/>
              <a:lstStyle/>
              <a:p>
                <a:r>
                  <a:rPr lang="en-US">
                    <a:noFill/>
                  </a:rPr>
                  <a:t> </a:t>
                </a:r>
              </a:p>
            </p:txBody>
          </p:sp>
        </mc:Fallback>
      </mc:AlternateContent>
      <p:cxnSp>
        <p:nvCxnSpPr>
          <p:cNvPr id="101" name="Straight Arrow Connector 100">
            <a:extLst>
              <a:ext uri="{FF2B5EF4-FFF2-40B4-BE49-F238E27FC236}">
                <a16:creationId xmlns:a16="http://schemas.microsoft.com/office/drawing/2014/main" id="{2E477514-EC50-98D0-84F9-71D887EB3614}"/>
              </a:ext>
            </a:extLst>
          </p:cNvPr>
          <p:cNvCxnSpPr>
            <a:cxnSpLocks/>
            <a:stCxn id="94" idx="2"/>
            <a:endCxn id="98" idx="0"/>
          </p:cNvCxnSpPr>
          <p:nvPr/>
        </p:nvCxnSpPr>
        <p:spPr>
          <a:xfrm>
            <a:off x="3164599" y="1196599"/>
            <a:ext cx="10114" cy="731287"/>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09" name="TextBox 108">
                <a:extLst>
                  <a:ext uri="{FF2B5EF4-FFF2-40B4-BE49-F238E27FC236}">
                    <a16:creationId xmlns:a16="http://schemas.microsoft.com/office/drawing/2014/main" id="{B37A4A02-30E6-3F83-FCC8-3DE27615AB4C}"/>
                  </a:ext>
                </a:extLst>
              </p:cNvPr>
              <p:cNvSpPr txBox="1"/>
              <p:nvPr/>
            </p:nvSpPr>
            <p:spPr>
              <a:xfrm>
                <a:off x="3796741" y="718517"/>
                <a:ext cx="578427" cy="400110"/>
              </a:xfrm>
              <a:prstGeom prst="rect">
                <a:avLst/>
              </a:prstGeom>
              <a:noFill/>
            </p:spPr>
            <p:txBody>
              <a:bodyPr wrap="none" rtlCol="0">
                <a:spAutoFit/>
              </a:bodyPr>
              <a:lstStyle/>
              <a:p>
                <a:pPr/>
                <a14:m>
                  <m:oMathPara xmlns:m="http://schemas.openxmlformats.org/officeDocument/2006/math">
                    <m:oMath>
                      <m:sSub>
                        <m:sSubPr>
                          <m:ctrlPr>
                            <a:rPr lang="de-DE" sz="2000" b="0" i="1" smtClean="0">
                              <a:latin typeface="Cambria Math" panose="02040503050406030204" pitchFamily="18" charset="0"/>
                            </a:rPr>
                          </m:ctrlPr>
                        </m:sSubPr>
                        <m:e>
                          <m:r>
                            <m:rPr>
                              <m:sty m:val="p"/>
                            </m:rPr>
                            <a:rPr lang="de-DE" sz="2000" b="0" i="1" smtClean="0">
                              <a:latin typeface="Cambria Math" panose="02040503050406030204" pitchFamily="18" charset="0"/>
                            </a:rPr>
                            <m:t>m</m:t>
                          </m:r>
                        </m:e>
                        <m:sub>
                          <m:r>
                            <m:rPr>
                              <m:sty m:val="p"/>
                            </m:rPr>
                            <a:rPr lang="de-DE" sz="2000" b="0" i="1" smtClean="0">
                              <a:latin typeface="Cambria Math" panose="02040503050406030204" pitchFamily="18" charset="0"/>
                            </a:rPr>
                            <m:t>d</m:t>
                          </m:r>
                        </m:sub>
                      </m:sSub>
                    </m:oMath>
                  </m:oMathPara>
                </a14:m>
                <a:endParaRPr lang="en-US" sz="2000" dirty="0"/>
              </a:p>
            </p:txBody>
          </p:sp>
        </mc:Choice>
        <mc:Fallback xmlns="">
          <p:sp>
            <p:nvSpPr>
              <p:cNvPr id="109" name="TextBox 108">
                <a:extLst>
                  <a:ext uri="{FF2B5EF4-FFF2-40B4-BE49-F238E27FC236}">
                    <a16:creationId xmlns:a16="http://schemas.microsoft.com/office/drawing/2014/main" id="{B37A4A02-30E6-3F83-FCC8-3DE27615AB4C}"/>
                  </a:ext>
                </a:extLst>
              </p:cNvPr>
              <p:cNvSpPr txBox="1">
                <a:spLocks noRot="1" noChangeAspect="1" noMove="1" noResize="1" noEditPoints="1" noAdjustHandles="1" noChangeArrowheads="1" noChangeShapeType="1" noTextEdit="1"/>
              </p:cNvSpPr>
              <p:nvPr/>
            </p:nvSpPr>
            <p:spPr>
              <a:xfrm>
                <a:off x="3796741" y="718517"/>
                <a:ext cx="578427" cy="400110"/>
              </a:xfrm>
              <a:prstGeom prst="rect">
                <a:avLst/>
              </a:prstGeom>
              <a:blipFill>
                <a:blip r:embed="rId1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2" name="TextBox 111">
                <a:extLst>
                  <a:ext uri="{FF2B5EF4-FFF2-40B4-BE49-F238E27FC236}">
                    <a16:creationId xmlns:a16="http://schemas.microsoft.com/office/drawing/2014/main" id="{188D3030-4229-B2AE-D241-8CB56FA4C44C}"/>
                  </a:ext>
                </a:extLst>
              </p:cNvPr>
              <p:cNvSpPr txBox="1"/>
              <p:nvPr/>
            </p:nvSpPr>
            <p:spPr>
              <a:xfrm>
                <a:off x="7415254" y="175204"/>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c</m:t>
                          </m:r>
                        </m:sub>
                      </m:sSub>
                    </m:oMath>
                  </m:oMathPara>
                </a14:m>
                <a:endParaRPr lang="en-US" dirty="0">
                  <a:solidFill>
                    <a:schemeClr val="tx1"/>
                  </a:solidFill>
                </a:endParaRPr>
              </a:p>
            </p:txBody>
          </p:sp>
        </mc:Choice>
        <mc:Fallback xmlns="">
          <p:sp>
            <p:nvSpPr>
              <p:cNvPr id="112" name="TextBox 111">
                <a:extLst>
                  <a:ext uri="{FF2B5EF4-FFF2-40B4-BE49-F238E27FC236}">
                    <a16:creationId xmlns:a16="http://schemas.microsoft.com/office/drawing/2014/main" id="{188D3030-4229-B2AE-D241-8CB56FA4C44C}"/>
                  </a:ext>
                </a:extLst>
              </p:cNvPr>
              <p:cNvSpPr txBox="1">
                <a:spLocks noRot="1" noChangeAspect="1" noMove="1" noResize="1" noEditPoints="1" noAdjustHandles="1" noChangeArrowheads="1" noChangeShapeType="1" noTextEdit="1"/>
              </p:cNvSpPr>
              <p:nvPr/>
            </p:nvSpPr>
            <p:spPr>
              <a:xfrm>
                <a:off x="7415254" y="175204"/>
                <a:ext cx="507796" cy="369332"/>
              </a:xfrm>
              <a:prstGeom prst="rect">
                <a:avLst/>
              </a:prstGeom>
              <a:blipFill>
                <a:blip r:embed="rId17"/>
                <a:stretch>
                  <a:fillRect/>
                </a:stretch>
              </a:blipFill>
            </p:spPr>
            <p:txBody>
              <a:bodyPr/>
              <a:lstStyle/>
              <a:p>
                <a:r>
                  <a:rPr lang="en-US">
                    <a:noFill/>
                  </a:rPr>
                  <a:t> </a:t>
                </a:r>
              </a:p>
            </p:txBody>
          </p:sp>
        </mc:Fallback>
      </mc:AlternateContent>
      <p:sp>
        <p:nvSpPr>
          <p:cNvPr id="30" name="Oval 29">
            <a:extLst>
              <a:ext uri="{FF2B5EF4-FFF2-40B4-BE49-F238E27FC236}">
                <a16:creationId xmlns:a16="http://schemas.microsoft.com/office/drawing/2014/main" id="{A1CCA906-CA51-019A-8EBC-BF92B92ECAB5}"/>
              </a:ext>
            </a:extLst>
          </p:cNvPr>
          <p:cNvSpPr>
            <a:spLocks noChangeAspect="1"/>
          </p:cNvSpPr>
          <p:nvPr/>
        </p:nvSpPr>
        <p:spPr>
          <a:xfrm>
            <a:off x="9575979" y="144458"/>
            <a:ext cx="410141" cy="41014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1" name="Oval 30">
            <a:extLst>
              <a:ext uri="{FF2B5EF4-FFF2-40B4-BE49-F238E27FC236}">
                <a16:creationId xmlns:a16="http://schemas.microsoft.com/office/drawing/2014/main" id="{04D6C84F-D66A-9ADC-2701-CDE2226289B6}"/>
              </a:ext>
            </a:extLst>
          </p:cNvPr>
          <p:cNvSpPr>
            <a:spLocks noChangeAspect="1"/>
          </p:cNvSpPr>
          <p:nvPr/>
        </p:nvSpPr>
        <p:spPr>
          <a:xfrm>
            <a:off x="9585689" y="2015561"/>
            <a:ext cx="410141" cy="41014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32" name="Straight Arrow Connector 31">
            <a:extLst>
              <a:ext uri="{FF2B5EF4-FFF2-40B4-BE49-F238E27FC236}">
                <a16:creationId xmlns:a16="http://schemas.microsoft.com/office/drawing/2014/main" id="{215F7EEA-8F46-7C3D-43D6-4241E983AD19}"/>
              </a:ext>
            </a:extLst>
          </p:cNvPr>
          <p:cNvCxnSpPr>
            <a:cxnSpLocks/>
            <a:stCxn id="31" idx="6"/>
            <a:endCxn id="43" idx="3"/>
          </p:cNvCxnSpPr>
          <p:nvPr/>
        </p:nvCxnSpPr>
        <p:spPr>
          <a:xfrm flipV="1">
            <a:off x="9995830" y="1422412"/>
            <a:ext cx="806857" cy="798219"/>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a16="http://schemas.microsoft.com/office/drawing/2014/main" id="{75C0DA66-0540-9782-DB6D-8447BFD68228}"/>
              </a:ext>
            </a:extLst>
          </p:cNvPr>
          <p:cNvCxnSpPr>
            <a:cxnSpLocks/>
            <a:stCxn id="30" idx="6"/>
            <a:endCxn id="43" idx="1"/>
          </p:cNvCxnSpPr>
          <p:nvPr/>
        </p:nvCxnSpPr>
        <p:spPr>
          <a:xfrm>
            <a:off x="9986120" y="349529"/>
            <a:ext cx="816567" cy="78287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A60BBC87-395A-652C-3A1B-69AA1E56C7A7}"/>
                  </a:ext>
                </a:extLst>
              </p:cNvPr>
              <p:cNvSpPr txBox="1"/>
              <p:nvPr/>
            </p:nvSpPr>
            <p:spPr>
              <a:xfrm>
                <a:off x="10078291" y="242332"/>
                <a:ext cx="855270"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Nc</m:t>
                          </m:r>
                        </m:sub>
                      </m:sSub>
                    </m:oMath>
                  </m:oMathPara>
                </a14:m>
                <a:endParaRPr lang="en-US" dirty="0">
                  <a:solidFill>
                    <a:schemeClr val="tx1"/>
                  </a:solidFill>
                </a:endParaRPr>
              </a:p>
            </p:txBody>
          </p:sp>
        </mc:Choice>
        <mc:Fallback xmlns="">
          <p:sp>
            <p:nvSpPr>
              <p:cNvPr id="34" name="TextBox 33">
                <a:extLst>
                  <a:ext uri="{FF2B5EF4-FFF2-40B4-BE49-F238E27FC236}">
                    <a16:creationId xmlns:a16="http://schemas.microsoft.com/office/drawing/2014/main" id="{A60BBC87-395A-652C-3A1B-69AA1E56C7A7}"/>
                  </a:ext>
                </a:extLst>
              </p:cNvPr>
              <p:cNvSpPr txBox="1">
                <a:spLocks noRot="1" noChangeAspect="1" noMove="1" noResize="1" noEditPoints="1" noAdjustHandles="1" noChangeArrowheads="1" noChangeShapeType="1" noTextEdit="1"/>
              </p:cNvSpPr>
              <p:nvPr/>
            </p:nvSpPr>
            <p:spPr>
              <a:xfrm>
                <a:off x="10078291" y="242332"/>
                <a:ext cx="855270" cy="369332"/>
              </a:xfrm>
              <a:prstGeom prst="rect">
                <a:avLst/>
              </a:prstGeom>
              <a:blipFill>
                <a:blip r:embed="rId1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F743E4A4-A114-1194-AB85-5B558A1C1686}"/>
                  </a:ext>
                </a:extLst>
              </p:cNvPr>
              <p:cNvSpPr txBox="1"/>
              <p:nvPr/>
            </p:nvSpPr>
            <p:spPr>
              <a:xfrm>
                <a:off x="10136554" y="1770391"/>
                <a:ext cx="855270"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Nc</m:t>
                          </m:r>
                        </m:sub>
                      </m:sSub>
                    </m:oMath>
                  </m:oMathPara>
                </a14:m>
                <a:endParaRPr lang="en-US" dirty="0">
                  <a:solidFill>
                    <a:schemeClr val="tx1"/>
                  </a:solidFill>
                </a:endParaRPr>
              </a:p>
            </p:txBody>
          </p:sp>
        </mc:Choice>
        <mc:Fallback xmlns="">
          <p:sp>
            <p:nvSpPr>
              <p:cNvPr id="35" name="TextBox 34">
                <a:extLst>
                  <a:ext uri="{FF2B5EF4-FFF2-40B4-BE49-F238E27FC236}">
                    <a16:creationId xmlns:a16="http://schemas.microsoft.com/office/drawing/2014/main" id="{F743E4A4-A114-1194-AB85-5B558A1C1686}"/>
                  </a:ext>
                </a:extLst>
              </p:cNvPr>
              <p:cNvSpPr txBox="1">
                <a:spLocks noRot="1" noChangeAspect="1" noMove="1" noResize="1" noEditPoints="1" noAdjustHandles="1" noChangeArrowheads="1" noChangeShapeType="1" noTextEdit="1"/>
              </p:cNvSpPr>
              <p:nvPr/>
            </p:nvSpPr>
            <p:spPr>
              <a:xfrm>
                <a:off x="10136554" y="1770391"/>
                <a:ext cx="855270" cy="369332"/>
              </a:xfrm>
              <a:prstGeom prst="rect">
                <a:avLst/>
              </a:prstGeom>
              <a:blipFill>
                <a:blip r:embed="rId1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B764B1FE-7FED-B201-E0E8-970EB801F5CC}"/>
                  </a:ext>
                </a:extLst>
              </p:cNvPr>
              <p:cNvSpPr txBox="1"/>
              <p:nvPr/>
            </p:nvSpPr>
            <p:spPr>
              <a:xfrm>
                <a:off x="8973206" y="595408"/>
                <a:ext cx="855270"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Na</m:t>
                          </m:r>
                        </m:sub>
                      </m:sSub>
                    </m:oMath>
                  </m:oMathPara>
                </a14:m>
                <a:endParaRPr lang="en-US" dirty="0">
                  <a:solidFill>
                    <a:schemeClr val="tx1"/>
                  </a:solidFill>
                </a:endParaRPr>
              </a:p>
            </p:txBody>
          </p:sp>
        </mc:Choice>
        <mc:Fallback xmlns="">
          <p:sp>
            <p:nvSpPr>
              <p:cNvPr id="36" name="TextBox 35">
                <a:extLst>
                  <a:ext uri="{FF2B5EF4-FFF2-40B4-BE49-F238E27FC236}">
                    <a16:creationId xmlns:a16="http://schemas.microsoft.com/office/drawing/2014/main" id="{B764B1FE-7FED-B201-E0E8-970EB801F5CC}"/>
                  </a:ext>
                </a:extLst>
              </p:cNvPr>
              <p:cNvSpPr txBox="1">
                <a:spLocks noRot="1" noChangeAspect="1" noMove="1" noResize="1" noEditPoints="1" noAdjustHandles="1" noChangeArrowheads="1" noChangeShapeType="1" noTextEdit="1"/>
              </p:cNvSpPr>
              <p:nvPr/>
            </p:nvSpPr>
            <p:spPr>
              <a:xfrm>
                <a:off x="8973206" y="595408"/>
                <a:ext cx="855270" cy="369332"/>
              </a:xfrm>
              <a:prstGeom prst="rect">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F9BF74BA-111D-E9DD-89CD-8D4BC93A00C1}"/>
                  </a:ext>
                </a:extLst>
              </p:cNvPr>
              <p:cNvSpPr txBox="1"/>
              <p:nvPr/>
            </p:nvSpPr>
            <p:spPr>
              <a:xfrm>
                <a:off x="8905458" y="1506194"/>
                <a:ext cx="855270"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Nb</m:t>
                          </m:r>
                        </m:sub>
                      </m:sSub>
                    </m:oMath>
                  </m:oMathPara>
                </a14:m>
                <a:endParaRPr lang="en-US" dirty="0">
                  <a:solidFill>
                    <a:schemeClr val="tx1"/>
                  </a:solidFill>
                </a:endParaRPr>
              </a:p>
            </p:txBody>
          </p:sp>
        </mc:Choice>
        <mc:Fallback xmlns="">
          <p:sp>
            <p:nvSpPr>
              <p:cNvPr id="37" name="TextBox 36">
                <a:extLst>
                  <a:ext uri="{FF2B5EF4-FFF2-40B4-BE49-F238E27FC236}">
                    <a16:creationId xmlns:a16="http://schemas.microsoft.com/office/drawing/2014/main" id="{F9BF74BA-111D-E9DD-89CD-8D4BC93A00C1}"/>
                  </a:ext>
                </a:extLst>
              </p:cNvPr>
              <p:cNvSpPr txBox="1">
                <a:spLocks noRot="1" noChangeAspect="1" noMove="1" noResize="1" noEditPoints="1" noAdjustHandles="1" noChangeArrowheads="1" noChangeShapeType="1" noTextEdit="1"/>
              </p:cNvSpPr>
              <p:nvPr/>
            </p:nvSpPr>
            <p:spPr>
              <a:xfrm>
                <a:off x="8905458" y="1506194"/>
                <a:ext cx="855270" cy="369332"/>
              </a:xfrm>
              <a:prstGeom prst="rect">
                <a:avLst/>
              </a:prstGeom>
              <a:blipFill>
                <a:blip r:embed="rId21"/>
                <a:stretch>
                  <a:fillRect/>
                </a:stretch>
              </a:blipFill>
            </p:spPr>
            <p:txBody>
              <a:bodyPr/>
              <a:lstStyle/>
              <a:p>
                <a:r>
                  <a:rPr lang="en-US">
                    <a:noFill/>
                  </a:rPr>
                  <a:t> </a:t>
                </a:r>
              </a:p>
            </p:txBody>
          </p:sp>
        </mc:Fallback>
      </mc:AlternateContent>
      <p:sp>
        <p:nvSpPr>
          <p:cNvPr id="38" name="Oval 37">
            <a:extLst>
              <a:ext uri="{FF2B5EF4-FFF2-40B4-BE49-F238E27FC236}">
                <a16:creationId xmlns:a16="http://schemas.microsoft.com/office/drawing/2014/main" id="{800922E9-3984-B608-396E-EEB4E9A94308}"/>
              </a:ext>
            </a:extLst>
          </p:cNvPr>
          <p:cNvSpPr>
            <a:spLocks noChangeAspect="1"/>
          </p:cNvSpPr>
          <p:nvPr/>
        </p:nvSpPr>
        <p:spPr>
          <a:xfrm>
            <a:off x="8524898" y="1072335"/>
            <a:ext cx="410141" cy="41014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39" name="Straight Arrow Connector 38">
            <a:extLst>
              <a:ext uri="{FF2B5EF4-FFF2-40B4-BE49-F238E27FC236}">
                <a16:creationId xmlns:a16="http://schemas.microsoft.com/office/drawing/2014/main" id="{86818994-A542-CD6B-38A7-49EEF7779C95}"/>
              </a:ext>
            </a:extLst>
          </p:cNvPr>
          <p:cNvCxnSpPr>
            <a:cxnSpLocks/>
            <a:stCxn id="38" idx="0"/>
            <a:endCxn id="30" idx="2"/>
          </p:cNvCxnSpPr>
          <p:nvPr/>
        </p:nvCxnSpPr>
        <p:spPr>
          <a:xfrm flipV="1">
            <a:off x="8729969" y="349529"/>
            <a:ext cx="846010" cy="722806"/>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AA778DA-1E2D-01CB-9ADF-FB2FFB6DCEF2}"/>
                  </a:ext>
                </a:extLst>
              </p:cNvPr>
              <p:cNvSpPr txBox="1"/>
              <p:nvPr/>
            </p:nvSpPr>
            <p:spPr>
              <a:xfrm>
                <a:off x="7804966" y="787250"/>
                <a:ext cx="546041"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c</m:t>
                          </m:r>
                        </m:sub>
                      </m:sSub>
                    </m:oMath>
                  </m:oMathPara>
                </a14:m>
                <a:endParaRPr lang="en-US" dirty="0">
                  <a:solidFill>
                    <a:schemeClr val="tx1"/>
                  </a:solidFill>
                </a:endParaRPr>
              </a:p>
            </p:txBody>
          </p:sp>
        </mc:Choice>
        <mc:Fallback xmlns="">
          <p:sp>
            <p:nvSpPr>
              <p:cNvPr id="40" name="TextBox 39">
                <a:extLst>
                  <a:ext uri="{FF2B5EF4-FFF2-40B4-BE49-F238E27FC236}">
                    <a16:creationId xmlns:a16="http://schemas.microsoft.com/office/drawing/2014/main" id="{BAA778DA-1E2D-01CB-9ADF-FB2FFB6DCEF2}"/>
                  </a:ext>
                </a:extLst>
              </p:cNvPr>
              <p:cNvSpPr txBox="1">
                <a:spLocks noRot="1" noChangeAspect="1" noMove="1" noResize="1" noEditPoints="1" noAdjustHandles="1" noChangeArrowheads="1" noChangeShapeType="1" noTextEdit="1"/>
              </p:cNvSpPr>
              <p:nvPr/>
            </p:nvSpPr>
            <p:spPr>
              <a:xfrm>
                <a:off x="7804966" y="787250"/>
                <a:ext cx="546041" cy="369332"/>
              </a:xfrm>
              <a:prstGeom prst="rect">
                <a:avLst/>
              </a:prstGeom>
              <a:blipFill>
                <a:blip r:embed="rId22"/>
                <a:stretch>
                  <a:fillRect/>
                </a:stretch>
              </a:blipFill>
            </p:spPr>
            <p:txBody>
              <a:bodyPr/>
              <a:lstStyle/>
              <a:p>
                <a:r>
                  <a:rPr lang="en-US">
                    <a:noFill/>
                  </a:rPr>
                  <a:t> </a:t>
                </a:r>
              </a:p>
            </p:txBody>
          </p:sp>
        </mc:Fallback>
      </mc:AlternateContent>
      <p:cxnSp>
        <p:nvCxnSpPr>
          <p:cNvPr id="41" name="Straight Arrow Connector 40">
            <a:extLst>
              <a:ext uri="{FF2B5EF4-FFF2-40B4-BE49-F238E27FC236}">
                <a16:creationId xmlns:a16="http://schemas.microsoft.com/office/drawing/2014/main" id="{8705916B-C342-E572-361B-38966BB9BC1F}"/>
              </a:ext>
            </a:extLst>
          </p:cNvPr>
          <p:cNvCxnSpPr>
            <a:cxnSpLocks/>
            <a:endCxn id="49" idx="1"/>
          </p:cNvCxnSpPr>
          <p:nvPr/>
        </p:nvCxnSpPr>
        <p:spPr>
          <a:xfrm>
            <a:off x="7765437" y="1233701"/>
            <a:ext cx="740834" cy="1289"/>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42" name="Straight Arrow Connector 41">
            <a:extLst>
              <a:ext uri="{FF2B5EF4-FFF2-40B4-BE49-F238E27FC236}">
                <a16:creationId xmlns:a16="http://schemas.microsoft.com/office/drawing/2014/main" id="{64A802CF-A4B0-36CE-A30D-6D79AF841CCA}"/>
              </a:ext>
            </a:extLst>
          </p:cNvPr>
          <p:cNvCxnSpPr>
            <a:cxnSpLocks/>
            <a:stCxn id="38" idx="4"/>
            <a:endCxn id="31" idx="2"/>
          </p:cNvCxnSpPr>
          <p:nvPr/>
        </p:nvCxnSpPr>
        <p:spPr>
          <a:xfrm>
            <a:off x="8729969" y="1482476"/>
            <a:ext cx="855720" cy="738155"/>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sp>
        <p:nvSpPr>
          <p:cNvPr id="43" name="Oval 42">
            <a:extLst>
              <a:ext uri="{FF2B5EF4-FFF2-40B4-BE49-F238E27FC236}">
                <a16:creationId xmlns:a16="http://schemas.microsoft.com/office/drawing/2014/main" id="{BC7087B8-3B43-DF7D-B2BC-78FCFBED4AB8}"/>
              </a:ext>
            </a:extLst>
          </p:cNvPr>
          <p:cNvSpPr>
            <a:spLocks noChangeAspect="1"/>
          </p:cNvSpPr>
          <p:nvPr/>
        </p:nvSpPr>
        <p:spPr>
          <a:xfrm>
            <a:off x="10742623" y="1072335"/>
            <a:ext cx="410141" cy="41014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44" name="Straight Arrow Connector 43">
            <a:extLst>
              <a:ext uri="{FF2B5EF4-FFF2-40B4-BE49-F238E27FC236}">
                <a16:creationId xmlns:a16="http://schemas.microsoft.com/office/drawing/2014/main" id="{6E962756-B804-72BB-BEA6-48F768747710}"/>
              </a:ext>
            </a:extLst>
          </p:cNvPr>
          <p:cNvCxnSpPr>
            <a:cxnSpLocks/>
          </p:cNvCxnSpPr>
          <p:nvPr/>
        </p:nvCxnSpPr>
        <p:spPr>
          <a:xfrm flipV="1">
            <a:off x="11152764" y="1261123"/>
            <a:ext cx="782058" cy="16282"/>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1A33D5A1-3663-3B68-0823-7FFE6E59137B}"/>
                  </a:ext>
                </a:extLst>
              </p:cNvPr>
              <p:cNvSpPr txBox="1"/>
              <p:nvPr/>
            </p:nvSpPr>
            <p:spPr>
              <a:xfrm>
                <a:off x="11375112" y="854140"/>
                <a:ext cx="524049" cy="369332"/>
              </a:xfrm>
              <a:prstGeom prst="rect">
                <a:avLst/>
              </a:prstGeom>
              <a:noFill/>
            </p:spPr>
            <p:txBody>
              <a:bodyPr wrap="square">
                <a:spAutoFit/>
              </a:bodyPr>
              <a:lstStyle/>
              <a:p>
                <a:pPr/>
                <a14:m>
                  <m:oMathPara xmlns:m="http://schemas.openxmlformats.org/officeDocument/2006/math">
                    <m:oMath>
                      <m:sSub>
                        <m:sSubPr>
                          <m:ctrlPr>
                            <a:rPr lang="de-DE" b="0" i="1" smtClean="0">
                              <a:latin typeface="Cambria Math" panose="02040503050406030204" pitchFamily="18" charset="0"/>
                            </a:rPr>
                          </m:ctrlPr>
                        </m:sSubPr>
                        <m:e>
                          <m:r>
                            <m:rPr>
                              <m:sty m:val="p"/>
                            </m:rPr>
                            <a:rPr lang="de-DE" b="0" i="1" smtClean="0">
                              <a:latin typeface="Cambria Math" panose="02040503050406030204" pitchFamily="18" charset="0"/>
                            </a:rPr>
                            <m:t>m</m:t>
                          </m:r>
                        </m:e>
                        <m:sub>
                          <m:r>
                            <m:rPr>
                              <m:sty m:val="p"/>
                            </m:rPr>
                            <a:rPr lang="de-DE" b="0" i="1" smtClean="0">
                              <a:latin typeface="Cambria Math" panose="02040503050406030204" pitchFamily="18" charset="0"/>
                            </a:rPr>
                            <m:t>out</m:t>
                          </m:r>
                        </m:sub>
                      </m:sSub>
                    </m:oMath>
                  </m:oMathPara>
                </a14:m>
                <a:endParaRPr lang="en-US" dirty="0"/>
              </a:p>
            </p:txBody>
          </p:sp>
        </mc:Choice>
        <mc:Fallback xmlns="">
          <p:sp>
            <p:nvSpPr>
              <p:cNvPr id="45" name="TextBox 44">
                <a:extLst>
                  <a:ext uri="{FF2B5EF4-FFF2-40B4-BE49-F238E27FC236}">
                    <a16:creationId xmlns:a16="http://schemas.microsoft.com/office/drawing/2014/main" id="{1A33D5A1-3663-3B68-0823-7FFE6E59137B}"/>
                  </a:ext>
                </a:extLst>
              </p:cNvPr>
              <p:cNvSpPr txBox="1">
                <a:spLocks noRot="1" noChangeAspect="1" noMove="1" noResize="1" noEditPoints="1" noAdjustHandles="1" noChangeArrowheads="1" noChangeShapeType="1" noTextEdit="1"/>
              </p:cNvSpPr>
              <p:nvPr/>
            </p:nvSpPr>
            <p:spPr>
              <a:xfrm>
                <a:off x="11375112" y="854140"/>
                <a:ext cx="524049" cy="369332"/>
              </a:xfrm>
              <a:prstGeom prst="rect">
                <a:avLst/>
              </a:prstGeom>
              <a:blipFill>
                <a:blip r:embed="rId23"/>
                <a:stretch>
                  <a:fillRect r="-151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72E9BD51-AC08-D772-B959-113DE071C492}"/>
                  </a:ext>
                </a:extLst>
              </p:cNvPr>
              <p:cNvSpPr txBox="1"/>
              <p:nvPr/>
            </p:nvSpPr>
            <p:spPr>
              <a:xfrm>
                <a:off x="10724745" y="1051777"/>
                <a:ext cx="448081"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No</m:t>
                          </m:r>
                        </m:sub>
                      </m:sSub>
                    </m:oMath>
                  </m:oMathPara>
                </a14:m>
                <a:endParaRPr lang="en-US" dirty="0">
                  <a:solidFill>
                    <a:schemeClr val="bg1"/>
                  </a:solidFill>
                </a:endParaRPr>
              </a:p>
            </p:txBody>
          </p:sp>
        </mc:Choice>
        <mc:Fallback xmlns="">
          <p:sp>
            <p:nvSpPr>
              <p:cNvPr id="46" name="TextBox 45">
                <a:extLst>
                  <a:ext uri="{FF2B5EF4-FFF2-40B4-BE49-F238E27FC236}">
                    <a16:creationId xmlns:a16="http://schemas.microsoft.com/office/drawing/2014/main" id="{72E9BD51-AC08-D772-B959-113DE071C492}"/>
                  </a:ext>
                </a:extLst>
              </p:cNvPr>
              <p:cNvSpPr txBox="1">
                <a:spLocks noRot="1" noChangeAspect="1" noMove="1" noResize="1" noEditPoints="1" noAdjustHandles="1" noChangeArrowheads="1" noChangeShapeType="1" noTextEdit="1"/>
              </p:cNvSpPr>
              <p:nvPr/>
            </p:nvSpPr>
            <p:spPr>
              <a:xfrm>
                <a:off x="10724745" y="1051777"/>
                <a:ext cx="448081" cy="369332"/>
              </a:xfrm>
              <a:prstGeom prst="rect">
                <a:avLst/>
              </a:prstGeom>
              <a:blipFill>
                <a:blip r:embed="rId24"/>
                <a:stretch>
                  <a:fillRect r="-405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22378998-1C31-B99D-3E8C-58BA123AC033}"/>
                  </a:ext>
                </a:extLst>
              </p:cNvPr>
              <p:cNvSpPr txBox="1"/>
              <p:nvPr/>
            </p:nvSpPr>
            <p:spPr>
              <a:xfrm>
                <a:off x="9511232" y="111833"/>
                <a:ext cx="557613"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Na</m:t>
                          </m:r>
                        </m:sub>
                      </m:sSub>
                    </m:oMath>
                  </m:oMathPara>
                </a14:m>
                <a:endParaRPr lang="en-US" dirty="0">
                  <a:solidFill>
                    <a:schemeClr val="bg1"/>
                  </a:solidFill>
                </a:endParaRPr>
              </a:p>
            </p:txBody>
          </p:sp>
        </mc:Choice>
        <mc:Fallback xmlns="">
          <p:sp>
            <p:nvSpPr>
              <p:cNvPr id="47" name="TextBox 46">
                <a:extLst>
                  <a:ext uri="{FF2B5EF4-FFF2-40B4-BE49-F238E27FC236}">
                    <a16:creationId xmlns:a16="http://schemas.microsoft.com/office/drawing/2014/main" id="{22378998-1C31-B99D-3E8C-58BA123AC033}"/>
                  </a:ext>
                </a:extLst>
              </p:cNvPr>
              <p:cNvSpPr txBox="1">
                <a:spLocks noRot="1" noChangeAspect="1" noMove="1" noResize="1" noEditPoints="1" noAdjustHandles="1" noChangeArrowheads="1" noChangeShapeType="1" noTextEdit="1"/>
              </p:cNvSpPr>
              <p:nvPr/>
            </p:nvSpPr>
            <p:spPr>
              <a:xfrm>
                <a:off x="9511232" y="111833"/>
                <a:ext cx="557613" cy="369332"/>
              </a:xfrm>
              <a:prstGeom prst="rect">
                <a:avLst/>
              </a:prstGeom>
              <a:blipFill>
                <a:blip r:embed="rId2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141C69B7-A634-51FB-E404-53AC128A02AD}"/>
                  </a:ext>
                </a:extLst>
              </p:cNvPr>
              <p:cNvSpPr txBox="1"/>
              <p:nvPr/>
            </p:nvSpPr>
            <p:spPr>
              <a:xfrm>
                <a:off x="9565904" y="1994059"/>
                <a:ext cx="421017"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Nb</m:t>
                          </m:r>
                        </m:sub>
                      </m:sSub>
                    </m:oMath>
                  </m:oMathPara>
                </a14:m>
                <a:endParaRPr lang="en-US" dirty="0">
                  <a:solidFill>
                    <a:schemeClr val="bg1"/>
                  </a:solidFill>
                </a:endParaRPr>
              </a:p>
            </p:txBody>
          </p:sp>
        </mc:Choice>
        <mc:Fallback xmlns="">
          <p:sp>
            <p:nvSpPr>
              <p:cNvPr id="48" name="TextBox 47">
                <a:extLst>
                  <a:ext uri="{FF2B5EF4-FFF2-40B4-BE49-F238E27FC236}">
                    <a16:creationId xmlns:a16="http://schemas.microsoft.com/office/drawing/2014/main" id="{141C69B7-A634-51FB-E404-53AC128A02AD}"/>
                  </a:ext>
                </a:extLst>
              </p:cNvPr>
              <p:cNvSpPr txBox="1">
                <a:spLocks noRot="1" noChangeAspect="1" noMove="1" noResize="1" noEditPoints="1" noAdjustHandles="1" noChangeArrowheads="1" noChangeShapeType="1" noTextEdit="1"/>
              </p:cNvSpPr>
              <p:nvPr/>
            </p:nvSpPr>
            <p:spPr>
              <a:xfrm>
                <a:off x="9565904" y="1994059"/>
                <a:ext cx="421017" cy="369332"/>
              </a:xfrm>
              <a:prstGeom prst="rect">
                <a:avLst/>
              </a:prstGeom>
              <a:blipFill>
                <a:blip r:embed="rId26"/>
                <a:stretch>
                  <a:fillRect r="-130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8A2CF663-3BDA-08FB-2B19-4020A5DEE12A}"/>
                  </a:ext>
                </a:extLst>
              </p:cNvPr>
              <p:cNvSpPr txBox="1"/>
              <p:nvPr/>
            </p:nvSpPr>
            <p:spPr>
              <a:xfrm>
                <a:off x="8506271" y="1050324"/>
                <a:ext cx="448081"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Ni</m:t>
                          </m:r>
                        </m:sub>
                      </m:sSub>
                    </m:oMath>
                  </m:oMathPara>
                </a14:m>
                <a:endParaRPr lang="en-US" dirty="0">
                  <a:solidFill>
                    <a:schemeClr val="bg1"/>
                  </a:solidFill>
                </a:endParaRPr>
              </a:p>
            </p:txBody>
          </p:sp>
        </mc:Choice>
        <mc:Fallback xmlns="">
          <p:sp>
            <p:nvSpPr>
              <p:cNvPr id="49" name="TextBox 48">
                <a:extLst>
                  <a:ext uri="{FF2B5EF4-FFF2-40B4-BE49-F238E27FC236}">
                    <a16:creationId xmlns:a16="http://schemas.microsoft.com/office/drawing/2014/main" id="{8A2CF663-3BDA-08FB-2B19-4020A5DEE12A}"/>
                  </a:ext>
                </a:extLst>
              </p:cNvPr>
              <p:cNvSpPr txBox="1">
                <a:spLocks noRot="1" noChangeAspect="1" noMove="1" noResize="1" noEditPoints="1" noAdjustHandles="1" noChangeArrowheads="1" noChangeShapeType="1" noTextEdit="1"/>
              </p:cNvSpPr>
              <p:nvPr/>
            </p:nvSpPr>
            <p:spPr>
              <a:xfrm>
                <a:off x="8506271" y="1050324"/>
                <a:ext cx="448081" cy="369332"/>
              </a:xfrm>
              <a:prstGeom prst="rect">
                <a:avLst/>
              </a:prstGeom>
              <a:blipFill>
                <a:blip r:embed="rId27"/>
                <a:stretch>
                  <a:fillRect/>
                </a:stretch>
              </a:blipFill>
            </p:spPr>
            <p:txBody>
              <a:bodyPr/>
              <a:lstStyle/>
              <a:p>
                <a:r>
                  <a:rPr lang="en-US">
                    <a:noFill/>
                  </a:rPr>
                  <a:t> </a:t>
                </a:r>
              </a:p>
            </p:txBody>
          </p:sp>
        </mc:Fallback>
      </mc:AlternateContent>
      <p:cxnSp>
        <p:nvCxnSpPr>
          <p:cNvPr id="60" name="Straight Connector 59">
            <a:extLst>
              <a:ext uri="{FF2B5EF4-FFF2-40B4-BE49-F238E27FC236}">
                <a16:creationId xmlns:a16="http://schemas.microsoft.com/office/drawing/2014/main" id="{3C7561CD-5F1A-A805-CDE4-E4E0315C5949}"/>
              </a:ext>
            </a:extLst>
          </p:cNvPr>
          <p:cNvCxnSpPr>
            <a:cxnSpLocks/>
          </p:cNvCxnSpPr>
          <p:nvPr/>
        </p:nvCxnSpPr>
        <p:spPr>
          <a:xfrm>
            <a:off x="7775840" y="596589"/>
            <a:ext cx="0" cy="637112"/>
          </a:xfrm>
          <a:prstGeom prst="line">
            <a:avLst/>
          </a:prstGeom>
        </p:spPr>
        <p:style>
          <a:lnRef idx="2">
            <a:schemeClr val="accent1"/>
          </a:lnRef>
          <a:fillRef idx="0">
            <a:schemeClr val="accent1"/>
          </a:fillRef>
          <a:effectRef idx="1">
            <a:schemeClr val="accent1"/>
          </a:effectRef>
          <a:fontRef idx="minor">
            <a:schemeClr val="tx1"/>
          </a:fontRef>
        </p:style>
      </p:cxnSp>
      <p:sp>
        <p:nvSpPr>
          <p:cNvPr id="113" name="Rectangle 112">
            <a:extLst>
              <a:ext uri="{FF2B5EF4-FFF2-40B4-BE49-F238E27FC236}">
                <a16:creationId xmlns:a16="http://schemas.microsoft.com/office/drawing/2014/main" id="{7027A247-F860-4F59-3D98-EF0DECB999E6}"/>
              </a:ext>
            </a:extLst>
          </p:cNvPr>
          <p:cNvSpPr/>
          <p:nvPr/>
        </p:nvSpPr>
        <p:spPr>
          <a:xfrm>
            <a:off x="8320022" y="23424"/>
            <a:ext cx="3073000" cy="2537212"/>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15" name="TextBox 114">
            <a:extLst>
              <a:ext uri="{FF2B5EF4-FFF2-40B4-BE49-F238E27FC236}">
                <a16:creationId xmlns:a16="http://schemas.microsoft.com/office/drawing/2014/main" id="{CC1354D2-FD11-B840-9ED3-A8E545528F5F}"/>
              </a:ext>
            </a:extLst>
          </p:cNvPr>
          <p:cNvSpPr txBox="1"/>
          <p:nvPr/>
        </p:nvSpPr>
        <p:spPr>
          <a:xfrm>
            <a:off x="8334900" y="53954"/>
            <a:ext cx="473206" cy="338554"/>
          </a:xfrm>
          <a:prstGeom prst="rect">
            <a:avLst/>
          </a:prstGeom>
          <a:noFill/>
        </p:spPr>
        <p:txBody>
          <a:bodyPr wrap="none" rtlCol="0">
            <a:spAutoFit/>
          </a:bodyPr>
          <a:lstStyle/>
          <a:p>
            <a:r>
              <a:rPr lang="en-US" sz="1600" dirty="0"/>
              <a:t>NN</a:t>
            </a:r>
          </a:p>
        </p:txBody>
      </p:sp>
      <p:sp>
        <p:nvSpPr>
          <p:cNvPr id="11" name="Rectangle: Rounded Corners 10">
            <a:extLst>
              <a:ext uri="{FF2B5EF4-FFF2-40B4-BE49-F238E27FC236}">
                <a16:creationId xmlns:a16="http://schemas.microsoft.com/office/drawing/2014/main" id="{A5F78711-87B7-4BF6-E9D4-F8F53524CE2D}"/>
              </a:ext>
            </a:extLst>
          </p:cNvPr>
          <p:cNvSpPr/>
          <p:nvPr/>
        </p:nvSpPr>
        <p:spPr>
          <a:xfrm>
            <a:off x="1462291" y="6126480"/>
            <a:ext cx="1554480" cy="73152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Algorithm </a:t>
            </a:r>
          </a:p>
        </p:txBody>
      </p:sp>
      <p:sp>
        <p:nvSpPr>
          <p:cNvPr id="15" name="Rectangle: Rounded Corners 14">
            <a:extLst>
              <a:ext uri="{FF2B5EF4-FFF2-40B4-BE49-F238E27FC236}">
                <a16:creationId xmlns:a16="http://schemas.microsoft.com/office/drawing/2014/main" id="{DC95306E-4591-7EEF-B6D7-8EAB1ECF664F}"/>
              </a:ext>
            </a:extLst>
          </p:cNvPr>
          <p:cNvSpPr/>
          <p:nvPr/>
        </p:nvSpPr>
        <p:spPr>
          <a:xfrm>
            <a:off x="3764816" y="6126480"/>
            <a:ext cx="1554480" cy="731520"/>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Chemical Reactions </a:t>
            </a:r>
          </a:p>
        </p:txBody>
      </p:sp>
      <p:sp>
        <p:nvSpPr>
          <p:cNvPr id="16" name="Rectangle: Rounded Corners 15">
            <a:extLst>
              <a:ext uri="{FF2B5EF4-FFF2-40B4-BE49-F238E27FC236}">
                <a16:creationId xmlns:a16="http://schemas.microsoft.com/office/drawing/2014/main" id="{EA8E52DF-D81A-9762-6461-A461673D12B2}"/>
              </a:ext>
            </a:extLst>
          </p:cNvPr>
          <p:cNvSpPr/>
          <p:nvPr/>
        </p:nvSpPr>
        <p:spPr>
          <a:xfrm>
            <a:off x="6067341" y="6126480"/>
            <a:ext cx="1554480" cy="731520"/>
          </a:xfrm>
          <a:prstGeom prst="roundRect">
            <a:avLst/>
          </a:prstGeom>
          <a:solidFill>
            <a:srgbClr val="DCEAF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Metabolic Network</a:t>
            </a:r>
          </a:p>
        </p:txBody>
      </p:sp>
      <p:sp>
        <p:nvSpPr>
          <p:cNvPr id="17" name="Rectangle: Rounded Corners 16">
            <a:extLst>
              <a:ext uri="{FF2B5EF4-FFF2-40B4-BE49-F238E27FC236}">
                <a16:creationId xmlns:a16="http://schemas.microsoft.com/office/drawing/2014/main" id="{A7F2931C-0545-AD43-75E2-B2EE9EB1E289}"/>
              </a:ext>
            </a:extLst>
          </p:cNvPr>
          <p:cNvSpPr/>
          <p:nvPr/>
        </p:nvSpPr>
        <p:spPr>
          <a:xfrm>
            <a:off x="8369865" y="6126480"/>
            <a:ext cx="1554480" cy="73152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THz Actuation</a:t>
            </a:r>
          </a:p>
        </p:txBody>
      </p:sp>
      <p:cxnSp>
        <p:nvCxnSpPr>
          <p:cNvPr id="18" name="Straight Arrow Connector 17">
            <a:extLst>
              <a:ext uri="{FF2B5EF4-FFF2-40B4-BE49-F238E27FC236}">
                <a16:creationId xmlns:a16="http://schemas.microsoft.com/office/drawing/2014/main" id="{E787B776-0CFE-B47F-0169-C62B529CBD2C}"/>
              </a:ext>
            </a:extLst>
          </p:cNvPr>
          <p:cNvCxnSpPr>
            <a:cxnSpLocks/>
            <a:stCxn id="11" idx="3"/>
            <a:endCxn id="15" idx="1"/>
          </p:cNvCxnSpPr>
          <p:nvPr/>
        </p:nvCxnSpPr>
        <p:spPr>
          <a:xfrm>
            <a:off x="3016771" y="6492240"/>
            <a:ext cx="748045" cy="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25966B3B-307E-C261-31F4-21037EB44644}"/>
              </a:ext>
            </a:extLst>
          </p:cNvPr>
          <p:cNvCxnSpPr>
            <a:cxnSpLocks/>
            <a:stCxn id="15" idx="3"/>
            <a:endCxn id="16" idx="1"/>
          </p:cNvCxnSpPr>
          <p:nvPr/>
        </p:nvCxnSpPr>
        <p:spPr>
          <a:xfrm>
            <a:off x="5319296" y="6492240"/>
            <a:ext cx="748045" cy="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556AC1B1-5288-F081-CECD-30FF8DFF7031}"/>
              </a:ext>
            </a:extLst>
          </p:cNvPr>
          <p:cNvCxnSpPr>
            <a:cxnSpLocks/>
          </p:cNvCxnSpPr>
          <p:nvPr/>
        </p:nvCxnSpPr>
        <p:spPr>
          <a:xfrm>
            <a:off x="7621821" y="6492240"/>
            <a:ext cx="748044" cy="0"/>
          </a:xfrm>
          <a:prstGeom prst="straightConnector1">
            <a:avLst/>
          </a:prstGeom>
          <a:ln>
            <a:headEnd type="triangle" w="lg" len="lg"/>
            <a:tailEnd type="none" w="lg" len="lg"/>
          </a:ln>
        </p:spPr>
        <p:style>
          <a:lnRef idx="2">
            <a:schemeClr val="accent1"/>
          </a:lnRef>
          <a:fillRef idx="0">
            <a:schemeClr val="accent1"/>
          </a:fillRef>
          <a:effectRef idx="1">
            <a:schemeClr val="accent1"/>
          </a:effectRef>
          <a:fontRef idx="minor">
            <a:schemeClr val="tx1"/>
          </a:fontRef>
        </p:style>
      </p:cxnSp>
      <p:sp>
        <p:nvSpPr>
          <p:cNvPr id="3" name="TextBox 2">
            <a:extLst>
              <a:ext uri="{FF2B5EF4-FFF2-40B4-BE49-F238E27FC236}">
                <a16:creationId xmlns:a16="http://schemas.microsoft.com/office/drawing/2014/main" id="{1FB39A5B-52A8-0606-8212-67410EE36263}"/>
              </a:ext>
            </a:extLst>
          </p:cNvPr>
          <p:cNvSpPr txBox="1"/>
          <p:nvPr/>
        </p:nvSpPr>
        <p:spPr>
          <a:xfrm>
            <a:off x="70539" y="2520046"/>
            <a:ext cx="862737" cy="369332"/>
          </a:xfrm>
          <a:prstGeom prst="rect">
            <a:avLst/>
          </a:prstGeom>
          <a:noFill/>
        </p:spPr>
        <p:txBody>
          <a:bodyPr wrap="none" rtlCol="0">
            <a:spAutoFit/>
          </a:bodyPr>
          <a:lstStyle/>
          <a:p>
            <a:r>
              <a:rPr lang="en-US" dirty="0"/>
              <a:t>Motif 1</a:t>
            </a:r>
          </a:p>
        </p:txBody>
      </p:sp>
      <p:pic>
        <p:nvPicPr>
          <p:cNvPr id="4" name="Picture 3">
            <a:extLst>
              <a:ext uri="{FF2B5EF4-FFF2-40B4-BE49-F238E27FC236}">
                <a16:creationId xmlns:a16="http://schemas.microsoft.com/office/drawing/2014/main" id="{9F32BD38-1138-291C-DC5F-0CD2A912F74A}"/>
              </a:ext>
            </a:extLst>
          </p:cNvPr>
          <p:cNvPicPr>
            <a:picLocks noChangeAspect="1"/>
          </p:cNvPicPr>
          <p:nvPr/>
        </p:nvPicPr>
        <p:blipFill>
          <a:blip r:embed="rId28"/>
          <a:stretch>
            <a:fillRect/>
          </a:stretch>
        </p:blipFill>
        <p:spPr>
          <a:xfrm>
            <a:off x="1433112" y="2508033"/>
            <a:ext cx="6635814" cy="3562590"/>
          </a:xfrm>
          <a:prstGeom prst="rect">
            <a:avLst/>
          </a:prstGeom>
        </p:spPr>
      </p:pic>
    </p:spTree>
    <p:extLst>
      <p:ext uri="{BB962C8B-B14F-4D97-AF65-F5344CB8AC3E}">
        <p14:creationId xmlns:p14="http://schemas.microsoft.com/office/powerpoint/2010/main" val="290153929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F84311-7D72-7CEC-DE32-B0836DAE304F}"/>
            </a:ext>
          </a:extLst>
        </p:cNvPr>
        <p:cNvGrpSpPr/>
        <p:nvPr/>
      </p:nvGrpSpPr>
      <p:grpSpPr>
        <a:xfrm>
          <a:off x="0" y="0"/>
          <a:ext cx="0" cy="0"/>
          <a:chOff x="0" y="0"/>
          <a:chExt cx="0" cy="0"/>
        </a:xfrm>
      </p:grpSpPr>
      <p:pic>
        <p:nvPicPr>
          <p:cNvPr id="5" name="Graphic 4">
            <a:extLst>
              <a:ext uri="{FF2B5EF4-FFF2-40B4-BE49-F238E27FC236}">
                <a16:creationId xmlns:a16="http://schemas.microsoft.com/office/drawing/2014/main" id="{1A8339C3-C32D-A626-513D-DA3FA324E29C}"/>
              </a:ext>
            </a:extLst>
          </p:cNvPr>
          <p:cNvPicPr>
            <a:picLocks noChangeAspect="1"/>
          </p:cNvPicPr>
          <p:nvPr/>
        </p:nvPicPr>
        <p:blipFill>
          <a:blip>
            <a:extLst>
              <a:ext uri="{96DAC541-7B7A-43D3-8B79-37D633B846F1}">
                <asvg:svgBlip xmlns:asvg="http://schemas.microsoft.com/office/drawing/2016/SVG/main" r:embed="rId3"/>
              </a:ext>
            </a:extLst>
          </a:blip>
          <a:srcRect t="4276"/>
          <a:stretch>
            <a:fillRect/>
          </a:stretch>
        </p:blipFill>
        <p:spPr>
          <a:xfrm>
            <a:off x="0" y="0"/>
            <a:ext cx="12192000" cy="2579320"/>
          </a:xfrm>
          <a:prstGeom prst="rect">
            <a:avLst/>
          </a:prstGeom>
        </p:spPr>
      </p:pic>
      <p:sp>
        <p:nvSpPr>
          <p:cNvPr id="6" name="Rectangle: Rounded Corners 5">
            <a:extLst>
              <a:ext uri="{FF2B5EF4-FFF2-40B4-BE49-F238E27FC236}">
                <a16:creationId xmlns:a16="http://schemas.microsoft.com/office/drawing/2014/main" id="{7C920273-0DE7-8CC7-E986-B91362D6AE9D}"/>
              </a:ext>
            </a:extLst>
          </p:cNvPr>
          <p:cNvSpPr/>
          <p:nvPr/>
        </p:nvSpPr>
        <p:spPr>
          <a:xfrm>
            <a:off x="4608665" y="1490288"/>
            <a:ext cx="3002196" cy="467701"/>
          </a:xfrm>
          <a:prstGeom prst="roundRect">
            <a:avLst/>
          </a:prstGeom>
          <a:no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Rounded Corners 2">
            <a:extLst>
              <a:ext uri="{FF2B5EF4-FFF2-40B4-BE49-F238E27FC236}">
                <a16:creationId xmlns:a16="http://schemas.microsoft.com/office/drawing/2014/main" id="{D8298EE2-BCC7-A79C-028B-E08DA95EF074}"/>
              </a:ext>
            </a:extLst>
          </p:cNvPr>
          <p:cNvSpPr/>
          <p:nvPr/>
        </p:nvSpPr>
        <p:spPr>
          <a:xfrm>
            <a:off x="401709" y="1490288"/>
            <a:ext cx="180698" cy="467701"/>
          </a:xfrm>
          <a:prstGeom prst="roundRect">
            <a:avLst/>
          </a:prstGeom>
          <a:no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7" name="Group 26">
            <a:extLst>
              <a:ext uri="{FF2B5EF4-FFF2-40B4-BE49-F238E27FC236}">
                <a16:creationId xmlns:a16="http://schemas.microsoft.com/office/drawing/2014/main" id="{D91E3443-3F1E-9804-64AD-7C0B6552DC06}"/>
              </a:ext>
            </a:extLst>
          </p:cNvPr>
          <p:cNvGrpSpPr>
            <a:grpSpLocks noChangeAspect="1"/>
          </p:cNvGrpSpPr>
          <p:nvPr/>
        </p:nvGrpSpPr>
        <p:grpSpPr>
          <a:xfrm>
            <a:off x="20837" y="2917962"/>
            <a:ext cx="4075058" cy="3278663"/>
            <a:chOff x="2489892" y="1709674"/>
            <a:chExt cx="6397265" cy="5147037"/>
          </a:xfrm>
        </p:grpSpPr>
        <p:pic>
          <p:nvPicPr>
            <p:cNvPr id="4" name="Picture 3">
              <a:extLst>
                <a:ext uri="{FF2B5EF4-FFF2-40B4-BE49-F238E27FC236}">
                  <a16:creationId xmlns:a16="http://schemas.microsoft.com/office/drawing/2014/main" id="{24A86FE6-820C-27CD-810D-F18DB38073BF}"/>
                </a:ext>
              </a:extLst>
            </p:cNvPr>
            <p:cNvPicPr>
              <a:picLocks noChangeAspect="1"/>
            </p:cNvPicPr>
            <p:nvPr/>
          </p:nvPicPr>
          <p:blipFill>
            <a:blip r:embed="rId4"/>
            <a:stretch>
              <a:fillRect/>
            </a:stretch>
          </p:blipFill>
          <p:spPr>
            <a:xfrm>
              <a:off x="2489892" y="2079007"/>
              <a:ext cx="6397265" cy="4777704"/>
            </a:xfrm>
            <a:prstGeom prst="rect">
              <a:avLst/>
            </a:prstGeom>
          </p:spPr>
        </p:pic>
        <p:sp>
          <p:nvSpPr>
            <p:cNvPr id="9" name="TextBox 8">
              <a:extLst>
                <a:ext uri="{FF2B5EF4-FFF2-40B4-BE49-F238E27FC236}">
                  <a16:creationId xmlns:a16="http://schemas.microsoft.com/office/drawing/2014/main" id="{654DD31E-ACB0-3B97-BC11-F9FD143EEB9E}"/>
                </a:ext>
              </a:extLst>
            </p:cNvPr>
            <p:cNvSpPr txBox="1"/>
            <p:nvPr/>
          </p:nvSpPr>
          <p:spPr>
            <a:xfrm>
              <a:off x="2798273" y="1709674"/>
              <a:ext cx="862736" cy="369333"/>
            </a:xfrm>
            <a:prstGeom prst="rect">
              <a:avLst/>
            </a:prstGeom>
            <a:noFill/>
          </p:spPr>
          <p:txBody>
            <a:bodyPr wrap="none" rtlCol="0">
              <a:spAutoFit/>
            </a:bodyPr>
            <a:lstStyle/>
            <a:p>
              <a:r>
                <a:rPr lang="en-US" dirty="0"/>
                <a:t>Motif 1</a:t>
              </a:r>
            </a:p>
          </p:txBody>
        </p:sp>
        <p:sp>
          <p:nvSpPr>
            <p:cNvPr id="12" name="Rectangle: Rounded Corners 11">
              <a:extLst>
                <a:ext uri="{FF2B5EF4-FFF2-40B4-BE49-F238E27FC236}">
                  <a16:creationId xmlns:a16="http://schemas.microsoft.com/office/drawing/2014/main" id="{65ECDBA6-848A-2482-4874-B5483AA3DEEA}"/>
                </a:ext>
              </a:extLst>
            </p:cNvPr>
            <p:cNvSpPr/>
            <p:nvPr/>
          </p:nvSpPr>
          <p:spPr>
            <a:xfrm>
              <a:off x="7715000" y="3541731"/>
              <a:ext cx="439293" cy="790576"/>
            </a:xfrm>
            <a:prstGeom prst="roundRect">
              <a:avLst/>
            </a:prstGeom>
            <a:solidFill>
              <a:schemeClr val="accent1">
                <a:alpha val="1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Rounded Corners 13">
              <a:extLst>
                <a:ext uri="{FF2B5EF4-FFF2-40B4-BE49-F238E27FC236}">
                  <a16:creationId xmlns:a16="http://schemas.microsoft.com/office/drawing/2014/main" id="{CFAC1835-53CD-9BF7-8F03-EDE329F6BE4C}"/>
                </a:ext>
              </a:extLst>
            </p:cNvPr>
            <p:cNvSpPr/>
            <p:nvPr/>
          </p:nvSpPr>
          <p:spPr>
            <a:xfrm>
              <a:off x="6559643" y="3553459"/>
              <a:ext cx="439293" cy="914400"/>
            </a:xfrm>
            <a:prstGeom prst="roundRect">
              <a:avLst/>
            </a:prstGeom>
            <a:solidFill>
              <a:schemeClr val="accent1">
                <a:alpha val="1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Rounded Corners 21">
              <a:extLst>
                <a:ext uri="{FF2B5EF4-FFF2-40B4-BE49-F238E27FC236}">
                  <a16:creationId xmlns:a16="http://schemas.microsoft.com/office/drawing/2014/main" id="{00C0BE7E-11AE-A606-17BC-39099360567F}"/>
                </a:ext>
              </a:extLst>
            </p:cNvPr>
            <p:cNvSpPr/>
            <p:nvPr/>
          </p:nvSpPr>
          <p:spPr>
            <a:xfrm>
              <a:off x="4801641" y="3417907"/>
              <a:ext cx="439293" cy="914400"/>
            </a:xfrm>
            <a:prstGeom prst="roundRect">
              <a:avLst/>
            </a:prstGeom>
            <a:solidFill>
              <a:schemeClr val="accent1">
                <a:alpha val="1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0D67C01A-1D57-3199-BBBD-ED7F82F13E33}"/>
                    </a:ext>
                  </a:extLst>
                </p:cNvPr>
                <p:cNvSpPr txBox="1"/>
                <p:nvPr/>
              </p:nvSpPr>
              <p:spPr>
                <a:xfrm>
                  <a:off x="4624372" y="2998793"/>
                  <a:ext cx="352041" cy="369332"/>
                </a:xfrm>
                <a:prstGeom prst="rect">
                  <a:avLst/>
                </a:prstGeom>
                <a:noFill/>
              </p:spPr>
              <p:txBody>
                <a:bodyPr wrap="square">
                  <a:spAutoFit/>
                </a:bodyPr>
                <a:lstStyle/>
                <a:p>
                  <a:pPr/>
                  <a14:m>
                    <m:oMathPara xmlns:m="http://schemas.openxmlformats.org/officeDocument/2006/math">
                      <m:oMath>
                        <m:sSub>
                          <m:sSubPr>
                            <m:ctrlPr>
                              <a:rPr lang="de-DE" sz="1800" b="0" i="1" smtClean="0">
                                <a:solidFill>
                                  <a:schemeClr val="tx1"/>
                                </a:solidFill>
                                <a:latin typeface="Cambria Math" panose="02040503050406030204" pitchFamily="18" charset="0"/>
                              </a:rPr>
                            </m:ctrlPr>
                          </m:sSubPr>
                          <m:e>
                            <m:r>
                              <m:rPr>
                                <m:sty m:val="p"/>
                              </m:rPr>
                              <a:rPr lang="de-DE" sz="1800" b="0" i="1" smtClean="0">
                                <a:solidFill>
                                  <a:schemeClr val="tx1"/>
                                </a:solidFill>
                                <a:latin typeface="Cambria Math" panose="02040503050406030204" pitchFamily="18" charset="0"/>
                              </a:rPr>
                              <m:t>r</m:t>
                            </m:r>
                          </m:e>
                          <m:sub>
                            <m:r>
                              <m:rPr>
                                <m:sty m:val="p"/>
                              </m:rPr>
                              <a:rPr lang="de-DE" sz="1800" b="0" i="1" smtClean="0">
                                <a:solidFill>
                                  <a:schemeClr val="tx1"/>
                                </a:solidFill>
                                <a:latin typeface="Cambria Math" panose="02040503050406030204" pitchFamily="18" charset="0"/>
                              </a:rPr>
                              <m:t>Nb</m:t>
                            </m:r>
                          </m:sub>
                        </m:sSub>
                      </m:oMath>
                    </m:oMathPara>
                  </a14:m>
                  <a:endParaRPr lang="en-US" dirty="0">
                    <a:solidFill>
                      <a:schemeClr val="tx1"/>
                    </a:solidFill>
                  </a:endParaRPr>
                </a:p>
              </p:txBody>
            </p:sp>
          </mc:Choice>
          <mc:Fallback xmlns="">
            <p:sp>
              <p:nvSpPr>
                <p:cNvPr id="24" name="TextBox 23">
                  <a:extLst>
                    <a:ext uri="{FF2B5EF4-FFF2-40B4-BE49-F238E27FC236}">
                      <a16:creationId xmlns:a16="http://schemas.microsoft.com/office/drawing/2014/main" id="{0D67C01A-1D57-3199-BBBD-ED7F82F13E33}"/>
                    </a:ext>
                  </a:extLst>
                </p:cNvPr>
                <p:cNvSpPr txBox="1">
                  <a:spLocks noRot="1" noChangeAspect="1" noMove="1" noResize="1" noEditPoints="1" noAdjustHandles="1" noChangeArrowheads="1" noChangeShapeType="1" noTextEdit="1"/>
                </p:cNvSpPr>
                <p:nvPr/>
              </p:nvSpPr>
              <p:spPr>
                <a:xfrm>
                  <a:off x="4624372" y="2998793"/>
                  <a:ext cx="352041" cy="369332"/>
                </a:xfrm>
                <a:prstGeom prst="rect">
                  <a:avLst/>
                </a:prstGeom>
                <a:blipFill>
                  <a:blip r:embed="rId5"/>
                  <a:stretch>
                    <a:fillRect r="-110811" b="-5641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65B4F64D-292B-EFF7-F1E3-B8CB03E9B594}"/>
                    </a:ext>
                  </a:extLst>
                </p:cNvPr>
                <p:cNvSpPr txBox="1"/>
                <p:nvPr/>
              </p:nvSpPr>
              <p:spPr>
                <a:xfrm>
                  <a:off x="7514224" y="3170740"/>
                  <a:ext cx="352041" cy="369332"/>
                </a:xfrm>
                <a:prstGeom prst="rect">
                  <a:avLst/>
                </a:prstGeom>
                <a:noFill/>
              </p:spPr>
              <p:txBody>
                <a:bodyPr wrap="square">
                  <a:spAutoFit/>
                </a:bodyPr>
                <a:lstStyle/>
                <a:p>
                  <a:pPr/>
                  <a14:m>
                    <m:oMathPara xmlns:m="http://schemas.openxmlformats.org/officeDocument/2006/math">
                      <m:oMath>
                        <m:sSub>
                          <m:sSubPr>
                            <m:ctrlPr>
                              <a:rPr lang="de-DE" sz="1800" b="0" i="1" smtClean="0">
                                <a:solidFill>
                                  <a:schemeClr val="tx1"/>
                                </a:solidFill>
                                <a:latin typeface="Cambria Math" panose="02040503050406030204" pitchFamily="18" charset="0"/>
                              </a:rPr>
                            </m:ctrlPr>
                          </m:sSubPr>
                          <m:e>
                            <m:r>
                              <m:rPr>
                                <m:sty m:val="p"/>
                              </m:rPr>
                              <a:rPr lang="de-DE" sz="1800" b="0" i="1" smtClean="0">
                                <a:solidFill>
                                  <a:schemeClr val="tx1"/>
                                </a:solidFill>
                                <a:latin typeface="Cambria Math" panose="02040503050406030204" pitchFamily="18" charset="0"/>
                              </a:rPr>
                              <m:t>r</m:t>
                            </m:r>
                          </m:e>
                          <m:sub>
                            <m:r>
                              <m:rPr>
                                <m:sty m:val="p"/>
                              </m:rPr>
                              <a:rPr lang="de-DE" sz="1800" b="0" i="1" smtClean="0">
                                <a:solidFill>
                                  <a:schemeClr val="tx1"/>
                                </a:solidFill>
                                <a:latin typeface="Cambria Math" panose="02040503050406030204" pitchFamily="18" charset="0"/>
                              </a:rPr>
                              <m:t>Na</m:t>
                            </m:r>
                          </m:sub>
                        </m:sSub>
                      </m:oMath>
                    </m:oMathPara>
                  </a14:m>
                  <a:endParaRPr lang="en-US" dirty="0">
                    <a:solidFill>
                      <a:schemeClr val="tx1"/>
                    </a:solidFill>
                  </a:endParaRPr>
                </a:p>
              </p:txBody>
            </p:sp>
          </mc:Choice>
          <mc:Fallback xmlns="">
            <p:sp>
              <p:nvSpPr>
                <p:cNvPr id="26" name="TextBox 25">
                  <a:extLst>
                    <a:ext uri="{FF2B5EF4-FFF2-40B4-BE49-F238E27FC236}">
                      <a16:creationId xmlns:a16="http://schemas.microsoft.com/office/drawing/2014/main" id="{65B4F64D-292B-EFF7-F1E3-B8CB03E9B594}"/>
                    </a:ext>
                  </a:extLst>
                </p:cNvPr>
                <p:cNvSpPr txBox="1">
                  <a:spLocks noRot="1" noChangeAspect="1" noMove="1" noResize="1" noEditPoints="1" noAdjustHandles="1" noChangeArrowheads="1" noChangeShapeType="1" noTextEdit="1"/>
                </p:cNvSpPr>
                <p:nvPr/>
              </p:nvSpPr>
              <p:spPr>
                <a:xfrm>
                  <a:off x="7514224" y="3170740"/>
                  <a:ext cx="352041" cy="369332"/>
                </a:xfrm>
                <a:prstGeom prst="rect">
                  <a:avLst/>
                </a:prstGeom>
                <a:blipFill>
                  <a:blip r:embed="rId6"/>
                  <a:stretch>
                    <a:fillRect r="-105405" b="-53846"/>
                  </a:stretch>
                </a:blipFill>
              </p:spPr>
              <p:txBody>
                <a:bodyPr/>
                <a:lstStyle/>
                <a:p>
                  <a:r>
                    <a:rPr lang="en-US">
                      <a:noFill/>
                    </a:rPr>
                    <a:t> </a:t>
                  </a:r>
                </a:p>
              </p:txBody>
            </p:sp>
          </mc:Fallback>
        </mc:AlternateContent>
      </p:grpSp>
      <p:grpSp>
        <p:nvGrpSpPr>
          <p:cNvPr id="65" name="Group 64">
            <a:extLst>
              <a:ext uri="{FF2B5EF4-FFF2-40B4-BE49-F238E27FC236}">
                <a16:creationId xmlns:a16="http://schemas.microsoft.com/office/drawing/2014/main" id="{103819EF-D845-78EC-BFD8-A90D8A13D76C}"/>
              </a:ext>
            </a:extLst>
          </p:cNvPr>
          <p:cNvGrpSpPr>
            <a:grpSpLocks noChangeAspect="1"/>
          </p:cNvGrpSpPr>
          <p:nvPr/>
        </p:nvGrpSpPr>
        <p:grpSpPr>
          <a:xfrm>
            <a:off x="4150980" y="2917962"/>
            <a:ext cx="4045002" cy="3237196"/>
            <a:chOff x="3007265" y="1707082"/>
            <a:chExt cx="6427754" cy="5144098"/>
          </a:xfrm>
        </p:grpSpPr>
        <p:pic>
          <p:nvPicPr>
            <p:cNvPr id="29" name="Picture 28">
              <a:extLst>
                <a:ext uri="{FF2B5EF4-FFF2-40B4-BE49-F238E27FC236}">
                  <a16:creationId xmlns:a16="http://schemas.microsoft.com/office/drawing/2014/main" id="{8E6D7EEA-05E9-6F2F-9AFC-711512979D1D}"/>
                </a:ext>
              </a:extLst>
            </p:cNvPr>
            <p:cNvPicPr>
              <a:picLocks noChangeAspect="1"/>
            </p:cNvPicPr>
            <p:nvPr/>
          </p:nvPicPr>
          <p:blipFill>
            <a:blip r:embed="rId7"/>
            <a:stretch>
              <a:fillRect/>
            </a:stretch>
          </p:blipFill>
          <p:spPr>
            <a:xfrm>
              <a:off x="3059127" y="2089438"/>
              <a:ext cx="6375892" cy="4761742"/>
            </a:xfrm>
            <a:prstGeom prst="rect">
              <a:avLst/>
            </a:prstGeom>
          </p:spPr>
        </p:pic>
        <p:sp>
          <p:nvSpPr>
            <p:cNvPr id="51" name="TextBox 50">
              <a:extLst>
                <a:ext uri="{FF2B5EF4-FFF2-40B4-BE49-F238E27FC236}">
                  <a16:creationId xmlns:a16="http://schemas.microsoft.com/office/drawing/2014/main" id="{C63F6868-E380-730A-2C04-4554AC4B71C3}"/>
                </a:ext>
              </a:extLst>
            </p:cNvPr>
            <p:cNvSpPr txBox="1"/>
            <p:nvPr/>
          </p:nvSpPr>
          <p:spPr>
            <a:xfrm>
              <a:off x="3007265" y="1707082"/>
              <a:ext cx="986166" cy="369332"/>
            </a:xfrm>
            <a:prstGeom prst="rect">
              <a:avLst/>
            </a:prstGeom>
            <a:noFill/>
          </p:spPr>
          <p:txBody>
            <a:bodyPr wrap="none" rtlCol="0">
              <a:spAutoFit/>
            </a:bodyPr>
            <a:lstStyle/>
            <a:p>
              <a:r>
                <a:rPr lang="en-US" dirty="0"/>
                <a:t>Motif 30</a:t>
              </a:r>
            </a:p>
          </p:txBody>
        </p:sp>
        <p:sp>
          <p:nvSpPr>
            <p:cNvPr id="53" name="Rectangle: Rounded Corners 52">
              <a:extLst>
                <a:ext uri="{FF2B5EF4-FFF2-40B4-BE49-F238E27FC236}">
                  <a16:creationId xmlns:a16="http://schemas.microsoft.com/office/drawing/2014/main" id="{8405BE18-AB9D-CB9F-2799-73A9D19D3423}"/>
                </a:ext>
              </a:extLst>
            </p:cNvPr>
            <p:cNvSpPr/>
            <p:nvPr/>
          </p:nvSpPr>
          <p:spPr>
            <a:xfrm>
              <a:off x="7695950" y="3817597"/>
              <a:ext cx="439293" cy="790576"/>
            </a:xfrm>
            <a:prstGeom prst="roundRect">
              <a:avLst/>
            </a:prstGeom>
            <a:solidFill>
              <a:schemeClr val="accent1">
                <a:alpha val="1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Rounded Corners 54">
              <a:extLst>
                <a:ext uri="{FF2B5EF4-FFF2-40B4-BE49-F238E27FC236}">
                  <a16:creationId xmlns:a16="http://schemas.microsoft.com/office/drawing/2014/main" id="{5D00DF1C-113F-49D4-A471-3872DFB3C13A}"/>
                </a:ext>
              </a:extLst>
            </p:cNvPr>
            <p:cNvSpPr/>
            <p:nvPr/>
          </p:nvSpPr>
          <p:spPr>
            <a:xfrm>
              <a:off x="5954929" y="3875107"/>
              <a:ext cx="439293" cy="914400"/>
            </a:xfrm>
            <a:prstGeom prst="roundRect">
              <a:avLst/>
            </a:prstGeom>
            <a:solidFill>
              <a:schemeClr val="accent1">
                <a:alpha val="1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7" name="Rectangle: Rounded Corners 56">
              <a:extLst>
                <a:ext uri="{FF2B5EF4-FFF2-40B4-BE49-F238E27FC236}">
                  <a16:creationId xmlns:a16="http://schemas.microsoft.com/office/drawing/2014/main" id="{882671AA-63EA-4706-55E9-25B1B56FF383}"/>
                </a:ext>
              </a:extLst>
            </p:cNvPr>
            <p:cNvSpPr/>
            <p:nvPr/>
          </p:nvSpPr>
          <p:spPr>
            <a:xfrm>
              <a:off x="5363679" y="3609975"/>
              <a:ext cx="439293" cy="914400"/>
            </a:xfrm>
            <a:prstGeom prst="roundRect">
              <a:avLst/>
            </a:prstGeom>
            <a:solidFill>
              <a:schemeClr val="accent1">
                <a:alpha val="1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77C0AFEF-9787-9E96-4193-9D0E45868EFC}"/>
                    </a:ext>
                  </a:extLst>
                </p:cNvPr>
                <p:cNvSpPr txBox="1"/>
                <p:nvPr/>
              </p:nvSpPr>
              <p:spPr>
                <a:xfrm>
                  <a:off x="7499419" y="3198327"/>
                  <a:ext cx="352041" cy="369332"/>
                </a:xfrm>
                <a:prstGeom prst="rect">
                  <a:avLst/>
                </a:prstGeom>
                <a:noFill/>
              </p:spPr>
              <p:txBody>
                <a:bodyPr wrap="square">
                  <a:spAutoFit/>
                </a:bodyPr>
                <a:lstStyle/>
                <a:p>
                  <a:pPr/>
                  <a14:m>
                    <m:oMathPara xmlns:m="http://schemas.openxmlformats.org/officeDocument/2006/math">
                      <m:oMath>
                        <m:sSub>
                          <m:sSubPr>
                            <m:ctrlPr>
                              <a:rPr lang="de-DE" sz="1800" b="0" i="1" smtClean="0">
                                <a:solidFill>
                                  <a:schemeClr val="tx1"/>
                                </a:solidFill>
                                <a:latin typeface="Cambria Math" panose="02040503050406030204" pitchFamily="18" charset="0"/>
                              </a:rPr>
                            </m:ctrlPr>
                          </m:sSubPr>
                          <m:e>
                            <m:r>
                              <m:rPr>
                                <m:sty m:val="p"/>
                              </m:rPr>
                              <a:rPr lang="de-DE" sz="1800" b="0" i="1" smtClean="0">
                                <a:solidFill>
                                  <a:schemeClr val="tx1"/>
                                </a:solidFill>
                                <a:latin typeface="Cambria Math" panose="02040503050406030204" pitchFamily="18" charset="0"/>
                              </a:rPr>
                              <m:t>r</m:t>
                            </m:r>
                          </m:e>
                          <m:sub>
                            <m:r>
                              <m:rPr>
                                <m:sty m:val="p"/>
                              </m:rPr>
                              <a:rPr lang="de-DE" sz="1800" b="0" i="1" smtClean="0">
                                <a:solidFill>
                                  <a:schemeClr val="tx1"/>
                                </a:solidFill>
                                <a:latin typeface="Cambria Math" panose="02040503050406030204" pitchFamily="18" charset="0"/>
                              </a:rPr>
                              <m:t>Nb</m:t>
                            </m:r>
                          </m:sub>
                        </m:sSub>
                      </m:oMath>
                    </m:oMathPara>
                  </a14:m>
                  <a:endParaRPr lang="en-US" dirty="0">
                    <a:solidFill>
                      <a:schemeClr val="tx1"/>
                    </a:solidFill>
                  </a:endParaRPr>
                </a:p>
              </p:txBody>
            </p:sp>
          </mc:Choice>
          <mc:Fallback xmlns="">
            <p:sp>
              <p:nvSpPr>
                <p:cNvPr id="59" name="TextBox 58">
                  <a:extLst>
                    <a:ext uri="{FF2B5EF4-FFF2-40B4-BE49-F238E27FC236}">
                      <a16:creationId xmlns:a16="http://schemas.microsoft.com/office/drawing/2014/main" id="{77C0AFEF-9787-9E96-4193-9D0E45868EFC}"/>
                    </a:ext>
                  </a:extLst>
                </p:cNvPr>
                <p:cNvSpPr txBox="1">
                  <a:spLocks noRot="1" noChangeAspect="1" noMove="1" noResize="1" noEditPoints="1" noAdjustHandles="1" noChangeArrowheads="1" noChangeShapeType="1" noTextEdit="1"/>
                </p:cNvSpPr>
                <p:nvPr/>
              </p:nvSpPr>
              <p:spPr>
                <a:xfrm>
                  <a:off x="7499419" y="3198327"/>
                  <a:ext cx="352041" cy="369332"/>
                </a:xfrm>
                <a:prstGeom prst="rect">
                  <a:avLst/>
                </a:prstGeom>
                <a:blipFill>
                  <a:blip r:embed="rId8"/>
                  <a:stretch>
                    <a:fillRect r="-116667" b="-5789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36D2DAFD-D365-1DA5-AFB2-03D7AAA18BB0}"/>
                    </a:ext>
                  </a:extLst>
                </p:cNvPr>
                <p:cNvSpPr txBox="1"/>
                <p:nvPr/>
              </p:nvSpPr>
              <p:spPr>
                <a:xfrm>
                  <a:off x="5032715" y="3021171"/>
                  <a:ext cx="352041" cy="369332"/>
                </a:xfrm>
                <a:prstGeom prst="rect">
                  <a:avLst/>
                </a:prstGeom>
                <a:noFill/>
              </p:spPr>
              <p:txBody>
                <a:bodyPr wrap="square">
                  <a:spAutoFit/>
                </a:bodyPr>
                <a:lstStyle/>
                <a:p>
                  <a:pPr/>
                  <a14:m>
                    <m:oMathPara xmlns:m="http://schemas.openxmlformats.org/officeDocument/2006/math">
                      <m:oMath>
                        <m:sSub>
                          <m:sSubPr>
                            <m:ctrlPr>
                              <a:rPr lang="de-DE" sz="1800" b="0" i="1" smtClean="0">
                                <a:solidFill>
                                  <a:schemeClr val="tx1"/>
                                </a:solidFill>
                                <a:latin typeface="Cambria Math" panose="02040503050406030204" pitchFamily="18" charset="0"/>
                              </a:rPr>
                            </m:ctrlPr>
                          </m:sSubPr>
                          <m:e>
                            <m:r>
                              <m:rPr>
                                <m:sty m:val="p"/>
                              </m:rPr>
                              <a:rPr lang="de-DE" sz="1800" b="0" i="1" smtClean="0">
                                <a:solidFill>
                                  <a:schemeClr val="tx1"/>
                                </a:solidFill>
                                <a:latin typeface="Cambria Math" panose="02040503050406030204" pitchFamily="18" charset="0"/>
                              </a:rPr>
                              <m:t>r</m:t>
                            </m:r>
                          </m:e>
                          <m:sub>
                            <m:r>
                              <m:rPr>
                                <m:sty m:val="p"/>
                              </m:rPr>
                              <a:rPr lang="de-DE" sz="1800" b="0" i="1" smtClean="0">
                                <a:solidFill>
                                  <a:schemeClr val="tx1"/>
                                </a:solidFill>
                                <a:latin typeface="Cambria Math" panose="02040503050406030204" pitchFamily="18" charset="0"/>
                              </a:rPr>
                              <m:t>Na</m:t>
                            </m:r>
                          </m:sub>
                        </m:sSub>
                      </m:oMath>
                    </m:oMathPara>
                  </a14:m>
                  <a:endParaRPr lang="en-US" dirty="0">
                    <a:solidFill>
                      <a:schemeClr val="tx1"/>
                    </a:solidFill>
                  </a:endParaRPr>
                </a:p>
              </p:txBody>
            </p:sp>
          </mc:Choice>
          <mc:Fallback xmlns="">
            <p:sp>
              <p:nvSpPr>
                <p:cNvPr id="62" name="TextBox 61">
                  <a:extLst>
                    <a:ext uri="{FF2B5EF4-FFF2-40B4-BE49-F238E27FC236}">
                      <a16:creationId xmlns:a16="http://schemas.microsoft.com/office/drawing/2014/main" id="{36D2DAFD-D365-1DA5-AFB2-03D7AAA18BB0}"/>
                    </a:ext>
                  </a:extLst>
                </p:cNvPr>
                <p:cNvSpPr txBox="1">
                  <a:spLocks noRot="1" noChangeAspect="1" noMove="1" noResize="1" noEditPoints="1" noAdjustHandles="1" noChangeArrowheads="1" noChangeShapeType="1" noTextEdit="1"/>
                </p:cNvSpPr>
                <p:nvPr/>
              </p:nvSpPr>
              <p:spPr>
                <a:xfrm>
                  <a:off x="5032715" y="3021171"/>
                  <a:ext cx="352041" cy="369332"/>
                </a:xfrm>
                <a:prstGeom prst="rect">
                  <a:avLst/>
                </a:prstGeom>
                <a:blipFill>
                  <a:blip r:embed="rId9"/>
                  <a:stretch>
                    <a:fillRect r="-111111" b="-5789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4" name="TextBox 63">
                  <a:extLst>
                    <a:ext uri="{FF2B5EF4-FFF2-40B4-BE49-F238E27FC236}">
                      <a16:creationId xmlns:a16="http://schemas.microsoft.com/office/drawing/2014/main" id="{BB2F4B95-AC9D-288E-D9D5-0AB3AB5493FD}"/>
                    </a:ext>
                  </a:extLst>
                </p:cNvPr>
                <p:cNvSpPr txBox="1"/>
                <p:nvPr/>
              </p:nvSpPr>
              <p:spPr>
                <a:xfrm>
                  <a:off x="5878177" y="3167784"/>
                  <a:ext cx="352041" cy="369332"/>
                </a:xfrm>
                <a:prstGeom prst="rect">
                  <a:avLst/>
                </a:prstGeom>
                <a:noFill/>
              </p:spPr>
              <p:txBody>
                <a:bodyPr wrap="square">
                  <a:spAutoFit/>
                </a:bodyPr>
                <a:lstStyle/>
                <a:p>
                  <a:pPr/>
                  <a14:m>
                    <m:oMathPara xmlns:m="http://schemas.openxmlformats.org/officeDocument/2006/math">
                      <m:oMath>
                        <m:sSub>
                          <m:sSubPr>
                            <m:ctrlPr>
                              <a:rPr lang="de-DE" sz="1800" b="0" i="1" smtClean="0">
                                <a:solidFill>
                                  <a:schemeClr val="tx1"/>
                                </a:solidFill>
                                <a:latin typeface="Cambria Math" panose="02040503050406030204" pitchFamily="18" charset="0"/>
                              </a:rPr>
                            </m:ctrlPr>
                          </m:sSubPr>
                          <m:e>
                            <m:r>
                              <m:rPr>
                                <m:sty m:val="p"/>
                              </m:rPr>
                              <a:rPr lang="de-DE" sz="1800" b="0" i="1" smtClean="0">
                                <a:solidFill>
                                  <a:schemeClr val="tx1"/>
                                </a:solidFill>
                                <a:latin typeface="Cambria Math" panose="02040503050406030204" pitchFamily="18" charset="0"/>
                              </a:rPr>
                              <m:t>r</m:t>
                            </m:r>
                          </m:e>
                          <m:sub>
                            <m:r>
                              <m:rPr>
                                <m:sty m:val="p"/>
                              </m:rPr>
                              <a:rPr lang="de-DE" sz="1800" b="0" i="1" smtClean="0">
                                <a:solidFill>
                                  <a:schemeClr val="tx1"/>
                                </a:solidFill>
                                <a:latin typeface="Cambria Math" panose="02040503050406030204" pitchFamily="18" charset="0"/>
                              </a:rPr>
                              <m:t>No</m:t>
                            </m:r>
                          </m:sub>
                        </m:sSub>
                      </m:oMath>
                    </m:oMathPara>
                  </a14:m>
                  <a:endParaRPr lang="en-US" dirty="0">
                    <a:solidFill>
                      <a:schemeClr val="tx1"/>
                    </a:solidFill>
                  </a:endParaRPr>
                </a:p>
              </p:txBody>
            </p:sp>
          </mc:Choice>
          <mc:Fallback xmlns="">
            <p:sp>
              <p:nvSpPr>
                <p:cNvPr id="64" name="TextBox 63">
                  <a:extLst>
                    <a:ext uri="{FF2B5EF4-FFF2-40B4-BE49-F238E27FC236}">
                      <a16:creationId xmlns:a16="http://schemas.microsoft.com/office/drawing/2014/main" id="{BB2F4B95-AC9D-288E-D9D5-0AB3AB5493FD}"/>
                    </a:ext>
                  </a:extLst>
                </p:cNvPr>
                <p:cNvSpPr txBox="1">
                  <a:spLocks noRot="1" noChangeAspect="1" noMove="1" noResize="1" noEditPoints="1" noAdjustHandles="1" noChangeArrowheads="1" noChangeShapeType="1" noTextEdit="1"/>
                </p:cNvSpPr>
                <p:nvPr/>
              </p:nvSpPr>
              <p:spPr>
                <a:xfrm>
                  <a:off x="5878177" y="3167784"/>
                  <a:ext cx="352041" cy="369332"/>
                </a:xfrm>
                <a:prstGeom prst="rect">
                  <a:avLst/>
                </a:prstGeom>
                <a:blipFill>
                  <a:blip r:embed="rId10"/>
                  <a:stretch>
                    <a:fillRect r="-108108" b="-53846"/>
                  </a:stretch>
                </a:blipFill>
              </p:spPr>
              <p:txBody>
                <a:bodyPr/>
                <a:lstStyle/>
                <a:p>
                  <a:r>
                    <a:rPr lang="en-US">
                      <a:noFill/>
                    </a:rPr>
                    <a:t> </a:t>
                  </a:r>
                </a:p>
              </p:txBody>
            </p:sp>
          </mc:Fallback>
        </mc:AlternateContent>
      </p:grpSp>
      <p:grpSp>
        <p:nvGrpSpPr>
          <p:cNvPr id="122" name="Group 121">
            <a:extLst>
              <a:ext uri="{FF2B5EF4-FFF2-40B4-BE49-F238E27FC236}">
                <a16:creationId xmlns:a16="http://schemas.microsoft.com/office/drawing/2014/main" id="{41DEAFCF-E7E2-25DA-F43D-761610DEA408}"/>
              </a:ext>
            </a:extLst>
          </p:cNvPr>
          <p:cNvGrpSpPr>
            <a:grpSpLocks noChangeAspect="1"/>
          </p:cNvGrpSpPr>
          <p:nvPr/>
        </p:nvGrpSpPr>
        <p:grpSpPr>
          <a:xfrm>
            <a:off x="8305975" y="2956854"/>
            <a:ext cx="3871371" cy="3113444"/>
            <a:chOff x="688916" y="1366346"/>
            <a:chExt cx="6519715" cy="5243306"/>
          </a:xfrm>
        </p:grpSpPr>
        <p:pic>
          <p:nvPicPr>
            <p:cNvPr id="68" name="Picture 67">
              <a:extLst>
                <a:ext uri="{FF2B5EF4-FFF2-40B4-BE49-F238E27FC236}">
                  <a16:creationId xmlns:a16="http://schemas.microsoft.com/office/drawing/2014/main" id="{E44B0ADF-E284-09EE-8E6B-7B6408CC832C}"/>
                </a:ext>
              </a:extLst>
            </p:cNvPr>
            <p:cNvPicPr>
              <a:picLocks noChangeAspect="1"/>
            </p:cNvPicPr>
            <p:nvPr/>
          </p:nvPicPr>
          <p:blipFill>
            <a:blip r:embed="rId11"/>
            <a:stretch>
              <a:fillRect/>
            </a:stretch>
          </p:blipFill>
          <p:spPr>
            <a:xfrm>
              <a:off x="688916" y="1740498"/>
              <a:ext cx="6519715" cy="4869154"/>
            </a:xfrm>
            <a:prstGeom prst="rect">
              <a:avLst/>
            </a:prstGeom>
          </p:spPr>
        </p:pic>
        <p:sp>
          <p:nvSpPr>
            <p:cNvPr id="105" name="TextBox 104">
              <a:extLst>
                <a:ext uri="{FF2B5EF4-FFF2-40B4-BE49-F238E27FC236}">
                  <a16:creationId xmlns:a16="http://schemas.microsoft.com/office/drawing/2014/main" id="{602E7AA0-1FD4-F509-9E5B-6C9853F096D0}"/>
                </a:ext>
              </a:extLst>
            </p:cNvPr>
            <p:cNvSpPr txBox="1"/>
            <p:nvPr/>
          </p:nvSpPr>
          <p:spPr>
            <a:xfrm>
              <a:off x="957895" y="1366346"/>
              <a:ext cx="986168" cy="369332"/>
            </a:xfrm>
            <a:prstGeom prst="rect">
              <a:avLst/>
            </a:prstGeom>
            <a:noFill/>
          </p:spPr>
          <p:txBody>
            <a:bodyPr wrap="none" rtlCol="0">
              <a:spAutoFit/>
            </a:bodyPr>
            <a:lstStyle/>
            <a:p>
              <a:r>
                <a:rPr lang="en-US" dirty="0"/>
                <a:t>Motif 52</a:t>
              </a:r>
            </a:p>
          </p:txBody>
        </p:sp>
        <p:sp>
          <p:nvSpPr>
            <p:cNvPr id="107" name="Rectangle: Rounded Corners 106">
              <a:extLst>
                <a:ext uri="{FF2B5EF4-FFF2-40B4-BE49-F238E27FC236}">
                  <a16:creationId xmlns:a16="http://schemas.microsoft.com/office/drawing/2014/main" id="{4E7405A0-0A9A-4876-5FC0-32571A6D3E65}"/>
                </a:ext>
              </a:extLst>
            </p:cNvPr>
            <p:cNvSpPr/>
            <p:nvPr/>
          </p:nvSpPr>
          <p:spPr>
            <a:xfrm>
              <a:off x="5994514" y="3519249"/>
              <a:ext cx="439293" cy="914400"/>
            </a:xfrm>
            <a:prstGeom prst="roundRect">
              <a:avLst/>
            </a:prstGeom>
            <a:solidFill>
              <a:schemeClr val="accent1">
                <a:alpha val="1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Rectangle: Rounded Corners 109">
              <a:extLst>
                <a:ext uri="{FF2B5EF4-FFF2-40B4-BE49-F238E27FC236}">
                  <a16:creationId xmlns:a16="http://schemas.microsoft.com/office/drawing/2014/main" id="{6B7F35E2-0A17-7D5A-8262-D14144AA54B5}"/>
                </a:ext>
              </a:extLst>
            </p:cNvPr>
            <p:cNvSpPr/>
            <p:nvPr/>
          </p:nvSpPr>
          <p:spPr>
            <a:xfrm>
              <a:off x="6625724" y="3287581"/>
              <a:ext cx="439293" cy="914400"/>
            </a:xfrm>
            <a:prstGeom prst="roundRect">
              <a:avLst/>
            </a:prstGeom>
            <a:solidFill>
              <a:schemeClr val="accent1">
                <a:alpha val="1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4" name="Rectangle: Rounded Corners 113">
              <a:extLst>
                <a:ext uri="{FF2B5EF4-FFF2-40B4-BE49-F238E27FC236}">
                  <a16:creationId xmlns:a16="http://schemas.microsoft.com/office/drawing/2014/main" id="{B27CF20E-6695-816F-8C4C-6FC335A26164}"/>
                </a:ext>
              </a:extLst>
            </p:cNvPr>
            <p:cNvSpPr/>
            <p:nvPr/>
          </p:nvSpPr>
          <p:spPr>
            <a:xfrm>
              <a:off x="4816756" y="3374096"/>
              <a:ext cx="439293" cy="914400"/>
            </a:xfrm>
            <a:prstGeom prst="roundRect">
              <a:avLst/>
            </a:prstGeom>
            <a:solidFill>
              <a:schemeClr val="accent1">
                <a:alpha val="1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17" name="TextBox 116">
                  <a:extLst>
                    <a:ext uri="{FF2B5EF4-FFF2-40B4-BE49-F238E27FC236}">
                      <a16:creationId xmlns:a16="http://schemas.microsoft.com/office/drawing/2014/main" id="{7CD30870-5518-12D7-425F-3E3BE4F8CDDB}"/>
                    </a:ext>
                  </a:extLst>
                </p:cNvPr>
                <p:cNvSpPr txBox="1"/>
                <p:nvPr/>
              </p:nvSpPr>
              <p:spPr>
                <a:xfrm>
                  <a:off x="5714776" y="2909460"/>
                  <a:ext cx="352041" cy="369332"/>
                </a:xfrm>
                <a:prstGeom prst="rect">
                  <a:avLst/>
                </a:prstGeom>
                <a:noFill/>
              </p:spPr>
              <p:txBody>
                <a:bodyPr wrap="square">
                  <a:spAutoFit/>
                </a:bodyPr>
                <a:lstStyle/>
                <a:p>
                  <a:pPr/>
                  <a14:m>
                    <m:oMathPara xmlns:m="http://schemas.openxmlformats.org/officeDocument/2006/math">
                      <m:oMath>
                        <m:sSub>
                          <m:sSubPr>
                            <m:ctrlPr>
                              <a:rPr lang="de-DE" sz="1800" b="0" i="1" smtClean="0">
                                <a:solidFill>
                                  <a:schemeClr val="tx1"/>
                                </a:solidFill>
                                <a:latin typeface="Cambria Math" panose="02040503050406030204" pitchFamily="18" charset="0"/>
                              </a:rPr>
                            </m:ctrlPr>
                          </m:sSubPr>
                          <m:e>
                            <m:r>
                              <m:rPr>
                                <m:sty m:val="p"/>
                              </m:rPr>
                              <a:rPr lang="de-DE" sz="1800" b="0" i="1" smtClean="0">
                                <a:solidFill>
                                  <a:schemeClr val="tx1"/>
                                </a:solidFill>
                                <a:latin typeface="Cambria Math" panose="02040503050406030204" pitchFamily="18" charset="0"/>
                              </a:rPr>
                              <m:t>r</m:t>
                            </m:r>
                          </m:e>
                          <m:sub>
                            <m:r>
                              <m:rPr>
                                <m:sty m:val="p"/>
                              </m:rPr>
                              <a:rPr lang="de-DE" sz="1800" b="0" i="1" smtClean="0">
                                <a:solidFill>
                                  <a:schemeClr val="tx1"/>
                                </a:solidFill>
                                <a:latin typeface="Cambria Math" panose="02040503050406030204" pitchFamily="18" charset="0"/>
                              </a:rPr>
                              <m:t>Nb</m:t>
                            </m:r>
                          </m:sub>
                        </m:sSub>
                      </m:oMath>
                    </m:oMathPara>
                  </a14:m>
                  <a:endParaRPr lang="en-US" dirty="0">
                    <a:solidFill>
                      <a:schemeClr val="tx1"/>
                    </a:solidFill>
                  </a:endParaRPr>
                </a:p>
              </p:txBody>
            </p:sp>
          </mc:Choice>
          <mc:Fallback xmlns="">
            <p:sp>
              <p:nvSpPr>
                <p:cNvPr id="117" name="TextBox 116">
                  <a:extLst>
                    <a:ext uri="{FF2B5EF4-FFF2-40B4-BE49-F238E27FC236}">
                      <a16:creationId xmlns:a16="http://schemas.microsoft.com/office/drawing/2014/main" id="{7CD30870-5518-12D7-425F-3E3BE4F8CDDB}"/>
                    </a:ext>
                  </a:extLst>
                </p:cNvPr>
                <p:cNvSpPr txBox="1">
                  <a:spLocks noRot="1" noChangeAspect="1" noMove="1" noResize="1" noEditPoints="1" noAdjustHandles="1" noChangeArrowheads="1" noChangeShapeType="1" noTextEdit="1"/>
                </p:cNvSpPr>
                <p:nvPr/>
              </p:nvSpPr>
              <p:spPr>
                <a:xfrm>
                  <a:off x="5714776" y="2909460"/>
                  <a:ext cx="352041" cy="369332"/>
                </a:xfrm>
                <a:prstGeom prst="rect">
                  <a:avLst/>
                </a:prstGeom>
                <a:blipFill>
                  <a:blip r:embed="rId12"/>
                  <a:stretch>
                    <a:fillRect r="-129412" b="-6944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9" name="TextBox 118">
                  <a:extLst>
                    <a:ext uri="{FF2B5EF4-FFF2-40B4-BE49-F238E27FC236}">
                      <a16:creationId xmlns:a16="http://schemas.microsoft.com/office/drawing/2014/main" id="{5E1A72FE-461B-FF54-63E5-7F09F8B15762}"/>
                    </a:ext>
                  </a:extLst>
                </p:cNvPr>
                <p:cNvSpPr txBox="1"/>
                <p:nvPr/>
              </p:nvSpPr>
              <p:spPr>
                <a:xfrm>
                  <a:off x="4488806" y="2774614"/>
                  <a:ext cx="352041" cy="369332"/>
                </a:xfrm>
                <a:prstGeom prst="rect">
                  <a:avLst/>
                </a:prstGeom>
                <a:noFill/>
              </p:spPr>
              <p:txBody>
                <a:bodyPr wrap="square">
                  <a:spAutoFit/>
                </a:bodyPr>
                <a:lstStyle/>
                <a:p>
                  <a:pPr/>
                  <a14:m>
                    <m:oMathPara xmlns:m="http://schemas.openxmlformats.org/officeDocument/2006/math">
                      <m:oMath>
                        <m:sSub>
                          <m:sSubPr>
                            <m:ctrlPr>
                              <a:rPr lang="de-DE" sz="1800" b="0" i="1" smtClean="0">
                                <a:solidFill>
                                  <a:schemeClr val="tx1"/>
                                </a:solidFill>
                                <a:latin typeface="Cambria Math" panose="02040503050406030204" pitchFamily="18" charset="0"/>
                              </a:rPr>
                            </m:ctrlPr>
                          </m:sSubPr>
                          <m:e>
                            <m:r>
                              <m:rPr>
                                <m:sty m:val="p"/>
                              </m:rPr>
                              <a:rPr lang="de-DE" sz="1800" b="0" i="1" smtClean="0">
                                <a:solidFill>
                                  <a:schemeClr val="tx1"/>
                                </a:solidFill>
                                <a:latin typeface="Cambria Math" panose="02040503050406030204" pitchFamily="18" charset="0"/>
                              </a:rPr>
                              <m:t>r</m:t>
                            </m:r>
                          </m:e>
                          <m:sub>
                            <m:r>
                              <m:rPr>
                                <m:sty m:val="p"/>
                              </m:rPr>
                              <a:rPr lang="de-DE" sz="1800" b="0" i="1" smtClean="0">
                                <a:solidFill>
                                  <a:schemeClr val="tx1"/>
                                </a:solidFill>
                                <a:latin typeface="Cambria Math" panose="02040503050406030204" pitchFamily="18" charset="0"/>
                              </a:rPr>
                              <m:t>Na</m:t>
                            </m:r>
                          </m:sub>
                        </m:sSub>
                      </m:oMath>
                    </m:oMathPara>
                  </a14:m>
                  <a:endParaRPr lang="en-US" dirty="0">
                    <a:solidFill>
                      <a:schemeClr val="tx1"/>
                    </a:solidFill>
                  </a:endParaRPr>
                </a:p>
              </p:txBody>
            </p:sp>
          </mc:Choice>
          <mc:Fallback xmlns="">
            <p:sp>
              <p:nvSpPr>
                <p:cNvPr id="119" name="TextBox 118">
                  <a:extLst>
                    <a:ext uri="{FF2B5EF4-FFF2-40B4-BE49-F238E27FC236}">
                      <a16:creationId xmlns:a16="http://schemas.microsoft.com/office/drawing/2014/main" id="{5E1A72FE-461B-FF54-63E5-7F09F8B15762}"/>
                    </a:ext>
                  </a:extLst>
                </p:cNvPr>
                <p:cNvSpPr txBox="1">
                  <a:spLocks noRot="1" noChangeAspect="1" noMove="1" noResize="1" noEditPoints="1" noAdjustHandles="1" noChangeArrowheads="1" noChangeShapeType="1" noTextEdit="1"/>
                </p:cNvSpPr>
                <p:nvPr/>
              </p:nvSpPr>
              <p:spPr>
                <a:xfrm>
                  <a:off x="4488806" y="2774614"/>
                  <a:ext cx="352041" cy="369332"/>
                </a:xfrm>
                <a:prstGeom prst="rect">
                  <a:avLst/>
                </a:prstGeom>
                <a:blipFill>
                  <a:blip r:embed="rId13"/>
                  <a:stretch>
                    <a:fillRect r="-120588" b="-6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1" name="TextBox 120">
                  <a:extLst>
                    <a:ext uri="{FF2B5EF4-FFF2-40B4-BE49-F238E27FC236}">
                      <a16:creationId xmlns:a16="http://schemas.microsoft.com/office/drawing/2014/main" id="{AA4486FA-96ED-FD61-4936-880775587D0A}"/>
                    </a:ext>
                  </a:extLst>
                </p:cNvPr>
                <p:cNvSpPr txBox="1"/>
                <p:nvPr/>
              </p:nvSpPr>
              <p:spPr>
                <a:xfrm>
                  <a:off x="6310037" y="2683559"/>
                  <a:ext cx="352041" cy="369332"/>
                </a:xfrm>
                <a:prstGeom prst="rect">
                  <a:avLst/>
                </a:prstGeom>
                <a:noFill/>
              </p:spPr>
              <p:txBody>
                <a:bodyPr wrap="square">
                  <a:spAutoFit/>
                </a:bodyPr>
                <a:lstStyle/>
                <a:p>
                  <a:pPr/>
                  <a14:m>
                    <m:oMathPara xmlns:m="http://schemas.openxmlformats.org/officeDocument/2006/math">
                      <m:oMath>
                        <m:sSub>
                          <m:sSubPr>
                            <m:ctrlPr>
                              <a:rPr lang="de-DE" sz="1800" b="0" i="1" smtClean="0">
                                <a:solidFill>
                                  <a:schemeClr val="tx1"/>
                                </a:solidFill>
                                <a:latin typeface="Cambria Math" panose="02040503050406030204" pitchFamily="18" charset="0"/>
                              </a:rPr>
                            </m:ctrlPr>
                          </m:sSubPr>
                          <m:e>
                            <m:r>
                              <m:rPr>
                                <m:sty m:val="p"/>
                              </m:rPr>
                              <a:rPr lang="de-DE" sz="1800" b="0" i="1" smtClean="0">
                                <a:solidFill>
                                  <a:schemeClr val="tx1"/>
                                </a:solidFill>
                                <a:latin typeface="Cambria Math" panose="02040503050406030204" pitchFamily="18" charset="0"/>
                              </a:rPr>
                              <m:t>r</m:t>
                            </m:r>
                          </m:e>
                          <m:sub>
                            <m:r>
                              <m:rPr>
                                <m:sty m:val="p"/>
                              </m:rPr>
                              <a:rPr lang="de-DE" sz="1800" b="0" i="1" smtClean="0">
                                <a:solidFill>
                                  <a:schemeClr val="tx1"/>
                                </a:solidFill>
                                <a:latin typeface="Cambria Math" panose="02040503050406030204" pitchFamily="18" charset="0"/>
                              </a:rPr>
                              <m:t>No</m:t>
                            </m:r>
                          </m:sub>
                        </m:sSub>
                      </m:oMath>
                    </m:oMathPara>
                  </a14:m>
                  <a:endParaRPr lang="en-US" dirty="0">
                    <a:solidFill>
                      <a:schemeClr val="tx1"/>
                    </a:solidFill>
                  </a:endParaRPr>
                </a:p>
              </p:txBody>
            </p:sp>
          </mc:Choice>
          <mc:Fallback xmlns="">
            <p:sp>
              <p:nvSpPr>
                <p:cNvPr id="121" name="TextBox 120">
                  <a:extLst>
                    <a:ext uri="{FF2B5EF4-FFF2-40B4-BE49-F238E27FC236}">
                      <a16:creationId xmlns:a16="http://schemas.microsoft.com/office/drawing/2014/main" id="{AA4486FA-96ED-FD61-4936-880775587D0A}"/>
                    </a:ext>
                  </a:extLst>
                </p:cNvPr>
                <p:cNvSpPr txBox="1">
                  <a:spLocks noRot="1" noChangeAspect="1" noMove="1" noResize="1" noEditPoints="1" noAdjustHandles="1" noChangeArrowheads="1" noChangeShapeType="1" noTextEdit="1"/>
                </p:cNvSpPr>
                <p:nvPr/>
              </p:nvSpPr>
              <p:spPr>
                <a:xfrm>
                  <a:off x="6310037" y="2683559"/>
                  <a:ext cx="352041" cy="369332"/>
                </a:xfrm>
                <a:prstGeom prst="rect">
                  <a:avLst/>
                </a:prstGeom>
                <a:blipFill>
                  <a:blip r:embed="rId14"/>
                  <a:stretch>
                    <a:fillRect r="-126471" b="-66667"/>
                  </a:stretch>
                </a:blipFill>
              </p:spPr>
              <p:txBody>
                <a:bodyPr/>
                <a:lstStyle/>
                <a:p>
                  <a:r>
                    <a:rPr lang="en-US">
                      <a:noFill/>
                    </a:rPr>
                    <a:t> </a:t>
                  </a:r>
                </a:p>
              </p:txBody>
            </p:sp>
          </mc:Fallback>
        </mc:AlternateContent>
      </p:grpSp>
    </p:spTree>
    <p:extLst>
      <p:ext uri="{BB962C8B-B14F-4D97-AF65-F5344CB8AC3E}">
        <p14:creationId xmlns:p14="http://schemas.microsoft.com/office/powerpoint/2010/main" val="98042358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D1ECED-81B0-6F1A-430E-964B03B347D2}"/>
            </a:ext>
          </a:extLst>
        </p:cNvPr>
        <p:cNvGrpSpPr/>
        <p:nvPr/>
      </p:nvGrpSpPr>
      <p:grpSpPr>
        <a:xfrm>
          <a:off x="0" y="0"/>
          <a:ext cx="0" cy="0"/>
          <a:chOff x="0" y="0"/>
          <a:chExt cx="0" cy="0"/>
        </a:xfrm>
      </p:grpSpPr>
      <p:sp>
        <p:nvSpPr>
          <p:cNvPr id="69" name="Oval 68">
            <a:extLst>
              <a:ext uri="{FF2B5EF4-FFF2-40B4-BE49-F238E27FC236}">
                <a16:creationId xmlns:a16="http://schemas.microsoft.com/office/drawing/2014/main" id="{39F2DE9D-CE99-2018-1ACF-93EF351B1B2B}"/>
              </a:ext>
            </a:extLst>
          </p:cNvPr>
          <p:cNvSpPr>
            <a:spLocks noChangeAspect="1"/>
          </p:cNvSpPr>
          <p:nvPr/>
        </p:nvSpPr>
        <p:spPr>
          <a:xfrm>
            <a:off x="4944144" y="395606"/>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70" name="TextBox 69">
                <a:extLst>
                  <a:ext uri="{FF2B5EF4-FFF2-40B4-BE49-F238E27FC236}">
                    <a16:creationId xmlns:a16="http://schemas.microsoft.com/office/drawing/2014/main" id="{749092CB-2DB6-D6FC-C0C7-5BEBE2F02A07}"/>
                  </a:ext>
                </a:extLst>
              </p:cNvPr>
              <p:cNvSpPr txBox="1"/>
              <p:nvPr/>
            </p:nvSpPr>
            <p:spPr>
              <a:xfrm>
                <a:off x="4889948" y="366883"/>
                <a:ext cx="518558" cy="394019"/>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Cp</m:t>
                          </m:r>
                        </m:sub>
                      </m:sSub>
                    </m:oMath>
                  </m:oMathPara>
                </a14:m>
                <a:endParaRPr lang="en-US" dirty="0">
                  <a:solidFill>
                    <a:schemeClr val="bg1"/>
                  </a:solidFill>
                </a:endParaRPr>
              </a:p>
            </p:txBody>
          </p:sp>
        </mc:Choice>
        <mc:Fallback xmlns="">
          <p:sp>
            <p:nvSpPr>
              <p:cNvPr id="70" name="TextBox 69">
                <a:extLst>
                  <a:ext uri="{FF2B5EF4-FFF2-40B4-BE49-F238E27FC236}">
                    <a16:creationId xmlns:a16="http://schemas.microsoft.com/office/drawing/2014/main" id="{749092CB-2DB6-D6FC-C0C7-5BEBE2F02A07}"/>
                  </a:ext>
                </a:extLst>
              </p:cNvPr>
              <p:cNvSpPr txBox="1">
                <a:spLocks noRot="1" noChangeAspect="1" noMove="1" noResize="1" noEditPoints="1" noAdjustHandles="1" noChangeArrowheads="1" noChangeShapeType="1" noTextEdit="1"/>
              </p:cNvSpPr>
              <p:nvPr/>
            </p:nvSpPr>
            <p:spPr>
              <a:xfrm>
                <a:off x="4889948" y="366883"/>
                <a:ext cx="518558" cy="394019"/>
              </a:xfrm>
              <a:prstGeom prst="rect">
                <a:avLst/>
              </a:prstGeom>
              <a:blipFill>
                <a:blip r:embed="rId3"/>
                <a:stretch>
                  <a:fillRect b="-76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1" name="TextBox 70">
                <a:extLst>
                  <a:ext uri="{FF2B5EF4-FFF2-40B4-BE49-F238E27FC236}">
                    <a16:creationId xmlns:a16="http://schemas.microsoft.com/office/drawing/2014/main" id="{07248A6C-34AF-E16E-EF52-6C3D9012FBF6}"/>
                  </a:ext>
                </a:extLst>
              </p:cNvPr>
              <p:cNvSpPr txBox="1"/>
              <p:nvPr/>
            </p:nvSpPr>
            <p:spPr>
              <a:xfrm>
                <a:off x="6042814" y="220866"/>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c</m:t>
                          </m:r>
                        </m:sub>
                      </m:sSub>
                    </m:oMath>
                  </m:oMathPara>
                </a14:m>
                <a:endParaRPr lang="en-US" dirty="0">
                  <a:solidFill>
                    <a:schemeClr val="tx1"/>
                  </a:solidFill>
                </a:endParaRPr>
              </a:p>
            </p:txBody>
          </p:sp>
        </mc:Choice>
        <mc:Fallback xmlns="">
          <p:sp>
            <p:nvSpPr>
              <p:cNvPr id="71" name="TextBox 70">
                <a:extLst>
                  <a:ext uri="{FF2B5EF4-FFF2-40B4-BE49-F238E27FC236}">
                    <a16:creationId xmlns:a16="http://schemas.microsoft.com/office/drawing/2014/main" id="{07248A6C-34AF-E16E-EF52-6C3D9012FBF6}"/>
                  </a:ext>
                </a:extLst>
              </p:cNvPr>
              <p:cNvSpPr txBox="1">
                <a:spLocks noRot="1" noChangeAspect="1" noMove="1" noResize="1" noEditPoints="1" noAdjustHandles="1" noChangeArrowheads="1" noChangeShapeType="1" noTextEdit="1"/>
              </p:cNvSpPr>
              <p:nvPr/>
            </p:nvSpPr>
            <p:spPr>
              <a:xfrm>
                <a:off x="6042814" y="220866"/>
                <a:ext cx="507796" cy="369332"/>
              </a:xfrm>
              <a:prstGeom prst="rect">
                <a:avLst/>
              </a:prstGeom>
              <a:blipFill>
                <a:blip r:embed="rId4"/>
                <a:stretch>
                  <a:fillRect/>
                </a:stretch>
              </a:blipFill>
            </p:spPr>
            <p:txBody>
              <a:bodyPr/>
              <a:lstStyle/>
              <a:p>
                <a:r>
                  <a:rPr lang="en-US">
                    <a:noFill/>
                  </a:rPr>
                  <a:t> </a:t>
                </a:r>
              </a:p>
            </p:txBody>
          </p:sp>
        </mc:Fallback>
      </mc:AlternateContent>
      <p:sp>
        <p:nvSpPr>
          <p:cNvPr id="72" name="Oval 71">
            <a:extLst>
              <a:ext uri="{FF2B5EF4-FFF2-40B4-BE49-F238E27FC236}">
                <a16:creationId xmlns:a16="http://schemas.microsoft.com/office/drawing/2014/main" id="{D30BFCC9-3B35-8E82-F251-6975AB202C42}"/>
              </a:ext>
            </a:extLst>
          </p:cNvPr>
          <p:cNvSpPr>
            <a:spLocks noChangeAspect="1"/>
          </p:cNvSpPr>
          <p:nvPr/>
        </p:nvSpPr>
        <p:spPr>
          <a:xfrm>
            <a:off x="6106961" y="1088928"/>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73" name="TextBox 72">
                <a:extLst>
                  <a:ext uri="{FF2B5EF4-FFF2-40B4-BE49-F238E27FC236}">
                    <a16:creationId xmlns:a16="http://schemas.microsoft.com/office/drawing/2014/main" id="{52FED4C7-9E10-B113-58BC-D0008057DD40}"/>
                  </a:ext>
                </a:extLst>
              </p:cNvPr>
              <p:cNvSpPr txBox="1"/>
              <p:nvPr/>
            </p:nvSpPr>
            <p:spPr>
              <a:xfrm>
                <a:off x="6048484" y="1064456"/>
                <a:ext cx="518558" cy="395493"/>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Cg</m:t>
                          </m:r>
                        </m:sub>
                      </m:sSub>
                    </m:oMath>
                  </m:oMathPara>
                </a14:m>
                <a:endParaRPr lang="en-US" dirty="0">
                  <a:solidFill>
                    <a:schemeClr val="bg1"/>
                  </a:solidFill>
                </a:endParaRPr>
              </a:p>
            </p:txBody>
          </p:sp>
        </mc:Choice>
        <mc:Fallback xmlns="">
          <p:sp>
            <p:nvSpPr>
              <p:cNvPr id="73" name="TextBox 72">
                <a:extLst>
                  <a:ext uri="{FF2B5EF4-FFF2-40B4-BE49-F238E27FC236}">
                    <a16:creationId xmlns:a16="http://schemas.microsoft.com/office/drawing/2014/main" id="{52FED4C7-9E10-B113-58BC-D0008057DD40}"/>
                  </a:ext>
                </a:extLst>
              </p:cNvPr>
              <p:cNvSpPr txBox="1">
                <a:spLocks noRot="1" noChangeAspect="1" noMove="1" noResize="1" noEditPoints="1" noAdjustHandles="1" noChangeArrowheads="1" noChangeShapeType="1" noTextEdit="1"/>
              </p:cNvSpPr>
              <p:nvPr/>
            </p:nvSpPr>
            <p:spPr>
              <a:xfrm>
                <a:off x="6048484" y="1064456"/>
                <a:ext cx="518558" cy="395493"/>
              </a:xfrm>
              <a:prstGeom prst="rect">
                <a:avLst/>
              </a:prstGeom>
              <a:blipFill>
                <a:blip r:embed="rId5"/>
                <a:stretch>
                  <a:fillRect b="-937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4" name="TextBox 73">
                <a:extLst>
                  <a:ext uri="{FF2B5EF4-FFF2-40B4-BE49-F238E27FC236}">
                    <a16:creationId xmlns:a16="http://schemas.microsoft.com/office/drawing/2014/main" id="{CF3CF220-B5A5-99F1-6CE1-F6990EBCFD96}"/>
                  </a:ext>
                </a:extLst>
              </p:cNvPr>
              <p:cNvSpPr txBox="1"/>
              <p:nvPr/>
            </p:nvSpPr>
            <p:spPr>
              <a:xfrm>
                <a:off x="4902707" y="1099668"/>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Cs</m:t>
                          </m:r>
                        </m:sub>
                      </m:sSub>
                    </m:oMath>
                  </m:oMathPara>
                </a14:m>
                <a:endParaRPr lang="en-US" dirty="0">
                  <a:solidFill>
                    <a:schemeClr val="tx1"/>
                  </a:solidFill>
                </a:endParaRPr>
              </a:p>
            </p:txBody>
          </p:sp>
        </mc:Choice>
        <mc:Fallback xmlns="">
          <p:sp>
            <p:nvSpPr>
              <p:cNvPr id="74" name="TextBox 73">
                <a:extLst>
                  <a:ext uri="{FF2B5EF4-FFF2-40B4-BE49-F238E27FC236}">
                    <a16:creationId xmlns:a16="http://schemas.microsoft.com/office/drawing/2014/main" id="{CF3CF220-B5A5-99F1-6CE1-F6990EBCFD96}"/>
                  </a:ext>
                </a:extLst>
              </p:cNvPr>
              <p:cNvSpPr txBox="1">
                <a:spLocks noRot="1" noChangeAspect="1" noMove="1" noResize="1" noEditPoints="1" noAdjustHandles="1" noChangeArrowheads="1" noChangeShapeType="1" noTextEdit="1"/>
              </p:cNvSpPr>
              <p:nvPr/>
            </p:nvSpPr>
            <p:spPr>
              <a:xfrm>
                <a:off x="4902707" y="1099668"/>
                <a:ext cx="507796" cy="369332"/>
              </a:xfrm>
              <a:prstGeom prst="rect">
                <a:avLst/>
              </a:prstGeom>
              <a:blipFill>
                <a:blip r:embed="rId6"/>
                <a:stretch>
                  <a:fillRect r="-3571"/>
                </a:stretch>
              </a:blipFill>
            </p:spPr>
            <p:txBody>
              <a:bodyPr/>
              <a:lstStyle/>
              <a:p>
                <a:r>
                  <a:rPr lang="en-US">
                    <a:noFill/>
                  </a:rPr>
                  <a:t> </a:t>
                </a:r>
              </a:p>
            </p:txBody>
          </p:sp>
        </mc:Fallback>
      </mc:AlternateContent>
      <p:sp>
        <p:nvSpPr>
          <p:cNvPr id="75" name="Oval 74">
            <a:extLst>
              <a:ext uri="{FF2B5EF4-FFF2-40B4-BE49-F238E27FC236}">
                <a16:creationId xmlns:a16="http://schemas.microsoft.com/office/drawing/2014/main" id="{5A37B836-32B3-1F47-EC1E-A21F7BF30597}"/>
              </a:ext>
            </a:extLst>
          </p:cNvPr>
          <p:cNvSpPr>
            <a:spLocks noChangeAspect="1"/>
          </p:cNvSpPr>
          <p:nvPr/>
        </p:nvSpPr>
        <p:spPr>
          <a:xfrm>
            <a:off x="4972754" y="1905482"/>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76" name="TextBox 75">
                <a:extLst>
                  <a:ext uri="{FF2B5EF4-FFF2-40B4-BE49-F238E27FC236}">
                    <a16:creationId xmlns:a16="http://schemas.microsoft.com/office/drawing/2014/main" id="{81B7716E-0E93-5651-DBB6-2034A7890CAC}"/>
                  </a:ext>
                </a:extLst>
              </p:cNvPr>
              <p:cNvSpPr txBox="1"/>
              <p:nvPr/>
            </p:nvSpPr>
            <p:spPr>
              <a:xfrm>
                <a:off x="4917219" y="1870160"/>
                <a:ext cx="518558"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Cr</m:t>
                          </m:r>
                        </m:sub>
                      </m:sSub>
                    </m:oMath>
                  </m:oMathPara>
                </a14:m>
                <a:endParaRPr lang="en-US" dirty="0">
                  <a:solidFill>
                    <a:schemeClr val="bg1"/>
                  </a:solidFill>
                </a:endParaRPr>
              </a:p>
            </p:txBody>
          </p:sp>
        </mc:Choice>
        <mc:Fallback xmlns="">
          <p:sp>
            <p:nvSpPr>
              <p:cNvPr id="76" name="TextBox 75">
                <a:extLst>
                  <a:ext uri="{FF2B5EF4-FFF2-40B4-BE49-F238E27FC236}">
                    <a16:creationId xmlns:a16="http://schemas.microsoft.com/office/drawing/2014/main" id="{81B7716E-0E93-5651-DBB6-2034A7890CAC}"/>
                  </a:ext>
                </a:extLst>
              </p:cNvPr>
              <p:cNvSpPr txBox="1">
                <a:spLocks noRot="1" noChangeAspect="1" noMove="1" noResize="1" noEditPoints="1" noAdjustHandles="1" noChangeArrowheads="1" noChangeShapeType="1" noTextEdit="1"/>
              </p:cNvSpPr>
              <p:nvPr/>
            </p:nvSpPr>
            <p:spPr>
              <a:xfrm>
                <a:off x="4917219" y="1870160"/>
                <a:ext cx="518558" cy="369332"/>
              </a:xfrm>
              <a:prstGeom prst="rect">
                <a:avLst/>
              </a:prstGeom>
              <a:blipFill>
                <a:blip r:embed="rId7"/>
                <a:stretch>
                  <a:fillRect/>
                </a:stretch>
              </a:blipFill>
            </p:spPr>
            <p:txBody>
              <a:bodyPr/>
              <a:lstStyle/>
              <a:p>
                <a:r>
                  <a:rPr lang="en-US">
                    <a:noFill/>
                  </a:rPr>
                  <a:t> </a:t>
                </a:r>
              </a:p>
            </p:txBody>
          </p:sp>
        </mc:Fallback>
      </mc:AlternateContent>
      <p:cxnSp>
        <p:nvCxnSpPr>
          <p:cNvPr id="77" name="Straight Arrow Connector 76">
            <a:extLst>
              <a:ext uri="{FF2B5EF4-FFF2-40B4-BE49-F238E27FC236}">
                <a16:creationId xmlns:a16="http://schemas.microsoft.com/office/drawing/2014/main" id="{21144AB5-B305-FC68-9525-3705E7AB31C6}"/>
              </a:ext>
            </a:extLst>
          </p:cNvPr>
          <p:cNvCxnSpPr>
            <a:cxnSpLocks/>
            <a:endCxn id="69" idx="3"/>
          </p:cNvCxnSpPr>
          <p:nvPr/>
        </p:nvCxnSpPr>
        <p:spPr>
          <a:xfrm flipV="1">
            <a:off x="4121730" y="721164"/>
            <a:ext cx="878271" cy="488885"/>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80" name="Straight Arrow Connector 79">
            <a:extLst>
              <a:ext uri="{FF2B5EF4-FFF2-40B4-BE49-F238E27FC236}">
                <a16:creationId xmlns:a16="http://schemas.microsoft.com/office/drawing/2014/main" id="{15B18E90-31A3-668A-3D2D-2A98FB60B8B5}"/>
              </a:ext>
            </a:extLst>
          </p:cNvPr>
          <p:cNvCxnSpPr>
            <a:cxnSpLocks/>
            <a:endCxn id="75" idx="1"/>
          </p:cNvCxnSpPr>
          <p:nvPr/>
        </p:nvCxnSpPr>
        <p:spPr>
          <a:xfrm>
            <a:off x="4125152" y="1214911"/>
            <a:ext cx="903459" cy="746428"/>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84" name="Straight Arrow Connector 83">
            <a:extLst>
              <a:ext uri="{FF2B5EF4-FFF2-40B4-BE49-F238E27FC236}">
                <a16:creationId xmlns:a16="http://schemas.microsoft.com/office/drawing/2014/main" id="{8318B090-CA98-34AA-8241-21AD35020A5B}"/>
              </a:ext>
            </a:extLst>
          </p:cNvPr>
          <p:cNvCxnSpPr>
            <a:cxnSpLocks/>
            <a:stCxn id="74" idx="3"/>
            <a:endCxn id="72" idx="2"/>
          </p:cNvCxnSpPr>
          <p:nvPr/>
        </p:nvCxnSpPr>
        <p:spPr>
          <a:xfrm flipV="1">
            <a:off x="5410503" y="1279636"/>
            <a:ext cx="696458" cy="4698"/>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88" name="Straight Arrow Connector 87">
            <a:extLst>
              <a:ext uri="{FF2B5EF4-FFF2-40B4-BE49-F238E27FC236}">
                <a16:creationId xmlns:a16="http://schemas.microsoft.com/office/drawing/2014/main" id="{99D68985-8500-CE93-502D-B6F6C9AB418E}"/>
              </a:ext>
            </a:extLst>
          </p:cNvPr>
          <p:cNvCxnSpPr>
            <a:cxnSpLocks/>
            <a:stCxn id="74" idx="2"/>
            <a:endCxn id="75" idx="0"/>
          </p:cNvCxnSpPr>
          <p:nvPr/>
        </p:nvCxnSpPr>
        <p:spPr>
          <a:xfrm>
            <a:off x="5156605" y="1469000"/>
            <a:ext cx="6856" cy="436482"/>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6" name="Straight Arrow Connector 95">
            <a:extLst>
              <a:ext uri="{FF2B5EF4-FFF2-40B4-BE49-F238E27FC236}">
                <a16:creationId xmlns:a16="http://schemas.microsoft.com/office/drawing/2014/main" id="{0DC3DB3F-F4D8-B2DD-D2EC-2476CC29AD42}"/>
              </a:ext>
            </a:extLst>
          </p:cNvPr>
          <p:cNvCxnSpPr>
            <a:cxnSpLocks/>
            <a:stCxn id="69" idx="6"/>
          </p:cNvCxnSpPr>
          <p:nvPr/>
        </p:nvCxnSpPr>
        <p:spPr>
          <a:xfrm>
            <a:off x="5325558" y="586314"/>
            <a:ext cx="2460842" cy="10275"/>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9" name="Straight Arrow Connector 98">
            <a:extLst>
              <a:ext uri="{FF2B5EF4-FFF2-40B4-BE49-F238E27FC236}">
                <a16:creationId xmlns:a16="http://schemas.microsoft.com/office/drawing/2014/main" id="{ABB4E5F4-FB2F-0DBA-34D1-667CBD4FC005}"/>
              </a:ext>
            </a:extLst>
          </p:cNvPr>
          <p:cNvCxnSpPr>
            <a:cxnSpLocks/>
            <a:stCxn id="71" idx="2"/>
            <a:endCxn id="72" idx="0"/>
          </p:cNvCxnSpPr>
          <p:nvPr/>
        </p:nvCxnSpPr>
        <p:spPr>
          <a:xfrm>
            <a:off x="6296712" y="590198"/>
            <a:ext cx="956" cy="49873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sp>
        <p:nvSpPr>
          <p:cNvPr id="102" name="Rectangle 101">
            <a:extLst>
              <a:ext uri="{FF2B5EF4-FFF2-40B4-BE49-F238E27FC236}">
                <a16:creationId xmlns:a16="http://schemas.microsoft.com/office/drawing/2014/main" id="{B139D9DF-FF5B-B410-2AD7-F14B2EE4B737}"/>
              </a:ext>
            </a:extLst>
          </p:cNvPr>
          <p:cNvSpPr/>
          <p:nvPr/>
        </p:nvSpPr>
        <p:spPr>
          <a:xfrm>
            <a:off x="4449950" y="9135"/>
            <a:ext cx="2873133" cy="2407763"/>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03" name="TextBox 102">
            <a:extLst>
              <a:ext uri="{FF2B5EF4-FFF2-40B4-BE49-F238E27FC236}">
                <a16:creationId xmlns:a16="http://schemas.microsoft.com/office/drawing/2014/main" id="{CD1C8414-CCB3-88CB-AE2F-8EA0D9D2D7EF}"/>
              </a:ext>
            </a:extLst>
          </p:cNvPr>
          <p:cNvSpPr txBox="1"/>
          <p:nvPr/>
        </p:nvSpPr>
        <p:spPr>
          <a:xfrm>
            <a:off x="4449950" y="-6886"/>
            <a:ext cx="1774204" cy="338554"/>
          </a:xfrm>
          <a:prstGeom prst="rect">
            <a:avLst/>
          </a:prstGeom>
          <a:noFill/>
        </p:spPr>
        <p:txBody>
          <a:bodyPr wrap="none" rtlCol="0">
            <a:spAutoFit/>
          </a:bodyPr>
          <a:lstStyle/>
          <a:p>
            <a:r>
              <a:rPr lang="en-US" sz="1600" dirty="0"/>
              <a:t>Chemical counter</a:t>
            </a:r>
          </a:p>
        </p:txBody>
      </p:sp>
      <mc:AlternateContent xmlns:mc="http://schemas.openxmlformats.org/markup-compatibility/2006" xmlns:a14="http://schemas.microsoft.com/office/drawing/2010/main">
        <mc:Choice Requires="a14">
          <p:sp>
            <p:nvSpPr>
              <p:cNvPr id="67" name="TextBox 66">
                <a:extLst>
                  <a:ext uri="{FF2B5EF4-FFF2-40B4-BE49-F238E27FC236}">
                    <a16:creationId xmlns:a16="http://schemas.microsoft.com/office/drawing/2014/main" id="{BD7FB1BE-6385-49D2-86A8-10AFC8510DCB}"/>
                  </a:ext>
                </a:extLst>
              </p:cNvPr>
              <p:cNvSpPr txBox="1"/>
              <p:nvPr/>
            </p:nvSpPr>
            <p:spPr>
              <a:xfrm>
                <a:off x="0" y="1346255"/>
                <a:ext cx="593368" cy="369332"/>
              </a:xfrm>
              <a:prstGeom prst="rect">
                <a:avLst/>
              </a:prstGeom>
              <a:noFill/>
            </p:spPr>
            <p:txBody>
              <a:bodyPr wrap="none" rtlCol="0">
                <a:spAutoFit/>
              </a:bodyPr>
              <a:lstStyle/>
              <a:p>
                <a:pPr/>
                <a14:m>
                  <m:oMathPara xmlns:m="http://schemas.openxmlformats.org/officeDocument/2006/math">
                    <m:oMath>
                      <m:sSub>
                        <m:sSubPr>
                          <m:ctrlPr>
                            <a:rPr lang="de-DE" b="0" i="1" smtClean="0">
                              <a:latin typeface="Cambria Math" panose="02040503050406030204" pitchFamily="18" charset="0"/>
                            </a:rPr>
                          </m:ctrlPr>
                        </m:sSubPr>
                        <m:e>
                          <m:r>
                            <m:rPr>
                              <m:sty m:val="p"/>
                            </m:rPr>
                            <a:rPr lang="de-DE" b="0" i="1" smtClean="0">
                              <a:latin typeface="Cambria Math" panose="02040503050406030204" pitchFamily="18" charset="0"/>
                            </a:rPr>
                            <m:t>m</m:t>
                          </m:r>
                        </m:e>
                        <m:sub>
                          <m:r>
                            <m:rPr>
                              <m:sty m:val="p"/>
                            </m:rPr>
                            <a:rPr lang="de-DE" b="0" i="1" smtClean="0">
                              <a:latin typeface="Cambria Math" panose="02040503050406030204" pitchFamily="18" charset="0"/>
                            </a:rPr>
                            <m:t>in</m:t>
                          </m:r>
                        </m:sub>
                      </m:sSub>
                    </m:oMath>
                  </m:oMathPara>
                </a14:m>
                <a:endParaRPr lang="en-US" dirty="0"/>
              </a:p>
            </p:txBody>
          </p:sp>
        </mc:Choice>
        <mc:Fallback xmlns="">
          <p:sp>
            <p:nvSpPr>
              <p:cNvPr id="67" name="TextBox 66">
                <a:extLst>
                  <a:ext uri="{FF2B5EF4-FFF2-40B4-BE49-F238E27FC236}">
                    <a16:creationId xmlns:a16="http://schemas.microsoft.com/office/drawing/2014/main" id="{BD7FB1BE-6385-49D2-86A8-10AFC8510DCB}"/>
                  </a:ext>
                </a:extLst>
              </p:cNvPr>
              <p:cNvSpPr txBox="1">
                <a:spLocks noRot="1" noChangeAspect="1" noMove="1" noResize="1" noEditPoints="1" noAdjustHandles="1" noChangeArrowheads="1" noChangeShapeType="1" noTextEdit="1"/>
              </p:cNvSpPr>
              <p:nvPr/>
            </p:nvSpPr>
            <p:spPr>
              <a:xfrm>
                <a:off x="0" y="1346255"/>
                <a:ext cx="593368" cy="369332"/>
              </a:xfrm>
              <a:prstGeom prst="rect">
                <a:avLst/>
              </a:prstGeom>
              <a:blipFill>
                <a:blip r:embed="rId8"/>
                <a:stretch>
                  <a:fillRect/>
                </a:stretch>
              </a:blipFill>
            </p:spPr>
            <p:txBody>
              <a:bodyPr/>
              <a:lstStyle/>
              <a:p>
                <a:r>
                  <a:rPr lang="en-US">
                    <a:noFill/>
                  </a:rPr>
                  <a:t> </a:t>
                </a:r>
              </a:p>
            </p:txBody>
          </p:sp>
        </mc:Fallback>
      </mc:AlternateContent>
      <p:sp>
        <p:nvSpPr>
          <p:cNvPr id="78" name="Rectangle 77">
            <a:extLst>
              <a:ext uri="{FF2B5EF4-FFF2-40B4-BE49-F238E27FC236}">
                <a16:creationId xmlns:a16="http://schemas.microsoft.com/office/drawing/2014/main" id="{BF7E35BE-1F5F-8EF5-B19B-C44A42FAE4D1}"/>
              </a:ext>
            </a:extLst>
          </p:cNvPr>
          <p:cNvSpPr/>
          <p:nvPr/>
        </p:nvSpPr>
        <p:spPr>
          <a:xfrm>
            <a:off x="813764" y="212548"/>
            <a:ext cx="2873133" cy="2222154"/>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79" name="TextBox 78">
            <a:extLst>
              <a:ext uri="{FF2B5EF4-FFF2-40B4-BE49-F238E27FC236}">
                <a16:creationId xmlns:a16="http://schemas.microsoft.com/office/drawing/2014/main" id="{5463AC09-730C-1C5C-DFEA-AE57A6AADCF3}"/>
              </a:ext>
            </a:extLst>
          </p:cNvPr>
          <p:cNvSpPr txBox="1"/>
          <p:nvPr/>
        </p:nvSpPr>
        <p:spPr>
          <a:xfrm>
            <a:off x="787440" y="212547"/>
            <a:ext cx="1362617" cy="584775"/>
          </a:xfrm>
          <a:prstGeom prst="rect">
            <a:avLst/>
          </a:prstGeom>
          <a:noFill/>
        </p:spPr>
        <p:txBody>
          <a:bodyPr wrap="none" rtlCol="0">
            <a:spAutoFit/>
          </a:bodyPr>
          <a:lstStyle/>
          <a:p>
            <a:r>
              <a:rPr lang="en-US" sz="1600" dirty="0"/>
              <a:t>Chemical</a:t>
            </a:r>
            <a:br>
              <a:rPr lang="en-US" sz="1600" dirty="0"/>
            </a:br>
            <a:r>
              <a:rPr lang="en-US" sz="1600" dirty="0"/>
              <a:t>Differentiator</a:t>
            </a:r>
          </a:p>
        </p:txBody>
      </p:sp>
      <p:sp>
        <p:nvSpPr>
          <p:cNvPr id="81" name="Oval 80">
            <a:extLst>
              <a:ext uri="{FF2B5EF4-FFF2-40B4-BE49-F238E27FC236}">
                <a16:creationId xmlns:a16="http://schemas.microsoft.com/office/drawing/2014/main" id="{2D27AA13-15C1-3E23-E63F-3BC1837E58F7}"/>
              </a:ext>
            </a:extLst>
          </p:cNvPr>
          <p:cNvSpPr>
            <a:spLocks noChangeAspect="1"/>
          </p:cNvSpPr>
          <p:nvPr/>
        </p:nvSpPr>
        <p:spPr>
          <a:xfrm>
            <a:off x="1051699" y="1000942"/>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82" name="TextBox 81">
                <a:extLst>
                  <a:ext uri="{FF2B5EF4-FFF2-40B4-BE49-F238E27FC236}">
                    <a16:creationId xmlns:a16="http://schemas.microsoft.com/office/drawing/2014/main" id="{986179F0-E4FF-BF32-7D8F-8B342A31EBBF}"/>
                  </a:ext>
                </a:extLst>
              </p:cNvPr>
              <p:cNvSpPr txBox="1"/>
              <p:nvPr/>
            </p:nvSpPr>
            <p:spPr>
              <a:xfrm>
                <a:off x="996672" y="976786"/>
                <a:ext cx="518558"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Df</m:t>
                          </m:r>
                        </m:sub>
                      </m:sSub>
                    </m:oMath>
                  </m:oMathPara>
                </a14:m>
                <a:endParaRPr lang="en-US" dirty="0">
                  <a:solidFill>
                    <a:schemeClr val="bg1"/>
                  </a:solidFill>
                </a:endParaRPr>
              </a:p>
            </p:txBody>
          </p:sp>
        </mc:Choice>
        <mc:Fallback xmlns="">
          <p:sp>
            <p:nvSpPr>
              <p:cNvPr id="82" name="TextBox 81">
                <a:extLst>
                  <a:ext uri="{FF2B5EF4-FFF2-40B4-BE49-F238E27FC236}">
                    <a16:creationId xmlns:a16="http://schemas.microsoft.com/office/drawing/2014/main" id="{986179F0-E4FF-BF32-7D8F-8B342A31EBBF}"/>
                  </a:ext>
                </a:extLst>
              </p:cNvPr>
              <p:cNvSpPr txBox="1">
                <a:spLocks noRot="1" noChangeAspect="1" noMove="1" noResize="1" noEditPoints="1" noAdjustHandles="1" noChangeArrowheads="1" noChangeShapeType="1" noTextEdit="1"/>
              </p:cNvSpPr>
              <p:nvPr/>
            </p:nvSpPr>
            <p:spPr>
              <a:xfrm>
                <a:off x="996672" y="976786"/>
                <a:ext cx="518558" cy="369332"/>
              </a:xfrm>
              <a:prstGeom prst="rect">
                <a:avLst/>
              </a:prstGeom>
              <a:blipFill>
                <a:blip r:embed="rId9"/>
                <a:stretch>
                  <a:fillRect/>
                </a:stretch>
              </a:blipFill>
            </p:spPr>
            <p:txBody>
              <a:bodyPr/>
              <a:lstStyle/>
              <a:p>
                <a:r>
                  <a:rPr lang="en-US">
                    <a:noFill/>
                  </a:rPr>
                  <a:t> </a:t>
                </a:r>
              </a:p>
            </p:txBody>
          </p:sp>
        </mc:Fallback>
      </mc:AlternateContent>
      <p:sp>
        <p:nvSpPr>
          <p:cNvPr id="83" name="Oval 82">
            <a:extLst>
              <a:ext uri="{FF2B5EF4-FFF2-40B4-BE49-F238E27FC236}">
                <a16:creationId xmlns:a16="http://schemas.microsoft.com/office/drawing/2014/main" id="{9F88C630-52D9-7EBE-A26E-8A420C1F3973}"/>
              </a:ext>
            </a:extLst>
          </p:cNvPr>
          <p:cNvSpPr>
            <a:spLocks noChangeAspect="1"/>
          </p:cNvSpPr>
          <p:nvPr/>
        </p:nvSpPr>
        <p:spPr>
          <a:xfrm>
            <a:off x="1155180" y="1894298"/>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85" name="TextBox 84">
                <a:extLst>
                  <a:ext uri="{FF2B5EF4-FFF2-40B4-BE49-F238E27FC236}">
                    <a16:creationId xmlns:a16="http://schemas.microsoft.com/office/drawing/2014/main" id="{4E9304F7-F360-5EE0-8D56-CF33FE194414}"/>
                  </a:ext>
                </a:extLst>
              </p:cNvPr>
              <p:cNvSpPr txBox="1"/>
              <p:nvPr/>
            </p:nvSpPr>
            <p:spPr>
              <a:xfrm>
                <a:off x="1097393" y="1886274"/>
                <a:ext cx="518558"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Ds</m:t>
                          </m:r>
                        </m:sub>
                      </m:sSub>
                    </m:oMath>
                  </m:oMathPara>
                </a14:m>
                <a:endParaRPr lang="en-US" dirty="0">
                  <a:solidFill>
                    <a:schemeClr val="bg1"/>
                  </a:solidFill>
                </a:endParaRPr>
              </a:p>
            </p:txBody>
          </p:sp>
        </mc:Choice>
        <mc:Fallback xmlns="">
          <p:sp>
            <p:nvSpPr>
              <p:cNvPr id="85" name="TextBox 84">
                <a:extLst>
                  <a:ext uri="{FF2B5EF4-FFF2-40B4-BE49-F238E27FC236}">
                    <a16:creationId xmlns:a16="http://schemas.microsoft.com/office/drawing/2014/main" id="{4E9304F7-F360-5EE0-8D56-CF33FE194414}"/>
                  </a:ext>
                </a:extLst>
              </p:cNvPr>
              <p:cNvSpPr txBox="1">
                <a:spLocks noRot="1" noChangeAspect="1" noMove="1" noResize="1" noEditPoints="1" noAdjustHandles="1" noChangeArrowheads="1" noChangeShapeType="1" noTextEdit="1"/>
              </p:cNvSpPr>
              <p:nvPr/>
            </p:nvSpPr>
            <p:spPr>
              <a:xfrm>
                <a:off x="1097393" y="1886274"/>
                <a:ext cx="518558" cy="369332"/>
              </a:xfrm>
              <a:prstGeom prst="rect">
                <a:avLst/>
              </a:prstGeom>
              <a:blipFill>
                <a:blip r:embed="rId10"/>
                <a:stretch>
                  <a:fillRect/>
                </a:stretch>
              </a:blipFill>
            </p:spPr>
            <p:txBody>
              <a:bodyPr/>
              <a:lstStyle/>
              <a:p>
                <a:r>
                  <a:rPr lang="en-US">
                    <a:noFill/>
                  </a:rPr>
                  <a:t> </a:t>
                </a:r>
              </a:p>
            </p:txBody>
          </p:sp>
        </mc:Fallback>
      </mc:AlternateContent>
      <p:sp>
        <p:nvSpPr>
          <p:cNvPr id="86" name="Oval 85">
            <a:extLst>
              <a:ext uri="{FF2B5EF4-FFF2-40B4-BE49-F238E27FC236}">
                <a16:creationId xmlns:a16="http://schemas.microsoft.com/office/drawing/2014/main" id="{700D2528-AD00-A776-2DD6-6B6ECF2FA67F}"/>
              </a:ext>
            </a:extLst>
          </p:cNvPr>
          <p:cNvSpPr>
            <a:spLocks noChangeAspect="1"/>
          </p:cNvSpPr>
          <p:nvPr/>
        </p:nvSpPr>
        <p:spPr>
          <a:xfrm>
            <a:off x="2221387" y="1004799"/>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87" name="TextBox 86">
                <a:extLst>
                  <a:ext uri="{FF2B5EF4-FFF2-40B4-BE49-F238E27FC236}">
                    <a16:creationId xmlns:a16="http://schemas.microsoft.com/office/drawing/2014/main" id="{92860CDE-8231-8428-2D01-4713FD12D50A}"/>
                  </a:ext>
                </a:extLst>
              </p:cNvPr>
              <p:cNvSpPr txBox="1"/>
              <p:nvPr/>
            </p:nvSpPr>
            <p:spPr>
              <a:xfrm>
                <a:off x="2166526" y="976223"/>
                <a:ext cx="518558" cy="394019"/>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Dp</m:t>
                          </m:r>
                        </m:sub>
                      </m:sSub>
                    </m:oMath>
                  </m:oMathPara>
                </a14:m>
                <a:endParaRPr lang="en-US" dirty="0">
                  <a:solidFill>
                    <a:schemeClr val="bg1"/>
                  </a:solidFill>
                </a:endParaRPr>
              </a:p>
            </p:txBody>
          </p:sp>
        </mc:Choice>
        <mc:Fallback xmlns="">
          <p:sp>
            <p:nvSpPr>
              <p:cNvPr id="87" name="TextBox 86">
                <a:extLst>
                  <a:ext uri="{FF2B5EF4-FFF2-40B4-BE49-F238E27FC236}">
                    <a16:creationId xmlns:a16="http://schemas.microsoft.com/office/drawing/2014/main" id="{92860CDE-8231-8428-2D01-4713FD12D50A}"/>
                  </a:ext>
                </a:extLst>
              </p:cNvPr>
              <p:cNvSpPr txBox="1">
                <a:spLocks noRot="1" noChangeAspect="1" noMove="1" noResize="1" noEditPoints="1" noAdjustHandles="1" noChangeArrowheads="1" noChangeShapeType="1" noTextEdit="1"/>
              </p:cNvSpPr>
              <p:nvPr/>
            </p:nvSpPr>
            <p:spPr>
              <a:xfrm>
                <a:off x="2166526" y="976223"/>
                <a:ext cx="518558" cy="394019"/>
              </a:xfrm>
              <a:prstGeom prst="rect">
                <a:avLst/>
              </a:prstGeom>
              <a:blipFill>
                <a:blip r:embed="rId11"/>
                <a:stretch>
                  <a:fillRect b="-7692"/>
                </a:stretch>
              </a:blipFill>
            </p:spPr>
            <p:txBody>
              <a:bodyPr/>
              <a:lstStyle/>
              <a:p>
                <a:r>
                  <a:rPr lang="en-US">
                    <a:noFill/>
                  </a:rPr>
                  <a:t> </a:t>
                </a:r>
              </a:p>
            </p:txBody>
          </p:sp>
        </mc:Fallback>
      </mc:AlternateContent>
      <p:cxnSp>
        <p:nvCxnSpPr>
          <p:cNvPr id="89" name="Straight Arrow Connector 88">
            <a:extLst>
              <a:ext uri="{FF2B5EF4-FFF2-40B4-BE49-F238E27FC236}">
                <a16:creationId xmlns:a16="http://schemas.microsoft.com/office/drawing/2014/main" id="{A2C722CD-2ED1-55A6-B78C-3E3DBBCBF8FA}"/>
              </a:ext>
            </a:extLst>
          </p:cNvPr>
          <p:cNvCxnSpPr>
            <a:cxnSpLocks/>
            <a:stCxn id="67" idx="3"/>
            <a:endCxn id="81" idx="2"/>
          </p:cNvCxnSpPr>
          <p:nvPr/>
        </p:nvCxnSpPr>
        <p:spPr>
          <a:xfrm flipV="1">
            <a:off x="593368" y="1191650"/>
            <a:ext cx="458331" cy="339271"/>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0" name="Straight Arrow Connector 89">
            <a:extLst>
              <a:ext uri="{FF2B5EF4-FFF2-40B4-BE49-F238E27FC236}">
                <a16:creationId xmlns:a16="http://schemas.microsoft.com/office/drawing/2014/main" id="{A4B81BC1-A3E2-5E46-165D-AECDEAAB0EC9}"/>
              </a:ext>
            </a:extLst>
          </p:cNvPr>
          <p:cNvCxnSpPr>
            <a:cxnSpLocks/>
            <a:stCxn id="67" idx="3"/>
            <a:endCxn id="83" idx="2"/>
          </p:cNvCxnSpPr>
          <p:nvPr/>
        </p:nvCxnSpPr>
        <p:spPr>
          <a:xfrm>
            <a:off x="593368" y="1530921"/>
            <a:ext cx="561812" cy="554085"/>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1" name="Straight Arrow Connector 90">
            <a:extLst>
              <a:ext uri="{FF2B5EF4-FFF2-40B4-BE49-F238E27FC236}">
                <a16:creationId xmlns:a16="http://schemas.microsoft.com/office/drawing/2014/main" id="{26DA7BF5-3DC8-A2F7-7025-EC6FBFBE936A}"/>
              </a:ext>
            </a:extLst>
          </p:cNvPr>
          <p:cNvCxnSpPr>
            <a:cxnSpLocks/>
            <a:stCxn id="81" idx="6"/>
            <a:endCxn id="86" idx="2"/>
          </p:cNvCxnSpPr>
          <p:nvPr/>
        </p:nvCxnSpPr>
        <p:spPr>
          <a:xfrm>
            <a:off x="1433113" y="1191650"/>
            <a:ext cx="788274" cy="3858"/>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2" name="Straight Arrow Connector 91">
            <a:extLst>
              <a:ext uri="{FF2B5EF4-FFF2-40B4-BE49-F238E27FC236}">
                <a16:creationId xmlns:a16="http://schemas.microsoft.com/office/drawing/2014/main" id="{64020059-3B60-6E0C-0CD4-69913C64191F}"/>
              </a:ext>
            </a:extLst>
          </p:cNvPr>
          <p:cNvCxnSpPr>
            <a:cxnSpLocks/>
            <a:stCxn id="83" idx="6"/>
            <a:endCxn id="98" idx="2"/>
          </p:cNvCxnSpPr>
          <p:nvPr/>
        </p:nvCxnSpPr>
        <p:spPr>
          <a:xfrm>
            <a:off x="1536594" y="2085006"/>
            <a:ext cx="1447412" cy="33588"/>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3" name="Straight Arrow Connector 92">
            <a:extLst>
              <a:ext uri="{FF2B5EF4-FFF2-40B4-BE49-F238E27FC236}">
                <a16:creationId xmlns:a16="http://schemas.microsoft.com/office/drawing/2014/main" id="{96D0A58D-C874-E01E-67F1-64664291BDF4}"/>
              </a:ext>
            </a:extLst>
          </p:cNvPr>
          <p:cNvCxnSpPr>
            <a:cxnSpLocks/>
            <a:stCxn id="86" idx="6"/>
          </p:cNvCxnSpPr>
          <p:nvPr/>
        </p:nvCxnSpPr>
        <p:spPr>
          <a:xfrm>
            <a:off x="2602801" y="1195507"/>
            <a:ext cx="1532016" cy="14542"/>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94" name="TextBox 93">
                <a:extLst>
                  <a:ext uri="{FF2B5EF4-FFF2-40B4-BE49-F238E27FC236}">
                    <a16:creationId xmlns:a16="http://schemas.microsoft.com/office/drawing/2014/main" id="{9135965E-D7CF-94C4-3D79-9FF22CDF8FFF}"/>
                  </a:ext>
                </a:extLst>
              </p:cNvPr>
              <p:cNvSpPr txBox="1"/>
              <p:nvPr/>
            </p:nvSpPr>
            <p:spPr>
              <a:xfrm>
                <a:off x="2910701" y="827267"/>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d</m:t>
                          </m:r>
                        </m:sub>
                      </m:sSub>
                    </m:oMath>
                  </m:oMathPara>
                </a14:m>
                <a:endParaRPr lang="en-US" dirty="0">
                  <a:solidFill>
                    <a:schemeClr val="tx1"/>
                  </a:solidFill>
                </a:endParaRPr>
              </a:p>
            </p:txBody>
          </p:sp>
        </mc:Choice>
        <mc:Fallback xmlns="">
          <p:sp>
            <p:nvSpPr>
              <p:cNvPr id="94" name="TextBox 93">
                <a:extLst>
                  <a:ext uri="{FF2B5EF4-FFF2-40B4-BE49-F238E27FC236}">
                    <a16:creationId xmlns:a16="http://schemas.microsoft.com/office/drawing/2014/main" id="{9135965E-D7CF-94C4-3D79-9FF22CDF8FFF}"/>
                  </a:ext>
                </a:extLst>
              </p:cNvPr>
              <p:cNvSpPr txBox="1">
                <a:spLocks noRot="1" noChangeAspect="1" noMove="1" noResize="1" noEditPoints="1" noAdjustHandles="1" noChangeArrowheads="1" noChangeShapeType="1" noTextEdit="1"/>
              </p:cNvSpPr>
              <p:nvPr/>
            </p:nvSpPr>
            <p:spPr>
              <a:xfrm>
                <a:off x="2910701" y="827267"/>
                <a:ext cx="507796" cy="369332"/>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5" name="TextBox 94">
                <a:extLst>
                  <a:ext uri="{FF2B5EF4-FFF2-40B4-BE49-F238E27FC236}">
                    <a16:creationId xmlns:a16="http://schemas.microsoft.com/office/drawing/2014/main" id="{2A6F224E-6080-0367-ACB1-82DD97614112}"/>
                  </a:ext>
                </a:extLst>
              </p:cNvPr>
              <p:cNvSpPr txBox="1"/>
              <p:nvPr/>
            </p:nvSpPr>
            <p:spPr>
              <a:xfrm>
                <a:off x="1551725" y="814672"/>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Df</m:t>
                          </m:r>
                        </m:sub>
                      </m:sSub>
                    </m:oMath>
                  </m:oMathPara>
                </a14:m>
                <a:endParaRPr lang="en-US" dirty="0">
                  <a:solidFill>
                    <a:schemeClr val="tx1"/>
                  </a:solidFill>
                </a:endParaRPr>
              </a:p>
            </p:txBody>
          </p:sp>
        </mc:Choice>
        <mc:Fallback xmlns="">
          <p:sp>
            <p:nvSpPr>
              <p:cNvPr id="95" name="TextBox 94">
                <a:extLst>
                  <a:ext uri="{FF2B5EF4-FFF2-40B4-BE49-F238E27FC236}">
                    <a16:creationId xmlns:a16="http://schemas.microsoft.com/office/drawing/2014/main" id="{2A6F224E-6080-0367-ACB1-82DD97614112}"/>
                  </a:ext>
                </a:extLst>
              </p:cNvPr>
              <p:cNvSpPr txBox="1">
                <a:spLocks noRot="1" noChangeAspect="1" noMove="1" noResize="1" noEditPoints="1" noAdjustHandles="1" noChangeArrowheads="1" noChangeShapeType="1" noTextEdit="1"/>
              </p:cNvSpPr>
              <p:nvPr/>
            </p:nvSpPr>
            <p:spPr>
              <a:xfrm>
                <a:off x="1551725" y="814672"/>
                <a:ext cx="507796" cy="369332"/>
              </a:xfrm>
              <a:prstGeom prst="rect">
                <a:avLst/>
              </a:prstGeom>
              <a:blipFill>
                <a:blip r:embed="rId13"/>
                <a:stretch>
                  <a:fillRect r="-481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7" name="TextBox 96">
                <a:extLst>
                  <a:ext uri="{FF2B5EF4-FFF2-40B4-BE49-F238E27FC236}">
                    <a16:creationId xmlns:a16="http://schemas.microsoft.com/office/drawing/2014/main" id="{87D0987D-B640-C7BF-5276-AAFC8A43E75A}"/>
                  </a:ext>
                </a:extLst>
              </p:cNvPr>
              <p:cNvSpPr txBox="1"/>
              <p:nvPr/>
            </p:nvSpPr>
            <p:spPr>
              <a:xfrm>
                <a:off x="1957366" y="2049302"/>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Ds</m:t>
                          </m:r>
                        </m:sub>
                      </m:sSub>
                    </m:oMath>
                  </m:oMathPara>
                </a14:m>
                <a:endParaRPr lang="en-US" dirty="0">
                  <a:solidFill>
                    <a:schemeClr val="tx1"/>
                  </a:solidFill>
                </a:endParaRPr>
              </a:p>
            </p:txBody>
          </p:sp>
        </mc:Choice>
        <mc:Fallback xmlns="">
          <p:sp>
            <p:nvSpPr>
              <p:cNvPr id="97" name="TextBox 96">
                <a:extLst>
                  <a:ext uri="{FF2B5EF4-FFF2-40B4-BE49-F238E27FC236}">
                    <a16:creationId xmlns:a16="http://schemas.microsoft.com/office/drawing/2014/main" id="{87D0987D-B640-C7BF-5276-AAFC8A43E75A}"/>
                  </a:ext>
                </a:extLst>
              </p:cNvPr>
              <p:cNvSpPr txBox="1">
                <a:spLocks noRot="1" noChangeAspect="1" noMove="1" noResize="1" noEditPoints="1" noAdjustHandles="1" noChangeArrowheads="1" noChangeShapeType="1" noTextEdit="1"/>
              </p:cNvSpPr>
              <p:nvPr/>
            </p:nvSpPr>
            <p:spPr>
              <a:xfrm>
                <a:off x="1957366" y="2049302"/>
                <a:ext cx="507796" cy="369332"/>
              </a:xfrm>
              <a:prstGeom prst="rect">
                <a:avLst/>
              </a:prstGeom>
              <a:blipFill>
                <a:blip r:embed="rId14"/>
                <a:stretch>
                  <a:fillRect r="-8434"/>
                </a:stretch>
              </a:blipFill>
            </p:spPr>
            <p:txBody>
              <a:bodyPr/>
              <a:lstStyle/>
              <a:p>
                <a:r>
                  <a:rPr lang="en-US">
                    <a:noFill/>
                  </a:rPr>
                  <a:t> </a:t>
                </a:r>
              </a:p>
            </p:txBody>
          </p:sp>
        </mc:Fallback>
      </mc:AlternateContent>
      <p:sp>
        <p:nvSpPr>
          <p:cNvPr id="98" name="Oval 97">
            <a:extLst>
              <a:ext uri="{FF2B5EF4-FFF2-40B4-BE49-F238E27FC236}">
                <a16:creationId xmlns:a16="http://schemas.microsoft.com/office/drawing/2014/main" id="{B1E4500D-51A5-7A60-A392-F89DC2A02297}"/>
              </a:ext>
            </a:extLst>
          </p:cNvPr>
          <p:cNvSpPr>
            <a:spLocks noChangeAspect="1"/>
          </p:cNvSpPr>
          <p:nvPr/>
        </p:nvSpPr>
        <p:spPr>
          <a:xfrm>
            <a:off x="2984006" y="1927886"/>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100" name="TextBox 99">
                <a:extLst>
                  <a:ext uri="{FF2B5EF4-FFF2-40B4-BE49-F238E27FC236}">
                    <a16:creationId xmlns:a16="http://schemas.microsoft.com/office/drawing/2014/main" id="{5EC8E080-8C61-FBD0-995A-D6823D196F05}"/>
                  </a:ext>
                </a:extLst>
              </p:cNvPr>
              <p:cNvSpPr txBox="1"/>
              <p:nvPr/>
            </p:nvSpPr>
            <p:spPr>
              <a:xfrm>
                <a:off x="2918451" y="1889534"/>
                <a:ext cx="518558"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Di</m:t>
                          </m:r>
                        </m:sub>
                      </m:sSub>
                    </m:oMath>
                  </m:oMathPara>
                </a14:m>
                <a:endParaRPr lang="en-US" dirty="0">
                  <a:solidFill>
                    <a:schemeClr val="bg1"/>
                  </a:solidFill>
                </a:endParaRPr>
              </a:p>
            </p:txBody>
          </p:sp>
        </mc:Choice>
        <mc:Fallback xmlns="">
          <p:sp>
            <p:nvSpPr>
              <p:cNvPr id="100" name="TextBox 99">
                <a:extLst>
                  <a:ext uri="{FF2B5EF4-FFF2-40B4-BE49-F238E27FC236}">
                    <a16:creationId xmlns:a16="http://schemas.microsoft.com/office/drawing/2014/main" id="{5EC8E080-8C61-FBD0-995A-D6823D196F05}"/>
                  </a:ext>
                </a:extLst>
              </p:cNvPr>
              <p:cNvSpPr txBox="1">
                <a:spLocks noRot="1" noChangeAspect="1" noMove="1" noResize="1" noEditPoints="1" noAdjustHandles="1" noChangeArrowheads="1" noChangeShapeType="1" noTextEdit="1"/>
              </p:cNvSpPr>
              <p:nvPr/>
            </p:nvSpPr>
            <p:spPr>
              <a:xfrm>
                <a:off x="2918451" y="1889534"/>
                <a:ext cx="518558" cy="369332"/>
              </a:xfrm>
              <a:prstGeom prst="rect">
                <a:avLst/>
              </a:prstGeom>
              <a:blipFill>
                <a:blip r:embed="rId15"/>
                <a:stretch>
                  <a:fillRect/>
                </a:stretch>
              </a:blipFill>
            </p:spPr>
            <p:txBody>
              <a:bodyPr/>
              <a:lstStyle/>
              <a:p>
                <a:r>
                  <a:rPr lang="en-US">
                    <a:noFill/>
                  </a:rPr>
                  <a:t> </a:t>
                </a:r>
              </a:p>
            </p:txBody>
          </p:sp>
        </mc:Fallback>
      </mc:AlternateContent>
      <p:cxnSp>
        <p:nvCxnSpPr>
          <p:cNvPr id="101" name="Straight Arrow Connector 100">
            <a:extLst>
              <a:ext uri="{FF2B5EF4-FFF2-40B4-BE49-F238E27FC236}">
                <a16:creationId xmlns:a16="http://schemas.microsoft.com/office/drawing/2014/main" id="{942CCD3E-800E-FD8E-7A3D-B9F663AFFC5F}"/>
              </a:ext>
            </a:extLst>
          </p:cNvPr>
          <p:cNvCxnSpPr>
            <a:cxnSpLocks/>
            <a:stCxn id="94" idx="2"/>
            <a:endCxn id="98" idx="0"/>
          </p:cNvCxnSpPr>
          <p:nvPr/>
        </p:nvCxnSpPr>
        <p:spPr>
          <a:xfrm>
            <a:off x="3164599" y="1196599"/>
            <a:ext cx="10114" cy="731287"/>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09" name="TextBox 108">
                <a:extLst>
                  <a:ext uri="{FF2B5EF4-FFF2-40B4-BE49-F238E27FC236}">
                    <a16:creationId xmlns:a16="http://schemas.microsoft.com/office/drawing/2014/main" id="{BD3390C9-2603-78C2-B412-BB5EC45C210D}"/>
                  </a:ext>
                </a:extLst>
              </p:cNvPr>
              <p:cNvSpPr txBox="1"/>
              <p:nvPr/>
            </p:nvSpPr>
            <p:spPr>
              <a:xfrm>
                <a:off x="3796741" y="718517"/>
                <a:ext cx="578427" cy="400110"/>
              </a:xfrm>
              <a:prstGeom prst="rect">
                <a:avLst/>
              </a:prstGeom>
              <a:noFill/>
            </p:spPr>
            <p:txBody>
              <a:bodyPr wrap="none" rtlCol="0">
                <a:spAutoFit/>
              </a:bodyPr>
              <a:lstStyle/>
              <a:p>
                <a:pPr/>
                <a14:m>
                  <m:oMathPara xmlns:m="http://schemas.openxmlformats.org/officeDocument/2006/math">
                    <m:oMath>
                      <m:sSub>
                        <m:sSubPr>
                          <m:ctrlPr>
                            <a:rPr lang="de-DE" sz="2000" b="0" i="1" smtClean="0">
                              <a:latin typeface="Cambria Math" panose="02040503050406030204" pitchFamily="18" charset="0"/>
                            </a:rPr>
                          </m:ctrlPr>
                        </m:sSubPr>
                        <m:e>
                          <m:r>
                            <m:rPr>
                              <m:sty m:val="p"/>
                            </m:rPr>
                            <a:rPr lang="de-DE" sz="2000" b="0" i="1" smtClean="0">
                              <a:latin typeface="Cambria Math" panose="02040503050406030204" pitchFamily="18" charset="0"/>
                            </a:rPr>
                            <m:t>m</m:t>
                          </m:r>
                        </m:e>
                        <m:sub>
                          <m:r>
                            <m:rPr>
                              <m:sty m:val="p"/>
                            </m:rPr>
                            <a:rPr lang="de-DE" sz="2000" b="0" i="1" smtClean="0">
                              <a:latin typeface="Cambria Math" panose="02040503050406030204" pitchFamily="18" charset="0"/>
                            </a:rPr>
                            <m:t>d</m:t>
                          </m:r>
                        </m:sub>
                      </m:sSub>
                    </m:oMath>
                  </m:oMathPara>
                </a14:m>
                <a:endParaRPr lang="en-US" sz="2000" dirty="0"/>
              </a:p>
            </p:txBody>
          </p:sp>
        </mc:Choice>
        <mc:Fallback xmlns="">
          <p:sp>
            <p:nvSpPr>
              <p:cNvPr id="109" name="TextBox 108">
                <a:extLst>
                  <a:ext uri="{FF2B5EF4-FFF2-40B4-BE49-F238E27FC236}">
                    <a16:creationId xmlns:a16="http://schemas.microsoft.com/office/drawing/2014/main" id="{BD3390C9-2603-78C2-B412-BB5EC45C210D}"/>
                  </a:ext>
                </a:extLst>
              </p:cNvPr>
              <p:cNvSpPr txBox="1">
                <a:spLocks noRot="1" noChangeAspect="1" noMove="1" noResize="1" noEditPoints="1" noAdjustHandles="1" noChangeArrowheads="1" noChangeShapeType="1" noTextEdit="1"/>
              </p:cNvSpPr>
              <p:nvPr/>
            </p:nvSpPr>
            <p:spPr>
              <a:xfrm>
                <a:off x="3796741" y="718517"/>
                <a:ext cx="578427" cy="400110"/>
              </a:xfrm>
              <a:prstGeom prst="rect">
                <a:avLst/>
              </a:prstGeom>
              <a:blipFill>
                <a:blip r:embed="rId1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2" name="TextBox 111">
                <a:extLst>
                  <a:ext uri="{FF2B5EF4-FFF2-40B4-BE49-F238E27FC236}">
                    <a16:creationId xmlns:a16="http://schemas.microsoft.com/office/drawing/2014/main" id="{57B05F7F-7EC2-EFA9-B326-96A1CD2BA2AC}"/>
                  </a:ext>
                </a:extLst>
              </p:cNvPr>
              <p:cNvSpPr txBox="1"/>
              <p:nvPr/>
            </p:nvSpPr>
            <p:spPr>
              <a:xfrm>
                <a:off x="7415254" y="175204"/>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c</m:t>
                          </m:r>
                        </m:sub>
                      </m:sSub>
                    </m:oMath>
                  </m:oMathPara>
                </a14:m>
                <a:endParaRPr lang="en-US" dirty="0">
                  <a:solidFill>
                    <a:schemeClr val="tx1"/>
                  </a:solidFill>
                </a:endParaRPr>
              </a:p>
            </p:txBody>
          </p:sp>
        </mc:Choice>
        <mc:Fallback xmlns="">
          <p:sp>
            <p:nvSpPr>
              <p:cNvPr id="112" name="TextBox 111">
                <a:extLst>
                  <a:ext uri="{FF2B5EF4-FFF2-40B4-BE49-F238E27FC236}">
                    <a16:creationId xmlns:a16="http://schemas.microsoft.com/office/drawing/2014/main" id="{57B05F7F-7EC2-EFA9-B326-96A1CD2BA2AC}"/>
                  </a:ext>
                </a:extLst>
              </p:cNvPr>
              <p:cNvSpPr txBox="1">
                <a:spLocks noRot="1" noChangeAspect="1" noMove="1" noResize="1" noEditPoints="1" noAdjustHandles="1" noChangeArrowheads="1" noChangeShapeType="1" noTextEdit="1"/>
              </p:cNvSpPr>
              <p:nvPr/>
            </p:nvSpPr>
            <p:spPr>
              <a:xfrm>
                <a:off x="7415254" y="175204"/>
                <a:ext cx="507796" cy="369332"/>
              </a:xfrm>
              <a:prstGeom prst="rect">
                <a:avLst/>
              </a:prstGeom>
              <a:blipFill>
                <a:blip r:embed="rId17"/>
                <a:stretch>
                  <a:fillRect/>
                </a:stretch>
              </a:blipFill>
            </p:spPr>
            <p:txBody>
              <a:bodyPr/>
              <a:lstStyle/>
              <a:p>
                <a:r>
                  <a:rPr lang="en-US">
                    <a:noFill/>
                  </a:rPr>
                  <a:t> </a:t>
                </a:r>
              </a:p>
            </p:txBody>
          </p:sp>
        </mc:Fallback>
      </mc:AlternateContent>
      <p:sp>
        <p:nvSpPr>
          <p:cNvPr id="30" name="Oval 29">
            <a:extLst>
              <a:ext uri="{FF2B5EF4-FFF2-40B4-BE49-F238E27FC236}">
                <a16:creationId xmlns:a16="http://schemas.microsoft.com/office/drawing/2014/main" id="{A54FD3BB-923C-F9B9-F0AA-ABA546CEE7EA}"/>
              </a:ext>
            </a:extLst>
          </p:cNvPr>
          <p:cNvSpPr>
            <a:spLocks noChangeAspect="1"/>
          </p:cNvSpPr>
          <p:nvPr/>
        </p:nvSpPr>
        <p:spPr>
          <a:xfrm>
            <a:off x="9575979" y="67339"/>
            <a:ext cx="410141" cy="41014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1" name="Oval 30">
            <a:extLst>
              <a:ext uri="{FF2B5EF4-FFF2-40B4-BE49-F238E27FC236}">
                <a16:creationId xmlns:a16="http://schemas.microsoft.com/office/drawing/2014/main" id="{29BFB627-A72A-1099-C7B0-5DCA0C8BFE85}"/>
              </a:ext>
            </a:extLst>
          </p:cNvPr>
          <p:cNvSpPr>
            <a:spLocks noChangeAspect="1"/>
          </p:cNvSpPr>
          <p:nvPr/>
        </p:nvSpPr>
        <p:spPr>
          <a:xfrm>
            <a:off x="9585689" y="1938442"/>
            <a:ext cx="410141" cy="41014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32" name="Straight Arrow Connector 31">
            <a:extLst>
              <a:ext uri="{FF2B5EF4-FFF2-40B4-BE49-F238E27FC236}">
                <a16:creationId xmlns:a16="http://schemas.microsoft.com/office/drawing/2014/main" id="{C281A265-FE00-7FFA-1298-6A90E8F84476}"/>
              </a:ext>
            </a:extLst>
          </p:cNvPr>
          <p:cNvCxnSpPr>
            <a:cxnSpLocks/>
            <a:stCxn id="31" idx="6"/>
            <a:endCxn id="43" idx="3"/>
          </p:cNvCxnSpPr>
          <p:nvPr/>
        </p:nvCxnSpPr>
        <p:spPr>
          <a:xfrm flipV="1">
            <a:off x="9995830" y="1345293"/>
            <a:ext cx="806857" cy="798219"/>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a16="http://schemas.microsoft.com/office/drawing/2014/main" id="{9225977E-9B6F-C2CB-3FE4-4A784EDA4F73}"/>
              </a:ext>
            </a:extLst>
          </p:cNvPr>
          <p:cNvCxnSpPr>
            <a:cxnSpLocks/>
            <a:stCxn id="30" idx="6"/>
            <a:endCxn id="43" idx="1"/>
          </p:cNvCxnSpPr>
          <p:nvPr/>
        </p:nvCxnSpPr>
        <p:spPr>
          <a:xfrm>
            <a:off x="9986120" y="272410"/>
            <a:ext cx="816567" cy="78287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B1536DB4-9452-CB59-1AFE-5F7E1B834CBC}"/>
                  </a:ext>
                </a:extLst>
              </p:cNvPr>
              <p:cNvSpPr txBox="1"/>
              <p:nvPr/>
            </p:nvSpPr>
            <p:spPr>
              <a:xfrm>
                <a:off x="10078291" y="165213"/>
                <a:ext cx="855270"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Nc</m:t>
                          </m:r>
                        </m:sub>
                      </m:sSub>
                    </m:oMath>
                  </m:oMathPara>
                </a14:m>
                <a:endParaRPr lang="en-US" dirty="0">
                  <a:solidFill>
                    <a:schemeClr val="tx1"/>
                  </a:solidFill>
                </a:endParaRPr>
              </a:p>
            </p:txBody>
          </p:sp>
        </mc:Choice>
        <mc:Fallback xmlns="">
          <p:sp>
            <p:nvSpPr>
              <p:cNvPr id="34" name="TextBox 33">
                <a:extLst>
                  <a:ext uri="{FF2B5EF4-FFF2-40B4-BE49-F238E27FC236}">
                    <a16:creationId xmlns:a16="http://schemas.microsoft.com/office/drawing/2014/main" id="{B1536DB4-9452-CB59-1AFE-5F7E1B834CBC}"/>
                  </a:ext>
                </a:extLst>
              </p:cNvPr>
              <p:cNvSpPr txBox="1">
                <a:spLocks noRot="1" noChangeAspect="1" noMove="1" noResize="1" noEditPoints="1" noAdjustHandles="1" noChangeArrowheads="1" noChangeShapeType="1" noTextEdit="1"/>
              </p:cNvSpPr>
              <p:nvPr/>
            </p:nvSpPr>
            <p:spPr>
              <a:xfrm>
                <a:off x="10078291" y="165213"/>
                <a:ext cx="855270" cy="369332"/>
              </a:xfrm>
              <a:prstGeom prst="rect">
                <a:avLst/>
              </a:prstGeom>
              <a:blipFill>
                <a:blip r:embed="rId1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B8506022-CEB3-D4A8-A869-7EC4E4265C54}"/>
                  </a:ext>
                </a:extLst>
              </p:cNvPr>
              <p:cNvSpPr txBox="1"/>
              <p:nvPr/>
            </p:nvSpPr>
            <p:spPr>
              <a:xfrm>
                <a:off x="10136554" y="1693272"/>
                <a:ext cx="855270"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Nc</m:t>
                          </m:r>
                        </m:sub>
                      </m:sSub>
                    </m:oMath>
                  </m:oMathPara>
                </a14:m>
                <a:endParaRPr lang="en-US" dirty="0">
                  <a:solidFill>
                    <a:schemeClr val="tx1"/>
                  </a:solidFill>
                </a:endParaRPr>
              </a:p>
            </p:txBody>
          </p:sp>
        </mc:Choice>
        <mc:Fallback xmlns="">
          <p:sp>
            <p:nvSpPr>
              <p:cNvPr id="35" name="TextBox 34">
                <a:extLst>
                  <a:ext uri="{FF2B5EF4-FFF2-40B4-BE49-F238E27FC236}">
                    <a16:creationId xmlns:a16="http://schemas.microsoft.com/office/drawing/2014/main" id="{B8506022-CEB3-D4A8-A869-7EC4E4265C54}"/>
                  </a:ext>
                </a:extLst>
              </p:cNvPr>
              <p:cNvSpPr txBox="1">
                <a:spLocks noRot="1" noChangeAspect="1" noMove="1" noResize="1" noEditPoints="1" noAdjustHandles="1" noChangeArrowheads="1" noChangeShapeType="1" noTextEdit="1"/>
              </p:cNvSpPr>
              <p:nvPr/>
            </p:nvSpPr>
            <p:spPr>
              <a:xfrm>
                <a:off x="10136554" y="1693272"/>
                <a:ext cx="855270" cy="369332"/>
              </a:xfrm>
              <a:prstGeom prst="rect">
                <a:avLst/>
              </a:prstGeom>
              <a:blipFill>
                <a:blip r:embed="rId1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16BE0954-341D-ACFA-466A-7F27DFC52116}"/>
                  </a:ext>
                </a:extLst>
              </p:cNvPr>
              <p:cNvSpPr txBox="1"/>
              <p:nvPr/>
            </p:nvSpPr>
            <p:spPr>
              <a:xfrm>
                <a:off x="8973206" y="518289"/>
                <a:ext cx="855270"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Na</m:t>
                          </m:r>
                        </m:sub>
                      </m:sSub>
                    </m:oMath>
                  </m:oMathPara>
                </a14:m>
                <a:endParaRPr lang="en-US" dirty="0">
                  <a:solidFill>
                    <a:schemeClr val="tx1"/>
                  </a:solidFill>
                </a:endParaRPr>
              </a:p>
            </p:txBody>
          </p:sp>
        </mc:Choice>
        <mc:Fallback xmlns="">
          <p:sp>
            <p:nvSpPr>
              <p:cNvPr id="36" name="TextBox 35">
                <a:extLst>
                  <a:ext uri="{FF2B5EF4-FFF2-40B4-BE49-F238E27FC236}">
                    <a16:creationId xmlns:a16="http://schemas.microsoft.com/office/drawing/2014/main" id="{16BE0954-341D-ACFA-466A-7F27DFC52116}"/>
                  </a:ext>
                </a:extLst>
              </p:cNvPr>
              <p:cNvSpPr txBox="1">
                <a:spLocks noRot="1" noChangeAspect="1" noMove="1" noResize="1" noEditPoints="1" noAdjustHandles="1" noChangeArrowheads="1" noChangeShapeType="1" noTextEdit="1"/>
              </p:cNvSpPr>
              <p:nvPr/>
            </p:nvSpPr>
            <p:spPr>
              <a:xfrm>
                <a:off x="8973206" y="518289"/>
                <a:ext cx="855270" cy="369332"/>
              </a:xfrm>
              <a:prstGeom prst="rect">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FAE1B653-C87E-90C1-A4E0-69B67F16C00D}"/>
                  </a:ext>
                </a:extLst>
              </p:cNvPr>
              <p:cNvSpPr txBox="1"/>
              <p:nvPr/>
            </p:nvSpPr>
            <p:spPr>
              <a:xfrm>
                <a:off x="8905458" y="1429075"/>
                <a:ext cx="855270"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Nb</m:t>
                          </m:r>
                        </m:sub>
                      </m:sSub>
                    </m:oMath>
                  </m:oMathPara>
                </a14:m>
                <a:endParaRPr lang="en-US" dirty="0">
                  <a:solidFill>
                    <a:schemeClr val="tx1"/>
                  </a:solidFill>
                </a:endParaRPr>
              </a:p>
            </p:txBody>
          </p:sp>
        </mc:Choice>
        <mc:Fallback xmlns="">
          <p:sp>
            <p:nvSpPr>
              <p:cNvPr id="37" name="TextBox 36">
                <a:extLst>
                  <a:ext uri="{FF2B5EF4-FFF2-40B4-BE49-F238E27FC236}">
                    <a16:creationId xmlns:a16="http://schemas.microsoft.com/office/drawing/2014/main" id="{FAE1B653-C87E-90C1-A4E0-69B67F16C00D}"/>
                  </a:ext>
                </a:extLst>
              </p:cNvPr>
              <p:cNvSpPr txBox="1">
                <a:spLocks noRot="1" noChangeAspect="1" noMove="1" noResize="1" noEditPoints="1" noAdjustHandles="1" noChangeArrowheads="1" noChangeShapeType="1" noTextEdit="1"/>
              </p:cNvSpPr>
              <p:nvPr/>
            </p:nvSpPr>
            <p:spPr>
              <a:xfrm>
                <a:off x="8905458" y="1429075"/>
                <a:ext cx="855270" cy="369332"/>
              </a:xfrm>
              <a:prstGeom prst="rect">
                <a:avLst/>
              </a:prstGeom>
              <a:blipFill>
                <a:blip r:embed="rId21"/>
                <a:stretch>
                  <a:fillRect/>
                </a:stretch>
              </a:blipFill>
            </p:spPr>
            <p:txBody>
              <a:bodyPr/>
              <a:lstStyle/>
              <a:p>
                <a:r>
                  <a:rPr lang="en-US">
                    <a:noFill/>
                  </a:rPr>
                  <a:t> </a:t>
                </a:r>
              </a:p>
            </p:txBody>
          </p:sp>
        </mc:Fallback>
      </mc:AlternateContent>
      <p:sp>
        <p:nvSpPr>
          <p:cNvPr id="38" name="Oval 37">
            <a:extLst>
              <a:ext uri="{FF2B5EF4-FFF2-40B4-BE49-F238E27FC236}">
                <a16:creationId xmlns:a16="http://schemas.microsoft.com/office/drawing/2014/main" id="{50D5F0B6-2BB9-62B0-A7B9-50CE52AD0422}"/>
              </a:ext>
            </a:extLst>
          </p:cNvPr>
          <p:cNvSpPr>
            <a:spLocks noChangeAspect="1"/>
          </p:cNvSpPr>
          <p:nvPr/>
        </p:nvSpPr>
        <p:spPr>
          <a:xfrm>
            <a:off x="8524898" y="995216"/>
            <a:ext cx="410141" cy="41014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39" name="Straight Arrow Connector 38">
            <a:extLst>
              <a:ext uri="{FF2B5EF4-FFF2-40B4-BE49-F238E27FC236}">
                <a16:creationId xmlns:a16="http://schemas.microsoft.com/office/drawing/2014/main" id="{61DFCB1A-362A-8BAD-0120-37DFD937AF08}"/>
              </a:ext>
            </a:extLst>
          </p:cNvPr>
          <p:cNvCxnSpPr>
            <a:cxnSpLocks/>
            <a:stCxn id="38" idx="0"/>
            <a:endCxn id="30" idx="2"/>
          </p:cNvCxnSpPr>
          <p:nvPr/>
        </p:nvCxnSpPr>
        <p:spPr>
          <a:xfrm flipV="1">
            <a:off x="8729969" y="272410"/>
            <a:ext cx="846010" cy="722806"/>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36F4FBC1-ADCE-394B-8CB8-33E410CF846F}"/>
                  </a:ext>
                </a:extLst>
              </p:cNvPr>
              <p:cNvSpPr txBox="1"/>
              <p:nvPr/>
            </p:nvSpPr>
            <p:spPr>
              <a:xfrm>
                <a:off x="7804966" y="787250"/>
                <a:ext cx="546041"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c</m:t>
                          </m:r>
                        </m:sub>
                      </m:sSub>
                    </m:oMath>
                  </m:oMathPara>
                </a14:m>
                <a:endParaRPr lang="en-US" dirty="0">
                  <a:solidFill>
                    <a:schemeClr val="tx1"/>
                  </a:solidFill>
                </a:endParaRPr>
              </a:p>
            </p:txBody>
          </p:sp>
        </mc:Choice>
        <mc:Fallback xmlns="">
          <p:sp>
            <p:nvSpPr>
              <p:cNvPr id="40" name="TextBox 39">
                <a:extLst>
                  <a:ext uri="{FF2B5EF4-FFF2-40B4-BE49-F238E27FC236}">
                    <a16:creationId xmlns:a16="http://schemas.microsoft.com/office/drawing/2014/main" id="{36F4FBC1-ADCE-394B-8CB8-33E410CF846F}"/>
                  </a:ext>
                </a:extLst>
              </p:cNvPr>
              <p:cNvSpPr txBox="1">
                <a:spLocks noRot="1" noChangeAspect="1" noMove="1" noResize="1" noEditPoints="1" noAdjustHandles="1" noChangeArrowheads="1" noChangeShapeType="1" noTextEdit="1"/>
              </p:cNvSpPr>
              <p:nvPr/>
            </p:nvSpPr>
            <p:spPr>
              <a:xfrm>
                <a:off x="7804966" y="787250"/>
                <a:ext cx="546041" cy="369332"/>
              </a:xfrm>
              <a:prstGeom prst="rect">
                <a:avLst/>
              </a:prstGeom>
              <a:blipFill>
                <a:blip r:embed="rId22"/>
                <a:stretch>
                  <a:fillRect/>
                </a:stretch>
              </a:blipFill>
            </p:spPr>
            <p:txBody>
              <a:bodyPr/>
              <a:lstStyle/>
              <a:p>
                <a:r>
                  <a:rPr lang="en-US">
                    <a:noFill/>
                  </a:rPr>
                  <a:t> </a:t>
                </a:r>
              </a:p>
            </p:txBody>
          </p:sp>
        </mc:Fallback>
      </mc:AlternateContent>
      <p:cxnSp>
        <p:nvCxnSpPr>
          <p:cNvPr id="41" name="Straight Arrow Connector 40">
            <a:extLst>
              <a:ext uri="{FF2B5EF4-FFF2-40B4-BE49-F238E27FC236}">
                <a16:creationId xmlns:a16="http://schemas.microsoft.com/office/drawing/2014/main" id="{F18FD279-9B9E-8DDC-8DCB-BF63754E6F3B}"/>
              </a:ext>
            </a:extLst>
          </p:cNvPr>
          <p:cNvCxnSpPr>
            <a:cxnSpLocks/>
            <a:endCxn id="49" idx="1"/>
          </p:cNvCxnSpPr>
          <p:nvPr/>
        </p:nvCxnSpPr>
        <p:spPr>
          <a:xfrm>
            <a:off x="7765437" y="1156582"/>
            <a:ext cx="740834" cy="1289"/>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42" name="Straight Arrow Connector 41">
            <a:extLst>
              <a:ext uri="{FF2B5EF4-FFF2-40B4-BE49-F238E27FC236}">
                <a16:creationId xmlns:a16="http://schemas.microsoft.com/office/drawing/2014/main" id="{FBBAFAF0-9212-4A1B-1CE7-6CA2737117C7}"/>
              </a:ext>
            </a:extLst>
          </p:cNvPr>
          <p:cNvCxnSpPr>
            <a:cxnSpLocks/>
            <a:stCxn id="38" idx="4"/>
            <a:endCxn id="31" idx="2"/>
          </p:cNvCxnSpPr>
          <p:nvPr/>
        </p:nvCxnSpPr>
        <p:spPr>
          <a:xfrm>
            <a:off x="8729969" y="1405357"/>
            <a:ext cx="855720" cy="738155"/>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sp>
        <p:nvSpPr>
          <p:cNvPr id="43" name="Oval 42">
            <a:extLst>
              <a:ext uri="{FF2B5EF4-FFF2-40B4-BE49-F238E27FC236}">
                <a16:creationId xmlns:a16="http://schemas.microsoft.com/office/drawing/2014/main" id="{FE630482-8057-E892-3B41-88BBE302C6EB}"/>
              </a:ext>
            </a:extLst>
          </p:cNvPr>
          <p:cNvSpPr>
            <a:spLocks noChangeAspect="1"/>
          </p:cNvSpPr>
          <p:nvPr/>
        </p:nvSpPr>
        <p:spPr>
          <a:xfrm>
            <a:off x="10742623" y="995216"/>
            <a:ext cx="410141" cy="41014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44" name="Straight Arrow Connector 43">
            <a:extLst>
              <a:ext uri="{FF2B5EF4-FFF2-40B4-BE49-F238E27FC236}">
                <a16:creationId xmlns:a16="http://schemas.microsoft.com/office/drawing/2014/main" id="{BFA90D38-ECA3-A603-712B-988EAA2A540F}"/>
              </a:ext>
            </a:extLst>
          </p:cNvPr>
          <p:cNvCxnSpPr>
            <a:cxnSpLocks/>
          </p:cNvCxnSpPr>
          <p:nvPr/>
        </p:nvCxnSpPr>
        <p:spPr>
          <a:xfrm flipV="1">
            <a:off x="11152764" y="1184004"/>
            <a:ext cx="782058" cy="16282"/>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438B3414-4F91-03B3-80C9-8B491614FC89}"/>
                  </a:ext>
                </a:extLst>
              </p:cNvPr>
              <p:cNvSpPr txBox="1"/>
              <p:nvPr/>
            </p:nvSpPr>
            <p:spPr>
              <a:xfrm>
                <a:off x="11375112" y="777021"/>
                <a:ext cx="524049" cy="369332"/>
              </a:xfrm>
              <a:prstGeom prst="rect">
                <a:avLst/>
              </a:prstGeom>
              <a:noFill/>
            </p:spPr>
            <p:txBody>
              <a:bodyPr wrap="square">
                <a:spAutoFit/>
              </a:bodyPr>
              <a:lstStyle/>
              <a:p>
                <a:pPr/>
                <a14:m>
                  <m:oMathPara xmlns:m="http://schemas.openxmlformats.org/officeDocument/2006/math">
                    <m:oMath>
                      <m:sSub>
                        <m:sSubPr>
                          <m:ctrlPr>
                            <a:rPr lang="de-DE" b="0" i="1" smtClean="0">
                              <a:latin typeface="Cambria Math" panose="02040503050406030204" pitchFamily="18" charset="0"/>
                            </a:rPr>
                          </m:ctrlPr>
                        </m:sSubPr>
                        <m:e>
                          <m:r>
                            <m:rPr>
                              <m:sty m:val="p"/>
                            </m:rPr>
                            <a:rPr lang="de-DE" b="0" i="1" smtClean="0">
                              <a:latin typeface="Cambria Math" panose="02040503050406030204" pitchFamily="18" charset="0"/>
                            </a:rPr>
                            <m:t>m</m:t>
                          </m:r>
                        </m:e>
                        <m:sub>
                          <m:r>
                            <m:rPr>
                              <m:sty m:val="p"/>
                            </m:rPr>
                            <a:rPr lang="de-DE" b="0" i="1" smtClean="0">
                              <a:latin typeface="Cambria Math" panose="02040503050406030204" pitchFamily="18" charset="0"/>
                            </a:rPr>
                            <m:t>out</m:t>
                          </m:r>
                        </m:sub>
                      </m:sSub>
                    </m:oMath>
                  </m:oMathPara>
                </a14:m>
                <a:endParaRPr lang="en-US" dirty="0"/>
              </a:p>
            </p:txBody>
          </p:sp>
        </mc:Choice>
        <mc:Fallback xmlns="">
          <p:sp>
            <p:nvSpPr>
              <p:cNvPr id="45" name="TextBox 44">
                <a:extLst>
                  <a:ext uri="{FF2B5EF4-FFF2-40B4-BE49-F238E27FC236}">
                    <a16:creationId xmlns:a16="http://schemas.microsoft.com/office/drawing/2014/main" id="{438B3414-4F91-03B3-80C9-8B491614FC89}"/>
                  </a:ext>
                </a:extLst>
              </p:cNvPr>
              <p:cNvSpPr txBox="1">
                <a:spLocks noRot="1" noChangeAspect="1" noMove="1" noResize="1" noEditPoints="1" noAdjustHandles="1" noChangeArrowheads="1" noChangeShapeType="1" noTextEdit="1"/>
              </p:cNvSpPr>
              <p:nvPr/>
            </p:nvSpPr>
            <p:spPr>
              <a:xfrm>
                <a:off x="11375112" y="777021"/>
                <a:ext cx="524049" cy="369332"/>
              </a:xfrm>
              <a:prstGeom prst="rect">
                <a:avLst/>
              </a:prstGeom>
              <a:blipFill>
                <a:blip r:embed="rId23"/>
                <a:stretch>
                  <a:fillRect r="-151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3BAD6DED-550A-664B-0732-3198CA80CB17}"/>
                  </a:ext>
                </a:extLst>
              </p:cNvPr>
              <p:cNvSpPr txBox="1"/>
              <p:nvPr/>
            </p:nvSpPr>
            <p:spPr>
              <a:xfrm>
                <a:off x="10724745" y="974658"/>
                <a:ext cx="448081"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No</m:t>
                          </m:r>
                        </m:sub>
                      </m:sSub>
                    </m:oMath>
                  </m:oMathPara>
                </a14:m>
                <a:endParaRPr lang="en-US" dirty="0">
                  <a:solidFill>
                    <a:schemeClr val="bg1"/>
                  </a:solidFill>
                </a:endParaRPr>
              </a:p>
            </p:txBody>
          </p:sp>
        </mc:Choice>
        <mc:Fallback xmlns="">
          <p:sp>
            <p:nvSpPr>
              <p:cNvPr id="46" name="TextBox 45">
                <a:extLst>
                  <a:ext uri="{FF2B5EF4-FFF2-40B4-BE49-F238E27FC236}">
                    <a16:creationId xmlns:a16="http://schemas.microsoft.com/office/drawing/2014/main" id="{3BAD6DED-550A-664B-0732-3198CA80CB17}"/>
                  </a:ext>
                </a:extLst>
              </p:cNvPr>
              <p:cNvSpPr txBox="1">
                <a:spLocks noRot="1" noChangeAspect="1" noMove="1" noResize="1" noEditPoints="1" noAdjustHandles="1" noChangeArrowheads="1" noChangeShapeType="1" noTextEdit="1"/>
              </p:cNvSpPr>
              <p:nvPr/>
            </p:nvSpPr>
            <p:spPr>
              <a:xfrm>
                <a:off x="10724745" y="974658"/>
                <a:ext cx="448081" cy="369332"/>
              </a:xfrm>
              <a:prstGeom prst="rect">
                <a:avLst/>
              </a:prstGeom>
              <a:blipFill>
                <a:blip r:embed="rId24"/>
                <a:stretch>
                  <a:fillRect r="-405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375297D4-0ABB-9329-220F-0EF797FDE653}"/>
                  </a:ext>
                </a:extLst>
              </p:cNvPr>
              <p:cNvSpPr txBox="1"/>
              <p:nvPr/>
            </p:nvSpPr>
            <p:spPr>
              <a:xfrm>
                <a:off x="9511232" y="34714"/>
                <a:ext cx="557613"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Na</m:t>
                          </m:r>
                        </m:sub>
                      </m:sSub>
                    </m:oMath>
                  </m:oMathPara>
                </a14:m>
                <a:endParaRPr lang="en-US" dirty="0">
                  <a:solidFill>
                    <a:schemeClr val="bg1"/>
                  </a:solidFill>
                </a:endParaRPr>
              </a:p>
            </p:txBody>
          </p:sp>
        </mc:Choice>
        <mc:Fallback xmlns="">
          <p:sp>
            <p:nvSpPr>
              <p:cNvPr id="47" name="TextBox 46">
                <a:extLst>
                  <a:ext uri="{FF2B5EF4-FFF2-40B4-BE49-F238E27FC236}">
                    <a16:creationId xmlns:a16="http://schemas.microsoft.com/office/drawing/2014/main" id="{375297D4-0ABB-9329-220F-0EF797FDE653}"/>
                  </a:ext>
                </a:extLst>
              </p:cNvPr>
              <p:cNvSpPr txBox="1">
                <a:spLocks noRot="1" noChangeAspect="1" noMove="1" noResize="1" noEditPoints="1" noAdjustHandles="1" noChangeArrowheads="1" noChangeShapeType="1" noTextEdit="1"/>
              </p:cNvSpPr>
              <p:nvPr/>
            </p:nvSpPr>
            <p:spPr>
              <a:xfrm>
                <a:off x="9511232" y="34714"/>
                <a:ext cx="557613" cy="369332"/>
              </a:xfrm>
              <a:prstGeom prst="rect">
                <a:avLst/>
              </a:prstGeom>
              <a:blipFill>
                <a:blip r:embed="rId2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D9E7B2E8-DA7B-9B44-0292-A57775A36248}"/>
                  </a:ext>
                </a:extLst>
              </p:cNvPr>
              <p:cNvSpPr txBox="1"/>
              <p:nvPr/>
            </p:nvSpPr>
            <p:spPr>
              <a:xfrm>
                <a:off x="9565904" y="1916940"/>
                <a:ext cx="421017"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Nb</m:t>
                          </m:r>
                        </m:sub>
                      </m:sSub>
                    </m:oMath>
                  </m:oMathPara>
                </a14:m>
                <a:endParaRPr lang="en-US" dirty="0">
                  <a:solidFill>
                    <a:schemeClr val="bg1"/>
                  </a:solidFill>
                </a:endParaRPr>
              </a:p>
            </p:txBody>
          </p:sp>
        </mc:Choice>
        <mc:Fallback xmlns="">
          <p:sp>
            <p:nvSpPr>
              <p:cNvPr id="48" name="TextBox 47">
                <a:extLst>
                  <a:ext uri="{FF2B5EF4-FFF2-40B4-BE49-F238E27FC236}">
                    <a16:creationId xmlns:a16="http://schemas.microsoft.com/office/drawing/2014/main" id="{D9E7B2E8-DA7B-9B44-0292-A57775A36248}"/>
                  </a:ext>
                </a:extLst>
              </p:cNvPr>
              <p:cNvSpPr txBox="1">
                <a:spLocks noRot="1" noChangeAspect="1" noMove="1" noResize="1" noEditPoints="1" noAdjustHandles="1" noChangeArrowheads="1" noChangeShapeType="1" noTextEdit="1"/>
              </p:cNvSpPr>
              <p:nvPr/>
            </p:nvSpPr>
            <p:spPr>
              <a:xfrm>
                <a:off x="9565904" y="1916940"/>
                <a:ext cx="421017" cy="369332"/>
              </a:xfrm>
              <a:prstGeom prst="rect">
                <a:avLst/>
              </a:prstGeom>
              <a:blipFill>
                <a:blip r:embed="rId26"/>
                <a:stretch>
                  <a:fillRect r="-130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CF66F788-9233-8182-0546-DC4A84BE0DF1}"/>
                  </a:ext>
                </a:extLst>
              </p:cNvPr>
              <p:cNvSpPr txBox="1"/>
              <p:nvPr/>
            </p:nvSpPr>
            <p:spPr>
              <a:xfrm>
                <a:off x="8506271" y="973205"/>
                <a:ext cx="448081"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Ni</m:t>
                          </m:r>
                        </m:sub>
                      </m:sSub>
                    </m:oMath>
                  </m:oMathPara>
                </a14:m>
                <a:endParaRPr lang="en-US" dirty="0">
                  <a:solidFill>
                    <a:schemeClr val="bg1"/>
                  </a:solidFill>
                </a:endParaRPr>
              </a:p>
            </p:txBody>
          </p:sp>
        </mc:Choice>
        <mc:Fallback xmlns="">
          <p:sp>
            <p:nvSpPr>
              <p:cNvPr id="49" name="TextBox 48">
                <a:extLst>
                  <a:ext uri="{FF2B5EF4-FFF2-40B4-BE49-F238E27FC236}">
                    <a16:creationId xmlns:a16="http://schemas.microsoft.com/office/drawing/2014/main" id="{CF66F788-9233-8182-0546-DC4A84BE0DF1}"/>
                  </a:ext>
                </a:extLst>
              </p:cNvPr>
              <p:cNvSpPr txBox="1">
                <a:spLocks noRot="1" noChangeAspect="1" noMove="1" noResize="1" noEditPoints="1" noAdjustHandles="1" noChangeArrowheads="1" noChangeShapeType="1" noTextEdit="1"/>
              </p:cNvSpPr>
              <p:nvPr/>
            </p:nvSpPr>
            <p:spPr>
              <a:xfrm>
                <a:off x="8506271" y="973205"/>
                <a:ext cx="448081" cy="369332"/>
              </a:xfrm>
              <a:prstGeom prst="rect">
                <a:avLst/>
              </a:prstGeom>
              <a:blipFill>
                <a:blip r:embed="rId27"/>
                <a:stretch>
                  <a:fillRect/>
                </a:stretch>
              </a:blipFill>
            </p:spPr>
            <p:txBody>
              <a:bodyPr/>
              <a:lstStyle/>
              <a:p>
                <a:r>
                  <a:rPr lang="en-US">
                    <a:noFill/>
                  </a:rPr>
                  <a:t> </a:t>
                </a:r>
              </a:p>
            </p:txBody>
          </p:sp>
        </mc:Fallback>
      </mc:AlternateContent>
      <p:cxnSp>
        <p:nvCxnSpPr>
          <p:cNvPr id="60" name="Straight Connector 59">
            <a:extLst>
              <a:ext uri="{FF2B5EF4-FFF2-40B4-BE49-F238E27FC236}">
                <a16:creationId xmlns:a16="http://schemas.microsoft.com/office/drawing/2014/main" id="{5BBF66C3-511C-8563-5A5D-441EA70CEAA8}"/>
              </a:ext>
            </a:extLst>
          </p:cNvPr>
          <p:cNvCxnSpPr>
            <a:cxnSpLocks/>
          </p:cNvCxnSpPr>
          <p:nvPr/>
        </p:nvCxnSpPr>
        <p:spPr>
          <a:xfrm>
            <a:off x="7775840" y="596589"/>
            <a:ext cx="8451" cy="559993"/>
          </a:xfrm>
          <a:prstGeom prst="line">
            <a:avLst/>
          </a:prstGeom>
        </p:spPr>
        <p:style>
          <a:lnRef idx="2">
            <a:schemeClr val="accent1"/>
          </a:lnRef>
          <a:fillRef idx="0">
            <a:schemeClr val="accent1"/>
          </a:fillRef>
          <a:effectRef idx="1">
            <a:schemeClr val="accent1"/>
          </a:effectRef>
          <a:fontRef idx="minor">
            <a:schemeClr val="tx1"/>
          </a:fontRef>
        </p:style>
      </p:cxnSp>
      <p:sp>
        <p:nvSpPr>
          <p:cNvPr id="113" name="Rectangle 112">
            <a:extLst>
              <a:ext uri="{FF2B5EF4-FFF2-40B4-BE49-F238E27FC236}">
                <a16:creationId xmlns:a16="http://schemas.microsoft.com/office/drawing/2014/main" id="{6E842744-2807-C0F7-9DDA-E80AE5124BD7}"/>
              </a:ext>
            </a:extLst>
          </p:cNvPr>
          <p:cNvSpPr/>
          <p:nvPr/>
        </p:nvSpPr>
        <p:spPr>
          <a:xfrm>
            <a:off x="8320022" y="-53695"/>
            <a:ext cx="3073000" cy="2537212"/>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15" name="TextBox 114">
            <a:extLst>
              <a:ext uri="{FF2B5EF4-FFF2-40B4-BE49-F238E27FC236}">
                <a16:creationId xmlns:a16="http://schemas.microsoft.com/office/drawing/2014/main" id="{6143FBDD-B725-0443-6A24-70D6F35D1B5C}"/>
              </a:ext>
            </a:extLst>
          </p:cNvPr>
          <p:cNvSpPr txBox="1"/>
          <p:nvPr/>
        </p:nvSpPr>
        <p:spPr>
          <a:xfrm>
            <a:off x="8334900" y="-23165"/>
            <a:ext cx="473206" cy="338554"/>
          </a:xfrm>
          <a:prstGeom prst="rect">
            <a:avLst/>
          </a:prstGeom>
          <a:noFill/>
        </p:spPr>
        <p:txBody>
          <a:bodyPr wrap="none" rtlCol="0">
            <a:spAutoFit/>
          </a:bodyPr>
          <a:lstStyle/>
          <a:p>
            <a:r>
              <a:rPr lang="en-US" sz="1600" dirty="0"/>
              <a:t>NN</a:t>
            </a:r>
          </a:p>
        </p:txBody>
      </p:sp>
      <p:sp>
        <p:nvSpPr>
          <p:cNvPr id="11" name="Rectangle: Rounded Corners 10">
            <a:extLst>
              <a:ext uri="{FF2B5EF4-FFF2-40B4-BE49-F238E27FC236}">
                <a16:creationId xmlns:a16="http://schemas.microsoft.com/office/drawing/2014/main" id="{D25CB7E9-1983-4A42-12DC-5DCA71912564}"/>
              </a:ext>
            </a:extLst>
          </p:cNvPr>
          <p:cNvSpPr/>
          <p:nvPr/>
        </p:nvSpPr>
        <p:spPr>
          <a:xfrm>
            <a:off x="1462291" y="6126480"/>
            <a:ext cx="1554480" cy="73152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Algorithm </a:t>
            </a:r>
          </a:p>
        </p:txBody>
      </p:sp>
      <p:sp>
        <p:nvSpPr>
          <p:cNvPr id="15" name="Rectangle: Rounded Corners 14">
            <a:extLst>
              <a:ext uri="{FF2B5EF4-FFF2-40B4-BE49-F238E27FC236}">
                <a16:creationId xmlns:a16="http://schemas.microsoft.com/office/drawing/2014/main" id="{537D544B-C692-D512-9F24-CA79F26038D6}"/>
              </a:ext>
            </a:extLst>
          </p:cNvPr>
          <p:cNvSpPr/>
          <p:nvPr/>
        </p:nvSpPr>
        <p:spPr>
          <a:xfrm>
            <a:off x="3764816" y="6126480"/>
            <a:ext cx="1554480" cy="731520"/>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Chemical Reactions </a:t>
            </a:r>
          </a:p>
        </p:txBody>
      </p:sp>
      <p:sp>
        <p:nvSpPr>
          <p:cNvPr id="16" name="Rectangle: Rounded Corners 15">
            <a:extLst>
              <a:ext uri="{FF2B5EF4-FFF2-40B4-BE49-F238E27FC236}">
                <a16:creationId xmlns:a16="http://schemas.microsoft.com/office/drawing/2014/main" id="{69DFBFD5-7498-7584-99D3-025968A9B701}"/>
              </a:ext>
            </a:extLst>
          </p:cNvPr>
          <p:cNvSpPr/>
          <p:nvPr/>
        </p:nvSpPr>
        <p:spPr>
          <a:xfrm>
            <a:off x="6067341" y="6126480"/>
            <a:ext cx="1554480" cy="731520"/>
          </a:xfrm>
          <a:prstGeom prst="roundRect">
            <a:avLst/>
          </a:prstGeom>
          <a:solidFill>
            <a:srgbClr val="DCEAF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Metabolic Network</a:t>
            </a:r>
          </a:p>
        </p:txBody>
      </p:sp>
      <p:sp>
        <p:nvSpPr>
          <p:cNvPr id="17" name="Rectangle: Rounded Corners 16">
            <a:extLst>
              <a:ext uri="{FF2B5EF4-FFF2-40B4-BE49-F238E27FC236}">
                <a16:creationId xmlns:a16="http://schemas.microsoft.com/office/drawing/2014/main" id="{16D0D7D3-059D-8A96-5D0F-8FB4F4F38F08}"/>
              </a:ext>
            </a:extLst>
          </p:cNvPr>
          <p:cNvSpPr/>
          <p:nvPr/>
        </p:nvSpPr>
        <p:spPr>
          <a:xfrm>
            <a:off x="8369865" y="6126480"/>
            <a:ext cx="1554480" cy="73152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THz Actuation</a:t>
            </a:r>
          </a:p>
        </p:txBody>
      </p:sp>
      <p:cxnSp>
        <p:nvCxnSpPr>
          <p:cNvPr id="18" name="Straight Arrow Connector 17">
            <a:extLst>
              <a:ext uri="{FF2B5EF4-FFF2-40B4-BE49-F238E27FC236}">
                <a16:creationId xmlns:a16="http://schemas.microsoft.com/office/drawing/2014/main" id="{4F193728-100A-0408-E9AF-F4E596430100}"/>
              </a:ext>
            </a:extLst>
          </p:cNvPr>
          <p:cNvCxnSpPr>
            <a:cxnSpLocks/>
            <a:stCxn id="11" idx="3"/>
            <a:endCxn id="15" idx="1"/>
          </p:cNvCxnSpPr>
          <p:nvPr/>
        </p:nvCxnSpPr>
        <p:spPr>
          <a:xfrm>
            <a:off x="3016771" y="6492240"/>
            <a:ext cx="748045" cy="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234712CC-6922-6146-6ACE-3222374742E3}"/>
              </a:ext>
            </a:extLst>
          </p:cNvPr>
          <p:cNvCxnSpPr>
            <a:cxnSpLocks/>
            <a:stCxn id="15" idx="3"/>
            <a:endCxn id="16" idx="1"/>
          </p:cNvCxnSpPr>
          <p:nvPr/>
        </p:nvCxnSpPr>
        <p:spPr>
          <a:xfrm>
            <a:off x="5319296" y="6492240"/>
            <a:ext cx="748045" cy="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ACFCDC36-BDED-D4D0-1B43-BB0B6E3C3781}"/>
              </a:ext>
            </a:extLst>
          </p:cNvPr>
          <p:cNvCxnSpPr>
            <a:cxnSpLocks/>
          </p:cNvCxnSpPr>
          <p:nvPr/>
        </p:nvCxnSpPr>
        <p:spPr>
          <a:xfrm>
            <a:off x="7621821" y="6492240"/>
            <a:ext cx="748044" cy="0"/>
          </a:xfrm>
          <a:prstGeom prst="straightConnector1">
            <a:avLst/>
          </a:prstGeom>
          <a:ln>
            <a:headEnd type="triangle" w="lg" len="lg"/>
            <a:tailEnd type="none" w="lg" len="lg"/>
          </a:ln>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E51C5A97-2E88-BF17-44BF-92172A209112}"/>
              </a:ext>
            </a:extLst>
          </p:cNvPr>
          <p:cNvSpPr txBox="1"/>
          <p:nvPr/>
        </p:nvSpPr>
        <p:spPr>
          <a:xfrm>
            <a:off x="0" y="2472501"/>
            <a:ext cx="862737" cy="369332"/>
          </a:xfrm>
          <a:prstGeom prst="rect">
            <a:avLst/>
          </a:prstGeom>
          <a:noFill/>
        </p:spPr>
        <p:txBody>
          <a:bodyPr wrap="none" rtlCol="0">
            <a:spAutoFit/>
          </a:bodyPr>
          <a:lstStyle/>
          <a:p>
            <a:r>
              <a:rPr lang="en-US" dirty="0"/>
              <a:t>Motif 1</a:t>
            </a:r>
          </a:p>
        </p:txBody>
      </p:sp>
      <p:graphicFrame>
        <p:nvGraphicFramePr>
          <p:cNvPr id="5" name="Table 4">
            <a:extLst>
              <a:ext uri="{FF2B5EF4-FFF2-40B4-BE49-F238E27FC236}">
                <a16:creationId xmlns:a16="http://schemas.microsoft.com/office/drawing/2014/main" id="{46DAD0F0-232F-1974-1648-EFAB17CB3BC7}"/>
              </a:ext>
            </a:extLst>
          </p:cNvPr>
          <p:cNvGraphicFramePr>
            <a:graphicFrameLocks noGrp="1"/>
          </p:cNvGraphicFramePr>
          <p:nvPr>
            <p:extLst>
              <p:ext uri="{D42A27DB-BD31-4B8C-83A1-F6EECF244321}">
                <p14:modId xmlns:p14="http://schemas.microsoft.com/office/powerpoint/2010/main" val="1684356953"/>
              </p:ext>
            </p:extLst>
          </p:nvPr>
        </p:nvGraphicFramePr>
        <p:xfrm>
          <a:off x="1093915" y="2797411"/>
          <a:ext cx="10078911" cy="3017520"/>
        </p:xfrm>
        <a:graphic>
          <a:graphicData uri="http://schemas.openxmlformats.org/drawingml/2006/table">
            <a:tbl>
              <a:tblPr firstRow="1" bandRow="1">
                <a:tableStyleId>{C4B1156A-380E-4F78-BDF5-A606A8083BF9}</a:tableStyleId>
              </a:tblPr>
              <a:tblGrid>
                <a:gridCol w="3386139">
                  <a:extLst>
                    <a:ext uri="{9D8B030D-6E8A-4147-A177-3AD203B41FA5}">
                      <a16:colId xmlns:a16="http://schemas.microsoft.com/office/drawing/2014/main" val="2247704463"/>
                    </a:ext>
                  </a:extLst>
                </a:gridCol>
                <a:gridCol w="2586223">
                  <a:extLst>
                    <a:ext uri="{9D8B030D-6E8A-4147-A177-3AD203B41FA5}">
                      <a16:colId xmlns:a16="http://schemas.microsoft.com/office/drawing/2014/main" val="1120151498"/>
                    </a:ext>
                  </a:extLst>
                </a:gridCol>
                <a:gridCol w="3026827">
                  <a:extLst>
                    <a:ext uri="{9D8B030D-6E8A-4147-A177-3AD203B41FA5}">
                      <a16:colId xmlns:a16="http://schemas.microsoft.com/office/drawing/2014/main" val="1328058479"/>
                    </a:ext>
                  </a:extLst>
                </a:gridCol>
                <a:gridCol w="1079722">
                  <a:extLst>
                    <a:ext uri="{9D8B030D-6E8A-4147-A177-3AD203B41FA5}">
                      <a16:colId xmlns:a16="http://schemas.microsoft.com/office/drawing/2014/main" val="2587608585"/>
                    </a:ext>
                  </a:extLst>
                </a:gridCol>
              </a:tblGrid>
              <a:tr h="274320">
                <a:tc>
                  <a:txBody>
                    <a:bodyPr/>
                    <a:lstStyle/>
                    <a:p>
                      <a:r>
                        <a:rPr lang="en-US" sz="1200" dirty="0"/>
                        <a:t>Reaction</a:t>
                      </a:r>
                    </a:p>
                  </a:txBody>
                  <a:tcPr/>
                </a:tc>
                <a:tc>
                  <a:txBody>
                    <a:bodyPr/>
                    <a:lstStyle/>
                    <a:p>
                      <a:r>
                        <a:rPr lang="en-US" sz="1200" b="1" dirty="0"/>
                        <a:t>Genes</a:t>
                      </a:r>
                    </a:p>
                  </a:txBody>
                  <a:tcPr/>
                </a:tc>
                <a:tc>
                  <a:txBody>
                    <a:bodyPr/>
                    <a:lstStyle/>
                    <a:p>
                      <a:r>
                        <a:rPr lang="en-US" sz="1200" b="1" dirty="0"/>
                        <a:t>PDB ID</a:t>
                      </a:r>
                    </a:p>
                  </a:txBody>
                  <a:tcPr/>
                </a:tc>
                <a:tc>
                  <a:txBody>
                    <a:bodyPr/>
                    <a:lstStyle/>
                    <a:p>
                      <a:r>
                        <a:rPr lang="en-US" sz="1200" b="1" dirty="0"/>
                        <a:t>Frequency</a:t>
                      </a:r>
                    </a:p>
                  </a:txBody>
                  <a:tcPr/>
                </a:tc>
                <a:extLst>
                  <a:ext uri="{0D108BD9-81ED-4DB2-BD59-A6C34878D82A}">
                    <a16:rowId xmlns:a16="http://schemas.microsoft.com/office/drawing/2014/main" val="830326239"/>
                  </a:ext>
                </a:extLst>
              </a:tr>
              <a:tr h="274320">
                <a:tc>
                  <a:txBody>
                    <a:bodyPr/>
                    <a:lstStyle/>
                    <a:p>
                      <a:r>
                        <a:rPr lang="pt-BR" sz="1200" b="0" dirty="0"/>
                        <a:t> r_Df (differentiator: fast)</a:t>
                      </a:r>
                      <a:r>
                        <a:rPr lang="pt-BR" sz="1200" dirty="0"/>
                        <a:t> </a:t>
                      </a:r>
                      <a:endParaRPr lang="en-US" sz="1200" dirty="0"/>
                    </a:p>
                  </a:txBody>
                  <a:tcPr/>
                </a:tc>
                <a:tc>
                  <a:txBody>
                    <a:bodyPr/>
                    <a:lstStyle/>
                    <a:p>
                      <a:r>
                        <a:rPr lang="en-US" sz="1200" b="0" dirty="0"/>
                        <a:t>YNR050C</a:t>
                      </a:r>
                    </a:p>
                  </a:txBody>
                  <a:tcPr/>
                </a:tc>
                <a:tc>
                  <a:txBody>
                    <a:bodyPr/>
                    <a:lstStyle/>
                    <a:p>
                      <a:r>
                        <a:rPr lang="en-US" sz="1200" b="0" dirty="0">
                          <a:hlinkClick r:id="rId28"/>
                        </a:rPr>
                        <a:t>2AXQ</a:t>
                      </a:r>
                      <a:endParaRPr lang="en-US" sz="1200" b="0" dirty="0"/>
                    </a:p>
                  </a:txBody>
                  <a:tcPr/>
                </a:tc>
                <a:tc>
                  <a:txBody>
                    <a:bodyPr/>
                    <a:lstStyle/>
                    <a:p>
                      <a:endParaRPr lang="en-US" sz="1200" b="0" dirty="0"/>
                    </a:p>
                  </a:txBody>
                  <a:tcPr/>
                </a:tc>
                <a:extLst>
                  <a:ext uri="{0D108BD9-81ED-4DB2-BD59-A6C34878D82A}">
                    <a16:rowId xmlns:a16="http://schemas.microsoft.com/office/drawing/2014/main" val="4006369147"/>
                  </a:ext>
                </a:extLst>
              </a:tr>
              <a:tr h="274320">
                <a:tc>
                  <a:txBody>
                    <a:bodyPr/>
                    <a:lstStyle/>
                    <a:p>
                      <a:r>
                        <a:rPr lang="en-US" sz="1200" dirty="0" err="1"/>
                        <a:t>r_Ds</a:t>
                      </a:r>
                      <a:r>
                        <a:rPr lang="en-US" sz="1200" dirty="0"/>
                        <a:t> (differentiator: slow)</a:t>
                      </a:r>
                    </a:p>
                  </a:txBody>
                  <a:tcPr/>
                </a:tc>
                <a:tc>
                  <a:txBody>
                    <a:bodyPr/>
                    <a:lstStyle/>
                    <a:p>
                      <a:r>
                        <a:rPr lang="en-US" sz="1200" dirty="0"/>
                        <a:t>YPR021C</a:t>
                      </a:r>
                    </a:p>
                  </a:txBody>
                  <a:tcPr/>
                </a:tc>
                <a:tc>
                  <a:txBody>
                    <a:bodyPr/>
                    <a:lstStyle/>
                    <a:p>
                      <a:r>
                        <a:rPr lang="en-US" sz="1200" dirty="0">
                          <a:hlinkClick r:id="rId29"/>
                        </a:rPr>
                        <a:t>AF-Q12482-F1-model_v6.pdb (AlphaFold)</a:t>
                      </a:r>
                      <a:endParaRPr lang="en-US" sz="1200" dirty="0"/>
                    </a:p>
                  </a:txBody>
                  <a:tcPr/>
                </a:tc>
                <a:tc>
                  <a:txBody>
                    <a:bodyPr/>
                    <a:lstStyle/>
                    <a:p>
                      <a:endParaRPr lang="en-US" sz="1200" dirty="0"/>
                    </a:p>
                  </a:txBody>
                  <a:tcPr/>
                </a:tc>
                <a:extLst>
                  <a:ext uri="{0D108BD9-81ED-4DB2-BD59-A6C34878D82A}">
                    <a16:rowId xmlns:a16="http://schemas.microsoft.com/office/drawing/2014/main" val="1526051723"/>
                  </a:ext>
                </a:extLst>
              </a:tr>
              <a:tr h="274320">
                <a:tc>
                  <a:txBody>
                    <a:bodyPr/>
                    <a:lstStyle/>
                    <a:p>
                      <a:r>
                        <a:rPr lang="en-US" sz="1200" dirty="0" err="1"/>
                        <a:t>r_Dp</a:t>
                      </a:r>
                      <a:r>
                        <a:rPr lang="en-US" sz="1200" dirty="0"/>
                        <a:t> (differentiator: producer)</a:t>
                      </a:r>
                    </a:p>
                  </a:txBody>
                  <a:tcPr/>
                </a:tc>
                <a:tc>
                  <a:txBody>
                    <a:bodyPr/>
                    <a:lstStyle/>
                    <a:p>
                      <a:r>
                        <a:rPr lang="en-US" sz="1200" dirty="0"/>
                        <a:t>YLR174W</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hlinkClick r:id="rId30"/>
                        </a:rPr>
                        <a:t>AF-P41939-F1-model_v6.pdb (AlphaFold)</a:t>
                      </a:r>
                      <a:endParaRPr lang="en-US" sz="1200" dirty="0"/>
                    </a:p>
                  </a:txBody>
                  <a:tcPr/>
                </a:tc>
                <a:tc>
                  <a:txBody>
                    <a:bodyPr/>
                    <a:lstStyle/>
                    <a:p>
                      <a:endParaRPr lang="en-US" sz="1200" dirty="0"/>
                    </a:p>
                  </a:txBody>
                  <a:tcPr/>
                </a:tc>
                <a:extLst>
                  <a:ext uri="{0D108BD9-81ED-4DB2-BD59-A6C34878D82A}">
                    <a16:rowId xmlns:a16="http://schemas.microsoft.com/office/drawing/2014/main" val="652912411"/>
                  </a:ext>
                </a:extLst>
              </a:tr>
              <a:tr h="274320">
                <a:tc>
                  <a:txBody>
                    <a:bodyPr/>
                    <a:lstStyle/>
                    <a:p>
                      <a:r>
                        <a:rPr lang="en-US" sz="1200" dirty="0" err="1"/>
                        <a:t>r_Di</a:t>
                      </a:r>
                      <a:r>
                        <a:rPr lang="en-US" sz="1200" dirty="0"/>
                        <a:t> (differentiator: integrator)</a:t>
                      </a:r>
                    </a:p>
                  </a:txBody>
                  <a:tcPr/>
                </a:tc>
                <a:tc>
                  <a:txBody>
                    <a:bodyPr/>
                    <a:lstStyle/>
                    <a:p>
                      <a:r>
                        <a:rPr lang="en-US" sz="1200" dirty="0"/>
                        <a:t>YLR027C</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hlinkClick r:id="rId31"/>
                        </a:rPr>
                        <a:t>1YAA</a:t>
                      </a:r>
                      <a:endParaRPr lang="en-US" sz="1200" dirty="0"/>
                    </a:p>
                  </a:txBody>
                  <a:tcPr/>
                </a:tc>
                <a:tc>
                  <a:txBody>
                    <a:bodyPr/>
                    <a:lstStyle/>
                    <a:p>
                      <a:endParaRPr lang="en-US" sz="1200" dirty="0"/>
                    </a:p>
                  </a:txBody>
                  <a:tcPr/>
                </a:tc>
                <a:extLst>
                  <a:ext uri="{0D108BD9-81ED-4DB2-BD59-A6C34878D82A}">
                    <a16:rowId xmlns:a16="http://schemas.microsoft.com/office/drawing/2014/main" val="2113626482"/>
                  </a:ext>
                </a:extLst>
              </a:tr>
              <a:tr h="274320">
                <a:tc>
                  <a:txBody>
                    <a:bodyPr/>
                    <a:lstStyle/>
                    <a:p>
                      <a:r>
                        <a:rPr lang="en-US" sz="1200" dirty="0" err="1"/>
                        <a:t>r_Cp</a:t>
                      </a:r>
                      <a:r>
                        <a:rPr lang="en-US" sz="1200" dirty="0"/>
                        <a:t> (counter: producer)</a:t>
                      </a:r>
                    </a:p>
                  </a:txBody>
                  <a:tcPr/>
                </a:tc>
                <a:tc>
                  <a:txBody>
                    <a:bodyPr/>
                    <a:lstStyle/>
                    <a:p>
                      <a:r>
                        <a:rPr lang="en-US" sz="1200" dirty="0"/>
                        <a:t>YGR019W</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hlinkClick r:id="rId32"/>
                        </a:rPr>
                        <a:t>AF-P17649-F1-model_v6.pdb (AlphaFold</a:t>
                      </a:r>
                      <a:r>
                        <a:rPr lang="en-US" sz="1200" dirty="0"/>
                        <a:t>)</a:t>
                      </a:r>
                    </a:p>
                  </a:txBody>
                  <a:tcPr/>
                </a:tc>
                <a:tc>
                  <a:txBody>
                    <a:bodyPr/>
                    <a:lstStyle/>
                    <a:p>
                      <a:endParaRPr lang="en-US" sz="1200" dirty="0"/>
                    </a:p>
                  </a:txBody>
                  <a:tcPr/>
                </a:tc>
                <a:extLst>
                  <a:ext uri="{0D108BD9-81ED-4DB2-BD59-A6C34878D82A}">
                    <a16:rowId xmlns:a16="http://schemas.microsoft.com/office/drawing/2014/main" val="2606163442"/>
                  </a:ext>
                </a:extLst>
              </a:tr>
              <a:tr h="274320">
                <a:tc>
                  <a:txBody>
                    <a:bodyPr/>
                    <a:lstStyle/>
                    <a:p>
                      <a:r>
                        <a:rPr lang="en-US" sz="1200" dirty="0" err="1"/>
                        <a:t>r_Cg</a:t>
                      </a:r>
                      <a:r>
                        <a:rPr lang="en-US" sz="1200" dirty="0"/>
                        <a:t> (counter: gate)</a:t>
                      </a:r>
                    </a:p>
                  </a:txBody>
                  <a:tcPr/>
                </a:tc>
                <a:tc>
                  <a:txBody>
                    <a:bodyPr/>
                    <a:lstStyle/>
                    <a:p>
                      <a:r>
                        <a:rPr lang="en-US" sz="1200" b="1" dirty="0"/>
                        <a:t>YAL062W</a:t>
                      </a:r>
                      <a:r>
                        <a:rPr lang="en-US" sz="1200" dirty="0"/>
                        <a:t> or YOR375C</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hlinkClick r:id="rId33"/>
                        </a:rPr>
                        <a:t>AF-P39708-F1-model_v6.pdb (AlphaFold)</a:t>
                      </a:r>
                      <a:endParaRPr lang="en-US" sz="1200" dirty="0"/>
                    </a:p>
                  </a:txBody>
                  <a:tcPr/>
                </a:tc>
                <a:tc>
                  <a:txBody>
                    <a:bodyPr/>
                    <a:lstStyle/>
                    <a:p>
                      <a:endParaRPr lang="en-US" sz="1200" dirty="0"/>
                    </a:p>
                  </a:txBody>
                  <a:tcPr/>
                </a:tc>
                <a:extLst>
                  <a:ext uri="{0D108BD9-81ED-4DB2-BD59-A6C34878D82A}">
                    <a16:rowId xmlns:a16="http://schemas.microsoft.com/office/drawing/2014/main" val="2438667136"/>
                  </a:ext>
                </a:extLst>
              </a:tr>
              <a:tr h="274320">
                <a:tc>
                  <a:txBody>
                    <a:bodyPr/>
                    <a:lstStyle/>
                    <a:p>
                      <a:r>
                        <a:rPr lang="en-US" sz="1200" dirty="0" err="1"/>
                        <a:t>r_Cr</a:t>
                      </a:r>
                      <a:r>
                        <a:rPr lang="en-US" sz="1200" dirty="0"/>
                        <a:t> (counter: reset)</a:t>
                      </a:r>
                    </a:p>
                  </a:txBody>
                  <a:tcPr/>
                </a:tc>
                <a:tc>
                  <a:txBody>
                    <a:bodyPr/>
                    <a:lstStyle/>
                    <a:p>
                      <a:r>
                        <a:rPr lang="en-US" sz="1200" dirty="0"/>
                        <a:t>YPR035W</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 sz="1200" b="0" i="0" dirty="0">
                          <a:solidFill>
                            <a:srgbClr val="0A0A0A"/>
                          </a:solidFill>
                          <a:effectLst/>
                          <a:latin typeface="Lato" panose="020F0502020204030203" pitchFamily="34" charset="0"/>
                          <a:hlinkClick r:id="rId34"/>
                        </a:rPr>
                        <a:t>3FKY</a:t>
                      </a:r>
                      <a:endParaRPr lang="en-US" sz="1200" dirty="0"/>
                    </a:p>
                  </a:txBody>
                  <a:tcPr/>
                </a:tc>
                <a:tc>
                  <a:txBody>
                    <a:bodyPr/>
                    <a:lstStyle/>
                    <a:p>
                      <a:endParaRPr lang="en-US" sz="1200" dirty="0"/>
                    </a:p>
                  </a:txBody>
                  <a:tcPr/>
                </a:tc>
                <a:extLst>
                  <a:ext uri="{0D108BD9-81ED-4DB2-BD59-A6C34878D82A}">
                    <a16:rowId xmlns:a16="http://schemas.microsoft.com/office/drawing/2014/main" val="2254960406"/>
                  </a:ext>
                </a:extLst>
              </a:tr>
              <a:tr h="0">
                <a:tc>
                  <a:txBody>
                    <a:bodyPr/>
                    <a:lstStyle/>
                    <a:p>
                      <a:r>
                        <a:rPr lang="pt-BR" sz="1200" dirty="0"/>
                        <a:t>r_Na (NN: neuron a)</a:t>
                      </a:r>
                      <a:endParaRPr lang="en-US" sz="1200" dirty="0"/>
                    </a:p>
                  </a:txBody>
                  <a:tcPr/>
                </a:tc>
                <a:tc>
                  <a:txBody>
                    <a:bodyPr/>
                    <a:lstStyle/>
                    <a:p>
                      <a:r>
                        <a:rPr lang="en-US" sz="1200" dirty="0"/>
                        <a:t>YMR113W</a:t>
                      </a:r>
                    </a:p>
                  </a:txBody>
                  <a:tcPr/>
                </a:tc>
                <a:tc>
                  <a:txBody>
                    <a:bodyPr/>
                    <a:lstStyle/>
                    <a:p>
                      <a:r>
                        <a:rPr lang="en-US" sz="1200" dirty="0">
                          <a:hlinkClick r:id="rId35"/>
                        </a:rPr>
                        <a:t>AF-Q12676-F1-model_v6.pdb (AlphaFold)</a:t>
                      </a:r>
                      <a:endParaRPr lang="en-US" sz="1200" dirty="0"/>
                    </a:p>
                  </a:txBody>
                  <a:tcPr/>
                </a:tc>
                <a:tc>
                  <a:txBody>
                    <a:bodyPr/>
                    <a:lstStyle/>
                    <a:p>
                      <a:endParaRPr lang="en-US" sz="1200" dirty="0"/>
                    </a:p>
                  </a:txBody>
                  <a:tcPr/>
                </a:tc>
                <a:extLst>
                  <a:ext uri="{0D108BD9-81ED-4DB2-BD59-A6C34878D82A}">
                    <a16:rowId xmlns:a16="http://schemas.microsoft.com/office/drawing/2014/main" val="1999658234"/>
                  </a:ext>
                </a:extLst>
              </a:tr>
              <a:tr h="274320">
                <a:tc>
                  <a:txBody>
                    <a:bodyPr/>
                    <a:lstStyle/>
                    <a:p>
                      <a:r>
                        <a:rPr lang="de-DE" sz="1200" dirty="0" err="1"/>
                        <a:t>r_Nb</a:t>
                      </a:r>
                      <a:r>
                        <a:rPr lang="de-DE" sz="1200" dirty="0"/>
                        <a:t> (NN: </a:t>
                      </a:r>
                      <a:r>
                        <a:rPr lang="de-DE" sz="1200" dirty="0" err="1"/>
                        <a:t>neuron</a:t>
                      </a:r>
                      <a:r>
                        <a:rPr lang="de-DE" sz="1200" dirty="0"/>
                        <a:t> b)</a:t>
                      </a:r>
                      <a:endParaRPr lang="en-US" sz="1200" dirty="0"/>
                    </a:p>
                  </a:txBody>
                  <a:tcPr/>
                </a:tc>
                <a:tc>
                  <a:txBody>
                    <a:bodyPr/>
                    <a:lstStyle/>
                    <a:p>
                      <a:r>
                        <a:rPr lang="en-US" sz="1200" dirty="0"/>
                        <a:t>YJL101C</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 sz="1200" b="0" i="0" dirty="0">
                          <a:solidFill>
                            <a:srgbClr val="0A0A0A"/>
                          </a:solidFill>
                          <a:effectLst/>
                          <a:latin typeface="Lato" panose="020F0502020204030203" pitchFamily="34" charset="0"/>
                          <a:hlinkClick r:id="rId36"/>
                        </a:rPr>
                        <a:t>3IG5 3IG8 3LVW</a:t>
                      </a:r>
                      <a:endParaRPr lang="en-US" sz="1200" dirty="0"/>
                    </a:p>
                  </a:txBody>
                  <a:tcPr/>
                </a:tc>
                <a:tc>
                  <a:txBody>
                    <a:bodyPr/>
                    <a:lstStyle/>
                    <a:p>
                      <a:endParaRPr lang="en-US" sz="1200" dirty="0"/>
                    </a:p>
                  </a:txBody>
                  <a:tcPr/>
                </a:tc>
                <a:extLst>
                  <a:ext uri="{0D108BD9-81ED-4DB2-BD59-A6C34878D82A}">
                    <a16:rowId xmlns:a16="http://schemas.microsoft.com/office/drawing/2014/main" val="3421116653"/>
                  </a:ext>
                </a:extLst>
              </a:tr>
              <a:tr h="274320">
                <a:tc>
                  <a:txBody>
                    <a:bodyPr/>
                    <a:lstStyle/>
                    <a:p>
                      <a:r>
                        <a:rPr lang="pt-BR" sz="1200" dirty="0"/>
                        <a:t> r_No (NN: merge/output) </a:t>
                      </a:r>
                      <a:endParaRPr lang="en-US" sz="1200" dirty="0"/>
                    </a:p>
                  </a:txBody>
                  <a:tcPr/>
                </a:tc>
                <a:tc>
                  <a:txBody>
                    <a:bodyPr/>
                    <a:lstStyle/>
                    <a:p>
                      <a:r>
                        <a:rPr lang="en-US" sz="1200" dirty="0"/>
                        <a:t>YLR017W</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hlinkClick r:id="rId37"/>
                        </a:rPr>
                        <a:t>AF-Q07938-F1-model_v6.pdb (AlphaFold)</a:t>
                      </a:r>
                      <a:endParaRPr lang="en-US" sz="1200" dirty="0"/>
                    </a:p>
                  </a:txBody>
                  <a:tcPr/>
                </a:tc>
                <a:tc>
                  <a:txBody>
                    <a:bodyPr/>
                    <a:lstStyle/>
                    <a:p>
                      <a:endParaRPr lang="en-US" sz="1200" dirty="0"/>
                    </a:p>
                  </a:txBody>
                  <a:tcPr/>
                </a:tc>
                <a:extLst>
                  <a:ext uri="{0D108BD9-81ED-4DB2-BD59-A6C34878D82A}">
                    <a16:rowId xmlns:a16="http://schemas.microsoft.com/office/drawing/2014/main" val="1610077111"/>
                  </a:ext>
                </a:extLst>
              </a:tr>
            </a:tbl>
          </a:graphicData>
        </a:graphic>
      </p:graphicFrame>
    </p:spTree>
    <p:extLst>
      <p:ext uri="{BB962C8B-B14F-4D97-AF65-F5344CB8AC3E}">
        <p14:creationId xmlns:p14="http://schemas.microsoft.com/office/powerpoint/2010/main" val="205448809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129720-0B18-5F0B-A773-ED78CCB00B48}"/>
            </a:ext>
          </a:extLst>
        </p:cNvPr>
        <p:cNvGrpSpPr/>
        <p:nvPr/>
      </p:nvGrpSpPr>
      <p:grpSpPr>
        <a:xfrm>
          <a:off x="0" y="0"/>
          <a:ext cx="0" cy="0"/>
          <a:chOff x="0" y="0"/>
          <a:chExt cx="0" cy="0"/>
        </a:xfrm>
      </p:grpSpPr>
      <p:sp>
        <p:nvSpPr>
          <p:cNvPr id="69" name="Oval 68">
            <a:extLst>
              <a:ext uri="{FF2B5EF4-FFF2-40B4-BE49-F238E27FC236}">
                <a16:creationId xmlns:a16="http://schemas.microsoft.com/office/drawing/2014/main" id="{5343A0BF-1810-7364-3D98-0294D2069565}"/>
              </a:ext>
            </a:extLst>
          </p:cNvPr>
          <p:cNvSpPr>
            <a:spLocks noChangeAspect="1"/>
          </p:cNvSpPr>
          <p:nvPr/>
        </p:nvSpPr>
        <p:spPr>
          <a:xfrm>
            <a:off x="4944144" y="471022"/>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70" name="TextBox 69">
                <a:extLst>
                  <a:ext uri="{FF2B5EF4-FFF2-40B4-BE49-F238E27FC236}">
                    <a16:creationId xmlns:a16="http://schemas.microsoft.com/office/drawing/2014/main" id="{3912AF6C-A014-8D13-915E-FE6E5D1521DB}"/>
                  </a:ext>
                </a:extLst>
              </p:cNvPr>
              <p:cNvSpPr txBox="1"/>
              <p:nvPr/>
            </p:nvSpPr>
            <p:spPr>
              <a:xfrm>
                <a:off x="4889948" y="442299"/>
                <a:ext cx="518558" cy="394019"/>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Cp</m:t>
                          </m:r>
                        </m:sub>
                      </m:sSub>
                    </m:oMath>
                  </m:oMathPara>
                </a14:m>
                <a:endParaRPr lang="en-US" dirty="0">
                  <a:solidFill>
                    <a:schemeClr val="bg1"/>
                  </a:solidFill>
                </a:endParaRPr>
              </a:p>
            </p:txBody>
          </p:sp>
        </mc:Choice>
        <mc:Fallback xmlns="">
          <p:sp>
            <p:nvSpPr>
              <p:cNvPr id="70" name="TextBox 69">
                <a:extLst>
                  <a:ext uri="{FF2B5EF4-FFF2-40B4-BE49-F238E27FC236}">
                    <a16:creationId xmlns:a16="http://schemas.microsoft.com/office/drawing/2014/main" id="{3912AF6C-A014-8D13-915E-FE6E5D1521DB}"/>
                  </a:ext>
                </a:extLst>
              </p:cNvPr>
              <p:cNvSpPr txBox="1">
                <a:spLocks noRot="1" noChangeAspect="1" noMove="1" noResize="1" noEditPoints="1" noAdjustHandles="1" noChangeArrowheads="1" noChangeShapeType="1" noTextEdit="1"/>
              </p:cNvSpPr>
              <p:nvPr/>
            </p:nvSpPr>
            <p:spPr>
              <a:xfrm>
                <a:off x="4889948" y="442299"/>
                <a:ext cx="518558" cy="394019"/>
              </a:xfrm>
              <a:prstGeom prst="rect">
                <a:avLst/>
              </a:prstGeom>
              <a:blipFill>
                <a:blip r:embed="rId3"/>
                <a:stretch>
                  <a:fillRect b="-937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1" name="TextBox 70">
                <a:extLst>
                  <a:ext uri="{FF2B5EF4-FFF2-40B4-BE49-F238E27FC236}">
                    <a16:creationId xmlns:a16="http://schemas.microsoft.com/office/drawing/2014/main" id="{8074B41B-3ED7-1FFD-2567-E69B90F8FB4E}"/>
                  </a:ext>
                </a:extLst>
              </p:cNvPr>
              <p:cNvSpPr txBox="1"/>
              <p:nvPr/>
            </p:nvSpPr>
            <p:spPr>
              <a:xfrm>
                <a:off x="6042814" y="296282"/>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c</m:t>
                          </m:r>
                        </m:sub>
                      </m:sSub>
                    </m:oMath>
                  </m:oMathPara>
                </a14:m>
                <a:endParaRPr lang="en-US" dirty="0">
                  <a:solidFill>
                    <a:schemeClr val="tx1"/>
                  </a:solidFill>
                </a:endParaRPr>
              </a:p>
            </p:txBody>
          </p:sp>
        </mc:Choice>
        <mc:Fallback xmlns="">
          <p:sp>
            <p:nvSpPr>
              <p:cNvPr id="71" name="TextBox 70">
                <a:extLst>
                  <a:ext uri="{FF2B5EF4-FFF2-40B4-BE49-F238E27FC236}">
                    <a16:creationId xmlns:a16="http://schemas.microsoft.com/office/drawing/2014/main" id="{8074B41B-3ED7-1FFD-2567-E69B90F8FB4E}"/>
                  </a:ext>
                </a:extLst>
              </p:cNvPr>
              <p:cNvSpPr txBox="1">
                <a:spLocks noRot="1" noChangeAspect="1" noMove="1" noResize="1" noEditPoints="1" noAdjustHandles="1" noChangeArrowheads="1" noChangeShapeType="1" noTextEdit="1"/>
              </p:cNvSpPr>
              <p:nvPr/>
            </p:nvSpPr>
            <p:spPr>
              <a:xfrm>
                <a:off x="6042814" y="296282"/>
                <a:ext cx="507796" cy="369332"/>
              </a:xfrm>
              <a:prstGeom prst="rect">
                <a:avLst/>
              </a:prstGeom>
              <a:blipFill>
                <a:blip r:embed="rId4"/>
                <a:stretch>
                  <a:fillRect/>
                </a:stretch>
              </a:blipFill>
            </p:spPr>
            <p:txBody>
              <a:bodyPr/>
              <a:lstStyle/>
              <a:p>
                <a:r>
                  <a:rPr lang="en-US">
                    <a:noFill/>
                  </a:rPr>
                  <a:t> </a:t>
                </a:r>
              </a:p>
            </p:txBody>
          </p:sp>
        </mc:Fallback>
      </mc:AlternateContent>
      <p:sp>
        <p:nvSpPr>
          <p:cNvPr id="72" name="Oval 71">
            <a:extLst>
              <a:ext uri="{FF2B5EF4-FFF2-40B4-BE49-F238E27FC236}">
                <a16:creationId xmlns:a16="http://schemas.microsoft.com/office/drawing/2014/main" id="{3EDE6596-EBCA-4DBE-FB59-70DD36868899}"/>
              </a:ext>
            </a:extLst>
          </p:cNvPr>
          <p:cNvSpPr>
            <a:spLocks noChangeAspect="1"/>
          </p:cNvSpPr>
          <p:nvPr/>
        </p:nvSpPr>
        <p:spPr>
          <a:xfrm>
            <a:off x="6106961" y="1164344"/>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73" name="TextBox 72">
                <a:extLst>
                  <a:ext uri="{FF2B5EF4-FFF2-40B4-BE49-F238E27FC236}">
                    <a16:creationId xmlns:a16="http://schemas.microsoft.com/office/drawing/2014/main" id="{0FF1BBBB-BFFB-87DE-CBDB-90F50DCA1A4E}"/>
                  </a:ext>
                </a:extLst>
              </p:cNvPr>
              <p:cNvSpPr txBox="1"/>
              <p:nvPr/>
            </p:nvSpPr>
            <p:spPr>
              <a:xfrm>
                <a:off x="6048484" y="1139872"/>
                <a:ext cx="518558" cy="395493"/>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Cg</m:t>
                          </m:r>
                        </m:sub>
                      </m:sSub>
                    </m:oMath>
                  </m:oMathPara>
                </a14:m>
                <a:endParaRPr lang="en-US" dirty="0">
                  <a:solidFill>
                    <a:schemeClr val="bg1"/>
                  </a:solidFill>
                </a:endParaRPr>
              </a:p>
            </p:txBody>
          </p:sp>
        </mc:Choice>
        <mc:Fallback xmlns="">
          <p:sp>
            <p:nvSpPr>
              <p:cNvPr id="73" name="TextBox 72">
                <a:extLst>
                  <a:ext uri="{FF2B5EF4-FFF2-40B4-BE49-F238E27FC236}">
                    <a16:creationId xmlns:a16="http://schemas.microsoft.com/office/drawing/2014/main" id="{0FF1BBBB-BFFB-87DE-CBDB-90F50DCA1A4E}"/>
                  </a:ext>
                </a:extLst>
              </p:cNvPr>
              <p:cNvSpPr txBox="1">
                <a:spLocks noRot="1" noChangeAspect="1" noMove="1" noResize="1" noEditPoints="1" noAdjustHandles="1" noChangeArrowheads="1" noChangeShapeType="1" noTextEdit="1"/>
              </p:cNvSpPr>
              <p:nvPr/>
            </p:nvSpPr>
            <p:spPr>
              <a:xfrm>
                <a:off x="6048484" y="1139872"/>
                <a:ext cx="518558" cy="395493"/>
              </a:xfrm>
              <a:prstGeom prst="rect">
                <a:avLst/>
              </a:prstGeom>
              <a:blipFill>
                <a:blip r:embed="rId5"/>
                <a:stretch>
                  <a:fillRect b="-76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4" name="TextBox 73">
                <a:extLst>
                  <a:ext uri="{FF2B5EF4-FFF2-40B4-BE49-F238E27FC236}">
                    <a16:creationId xmlns:a16="http://schemas.microsoft.com/office/drawing/2014/main" id="{826A2422-841F-67F5-B6B6-7B71A610FC40}"/>
                  </a:ext>
                </a:extLst>
              </p:cNvPr>
              <p:cNvSpPr txBox="1"/>
              <p:nvPr/>
            </p:nvSpPr>
            <p:spPr>
              <a:xfrm>
                <a:off x="4902707" y="1175084"/>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Cs</m:t>
                          </m:r>
                        </m:sub>
                      </m:sSub>
                    </m:oMath>
                  </m:oMathPara>
                </a14:m>
                <a:endParaRPr lang="en-US" dirty="0">
                  <a:solidFill>
                    <a:schemeClr val="tx1"/>
                  </a:solidFill>
                </a:endParaRPr>
              </a:p>
            </p:txBody>
          </p:sp>
        </mc:Choice>
        <mc:Fallback xmlns="">
          <p:sp>
            <p:nvSpPr>
              <p:cNvPr id="74" name="TextBox 73">
                <a:extLst>
                  <a:ext uri="{FF2B5EF4-FFF2-40B4-BE49-F238E27FC236}">
                    <a16:creationId xmlns:a16="http://schemas.microsoft.com/office/drawing/2014/main" id="{826A2422-841F-67F5-B6B6-7B71A610FC40}"/>
                  </a:ext>
                </a:extLst>
              </p:cNvPr>
              <p:cNvSpPr txBox="1">
                <a:spLocks noRot="1" noChangeAspect="1" noMove="1" noResize="1" noEditPoints="1" noAdjustHandles="1" noChangeArrowheads="1" noChangeShapeType="1" noTextEdit="1"/>
              </p:cNvSpPr>
              <p:nvPr/>
            </p:nvSpPr>
            <p:spPr>
              <a:xfrm>
                <a:off x="4902707" y="1175084"/>
                <a:ext cx="507796" cy="369332"/>
              </a:xfrm>
              <a:prstGeom prst="rect">
                <a:avLst/>
              </a:prstGeom>
              <a:blipFill>
                <a:blip r:embed="rId6"/>
                <a:stretch>
                  <a:fillRect r="-3571"/>
                </a:stretch>
              </a:blipFill>
            </p:spPr>
            <p:txBody>
              <a:bodyPr/>
              <a:lstStyle/>
              <a:p>
                <a:r>
                  <a:rPr lang="en-US">
                    <a:noFill/>
                  </a:rPr>
                  <a:t> </a:t>
                </a:r>
              </a:p>
            </p:txBody>
          </p:sp>
        </mc:Fallback>
      </mc:AlternateContent>
      <p:sp>
        <p:nvSpPr>
          <p:cNvPr id="75" name="Oval 74">
            <a:extLst>
              <a:ext uri="{FF2B5EF4-FFF2-40B4-BE49-F238E27FC236}">
                <a16:creationId xmlns:a16="http://schemas.microsoft.com/office/drawing/2014/main" id="{26EDDC7F-F4F2-9D2B-C5D3-18BECD96ABAC}"/>
              </a:ext>
            </a:extLst>
          </p:cNvPr>
          <p:cNvSpPr>
            <a:spLocks noChangeAspect="1"/>
          </p:cNvSpPr>
          <p:nvPr/>
        </p:nvSpPr>
        <p:spPr>
          <a:xfrm>
            <a:off x="4972754" y="1980898"/>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76" name="TextBox 75">
                <a:extLst>
                  <a:ext uri="{FF2B5EF4-FFF2-40B4-BE49-F238E27FC236}">
                    <a16:creationId xmlns:a16="http://schemas.microsoft.com/office/drawing/2014/main" id="{4EC97A76-859E-35F9-EF4C-16A336397C41}"/>
                  </a:ext>
                </a:extLst>
              </p:cNvPr>
              <p:cNvSpPr txBox="1"/>
              <p:nvPr/>
            </p:nvSpPr>
            <p:spPr>
              <a:xfrm>
                <a:off x="4917219" y="1945576"/>
                <a:ext cx="518558"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Cr</m:t>
                          </m:r>
                        </m:sub>
                      </m:sSub>
                    </m:oMath>
                  </m:oMathPara>
                </a14:m>
                <a:endParaRPr lang="en-US" dirty="0">
                  <a:solidFill>
                    <a:schemeClr val="bg1"/>
                  </a:solidFill>
                </a:endParaRPr>
              </a:p>
            </p:txBody>
          </p:sp>
        </mc:Choice>
        <mc:Fallback xmlns="">
          <p:sp>
            <p:nvSpPr>
              <p:cNvPr id="76" name="TextBox 75">
                <a:extLst>
                  <a:ext uri="{FF2B5EF4-FFF2-40B4-BE49-F238E27FC236}">
                    <a16:creationId xmlns:a16="http://schemas.microsoft.com/office/drawing/2014/main" id="{4EC97A76-859E-35F9-EF4C-16A336397C41}"/>
                  </a:ext>
                </a:extLst>
              </p:cNvPr>
              <p:cNvSpPr txBox="1">
                <a:spLocks noRot="1" noChangeAspect="1" noMove="1" noResize="1" noEditPoints="1" noAdjustHandles="1" noChangeArrowheads="1" noChangeShapeType="1" noTextEdit="1"/>
              </p:cNvSpPr>
              <p:nvPr/>
            </p:nvSpPr>
            <p:spPr>
              <a:xfrm>
                <a:off x="4917219" y="1945576"/>
                <a:ext cx="518558" cy="369332"/>
              </a:xfrm>
              <a:prstGeom prst="rect">
                <a:avLst/>
              </a:prstGeom>
              <a:blipFill>
                <a:blip r:embed="rId7"/>
                <a:stretch>
                  <a:fillRect/>
                </a:stretch>
              </a:blipFill>
            </p:spPr>
            <p:txBody>
              <a:bodyPr/>
              <a:lstStyle/>
              <a:p>
                <a:r>
                  <a:rPr lang="en-US">
                    <a:noFill/>
                  </a:rPr>
                  <a:t> </a:t>
                </a:r>
              </a:p>
            </p:txBody>
          </p:sp>
        </mc:Fallback>
      </mc:AlternateContent>
      <p:cxnSp>
        <p:nvCxnSpPr>
          <p:cNvPr id="77" name="Straight Arrow Connector 76">
            <a:extLst>
              <a:ext uri="{FF2B5EF4-FFF2-40B4-BE49-F238E27FC236}">
                <a16:creationId xmlns:a16="http://schemas.microsoft.com/office/drawing/2014/main" id="{7576EFE6-205B-A8BD-BC13-8E2DEE20C33E}"/>
              </a:ext>
            </a:extLst>
          </p:cNvPr>
          <p:cNvCxnSpPr>
            <a:cxnSpLocks/>
            <a:endCxn id="69" idx="3"/>
          </p:cNvCxnSpPr>
          <p:nvPr/>
        </p:nvCxnSpPr>
        <p:spPr>
          <a:xfrm flipV="1">
            <a:off x="4121730" y="796580"/>
            <a:ext cx="878271" cy="488885"/>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80" name="Straight Arrow Connector 79">
            <a:extLst>
              <a:ext uri="{FF2B5EF4-FFF2-40B4-BE49-F238E27FC236}">
                <a16:creationId xmlns:a16="http://schemas.microsoft.com/office/drawing/2014/main" id="{0A92CE93-01C1-0A70-F204-54ED5FFB4CE3}"/>
              </a:ext>
            </a:extLst>
          </p:cNvPr>
          <p:cNvCxnSpPr>
            <a:cxnSpLocks/>
            <a:endCxn id="75" idx="1"/>
          </p:cNvCxnSpPr>
          <p:nvPr/>
        </p:nvCxnSpPr>
        <p:spPr>
          <a:xfrm>
            <a:off x="4125152" y="1290327"/>
            <a:ext cx="903459" cy="746428"/>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84" name="Straight Arrow Connector 83">
            <a:extLst>
              <a:ext uri="{FF2B5EF4-FFF2-40B4-BE49-F238E27FC236}">
                <a16:creationId xmlns:a16="http://schemas.microsoft.com/office/drawing/2014/main" id="{F3649C13-B590-A877-8210-9838BBA9B1BC}"/>
              </a:ext>
            </a:extLst>
          </p:cNvPr>
          <p:cNvCxnSpPr>
            <a:cxnSpLocks/>
            <a:stCxn id="74" idx="3"/>
            <a:endCxn id="72" idx="2"/>
          </p:cNvCxnSpPr>
          <p:nvPr/>
        </p:nvCxnSpPr>
        <p:spPr>
          <a:xfrm flipV="1">
            <a:off x="5410503" y="1355052"/>
            <a:ext cx="696458" cy="4698"/>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88" name="Straight Arrow Connector 87">
            <a:extLst>
              <a:ext uri="{FF2B5EF4-FFF2-40B4-BE49-F238E27FC236}">
                <a16:creationId xmlns:a16="http://schemas.microsoft.com/office/drawing/2014/main" id="{81D0004D-02D0-3910-C80C-2CB3B3CAF9B2}"/>
              </a:ext>
            </a:extLst>
          </p:cNvPr>
          <p:cNvCxnSpPr>
            <a:cxnSpLocks/>
            <a:stCxn id="74" idx="2"/>
            <a:endCxn id="75" idx="0"/>
          </p:cNvCxnSpPr>
          <p:nvPr/>
        </p:nvCxnSpPr>
        <p:spPr>
          <a:xfrm>
            <a:off x="5156605" y="1544416"/>
            <a:ext cx="6856" cy="436482"/>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6" name="Straight Arrow Connector 95">
            <a:extLst>
              <a:ext uri="{FF2B5EF4-FFF2-40B4-BE49-F238E27FC236}">
                <a16:creationId xmlns:a16="http://schemas.microsoft.com/office/drawing/2014/main" id="{E94A21DE-6CD9-AB7F-6A00-787B0AC744E1}"/>
              </a:ext>
            </a:extLst>
          </p:cNvPr>
          <p:cNvCxnSpPr>
            <a:cxnSpLocks/>
            <a:stCxn id="69" idx="6"/>
          </p:cNvCxnSpPr>
          <p:nvPr/>
        </p:nvCxnSpPr>
        <p:spPr>
          <a:xfrm>
            <a:off x="5325558" y="661730"/>
            <a:ext cx="2460842" cy="10275"/>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9" name="Straight Arrow Connector 98">
            <a:extLst>
              <a:ext uri="{FF2B5EF4-FFF2-40B4-BE49-F238E27FC236}">
                <a16:creationId xmlns:a16="http://schemas.microsoft.com/office/drawing/2014/main" id="{C2EDD0AA-2626-2DC5-17E4-C7D41C3C5C83}"/>
              </a:ext>
            </a:extLst>
          </p:cNvPr>
          <p:cNvCxnSpPr>
            <a:cxnSpLocks/>
            <a:stCxn id="71" idx="2"/>
            <a:endCxn id="72" idx="0"/>
          </p:cNvCxnSpPr>
          <p:nvPr/>
        </p:nvCxnSpPr>
        <p:spPr>
          <a:xfrm>
            <a:off x="6296712" y="665614"/>
            <a:ext cx="956" cy="49873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sp>
        <p:nvSpPr>
          <p:cNvPr id="102" name="Rectangle 101">
            <a:extLst>
              <a:ext uri="{FF2B5EF4-FFF2-40B4-BE49-F238E27FC236}">
                <a16:creationId xmlns:a16="http://schemas.microsoft.com/office/drawing/2014/main" id="{10600332-D219-2437-E7EE-E794B7168610}"/>
              </a:ext>
            </a:extLst>
          </p:cNvPr>
          <p:cNvSpPr/>
          <p:nvPr/>
        </p:nvSpPr>
        <p:spPr>
          <a:xfrm>
            <a:off x="4449950" y="84551"/>
            <a:ext cx="2873133" cy="2407763"/>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03" name="TextBox 102">
            <a:extLst>
              <a:ext uri="{FF2B5EF4-FFF2-40B4-BE49-F238E27FC236}">
                <a16:creationId xmlns:a16="http://schemas.microsoft.com/office/drawing/2014/main" id="{34FB9ACD-0E38-0ABC-F3CA-10FB7B4A2A9B}"/>
              </a:ext>
            </a:extLst>
          </p:cNvPr>
          <p:cNvSpPr txBox="1"/>
          <p:nvPr/>
        </p:nvSpPr>
        <p:spPr>
          <a:xfrm>
            <a:off x="4449950" y="68530"/>
            <a:ext cx="1774204" cy="338554"/>
          </a:xfrm>
          <a:prstGeom prst="rect">
            <a:avLst/>
          </a:prstGeom>
          <a:noFill/>
        </p:spPr>
        <p:txBody>
          <a:bodyPr wrap="none" rtlCol="0">
            <a:spAutoFit/>
          </a:bodyPr>
          <a:lstStyle/>
          <a:p>
            <a:r>
              <a:rPr lang="en-US" sz="1600" dirty="0"/>
              <a:t>Chemical counter</a:t>
            </a:r>
          </a:p>
        </p:txBody>
      </p:sp>
      <mc:AlternateContent xmlns:mc="http://schemas.openxmlformats.org/markup-compatibility/2006" xmlns:a14="http://schemas.microsoft.com/office/drawing/2010/main">
        <mc:Choice Requires="a14">
          <p:sp>
            <p:nvSpPr>
              <p:cNvPr id="67" name="TextBox 66">
                <a:extLst>
                  <a:ext uri="{FF2B5EF4-FFF2-40B4-BE49-F238E27FC236}">
                    <a16:creationId xmlns:a16="http://schemas.microsoft.com/office/drawing/2014/main" id="{6D05F682-D5C5-80F3-026F-A0166A1E2F71}"/>
                  </a:ext>
                </a:extLst>
              </p:cNvPr>
              <p:cNvSpPr txBox="1"/>
              <p:nvPr/>
            </p:nvSpPr>
            <p:spPr>
              <a:xfrm>
                <a:off x="0" y="1421671"/>
                <a:ext cx="593368" cy="369332"/>
              </a:xfrm>
              <a:prstGeom prst="rect">
                <a:avLst/>
              </a:prstGeom>
              <a:noFill/>
            </p:spPr>
            <p:txBody>
              <a:bodyPr wrap="none" rtlCol="0">
                <a:spAutoFit/>
              </a:bodyPr>
              <a:lstStyle/>
              <a:p>
                <a:pPr/>
                <a14:m>
                  <m:oMathPara xmlns:m="http://schemas.openxmlformats.org/officeDocument/2006/math">
                    <m:oMath>
                      <m:sSub>
                        <m:sSubPr>
                          <m:ctrlPr>
                            <a:rPr lang="de-DE" b="0" i="1" smtClean="0">
                              <a:latin typeface="Cambria Math" panose="02040503050406030204" pitchFamily="18" charset="0"/>
                            </a:rPr>
                          </m:ctrlPr>
                        </m:sSubPr>
                        <m:e>
                          <m:r>
                            <m:rPr>
                              <m:sty m:val="p"/>
                            </m:rPr>
                            <a:rPr lang="de-DE" b="0" i="1" smtClean="0">
                              <a:latin typeface="Cambria Math" panose="02040503050406030204" pitchFamily="18" charset="0"/>
                            </a:rPr>
                            <m:t>m</m:t>
                          </m:r>
                        </m:e>
                        <m:sub>
                          <m:r>
                            <m:rPr>
                              <m:sty m:val="p"/>
                            </m:rPr>
                            <a:rPr lang="de-DE" b="0" i="1" smtClean="0">
                              <a:latin typeface="Cambria Math" panose="02040503050406030204" pitchFamily="18" charset="0"/>
                            </a:rPr>
                            <m:t>in</m:t>
                          </m:r>
                        </m:sub>
                      </m:sSub>
                    </m:oMath>
                  </m:oMathPara>
                </a14:m>
                <a:endParaRPr lang="en-US" dirty="0"/>
              </a:p>
            </p:txBody>
          </p:sp>
        </mc:Choice>
        <mc:Fallback xmlns="">
          <p:sp>
            <p:nvSpPr>
              <p:cNvPr id="67" name="TextBox 66">
                <a:extLst>
                  <a:ext uri="{FF2B5EF4-FFF2-40B4-BE49-F238E27FC236}">
                    <a16:creationId xmlns:a16="http://schemas.microsoft.com/office/drawing/2014/main" id="{6D05F682-D5C5-80F3-026F-A0166A1E2F71}"/>
                  </a:ext>
                </a:extLst>
              </p:cNvPr>
              <p:cNvSpPr txBox="1">
                <a:spLocks noRot="1" noChangeAspect="1" noMove="1" noResize="1" noEditPoints="1" noAdjustHandles="1" noChangeArrowheads="1" noChangeShapeType="1" noTextEdit="1"/>
              </p:cNvSpPr>
              <p:nvPr/>
            </p:nvSpPr>
            <p:spPr>
              <a:xfrm>
                <a:off x="0" y="1421671"/>
                <a:ext cx="593368" cy="369332"/>
              </a:xfrm>
              <a:prstGeom prst="rect">
                <a:avLst/>
              </a:prstGeom>
              <a:blipFill>
                <a:blip r:embed="rId8"/>
                <a:stretch>
                  <a:fillRect/>
                </a:stretch>
              </a:blipFill>
            </p:spPr>
            <p:txBody>
              <a:bodyPr/>
              <a:lstStyle/>
              <a:p>
                <a:r>
                  <a:rPr lang="en-US">
                    <a:noFill/>
                  </a:rPr>
                  <a:t> </a:t>
                </a:r>
              </a:p>
            </p:txBody>
          </p:sp>
        </mc:Fallback>
      </mc:AlternateContent>
      <p:sp>
        <p:nvSpPr>
          <p:cNvPr id="78" name="Rectangle 77">
            <a:extLst>
              <a:ext uri="{FF2B5EF4-FFF2-40B4-BE49-F238E27FC236}">
                <a16:creationId xmlns:a16="http://schemas.microsoft.com/office/drawing/2014/main" id="{2FE416A0-4F7C-6B0A-0AAA-AB5C1A38CB63}"/>
              </a:ext>
            </a:extLst>
          </p:cNvPr>
          <p:cNvSpPr/>
          <p:nvPr/>
        </p:nvSpPr>
        <p:spPr>
          <a:xfrm>
            <a:off x="813764" y="287964"/>
            <a:ext cx="2873133" cy="2222154"/>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79" name="TextBox 78">
            <a:extLst>
              <a:ext uri="{FF2B5EF4-FFF2-40B4-BE49-F238E27FC236}">
                <a16:creationId xmlns:a16="http://schemas.microsoft.com/office/drawing/2014/main" id="{D1E639F9-6FFE-A298-1D5E-E24C590FFA27}"/>
              </a:ext>
            </a:extLst>
          </p:cNvPr>
          <p:cNvSpPr txBox="1"/>
          <p:nvPr/>
        </p:nvSpPr>
        <p:spPr>
          <a:xfrm>
            <a:off x="787440" y="287963"/>
            <a:ext cx="1362617" cy="584775"/>
          </a:xfrm>
          <a:prstGeom prst="rect">
            <a:avLst/>
          </a:prstGeom>
          <a:noFill/>
        </p:spPr>
        <p:txBody>
          <a:bodyPr wrap="none" rtlCol="0">
            <a:spAutoFit/>
          </a:bodyPr>
          <a:lstStyle/>
          <a:p>
            <a:r>
              <a:rPr lang="en-US" sz="1600" dirty="0"/>
              <a:t>Chemical</a:t>
            </a:r>
            <a:br>
              <a:rPr lang="en-US" sz="1600" dirty="0"/>
            </a:br>
            <a:r>
              <a:rPr lang="en-US" sz="1600" dirty="0"/>
              <a:t>Differentiator</a:t>
            </a:r>
          </a:p>
        </p:txBody>
      </p:sp>
      <p:sp>
        <p:nvSpPr>
          <p:cNvPr id="81" name="Oval 80">
            <a:extLst>
              <a:ext uri="{FF2B5EF4-FFF2-40B4-BE49-F238E27FC236}">
                <a16:creationId xmlns:a16="http://schemas.microsoft.com/office/drawing/2014/main" id="{191A997F-7AD2-7CA1-6AE3-19A89583705E}"/>
              </a:ext>
            </a:extLst>
          </p:cNvPr>
          <p:cNvSpPr>
            <a:spLocks noChangeAspect="1"/>
          </p:cNvSpPr>
          <p:nvPr/>
        </p:nvSpPr>
        <p:spPr>
          <a:xfrm>
            <a:off x="1051699" y="1076358"/>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82" name="TextBox 81">
                <a:extLst>
                  <a:ext uri="{FF2B5EF4-FFF2-40B4-BE49-F238E27FC236}">
                    <a16:creationId xmlns:a16="http://schemas.microsoft.com/office/drawing/2014/main" id="{1FA540D2-9DFB-3B13-1A1F-18E74C17C88D}"/>
                  </a:ext>
                </a:extLst>
              </p:cNvPr>
              <p:cNvSpPr txBox="1"/>
              <p:nvPr/>
            </p:nvSpPr>
            <p:spPr>
              <a:xfrm>
                <a:off x="996672" y="1052202"/>
                <a:ext cx="518558"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Df</m:t>
                          </m:r>
                        </m:sub>
                      </m:sSub>
                    </m:oMath>
                  </m:oMathPara>
                </a14:m>
                <a:endParaRPr lang="en-US" dirty="0">
                  <a:solidFill>
                    <a:schemeClr val="bg1"/>
                  </a:solidFill>
                </a:endParaRPr>
              </a:p>
            </p:txBody>
          </p:sp>
        </mc:Choice>
        <mc:Fallback xmlns="">
          <p:sp>
            <p:nvSpPr>
              <p:cNvPr id="82" name="TextBox 81">
                <a:extLst>
                  <a:ext uri="{FF2B5EF4-FFF2-40B4-BE49-F238E27FC236}">
                    <a16:creationId xmlns:a16="http://schemas.microsoft.com/office/drawing/2014/main" id="{1FA540D2-9DFB-3B13-1A1F-18E74C17C88D}"/>
                  </a:ext>
                </a:extLst>
              </p:cNvPr>
              <p:cNvSpPr txBox="1">
                <a:spLocks noRot="1" noChangeAspect="1" noMove="1" noResize="1" noEditPoints="1" noAdjustHandles="1" noChangeArrowheads="1" noChangeShapeType="1" noTextEdit="1"/>
              </p:cNvSpPr>
              <p:nvPr/>
            </p:nvSpPr>
            <p:spPr>
              <a:xfrm>
                <a:off x="996672" y="1052202"/>
                <a:ext cx="518558" cy="369332"/>
              </a:xfrm>
              <a:prstGeom prst="rect">
                <a:avLst/>
              </a:prstGeom>
              <a:blipFill>
                <a:blip r:embed="rId9"/>
                <a:stretch>
                  <a:fillRect/>
                </a:stretch>
              </a:blipFill>
            </p:spPr>
            <p:txBody>
              <a:bodyPr/>
              <a:lstStyle/>
              <a:p>
                <a:r>
                  <a:rPr lang="en-US">
                    <a:noFill/>
                  </a:rPr>
                  <a:t> </a:t>
                </a:r>
              </a:p>
            </p:txBody>
          </p:sp>
        </mc:Fallback>
      </mc:AlternateContent>
      <p:sp>
        <p:nvSpPr>
          <p:cNvPr id="83" name="Oval 82">
            <a:extLst>
              <a:ext uri="{FF2B5EF4-FFF2-40B4-BE49-F238E27FC236}">
                <a16:creationId xmlns:a16="http://schemas.microsoft.com/office/drawing/2014/main" id="{66226F2D-B8C3-6CF4-EF73-168FD50CFA50}"/>
              </a:ext>
            </a:extLst>
          </p:cNvPr>
          <p:cNvSpPr>
            <a:spLocks noChangeAspect="1"/>
          </p:cNvSpPr>
          <p:nvPr/>
        </p:nvSpPr>
        <p:spPr>
          <a:xfrm>
            <a:off x="1155180" y="1969714"/>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85" name="TextBox 84">
                <a:extLst>
                  <a:ext uri="{FF2B5EF4-FFF2-40B4-BE49-F238E27FC236}">
                    <a16:creationId xmlns:a16="http://schemas.microsoft.com/office/drawing/2014/main" id="{5A1030A4-ADC9-3F29-B78C-E63769BC7FA5}"/>
                  </a:ext>
                </a:extLst>
              </p:cNvPr>
              <p:cNvSpPr txBox="1"/>
              <p:nvPr/>
            </p:nvSpPr>
            <p:spPr>
              <a:xfrm>
                <a:off x="1097393" y="1961690"/>
                <a:ext cx="518558"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Ds</m:t>
                          </m:r>
                        </m:sub>
                      </m:sSub>
                    </m:oMath>
                  </m:oMathPara>
                </a14:m>
                <a:endParaRPr lang="en-US" dirty="0">
                  <a:solidFill>
                    <a:schemeClr val="bg1"/>
                  </a:solidFill>
                </a:endParaRPr>
              </a:p>
            </p:txBody>
          </p:sp>
        </mc:Choice>
        <mc:Fallback xmlns="">
          <p:sp>
            <p:nvSpPr>
              <p:cNvPr id="85" name="TextBox 84">
                <a:extLst>
                  <a:ext uri="{FF2B5EF4-FFF2-40B4-BE49-F238E27FC236}">
                    <a16:creationId xmlns:a16="http://schemas.microsoft.com/office/drawing/2014/main" id="{5A1030A4-ADC9-3F29-B78C-E63769BC7FA5}"/>
                  </a:ext>
                </a:extLst>
              </p:cNvPr>
              <p:cNvSpPr txBox="1">
                <a:spLocks noRot="1" noChangeAspect="1" noMove="1" noResize="1" noEditPoints="1" noAdjustHandles="1" noChangeArrowheads="1" noChangeShapeType="1" noTextEdit="1"/>
              </p:cNvSpPr>
              <p:nvPr/>
            </p:nvSpPr>
            <p:spPr>
              <a:xfrm>
                <a:off x="1097393" y="1961690"/>
                <a:ext cx="518558" cy="369332"/>
              </a:xfrm>
              <a:prstGeom prst="rect">
                <a:avLst/>
              </a:prstGeom>
              <a:blipFill>
                <a:blip r:embed="rId10"/>
                <a:stretch>
                  <a:fillRect/>
                </a:stretch>
              </a:blipFill>
            </p:spPr>
            <p:txBody>
              <a:bodyPr/>
              <a:lstStyle/>
              <a:p>
                <a:r>
                  <a:rPr lang="en-US">
                    <a:noFill/>
                  </a:rPr>
                  <a:t> </a:t>
                </a:r>
              </a:p>
            </p:txBody>
          </p:sp>
        </mc:Fallback>
      </mc:AlternateContent>
      <p:sp>
        <p:nvSpPr>
          <p:cNvPr id="86" name="Oval 85">
            <a:extLst>
              <a:ext uri="{FF2B5EF4-FFF2-40B4-BE49-F238E27FC236}">
                <a16:creationId xmlns:a16="http://schemas.microsoft.com/office/drawing/2014/main" id="{B7F9C8FC-3B40-2CDB-B307-90A024B5C327}"/>
              </a:ext>
            </a:extLst>
          </p:cNvPr>
          <p:cNvSpPr>
            <a:spLocks noChangeAspect="1"/>
          </p:cNvSpPr>
          <p:nvPr/>
        </p:nvSpPr>
        <p:spPr>
          <a:xfrm>
            <a:off x="2221387" y="1080215"/>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87" name="TextBox 86">
                <a:extLst>
                  <a:ext uri="{FF2B5EF4-FFF2-40B4-BE49-F238E27FC236}">
                    <a16:creationId xmlns:a16="http://schemas.microsoft.com/office/drawing/2014/main" id="{9BB32D3A-4D31-C52F-0B37-50089890CFF4}"/>
                  </a:ext>
                </a:extLst>
              </p:cNvPr>
              <p:cNvSpPr txBox="1"/>
              <p:nvPr/>
            </p:nvSpPr>
            <p:spPr>
              <a:xfrm>
                <a:off x="2166526" y="1051639"/>
                <a:ext cx="518558" cy="394019"/>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Dp</m:t>
                          </m:r>
                        </m:sub>
                      </m:sSub>
                    </m:oMath>
                  </m:oMathPara>
                </a14:m>
                <a:endParaRPr lang="en-US" dirty="0">
                  <a:solidFill>
                    <a:schemeClr val="bg1"/>
                  </a:solidFill>
                </a:endParaRPr>
              </a:p>
            </p:txBody>
          </p:sp>
        </mc:Choice>
        <mc:Fallback xmlns="">
          <p:sp>
            <p:nvSpPr>
              <p:cNvPr id="87" name="TextBox 86">
                <a:extLst>
                  <a:ext uri="{FF2B5EF4-FFF2-40B4-BE49-F238E27FC236}">
                    <a16:creationId xmlns:a16="http://schemas.microsoft.com/office/drawing/2014/main" id="{9BB32D3A-4D31-C52F-0B37-50089890CFF4}"/>
                  </a:ext>
                </a:extLst>
              </p:cNvPr>
              <p:cNvSpPr txBox="1">
                <a:spLocks noRot="1" noChangeAspect="1" noMove="1" noResize="1" noEditPoints="1" noAdjustHandles="1" noChangeArrowheads="1" noChangeShapeType="1" noTextEdit="1"/>
              </p:cNvSpPr>
              <p:nvPr/>
            </p:nvSpPr>
            <p:spPr>
              <a:xfrm>
                <a:off x="2166526" y="1051639"/>
                <a:ext cx="518558" cy="394019"/>
              </a:xfrm>
              <a:prstGeom prst="rect">
                <a:avLst/>
              </a:prstGeom>
              <a:blipFill>
                <a:blip r:embed="rId11"/>
                <a:stretch>
                  <a:fillRect b="-9375"/>
                </a:stretch>
              </a:blipFill>
            </p:spPr>
            <p:txBody>
              <a:bodyPr/>
              <a:lstStyle/>
              <a:p>
                <a:r>
                  <a:rPr lang="en-US">
                    <a:noFill/>
                  </a:rPr>
                  <a:t> </a:t>
                </a:r>
              </a:p>
            </p:txBody>
          </p:sp>
        </mc:Fallback>
      </mc:AlternateContent>
      <p:cxnSp>
        <p:nvCxnSpPr>
          <p:cNvPr id="89" name="Straight Arrow Connector 88">
            <a:extLst>
              <a:ext uri="{FF2B5EF4-FFF2-40B4-BE49-F238E27FC236}">
                <a16:creationId xmlns:a16="http://schemas.microsoft.com/office/drawing/2014/main" id="{6E29F78A-B8D6-5D1E-C25A-46D0C2CC104B}"/>
              </a:ext>
            </a:extLst>
          </p:cNvPr>
          <p:cNvCxnSpPr>
            <a:cxnSpLocks/>
            <a:stCxn id="67" idx="3"/>
            <a:endCxn id="81" idx="2"/>
          </p:cNvCxnSpPr>
          <p:nvPr/>
        </p:nvCxnSpPr>
        <p:spPr>
          <a:xfrm flipV="1">
            <a:off x="593368" y="1267066"/>
            <a:ext cx="458331" cy="339271"/>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0" name="Straight Arrow Connector 89">
            <a:extLst>
              <a:ext uri="{FF2B5EF4-FFF2-40B4-BE49-F238E27FC236}">
                <a16:creationId xmlns:a16="http://schemas.microsoft.com/office/drawing/2014/main" id="{018DE70F-7DFE-0D58-FC9C-0384692AA6A5}"/>
              </a:ext>
            </a:extLst>
          </p:cNvPr>
          <p:cNvCxnSpPr>
            <a:cxnSpLocks/>
            <a:stCxn id="67" idx="3"/>
            <a:endCxn id="83" idx="2"/>
          </p:cNvCxnSpPr>
          <p:nvPr/>
        </p:nvCxnSpPr>
        <p:spPr>
          <a:xfrm>
            <a:off x="593368" y="1606337"/>
            <a:ext cx="561812" cy="554085"/>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1" name="Straight Arrow Connector 90">
            <a:extLst>
              <a:ext uri="{FF2B5EF4-FFF2-40B4-BE49-F238E27FC236}">
                <a16:creationId xmlns:a16="http://schemas.microsoft.com/office/drawing/2014/main" id="{1E90BAD2-8A78-5874-C03C-65F1B232F38A}"/>
              </a:ext>
            </a:extLst>
          </p:cNvPr>
          <p:cNvCxnSpPr>
            <a:cxnSpLocks/>
            <a:stCxn id="81" idx="6"/>
            <a:endCxn id="86" idx="2"/>
          </p:cNvCxnSpPr>
          <p:nvPr/>
        </p:nvCxnSpPr>
        <p:spPr>
          <a:xfrm>
            <a:off x="1433113" y="1267066"/>
            <a:ext cx="788274" cy="3858"/>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2" name="Straight Arrow Connector 91">
            <a:extLst>
              <a:ext uri="{FF2B5EF4-FFF2-40B4-BE49-F238E27FC236}">
                <a16:creationId xmlns:a16="http://schemas.microsoft.com/office/drawing/2014/main" id="{0AC76E6C-6225-3262-5C8B-B63450705137}"/>
              </a:ext>
            </a:extLst>
          </p:cNvPr>
          <p:cNvCxnSpPr>
            <a:cxnSpLocks/>
            <a:stCxn id="83" idx="6"/>
            <a:endCxn id="98" idx="2"/>
          </p:cNvCxnSpPr>
          <p:nvPr/>
        </p:nvCxnSpPr>
        <p:spPr>
          <a:xfrm>
            <a:off x="1536594" y="2160422"/>
            <a:ext cx="1447412" cy="33588"/>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3" name="Straight Arrow Connector 92">
            <a:extLst>
              <a:ext uri="{FF2B5EF4-FFF2-40B4-BE49-F238E27FC236}">
                <a16:creationId xmlns:a16="http://schemas.microsoft.com/office/drawing/2014/main" id="{88EB8C73-3D0E-ED5A-44F3-D5A10D624EB8}"/>
              </a:ext>
            </a:extLst>
          </p:cNvPr>
          <p:cNvCxnSpPr>
            <a:cxnSpLocks/>
            <a:stCxn id="86" idx="6"/>
          </p:cNvCxnSpPr>
          <p:nvPr/>
        </p:nvCxnSpPr>
        <p:spPr>
          <a:xfrm>
            <a:off x="2602801" y="1270923"/>
            <a:ext cx="1532016" cy="14542"/>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94" name="TextBox 93">
                <a:extLst>
                  <a:ext uri="{FF2B5EF4-FFF2-40B4-BE49-F238E27FC236}">
                    <a16:creationId xmlns:a16="http://schemas.microsoft.com/office/drawing/2014/main" id="{88396017-2785-0A81-8190-5D36870170FD}"/>
                  </a:ext>
                </a:extLst>
              </p:cNvPr>
              <p:cNvSpPr txBox="1"/>
              <p:nvPr/>
            </p:nvSpPr>
            <p:spPr>
              <a:xfrm>
                <a:off x="2910701" y="902683"/>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d</m:t>
                          </m:r>
                        </m:sub>
                      </m:sSub>
                    </m:oMath>
                  </m:oMathPara>
                </a14:m>
                <a:endParaRPr lang="en-US" dirty="0">
                  <a:solidFill>
                    <a:schemeClr val="tx1"/>
                  </a:solidFill>
                </a:endParaRPr>
              </a:p>
            </p:txBody>
          </p:sp>
        </mc:Choice>
        <mc:Fallback xmlns="">
          <p:sp>
            <p:nvSpPr>
              <p:cNvPr id="94" name="TextBox 93">
                <a:extLst>
                  <a:ext uri="{FF2B5EF4-FFF2-40B4-BE49-F238E27FC236}">
                    <a16:creationId xmlns:a16="http://schemas.microsoft.com/office/drawing/2014/main" id="{88396017-2785-0A81-8190-5D36870170FD}"/>
                  </a:ext>
                </a:extLst>
              </p:cNvPr>
              <p:cNvSpPr txBox="1">
                <a:spLocks noRot="1" noChangeAspect="1" noMove="1" noResize="1" noEditPoints="1" noAdjustHandles="1" noChangeArrowheads="1" noChangeShapeType="1" noTextEdit="1"/>
              </p:cNvSpPr>
              <p:nvPr/>
            </p:nvSpPr>
            <p:spPr>
              <a:xfrm>
                <a:off x="2910701" y="902683"/>
                <a:ext cx="507796" cy="369332"/>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5" name="TextBox 94">
                <a:extLst>
                  <a:ext uri="{FF2B5EF4-FFF2-40B4-BE49-F238E27FC236}">
                    <a16:creationId xmlns:a16="http://schemas.microsoft.com/office/drawing/2014/main" id="{10FFCC80-7311-553B-113D-2B01AB99C628}"/>
                  </a:ext>
                </a:extLst>
              </p:cNvPr>
              <p:cNvSpPr txBox="1"/>
              <p:nvPr/>
            </p:nvSpPr>
            <p:spPr>
              <a:xfrm>
                <a:off x="1551725" y="890088"/>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Df</m:t>
                          </m:r>
                        </m:sub>
                      </m:sSub>
                    </m:oMath>
                  </m:oMathPara>
                </a14:m>
                <a:endParaRPr lang="en-US" dirty="0">
                  <a:solidFill>
                    <a:schemeClr val="tx1"/>
                  </a:solidFill>
                </a:endParaRPr>
              </a:p>
            </p:txBody>
          </p:sp>
        </mc:Choice>
        <mc:Fallback xmlns="">
          <p:sp>
            <p:nvSpPr>
              <p:cNvPr id="95" name="TextBox 94">
                <a:extLst>
                  <a:ext uri="{FF2B5EF4-FFF2-40B4-BE49-F238E27FC236}">
                    <a16:creationId xmlns:a16="http://schemas.microsoft.com/office/drawing/2014/main" id="{10FFCC80-7311-553B-113D-2B01AB99C628}"/>
                  </a:ext>
                </a:extLst>
              </p:cNvPr>
              <p:cNvSpPr txBox="1">
                <a:spLocks noRot="1" noChangeAspect="1" noMove="1" noResize="1" noEditPoints="1" noAdjustHandles="1" noChangeArrowheads="1" noChangeShapeType="1" noTextEdit="1"/>
              </p:cNvSpPr>
              <p:nvPr/>
            </p:nvSpPr>
            <p:spPr>
              <a:xfrm>
                <a:off x="1551725" y="890088"/>
                <a:ext cx="507796" cy="369332"/>
              </a:xfrm>
              <a:prstGeom prst="rect">
                <a:avLst/>
              </a:prstGeom>
              <a:blipFill>
                <a:blip r:embed="rId13"/>
                <a:stretch>
                  <a:fillRect r="-481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7" name="TextBox 96">
                <a:extLst>
                  <a:ext uri="{FF2B5EF4-FFF2-40B4-BE49-F238E27FC236}">
                    <a16:creationId xmlns:a16="http://schemas.microsoft.com/office/drawing/2014/main" id="{0007722B-24B2-BDC5-F0FF-A0BBAAD5797D}"/>
                  </a:ext>
                </a:extLst>
              </p:cNvPr>
              <p:cNvSpPr txBox="1"/>
              <p:nvPr/>
            </p:nvSpPr>
            <p:spPr>
              <a:xfrm>
                <a:off x="1957366" y="2124718"/>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Ds</m:t>
                          </m:r>
                        </m:sub>
                      </m:sSub>
                    </m:oMath>
                  </m:oMathPara>
                </a14:m>
                <a:endParaRPr lang="en-US" dirty="0">
                  <a:solidFill>
                    <a:schemeClr val="tx1"/>
                  </a:solidFill>
                </a:endParaRPr>
              </a:p>
            </p:txBody>
          </p:sp>
        </mc:Choice>
        <mc:Fallback xmlns="">
          <p:sp>
            <p:nvSpPr>
              <p:cNvPr id="97" name="TextBox 96">
                <a:extLst>
                  <a:ext uri="{FF2B5EF4-FFF2-40B4-BE49-F238E27FC236}">
                    <a16:creationId xmlns:a16="http://schemas.microsoft.com/office/drawing/2014/main" id="{0007722B-24B2-BDC5-F0FF-A0BBAAD5797D}"/>
                  </a:ext>
                </a:extLst>
              </p:cNvPr>
              <p:cNvSpPr txBox="1">
                <a:spLocks noRot="1" noChangeAspect="1" noMove="1" noResize="1" noEditPoints="1" noAdjustHandles="1" noChangeArrowheads="1" noChangeShapeType="1" noTextEdit="1"/>
              </p:cNvSpPr>
              <p:nvPr/>
            </p:nvSpPr>
            <p:spPr>
              <a:xfrm>
                <a:off x="1957366" y="2124718"/>
                <a:ext cx="507796" cy="369332"/>
              </a:xfrm>
              <a:prstGeom prst="rect">
                <a:avLst/>
              </a:prstGeom>
              <a:blipFill>
                <a:blip r:embed="rId14"/>
                <a:stretch>
                  <a:fillRect r="-8434"/>
                </a:stretch>
              </a:blipFill>
            </p:spPr>
            <p:txBody>
              <a:bodyPr/>
              <a:lstStyle/>
              <a:p>
                <a:r>
                  <a:rPr lang="en-US">
                    <a:noFill/>
                  </a:rPr>
                  <a:t> </a:t>
                </a:r>
              </a:p>
            </p:txBody>
          </p:sp>
        </mc:Fallback>
      </mc:AlternateContent>
      <p:sp>
        <p:nvSpPr>
          <p:cNvPr id="98" name="Oval 97">
            <a:extLst>
              <a:ext uri="{FF2B5EF4-FFF2-40B4-BE49-F238E27FC236}">
                <a16:creationId xmlns:a16="http://schemas.microsoft.com/office/drawing/2014/main" id="{5430005F-ABDD-DCCC-AE72-6B7DDADC1358}"/>
              </a:ext>
            </a:extLst>
          </p:cNvPr>
          <p:cNvSpPr>
            <a:spLocks noChangeAspect="1"/>
          </p:cNvSpPr>
          <p:nvPr/>
        </p:nvSpPr>
        <p:spPr>
          <a:xfrm>
            <a:off x="2984006" y="2003302"/>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100" name="TextBox 99">
                <a:extLst>
                  <a:ext uri="{FF2B5EF4-FFF2-40B4-BE49-F238E27FC236}">
                    <a16:creationId xmlns:a16="http://schemas.microsoft.com/office/drawing/2014/main" id="{8621C98D-7C01-E6DF-F0E7-DCE48D3531AF}"/>
                  </a:ext>
                </a:extLst>
              </p:cNvPr>
              <p:cNvSpPr txBox="1"/>
              <p:nvPr/>
            </p:nvSpPr>
            <p:spPr>
              <a:xfrm>
                <a:off x="2918451" y="1964950"/>
                <a:ext cx="518558"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Di</m:t>
                          </m:r>
                        </m:sub>
                      </m:sSub>
                    </m:oMath>
                  </m:oMathPara>
                </a14:m>
                <a:endParaRPr lang="en-US" dirty="0">
                  <a:solidFill>
                    <a:schemeClr val="bg1"/>
                  </a:solidFill>
                </a:endParaRPr>
              </a:p>
            </p:txBody>
          </p:sp>
        </mc:Choice>
        <mc:Fallback xmlns="">
          <p:sp>
            <p:nvSpPr>
              <p:cNvPr id="100" name="TextBox 99">
                <a:extLst>
                  <a:ext uri="{FF2B5EF4-FFF2-40B4-BE49-F238E27FC236}">
                    <a16:creationId xmlns:a16="http://schemas.microsoft.com/office/drawing/2014/main" id="{8621C98D-7C01-E6DF-F0E7-DCE48D3531AF}"/>
                  </a:ext>
                </a:extLst>
              </p:cNvPr>
              <p:cNvSpPr txBox="1">
                <a:spLocks noRot="1" noChangeAspect="1" noMove="1" noResize="1" noEditPoints="1" noAdjustHandles="1" noChangeArrowheads="1" noChangeShapeType="1" noTextEdit="1"/>
              </p:cNvSpPr>
              <p:nvPr/>
            </p:nvSpPr>
            <p:spPr>
              <a:xfrm>
                <a:off x="2918451" y="1964950"/>
                <a:ext cx="518558" cy="369332"/>
              </a:xfrm>
              <a:prstGeom prst="rect">
                <a:avLst/>
              </a:prstGeom>
              <a:blipFill>
                <a:blip r:embed="rId15"/>
                <a:stretch>
                  <a:fillRect/>
                </a:stretch>
              </a:blipFill>
            </p:spPr>
            <p:txBody>
              <a:bodyPr/>
              <a:lstStyle/>
              <a:p>
                <a:r>
                  <a:rPr lang="en-US">
                    <a:noFill/>
                  </a:rPr>
                  <a:t> </a:t>
                </a:r>
              </a:p>
            </p:txBody>
          </p:sp>
        </mc:Fallback>
      </mc:AlternateContent>
      <p:cxnSp>
        <p:nvCxnSpPr>
          <p:cNvPr id="101" name="Straight Arrow Connector 100">
            <a:extLst>
              <a:ext uri="{FF2B5EF4-FFF2-40B4-BE49-F238E27FC236}">
                <a16:creationId xmlns:a16="http://schemas.microsoft.com/office/drawing/2014/main" id="{111B9C46-7A04-390A-2951-35AAC9D0BAB2}"/>
              </a:ext>
            </a:extLst>
          </p:cNvPr>
          <p:cNvCxnSpPr>
            <a:cxnSpLocks/>
            <a:stCxn id="94" idx="2"/>
            <a:endCxn id="98" idx="0"/>
          </p:cNvCxnSpPr>
          <p:nvPr/>
        </p:nvCxnSpPr>
        <p:spPr>
          <a:xfrm>
            <a:off x="3164599" y="1272015"/>
            <a:ext cx="10114" cy="731287"/>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09" name="TextBox 108">
                <a:extLst>
                  <a:ext uri="{FF2B5EF4-FFF2-40B4-BE49-F238E27FC236}">
                    <a16:creationId xmlns:a16="http://schemas.microsoft.com/office/drawing/2014/main" id="{A3D14B75-0FAD-E097-E960-5ADAE059DE5D}"/>
                  </a:ext>
                </a:extLst>
              </p:cNvPr>
              <p:cNvSpPr txBox="1"/>
              <p:nvPr/>
            </p:nvSpPr>
            <p:spPr>
              <a:xfrm>
                <a:off x="3796741" y="793933"/>
                <a:ext cx="578427" cy="400110"/>
              </a:xfrm>
              <a:prstGeom prst="rect">
                <a:avLst/>
              </a:prstGeom>
              <a:noFill/>
            </p:spPr>
            <p:txBody>
              <a:bodyPr wrap="none" rtlCol="0">
                <a:spAutoFit/>
              </a:bodyPr>
              <a:lstStyle/>
              <a:p>
                <a:pPr/>
                <a14:m>
                  <m:oMathPara xmlns:m="http://schemas.openxmlformats.org/officeDocument/2006/math">
                    <m:oMath>
                      <m:sSub>
                        <m:sSubPr>
                          <m:ctrlPr>
                            <a:rPr lang="de-DE" sz="2000" b="0" i="1" smtClean="0">
                              <a:latin typeface="Cambria Math" panose="02040503050406030204" pitchFamily="18" charset="0"/>
                            </a:rPr>
                          </m:ctrlPr>
                        </m:sSubPr>
                        <m:e>
                          <m:r>
                            <m:rPr>
                              <m:sty m:val="p"/>
                            </m:rPr>
                            <a:rPr lang="de-DE" sz="2000" b="0" i="1" smtClean="0">
                              <a:latin typeface="Cambria Math" panose="02040503050406030204" pitchFamily="18" charset="0"/>
                            </a:rPr>
                            <m:t>m</m:t>
                          </m:r>
                        </m:e>
                        <m:sub>
                          <m:r>
                            <m:rPr>
                              <m:sty m:val="p"/>
                            </m:rPr>
                            <a:rPr lang="de-DE" sz="2000" b="0" i="1" smtClean="0">
                              <a:latin typeface="Cambria Math" panose="02040503050406030204" pitchFamily="18" charset="0"/>
                            </a:rPr>
                            <m:t>d</m:t>
                          </m:r>
                        </m:sub>
                      </m:sSub>
                    </m:oMath>
                  </m:oMathPara>
                </a14:m>
                <a:endParaRPr lang="en-US" sz="2000" dirty="0"/>
              </a:p>
            </p:txBody>
          </p:sp>
        </mc:Choice>
        <mc:Fallback xmlns="">
          <p:sp>
            <p:nvSpPr>
              <p:cNvPr id="109" name="TextBox 108">
                <a:extLst>
                  <a:ext uri="{FF2B5EF4-FFF2-40B4-BE49-F238E27FC236}">
                    <a16:creationId xmlns:a16="http://schemas.microsoft.com/office/drawing/2014/main" id="{A3D14B75-0FAD-E097-E960-5ADAE059DE5D}"/>
                  </a:ext>
                </a:extLst>
              </p:cNvPr>
              <p:cNvSpPr txBox="1">
                <a:spLocks noRot="1" noChangeAspect="1" noMove="1" noResize="1" noEditPoints="1" noAdjustHandles="1" noChangeArrowheads="1" noChangeShapeType="1" noTextEdit="1"/>
              </p:cNvSpPr>
              <p:nvPr/>
            </p:nvSpPr>
            <p:spPr>
              <a:xfrm>
                <a:off x="3796741" y="793933"/>
                <a:ext cx="578427" cy="400110"/>
              </a:xfrm>
              <a:prstGeom prst="rect">
                <a:avLst/>
              </a:prstGeom>
              <a:blipFill>
                <a:blip r:embed="rId16"/>
                <a:stretch>
                  <a:fillRect b="-151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2" name="TextBox 111">
                <a:extLst>
                  <a:ext uri="{FF2B5EF4-FFF2-40B4-BE49-F238E27FC236}">
                    <a16:creationId xmlns:a16="http://schemas.microsoft.com/office/drawing/2014/main" id="{222CF62C-B0EC-8707-6F72-554FC5C4336B}"/>
                  </a:ext>
                </a:extLst>
              </p:cNvPr>
              <p:cNvSpPr txBox="1"/>
              <p:nvPr/>
            </p:nvSpPr>
            <p:spPr>
              <a:xfrm>
                <a:off x="7415254" y="250620"/>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c</m:t>
                          </m:r>
                        </m:sub>
                      </m:sSub>
                    </m:oMath>
                  </m:oMathPara>
                </a14:m>
                <a:endParaRPr lang="en-US" dirty="0">
                  <a:solidFill>
                    <a:schemeClr val="tx1"/>
                  </a:solidFill>
                </a:endParaRPr>
              </a:p>
            </p:txBody>
          </p:sp>
        </mc:Choice>
        <mc:Fallback xmlns="">
          <p:sp>
            <p:nvSpPr>
              <p:cNvPr id="112" name="TextBox 111">
                <a:extLst>
                  <a:ext uri="{FF2B5EF4-FFF2-40B4-BE49-F238E27FC236}">
                    <a16:creationId xmlns:a16="http://schemas.microsoft.com/office/drawing/2014/main" id="{222CF62C-B0EC-8707-6F72-554FC5C4336B}"/>
                  </a:ext>
                </a:extLst>
              </p:cNvPr>
              <p:cNvSpPr txBox="1">
                <a:spLocks noRot="1" noChangeAspect="1" noMove="1" noResize="1" noEditPoints="1" noAdjustHandles="1" noChangeArrowheads="1" noChangeShapeType="1" noTextEdit="1"/>
              </p:cNvSpPr>
              <p:nvPr/>
            </p:nvSpPr>
            <p:spPr>
              <a:xfrm>
                <a:off x="7415254" y="250620"/>
                <a:ext cx="507796" cy="369332"/>
              </a:xfrm>
              <a:prstGeom prst="rect">
                <a:avLst/>
              </a:prstGeom>
              <a:blipFill>
                <a:blip r:embed="rId17"/>
                <a:stretch>
                  <a:fillRect/>
                </a:stretch>
              </a:blipFill>
            </p:spPr>
            <p:txBody>
              <a:bodyPr/>
              <a:lstStyle/>
              <a:p>
                <a:r>
                  <a:rPr lang="en-US">
                    <a:noFill/>
                  </a:rPr>
                  <a:t> </a:t>
                </a:r>
              </a:p>
            </p:txBody>
          </p:sp>
        </mc:Fallback>
      </mc:AlternateContent>
      <p:sp>
        <p:nvSpPr>
          <p:cNvPr id="30" name="Oval 29">
            <a:extLst>
              <a:ext uri="{FF2B5EF4-FFF2-40B4-BE49-F238E27FC236}">
                <a16:creationId xmlns:a16="http://schemas.microsoft.com/office/drawing/2014/main" id="{0B68370D-8D01-BCF2-2431-FFC0499F6EE0}"/>
              </a:ext>
            </a:extLst>
          </p:cNvPr>
          <p:cNvSpPr>
            <a:spLocks noChangeAspect="1"/>
          </p:cNvSpPr>
          <p:nvPr/>
        </p:nvSpPr>
        <p:spPr>
          <a:xfrm>
            <a:off x="9575979" y="142755"/>
            <a:ext cx="410141" cy="41014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1" name="Oval 30">
            <a:extLst>
              <a:ext uri="{FF2B5EF4-FFF2-40B4-BE49-F238E27FC236}">
                <a16:creationId xmlns:a16="http://schemas.microsoft.com/office/drawing/2014/main" id="{DEBD0340-47EC-ADA8-7445-CD0631D5BC6E}"/>
              </a:ext>
            </a:extLst>
          </p:cNvPr>
          <p:cNvSpPr>
            <a:spLocks noChangeAspect="1"/>
          </p:cNvSpPr>
          <p:nvPr/>
        </p:nvSpPr>
        <p:spPr>
          <a:xfrm>
            <a:off x="9585689" y="2013858"/>
            <a:ext cx="410141" cy="41014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32" name="Straight Arrow Connector 31">
            <a:extLst>
              <a:ext uri="{FF2B5EF4-FFF2-40B4-BE49-F238E27FC236}">
                <a16:creationId xmlns:a16="http://schemas.microsoft.com/office/drawing/2014/main" id="{55622202-F609-2C1A-F516-517A82E058B1}"/>
              </a:ext>
            </a:extLst>
          </p:cNvPr>
          <p:cNvCxnSpPr>
            <a:cxnSpLocks/>
            <a:stCxn id="31" idx="6"/>
            <a:endCxn id="43" idx="3"/>
          </p:cNvCxnSpPr>
          <p:nvPr/>
        </p:nvCxnSpPr>
        <p:spPr>
          <a:xfrm flipV="1">
            <a:off x="9995830" y="1420709"/>
            <a:ext cx="806857" cy="798219"/>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a16="http://schemas.microsoft.com/office/drawing/2014/main" id="{8FB63E43-7EE7-BC79-B36E-14E4FDBF4933}"/>
              </a:ext>
            </a:extLst>
          </p:cNvPr>
          <p:cNvCxnSpPr>
            <a:cxnSpLocks/>
            <a:stCxn id="30" idx="6"/>
            <a:endCxn id="43" idx="1"/>
          </p:cNvCxnSpPr>
          <p:nvPr/>
        </p:nvCxnSpPr>
        <p:spPr>
          <a:xfrm>
            <a:off x="9986120" y="347826"/>
            <a:ext cx="816567" cy="78287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D84997EB-3E76-6EBE-5EAF-E0DD7C089139}"/>
                  </a:ext>
                </a:extLst>
              </p:cNvPr>
              <p:cNvSpPr txBox="1"/>
              <p:nvPr/>
            </p:nvSpPr>
            <p:spPr>
              <a:xfrm>
                <a:off x="10078291" y="240629"/>
                <a:ext cx="855270"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Nc</m:t>
                          </m:r>
                        </m:sub>
                      </m:sSub>
                    </m:oMath>
                  </m:oMathPara>
                </a14:m>
                <a:endParaRPr lang="en-US" dirty="0">
                  <a:solidFill>
                    <a:schemeClr val="tx1"/>
                  </a:solidFill>
                </a:endParaRPr>
              </a:p>
            </p:txBody>
          </p:sp>
        </mc:Choice>
        <mc:Fallback xmlns="">
          <p:sp>
            <p:nvSpPr>
              <p:cNvPr id="34" name="TextBox 33">
                <a:extLst>
                  <a:ext uri="{FF2B5EF4-FFF2-40B4-BE49-F238E27FC236}">
                    <a16:creationId xmlns:a16="http://schemas.microsoft.com/office/drawing/2014/main" id="{D84997EB-3E76-6EBE-5EAF-E0DD7C089139}"/>
                  </a:ext>
                </a:extLst>
              </p:cNvPr>
              <p:cNvSpPr txBox="1">
                <a:spLocks noRot="1" noChangeAspect="1" noMove="1" noResize="1" noEditPoints="1" noAdjustHandles="1" noChangeArrowheads="1" noChangeShapeType="1" noTextEdit="1"/>
              </p:cNvSpPr>
              <p:nvPr/>
            </p:nvSpPr>
            <p:spPr>
              <a:xfrm>
                <a:off x="10078291" y="240629"/>
                <a:ext cx="855270" cy="369332"/>
              </a:xfrm>
              <a:prstGeom prst="rect">
                <a:avLst/>
              </a:prstGeom>
              <a:blipFill>
                <a:blip r:embed="rId1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190CA432-9E79-083A-5C5A-BAC422D433AD}"/>
                  </a:ext>
                </a:extLst>
              </p:cNvPr>
              <p:cNvSpPr txBox="1"/>
              <p:nvPr/>
            </p:nvSpPr>
            <p:spPr>
              <a:xfrm>
                <a:off x="10136554" y="1768688"/>
                <a:ext cx="855270"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Nc</m:t>
                          </m:r>
                        </m:sub>
                      </m:sSub>
                    </m:oMath>
                  </m:oMathPara>
                </a14:m>
                <a:endParaRPr lang="en-US" dirty="0">
                  <a:solidFill>
                    <a:schemeClr val="tx1"/>
                  </a:solidFill>
                </a:endParaRPr>
              </a:p>
            </p:txBody>
          </p:sp>
        </mc:Choice>
        <mc:Fallback xmlns="">
          <p:sp>
            <p:nvSpPr>
              <p:cNvPr id="35" name="TextBox 34">
                <a:extLst>
                  <a:ext uri="{FF2B5EF4-FFF2-40B4-BE49-F238E27FC236}">
                    <a16:creationId xmlns:a16="http://schemas.microsoft.com/office/drawing/2014/main" id="{190CA432-9E79-083A-5C5A-BAC422D433AD}"/>
                  </a:ext>
                </a:extLst>
              </p:cNvPr>
              <p:cNvSpPr txBox="1">
                <a:spLocks noRot="1" noChangeAspect="1" noMove="1" noResize="1" noEditPoints="1" noAdjustHandles="1" noChangeArrowheads="1" noChangeShapeType="1" noTextEdit="1"/>
              </p:cNvSpPr>
              <p:nvPr/>
            </p:nvSpPr>
            <p:spPr>
              <a:xfrm>
                <a:off x="10136554" y="1768688"/>
                <a:ext cx="855270" cy="369332"/>
              </a:xfrm>
              <a:prstGeom prst="rect">
                <a:avLst/>
              </a:prstGeom>
              <a:blipFill>
                <a:blip r:embed="rId1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932D9772-B285-9955-5E26-5F7D790EB219}"/>
                  </a:ext>
                </a:extLst>
              </p:cNvPr>
              <p:cNvSpPr txBox="1"/>
              <p:nvPr/>
            </p:nvSpPr>
            <p:spPr>
              <a:xfrm>
                <a:off x="8973206" y="593705"/>
                <a:ext cx="855270"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Na</m:t>
                          </m:r>
                        </m:sub>
                      </m:sSub>
                    </m:oMath>
                  </m:oMathPara>
                </a14:m>
                <a:endParaRPr lang="en-US" dirty="0">
                  <a:solidFill>
                    <a:schemeClr val="tx1"/>
                  </a:solidFill>
                </a:endParaRPr>
              </a:p>
            </p:txBody>
          </p:sp>
        </mc:Choice>
        <mc:Fallback xmlns="">
          <p:sp>
            <p:nvSpPr>
              <p:cNvPr id="36" name="TextBox 35">
                <a:extLst>
                  <a:ext uri="{FF2B5EF4-FFF2-40B4-BE49-F238E27FC236}">
                    <a16:creationId xmlns:a16="http://schemas.microsoft.com/office/drawing/2014/main" id="{932D9772-B285-9955-5E26-5F7D790EB219}"/>
                  </a:ext>
                </a:extLst>
              </p:cNvPr>
              <p:cNvSpPr txBox="1">
                <a:spLocks noRot="1" noChangeAspect="1" noMove="1" noResize="1" noEditPoints="1" noAdjustHandles="1" noChangeArrowheads="1" noChangeShapeType="1" noTextEdit="1"/>
              </p:cNvSpPr>
              <p:nvPr/>
            </p:nvSpPr>
            <p:spPr>
              <a:xfrm>
                <a:off x="8973206" y="593705"/>
                <a:ext cx="855270" cy="369332"/>
              </a:xfrm>
              <a:prstGeom prst="rect">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B1FC24E9-40AC-0F50-6C79-CDC40C7AD116}"/>
                  </a:ext>
                </a:extLst>
              </p:cNvPr>
              <p:cNvSpPr txBox="1"/>
              <p:nvPr/>
            </p:nvSpPr>
            <p:spPr>
              <a:xfrm>
                <a:off x="8905458" y="1504491"/>
                <a:ext cx="855270"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Nb</m:t>
                          </m:r>
                        </m:sub>
                      </m:sSub>
                    </m:oMath>
                  </m:oMathPara>
                </a14:m>
                <a:endParaRPr lang="en-US" dirty="0">
                  <a:solidFill>
                    <a:schemeClr val="tx1"/>
                  </a:solidFill>
                </a:endParaRPr>
              </a:p>
            </p:txBody>
          </p:sp>
        </mc:Choice>
        <mc:Fallback xmlns="">
          <p:sp>
            <p:nvSpPr>
              <p:cNvPr id="37" name="TextBox 36">
                <a:extLst>
                  <a:ext uri="{FF2B5EF4-FFF2-40B4-BE49-F238E27FC236}">
                    <a16:creationId xmlns:a16="http://schemas.microsoft.com/office/drawing/2014/main" id="{B1FC24E9-40AC-0F50-6C79-CDC40C7AD116}"/>
                  </a:ext>
                </a:extLst>
              </p:cNvPr>
              <p:cNvSpPr txBox="1">
                <a:spLocks noRot="1" noChangeAspect="1" noMove="1" noResize="1" noEditPoints="1" noAdjustHandles="1" noChangeArrowheads="1" noChangeShapeType="1" noTextEdit="1"/>
              </p:cNvSpPr>
              <p:nvPr/>
            </p:nvSpPr>
            <p:spPr>
              <a:xfrm>
                <a:off x="8905458" y="1504491"/>
                <a:ext cx="855270" cy="369332"/>
              </a:xfrm>
              <a:prstGeom prst="rect">
                <a:avLst/>
              </a:prstGeom>
              <a:blipFill>
                <a:blip r:embed="rId21"/>
                <a:stretch>
                  <a:fillRect/>
                </a:stretch>
              </a:blipFill>
            </p:spPr>
            <p:txBody>
              <a:bodyPr/>
              <a:lstStyle/>
              <a:p>
                <a:r>
                  <a:rPr lang="en-US">
                    <a:noFill/>
                  </a:rPr>
                  <a:t> </a:t>
                </a:r>
              </a:p>
            </p:txBody>
          </p:sp>
        </mc:Fallback>
      </mc:AlternateContent>
      <p:sp>
        <p:nvSpPr>
          <p:cNvPr id="38" name="Oval 37">
            <a:extLst>
              <a:ext uri="{FF2B5EF4-FFF2-40B4-BE49-F238E27FC236}">
                <a16:creationId xmlns:a16="http://schemas.microsoft.com/office/drawing/2014/main" id="{57F5F14C-A0F1-F44B-866A-4ADA2714D436}"/>
              </a:ext>
            </a:extLst>
          </p:cNvPr>
          <p:cNvSpPr>
            <a:spLocks noChangeAspect="1"/>
          </p:cNvSpPr>
          <p:nvPr/>
        </p:nvSpPr>
        <p:spPr>
          <a:xfrm>
            <a:off x="8524898" y="1070632"/>
            <a:ext cx="410141" cy="41014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39" name="Straight Arrow Connector 38">
            <a:extLst>
              <a:ext uri="{FF2B5EF4-FFF2-40B4-BE49-F238E27FC236}">
                <a16:creationId xmlns:a16="http://schemas.microsoft.com/office/drawing/2014/main" id="{EAC63809-5682-FCB1-AEA9-F12490A8C1C6}"/>
              </a:ext>
            </a:extLst>
          </p:cNvPr>
          <p:cNvCxnSpPr>
            <a:cxnSpLocks/>
            <a:stCxn id="38" idx="0"/>
            <a:endCxn id="30" idx="2"/>
          </p:cNvCxnSpPr>
          <p:nvPr/>
        </p:nvCxnSpPr>
        <p:spPr>
          <a:xfrm flipV="1">
            <a:off x="8729969" y="347826"/>
            <a:ext cx="846010" cy="722806"/>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784936B6-7E91-7C6C-5093-863F37199D8B}"/>
                  </a:ext>
                </a:extLst>
              </p:cNvPr>
              <p:cNvSpPr txBox="1"/>
              <p:nvPr/>
            </p:nvSpPr>
            <p:spPr>
              <a:xfrm>
                <a:off x="7804966" y="862666"/>
                <a:ext cx="546041"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c</m:t>
                          </m:r>
                        </m:sub>
                      </m:sSub>
                    </m:oMath>
                  </m:oMathPara>
                </a14:m>
                <a:endParaRPr lang="en-US" dirty="0">
                  <a:solidFill>
                    <a:schemeClr val="tx1"/>
                  </a:solidFill>
                </a:endParaRPr>
              </a:p>
            </p:txBody>
          </p:sp>
        </mc:Choice>
        <mc:Fallback xmlns="">
          <p:sp>
            <p:nvSpPr>
              <p:cNvPr id="40" name="TextBox 39">
                <a:extLst>
                  <a:ext uri="{FF2B5EF4-FFF2-40B4-BE49-F238E27FC236}">
                    <a16:creationId xmlns:a16="http://schemas.microsoft.com/office/drawing/2014/main" id="{784936B6-7E91-7C6C-5093-863F37199D8B}"/>
                  </a:ext>
                </a:extLst>
              </p:cNvPr>
              <p:cNvSpPr txBox="1">
                <a:spLocks noRot="1" noChangeAspect="1" noMove="1" noResize="1" noEditPoints="1" noAdjustHandles="1" noChangeArrowheads="1" noChangeShapeType="1" noTextEdit="1"/>
              </p:cNvSpPr>
              <p:nvPr/>
            </p:nvSpPr>
            <p:spPr>
              <a:xfrm>
                <a:off x="7804966" y="862666"/>
                <a:ext cx="546041" cy="369332"/>
              </a:xfrm>
              <a:prstGeom prst="rect">
                <a:avLst/>
              </a:prstGeom>
              <a:blipFill>
                <a:blip r:embed="rId22"/>
                <a:stretch>
                  <a:fillRect/>
                </a:stretch>
              </a:blipFill>
            </p:spPr>
            <p:txBody>
              <a:bodyPr/>
              <a:lstStyle/>
              <a:p>
                <a:r>
                  <a:rPr lang="en-US">
                    <a:noFill/>
                  </a:rPr>
                  <a:t> </a:t>
                </a:r>
              </a:p>
            </p:txBody>
          </p:sp>
        </mc:Fallback>
      </mc:AlternateContent>
      <p:cxnSp>
        <p:nvCxnSpPr>
          <p:cNvPr id="41" name="Straight Arrow Connector 40">
            <a:extLst>
              <a:ext uri="{FF2B5EF4-FFF2-40B4-BE49-F238E27FC236}">
                <a16:creationId xmlns:a16="http://schemas.microsoft.com/office/drawing/2014/main" id="{8E08CC77-C4F7-D201-3E09-C379186FF4E6}"/>
              </a:ext>
            </a:extLst>
          </p:cNvPr>
          <p:cNvCxnSpPr>
            <a:cxnSpLocks/>
            <a:endCxn id="49" idx="1"/>
          </p:cNvCxnSpPr>
          <p:nvPr/>
        </p:nvCxnSpPr>
        <p:spPr>
          <a:xfrm>
            <a:off x="7765437" y="1231998"/>
            <a:ext cx="740834" cy="1289"/>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42" name="Straight Arrow Connector 41">
            <a:extLst>
              <a:ext uri="{FF2B5EF4-FFF2-40B4-BE49-F238E27FC236}">
                <a16:creationId xmlns:a16="http://schemas.microsoft.com/office/drawing/2014/main" id="{49A01100-F4D2-5671-1096-7AB9E355F27C}"/>
              </a:ext>
            </a:extLst>
          </p:cNvPr>
          <p:cNvCxnSpPr>
            <a:cxnSpLocks/>
            <a:stCxn id="38" idx="4"/>
            <a:endCxn id="31" idx="2"/>
          </p:cNvCxnSpPr>
          <p:nvPr/>
        </p:nvCxnSpPr>
        <p:spPr>
          <a:xfrm>
            <a:off x="8729969" y="1480773"/>
            <a:ext cx="855720" cy="738155"/>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sp>
        <p:nvSpPr>
          <p:cNvPr id="43" name="Oval 42">
            <a:extLst>
              <a:ext uri="{FF2B5EF4-FFF2-40B4-BE49-F238E27FC236}">
                <a16:creationId xmlns:a16="http://schemas.microsoft.com/office/drawing/2014/main" id="{81F7B628-1CFE-0478-3E3C-0B5CFFAA6739}"/>
              </a:ext>
            </a:extLst>
          </p:cNvPr>
          <p:cNvSpPr>
            <a:spLocks noChangeAspect="1"/>
          </p:cNvSpPr>
          <p:nvPr/>
        </p:nvSpPr>
        <p:spPr>
          <a:xfrm>
            <a:off x="10742623" y="1070632"/>
            <a:ext cx="410141" cy="41014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44" name="Straight Arrow Connector 43">
            <a:extLst>
              <a:ext uri="{FF2B5EF4-FFF2-40B4-BE49-F238E27FC236}">
                <a16:creationId xmlns:a16="http://schemas.microsoft.com/office/drawing/2014/main" id="{2DD8ACB9-79A4-DCE0-3427-EEE808DF3491}"/>
              </a:ext>
            </a:extLst>
          </p:cNvPr>
          <p:cNvCxnSpPr>
            <a:cxnSpLocks/>
          </p:cNvCxnSpPr>
          <p:nvPr/>
        </p:nvCxnSpPr>
        <p:spPr>
          <a:xfrm flipV="1">
            <a:off x="11152764" y="1259420"/>
            <a:ext cx="782058" cy="16282"/>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0779C142-E8D5-86F9-2A03-EFF8BDEF2062}"/>
                  </a:ext>
                </a:extLst>
              </p:cNvPr>
              <p:cNvSpPr txBox="1"/>
              <p:nvPr/>
            </p:nvSpPr>
            <p:spPr>
              <a:xfrm>
                <a:off x="11375112" y="852437"/>
                <a:ext cx="524049" cy="369332"/>
              </a:xfrm>
              <a:prstGeom prst="rect">
                <a:avLst/>
              </a:prstGeom>
              <a:noFill/>
            </p:spPr>
            <p:txBody>
              <a:bodyPr wrap="square">
                <a:spAutoFit/>
              </a:bodyPr>
              <a:lstStyle/>
              <a:p>
                <a:pPr/>
                <a14:m>
                  <m:oMathPara xmlns:m="http://schemas.openxmlformats.org/officeDocument/2006/math">
                    <m:oMath>
                      <m:sSub>
                        <m:sSubPr>
                          <m:ctrlPr>
                            <a:rPr lang="de-DE" b="0" i="1" smtClean="0">
                              <a:latin typeface="Cambria Math" panose="02040503050406030204" pitchFamily="18" charset="0"/>
                            </a:rPr>
                          </m:ctrlPr>
                        </m:sSubPr>
                        <m:e>
                          <m:r>
                            <m:rPr>
                              <m:sty m:val="p"/>
                            </m:rPr>
                            <a:rPr lang="de-DE" b="0" i="1" smtClean="0">
                              <a:latin typeface="Cambria Math" panose="02040503050406030204" pitchFamily="18" charset="0"/>
                            </a:rPr>
                            <m:t>m</m:t>
                          </m:r>
                        </m:e>
                        <m:sub>
                          <m:r>
                            <m:rPr>
                              <m:sty m:val="p"/>
                            </m:rPr>
                            <a:rPr lang="de-DE" b="0" i="1" smtClean="0">
                              <a:latin typeface="Cambria Math" panose="02040503050406030204" pitchFamily="18" charset="0"/>
                            </a:rPr>
                            <m:t>out</m:t>
                          </m:r>
                        </m:sub>
                      </m:sSub>
                    </m:oMath>
                  </m:oMathPara>
                </a14:m>
                <a:endParaRPr lang="en-US" dirty="0"/>
              </a:p>
            </p:txBody>
          </p:sp>
        </mc:Choice>
        <mc:Fallback xmlns="">
          <p:sp>
            <p:nvSpPr>
              <p:cNvPr id="45" name="TextBox 44">
                <a:extLst>
                  <a:ext uri="{FF2B5EF4-FFF2-40B4-BE49-F238E27FC236}">
                    <a16:creationId xmlns:a16="http://schemas.microsoft.com/office/drawing/2014/main" id="{0779C142-E8D5-86F9-2A03-EFF8BDEF2062}"/>
                  </a:ext>
                </a:extLst>
              </p:cNvPr>
              <p:cNvSpPr txBox="1">
                <a:spLocks noRot="1" noChangeAspect="1" noMove="1" noResize="1" noEditPoints="1" noAdjustHandles="1" noChangeArrowheads="1" noChangeShapeType="1" noTextEdit="1"/>
              </p:cNvSpPr>
              <p:nvPr/>
            </p:nvSpPr>
            <p:spPr>
              <a:xfrm>
                <a:off x="11375112" y="852437"/>
                <a:ext cx="524049" cy="369332"/>
              </a:xfrm>
              <a:prstGeom prst="rect">
                <a:avLst/>
              </a:prstGeom>
              <a:blipFill>
                <a:blip r:embed="rId23"/>
                <a:stretch>
                  <a:fillRect r="-151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B009A5F7-2C31-8836-8FCC-571EC964528F}"/>
                  </a:ext>
                </a:extLst>
              </p:cNvPr>
              <p:cNvSpPr txBox="1"/>
              <p:nvPr/>
            </p:nvSpPr>
            <p:spPr>
              <a:xfrm>
                <a:off x="10724745" y="1050074"/>
                <a:ext cx="448081"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No</m:t>
                          </m:r>
                        </m:sub>
                      </m:sSub>
                    </m:oMath>
                  </m:oMathPara>
                </a14:m>
                <a:endParaRPr lang="en-US" dirty="0">
                  <a:solidFill>
                    <a:schemeClr val="bg1"/>
                  </a:solidFill>
                </a:endParaRPr>
              </a:p>
            </p:txBody>
          </p:sp>
        </mc:Choice>
        <mc:Fallback xmlns="">
          <p:sp>
            <p:nvSpPr>
              <p:cNvPr id="46" name="TextBox 45">
                <a:extLst>
                  <a:ext uri="{FF2B5EF4-FFF2-40B4-BE49-F238E27FC236}">
                    <a16:creationId xmlns:a16="http://schemas.microsoft.com/office/drawing/2014/main" id="{B009A5F7-2C31-8836-8FCC-571EC964528F}"/>
                  </a:ext>
                </a:extLst>
              </p:cNvPr>
              <p:cNvSpPr txBox="1">
                <a:spLocks noRot="1" noChangeAspect="1" noMove="1" noResize="1" noEditPoints="1" noAdjustHandles="1" noChangeArrowheads="1" noChangeShapeType="1" noTextEdit="1"/>
              </p:cNvSpPr>
              <p:nvPr/>
            </p:nvSpPr>
            <p:spPr>
              <a:xfrm>
                <a:off x="10724745" y="1050074"/>
                <a:ext cx="448081" cy="369332"/>
              </a:xfrm>
              <a:prstGeom prst="rect">
                <a:avLst/>
              </a:prstGeom>
              <a:blipFill>
                <a:blip r:embed="rId24"/>
                <a:stretch>
                  <a:fillRect r="-405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D15EBECB-0459-10CC-CD27-2B8F4CC6EFBF}"/>
                  </a:ext>
                </a:extLst>
              </p:cNvPr>
              <p:cNvSpPr txBox="1"/>
              <p:nvPr/>
            </p:nvSpPr>
            <p:spPr>
              <a:xfrm>
                <a:off x="9511232" y="110130"/>
                <a:ext cx="557613"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Na</m:t>
                          </m:r>
                        </m:sub>
                      </m:sSub>
                    </m:oMath>
                  </m:oMathPara>
                </a14:m>
                <a:endParaRPr lang="en-US" dirty="0">
                  <a:solidFill>
                    <a:schemeClr val="bg1"/>
                  </a:solidFill>
                </a:endParaRPr>
              </a:p>
            </p:txBody>
          </p:sp>
        </mc:Choice>
        <mc:Fallback xmlns="">
          <p:sp>
            <p:nvSpPr>
              <p:cNvPr id="47" name="TextBox 46">
                <a:extLst>
                  <a:ext uri="{FF2B5EF4-FFF2-40B4-BE49-F238E27FC236}">
                    <a16:creationId xmlns:a16="http://schemas.microsoft.com/office/drawing/2014/main" id="{D15EBECB-0459-10CC-CD27-2B8F4CC6EFBF}"/>
                  </a:ext>
                </a:extLst>
              </p:cNvPr>
              <p:cNvSpPr txBox="1">
                <a:spLocks noRot="1" noChangeAspect="1" noMove="1" noResize="1" noEditPoints="1" noAdjustHandles="1" noChangeArrowheads="1" noChangeShapeType="1" noTextEdit="1"/>
              </p:cNvSpPr>
              <p:nvPr/>
            </p:nvSpPr>
            <p:spPr>
              <a:xfrm>
                <a:off x="9511232" y="110130"/>
                <a:ext cx="557613" cy="369332"/>
              </a:xfrm>
              <a:prstGeom prst="rect">
                <a:avLst/>
              </a:prstGeom>
              <a:blipFill>
                <a:blip r:embed="rId2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51E4F124-BE5E-B4B6-4A04-EC6B298BAEF8}"/>
                  </a:ext>
                </a:extLst>
              </p:cNvPr>
              <p:cNvSpPr txBox="1"/>
              <p:nvPr/>
            </p:nvSpPr>
            <p:spPr>
              <a:xfrm>
                <a:off x="9565904" y="1992356"/>
                <a:ext cx="421017"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Nb</m:t>
                          </m:r>
                        </m:sub>
                      </m:sSub>
                    </m:oMath>
                  </m:oMathPara>
                </a14:m>
                <a:endParaRPr lang="en-US" dirty="0">
                  <a:solidFill>
                    <a:schemeClr val="bg1"/>
                  </a:solidFill>
                </a:endParaRPr>
              </a:p>
            </p:txBody>
          </p:sp>
        </mc:Choice>
        <mc:Fallback xmlns="">
          <p:sp>
            <p:nvSpPr>
              <p:cNvPr id="48" name="TextBox 47">
                <a:extLst>
                  <a:ext uri="{FF2B5EF4-FFF2-40B4-BE49-F238E27FC236}">
                    <a16:creationId xmlns:a16="http://schemas.microsoft.com/office/drawing/2014/main" id="{51E4F124-BE5E-B4B6-4A04-EC6B298BAEF8}"/>
                  </a:ext>
                </a:extLst>
              </p:cNvPr>
              <p:cNvSpPr txBox="1">
                <a:spLocks noRot="1" noChangeAspect="1" noMove="1" noResize="1" noEditPoints="1" noAdjustHandles="1" noChangeArrowheads="1" noChangeShapeType="1" noTextEdit="1"/>
              </p:cNvSpPr>
              <p:nvPr/>
            </p:nvSpPr>
            <p:spPr>
              <a:xfrm>
                <a:off x="9565904" y="1992356"/>
                <a:ext cx="421017" cy="369332"/>
              </a:xfrm>
              <a:prstGeom prst="rect">
                <a:avLst/>
              </a:prstGeom>
              <a:blipFill>
                <a:blip r:embed="rId26"/>
                <a:stretch>
                  <a:fillRect r="-130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BB8D59FE-674A-78B2-262C-1CCCED3F43C0}"/>
                  </a:ext>
                </a:extLst>
              </p:cNvPr>
              <p:cNvSpPr txBox="1"/>
              <p:nvPr/>
            </p:nvSpPr>
            <p:spPr>
              <a:xfrm>
                <a:off x="8506271" y="1048621"/>
                <a:ext cx="448081"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Ni</m:t>
                          </m:r>
                        </m:sub>
                      </m:sSub>
                    </m:oMath>
                  </m:oMathPara>
                </a14:m>
                <a:endParaRPr lang="en-US" dirty="0">
                  <a:solidFill>
                    <a:schemeClr val="bg1"/>
                  </a:solidFill>
                </a:endParaRPr>
              </a:p>
            </p:txBody>
          </p:sp>
        </mc:Choice>
        <mc:Fallback xmlns="">
          <p:sp>
            <p:nvSpPr>
              <p:cNvPr id="49" name="TextBox 48">
                <a:extLst>
                  <a:ext uri="{FF2B5EF4-FFF2-40B4-BE49-F238E27FC236}">
                    <a16:creationId xmlns:a16="http://schemas.microsoft.com/office/drawing/2014/main" id="{BB8D59FE-674A-78B2-262C-1CCCED3F43C0}"/>
                  </a:ext>
                </a:extLst>
              </p:cNvPr>
              <p:cNvSpPr txBox="1">
                <a:spLocks noRot="1" noChangeAspect="1" noMove="1" noResize="1" noEditPoints="1" noAdjustHandles="1" noChangeArrowheads="1" noChangeShapeType="1" noTextEdit="1"/>
              </p:cNvSpPr>
              <p:nvPr/>
            </p:nvSpPr>
            <p:spPr>
              <a:xfrm>
                <a:off x="8506271" y="1048621"/>
                <a:ext cx="448081" cy="369332"/>
              </a:xfrm>
              <a:prstGeom prst="rect">
                <a:avLst/>
              </a:prstGeom>
              <a:blipFill>
                <a:blip r:embed="rId27"/>
                <a:stretch>
                  <a:fillRect/>
                </a:stretch>
              </a:blipFill>
            </p:spPr>
            <p:txBody>
              <a:bodyPr/>
              <a:lstStyle/>
              <a:p>
                <a:r>
                  <a:rPr lang="en-US">
                    <a:noFill/>
                  </a:rPr>
                  <a:t> </a:t>
                </a:r>
              </a:p>
            </p:txBody>
          </p:sp>
        </mc:Fallback>
      </mc:AlternateContent>
      <p:cxnSp>
        <p:nvCxnSpPr>
          <p:cNvPr id="60" name="Straight Connector 59">
            <a:extLst>
              <a:ext uri="{FF2B5EF4-FFF2-40B4-BE49-F238E27FC236}">
                <a16:creationId xmlns:a16="http://schemas.microsoft.com/office/drawing/2014/main" id="{2F227AF4-42EA-C0A5-ACF8-B7112576FFE9}"/>
              </a:ext>
            </a:extLst>
          </p:cNvPr>
          <p:cNvCxnSpPr>
            <a:cxnSpLocks/>
          </p:cNvCxnSpPr>
          <p:nvPr/>
        </p:nvCxnSpPr>
        <p:spPr>
          <a:xfrm>
            <a:off x="7775840" y="672005"/>
            <a:ext cx="8451" cy="559993"/>
          </a:xfrm>
          <a:prstGeom prst="line">
            <a:avLst/>
          </a:prstGeom>
        </p:spPr>
        <p:style>
          <a:lnRef idx="2">
            <a:schemeClr val="accent1"/>
          </a:lnRef>
          <a:fillRef idx="0">
            <a:schemeClr val="accent1"/>
          </a:fillRef>
          <a:effectRef idx="1">
            <a:schemeClr val="accent1"/>
          </a:effectRef>
          <a:fontRef idx="minor">
            <a:schemeClr val="tx1"/>
          </a:fontRef>
        </p:style>
      </p:cxnSp>
      <p:sp>
        <p:nvSpPr>
          <p:cNvPr id="113" name="Rectangle 112">
            <a:extLst>
              <a:ext uri="{FF2B5EF4-FFF2-40B4-BE49-F238E27FC236}">
                <a16:creationId xmlns:a16="http://schemas.microsoft.com/office/drawing/2014/main" id="{55F38F38-39E6-25C5-8C42-4C168622CFE9}"/>
              </a:ext>
            </a:extLst>
          </p:cNvPr>
          <p:cNvSpPr/>
          <p:nvPr/>
        </p:nvSpPr>
        <p:spPr>
          <a:xfrm>
            <a:off x="8320022" y="21721"/>
            <a:ext cx="3073000" cy="2537212"/>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15" name="TextBox 114">
            <a:extLst>
              <a:ext uri="{FF2B5EF4-FFF2-40B4-BE49-F238E27FC236}">
                <a16:creationId xmlns:a16="http://schemas.microsoft.com/office/drawing/2014/main" id="{FE996812-DCA4-E3BC-1A2D-D7D71329D232}"/>
              </a:ext>
            </a:extLst>
          </p:cNvPr>
          <p:cNvSpPr txBox="1"/>
          <p:nvPr/>
        </p:nvSpPr>
        <p:spPr>
          <a:xfrm>
            <a:off x="8334900" y="52251"/>
            <a:ext cx="473206" cy="338554"/>
          </a:xfrm>
          <a:prstGeom prst="rect">
            <a:avLst/>
          </a:prstGeom>
          <a:noFill/>
        </p:spPr>
        <p:txBody>
          <a:bodyPr wrap="none" rtlCol="0">
            <a:spAutoFit/>
          </a:bodyPr>
          <a:lstStyle/>
          <a:p>
            <a:r>
              <a:rPr lang="en-US" sz="1600" dirty="0"/>
              <a:t>NN</a:t>
            </a:r>
          </a:p>
        </p:txBody>
      </p:sp>
      <p:graphicFrame>
        <p:nvGraphicFramePr>
          <p:cNvPr id="2" name="Table 1">
            <a:extLst>
              <a:ext uri="{FF2B5EF4-FFF2-40B4-BE49-F238E27FC236}">
                <a16:creationId xmlns:a16="http://schemas.microsoft.com/office/drawing/2014/main" id="{78964D99-5FD0-98EB-A7A0-2E566B506D06}"/>
              </a:ext>
            </a:extLst>
          </p:cNvPr>
          <p:cNvGraphicFramePr>
            <a:graphicFrameLocks noGrp="1"/>
          </p:cNvGraphicFramePr>
          <p:nvPr>
            <p:extLst>
              <p:ext uri="{D42A27DB-BD31-4B8C-83A1-F6EECF244321}">
                <p14:modId xmlns:p14="http://schemas.microsoft.com/office/powerpoint/2010/main" val="2557214299"/>
              </p:ext>
            </p:extLst>
          </p:nvPr>
        </p:nvGraphicFramePr>
        <p:xfrm>
          <a:off x="278688" y="2802843"/>
          <a:ext cx="11215655" cy="3200400"/>
        </p:xfrm>
        <a:graphic>
          <a:graphicData uri="http://schemas.openxmlformats.org/drawingml/2006/table">
            <a:tbl>
              <a:tblPr firstRow="1" bandRow="1">
                <a:tableStyleId>{C4B1156A-380E-4F78-BDF5-A606A8083BF9}</a:tableStyleId>
              </a:tblPr>
              <a:tblGrid>
                <a:gridCol w="2226216">
                  <a:extLst>
                    <a:ext uri="{9D8B030D-6E8A-4147-A177-3AD203B41FA5}">
                      <a16:colId xmlns:a16="http://schemas.microsoft.com/office/drawing/2014/main" val="2247704463"/>
                    </a:ext>
                  </a:extLst>
                </a:gridCol>
                <a:gridCol w="7335078">
                  <a:extLst>
                    <a:ext uri="{9D8B030D-6E8A-4147-A177-3AD203B41FA5}">
                      <a16:colId xmlns:a16="http://schemas.microsoft.com/office/drawing/2014/main" val="1120151498"/>
                    </a:ext>
                  </a:extLst>
                </a:gridCol>
                <a:gridCol w="1654361">
                  <a:extLst>
                    <a:ext uri="{9D8B030D-6E8A-4147-A177-3AD203B41FA5}">
                      <a16:colId xmlns:a16="http://schemas.microsoft.com/office/drawing/2014/main" val="2587608585"/>
                    </a:ext>
                  </a:extLst>
                </a:gridCol>
              </a:tblGrid>
              <a:tr h="274320">
                <a:tc>
                  <a:txBody>
                    <a:bodyPr/>
                    <a:lstStyle/>
                    <a:p>
                      <a:r>
                        <a:rPr lang="en-US" sz="1200" dirty="0"/>
                        <a:t>Element</a:t>
                      </a:r>
                    </a:p>
                  </a:txBody>
                  <a:tcPr/>
                </a:tc>
                <a:tc>
                  <a:txBody>
                    <a:bodyPr/>
                    <a:lstStyle/>
                    <a:p>
                      <a:r>
                        <a:rPr lang="en-US" sz="1200" b="1" dirty="0"/>
                        <a:t>Reaction</a:t>
                      </a:r>
                    </a:p>
                  </a:txBody>
                  <a:tcPr/>
                </a:tc>
                <a:tc>
                  <a:txBody>
                    <a:bodyPr/>
                    <a:lstStyle/>
                    <a:p>
                      <a:r>
                        <a:rPr lang="en-US" sz="1200" b="1" dirty="0"/>
                        <a:t>Genes</a:t>
                      </a:r>
                    </a:p>
                  </a:txBody>
                  <a:tcPr/>
                </a:tc>
                <a:extLst>
                  <a:ext uri="{0D108BD9-81ED-4DB2-BD59-A6C34878D82A}">
                    <a16:rowId xmlns:a16="http://schemas.microsoft.com/office/drawing/2014/main" val="830326239"/>
                  </a:ext>
                </a:extLst>
              </a:tr>
              <a:tr h="274320">
                <a:tc>
                  <a:txBody>
                    <a:bodyPr/>
                    <a:lstStyle/>
                    <a:p>
                      <a:r>
                        <a:rPr lang="pt-BR" sz="1200" b="0" dirty="0"/>
                        <a:t> r_Df (differentiator: fast)</a:t>
                      </a:r>
                      <a:r>
                        <a:rPr lang="pt-BR" sz="1200" dirty="0"/>
                        <a:t> </a:t>
                      </a:r>
                      <a:endParaRPr lang="en-US" sz="1200" dirty="0"/>
                    </a:p>
                  </a:txBody>
                  <a:tcPr/>
                </a:tc>
                <a:tc>
                  <a:txBody>
                    <a:bodyPr/>
                    <a:lstStyle/>
                    <a:p>
                      <a:r>
                        <a:rPr lang="pt-BR" sz="1200" b="0" dirty="0"/>
                        <a:t>H + C6H11NO3 + C5H8NO4(m_c) + C21H26N7O17P3  -&gt;  H2O + C11H19N2O6 + C21H25N7O17P3(m_Df)</a:t>
                      </a:r>
                      <a:endParaRPr lang="en-US" sz="1200" b="0" dirty="0"/>
                    </a:p>
                  </a:txBody>
                  <a:tcPr/>
                </a:tc>
                <a:tc>
                  <a:txBody>
                    <a:bodyPr/>
                    <a:lstStyle/>
                    <a:p>
                      <a:r>
                        <a:rPr lang="en-US" sz="1200" b="0" dirty="0"/>
                        <a:t>YNR050C</a:t>
                      </a:r>
                    </a:p>
                  </a:txBody>
                  <a:tcPr/>
                </a:tc>
                <a:extLst>
                  <a:ext uri="{0D108BD9-81ED-4DB2-BD59-A6C34878D82A}">
                    <a16:rowId xmlns:a16="http://schemas.microsoft.com/office/drawing/2014/main" val="4006369147"/>
                  </a:ext>
                </a:extLst>
              </a:tr>
              <a:tr h="274320">
                <a:tc>
                  <a:txBody>
                    <a:bodyPr/>
                    <a:lstStyle/>
                    <a:p>
                      <a:r>
                        <a:rPr lang="en-US" sz="1200" dirty="0" err="1"/>
                        <a:t>r_Ds</a:t>
                      </a:r>
                      <a:r>
                        <a:rPr lang="en-US" sz="1200" dirty="0"/>
                        <a:t> (differentiator: slow)</a:t>
                      </a:r>
                    </a:p>
                  </a:txBody>
                  <a:tcPr/>
                </a:tc>
                <a:tc>
                  <a:txBody>
                    <a:bodyPr/>
                    <a:lstStyle/>
                    <a:p>
                      <a:r>
                        <a:rPr lang="pt-BR" sz="1200" dirty="0"/>
                        <a:t>C4H6NO4 + C5H8NO4(m_c)  -&gt;  C4H6NO4(m_Ds) + C5H8NO4</a:t>
                      </a:r>
                      <a:endParaRPr lang="en-US" sz="1200" dirty="0"/>
                    </a:p>
                  </a:txBody>
                  <a:tcPr/>
                </a:tc>
                <a:tc>
                  <a:txBody>
                    <a:bodyPr/>
                    <a:lstStyle/>
                    <a:p>
                      <a:r>
                        <a:rPr lang="en-US" sz="1200" dirty="0"/>
                        <a:t>YPR021C</a:t>
                      </a:r>
                    </a:p>
                  </a:txBody>
                  <a:tcPr/>
                </a:tc>
                <a:extLst>
                  <a:ext uri="{0D108BD9-81ED-4DB2-BD59-A6C34878D82A}">
                    <a16:rowId xmlns:a16="http://schemas.microsoft.com/office/drawing/2014/main" val="1526051723"/>
                  </a:ext>
                </a:extLst>
              </a:tr>
              <a:tr h="274320">
                <a:tc>
                  <a:txBody>
                    <a:bodyPr/>
                    <a:lstStyle/>
                    <a:p>
                      <a:r>
                        <a:rPr lang="en-US" sz="1200" dirty="0" err="1"/>
                        <a:t>r_Dp</a:t>
                      </a:r>
                      <a:r>
                        <a:rPr lang="en-US" sz="1200" dirty="0"/>
                        <a:t> (differentiator: producer)</a:t>
                      </a:r>
                    </a:p>
                  </a:txBody>
                  <a:tcPr/>
                </a:tc>
                <a:tc>
                  <a:txBody>
                    <a:bodyPr/>
                    <a:lstStyle/>
                    <a:p>
                      <a:r>
                        <a:rPr lang="pt-BR" sz="1200" dirty="0"/>
                        <a:t>YLR027C+ C21H25N7O17P3(m_Df)  -&gt;  C5H4O5(m_d) + CO2 + C21H26N7O17P3</a:t>
                      </a:r>
                      <a:endParaRPr lang="en-US" sz="1200" dirty="0"/>
                    </a:p>
                  </a:txBody>
                  <a:tcPr/>
                </a:tc>
                <a:tc>
                  <a:txBody>
                    <a:bodyPr/>
                    <a:lstStyle/>
                    <a:p>
                      <a:r>
                        <a:rPr lang="en-US" sz="1200" dirty="0"/>
                        <a:t>YBR166C</a:t>
                      </a:r>
                    </a:p>
                  </a:txBody>
                  <a:tcPr/>
                </a:tc>
                <a:extLst>
                  <a:ext uri="{0D108BD9-81ED-4DB2-BD59-A6C34878D82A}">
                    <a16:rowId xmlns:a16="http://schemas.microsoft.com/office/drawing/2014/main" val="652912411"/>
                  </a:ext>
                </a:extLst>
              </a:tr>
              <a:tr h="274320">
                <a:tc>
                  <a:txBody>
                    <a:bodyPr/>
                    <a:lstStyle/>
                    <a:p>
                      <a:r>
                        <a:rPr lang="en-US" sz="1200" dirty="0" err="1"/>
                        <a:t>r_Di</a:t>
                      </a:r>
                      <a:r>
                        <a:rPr lang="en-US" sz="1200" dirty="0"/>
                        <a:t> (differentiator: integrator)</a:t>
                      </a:r>
                    </a:p>
                  </a:txBody>
                  <a:tcPr/>
                </a:tc>
                <a:tc>
                  <a:txBody>
                    <a:bodyPr/>
                    <a:lstStyle/>
                    <a:p>
                      <a:r>
                        <a:rPr lang="pt-BR" sz="1200" dirty="0"/>
                        <a:t>C5H4O5(m_d) + C4H6NO4(m_Ds)  -&gt;  C5H8NO4(m_c) + C4H2O5</a:t>
                      </a:r>
                      <a:endParaRPr lang="en-US" sz="1200" dirty="0"/>
                    </a:p>
                  </a:txBody>
                  <a:tcPr/>
                </a:tc>
                <a:tc>
                  <a:txBody>
                    <a:bodyPr/>
                    <a:lstStyle/>
                    <a:p>
                      <a:r>
                        <a:rPr lang="en-US" sz="1200" dirty="0"/>
                        <a:t>YLR174W</a:t>
                      </a:r>
                    </a:p>
                  </a:txBody>
                  <a:tcPr/>
                </a:tc>
                <a:extLst>
                  <a:ext uri="{0D108BD9-81ED-4DB2-BD59-A6C34878D82A}">
                    <a16:rowId xmlns:a16="http://schemas.microsoft.com/office/drawing/2014/main" val="2113626482"/>
                  </a:ext>
                </a:extLst>
              </a:tr>
              <a:tr h="274320">
                <a:tc>
                  <a:txBody>
                    <a:bodyPr/>
                    <a:lstStyle/>
                    <a:p>
                      <a:r>
                        <a:rPr lang="en-US" sz="1200" dirty="0" err="1"/>
                        <a:t>r_Cp</a:t>
                      </a:r>
                      <a:r>
                        <a:rPr lang="en-US" sz="1200" dirty="0"/>
                        <a:t> (counter: producer)</a:t>
                      </a:r>
                    </a:p>
                  </a:txBody>
                  <a:tcPr/>
                </a:tc>
                <a:tc>
                  <a:txBody>
                    <a:bodyPr/>
                    <a:lstStyle/>
                    <a:p>
                      <a:r>
                        <a:rPr lang="pt-BR" sz="1200" dirty="0"/>
                        <a:t>C5H4O5(m_d) + C4H9NO2  -&gt;  C5H8NO4(m_c) + C4H5O3</a:t>
                      </a:r>
                      <a:endParaRPr lang="en-US" sz="1200" dirty="0"/>
                    </a:p>
                  </a:txBody>
                  <a:tcPr/>
                </a:tc>
                <a:tc>
                  <a:txBody>
                    <a:bodyPr/>
                    <a:lstStyle/>
                    <a:p>
                      <a:r>
                        <a:rPr lang="en-US" sz="1200" dirty="0"/>
                        <a:t>YGR019W</a:t>
                      </a:r>
                    </a:p>
                  </a:txBody>
                  <a:tcPr/>
                </a:tc>
                <a:extLst>
                  <a:ext uri="{0D108BD9-81ED-4DB2-BD59-A6C34878D82A}">
                    <a16:rowId xmlns:a16="http://schemas.microsoft.com/office/drawing/2014/main" val="2606163442"/>
                  </a:ext>
                </a:extLst>
              </a:tr>
              <a:tr h="274320">
                <a:tc>
                  <a:txBody>
                    <a:bodyPr/>
                    <a:lstStyle/>
                    <a:p>
                      <a:r>
                        <a:rPr lang="en-US" sz="1200" dirty="0" err="1"/>
                        <a:t>r_Cg</a:t>
                      </a:r>
                      <a:r>
                        <a:rPr lang="en-US" sz="1200" dirty="0"/>
                        <a:t> (counter: gate)</a:t>
                      </a:r>
                    </a:p>
                  </a:txBody>
                  <a:tcPr/>
                </a:tc>
                <a:tc>
                  <a:txBody>
                    <a:bodyPr/>
                    <a:lstStyle/>
                    <a:p>
                      <a:r>
                        <a:rPr lang="pt-BR" sz="1200" dirty="0"/>
                        <a:t>C5H4O5(m_d) + H4N(m_Cs) + H + C21H26N7O17P3  -&gt;  H2O + C5H8NO4(m_c) + C21H25N7O17P3(m_Df)</a:t>
                      </a:r>
                      <a:endParaRPr lang="en-US" sz="1200" dirty="0"/>
                    </a:p>
                  </a:txBody>
                  <a:tcPr/>
                </a:tc>
                <a:tc>
                  <a:txBody>
                    <a:bodyPr/>
                    <a:lstStyle/>
                    <a:p>
                      <a:r>
                        <a:rPr lang="en-US" sz="1200" dirty="0"/>
                        <a:t>YAL062W or YOR375C</a:t>
                      </a:r>
                    </a:p>
                  </a:txBody>
                  <a:tcPr/>
                </a:tc>
                <a:extLst>
                  <a:ext uri="{0D108BD9-81ED-4DB2-BD59-A6C34878D82A}">
                    <a16:rowId xmlns:a16="http://schemas.microsoft.com/office/drawing/2014/main" val="2438667136"/>
                  </a:ext>
                </a:extLst>
              </a:tr>
              <a:tr h="274320">
                <a:tc>
                  <a:txBody>
                    <a:bodyPr/>
                    <a:lstStyle/>
                    <a:p>
                      <a:r>
                        <a:rPr lang="en-US" sz="1200" dirty="0" err="1"/>
                        <a:t>r_Cr</a:t>
                      </a:r>
                      <a:r>
                        <a:rPr lang="en-US" sz="1200" dirty="0"/>
                        <a:t> (counter: reset)</a:t>
                      </a:r>
                    </a:p>
                  </a:txBody>
                  <a:tcPr/>
                </a:tc>
                <a:tc>
                  <a:txBody>
                    <a:bodyPr/>
                    <a:lstStyle/>
                    <a:p>
                      <a:r>
                        <a:rPr lang="pt-BR" sz="1200" dirty="0"/>
                        <a:t>H4N(m_Cs) + C10H12N5O13P3 + C5H8NO4(m_c)  -&gt;  C10H12N5O10P2 + H + C5H10N2O3 + HO4P(m_Nc)</a:t>
                      </a:r>
                      <a:endParaRPr lang="en-US" sz="1200" dirty="0"/>
                    </a:p>
                  </a:txBody>
                  <a:tcPr/>
                </a:tc>
                <a:tc>
                  <a:txBody>
                    <a:bodyPr/>
                    <a:lstStyle/>
                    <a:p>
                      <a:r>
                        <a:rPr lang="en-US" sz="1200" dirty="0"/>
                        <a:t>YPR035W</a:t>
                      </a:r>
                    </a:p>
                  </a:txBody>
                  <a:tcPr/>
                </a:tc>
                <a:extLst>
                  <a:ext uri="{0D108BD9-81ED-4DB2-BD59-A6C34878D82A}">
                    <a16:rowId xmlns:a16="http://schemas.microsoft.com/office/drawing/2014/main" val="2254960406"/>
                  </a:ext>
                </a:extLst>
              </a:tr>
              <a:tr h="274320">
                <a:tc>
                  <a:txBody>
                    <a:bodyPr/>
                    <a:lstStyle/>
                    <a:p>
                      <a:r>
                        <a:rPr lang="pt-BR" sz="1200" dirty="0"/>
                        <a:t>r_Na (NN: neuron a)</a:t>
                      </a:r>
                      <a:endParaRPr lang="en-US" sz="1200" dirty="0"/>
                    </a:p>
                  </a:txBody>
                  <a:tcPr/>
                </a:tc>
                <a:tc>
                  <a:txBody>
                    <a:bodyPr/>
                    <a:lstStyle/>
                    <a:p>
                      <a:r>
                        <a:rPr lang="pt-BR" sz="1200" dirty="0"/>
                        <a:t>C14H13N6O3 + C10H12N5O13P3 + C5H8NO4(m_c)  -&gt;  C10H12N5O10P2 + C19H19N7O6 + H + HO4P(m_Nc)</a:t>
                      </a:r>
                      <a:endParaRPr lang="en-US" sz="1200" dirty="0"/>
                    </a:p>
                  </a:txBody>
                  <a:tcPr/>
                </a:tc>
                <a:tc>
                  <a:txBody>
                    <a:bodyPr/>
                    <a:lstStyle/>
                    <a:p>
                      <a:r>
                        <a:rPr lang="en-US" sz="1200" dirty="0"/>
                        <a:t>YMR113W</a:t>
                      </a:r>
                    </a:p>
                  </a:txBody>
                  <a:tcPr/>
                </a:tc>
                <a:extLst>
                  <a:ext uri="{0D108BD9-81ED-4DB2-BD59-A6C34878D82A}">
                    <a16:rowId xmlns:a16="http://schemas.microsoft.com/office/drawing/2014/main" val="1999658234"/>
                  </a:ext>
                </a:extLst>
              </a:tr>
              <a:tr h="274320">
                <a:tc>
                  <a:txBody>
                    <a:bodyPr/>
                    <a:lstStyle/>
                    <a:p>
                      <a:r>
                        <a:rPr lang="de-DE" sz="1200" dirty="0" err="1"/>
                        <a:t>r_Nb</a:t>
                      </a:r>
                      <a:r>
                        <a:rPr lang="de-DE" sz="1200" dirty="0"/>
                        <a:t> (NN: </a:t>
                      </a:r>
                      <a:r>
                        <a:rPr lang="de-DE" sz="1200" dirty="0" err="1"/>
                        <a:t>neuron</a:t>
                      </a:r>
                      <a:r>
                        <a:rPr lang="de-DE" sz="1200" dirty="0"/>
                        <a:t> b)</a:t>
                      </a:r>
                      <a:endParaRPr lang="en-US" sz="1200" dirty="0"/>
                    </a:p>
                  </a:txBody>
                  <a:tcPr/>
                </a:tc>
                <a:tc>
                  <a:txBody>
                    <a:bodyPr/>
                    <a:lstStyle/>
                    <a:p>
                      <a:r>
                        <a:rPr lang="pt-BR" sz="1200" dirty="0"/>
                        <a:t>C10H12N5O13P3 + C3H7NO2S + C5H8NO4(m_c)  -&gt;  C10H12N5O10P2 + H + C8H13N2O5S + HO4P(m_Nc)</a:t>
                      </a:r>
                      <a:endParaRPr lang="en-US" sz="1200" dirty="0"/>
                    </a:p>
                  </a:txBody>
                  <a:tcPr/>
                </a:tc>
                <a:tc>
                  <a:txBody>
                    <a:bodyPr/>
                    <a:lstStyle/>
                    <a:p>
                      <a:r>
                        <a:rPr lang="en-US" sz="1200" dirty="0"/>
                        <a:t>YJL101C</a:t>
                      </a:r>
                    </a:p>
                  </a:txBody>
                  <a:tcPr/>
                </a:tc>
                <a:extLst>
                  <a:ext uri="{0D108BD9-81ED-4DB2-BD59-A6C34878D82A}">
                    <a16:rowId xmlns:a16="http://schemas.microsoft.com/office/drawing/2014/main" val="3421116653"/>
                  </a:ext>
                </a:extLst>
              </a:tr>
              <a:tr h="274320">
                <a:tc>
                  <a:txBody>
                    <a:bodyPr/>
                    <a:lstStyle/>
                    <a:p>
                      <a:r>
                        <a:rPr lang="pt-BR" sz="1200" dirty="0"/>
                        <a:t> r_No (NN: merge/output) </a:t>
                      </a:r>
                      <a:endParaRPr lang="en-US" sz="1200" dirty="0"/>
                    </a:p>
                  </a:txBody>
                  <a:tcPr/>
                </a:tc>
                <a:tc>
                  <a:txBody>
                    <a:bodyPr/>
                    <a:lstStyle/>
                    <a:p>
                      <a:r>
                        <a:rPr lang="pt-BR" sz="1200" dirty="0"/>
                        <a:t> C11H15N5O3S + HO4P(m_Nc)  -&gt;  C5H5N5 + C6H11O7PS</a:t>
                      </a:r>
                      <a:endParaRPr lang="en-US" sz="1200" dirty="0"/>
                    </a:p>
                  </a:txBody>
                  <a:tcPr/>
                </a:tc>
                <a:tc>
                  <a:txBody>
                    <a:bodyPr/>
                    <a:lstStyle/>
                    <a:p>
                      <a:r>
                        <a:rPr lang="en-US" sz="1200" dirty="0"/>
                        <a:t>YLR017W</a:t>
                      </a:r>
                    </a:p>
                  </a:txBody>
                  <a:tcPr/>
                </a:tc>
                <a:extLst>
                  <a:ext uri="{0D108BD9-81ED-4DB2-BD59-A6C34878D82A}">
                    <a16:rowId xmlns:a16="http://schemas.microsoft.com/office/drawing/2014/main" val="1610077111"/>
                  </a:ext>
                </a:extLst>
              </a:tr>
            </a:tbl>
          </a:graphicData>
        </a:graphic>
      </p:graphicFrame>
      <p:sp>
        <p:nvSpPr>
          <p:cNvPr id="11" name="Rectangle: Rounded Corners 10">
            <a:extLst>
              <a:ext uri="{FF2B5EF4-FFF2-40B4-BE49-F238E27FC236}">
                <a16:creationId xmlns:a16="http://schemas.microsoft.com/office/drawing/2014/main" id="{E6600D5E-30AA-3804-8902-E725F09807D6}"/>
              </a:ext>
            </a:extLst>
          </p:cNvPr>
          <p:cNvSpPr/>
          <p:nvPr/>
        </p:nvSpPr>
        <p:spPr>
          <a:xfrm>
            <a:off x="1462291" y="6126480"/>
            <a:ext cx="1554480" cy="73152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Algorithm </a:t>
            </a:r>
          </a:p>
        </p:txBody>
      </p:sp>
      <p:sp>
        <p:nvSpPr>
          <p:cNvPr id="15" name="Rectangle: Rounded Corners 14">
            <a:extLst>
              <a:ext uri="{FF2B5EF4-FFF2-40B4-BE49-F238E27FC236}">
                <a16:creationId xmlns:a16="http://schemas.microsoft.com/office/drawing/2014/main" id="{3DF5439E-55BF-3957-539C-E80AC9C6CF5E}"/>
              </a:ext>
            </a:extLst>
          </p:cNvPr>
          <p:cNvSpPr/>
          <p:nvPr/>
        </p:nvSpPr>
        <p:spPr>
          <a:xfrm>
            <a:off x="3764816" y="6126480"/>
            <a:ext cx="1554480" cy="731520"/>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Chemical Reactions </a:t>
            </a:r>
          </a:p>
        </p:txBody>
      </p:sp>
      <p:sp>
        <p:nvSpPr>
          <p:cNvPr id="16" name="Rectangle: Rounded Corners 15">
            <a:extLst>
              <a:ext uri="{FF2B5EF4-FFF2-40B4-BE49-F238E27FC236}">
                <a16:creationId xmlns:a16="http://schemas.microsoft.com/office/drawing/2014/main" id="{2F8DCFF1-BD57-F6FC-3124-9739B4C039D6}"/>
              </a:ext>
            </a:extLst>
          </p:cNvPr>
          <p:cNvSpPr/>
          <p:nvPr/>
        </p:nvSpPr>
        <p:spPr>
          <a:xfrm>
            <a:off x="6067341" y="6126480"/>
            <a:ext cx="1554480" cy="731520"/>
          </a:xfrm>
          <a:prstGeom prst="roundRect">
            <a:avLst/>
          </a:prstGeom>
          <a:solidFill>
            <a:srgbClr val="DCEAF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Metabolic Network</a:t>
            </a:r>
          </a:p>
        </p:txBody>
      </p:sp>
      <p:sp>
        <p:nvSpPr>
          <p:cNvPr id="17" name="Rectangle: Rounded Corners 16">
            <a:extLst>
              <a:ext uri="{FF2B5EF4-FFF2-40B4-BE49-F238E27FC236}">
                <a16:creationId xmlns:a16="http://schemas.microsoft.com/office/drawing/2014/main" id="{1AAB181B-37B1-AABA-121B-50A9C0461789}"/>
              </a:ext>
            </a:extLst>
          </p:cNvPr>
          <p:cNvSpPr/>
          <p:nvPr/>
        </p:nvSpPr>
        <p:spPr>
          <a:xfrm>
            <a:off x="8369865" y="6126480"/>
            <a:ext cx="1554480" cy="73152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THz Actuation</a:t>
            </a:r>
          </a:p>
        </p:txBody>
      </p:sp>
      <p:cxnSp>
        <p:nvCxnSpPr>
          <p:cNvPr id="18" name="Straight Arrow Connector 17">
            <a:extLst>
              <a:ext uri="{FF2B5EF4-FFF2-40B4-BE49-F238E27FC236}">
                <a16:creationId xmlns:a16="http://schemas.microsoft.com/office/drawing/2014/main" id="{F247BD7E-32CC-C617-0C4A-909F3E5CF0CF}"/>
              </a:ext>
            </a:extLst>
          </p:cNvPr>
          <p:cNvCxnSpPr>
            <a:cxnSpLocks/>
            <a:stCxn id="11" idx="3"/>
            <a:endCxn id="15" idx="1"/>
          </p:cNvCxnSpPr>
          <p:nvPr/>
        </p:nvCxnSpPr>
        <p:spPr>
          <a:xfrm>
            <a:off x="3016771" y="6492240"/>
            <a:ext cx="748045" cy="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63F0AC7A-753A-D19A-D3E9-31EA911AB41B}"/>
              </a:ext>
            </a:extLst>
          </p:cNvPr>
          <p:cNvCxnSpPr>
            <a:cxnSpLocks/>
            <a:stCxn id="15" idx="3"/>
            <a:endCxn id="16" idx="1"/>
          </p:cNvCxnSpPr>
          <p:nvPr/>
        </p:nvCxnSpPr>
        <p:spPr>
          <a:xfrm>
            <a:off x="5319296" y="6492240"/>
            <a:ext cx="748045" cy="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94D1F4E8-E168-216B-572E-1C2AA9DF6791}"/>
              </a:ext>
            </a:extLst>
          </p:cNvPr>
          <p:cNvCxnSpPr>
            <a:cxnSpLocks/>
          </p:cNvCxnSpPr>
          <p:nvPr/>
        </p:nvCxnSpPr>
        <p:spPr>
          <a:xfrm>
            <a:off x="7621821" y="6492240"/>
            <a:ext cx="748044" cy="0"/>
          </a:xfrm>
          <a:prstGeom prst="straightConnector1">
            <a:avLst/>
          </a:prstGeom>
          <a:ln>
            <a:headEnd type="triangle" w="lg" len="lg"/>
            <a:tailEnd type="none" w="lg" len="lg"/>
          </a:ln>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8CCDFCFB-871B-7E9D-0E6E-D427EBB4F96A}"/>
              </a:ext>
            </a:extLst>
          </p:cNvPr>
          <p:cNvSpPr txBox="1"/>
          <p:nvPr/>
        </p:nvSpPr>
        <p:spPr>
          <a:xfrm>
            <a:off x="-32279" y="2453147"/>
            <a:ext cx="862737" cy="369332"/>
          </a:xfrm>
          <a:prstGeom prst="rect">
            <a:avLst/>
          </a:prstGeom>
          <a:noFill/>
        </p:spPr>
        <p:txBody>
          <a:bodyPr wrap="none" rtlCol="0">
            <a:spAutoFit/>
          </a:bodyPr>
          <a:lstStyle/>
          <a:p>
            <a:r>
              <a:rPr lang="en-US" dirty="0"/>
              <a:t>Motif 1</a:t>
            </a:r>
          </a:p>
        </p:txBody>
      </p:sp>
    </p:spTree>
    <p:extLst>
      <p:ext uri="{BB962C8B-B14F-4D97-AF65-F5344CB8AC3E}">
        <p14:creationId xmlns:p14="http://schemas.microsoft.com/office/powerpoint/2010/main" val="268297179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BAB873-4EB4-6BEA-CF88-C39EABAA37A9}"/>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C1B636C2-77E5-22D3-1266-906797BFCDBA}"/>
              </a:ext>
            </a:extLst>
          </p:cNvPr>
          <p:cNvPicPr>
            <a:picLocks noChangeAspect="1"/>
          </p:cNvPicPr>
          <p:nvPr/>
        </p:nvPicPr>
        <p:blipFill>
          <a:blip r:embed="rId3"/>
          <a:stretch>
            <a:fillRect/>
          </a:stretch>
        </p:blipFill>
        <p:spPr>
          <a:xfrm>
            <a:off x="2489892" y="2079007"/>
            <a:ext cx="6397265" cy="4777704"/>
          </a:xfrm>
          <a:prstGeom prst="rect">
            <a:avLst/>
          </a:prstGeom>
        </p:spPr>
      </p:pic>
      <p:grpSp>
        <p:nvGrpSpPr>
          <p:cNvPr id="6" name="Group 5">
            <a:extLst>
              <a:ext uri="{FF2B5EF4-FFF2-40B4-BE49-F238E27FC236}">
                <a16:creationId xmlns:a16="http://schemas.microsoft.com/office/drawing/2014/main" id="{B864749D-E437-E399-E2C9-A0B6C34CAEEE}"/>
              </a:ext>
            </a:extLst>
          </p:cNvPr>
          <p:cNvGrpSpPr>
            <a:grpSpLocks noChangeAspect="1"/>
          </p:cNvGrpSpPr>
          <p:nvPr/>
        </p:nvGrpSpPr>
        <p:grpSpPr>
          <a:xfrm>
            <a:off x="7" y="-6881"/>
            <a:ext cx="8829908" cy="1899563"/>
            <a:chOff x="0" y="-6886"/>
            <a:chExt cx="11934822" cy="2567522"/>
          </a:xfrm>
        </p:grpSpPr>
        <p:sp>
          <p:nvSpPr>
            <p:cNvPr id="69" name="Oval 68">
              <a:extLst>
                <a:ext uri="{FF2B5EF4-FFF2-40B4-BE49-F238E27FC236}">
                  <a16:creationId xmlns:a16="http://schemas.microsoft.com/office/drawing/2014/main" id="{21DE4E9C-6FE6-45BC-9541-D56EFEE36BB8}"/>
                </a:ext>
              </a:extLst>
            </p:cNvPr>
            <p:cNvSpPr>
              <a:spLocks noChangeAspect="1"/>
            </p:cNvSpPr>
            <p:nvPr/>
          </p:nvSpPr>
          <p:spPr>
            <a:xfrm>
              <a:off x="4944144" y="395606"/>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p>
          </p:txBody>
        </p:sp>
        <mc:AlternateContent xmlns:mc="http://schemas.openxmlformats.org/markup-compatibility/2006" xmlns:a14="http://schemas.microsoft.com/office/drawing/2010/main">
          <mc:Choice Requires="a14">
            <p:sp>
              <p:nvSpPr>
                <p:cNvPr id="70" name="TextBox 69">
                  <a:extLst>
                    <a:ext uri="{FF2B5EF4-FFF2-40B4-BE49-F238E27FC236}">
                      <a16:creationId xmlns:a16="http://schemas.microsoft.com/office/drawing/2014/main" id="{81D64299-4C10-2108-727E-D73856E7E842}"/>
                    </a:ext>
                  </a:extLst>
                </p:cNvPr>
                <p:cNvSpPr txBox="1"/>
                <p:nvPr/>
              </p:nvSpPr>
              <p:spPr>
                <a:xfrm>
                  <a:off x="4889948" y="366883"/>
                  <a:ext cx="518558" cy="326949"/>
                </a:xfrm>
                <a:prstGeom prst="rect">
                  <a:avLst/>
                </a:prstGeom>
                <a:noFill/>
              </p:spPr>
              <p:txBody>
                <a:bodyPr wrap="square">
                  <a:spAutoFit/>
                </a:bodyPr>
                <a:lstStyle/>
                <a:p>
                  <a:pPr/>
                  <a14:m>
                    <m:oMathPara xmlns:m="http://schemas.openxmlformats.org/officeDocument/2006/math">
                      <m:oMath>
                        <m:sSub>
                          <m:sSubPr>
                            <m:ctrlPr>
                              <a:rPr lang="de-DE" sz="1400" b="0" i="1" smtClean="0">
                                <a:solidFill>
                                  <a:schemeClr val="bg1"/>
                                </a:solidFill>
                                <a:latin typeface="Cambria Math" panose="02040503050406030204" pitchFamily="18" charset="0"/>
                              </a:rPr>
                            </m:ctrlPr>
                          </m:sSubPr>
                          <m:e>
                            <m:r>
                              <m:rPr>
                                <m:sty m:val="p"/>
                              </m:rPr>
                              <a:rPr lang="de-DE" sz="1400" b="0" i="1" smtClean="0">
                                <a:solidFill>
                                  <a:schemeClr val="bg1"/>
                                </a:solidFill>
                                <a:latin typeface="Cambria Math" panose="02040503050406030204" pitchFamily="18" charset="0"/>
                              </a:rPr>
                              <m:t>r</m:t>
                            </m:r>
                          </m:e>
                          <m:sub>
                            <m:r>
                              <m:rPr>
                                <m:sty m:val="p"/>
                              </m:rPr>
                              <a:rPr lang="de-DE" sz="1400" b="0" i="1" smtClean="0">
                                <a:solidFill>
                                  <a:schemeClr val="bg1"/>
                                </a:solidFill>
                                <a:latin typeface="Cambria Math" panose="02040503050406030204" pitchFamily="18" charset="0"/>
                              </a:rPr>
                              <m:t>Cp</m:t>
                            </m:r>
                          </m:sub>
                        </m:sSub>
                      </m:oMath>
                    </m:oMathPara>
                  </a14:m>
                  <a:endParaRPr lang="en-US" sz="1400" dirty="0">
                    <a:solidFill>
                      <a:schemeClr val="bg1"/>
                    </a:solidFill>
                  </a:endParaRPr>
                </a:p>
              </p:txBody>
            </p:sp>
          </mc:Choice>
          <mc:Fallback xmlns="">
            <p:sp>
              <p:nvSpPr>
                <p:cNvPr id="70" name="TextBox 69">
                  <a:extLst>
                    <a:ext uri="{FF2B5EF4-FFF2-40B4-BE49-F238E27FC236}">
                      <a16:creationId xmlns:a16="http://schemas.microsoft.com/office/drawing/2014/main" id="{81D64299-4C10-2108-727E-D73856E7E842}"/>
                    </a:ext>
                  </a:extLst>
                </p:cNvPr>
                <p:cNvSpPr txBox="1">
                  <a:spLocks noRot="1" noChangeAspect="1" noMove="1" noResize="1" noEditPoints="1" noAdjustHandles="1" noChangeArrowheads="1" noChangeShapeType="1" noTextEdit="1"/>
                </p:cNvSpPr>
                <p:nvPr/>
              </p:nvSpPr>
              <p:spPr>
                <a:xfrm>
                  <a:off x="4889948" y="366883"/>
                  <a:ext cx="518558" cy="326949"/>
                </a:xfrm>
                <a:prstGeom prst="rect">
                  <a:avLst/>
                </a:prstGeom>
                <a:blipFill>
                  <a:blip r:embed="rId4"/>
                  <a:stretch>
                    <a:fillRect b="-37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1" name="TextBox 70">
                  <a:extLst>
                    <a:ext uri="{FF2B5EF4-FFF2-40B4-BE49-F238E27FC236}">
                      <a16:creationId xmlns:a16="http://schemas.microsoft.com/office/drawing/2014/main" id="{C846EA13-11D9-9A54-07CD-78196B29377C}"/>
                    </a:ext>
                  </a:extLst>
                </p:cNvPr>
                <p:cNvSpPr txBox="1"/>
                <p:nvPr/>
              </p:nvSpPr>
              <p:spPr>
                <a:xfrm>
                  <a:off x="6042814" y="220866"/>
                  <a:ext cx="507796" cy="307777"/>
                </a:xfrm>
                <a:prstGeom prst="rect">
                  <a:avLst/>
                </a:prstGeom>
                <a:noFill/>
              </p:spPr>
              <p:txBody>
                <a:bodyPr wrap="square">
                  <a:spAutoFit/>
                </a:bodyPr>
                <a:lstStyle/>
                <a:p>
                  <a:pPr/>
                  <a14:m>
                    <m:oMathPara xmlns:m="http://schemas.openxmlformats.org/officeDocument/2006/math">
                      <m:oMath>
                        <m:sSub>
                          <m:sSubPr>
                            <m:ctrlPr>
                              <a:rPr lang="de-DE" sz="1400" b="0" i="0" smtClean="0">
                                <a:solidFill>
                                  <a:schemeClr val="tx1"/>
                                </a:solidFill>
                                <a:latin typeface="Cambria Math" panose="02040503050406030204" pitchFamily="18" charset="0"/>
                              </a:rPr>
                            </m:ctrlPr>
                          </m:sSubPr>
                          <m:e>
                            <m:r>
                              <m:rPr>
                                <m:sty m:val="p"/>
                              </m:rPr>
                              <a:rPr lang="de-DE" sz="1400" b="0" i="0" smtClean="0">
                                <a:solidFill>
                                  <a:schemeClr val="tx1"/>
                                </a:solidFill>
                                <a:latin typeface="Cambria Math" panose="02040503050406030204" pitchFamily="18" charset="0"/>
                              </a:rPr>
                              <m:t>m</m:t>
                            </m:r>
                          </m:e>
                          <m:sub>
                            <m:r>
                              <m:rPr>
                                <m:sty m:val="p"/>
                              </m:rPr>
                              <a:rPr lang="de-DE" sz="1400" b="0" i="1" smtClean="0">
                                <a:solidFill>
                                  <a:schemeClr val="tx1"/>
                                </a:solidFill>
                                <a:latin typeface="Cambria Math" panose="02040503050406030204" pitchFamily="18" charset="0"/>
                              </a:rPr>
                              <m:t>c</m:t>
                            </m:r>
                          </m:sub>
                        </m:sSub>
                      </m:oMath>
                    </m:oMathPara>
                  </a14:m>
                  <a:endParaRPr lang="en-US" sz="1400" dirty="0">
                    <a:solidFill>
                      <a:schemeClr val="tx1"/>
                    </a:solidFill>
                  </a:endParaRPr>
                </a:p>
              </p:txBody>
            </p:sp>
          </mc:Choice>
          <mc:Fallback xmlns="">
            <p:sp>
              <p:nvSpPr>
                <p:cNvPr id="71" name="TextBox 70">
                  <a:extLst>
                    <a:ext uri="{FF2B5EF4-FFF2-40B4-BE49-F238E27FC236}">
                      <a16:creationId xmlns:a16="http://schemas.microsoft.com/office/drawing/2014/main" id="{C846EA13-11D9-9A54-07CD-78196B29377C}"/>
                    </a:ext>
                  </a:extLst>
                </p:cNvPr>
                <p:cNvSpPr txBox="1">
                  <a:spLocks noRot="1" noChangeAspect="1" noMove="1" noResize="1" noEditPoints="1" noAdjustHandles="1" noChangeArrowheads="1" noChangeShapeType="1" noTextEdit="1"/>
                </p:cNvSpPr>
                <p:nvPr/>
              </p:nvSpPr>
              <p:spPr>
                <a:xfrm>
                  <a:off x="6042814" y="220866"/>
                  <a:ext cx="507796" cy="307777"/>
                </a:xfrm>
                <a:prstGeom prst="rect">
                  <a:avLst/>
                </a:prstGeom>
                <a:blipFill>
                  <a:blip r:embed="rId5"/>
                  <a:stretch>
                    <a:fillRect b="-24324"/>
                  </a:stretch>
                </a:blipFill>
              </p:spPr>
              <p:txBody>
                <a:bodyPr/>
                <a:lstStyle/>
                <a:p>
                  <a:r>
                    <a:rPr lang="en-US">
                      <a:noFill/>
                    </a:rPr>
                    <a:t> </a:t>
                  </a:r>
                </a:p>
              </p:txBody>
            </p:sp>
          </mc:Fallback>
        </mc:AlternateContent>
        <p:sp>
          <p:nvSpPr>
            <p:cNvPr id="72" name="Oval 71">
              <a:extLst>
                <a:ext uri="{FF2B5EF4-FFF2-40B4-BE49-F238E27FC236}">
                  <a16:creationId xmlns:a16="http://schemas.microsoft.com/office/drawing/2014/main" id="{44ACF802-28A8-034F-639D-98961E039829}"/>
                </a:ext>
              </a:extLst>
            </p:cNvPr>
            <p:cNvSpPr>
              <a:spLocks noChangeAspect="1"/>
            </p:cNvSpPr>
            <p:nvPr/>
          </p:nvSpPr>
          <p:spPr>
            <a:xfrm>
              <a:off x="6106961" y="1088928"/>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p>
          </p:txBody>
        </p:sp>
        <mc:AlternateContent xmlns:mc="http://schemas.openxmlformats.org/markup-compatibility/2006" xmlns:a14="http://schemas.microsoft.com/office/drawing/2010/main">
          <mc:Choice Requires="a14">
            <p:sp>
              <p:nvSpPr>
                <p:cNvPr id="73" name="TextBox 72">
                  <a:extLst>
                    <a:ext uri="{FF2B5EF4-FFF2-40B4-BE49-F238E27FC236}">
                      <a16:creationId xmlns:a16="http://schemas.microsoft.com/office/drawing/2014/main" id="{F021D3C8-AE7C-107F-8D2E-FC14B4A7059D}"/>
                    </a:ext>
                  </a:extLst>
                </p:cNvPr>
                <p:cNvSpPr txBox="1"/>
                <p:nvPr/>
              </p:nvSpPr>
              <p:spPr>
                <a:xfrm>
                  <a:off x="6048484" y="1064456"/>
                  <a:ext cx="518558" cy="328103"/>
                </a:xfrm>
                <a:prstGeom prst="rect">
                  <a:avLst/>
                </a:prstGeom>
                <a:noFill/>
              </p:spPr>
              <p:txBody>
                <a:bodyPr wrap="square">
                  <a:spAutoFit/>
                </a:bodyPr>
                <a:lstStyle/>
                <a:p>
                  <a:pPr/>
                  <a14:m>
                    <m:oMathPara xmlns:m="http://schemas.openxmlformats.org/officeDocument/2006/math">
                      <m:oMath>
                        <m:sSub>
                          <m:sSubPr>
                            <m:ctrlPr>
                              <a:rPr lang="de-DE" sz="1400" b="0" i="1" smtClean="0">
                                <a:solidFill>
                                  <a:schemeClr val="bg1"/>
                                </a:solidFill>
                                <a:latin typeface="Cambria Math" panose="02040503050406030204" pitchFamily="18" charset="0"/>
                              </a:rPr>
                            </m:ctrlPr>
                          </m:sSubPr>
                          <m:e>
                            <m:r>
                              <m:rPr>
                                <m:sty m:val="p"/>
                              </m:rPr>
                              <a:rPr lang="de-DE" sz="1400" b="0" i="1" smtClean="0">
                                <a:solidFill>
                                  <a:schemeClr val="bg1"/>
                                </a:solidFill>
                                <a:latin typeface="Cambria Math" panose="02040503050406030204" pitchFamily="18" charset="0"/>
                              </a:rPr>
                              <m:t>r</m:t>
                            </m:r>
                          </m:e>
                          <m:sub>
                            <m:r>
                              <m:rPr>
                                <m:sty m:val="p"/>
                              </m:rPr>
                              <a:rPr lang="de-DE" sz="1400" b="0" i="1" smtClean="0">
                                <a:solidFill>
                                  <a:schemeClr val="bg1"/>
                                </a:solidFill>
                                <a:latin typeface="Cambria Math" panose="02040503050406030204" pitchFamily="18" charset="0"/>
                              </a:rPr>
                              <m:t>Cg</m:t>
                            </m:r>
                          </m:sub>
                        </m:sSub>
                      </m:oMath>
                    </m:oMathPara>
                  </a14:m>
                  <a:endParaRPr lang="en-US" sz="1400" dirty="0">
                    <a:solidFill>
                      <a:schemeClr val="bg1"/>
                    </a:solidFill>
                  </a:endParaRPr>
                </a:p>
              </p:txBody>
            </p:sp>
          </mc:Choice>
          <mc:Fallback xmlns="">
            <p:sp>
              <p:nvSpPr>
                <p:cNvPr id="73" name="TextBox 72">
                  <a:extLst>
                    <a:ext uri="{FF2B5EF4-FFF2-40B4-BE49-F238E27FC236}">
                      <a16:creationId xmlns:a16="http://schemas.microsoft.com/office/drawing/2014/main" id="{F021D3C8-AE7C-107F-8D2E-FC14B4A7059D}"/>
                    </a:ext>
                  </a:extLst>
                </p:cNvPr>
                <p:cNvSpPr txBox="1">
                  <a:spLocks noRot="1" noChangeAspect="1" noMove="1" noResize="1" noEditPoints="1" noAdjustHandles="1" noChangeArrowheads="1" noChangeShapeType="1" noTextEdit="1"/>
                </p:cNvSpPr>
                <p:nvPr/>
              </p:nvSpPr>
              <p:spPr>
                <a:xfrm>
                  <a:off x="6048484" y="1064456"/>
                  <a:ext cx="518558" cy="328103"/>
                </a:xfrm>
                <a:prstGeom prst="rect">
                  <a:avLst/>
                </a:prstGeom>
                <a:blipFill>
                  <a:blip r:embed="rId6"/>
                  <a:stretch>
                    <a:fillRect b="-4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4" name="TextBox 73">
                  <a:extLst>
                    <a:ext uri="{FF2B5EF4-FFF2-40B4-BE49-F238E27FC236}">
                      <a16:creationId xmlns:a16="http://schemas.microsoft.com/office/drawing/2014/main" id="{9062D37F-BF90-E17F-C287-056F70662DF1}"/>
                    </a:ext>
                  </a:extLst>
                </p:cNvPr>
                <p:cNvSpPr txBox="1"/>
                <p:nvPr/>
              </p:nvSpPr>
              <p:spPr>
                <a:xfrm>
                  <a:off x="4902707" y="1099668"/>
                  <a:ext cx="507796" cy="307777"/>
                </a:xfrm>
                <a:prstGeom prst="rect">
                  <a:avLst/>
                </a:prstGeom>
                <a:noFill/>
              </p:spPr>
              <p:txBody>
                <a:bodyPr wrap="square">
                  <a:spAutoFit/>
                </a:bodyPr>
                <a:lstStyle/>
                <a:p>
                  <a:pPr/>
                  <a14:m>
                    <m:oMathPara xmlns:m="http://schemas.openxmlformats.org/officeDocument/2006/math">
                      <m:oMath>
                        <m:sSub>
                          <m:sSubPr>
                            <m:ctrlPr>
                              <a:rPr lang="de-DE" sz="1400" b="0" i="0" smtClean="0">
                                <a:solidFill>
                                  <a:schemeClr val="tx1"/>
                                </a:solidFill>
                                <a:latin typeface="Cambria Math" panose="02040503050406030204" pitchFamily="18" charset="0"/>
                              </a:rPr>
                            </m:ctrlPr>
                          </m:sSubPr>
                          <m:e>
                            <m:r>
                              <m:rPr>
                                <m:sty m:val="p"/>
                              </m:rPr>
                              <a:rPr lang="de-DE" sz="1400" b="0" i="0" smtClean="0">
                                <a:solidFill>
                                  <a:schemeClr val="tx1"/>
                                </a:solidFill>
                                <a:latin typeface="Cambria Math" panose="02040503050406030204" pitchFamily="18" charset="0"/>
                              </a:rPr>
                              <m:t>m</m:t>
                            </m:r>
                          </m:e>
                          <m:sub>
                            <m:r>
                              <m:rPr>
                                <m:sty m:val="p"/>
                              </m:rPr>
                              <a:rPr lang="de-DE" sz="1400" b="0" i="1" smtClean="0">
                                <a:solidFill>
                                  <a:schemeClr val="tx1"/>
                                </a:solidFill>
                                <a:latin typeface="Cambria Math" panose="02040503050406030204" pitchFamily="18" charset="0"/>
                              </a:rPr>
                              <m:t>Cs</m:t>
                            </m:r>
                          </m:sub>
                        </m:sSub>
                      </m:oMath>
                    </m:oMathPara>
                  </a14:m>
                  <a:endParaRPr lang="en-US" sz="1400" dirty="0">
                    <a:solidFill>
                      <a:schemeClr val="tx1"/>
                    </a:solidFill>
                  </a:endParaRPr>
                </a:p>
              </p:txBody>
            </p:sp>
          </mc:Choice>
          <mc:Fallback xmlns="">
            <p:sp>
              <p:nvSpPr>
                <p:cNvPr id="74" name="TextBox 73">
                  <a:extLst>
                    <a:ext uri="{FF2B5EF4-FFF2-40B4-BE49-F238E27FC236}">
                      <a16:creationId xmlns:a16="http://schemas.microsoft.com/office/drawing/2014/main" id="{9062D37F-BF90-E17F-C287-056F70662DF1}"/>
                    </a:ext>
                  </a:extLst>
                </p:cNvPr>
                <p:cNvSpPr txBox="1">
                  <a:spLocks noRot="1" noChangeAspect="1" noMove="1" noResize="1" noEditPoints="1" noAdjustHandles="1" noChangeArrowheads="1" noChangeShapeType="1" noTextEdit="1"/>
                </p:cNvSpPr>
                <p:nvPr/>
              </p:nvSpPr>
              <p:spPr>
                <a:xfrm>
                  <a:off x="4902707" y="1099668"/>
                  <a:ext cx="507796" cy="307777"/>
                </a:xfrm>
                <a:prstGeom prst="rect">
                  <a:avLst/>
                </a:prstGeom>
                <a:blipFill>
                  <a:blip r:embed="rId7"/>
                  <a:stretch>
                    <a:fillRect r="-12903" b="-26316"/>
                  </a:stretch>
                </a:blipFill>
              </p:spPr>
              <p:txBody>
                <a:bodyPr/>
                <a:lstStyle/>
                <a:p>
                  <a:r>
                    <a:rPr lang="en-US">
                      <a:noFill/>
                    </a:rPr>
                    <a:t> </a:t>
                  </a:r>
                </a:p>
              </p:txBody>
            </p:sp>
          </mc:Fallback>
        </mc:AlternateContent>
        <p:sp>
          <p:nvSpPr>
            <p:cNvPr id="75" name="Oval 74">
              <a:extLst>
                <a:ext uri="{FF2B5EF4-FFF2-40B4-BE49-F238E27FC236}">
                  <a16:creationId xmlns:a16="http://schemas.microsoft.com/office/drawing/2014/main" id="{FBF1A0D9-B21E-103C-E404-6DC8B2446060}"/>
                </a:ext>
              </a:extLst>
            </p:cNvPr>
            <p:cNvSpPr>
              <a:spLocks noChangeAspect="1"/>
            </p:cNvSpPr>
            <p:nvPr/>
          </p:nvSpPr>
          <p:spPr>
            <a:xfrm>
              <a:off x="4972754" y="1905482"/>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p>
          </p:txBody>
        </p:sp>
        <mc:AlternateContent xmlns:mc="http://schemas.openxmlformats.org/markup-compatibility/2006" xmlns:a14="http://schemas.microsoft.com/office/drawing/2010/main">
          <mc:Choice Requires="a14">
            <p:sp>
              <p:nvSpPr>
                <p:cNvPr id="76" name="TextBox 75">
                  <a:extLst>
                    <a:ext uri="{FF2B5EF4-FFF2-40B4-BE49-F238E27FC236}">
                      <a16:creationId xmlns:a16="http://schemas.microsoft.com/office/drawing/2014/main" id="{47BEFAC1-B6C8-04DC-B304-0850775495FE}"/>
                    </a:ext>
                  </a:extLst>
                </p:cNvPr>
                <p:cNvSpPr txBox="1"/>
                <p:nvPr/>
              </p:nvSpPr>
              <p:spPr>
                <a:xfrm>
                  <a:off x="4917219" y="1870160"/>
                  <a:ext cx="518558" cy="307777"/>
                </a:xfrm>
                <a:prstGeom prst="rect">
                  <a:avLst/>
                </a:prstGeom>
                <a:noFill/>
              </p:spPr>
              <p:txBody>
                <a:bodyPr wrap="square">
                  <a:spAutoFit/>
                </a:bodyPr>
                <a:lstStyle/>
                <a:p>
                  <a:pPr/>
                  <a14:m>
                    <m:oMathPara xmlns:m="http://schemas.openxmlformats.org/officeDocument/2006/math">
                      <m:oMath>
                        <m:sSub>
                          <m:sSubPr>
                            <m:ctrlPr>
                              <a:rPr lang="de-DE" sz="1400" b="0" i="1" smtClean="0">
                                <a:solidFill>
                                  <a:schemeClr val="bg1"/>
                                </a:solidFill>
                                <a:latin typeface="Cambria Math" panose="02040503050406030204" pitchFamily="18" charset="0"/>
                              </a:rPr>
                            </m:ctrlPr>
                          </m:sSubPr>
                          <m:e>
                            <m:r>
                              <m:rPr>
                                <m:sty m:val="p"/>
                              </m:rPr>
                              <a:rPr lang="de-DE" sz="1400" b="0" i="1" smtClean="0">
                                <a:solidFill>
                                  <a:schemeClr val="bg1"/>
                                </a:solidFill>
                                <a:latin typeface="Cambria Math" panose="02040503050406030204" pitchFamily="18" charset="0"/>
                              </a:rPr>
                              <m:t>r</m:t>
                            </m:r>
                          </m:e>
                          <m:sub>
                            <m:r>
                              <m:rPr>
                                <m:sty m:val="p"/>
                              </m:rPr>
                              <a:rPr lang="de-DE" sz="1400" b="0" i="1" smtClean="0">
                                <a:solidFill>
                                  <a:schemeClr val="bg1"/>
                                </a:solidFill>
                                <a:latin typeface="Cambria Math" panose="02040503050406030204" pitchFamily="18" charset="0"/>
                              </a:rPr>
                              <m:t>Cr</m:t>
                            </m:r>
                          </m:sub>
                        </m:sSub>
                      </m:oMath>
                    </m:oMathPara>
                  </a14:m>
                  <a:endParaRPr lang="en-US" sz="1400" dirty="0">
                    <a:solidFill>
                      <a:schemeClr val="bg1"/>
                    </a:solidFill>
                  </a:endParaRPr>
                </a:p>
              </p:txBody>
            </p:sp>
          </mc:Choice>
          <mc:Fallback xmlns="">
            <p:sp>
              <p:nvSpPr>
                <p:cNvPr id="76" name="TextBox 75">
                  <a:extLst>
                    <a:ext uri="{FF2B5EF4-FFF2-40B4-BE49-F238E27FC236}">
                      <a16:creationId xmlns:a16="http://schemas.microsoft.com/office/drawing/2014/main" id="{47BEFAC1-B6C8-04DC-B304-0850775495FE}"/>
                    </a:ext>
                  </a:extLst>
                </p:cNvPr>
                <p:cNvSpPr txBox="1">
                  <a:spLocks noRot="1" noChangeAspect="1" noMove="1" noResize="1" noEditPoints="1" noAdjustHandles="1" noChangeArrowheads="1" noChangeShapeType="1" noTextEdit="1"/>
                </p:cNvSpPr>
                <p:nvPr/>
              </p:nvSpPr>
              <p:spPr>
                <a:xfrm>
                  <a:off x="4917219" y="1870160"/>
                  <a:ext cx="518558" cy="307777"/>
                </a:xfrm>
                <a:prstGeom prst="rect">
                  <a:avLst/>
                </a:prstGeom>
                <a:blipFill>
                  <a:blip r:embed="rId8"/>
                  <a:stretch>
                    <a:fillRect b="-29730"/>
                  </a:stretch>
                </a:blipFill>
              </p:spPr>
              <p:txBody>
                <a:bodyPr/>
                <a:lstStyle/>
                <a:p>
                  <a:r>
                    <a:rPr lang="en-US">
                      <a:noFill/>
                    </a:rPr>
                    <a:t> </a:t>
                  </a:r>
                </a:p>
              </p:txBody>
            </p:sp>
          </mc:Fallback>
        </mc:AlternateContent>
        <p:cxnSp>
          <p:nvCxnSpPr>
            <p:cNvPr id="77" name="Straight Arrow Connector 76">
              <a:extLst>
                <a:ext uri="{FF2B5EF4-FFF2-40B4-BE49-F238E27FC236}">
                  <a16:creationId xmlns:a16="http://schemas.microsoft.com/office/drawing/2014/main" id="{428BAEFA-7E49-56EA-D047-69F130B827F7}"/>
                </a:ext>
              </a:extLst>
            </p:cNvPr>
            <p:cNvCxnSpPr>
              <a:cxnSpLocks/>
              <a:endCxn id="69" idx="3"/>
            </p:cNvCxnSpPr>
            <p:nvPr/>
          </p:nvCxnSpPr>
          <p:spPr>
            <a:xfrm flipV="1">
              <a:off x="4121730" y="721164"/>
              <a:ext cx="878271" cy="488885"/>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80" name="Straight Arrow Connector 79">
              <a:extLst>
                <a:ext uri="{FF2B5EF4-FFF2-40B4-BE49-F238E27FC236}">
                  <a16:creationId xmlns:a16="http://schemas.microsoft.com/office/drawing/2014/main" id="{974E68FC-14A2-F009-5F2C-F3AFE7E3E765}"/>
                </a:ext>
              </a:extLst>
            </p:cNvPr>
            <p:cNvCxnSpPr>
              <a:cxnSpLocks/>
              <a:endCxn id="75" idx="1"/>
            </p:cNvCxnSpPr>
            <p:nvPr/>
          </p:nvCxnSpPr>
          <p:spPr>
            <a:xfrm>
              <a:off x="4125152" y="1214911"/>
              <a:ext cx="903459" cy="746428"/>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84" name="Straight Arrow Connector 83">
              <a:extLst>
                <a:ext uri="{FF2B5EF4-FFF2-40B4-BE49-F238E27FC236}">
                  <a16:creationId xmlns:a16="http://schemas.microsoft.com/office/drawing/2014/main" id="{92448B32-11E1-10F4-CE94-FE04822C1802}"/>
                </a:ext>
              </a:extLst>
            </p:cNvPr>
            <p:cNvCxnSpPr>
              <a:cxnSpLocks/>
              <a:stCxn id="74" idx="3"/>
              <a:endCxn id="72" idx="2"/>
            </p:cNvCxnSpPr>
            <p:nvPr/>
          </p:nvCxnSpPr>
          <p:spPr>
            <a:xfrm>
              <a:off x="5410503" y="1253557"/>
              <a:ext cx="696458" cy="26079"/>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88" name="Straight Arrow Connector 87">
              <a:extLst>
                <a:ext uri="{FF2B5EF4-FFF2-40B4-BE49-F238E27FC236}">
                  <a16:creationId xmlns:a16="http://schemas.microsoft.com/office/drawing/2014/main" id="{FEBDE0F9-035B-E294-0B84-C947C7ED6495}"/>
                </a:ext>
              </a:extLst>
            </p:cNvPr>
            <p:cNvCxnSpPr>
              <a:cxnSpLocks/>
              <a:stCxn id="74" idx="2"/>
              <a:endCxn id="75" idx="0"/>
            </p:cNvCxnSpPr>
            <p:nvPr/>
          </p:nvCxnSpPr>
          <p:spPr>
            <a:xfrm>
              <a:off x="5156605" y="1407445"/>
              <a:ext cx="6856" cy="498037"/>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6" name="Straight Arrow Connector 95">
              <a:extLst>
                <a:ext uri="{FF2B5EF4-FFF2-40B4-BE49-F238E27FC236}">
                  <a16:creationId xmlns:a16="http://schemas.microsoft.com/office/drawing/2014/main" id="{CFA1F25E-C78F-ED08-7C99-29815254DAC4}"/>
                </a:ext>
              </a:extLst>
            </p:cNvPr>
            <p:cNvCxnSpPr>
              <a:cxnSpLocks/>
              <a:stCxn id="69" idx="6"/>
            </p:cNvCxnSpPr>
            <p:nvPr/>
          </p:nvCxnSpPr>
          <p:spPr>
            <a:xfrm>
              <a:off x="5325558" y="586314"/>
              <a:ext cx="2460842" cy="10275"/>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9" name="Straight Arrow Connector 98">
              <a:extLst>
                <a:ext uri="{FF2B5EF4-FFF2-40B4-BE49-F238E27FC236}">
                  <a16:creationId xmlns:a16="http://schemas.microsoft.com/office/drawing/2014/main" id="{8A7FEE76-9FC0-9D52-C6DD-F013C48E1EE7}"/>
                </a:ext>
              </a:extLst>
            </p:cNvPr>
            <p:cNvCxnSpPr>
              <a:cxnSpLocks/>
              <a:stCxn id="71" idx="2"/>
              <a:endCxn id="72" idx="0"/>
            </p:cNvCxnSpPr>
            <p:nvPr/>
          </p:nvCxnSpPr>
          <p:spPr>
            <a:xfrm>
              <a:off x="6296712" y="528643"/>
              <a:ext cx="956" cy="560285"/>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sp>
          <p:nvSpPr>
            <p:cNvPr id="102" name="Rectangle 101">
              <a:extLst>
                <a:ext uri="{FF2B5EF4-FFF2-40B4-BE49-F238E27FC236}">
                  <a16:creationId xmlns:a16="http://schemas.microsoft.com/office/drawing/2014/main" id="{A27DC2DE-F212-5F52-88D6-B9C5BC9D7F85}"/>
                </a:ext>
              </a:extLst>
            </p:cNvPr>
            <p:cNvSpPr/>
            <p:nvPr/>
          </p:nvSpPr>
          <p:spPr>
            <a:xfrm>
              <a:off x="4449950" y="9135"/>
              <a:ext cx="2873133" cy="2407763"/>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103" name="TextBox 102">
              <a:extLst>
                <a:ext uri="{FF2B5EF4-FFF2-40B4-BE49-F238E27FC236}">
                  <a16:creationId xmlns:a16="http://schemas.microsoft.com/office/drawing/2014/main" id="{79FFAD6A-30A5-EB3D-45D0-F1A2D127D45B}"/>
                </a:ext>
              </a:extLst>
            </p:cNvPr>
            <p:cNvSpPr txBox="1"/>
            <p:nvPr/>
          </p:nvSpPr>
          <p:spPr>
            <a:xfrm>
              <a:off x="4449950" y="-6886"/>
              <a:ext cx="1377237" cy="276999"/>
            </a:xfrm>
            <a:prstGeom prst="rect">
              <a:avLst/>
            </a:prstGeom>
            <a:noFill/>
          </p:spPr>
          <p:txBody>
            <a:bodyPr wrap="none" rtlCol="0">
              <a:spAutoFit/>
            </a:bodyPr>
            <a:lstStyle/>
            <a:p>
              <a:r>
                <a:rPr lang="en-US" sz="1200" dirty="0"/>
                <a:t>Chemical counter</a:t>
              </a:r>
            </a:p>
          </p:txBody>
        </p:sp>
        <mc:AlternateContent xmlns:mc="http://schemas.openxmlformats.org/markup-compatibility/2006" xmlns:a14="http://schemas.microsoft.com/office/drawing/2010/main">
          <mc:Choice Requires="a14">
            <p:sp>
              <p:nvSpPr>
                <p:cNvPr id="67" name="TextBox 66">
                  <a:extLst>
                    <a:ext uri="{FF2B5EF4-FFF2-40B4-BE49-F238E27FC236}">
                      <a16:creationId xmlns:a16="http://schemas.microsoft.com/office/drawing/2014/main" id="{24421EBB-7851-EDD8-C041-592E50AC72EA}"/>
                    </a:ext>
                  </a:extLst>
                </p:cNvPr>
                <p:cNvSpPr txBox="1"/>
                <p:nvPr/>
              </p:nvSpPr>
              <p:spPr>
                <a:xfrm>
                  <a:off x="0" y="1346255"/>
                  <a:ext cx="503086" cy="307777"/>
                </a:xfrm>
                <a:prstGeom prst="rect">
                  <a:avLst/>
                </a:prstGeom>
                <a:noFill/>
              </p:spPr>
              <p:txBody>
                <a:bodyPr wrap="none" rtlCol="0">
                  <a:spAutoFit/>
                </a:bodyPr>
                <a:lstStyle/>
                <a:p>
                  <a:pPr/>
                  <a14:m>
                    <m:oMathPara xmlns:m="http://schemas.openxmlformats.org/officeDocument/2006/math">
                      <m:oMath>
                        <m:sSub>
                          <m:sSubPr>
                            <m:ctrlPr>
                              <a:rPr lang="de-DE" sz="1400" b="0" i="1" smtClean="0">
                                <a:latin typeface="Cambria Math" panose="02040503050406030204" pitchFamily="18" charset="0"/>
                              </a:rPr>
                            </m:ctrlPr>
                          </m:sSubPr>
                          <m:e>
                            <m:r>
                              <m:rPr>
                                <m:sty m:val="p"/>
                              </m:rPr>
                              <a:rPr lang="de-DE" sz="1400" b="0" i="1" smtClean="0">
                                <a:latin typeface="Cambria Math" panose="02040503050406030204" pitchFamily="18" charset="0"/>
                              </a:rPr>
                              <m:t>m</m:t>
                            </m:r>
                          </m:e>
                          <m:sub>
                            <m:r>
                              <m:rPr>
                                <m:sty m:val="p"/>
                              </m:rPr>
                              <a:rPr lang="de-DE" sz="1400" b="0" i="1" smtClean="0">
                                <a:latin typeface="Cambria Math" panose="02040503050406030204" pitchFamily="18" charset="0"/>
                              </a:rPr>
                              <m:t>in</m:t>
                            </m:r>
                          </m:sub>
                        </m:sSub>
                      </m:oMath>
                    </m:oMathPara>
                  </a14:m>
                  <a:endParaRPr lang="en-US" sz="1400" dirty="0"/>
                </a:p>
              </p:txBody>
            </p:sp>
          </mc:Choice>
          <mc:Fallback xmlns="">
            <p:sp>
              <p:nvSpPr>
                <p:cNvPr id="67" name="TextBox 66">
                  <a:extLst>
                    <a:ext uri="{FF2B5EF4-FFF2-40B4-BE49-F238E27FC236}">
                      <a16:creationId xmlns:a16="http://schemas.microsoft.com/office/drawing/2014/main" id="{24421EBB-7851-EDD8-C041-592E50AC72EA}"/>
                    </a:ext>
                  </a:extLst>
                </p:cNvPr>
                <p:cNvSpPr txBox="1">
                  <a:spLocks noRot="1" noChangeAspect="1" noMove="1" noResize="1" noEditPoints="1" noAdjustHandles="1" noChangeArrowheads="1" noChangeShapeType="1" noTextEdit="1"/>
                </p:cNvSpPr>
                <p:nvPr/>
              </p:nvSpPr>
              <p:spPr>
                <a:xfrm>
                  <a:off x="0" y="1346255"/>
                  <a:ext cx="503086" cy="307777"/>
                </a:xfrm>
                <a:prstGeom prst="rect">
                  <a:avLst/>
                </a:prstGeom>
                <a:blipFill>
                  <a:blip r:embed="rId9"/>
                  <a:stretch>
                    <a:fillRect r="-9836" b="-29730"/>
                  </a:stretch>
                </a:blipFill>
              </p:spPr>
              <p:txBody>
                <a:bodyPr/>
                <a:lstStyle/>
                <a:p>
                  <a:r>
                    <a:rPr lang="en-US">
                      <a:noFill/>
                    </a:rPr>
                    <a:t> </a:t>
                  </a:r>
                </a:p>
              </p:txBody>
            </p:sp>
          </mc:Fallback>
        </mc:AlternateContent>
        <p:sp>
          <p:nvSpPr>
            <p:cNvPr id="78" name="Rectangle 77">
              <a:extLst>
                <a:ext uri="{FF2B5EF4-FFF2-40B4-BE49-F238E27FC236}">
                  <a16:creationId xmlns:a16="http://schemas.microsoft.com/office/drawing/2014/main" id="{D3226CFA-F7E0-22E2-DC2D-02975FECDE67}"/>
                </a:ext>
              </a:extLst>
            </p:cNvPr>
            <p:cNvSpPr/>
            <p:nvPr/>
          </p:nvSpPr>
          <p:spPr>
            <a:xfrm>
              <a:off x="813764" y="212548"/>
              <a:ext cx="2873133" cy="2222154"/>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79" name="TextBox 78">
              <a:extLst>
                <a:ext uri="{FF2B5EF4-FFF2-40B4-BE49-F238E27FC236}">
                  <a16:creationId xmlns:a16="http://schemas.microsoft.com/office/drawing/2014/main" id="{38C8E52F-99C3-21CD-D2AA-5C0A17A88F0C}"/>
                </a:ext>
              </a:extLst>
            </p:cNvPr>
            <p:cNvSpPr txBox="1"/>
            <p:nvPr/>
          </p:nvSpPr>
          <p:spPr>
            <a:xfrm>
              <a:off x="787440" y="212547"/>
              <a:ext cx="1068178" cy="461665"/>
            </a:xfrm>
            <a:prstGeom prst="rect">
              <a:avLst/>
            </a:prstGeom>
            <a:noFill/>
          </p:spPr>
          <p:txBody>
            <a:bodyPr wrap="none" rtlCol="0">
              <a:spAutoFit/>
            </a:bodyPr>
            <a:lstStyle/>
            <a:p>
              <a:r>
                <a:rPr lang="en-US" sz="1200" dirty="0"/>
                <a:t>Chemical</a:t>
              </a:r>
              <a:br>
                <a:rPr lang="en-US" sz="1200" dirty="0"/>
              </a:br>
              <a:r>
                <a:rPr lang="en-US" sz="1200" dirty="0"/>
                <a:t>Differentiator</a:t>
              </a:r>
            </a:p>
          </p:txBody>
        </p:sp>
        <p:sp>
          <p:nvSpPr>
            <p:cNvPr id="81" name="Oval 80">
              <a:extLst>
                <a:ext uri="{FF2B5EF4-FFF2-40B4-BE49-F238E27FC236}">
                  <a16:creationId xmlns:a16="http://schemas.microsoft.com/office/drawing/2014/main" id="{ADDEAA90-6692-0FA0-F8A1-6762D64A1915}"/>
                </a:ext>
              </a:extLst>
            </p:cNvPr>
            <p:cNvSpPr>
              <a:spLocks noChangeAspect="1"/>
            </p:cNvSpPr>
            <p:nvPr/>
          </p:nvSpPr>
          <p:spPr>
            <a:xfrm>
              <a:off x="1051699" y="1000942"/>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p>
          </p:txBody>
        </p:sp>
        <mc:AlternateContent xmlns:mc="http://schemas.openxmlformats.org/markup-compatibility/2006" xmlns:a14="http://schemas.microsoft.com/office/drawing/2010/main">
          <mc:Choice Requires="a14">
            <p:sp>
              <p:nvSpPr>
                <p:cNvPr id="82" name="TextBox 81">
                  <a:extLst>
                    <a:ext uri="{FF2B5EF4-FFF2-40B4-BE49-F238E27FC236}">
                      <a16:creationId xmlns:a16="http://schemas.microsoft.com/office/drawing/2014/main" id="{04DB6183-C302-58CA-5345-5951643CCFA4}"/>
                    </a:ext>
                  </a:extLst>
                </p:cNvPr>
                <p:cNvSpPr txBox="1"/>
                <p:nvPr/>
              </p:nvSpPr>
              <p:spPr>
                <a:xfrm>
                  <a:off x="996672" y="976786"/>
                  <a:ext cx="518558" cy="307777"/>
                </a:xfrm>
                <a:prstGeom prst="rect">
                  <a:avLst/>
                </a:prstGeom>
                <a:noFill/>
              </p:spPr>
              <p:txBody>
                <a:bodyPr wrap="square">
                  <a:spAutoFit/>
                </a:bodyPr>
                <a:lstStyle/>
                <a:p>
                  <a:pPr/>
                  <a14:m>
                    <m:oMathPara xmlns:m="http://schemas.openxmlformats.org/officeDocument/2006/math">
                      <m:oMath>
                        <m:sSub>
                          <m:sSubPr>
                            <m:ctrlPr>
                              <a:rPr lang="de-DE" sz="1400" b="0" i="1" smtClean="0">
                                <a:solidFill>
                                  <a:schemeClr val="bg1"/>
                                </a:solidFill>
                                <a:latin typeface="Cambria Math" panose="02040503050406030204" pitchFamily="18" charset="0"/>
                              </a:rPr>
                            </m:ctrlPr>
                          </m:sSubPr>
                          <m:e>
                            <m:r>
                              <m:rPr>
                                <m:sty m:val="p"/>
                              </m:rPr>
                              <a:rPr lang="de-DE" sz="1400" b="0" i="1" smtClean="0">
                                <a:solidFill>
                                  <a:schemeClr val="bg1"/>
                                </a:solidFill>
                                <a:latin typeface="Cambria Math" panose="02040503050406030204" pitchFamily="18" charset="0"/>
                              </a:rPr>
                              <m:t>r</m:t>
                            </m:r>
                          </m:e>
                          <m:sub>
                            <m:r>
                              <m:rPr>
                                <m:sty m:val="p"/>
                              </m:rPr>
                              <a:rPr lang="de-DE" sz="1400" b="0" i="1" smtClean="0">
                                <a:solidFill>
                                  <a:schemeClr val="bg1"/>
                                </a:solidFill>
                                <a:latin typeface="Cambria Math" panose="02040503050406030204" pitchFamily="18" charset="0"/>
                              </a:rPr>
                              <m:t>Df</m:t>
                            </m:r>
                          </m:sub>
                        </m:sSub>
                      </m:oMath>
                    </m:oMathPara>
                  </a14:m>
                  <a:endParaRPr lang="en-US" sz="1400" dirty="0">
                    <a:solidFill>
                      <a:schemeClr val="bg1"/>
                    </a:solidFill>
                  </a:endParaRPr>
                </a:p>
              </p:txBody>
            </p:sp>
          </mc:Choice>
          <mc:Fallback xmlns="">
            <p:sp>
              <p:nvSpPr>
                <p:cNvPr id="82" name="TextBox 81">
                  <a:extLst>
                    <a:ext uri="{FF2B5EF4-FFF2-40B4-BE49-F238E27FC236}">
                      <a16:creationId xmlns:a16="http://schemas.microsoft.com/office/drawing/2014/main" id="{04DB6183-C302-58CA-5345-5951643CCFA4}"/>
                    </a:ext>
                  </a:extLst>
                </p:cNvPr>
                <p:cNvSpPr txBox="1">
                  <a:spLocks noRot="1" noChangeAspect="1" noMove="1" noResize="1" noEditPoints="1" noAdjustHandles="1" noChangeArrowheads="1" noChangeShapeType="1" noTextEdit="1"/>
                </p:cNvSpPr>
                <p:nvPr/>
              </p:nvSpPr>
              <p:spPr>
                <a:xfrm>
                  <a:off x="996672" y="976786"/>
                  <a:ext cx="518558" cy="307777"/>
                </a:xfrm>
                <a:prstGeom prst="rect">
                  <a:avLst/>
                </a:prstGeom>
                <a:blipFill>
                  <a:blip r:embed="rId10"/>
                  <a:stretch>
                    <a:fillRect b="-28947"/>
                  </a:stretch>
                </a:blipFill>
              </p:spPr>
              <p:txBody>
                <a:bodyPr/>
                <a:lstStyle/>
                <a:p>
                  <a:r>
                    <a:rPr lang="en-US">
                      <a:noFill/>
                    </a:rPr>
                    <a:t> </a:t>
                  </a:r>
                </a:p>
              </p:txBody>
            </p:sp>
          </mc:Fallback>
        </mc:AlternateContent>
        <p:sp>
          <p:nvSpPr>
            <p:cNvPr id="83" name="Oval 82">
              <a:extLst>
                <a:ext uri="{FF2B5EF4-FFF2-40B4-BE49-F238E27FC236}">
                  <a16:creationId xmlns:a16="http://schemas.microsoft.com/office/drawing/2014/main" id="{B08FEB3F-3E6B-CFD5-6064-83A6876A9986}"/>
                </a:ext>
              </a:extLst>
            </p:cNvPr>
            <p:cNvSpPr>
              <a:spLocks noChangeAspect="1"/>
            </p:cNvSpPr>
            <p:nvPr/>
          </p:nvSpPr>
          <p:spPr>
            <a:xfrm>
              <a:off x="1155180" y="1894298"/>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p>
          </p:txBody>
        </p:sp>
        <mc:AlternateContent xmlns:mc="http://schemas.openxmlformats.org/markup-compatibility/2006" xmlns:a14="http://schemas.microsoft.com/office/drawing/2010/main">
          <mc:Choice Requires="a14">
            <p:sp>
              <p:nvSpPr>
                <p:cNvPr id="85" name="TextBox 84">
                  <a:extLst>
                    <a:ext uri="{FF2B5EF4-FFF2-40B4-BE49-F238E27FC236}">
                      <a16:creationId xmlns:a16="http://schemas.microsoft.com/office/drawing/2014/main" id="{FD6AD12B-74DC-4FFA-4F86-2CA0C23E757B}"/>
                    </a:ext>
                  </a:extLst>
                </p:cNvPr>
                <p:cNvSpPr txBox="1"/>
                <p:nvPr/>
              </p:nvSpPr>
              <p:spPr>
                <a:xfrm>
                  <a:off x="1097393" y="1886274"/>
                  <a:ext cx="518558" cy="307777"/>
                </a:xfrm>
                <a:prstGeom prst="rect">
                  <a:avLst/>
                </a:prstGeom>
                <a:noFill/>
              </p:spPr>
              <p:txBody>
                <a:bodyPr wrap="square">
                  <a:spAutoFit/>
                </a:bodyPr>
                <a:lstStyle/>
                <a:p>
                  <a:pPr/>
                  <a14:m>
                    <m:oMathPara xmlns:m="http://schemas.openxmlformats.org/officeDocument/2006/math">
                      <m:oMath>
                        <m:sSub>
                          <m:sSubPr>
                            <m:ctrlPr>
                              <a:rPr lang="de-DE" sz="1400" b="0" i="1" smtClean="0">
                                <a:solidFill>
                                  <a:schemeClr val="bg1"/>
                                </a:solidFill>
                                <a:latin typeface="Cambria Math" panose="02040503050406030204" pitchFamily="18" charset="0"/>
                              </a:rPr>
                            </m:ctrlPr>
                          </m:sSubPr>
                          <m:e>
                            <m:r>
                              <m:rPr>
                                <m:sty m:val="p"/>
                              </m:rPr>
                              <a:rPr lang="de-DE" sz="1400" b="0" i="1" smtClean="0">
                                <a:solidFill>
                                  <a:schemeClr val="bg1"/>
                                </a:solidFill>
                                <a:latin typeface="Cambria Math" panose="02040503050406030204" pitchFamily="18" charset="0"/>
                              </a:rPr>
                              <m:t>r</m:t>
                            </m:r>
                          </m:e>
                          <m:sub>
                            <m:r>
                              <m:rPr>
                                <m:sty m:val="p"/>
                              </m:rPr>
                              <a:rPr lang="de-DE" sz="1400" b="0" i="1" smtClean="0">
                                <a:solidFill>
                                  <a:schemeClr val="bg1"/>
                                </a:solidFill>
                                <a:latin typeface="Cambria Math" panose="02040503050406030204" pitchFamily="18" charset="0"/>
                              </a:rPr>
                              <m:t>Ds</m:t>
                            </m:r>
                          </m:sub>
                        </m:sSub>
                      </m:oMath>
                    </m:oMathPara>
                  </a14:m>
                  <a:endParaRPr lang="en-US" sz="1400" dirty="0">
                    <a:solidFill>
                      <a:schemeClr val="bg1"/>
                    </a:solidFill>
                  </a:endParaRPr>
                </a:p>
              </p:txBody>
            </p:sp>
          </mc:Choice>
          <mc:Fallback xmlns="">
            <p:sp>
              <p:nvSpPr>
                <p:cNvPr id="85" name="TextBox 84">
                  <a:extLst>
                    <a:ext uri="{FF2B5EF4-FFF2-40B4-BE49-F238E27FC236}">
                      <a16:creationId xmlns:a16="http://schemas.microsoft.com/office/drawing/2014/main" id="{FD6AD12B-74DC-4FFA-4F86-2CA0C23E757B}"/>
                    </a:ext>
                  </a:extLst>
                </p:cNvPr>
                <p:cNvSpPr txBox="1">
                  <a:spLocks noRot="1" noChangeAspect="1" noMove="1" noResize="1" noEditPoints="1" noAdjustHandles="1" noChangeArrowheads="1" noChangeShapeType="1" noTextEdit="1"/>
                </p:cNvSpPr>
                <p:nvPr/>
              </p:nvSpPr>
              <p:spPr>
                <a:xfrm>
                  <a:off x="1097393" y="1886274"/>
                  <a:ext cx="518558" cy="307777"/>
                </a:xfrm>
                <a:prstGeom prst="rect">
                  <a:avLst/>
                </a:prstGeom>
                <a:blipFill>
                  <a:blip r:embed="rId11"/>
                  <a:stretch>
                    <a:fillRect b="-29730"/>
                  </a:stretch>
                </a:blipFill>
              </p:spPr>
              <p:txBody>
                <a:bodyPr/>
                <a:lstStyle/>
                <a:p>
                  <a:r>
                    <a:rPr lang="en-US">
                      <a:noFill/>
                    </a:rPr>
                    <a:t> </a:t>
                  </a:r>
                </a:p>
              </p:txBody>
            </p:sp>
          </mc:Fallback>
        </mc:AlternateContent>
        <p:sp>
          <p:nvSpPr>
            <p:cNvPr id="86" name="Oval 85">
              <a:extLst>
                <a:ext uri="{FF2B5EF4-FFF2-40B4-BE49-F238E27FC236}">
                  <a16:creationId xmlns:a16="http://schemas.microsoft.com/office/drawing/2014/main" id="{73FACBFA-CEF3-5141-2ADA-A5B023239869}"/>
                </a:ext>
              </a:extLst>
            </p:cNvPr>
            <p:cNvSpPr>
              <a:spLocks noChangeAspect="1"/>
            </p:cNvSpPr>
            <p:nvPr/>
          </p:nvSpPr>
          <p:spPr>
            <a:xfrm>
              <a:off x="2221387" y="1004799"/>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p>
          </p:txBody>
        </p:sp>
        <mc:AlternateContent xmlns:mc="http://schemas.openxmlformats.org/markup-compatibility/2006" xmlns:a14="http://schemas.microsoft.com/office/drawing/2010/main">
          <mc:Choice Requires="a14">
            <p:sp>
              <p:nvSpPr>
                <p:cNvPr id="87" name="TextBox 86">
                  <a:extLst>
                    <a:ext uri="{FF2B5EF4-FFF2-40B4-BE49-F238E27FC236}">
                      <a16:creationId xmlns:a16="http://schemas.microsoft.com/office/drawing/2014/main" id="{7AFC072D-DE82-5318-7950-9F894D85D44F}"/>
                    </a:ext>
                  </a:extLst>
                </p:cNvPr>
                <p:cNvSpPr txBox="1"/>
                <p:nvPr/>
              </p:nvSpPr>
              <p:spPr>
                <a:xfrm>
                  <a:off x="2166526" y="976223"/>
                  <a:ext cx="518558" cy="326949"/>
                </a:xfrm>
                <a:prstGeom prst="rect">
                  <a:avLst/>
                </a:prstGeom>
                <a:noFill/>
              </p:spPr>
              <p:txBody>
                <a:bodyPr wrap="square">
                  <a:spAutoFit/>
                </a:bodyPr>
                <a:lstStyle/>
                <a:p>
                  <a:pPr/>
                  <a14:m>
                    <m:oMathPara xmlns:m="http://schemas.openxmlformats.org/officeDocument/2006/math">
                      <m:oMath>
                        <m:sSub>
                          <m:sSubPr>
                            <m:ctrlPr>
                              <a:rPr lang="de-DE" sz="1400" b="0" i="1" smtClean="0">
                                <a:solidFill>
                                  <a:schemeClr val="bg1"/>
                                </a:solidFill>
                                <a:latin typeface="Cambria Math" panose="02040503050406030204" pitchFamily="18" charset="0"/>
                              </a:rPr>
                            </m:ctrlPr>
                          </m:sSubPr>
                          <m:e>
                            <m:r>
                              <m:rPr>
                                <m:sty m:val="p"/>
                              </m:rPr>
                              <a:rPr lang="de-DE" sz="1400" b="0" i="1" smtClean="0">
                                <a:solidFill>
                                  <a:schemeClr val="bg1"/>
                                </a:solidFill>
                                <a:latin typeface="Cambria Math" panose="02040503050406030204" pitchFamily="18" charset="0"/>
                              </a:rPr>
                              <m:t>r</m:t>
                            </m:r>
                          </m:e>
                          <m:sub>
                            <m:r>
                              <m:rPr>
                                <m:sty m:val="p"/>
                              </m:rPr>
                              <a:rPr lang="de-DE" sz="1400" b="0" i="1" smtClean="0">
                                <a:solidFill>
                                  <a:schemeClr val="bg1"/>
                                </a:solidFill>
                                <a:latin typeface="Cambria Math" panose="02040503050406030204" pitchFamily="18" charset="0"/>
                              </a:rPr>
                              <m:t>Dp</m:t>
                            </m:r>
                          </m:sub>
                        </m:sSub>
                      </m:oMath>
                    </m:oMathPara>
                  </a14:m>
                  <a:endParaRPr lang="en-US" sz="1400" dirty="0">
                    <a:solidFill>
                      <a:schemeClr val="bg1"/>
                    </a:solidFill>
                  </a:endParaRPr>
                </a:p>
              </p:txBody>
            </p:sp>
          </mc:Choice>
          <mc:Fallback xmlns="">
            <p:sp>
              <p:nvSpPr>
                <p:cNvPr id="87" name="TextBox 86">
                  <a:extLst>
                    <a:ext uri="{FF2B5EF4-FFF2-40B4-BE49-F238E27FC236}">
                      <a16:creationId xmlns:a16="http://schemas.microsoft.com/office/drawing/2014/main" id="{7AFC072D-DE82-5318-7950-9F894D85D44F}"/>
                    </a:ext>
                  </a:extLst>
                </p:cNvPr>
                <p:cNvSpPr txBox="1">
                  <a:spLocks noRot="1" noChangeAspect="1" noMove="1" noResize="1" noEditPoints="1" noAdjustHandles="1" noChangeArrowheads="1" noChangeShapeType="1" noTextEdit="1"/>
                </p:cNvSpPr>
                <p:nvPr/>
              </p:nvSpPr>
              <p:spPr>
                <a:xfrm>
                  <a:off x="2166526" y="976223"/>
                  <a:ext cx="518558" cy="326949"/>
                </a:xfrm>
                <a:prstGeom prst="rect">
                  <a:avLst/>
                </a:prstGeom>
                <a:blipFill>
                  <a:blip r:embed="rId12"/>
                  <a:stretch>
                    <a:fillRect r="-1587" b="-37500"/>
                  </a:stretch>
                </a:blipFill>
              </p:spPr>
              <p:txBody>
                <a:bodyPr/>
                <a:lstStyle/>
                <a:p>
                  <a:r>
                    <a:rPr lang="en-US">
                      <a:noFill/>
                    </a:rPr>
                    <a:t> </a:t>
                  </a:r>
                </a:p>
              </p:txBody>
            </p:sp>
          </mc:Fallback>
        </mc:AlternateContent>
        <p:cxnSp>
          <p:nvCxnSpPr>
            <p:cNvPr id="89" name="Straight Arrow Connector 88">
              <a:extLst>
                <a:ext uri="{FF2B5EF4-FFF2-40B4-BE49-F238E27FC236}">
                  <a16:creationId xmlns:a16="http://schemas.microsoft.com/office/drawing/2014/main" id="{B84558AF-6815-B90F-36DC-C7D95399FC94}"/>
                </a:ext>
              </a:extLst>
            </p:cNvPr>
            <p:cNvCxnSpPr>
              <a:cxnSpLocks/>
              <a:stCxn id="67" idx="3"/>
              <a:endCxn id="81" idx="2"/>
            </p:cNvCxnSpPr>
            <p:nvPr/>
          </p:nvCxnSpPr>
          <p:spPr>
            <a:xfrm flipV="1">
              <a:off x="503086" y="1191650"/>
              <a:ext cx="548613" cy="308494"/>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0" name="Straight Arrow Connector 89">
              <a:extLst>
                <a:ext uri="{FF2B5EF4-FFF2-40B4-BE49-F238E27FC236}">
                  <a16:creationId xmlns:a16="http://schemas.microsoft.com/office/drawing/2014/main" id="{611A7346-72E0-FEDB-64F1-B03A961F9419}"/>
                </a:ext>
              </a:extLst>
            </p:cNvPr>
            <p:cNvCxnSpPr>
              <a:cxnSpLocks/>
              <a:stCxn id="67" idx="3"/>
              <a:endCxn id="83" idx="2"/>
            </p:cNvCxnSpPr>
            <p:nvPr/>
          </p:nvCxnSpPr>
          <p:spPr>
            <a:xfrm>
              <a:off x="503086" y="1500144"/>
              <a:ext cx="652094" cy="584862"/>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1" name="Straight Arrow Connector 90">
              <a:extLst>
                <a:ext uri="{FF2B5EF4-FFF2-40B4-BE49-F238E27FC236}">
                  <a16:creationId xmlns:a16="http://schemas.microsoft.com/office/drawing/2014/main" id="{50529DA7-1CFC-0A6B-A1B1-D237A6F31E9A}"/>
                </a:ext>
              </a:extLst>
            </p:cNvPr>
            <p:cNvCxnSpPr>
              <a:cxnSpLocks/>
              <a:stCxn id="81" idx="6"/>
              <a:endCxn id="86" idx="2"/>
            </p:cNvCxnSpPr>
            <p:nvPr/>
          </p:nvCxnSpPr>
          <p:spPr>
            <a:xfrm>
              <a:off x="1433113" y="1191650"/>
              <a:ext cx="788274" cy="3858"/>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2" name="Straight Arrow Connector 91">
              <a:extLst>
                <a:ext uri="{FF2B5EF4-FFF2-40B4-BE49-F238E27FC236}">
                  <a16:creationId xmlns:a16="http://schemas.microsoft.com/office/drawing/2014/main" id="{1E54E44B-C474-E796-58BC-5D8D6693E6C8}"/>
                </a:ext>
              </a:extLst>
            </p:cNvPr>
            <p:cNvCxnSpPr>
              <a:cxnSpLocks/>
              <a:stCxn id="83" idx="6"/>
              <a:endCxn id="98" idx="2"/>
            </p:cNvCxnSpPr>
            <p:nvPr/>
          </p:nvCxnSpPr>
          <p:spPr>
            <a:xfrm>
              <a:off x="1536594" y="2085006"/>
              <a:ext cx="1447412" cy="33588"/>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3" name="Straight Arrow Connector 92">
              <a:extLst>
                <a:ext uri="{FF2B5EF4-FFF2-40B4-BE49-F238E27FC236}">
                  <a16:creationId xmlns:a16="http://schemas.microsoft.com/office/drawing/2014/main" id="{A2938815-4F8A-3466-C01B-0ADD6E25459D}"/>
                </a:ext>
              </a:extLst>
            </p:cNvPr>
            <p:cNvCxnSpPr>
              <a:cxnSpLocks/>
              <a:stCxn id="86" idx="6"/>
            </p:cNvCxnSpPr>
            <p:nvPr/>
          </p:nvCxnSpPr>
          <p:spPr>
            <a:xfrm>
              <a:off x="2602801" y="1195507"/>
              <a:ext cx="1532016" cy="14542"/>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94" name="TextBox 93">
                  <a:extLst>
                    <a:ext uri="{FF2B5EF4-FFF2-40B4-BE49-F238E27FC236}">
                      <a16:creationId xmlns:a16="http://schemas.microsoft.com/office/drawing/2014/main" id="{EF93E934-5799-6CBE-2C4A-14306C0FCD4A}"/>
                    </a:ext>
                  </a:extLst>
                </p:cNvPr>
                <p:cNvSpPr txBox="1"/>
                <p:nvPr/>
              </p:nvSpPr>
              <p:spPr>
                <a:xfrm>
                  <a:off x="2910701" y="827267"/>
                  <a:ext cx="507796" cy="307777"/>
                </a:xfrm>
                <a:prstGeom prst="rect">
                  <a:avLst/>
                </a:prstGeom>
                <a:noFill/>
              </p:spPr>
              <p:txBody>
                <a:bodyPr wrap="square">
                  <a:spAutoFit/>
                </a:bodyPr>
                <a:lstStyle/>
                <a:p>
                  <a:pPr/>
                  <a14:m>
                    <m:oMathPara xmlns:m="http://schemas.openxmlformats.org/officeDocument/2006/math">
                      <m:oMath>
                        <m:sSub>
                          <m:sSubPr>
                            <m:ctrlPr>
                              <a:rPr lang="de-DE" sz="1400" b="0" i="0" smtClean="0">
                                <a:solidFill>
                                  <a:schemeClr val="tx1"/>
                                </a:solidFill>
                                <a:latin typeface="Cambria Math" panose="02040503050406030204" pitchFamily="18" charset="0"/>
                              </a:rPr>
                            </m:ctrlPr>
                          </m:sSubPr>
                          <m:e>
                            <m:r>
                              <m:rPr>
                                <m:sty m:val="p"/>
                              </m:rPr>
                              <a:rPr lang="de-DE" sz="1400" b="0" i="0" smtClean="0">
                                <a:solidFill>
                                  <a:schemeClr val="tx1"/>
                                </a:solidFill>
                                <a:latin typeface="Cambria Math" panose="02040503050406030204" pitchFamily="18" charset="0"/>
                              </a:rPr>
                              <m:t>m</m:t>
                            </m:r>
                          </m:e>
                          <m:sub>
                            <m:r>
                              <m:rPr>
                                <m:sty m:val="p"/>
                              </m:rPr>
                              <a:rPr lang="de-DE" sz="1400" b="0" i="1" smtClean="0">
                                <a:solidFill>
                                  <a:schemeClr val="tx1"/>
                                </a:solidFill>
                                <a:latin typeface="Cambria Math" panose="02040503050406030204" pitchFamily="18" charset="0"/>
                              </a:rPr>
                              <m:t>d</m:t>
                            </m:r>
                          </m:sub>
                        </m:sSub>
                      </m:oMath>
                    </m:oMathPara>
                  </a14:m>
                  <a:endParaRPr lang="en-US" sz="1400" dirty="0">
                    <a:solidFill>
                      <a:schemeClr val="tx1"/>
                    </a:solidFill>
                  </a:endParaRPr>
                </a:p>
              </p:txBody>
            </p:sp>
          </mc:Choice>
          <mc:Fallback xmlns="">
            <p:sp>
              <p:nvSpPr>
                <p:cNvPr id="94" name="TextBox 93">
                  <a:extLst>
                    <a:ext uri="{FF2B5EF4-FFF2-40B4-BE49-F238E27FC236}">
                      <a16:creationId xmlns:a16="http://schemas.microsoft.com/office/drawing/2014/main" id="{EF93E934-5799-6CBE-2C4A-14306C0FCD4A}"/>
                    </a:ext>
                  </a:extLst>
                </p:cNvPr>
                <p:cNvSpPr txBox="1">
                  <a:spLocks noRot="1" noChangeAspect="1" noMove="1" noResize="1" noEditPoints="1" noAdjustHandles="1" noChangeArrowheads="1" noChangeShapeType="1" noTextEdit="1"/>
                </p:cNvSpPr>
                <p:nvPr/>
              </p:nvSpPr>
              <p:spPr>
                <a:xfrm>
                  <a:off x="2910701" y="827267"/>
                  <a:ext cx="507796" cy="307777"/>
                </a:xfrm>
                <a:prstGeom prst="rect">
                  <a:avLst/>
                </a:prstGeom>
                <a:blipFill>
                  <a:blip r:embed="rId13"/>
                  <a:stretch>
                    <a:fillRect b="-3243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5" name="TextBox 94">
                  <a:extLst>
                    <a:ext uri="{FF2B5EF4-FFF2-40B4-BE49-F238E27FC236}">
                      <a16:creationId xmlns:a16="http://schemas.microsoft.com/office/drawing/2014/main" id="{206C0D4F-2903-6CF0-69E1-CC39B4F6E726}"/>
                    </a:ext>
                  </a:extLst>
                </p:cNvPr>
                <p:cNvSpPr txBox="1"/>
                <p:nvPr/>
              </p:nvSpPr>
              <p:spPr>
                <a:xfrm>
                  <a:off x="1551725" y="814672"/>
                  <a:ext cx="507796" cy="307777"/>
                </a:xfrm>
                <a:prstGeom prst="rect">
                  <a:avLst/>
                </a:prstGeom>
                <a:noFill/>
              </p:spPr>
              <p:txBody>
                <a:bodyPr wrap="square">
                  <a:spAutoFit/>
                </a:bodyPr>
                <a:lstStyle/>
                <a:p>
                  <a:pPr/>
                  <a14:m>
                    <m:oMathPara xmlns:m="http://schemas.openxmlformats.org/officeDocument/2006/math">
                      <m:oMath>
                        <m:sSub>
                          <m:sSubPr>
                            <m:ctrlPr>
                              <a:rPr lang="de-DE" sz="1400" b="0" i="0" smtClean="0">
                                <a:solidFill>
                                  <a:schemeClr val="tx1"/>
                                </a:solidFill>
                                <a:latin typeface="Cambria Math" panose="02040503050406030204" pitchFamily="18" charset="0"/>
                              </a:rPr>
                            </m:ctrlPr>
                          </m:sSubPr>
                          <m:e>
                            <m:r>
                              <m:rPr>
                                <m:sty m:val="p"/>
                              </m:rPr>
                              <a:rPr lang="de-DE" sz="1400" b="0" i="0" smtClean="0">
                                <a:solidFill>
                                  <a:schemeClr val="tx1"/>
                                </a:solidFill>
                                <a:latin typeface="Cambria Math" panose="02040503050406030204" pitchFamily="18" charset="0"/>
                              </a:rPr>
                              <m:t>m</m:t>
                            </m:r>
                          </m:e>
                          <m:sub>
                            <m:r>
                              <m:rPr>
                                <m:sty m:val="p"/>
                              </m:rPr>
                              <a:rPr lang="de-DE" sz="1400" b="0" i="1" smtClean="0">
                                <a:solidFill>
                                  <a:schemeClr val="tx1"/>
                                </a:solidFill>
                                <a:latin typeface="Cambria Math" panose="02040503050406030204" pitchFamily="18" charset="0"/>
                              </a:rPr>
                              <m:t>Df</m:t>
                            </m:r>
                          </m:sub>
                        </m:sSub>
                      </m:oMath>
                    </m:oMathPara>
                  </a14:m>
                  <a:endParaRPr lang="en-US" sz="1400" dirty="0">
                    <a:solidFill>
                      <a:schemeClr val="tx1"/>
                    </a:solidFill>
                  </a:endParaRPr>
                </a:p>
              </p:txBody>
            </p:sp>
          </mc:Choice>
          <mc:Fallback xmlns="">
            <p:sp>
              <p:nvSpPr>
                <p:cNvPr id="95" name="TextBox 94">
                  <a:extLst>
                    <a:ext uri="{FF2B5EF4-FFF2-40B4-BE49-F238E27FC236}">
                      <a16:creationId xmlns:a16="http://schemas.microsoft.com/office/drawing/2014/main" id="{206C0D4F-2903-6CF0-69E1-CC39B4F6E726}"/>
                    </a:ext>
                  </a:extLst>
                </p:cNvPr>
                <p:cNvSpPr txBox="1">
                  <a:spLocks noRot="1" noChangeAspect="1" noMove="1" noResize="1" noEditPoints="1" noAdjustHandles="1" noChangeArrowheads="1" noChangeShapeType="1" noTextEdit="1"/>
                </p:cNvSpPr>
                <p:nvPr/>
              </p:nvSpPr>
              <p:spPr>
                <a:xfrm>
                  <a:off x="1551725" y="814672"/>
                  <a:ext cx="507796" cy="307777"/>
                </a:xfrm>
                <a:prstGeom prst="rect">
                  <a:avLst/>
                </a:prstGeom>
                <a:blipFill>
                  <a:blip r:embed="rId14"/>
                  <a:stretch>
                    <a:fillRect r="-11290" b="-297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7" name="TextBox 96">
                  <a:extLst>
                    <a:ext uri="{FF2B5EF4-FFF2-40B4-BE49-F238E27FC236}">
                      <a16:creationId xmlns:a16="http://schemas.microsoft.com/office/drawing/2014/main" id="{0C1DE4BD-24FD-8627-6512-343ECD7FF528}"/>
                    </a:ext>
                  </a:extLst>
                </p:cNvPr>
                <p:cNvSpPr txBox="1"/>
                <p:nvPr/>
              </p:nvSpPr>
              <p:spPr>
                <a:xfrm>
                  <a:off x="1957366" y="2049302"/>
                  <a:ext cx="507796" cy="307777"/>
                </a:xfrm>
                <a:prstGeom prst="rect">
                  <a:avLst/>
                </a:prstGeom>
                <a:noFill/>
              </p:spPr>
              <p:txBody>
                <a:bodyPr wrap="square">
                  <a:spAutoFit/>
                </a:bodyPr>
                <a:lstStyle/>
                <a:p>
                  <a:pPr/>
                  <a14:m>
                    <m:oMathPara xmlns:m="http://schemas.openxmlformats.org/officeDocument/2006/math">
                      <m:oMath>
                        <m:sSub>
                          <m:sSubPr>
                            <m:ctrlPr>
                              <a:rPr lang="de-DE" sz="1400" b="0" i="0" smtClean="0">
                                <a:solidFill>
                                  <a:schemeClr val="tx1"/>
                                </a:solidFill>
                                <a:latin typeface="Cambria Math" panose="02040503050406030204" pitchFamily="18" charset="0"/>
                              </a:rPr>
                            </m:ctrlPr>
                          </m:sSubPr>
                          <m:e>
                            <m:r>
                              <m:rPr>
                                <m:sty m:val="p"/>
                              </m:rPr>
                              <a:rPr lang="de-DE" sz="1400" b="0" i="0" smtClean="0">
                                <a:solidFill>
                                  <a:schemeClr val="tx1"/>
                                </a:solidFill>
                                <a:latin typeface="Cambria Math" panose="02040503050406030204" pitchFamily="18" charset="0"/>
                              </a:rPr>
                              <m:t>m</m:t>
                            </m:r>
                          </m:e>
                          <m:sub>
                            <m:r>
                              <m:rPr>
                                <m:sty m:val="p"/>
                              </m:rPr>
                              <a:rPr lang="de-DE" sz="1400" b="0" i="1" smtClean="0">
                                <a:solidFill>
                                  <a:schemeClr val="tx1"/>
                                </a:solidFill>
                                <a:latin typeface="Cambria Math" panose="02040503050406030204" pitchFamily="18" charset="0"/>
                              </a:rPr>
                              <m:t>Ds</m:t>
                            </m:r>
                          </m:sub>
                        </m:sSub>
                      </m:oMath>
                    </m:oMathPara>
                  </a14:m>
                  <a:endParaRPr lang="en-US" sz="1400" dirty="0">
                    <a:solidFill>
                      <a:schemeClr val="tx1"/>
                    </a:solidFill>
                  </a:endParaRPr>
                </a:p>
              </p:txBody>
            </p:sp>
          </mc:Choice>
          <mc:Fallback xmlns="">
            <p:sp>
              <p:nvSpPr>
                <p:cNvPr id="97" name="TextBox 96">
                  <a:extLst>
                    <a:ext uri="{FF2B5EF4-FFF2-40B4-BE49-F238E27FC236}">
                      <a16:creationId xmlns:a16="http://schemas.microsoft.com/office/drawing/2014/main" id="{0C1DE4BD-24FD-8627-6512-343ECD7FF528}"/>
                    </a:ext>
                  </a:extLst>
                </p:cNvPr>
                <p:cNvSpPr txBox="1">
                  <a:spLocks noRot="1" noChangeAspect="1" noMove="1" noResize="1" noEditPoints="1" noAdjustHandles="1" noChangeArrowheads="1" noChangeShapeType="1" noTextEdit="1"/>
                </p:cNvSpPr>
                <p:nvPr/>
              </p:nvSpPr>
              <p:spPr>
                <a:xfrm>
                  <a:off x="1957366" y="2049302"/>
                  <a:ext cx="507796" cy="307777"/>
                </a:xfrm>
                <a:prstGeom prst="rect">
                  <a:avLst/>
                </a:prstGeom>
                <a:blipFill>
                  <a:blip r:embed="rId15"/>
                  <a:stretch>
                    <a:fillRect r="-16393" b="-26316"/>
                  </a:stretch>
                </a:blipFill>
              </p:spPr>
              <p:txBody>
                <a:bodyPr/>
                <a:lstStyle/>
                <a:p>
                  <a:r>
                    <a:rPr lang="en-US">
                      <a:noFill/>
                    </a:rPr>
                    <a:t> </a:t>
                  </a:r>
                </a:p>
              </p:txBody>
            </p:sp>
          </mc:Fallback>
        </mc:AlternateContent>
        <p:sp>
          <p:nvSpPr>
            <p:cNvPr id="98" name="Oval 97">
              <a:extLst>
                <a:ext uri="{FF2B5EF4-FFF2-40B4-BE49-F238E27FC236}">
                  <a16:creationId xmlns:a16="http://schemas.microsoft.com/office/drawing/2014/main" id="{589B2A67-6168-8FC1-DC25-D07A4D9C3732}"/>
                </a:ext>
              </a:extLst>
            </p:cNvPr>
            <p:cNvSpPr>
              <a:spLocks noChangeAspect="1"/>
            </p:cNvSpPr>
            <p:nvPr/>
          </p:nvSpPr>
          <p:spPr>
            <a:xfrm>
              <a:off x="2984006" y="1927886"/>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p>
          </p:txBody>
        </p:sp>
        <mc:AlternateContent xmlns:mc="http://schemas.openxmlformats.org/markup-compatibility/2006" xmlns:a14="http://schemas.microsoft.com/office/drawing/2010/main">
          <mc:Choice Requires="a14">
            <p:sp>
              <p:nvSpPr>
                <p:cNvPr id="100" name="TextBox 99">
                  <a:extLst>
                    <a:ext uri="{FF2B5EF4-FFF2-40B4-BE49-F238E27FC236}">
                      <a16:creationId xmlns:a16="http://schemas.microsoft.com/office/drawing/2014/main" id="{C1639BEC-1451-BC2F-2D10-998E93096EA7}"/>
                    </a:ext>
                  </a:extLst>
                </p:cNvPr>
                <p:cNvSpPr txBox="1"/>
                <p:nvPr/>
              </p:nvSpPr>
              <p:spPr>
                <a:xfrm>
                  <a:off x="2918451" y="1889534"/>
                  <a:ext cx="518558" cy="307777"/>
                </a:xfrm>
                <a:prstGeom prst="rect">
                  <a:avLst/>
                </a:prstGeom>
                <a:noFill/>
              </p:spPr>
              <p:txBody>
                <a:bodyPr wrap="square">
                  <a:spAutoFit/>
                </a:bodyPr>
                <a:lstStyle/>
                <a:p>
                  <a:pPr/>
                  <a14:m>
                    <m:oMathPara xmlns:m="http://schemas.openxmlformats.org/officeDocument/2006/math">
                      <m:oMath>
                        <m:sSub>
                          <m:sSubPr>
                            <m:ctrlPr>
                              <a:rPr lang="de-DE" sz="1400" b="0" i="1" smtClean="0">
                                <a:solidFill>
                                  <a:schemeClr val="bg1"/>
                                </a:solidFill>
                                <a:latin typeface="Cambria Math" panose="02040503050406030204" pitchFamily="18" charset="0"/>
                              </a:rPr>
                            </m:ctrlPr>
                          </m:sSubPr>
                          <m:e>
                            <m:r>
                              <m:rPr>
                                <m:sty m:val="p"/>
                              </m:rPr>
                              <a:rPr lang="de-DE" sz="1400" b="0" i="1" smtClean="0">
                                <a:solidFill>
                                  <a:schemeClr val="bg1"/>
                                </a:solidFill>
                                <a:latin typeface="Cambria Math" panose="02040503050406030204" pitchFamily="18" charset="0"/>
                              </a:rPr>
                              <m:t>r</m:t>
                            </m:r>
                          </m:e>
                          <m:sub>
                            <m:r>
                              <m:rPr>
                                <m:sty m:val="p"/>
                              </m:rPr>
                              <a:rPr lang="de-DE" sz="1400" b="0" i="1" smtClean="0">
                                <a:solidFill>
                                  <a:schemeClr val="bg1"/>
                                </a:solidFill>
                                <a:latin typeface="Cambria Math" panose="02040503050406030204" pitchFamily="18" charset="0"/>
                              </a:rPr>
                              <m:t>Di</m:t>
                            </m:r>
                          </m:sub>
                        </m:sSub>
                      </m:oMath>
                    </m:oMathPara>
                  </a14:m>
                  <a:endParaRPr lang="en-US" sz="1400" dirty="0">
                    <a:solidFill>
                      <a:schemeClr val="bg1"/>
                    </a:solidFill>
                  </a:endParaRPr>
                </a:p>
              </p:txBody>
            </p:sp>
          </mc:Choice>
          <mc:Fallback xmlns="">
            <p:sp>
              <p:nvSpPr>
                <p:cNvPr id="100" name="TextBox 99">
                  <a:extLst>
                    <a:ext uri="{FF2B5EF4-FFF2-40B4-BE49-F238E27FC236}">
                      <a16:creationId xmlns:a16="http://schemas.microsoft.com/office/drawing/2014/main" id="{C1639BEC-1451-BC2F-2D10-998E93096EA7}"/>
                    </a:ext>
                  </a:extLst>
                </p:cNvPr>
                <p:cNvSpPr txBox="1">
                  <a:spLocks noRot="1" noChangeAspect="1" noMove="1" noResize="1" noEditPoints="1" noAdjustHandles="1" noChangeArrowheads="1" noChangeShapeType="1" noTextEdit="1"/>
                </p:cNvSpPr>
                <p:nvPr/>
              </p:nvSpPr>
              <p:spPr>
                <a:xfrm>
                  <a:off x="2918451" y="1889534"/>
                  <a:ext cx="518558" cy="307777"/>
                </a:xfrm>
                <a:prstGeom prst="rect">
                  <a:avLst/>
                </a:prstGeom>
                <a:blipFill>
                  <a:blip r:embed="rId16"/>
                  <a:stretch>
                    <a:fillRect b="-29730"/>
                  </a:stretch>
                </a:blipFill>
              </p:spPr>
              <p:txBody>
                <a:bodyPr/>
                <a:lstStyle/>
                <a:p>
                  <a:r>
                    <a:rPr lang="en-US">
                      <a:noFill/>
                    </a:rPr>
                    <a:t> </a:t>
                  </a:r>
                </a:p>
              </p:txBody>
            </p:sp>
          </mc:Fallback>
        </mc:AlternateContent>
        <p:cxnSp>
          <p:nvCxnSpPr>
            <p:cNvPr id="101" name="Straight Arrow Connector 100">
              <a:extLst>
                <a:ext uri="{FF2B5EF4-FFF2-40B4-BE49-F238E27FC236}">
                  <a16:creationId xmlns:a16="http://schemas.microsoft.com/office/drawing/2014/main" id="{3CB9E598-CB34-6D25-E669-B5B6909F91DE}"/>
                </a:ext>
              </a:extLst>
            </p:cNvPr>
            <p:cNvCxnSpPr>
              <a:cxnSpLocks/>
              <a:stCxn id="94" idx="2"/>
              <a:endCxn id="98" idx="0"/>
            </p:cNvCxnSpPr>
            <p:nvPr/>
          </p:nvCxnSpPr>
          <p:spPr>
            <a:xfrm>
              <a:off x="3164599" y="1135044"/>
              <a:ext cx="10114" cy="792842"/>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09" name="TextBox 108">
                  <a:extLst>
                    <a:ext uri="{FF2B5EF4-FFF2-40B4-BE49-F238E27FC236}">
                      <a16:creationId xmlns:a16="http://schemas.microsoft.com/office/drawing/2014/main" id="{635A7781-69A9-AFE5-2D58-ACD778551BEE}"/>
                    </a:ext>
                  </a:extLst>
                </p:cNvPr>
                <p:cNvSpPr txBox="1"/>
                <p:nvPr/>
              </p:nvSpPr>
              <p:spPr>
                <a:xfrm>
                  <a:off x="3796741" y="718517"/>
                  <a:ext cx="499367" cy="338554"/>
                </a:xfrm>
                <a:prstGeom prst="rect">
                  <a:avLst/>
                </a:prstGeom>
                <a:noFill/>
              </p:spPr>
              <p:txBody>
                <a:bodyPr wrap="none" rtlCol="0">
                  <a:spAutoFit/>
                </a:bodyPr>
                <a:lstStyle/>
                <a:p>
                  <a:pPr/>
                  <a14:m>
                    <m:oMathPara xmlns:m="http://schemas.openxmlformats.org/officeDocument/2006/math">
                      <m:oMath>
                        <m:sSub>
                          <m:sSubPr>
                            <m:ctrlPr>
                              <a:rPr lang="de-DE" sz="1600" b="0" i="1" smtClean="0">
                                <a:latin typeface="Cambria Math" panose="02040503050406030204" pitchFamily="18" charset="0"/>
                              </a:rPr>
                            </m:ctrlPr>
                          </m:sSubPr>
                          <m:e>
                            <m:r>
                              <m:rPr>
                                <m:sty m:val="p"/>
                              </m:rPr>
                              <a:rPr lang="de-DE" sz="1600" b="0" i="1" smtClean="0">
                                <a:latin typeface="Cambria Math" panose="02040503050406030204" pitchFamily="18" charset="0"/>
                              </a:rPr>
                              <m:t>m</m:t>
                            </m:r>
                          </m:e>
                          <m:sub>
                            <m:r>
                              <m:rPr>
                                <m:sty m:val="p"/>
                              </m:rPr>
                              <a:rPr lang="de-DE" sz="1600" b="0" i="1" smtClean="0">
                                <a:latin typeface="Cambria Math" panose="02040503050406030204" pitchFamily="18" charset="0"/>
                              </a:rPr>
                              <m:t>d</m:t>
                            </m:r>
                          </m:sub>
                        </m:sSub>
                      </m:oMath>
                    </m:oMathPara>
                  </a14:m>
                  <a:endParaRPr lang="en-US" sz="1600" dirty="0"/>
                </a:p>
              </p:txBody>
            </p:sp>
          </mc:Choice>
          <mc:Fallback xmlns="">
            <p:sp>
              <p:nvSpPr>
                <p:cNvPr id="109" name="TextBox 108">
                  <a:extLst>
                    <a:ext uri="{FF2B5EF4-FFF2-40B4-BE49-F238E27FC236}">
                      <a16:creationId xmlns:a16="http://schemas.microsoft.com/office/drawing/2014/main" id="{635A7781-69A9-AFE5-2D58-ACD778551BEE}"/>
                    </a:ext>
                  </a:extLst>
                </p:cNvPr>
                <p:cNvSpPr txBox="1">
                  <a:spLocks noRot="1" noChangeAspect="1" noMove="1" noResize="1" noEditPoints="1" noAdjustHandles="1" noChangeArrowheads="1" noChangeShapeType="1" noTextEdit="1"/>
                </p:cNvSpPr>
                <p:nvPr/>
              </p:nvSpPr>
              <p:spPr>
                <a:xfrm>
                  <a:off x="3796741" y="718517"/>
                  <a:ext cx="499367" cy="338554"/>
                </a:xfrm>
                <a:prstGeom prst="rect">
                  <a:avLst/>
                </a:prstGeom>
                <a:blipFill>
                  <a:blip r:embed="rId17"/>
                  <a:stretch>
                    <a:fillRect r="-10000" b="-3170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2" name="TextBox 111">
                  <a:extLst>
                    <a:ext uri="{FF2B5EF4-FFF2-40B4-BE49-F238E27FC236}">
                      <a16:creationId xmlns:a16="http://schemas.microsoft.com/office/drawing/2014/main" id="{8AC800E0-DCD8-4F6D-8B4B-08864F2104EF}"/>
                    </a:ext>
                  </a:extLst>
                </p:cNvPr>
                <p:cNvSpPr txBox="1"/>
                <p:nvPr/>
              </p:nvSpPr>
              <p:spPr>
                <a:xfrm>
                  <a:off x="7415254" y="175204"/>
                  <a:ext cx="507796" cy="307777"/>
                </a:xfrm>
                <a:prstGeom prst="rect">
                  <a:avLst/>
                </a:prstGeom>
                <a:noFill/>
              </p:spPr>
              <p:txBody>
                <a:bodyPr wrap="square">
                  <a:spAutoFit/>
                </a:bodyPr>
                <a:lstStyle/>
                <a:p>
                  <a:pPr/>
                  <a14:m>
                    <m:oMathPara xmlns:m="http://schemas.openxmlformats.org/officeDocument/2006/math">
                      <m:oMath>
                        <m:sSub>
                          <m:sSubPr>
                            <m:ctrlPr>
                              <a:rPr lang="de-DE" sz="1400" b="0" i="0" smtClean="0">
                                <a:solidFill>
                                  <a:schemeClr val="tx1"/>
                                </a:solidFill>
                                <a:latin typeface="Cambria Math" panose="02040503050406030204" pitchFamily="18" charset="0"/>
                              </a:rPr>
                            </m:ctrlPr>
                          </m:sSubPr>
                          <m:e>
                            <m:r>
                              <m:rPr>
                                <m:sty m:val="p"/>
                              </m:rPr>
                              <a:rPr lang="de-DE" sz="1400" b="0" i="0" smtClean="0">
                                <a:solidFill>
                                  <a:schemeClr val="tx1"/>
                                </a:solidFill>
                                <a:latin typeface="Cambria Math" panose="02040503050406030204" pitchFamily="18" charset="0"/>
                              </a:rPr>
                              <m:t>m</m:t>
                            </m:r>
                          </m:e>
                          <m:sub>
                            <m:r>
                              <m:rPr>
                                <m:sty m:val="p"/>
                              </m:rPr>
                              <a:rPr lang="de-DE" sz="1400" b="0" i="1" smtClean="0">
                                <a:solidFill>
                                  <a:schemeClr val="tx1"/>
                                </a:solidFill>
                                <a:latin typeface="Cambria Math" panose="02040503050406030204" pitchFamily="18" charset="0"/>
                              </a:rPr>
                              <m:t>c</m:t>
                            </m:r>
                          </m:sub>
                        </m:sSub>
                      </m:oMath>
                    </m:oMathPara>
                  </a14:m>
                  <a:endParaRPr lang="en-US" sz="1400" dirty="0">
                    <a:solidFill>
                      <a:schemeClr val="tx1"/>
                    </a:solidFill>
                  </a:endParaRPr>
                </a:p>
              </p:txBody>
            </p:sp>
          </mc:Choice>
          <mc:Fallback xmlns="">
            <p:sp>
              <p:nvSpPr>
                <p:cNvPr id="112" name="TextBox 111">
                  <a:extLst>
                    <a:ext uri="{FF2B5EF4-FFF2-40B4-BE49-F238E27FC236}">
                      <a16:creationId xmlns:a16="http://schemas.microsoft.com/office/drawing/2014/main" id="{8AC800E0-DCD8-4F6D-8B4B-08864F2104EF}"/>
                    </a:ext>
                  </a:extLst>
                </p:cNvPr>
                <p:cNvSpPr txBox="1">
                  <a:spLocks noRot="1" noChangeAspect="1" noMove="1" noResize="1" noEditPoints="1" noAdjustHandles="1" noChangeArrowheads="1" noChangeShapeType="1" noTextEdit="1"/>
                </p:cNvSpPr>
                <p:nvPr/>
              </p:nvSpPr>
              <p:spPr>
                <a:xfrm>
                  <a:off x="7415254" y="175204"/>
                  <a:ext cx="507796" cy="307777"/>
                </a:xfrm>
                <a:prstGeom prst="rect">
                  <a:avLst/>
                </a:prstGeom>
                <a:blipFill>
                  <a:blip r:embed="rId18"/>
                  <a:stretch>
                    <a:fillRect b="-24324"/>
                  </a:stretch>
                </a:blipFill>
              </p:spPr>
              <p:txBody>
                <a:bodyPr/>
                <a:lstStyle/>
                <a:p>
                  <a:r>
                    <a:rPr lang="en-US">
                      <a:noFill/>
                    </a:rPr>
                    <a:t> </a:t>
                  </a:r>
                </a:p>
              </p:txBody>
            </p:sp>
          </mc:Fallback>
        </mc:AlternateContent>
        <p:sp>
          <p:nvSpPr>
            <p:cNvPr id="30" name="Oval 29">
              <a:extLst>
                <a:ext uri="{FF2B5EF4-FFF2-40B4-BE49-F238E27FC236}">
                  <a16:creationId xmlns:a16="http://schemas.microsoft.com/office/drawing/2014/main" id="{8D72D7D0-895C-59C1-235D-D52BD613E6EE}"/>
                </a:ext>
              </a:extLst>
            </p:cNvPr>
            <p:cNvSpPr>
              <a:spLocks noChangeAspect="1"/>
            </p:cNvSpPr>
            <p:nvPr/>
          </p:nvSpPr>
          <p:spPr>
            <a:xfrm>
              <a:off x="9575979" y="144458"/>
              <a:ext cx="410141" cy="41014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31" name="Oval 30">
              <a:extLst>
                <a:ext uri="{FF2B5EF4-FFF2-40B4-BE49-F238E27FC236}">
                  <a16:creationId xmlns:a16="http://schemas.microsoft.com/office/drawing/2014/main" id="{B9A6D4F7-999A-50E5-FB74-54D0DF615A6B}"/>
                </a:ext>
              </a:extLst>
            </p:cNvPr>
            <p:cNvSpPr>
              <a:spLocks noChangeAspect="1"/>
            </p:cNvSpPr>
            <p:nvPr/>
          </p:nvSpPr>
          <p:spPr>
            <a:xfrm>
              <a:off x="9585689" y="2015561"/>
              <a:ext cx="410141" cy="41014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p>
          </p:txBody>
        </p:sp>
        <p:cxnSp>
          <p:nvCxnSpPr>
            <p:cNvPr id="32" name="Straight Arrow Connector 31">
              <a:extLst>
                <a:ext uri="{FF2B5EF4-FFF2-40B4-BE49-F238E27FC236}">
                  <a16:creationId xmlns:a16="http://schemas.microsoft.com/office/drawing/2014/main" id="{8A37EC56-D45C-A3A7-2CD5-FB32E735ECAA}"/>
                </a:ext>
              </a:extLst>
            </p:cNvPr>
            <p:cNvCxnSpPr>
              <a:cxnSpLocks/>
              <a:stCxn id="31" idx="6"/>
              <a:endCxn id="43" idx="3"/>
            </p:cNvCxnSpPr>
            <p:nvPr/>
          </p:nvCxnSpPr>
          <p:spPr>
            <a:xfrm flipV="1">
              <a:off x="9995830" y="1422412"/>
              <a:ext cx="806857" cy="798219"/>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a16="http://schemas.microsoft.com/office/drawing/2014/main" id="{A66F8A06-1AC3-4E36-DDEC-DDD7CCC9B75A}"/>
                </a:ext>
              </a:extLst>
            </p:cNvPr>
            <p:cNvCxnSpPr>
              <a:cxnSpLocks/>
              <a:stCxn id="30" idx="6"/>
              <a:endCxn id="43" idx="1"/>
            </p:cNvCxnSpPr>
            <p:nvPr/>
          </p:nvCxnSpPr>
          <p:spPr>
            <a:xfrm>
              <a:off x="9986120" y="349529"/>
              <a:ext cx="816567" cy="78287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CF8AAE82-CEA6-D95F-FB64-BBD56E24FD9A}"/>
                    </a:ext>
                  </a:extLst>
                </p:cNvPr>
                <p:cNvSpPr txBox="1"/>
                <p:nvPr/>
              </p:nvSpPr>
              <p:spPr>
                <a:xfrm>
                  <a:off x="10078291" y="242332"/>
                  <a:ext cx="855270" cy="307777"/>
                </a:xfrm>
                <a:prstGeom prst="rect">
                  <a:avLst/>
                </a:prstGeom>
                <a:noFill/>
              </p:spPr>
              <p:txBody>
                <a:bodyPr wrap="square">
                  <a:spAutoFit/>
                </a:bodyPr>
                <a:lstStyle/>
                <a:p>
                  <a:pPr/>
                  <a14:m>
                    <m:oMathPara xmlns:m="http://schemas.openxmlformats.org/officeDocument/2006/math">
                      <m:oMath>
                        <m:sSub>
                          <m:sSubPr>
                            <m:ctrlPr>
                              <a:rPr lang="de-DE" sz="1400" b="0" i="0" smtClean="0">
                                <a:solidFill>
                                  <a:schemeClr val="tx1"/>
                                </a:solidFill>
                                <a:latin typeface="Cambria Math" panose="02040503050406030204" pitchFamily="18" charset="0"/>
                              </a:rPr>
                            </m:ctrlPr>
                          </m:sSubPr>
                          <m:e>
                            <m:r>
                              <m:rPr>
                                <m:sty m:val="p"/>
                              </m:rPr>
                              <a:rPr lang="de-DE" sz="1400" b="0" i="0" smtClean="0">
                                <a:solidFill>
                                  <a:schemeClr val="tx1"/>
                                </a:solidFill>
                                <a:latin typeface="Cambria Math" panose="02040503050406030204" pitchFamily="18" charset="0"/>
                              </a:rPr>
                              <m:t>m</m:t>
                            </m:r>
                          </m:e>
                          <m:sub>
                            <m:r>
                              <m:rPr>
                                <m:sty m:val="p"/>
                              </m:rPr>
                              <a:rPr lang="de-DE" sz="1400" b="0" i="1" smtClean="0">
                                <a:solidFill>
                                  <a:schemeClr val="tx1"/>
                                </a:solidFill>
                                <a:latin typeface="Cambria Math" panose="02040503050406030204" pitchFamily="18" charset="0"/>
                              </a:rPr>
                              <m:t>Nc</m:t>
                            </m:r>
                          </m:sub>
                        </m:sSub>
                      </m:oMath>
                    </m:oMathPara>
                  </a14:m>
                  <a:endParaRPr lang="en-US" sz="1400" dirty="0">
                    <a:solidFill>
                      <a:schemeClr val="tx1"/>
                    </a:solidFill>
                  </a:endParaRPr>
                </a:p>
              </p:txBody>
            </p:sp>
          </mc:Choice>
          <mc:Fallback xmlns="">
            <p:sp>
              <p:nvSpPr>
                <p:cNvPr id="34" name="TextBox 33">
                  <a:extLst>
                    <a:ext uri="{FF2B5EF4-FFF2-40B4-BE49-F238E27FC236}">
                      <a16:creationId xmlns:a16="http://schemas.microsoft.com/office/drawing/2014/main" id="{CF8AAE82-CEA6-D95F-FB64-BBD56E24FD9A}"/>
                    </a:ext>
                  </a:extLst>
                </p:cNvPr>
                <p:cNvSpPr txBox="1">
                  <a:spLocks noRot="1" noChangeAspect="1" noMove="1" noResize="1" noEditPoints="1" noAdjustHandles="1" noChangeArrowheads="1" noChangeShapeType="1" noTextEdit="1"/>
                </p:cNvSpPr>
                <p:nvPr/>
              </p:nvSpPr>
              <p:spPr>
                <a:xfrm>
                  <a:off x="10078291" y="242332"/>
                  <a:ext cx="855270" cy="307777"/>
                </a:xfrm>
                <a:prstGeom prst="rect">
                  <a:avLst/>
                </a:prstGeom>
                <a:blipFill>
                  <a:blip r:embed="rId19"/>
                  <a:stretch>
                    <a:fillRect b="-297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37659DB6-301D-78D7-4DC2-29357380F198}"/>
                    </a:ext>
                  </a:extLst>
                </p:cNvPr>
                <p:cNvSpPr txBox="1"/>
                <p:nvPr/>
              </p:nvSpPr>
              <p:spPr>
                <a:xfrm>
                  <a:off x="10136554" y="1770391"/>
                  <a:ext cx="855270" cy="307777"/>
                </a:xfrm>
                <a:prstGeom prst="rect">
                  <a:avLst/>
                </a:prstGeom>
                <a:noFill/>
              </p:spPr>
              <p:txBody>
                <a:bodyPr wrap="square">
                  <a:spAutoFit/>
                </a:bodyPr>
                <a:lstStyle/>
                <a:p>
                  <a:pPr/>
                  <a14:m>
                    <m:oMathPara xmlns:m="http://schemas.openxmlformats.org/officeDocument/2006/math">
                      <m:oMath>
                        <m:sSub>
                          <m:sSubPr>
                            <m:ctrlPr>
                              <a:rPr lang="de-DE" sz="1400" b="0" i="0" smtClean="0">
                                <a:solidFill>
                                  <a:schemeClr val="tx1"/>
                                </a:solidFill>
                                <a:latin typeface="Cambria Math" panose="02040503050406030204" pitchFamily="18" charset="0"/>
                              </a:rPr>
                            </m:ctrlPr>
                          </m:sSubPr>
                          <m:e>
                            <m:r>
                              <m:rPr>
                                <m:sty m:val="p"/>
                              </m:rPr>
                              <a:rPr lang="de-DE" sz="1400" b="0" i="0" smtClean="0">
                                <a:solidFill>
                                  <a:schemeClr val="tx1"/>
                                </a:solidFill>
                                <a:latin typeface="Cambria Math" panose="02040503050406030204" pitchFamily="18" charset="0"/>
                              </a:rPr>
                              <m:t>m</m:t>
                            </m:r>
                          </m:e>
                          <m:sub>
                            <m:r>
                              <m:rPr>
                                <m:sty m:val="p"/>
                              </m:rPr>
                              <a:rPr lang="de-DE" sz="1400" b="0" i="1" smtClean="0">
                                <a:solidFill>
                                  <a:schemeClr val="tx1"/>
                                </a:solidFill>
                                <a:latin typeface="Cambria Math" panose="02040503050406030204" pitchFamily="18" charset="0"/>
                              </a:rPr>
                              <m:t>Nc</m:t>
                            </m:r>
                          </m:sub>
                        </m:sSub>
                      </m:oMath>
                    </m:oMathPara>
                  </a14:m>
                  <a:endParaRPr lang="en-US" sz="1400" dirty="0">
                    <a:solidFill>
                      <a:schemeClr val="tx1"/>
                    </a:solidFill>
                  </a:endParaRPr>
                </a:p>
              </p:txBody>
            </p:sp>
          </mc:Choice>
          <mc:Fallback xmlns="">
            <p:sp>
              <p:nvSpPr>
                <p:cNvPr id="35" name="TextBox 34">
                  <a:extLst>
                    <a:ext uri="{FF2B5EF4-FFF2-40B4-BE49-F238E27FC236}">
                      <a16:creationId xmlns:a16="http://schemas.microsoft.com/office/drawing/2014/main" id="{37659DB6-301D-78D7-4DC2-29357380F198}"/>
                    </a:ext>
                  </a:extLst>
                </p:cNvPr>
                <p:cNvSpPr txBox="1">
                  <a:spLocks noRot="1" noChangeAspect="1" noMove="1" noResize="1" noEditPoints="1" noAdjustHandles="1" noChangeArrowheads="1" noChangeShapeType="1" noTextEdit="1"/>
                </p:cNvSpPr>
                <p:nvPr/>
              </p:nvSpPr>
              <p:spPr>
                <a:xfrm>
                  <a:off x="10136554" y="1770391"/>
                  <a:ext cx="855270" cy="307777"/>
                </a:xfrm>
                <a:prstGeom prst="rect">
                  <a:avLst/>
                </a:prstGeom>
                <a:blipFill>
                  <a:blip r:embed="rId20"/>
                  <a:stretch>
                    <a:fillRect b="-297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832A429B-B785-95A6-E0C8-AE6F6A9ECFE2}"/>
                    </a:ext>
                  </a:extLst>
                </p:cNvPr>
                <p:cNvSpPr txBox="1"/>
                <p:nvPr/>
              </p:nvSpPr>
              <p:spPr>
                <a:xfrm>
                  <a:off x="8973206" y="595408"/>
                  <a:ext cx="855270" cy="307777"/>
                </a:xfrm>
                <a:prstGeom prst="rect">
                  <a:avLst/>
                </a:prstGeom>
                <a:noFill/>
              </p:spPr>
              <p:txBody>
                <a:bodyPr wrap="square">
                  <a:spAutoFit/>
                </a:bodyPr>
                <a:lstStyle/>
                <a:p>
                  <a:pPr/>
                  <a14:m>
                    <m:oMathPara xmlns:m="http://schemas.openxmlformats.org/officeDocument/2006/math">
                      <m:oMath>
                        <m:sSub>
                          <m:sSubPr>
                            <m:ctrlPr>
                              <a:rPr lang="de-DE" sz="1400" b="0" i="0" smtClean="0">
                                <a:solidFill>
                                  <a:schemeClr val="tx1"/>
                                </a:solidFill>
                                <a:latin typeface="Cambria Math" panose="02040503050406030204" pitchFamily="18" charset="0"/>
                              </a:rPr>
                            </m:ctrlPr>
                          </m:sSubPr>
                          <m:e>
                            <m:r>
                              <m:rPr>
                                <m:sty m:val="p"/>
                              </m:rPr>
                              <a:rPr lang="de-DE" sz="1400" b="0" i="0" smtClean="0">
                                <a:solidFill>
                                  <a:schemeClr val="tx1"/>
                                </a:solidFill>
                                <a:latin typeface="Cambria Math" panose="02040503050406030204" pitchFamily="18" charset="0"/>
                              </a:rPr>
                              <m:t>m</m:t>
                            </m:r>
                          </m:e>
                          <m:sub>
                            <m:r>
                              <m:rPr>
                                <m:sty m:val="p"/>
                              </m:rPr>
                              <a:rPr lang="de-DE" sz="1400" b="0" i="1" smtClean="0">
                                <a:solidFill>
                                  <a:schemeClr val="tx1"/>
                                </a:solidFill>
                                <a:latin typeface="Cambria Math" panose="02040503050406030204" pitchFamily="18" charset="0"/>
                              </a:rPr>
                              <m:t>Na</m:t>
                            </m:r>
                          </m:sub>
                        </m:sSub>
                      </m:oMath>
                    </m:oMathPara>
                  </a14:m>
                  <a:endParaRPr lang="en-US" sz="1400" dirty="0">
                    <a:solidFill>
                      <a:schemeClr val="tx1"/>
                    </a:solidFill>
                  </a:endParaRPr>
                </a:p>
              </p:txBody>
            </p:sp>
          </mc:Choice>
          <mc:Fallback xmlns="">
            <p:sp>
              <p:nvSpPr>
                <p:cNvPr id="36" name="TextBox 35">
                  <a:extLst>
                    <a:ext uri="{FF2B5EF4-FFF2-40B4-BE49-F238E27FC236}">
                      <a16:creationId xmlns:a16="http://schemas.microsoft.com/office/drawing/2014/main" id="{832A429B-B785-95A6-E0C8-AE6F6A9ECFE2}"/>
                    </a:ext>
                  </a:extLst>
                </p:cNvPr>
                <p:cNvSpPr txBox="1">
                  <a:spLocks noRot="1" noChangeAspect="1" noMove="1" noResize="1" noEditPoints="1" noAdjustHandles="1" noChangeArrowheads="1" noChangeShapeType="1" noTextEdit="1"/>
                </p:cNvSpPr>
                <p:nvPr/>
              </p:nvSpPr>
              <p:spPr>
                <a:xfrm>
                  <a:off x="8973206" y="595408"/>
                  <a:ext cx="855270" cy="307777"/>
                </a:xfrm>
                <a:prstGeom prst="rect">
                  <a:avLst/>
                </a:prstGeom>
                <a:blipFill>
                  <a:blip r:embed="rId21"/>
                  <a:stretch>
                    <a:fillRect b="-297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0633F17A-FD57-3440-C217-626AEEA779D7}"/>
                    </a:ext>
                  </a:extLst>
                </p:cNvPr>
                <p:cNvSpPr txBox="1"/>
                <p:nvPr/>
              </p:nvSpPr>
              <p:spPr>
                <a:xfrm>
                  <a:off x="8905458" y="1506194"/>
                  <a:ext cx="855270" cy="307777"/>
                </a:xfrm>
                <a:prstGeom prst="rect">
                  <a:avLst/>
                </a:prstGeom>
                <a:noFill/>
              </p:spPr>
              <p:txBody>
                <a:bodyPr wrap="square">
                  <a:spAutoFit/>
                </a:bodyPr>
                <a:lstStyle/>
                <a:p>
                  <a:pPr/>
                  <a14:m>
                    <m:oMathPara xmlns:m="http://schemas.openxmlformats.org/officeDocument/2006/math">
                      <m:oMath>
                        <m:sSub>
                          <m:sSubPr>
                            <m:ctrlPr>
                              <a:rPr lang="de-DE" sz="1400" b="0" i="0" smtClean="0">
                                <a:solidFill>
                                  <a:schemeClr val="tx1"/>
                                </a:solidFill>
                                <a:latin typeface="Cambria Math" panose="02040503050406030204" pitchFamily="18" charset="0"/>
                              </a:rPr>
                            </m:ctrlPr>
                          </m:sSubPr>
                          <m:e>
                            <m:r>
                              <m:rPr>
                                <m:sty m:val="p"/>
                              </m:rPr>
                              <a:rPr lang="de-DE" sz="1400" b="0" i="0" smtClean="0">
                                <a:solidFill>
                                  <a:schemeClr val="tx1"/>
                                </a:solidFill>
                                <a:latin typeface="Cambria Math" panose="02040503050406030204" pitchFamily="18" charset="0"/>
                              </a:rPr>
                              <m:t>m</m:t>
                            </m:r>
                          </m:e>
                          <m:sub>
                            <m:r>
                              <m:rPr>
                                <m:sty m:val="p"/>
                              </m:rPr>
                              <a:rPr lang="de-DE" sz="1400" b="0" i="1" smtClean="0">
                                <a:solidFill>
                                  <a:schemeClr val="tx1"/>
                                </a:solidFill>
                                <a:latin typeface="Cambria Math" panose="02040503050406030204" pitchFamily="18" charset="0"/>
                              </a:rPr>
                              <m:t>Nb</m:t>
                            </m:r>
                          </m:sub>
                        </m:sSub>
                      </m:oMath>
                    </m:oMathPara>
                  </a14:m>
                  <a:endParaRPr lang="en-US" sz="1400" dirty="0">
                    <a:solidFill>
                      <a:schemeClr val="tx1"/>
                    </a:solidFill>
                  </a:endParaRPr>
                </a:p>
              </p:txBody>
            </p:sp>
          </mc:Choice>
          <mc:Fallback xmlns="">
            <p:sp>
              <p:nvSpPr>
                <p:cNvPr id="37" name="TextBox 36">
                  <a:extLst>
                    <a:ext uri="{FF2B5EF4-FFF2-40B4-BE49-F238E27FC236}">
                      <a16:creationId xmlns:a16="http://schemas.microsoft.com/office/drawing/2014/main" id="{0633F17A-FD57-3440-C217-626AEEA779D7}"/>
                    </a:ext>
                  </a:extLst>
                </p:cNvPr>
                <p:cNvSpPr txBox="1">
                  <a:spLocks noRot="1" noChangeAspect="1" noMove="1" noResize="1" noEditPoints="1" noAdjustHandles="1" noChangeArrowheads="1" noChangeShapeType="1" noTextEdit="1"/>
                </p:cNvSpPr>
                <p:nvPr/>
              </p:nvSpPr>
              <p:spPr>
                <a:xfrm>
                  <a:off x="8905458" y="1506194"/>
                  <a:ext cx="855270" cy="307777"/>
                </a:xfrm>
                <a:prstGeom prst="rect">
                  <a:avLst/>
                </a:prstGeom>
                <a:blipFill>
                  <a:blip r:embed="rId22"/>
                  <a:stretch>
                    <a:fillRect b="-29730"/>
                  </a:stretch>
                </a:blipFill>
              </p:spPr>
              <p:txBody>
                <a:bodyPr/>
                <a:lstStyle/>
                <a:p>
                  <a:r>
                    <a:rPr lang="en-US">
                      <a:noFill/>
                    </a:rPr>
                    <a:t> </a:t>
                  </a:r>
                </a:p>
              </p:txBody>
            </p:sp>
          </mc:Fallback>
        </mc:AlternateContent>
        <p:sp>
          <p:nvSpPr>
            <p:cNvPr id="38" name="Oval 37">
              <a:extLst>
                <a:ext uri="{FF2B5EF4-FFF2-40B4-BE49-F238E27FC236}">
                  <a16:creationId xmlns:a16="http://schemas.microsoft.com/office/drawing/2014/main" id="{E8785205-A9BE-540C-49D1-10085D7DD849}"/>
                </a:ext>
              </a:extLst>
            </p:cNvPr>
            <p:cNvSpPr>
              <a:spLocks noChangeAspect="1"/>
            </p:cNvSpPr>
            <p:nvPr/>
          </p:nvSpPr>
          <p:spPr>
            <a:xfrm>
              <a:off x="8524898" y="1072335"/>
              <a:ext cx="410141" cy="41014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p>
          </p:txBody>
        </p:sp>
        <p:cxnSp>
          <p:nvCxnSpPr>
            <p:cNvPr id="39" name="Straight Arrow Connector 38">
              <a:extLst>
                <a:ext uri="{FF2B5EF4-FFF2-40B4-BE49-F238E27FC236}">
                  <a16:creationId xmlns:a16="http://schemas.microsoft.com/office/drawing/2014/main" id="{D38BD13F-346E-F4BD-D6E6-0385FA49FD8A}"/>
                </a:ext>
              </a:extLst>
            </p:cNvPr>
            <p:cNvCxnSpPr>
              <a:cxnSpLocks/>
              <a:stCxn id="38" idx="0"/>
              <a:endCxn id="30" idx="2"/>
            </p:cNvCxnSpPr>
            <p:nvPr/>
          </p:nvCxnSpPr>
          <p:spPr>
            <a:xfrm flipV="1">
              <a:off x="8729969" y="349529"/>
              <a:ext cx="846010" cy="722806"/>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DC626A42-AFBE-BD72-CC6F-5724BE948703}"/>
                    </a:ext>
                  </a:extLst>
                </p:cNvPr>
                <p:cNvSpPr txBox="1"/>
                <p:nvPr/>
              </p:nvSpPr>
              <p:spPr>
                <a:xfrm>
                  <a:off x="7804966" y="787250"/>
                  <a:ext cx="546041" cy="307777"/>
                </a:xfrm>
                <a:prstGeom prst="rect">
                  <a:avLst/>
                </a:prstGeom>
                <a:noFill/>
              </p:spPr>
              <p:txBody>
                <a:bodyPr wrap="square">
                  <a:spAutoFit/>
                </a:bodyPr>
                <a:lstStyle/>
                <a:p>
                  <a:pPr/>
                  <a14:m>
                    <m:oMathPara xmlns:m="http://schemas.openxmlformats.org/officeDocument/2006/math">
                      <m:oMath>
                        <m:sSub>
                          <m:sSubPr>
                            <m:ctrlPr>
                              <a:rPr lang="de-DE" sz="1400" b="0" i="0" smtClean="0">
                                <a:solidFill>
                                  <a:schemeClr val="tx1"/>
                                </a:solidFill>
                                <a:latin typeface="Cambria Math" panose="02040503050406030204" pitchFamily="18" charset="0"/>
                              </a:rPr>
                            </m:ctrlPr>
                          </m:sSubPr>
                          <m:e>
                            <m:r>
                              <m:rPr>
                                <m:sty m:val="p"/>
                              </m:rPr>
                              <a:rPr lang="de-DE" sz="1400" b="0" i="0" smtClean="0">
                                <a:solidFill>
                                  <a:schemeClr val="tx1"/>
                                </a:solidFill>
                                <a:latin typeface="Cambria Math" panose="02040503050406030204" pitchFamily="18" charset="0"/>
                              </a:rPr>
                              <m:t>m</m:t>
                            </m:r>
                          </m:e>
                          <m:sub>
                            <m:r>
                              <m:rPr>
                                <m:sty m:val="p"/>
                              </m:rPr>
                              <a:rPr lang="de-DE" sz="1400" b="0" i="1" smtClean="0">
                                <a:solidFill>
                                  <a:schemeClr val="tx1"/>
                                </a:solidFill>
                                <a:latin typeface="Cambria Math" panose="02040503050406030204" pitchFamily="18" charset="0"/>
                              </a:rPr>
                              <m:t>c</m:t>
                            </m:r>
                          </m:sub>
                        </m:sSub>
                      </m:oMath>
                    </m:oMathPara>
                  </a14:m>
                  <a:endParaRPr lang="en-US" sz="1400" dirty="0">
                    <a:solidFill>
                      <a:schemeClr val="tx1"/>
                    </a:solidFill>
                  </a:endParaRPr>
                </a:p>
              </p:txBody>
            </p:sp>
          </mc:Choice>
          <mc:Fallback xmlns="">
            <p:sp>
              <p:nvSpPr>
                <p:cNvPr id="40" name="TextBox 39">
                  <a:extLst>
                    <a:ext uri="{FF2B5EF4-FFF2-40B4-BE49-F238E27FC236}">
                      <a16:creationId xmlns:a16="http://schemas.microsoft.com/office/drawing/2014/main" id="{DC626A42-AFBE-BD72-CC6F-5724BE948703}"/>
                    </a:ext>
                  </a:extLst>
                </p:cNvPr>
                <p:cNvSpPr txBox="1">
                  <a:spLocks noRot="1" noChangeAspect="1" noMove="1" noResize="1" noEditPoints="1" noAdjustHandles="1" noChangeArrowheads="1" noChangeShapeType="1" noTextEdit="1"/>
                </p:cNvSpPr>
                <p:nvPr/>
              </p:nvSpPr>
              <p:spPr>
                <a:xfrm>
                  <a:off x="7804966" y="787250"/>
                  <a:ext cx="546041" cy="307777"/>
                </a:xfrm>
                <a:prstGeom prst="rect">
                  <a:avLst/>
                </a:prstGeom>
                <a:blipFill>
                  <a:blip r:embed="rId23"/>
                  <a:stretch>
                    <a:fillRect b="-21053"/>
                  </a:stretch>
                </a:blipFill>
              </p:spPr>
              <p:txBody>
                <a:bodyPr/>
                <a:lstStyle/>
                <a:p>
                  <a:r>
                    <a:rPr lang="en-US">
                      <a:noFill/>
                    </a:rPr>
                    <a:t> </a:t>
                  </a:r>
                </a:p>
              </p:txBody>
            </p:sp>
          </mc:Fallback>
        </mc:AlternateContent>
        <p:cxnSp>
          <p:nvCxnSpPr>
            <p:cNvPr id="41" name="Straight Arrow Connector 40">
              <a:extLst>
                <a:ext uri="{FF2B5EF4-FFF2-40B4-BE49-F238E27FC236}">
                  <a16:creationId xmlns:a16="http://schemas.microsoft.com/office/drawing/2014/main" id="{C7ADE0BD-9357-7B06-5BE4-3AB0BD6AE3F2}"/>
                </a:ext>
              </a:extLst>
            </p:cNvPr>
            <p:cNvCxnSpPr>
              <a:cxnSpLocks/>
              <a:endCxn id="49" idx="1"/>
            </p:cNvCxnSpPr>
            <p:nvPr/>
          </p:nvCxnSpPr>
          <p:spPr>
            <a:xfrm flipV="1">
              <a:off x="7765437" y="1204213"/>
              <a:ext cx="740834" cy="29488"/>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42" name="Straight Arrow Connector 41">
              <a:extLst>
                <a:ext uri="{FF2B5EF4-FFF2-40B4-BE49-F238E27FC236}">
                  <a16:creationId xmlns:a16="http://schemas.microsoft.com/office/drawing/2014/main" id="{5AA6A598-4326-4754-AA64-0A1F982AB770}"/>
                </a:ext>
              </a:extLst>
            </p:cNvPr>
            <p:cNvCxnSpPr>
              <a:cxnSpLocks/>
              <a:stCxn id="38" idx="4"/>
              <a:endCxn id="31" idx="2"/>
            </p:cNvCxnSpPr>
            <p:nvPr/>
          </p:nvCxnSpPr>
          <p:spPr>
            <a:xfrm>
              <a:off x="8729969" y="1482476"/>
              <a:ext cx="855720" cy="738155"/>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sp>
          <p:nvSpPr>
            <p:cNvPr id="43" name="Oval 42">
              <a:extLst>
                <a:ext uri="{FF2B5EF4-FFF2-40B4-BE49-F238E27FC236}">
                  <a16:creationId xmlns:a16="http://schemas.microsoft.com/office/drawing/2014/main" id="{42E5D03D-CCC6-5E54-D355-C49BB10EA2E1}"/>
                </a:ext>
              </a:extLst>
            </p:cNvPr>
            <p:cNvSpPr>
              <a:spLocks noChangeAspect="1"/>
            </p:cNvSpPr>
            <p:nvPr/>
          </p:nvSpPr>
          <p:spPr>
            <a:xfrm>
              <a:off x="10742623" y="1072335"/>
              <a:ext cx="410141" cy="41014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p>
          </p:txBody>
        </p:sp>
        <p:cxnSp>
          <p:nvCxnSpPr>
            <p:cNvPr id="44" name="Straight Arrow Connector 43">
              <a:extLst>
                <a:ext uri="{FF2B5EF4-FFF2-40B4-BE49-F238E27FC236}">
                  <a16:creationId xmlns:a16="http://schemas.microsoft.com/office/drawing/2014/main" id="{92DCF663-5698-845E-AE9E-6466C36FFC30}"/>
                </a:ext>
              </a:extLst>
            </p:cNvPr>
            <p:cNvCxnSpPr>
              <a:cxnSpLocks/>
            </p:cNvCxnSpPr>
            <p:nvPr/>
          </p:nvCxnSpPr>
          <p:spPr>
            <a:xfrm flipV="1">
              <a:off x="11152764" y="1261123"/>
              <a:ext cx="782058" cy="16282"/>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90409BE3-0B9F-0AA1-2335-67775E3233B3}"/>
                    </a:ext>
                  </a:extLst>
                </p:cNvPr>
                <p:cNvSpPr txBox="1"/>
                <p:nvPr/>
              </p:nvSpPr>
              <p:spPr>
                <a:xfrm>
                  <a:off x="11375112" y="854140"/>
                  <a:ext cx="524049" cy="307777"/>
                </a:xfrm>
                <a:prstGeom prst="rect">
                  <a:avLst/>
                </a:prstGeom>
                <a:noFill/>
              </p:spPr>
              <p:txBody>
                <a:bodyPr wrap="square">
                  <a:spAutoFit/>
                </a:bodyPr>
                <a:lstStyle/>
                <a:p>
                  <a:pPr/>
                  <a14:m>
                    <m:oMathPara xmlns:m="http://schemas.openxmlformats.org/officeDocument/2006/math">
                      <m:oMath>
                        <m:sSub>
                          <m:sSubPr>
                            <m:ctrlPr>
                              <a:rPr lang="de-DE" sz="1400" b="0" i="1" smtClean="0">
                                <a:latin typeface="Cambria Math" panose="02040503050406030204" pitchFamily="18" charset="0"/>
                              </a:rPr>
                            </m:ctrlPr>
                          </m:sSubPr>
                          <m:e>
                            <m:r>
                              <m:rPr>
                                <m:sty m:val="p"/>
                              </m:rPr>
                              <a:rPr lang="de-DE" sz="1400" b="0" i="1" smtClean="0">
                                <a:latin typeface="Cambria Math" panose="02040503050406030204" pitchFamily="18" charset="0"/>
                              </a:rPr>
                              <m:t>m</m:t>
                            </m:r>
                          </m:e>
                          <m:sub>
                            <m:r>
                              <m:rPr>
                                <m:sty m:val="p"/>
                              </m:rPr>
                              <a:rPr lang="de-DE" sz="1400" b="0" i="1" smtClean="0">
                                <a:latin typeface="Cambria Math" panose="02040503050406030204" pitchFamily="18" charset="0"/>
                              </a:rPr>
                              <m:t>out</m:t>
                            </m:r>
                          </m:sub>
                        </m:sSub>
                      </m:oMath>
                    </m:oMathPara>
                  </a14:m>
                  <a:endParaRPr lang="en-US" sz="1400" dirty="0"/>
                </a:p>
              </p:txBody>
            </p:sp>
          </mc:Choice>
          <mc:Fallback xmlns="">
            <p:sp>
              <p:nvSpPr>
                <p:cNvPr id="45" name="TextBox 44">
                  <a:extLst>
                    <a:ext uri="{FF2B5EF4-FFF2-40B4-BE49-F238E27FC236}">
                      <a16:creationId xmlns:a16="http://schemas.microsoft.com/office/drawing/2014/main" id="{90409BE3-0B9F-0AA1-2335-67775E3233B3}"/>
                    </a:ext>
                  </a:extLst>
                </p:cNvPr>
                <p:cNvSpPr txBox="1">
                  <a:spLocks noRot="1" noChangeAspect="1" noMove="1" noResize="1" noEditPoints="1" noAdjustHandles="1" noChangeArrowheads="1" noChangeShapeType="1" noTextEdit="1"/>
                </p:cNvSpPr>
                <p:nvPr/>
              </p:nvSpPr>
              <p:spPr>
                <a:xfrm>
                  <a:off x="11375112" y="854140"/>
                  <a:ext cx="524049" cy="307777"/>
                </a:xfrm>
                <a:prstGeom prst="rect">
                  <a:avLst/>
                </a:prstGeom>
                <a:blipFill>
                  <a:blip r:embed="rId24"/>
                  <a:stretch>
                    <a:fillRect r="-26984" b="-263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103CDE5-276F-376C-5F9A-04C7E7E5EE94}"/>
                    </a:ext>
                  </a:extLst>
                </p:cNvPr>
                <p:cNvSpPr txBox="1"/>
                <p:nvPr/>
              </p:nvSpPr>
              <p:spPr>
                <a:xfrm>
                  <a:off x="10724745" y="1051777"/>
                  <a:ext cx="448081" cy="307777"/>
                </a:xfrm>
                <a:prstGeom prst="rect">
                  <a:avLst/>
                </a:prstGeom>
                <a:noFill/>
              </p:spPr>
              <p:txBody>
                <a:bodyPr wrap="square">
                  <a:spAutoFit/>
                </a:bodyPr>
                <a:lstStyle/>
                <a:p>
                  <a:pPr/>
                  <a14:m>
                    <m:oMathPara xmlns:m="http://schemas.openxmlformats.org/officeDocument/2006/math">
                      <m:oMath>
                        <m:sSub>
                          <m:sSubPr>
                            <m:ctrlPr>
                              <a:rPr lang="de-DE" sz="1400" b="0" i="1" smtClean="0">
                                <a:solidFill>
                                  <a:schemeClr val="bg1"/>
                                </a:solidFill>
                                <a:latin typeface="Cambria Math" panose="02040503050406030204" pitchFamily="18" charset="0"/>
                              </a:rPr>
                            </m:ctrlPr>
                          </m:sSubPr>
                          <m:e>
                            <m:r>
                              <m:rPr>
                                <m:sty m:val="p"/>
                              </m:rPr>
                              <a:rPr lang="de-DE" sz="1400" b="0" i="1" smtClean="0">
                                <a:solidFill>
                                  <a:schemeClr val="bg1"/>
                                </a:solidFill>
                                <a:latin typeface="Cambria Math" panose="02040503050406030204" pitchFamily="18" charset="0"/>
                              </a:rPr>
                              <m:t>r</m:t>
                            </m:r>
                          </m:e>
                          <m:sub>
                            <m:r>
                              <m:rPr>
                                <m:sty m:val="p"/>
                              </m:rPr>
                              <a:rPr lang="de-DE" sz="1400" b="0" i="1" smtClean="0">
                                <a:solidFill>
                                  <a:schemeClr val="bg1"/>
                                </a:solidFill>
                                <a:latin typeface="Cambria Math" panose="02040503050406030204" pitchFamily="18" charset="0"/>
                              </a:rPr>
                              <m:t>No</m:t>
                            </m:r>
                          </m:sub>
                        </m:sSub>
                      </m:oMath>
                    </m:oMathPara>
                  </a14:m>
                  <a:endParaRPr lang="en-US" sz="1400" dirty="0">
                    <a:solidFill>
                      <a:schemeClr val="bg1"/>
                    </a:solidFill>
                  </a:endParaRPr>
                </a:p>
              </p:txBody>
            </p:sp>
          </mc:Choice>
          <mc:Fallback xmlns="">
            <p:sp>
              <p:nvSpPr>
                <p:cNvPr id="46" name="TextBox 45">
                  <a:extLst>
                    <a:ext uri="{FF2B5EF4-FFF2-40B4-BE49-F238E27FC236}">
                      <a16:creationId xmlns:a16="http://schemas.microsoft.com/office/drawing/2014/main" id="{5103CDE5-276F-376C-5F9A-04C7E7E5EE94}"/>
                    </a:ext>
                  </a:extLst>
                </p:cNvPr>
                <p:cNvSpPr txBox="1">
                  <a:spLocks noRot="1" noChangeAspect="1" noMove="1" noResize="1" noEditPoints="1" noAdjustHandles="1" noChangeArrowheads="1" noChangeShapeType="1" noTextEdit="1"/>
                </p:cNvSpPr>
                <p:nvPr/>
              </p:nvSpPr>
              <p:spPr>
                <a:xfrm>
                  <a:off x="10724745" y="1051777"/>
                  <a:ext cx="448081" cy="307777"/>
                </a:xfrm>
                <a:prstGeom prst="rect">
                  <a:avLst/>
                </a:prstGeom>
                <a:blipFill>
                  <a:blip r:embed="rId25"/>
                  <a:stretch>
                    <a:fillRect r="-16667" b="-263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D14FC2FF-2F14-ED60-7C8F-7CAC56E318AE}"/>
                    </a:ext>
                  </a:extLst>
                </p:cNvPr>
                <p:cNvSpPr txBox="1"/>
                <p:nvPr/>
              </p:nvSpPr>
              <p:spPr>
                <a:xfrm>
                  <a:off x="9511232" y="111833"/>
                  <a:ext cx="557613" cy="307777"/>
                </a:xfrm>
                <a:prstGeom prst="rect">
                  <a:avLst/>
                </a:prstGeom>
                <a:noFill/>
              </p:spPr>
              <p:txBody>
                <a:bodyPr wrap="square">
                  <a:spAutoFit/>
                </a:bodyPr>
                <a:lstStyle/>
                <a:p>
                  <a:pPr/>
                  <a14:m>
                    <m:oMathPara xmlns:m="http://schemas.openxmlformats.org/officeDocument/2006/math">
                      <m:oMath>
                        <m:sSub>
                          <m:sSubPr>
                            <m:ctrlPr>
                              <a:rPr lang="de-DE" sz="1400" b="0" i="1" smtClean="0">
                                <a:solidFill>
                                  <a:schemeClr val="bg1"/>
                                </a:solidFill>
                                <a:latin typeface="Cambria Math" panose="02040503050406030204" pitchFamily="18" charset="0"/>
                              </a:rPr>
                            </m:ctrlPr>
                          </m:sSubPr>
                          <m:e>
                            <m:r>
                              <m:rPr>
                                <m:sty m:val="p"/>
                              </m:rPr>
                              <a:rPr lang="de-DE" sz="1400" b="0" i="1" smtClean="0">
                                <a:solidFill>
                                  <a:schemeClr val="bg1"/>
                                </a:solidFill>
                                <a:latin typeface="Cambria Math" panose="02040503050406030204" pitchFamily="18" charset="0"/>
                              </a:rPr>
                              <m:t>r</m:t>
                            </m:r>
                          </m:e>
                          <m:sub>
                            <m:r>
                              <m:rPr>
                                <m:sty m:val="p"/>
                              </m:rPr>
                              <a:rPr lang="de-DE" sz="1400" b="0" i="1" smtClean="0">
                                <a:solidFill>
                                  <a:schemeClr val="bg1"/>
                                </a:solidFill>
                                <a:latin typeface="Cambria Math" panose="02040503050406030204" pitchFamily="18" charset="0"/>
                              </a:rPr>
                              <m:t>Na</m:t>
                            </m:r>
                          </m:sub>
                        </m:sSub>
                      </m:oMath>
                    </m:oMathPara>
                  </a14:m>
                  <a:endParaRPr lang="en-US" sz="1400" dirty="0">
                    <a:solidFill>
                      <a:schemeClr val="bg1"/>
                    </a:solidFill>
                  </a:endParaRPr>
                </a:p>
              </p:txBody>
            </p:sp>
          </mc:Choice>
          <mc:Fallback xmlns="">
            <p:sp>
              <p:nvSpPr>
                <p:cNvPr id="47" name="TextBox 46">
                  <a:extLst>
                    <a:ext uri="{FF2B5EF4-FFF2-40B4-BE49-F238E27FC236}">
                      <a16:creationId xmlns:a16="http://schemas.microsoft.com/office/drawing/2014/main" id="{D14FC2FF-2F14-ED60-7C8F-7CAC56E318AE}"/>
                    </a:ext>
                  </a:extLst>
                </p:cNvPr>
                <p:cNvSpPr txBox="1">
                  <a:spLocks noRot="1" noChangeAspect="1" noMove="1" noResize="1" noEditPoints="1" noAdjustHandles="1" noChangeArrowheads="1" noChangeShapeType="1" noTextEdit="1"/>
                </p:cNvSpPr>
                <p:nvPr/>
              </p:nvSpPr>
              <p:spPr>
                <a:xfrm>
                  <a:off x="9511232" y="111833"/>
                  <a:ext cx="557613" cy="307777"/>
                </a:xfrm>
                <a:prstGeom prst="rect">
                  <a:avLst/>
                </a:prstGeom>
                <a:blipFill>
                  <a:blip r:embed="rId26"/>
                  <a:stretch>
                    <a:fillRect b="-263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FB8A0B52-D97F-7A8D-98B9-BC1A823D2966}"/>
                    </a:ext>
                  </a:extLst>
                </p:cNvPr>
                <p:cNvSpPr txBox="1"/>
                <p:nvPr/>
              </p:nvSpPr>
              <p:spPr>
                <a:xfrm>
                  <a:off x="9565904" y="1994059"/>
                  <a:ext cx="421017" cy="307777"/>
                </a:xfrm>
                <a:prstGeom prst="rect">
                  <a:avLst/>
                </a:prstGeom>
                <a:noFill/>
              </p:spPr>
              <p:txBody>
                <a:bodyPr wrap="square">
                  <a:spAutoFit/>
                </a:bodyPr>
                <a:lstStyle/>
                <a:p>
                  <a:pPr/>
                  <a14:m>
                    <m:oMathPara xmlns:m="http://schemas.openxmlformats.org/officeDocument/2006/math">
                      <m:oMath>
                        <m:sSub>
                          <m:sSubPr>
                            <m:ctrlPr>
                              <a:rPr lang="de-DE" sz="1400" b="0" i="1" smtClean="0">
                                <a:solidFill>
                                  <a:schemeClr val="bg1"/>
                                </a:solidFill>
                                <a:latin typeface="Cambria Math" panose="02040503050406030204" pitchFamily="18" charset="0"/>
                              </a:rPr>
                            </m:ctrlPr>
                          </m:sSubPr>
                          <m:e>
                            <m:r>
                              <m:rPr>
                                <m:sty m:val="p"/>
                              </m:rPr>
                              <a:rPr lang="de-DE" sz="1400" b="0" i="1" smtClean="0">
                                <a:solidFill>
                                  <a:schemeClr val="bg1"/>
                                </a:solidFill>
                                <a:latin typeface="Cambria Math" panose="02040503050406030204" pitchFamily="18" charset="0"/>
                              </a:rPr>
                              <m:t>r</m:t>
                            </m:r>
                          </m:e>
                          <m:sub>
                            <m:r>
                              <m:rPr>
                                <m:sty m:val="p"/>
                              </m:rPr>
                              <a:rPr lang="de-DE" sz="1400" b="0" i="1" smtClean="0">
                                <a:solidFill>
                                  <a:schemeClr val="bg1"/>
                                </a:solidFill>
                                <a:latin typeface="Cambria Math" panose="02040503050406030204" pitchFamily="18" charset="0"/>
                              </a:rPr>
                              <m:t>Nb</m:t>
                            </m:r>
                          </m:sub>
                        </m:sSub>
                      </m:oMath>
                    </m:oMathPara>
                  </a14:m>
                  <a:endParaRPr lang="en-US" sz="1400" dirty="0">
                    <a:solidFill>
                      <a:schemeClr val="bg1"/>
                    </a:solidFill>
                  </a:endParaRPr>
                </a:p>
              </p:txBody>
            </p:sp>
          </mc:Choice>
          <mc:Fallback xmlns="">
            <p:sp>
              <p:nvSpPr>
                <p:cNvPr id="48" name="TextBox 47">
                  <a:extLst>
                    <a:ext uri="{FF2B5EF4-FFF2-40B4-BE49-F238E27FC236}">
                      <a16:creationId xmlns:a16="http://schemas.microsoft.com/office/drawing/2014/main" id="{FB8A0B52-D97F-7A8D-98B9-BC1A823D2966}"/>
                    </a:ext>
                  </a:extLst>
                </p:cNvPr>
                <p:cNvSpPr txBox="1">
                  <a:spLocks noRot="1" noChangeAspect="1" noMove="1" noResize="1" noEditPoints="1" noAdjustHandles="1" noChangeArrowheads="1" noChangeShapeType="1" noTextEdit="1"/>
                </p:cNvSpPr>
                <p:nvPr/>
              </p:nvSpPr>
              <p:spPr>
                <a:xfrm>
                  <a:off x="9565904" y="1994059"/>
                  <a:ext cx="421017" cy="307777"/>
                </a:xfrm>
                <a:prstGeom prst="rect">
                  <a:avLst/>
                </a:prstGeom>
                <a:blipFill>
                  <a:blip r:embed="rId27"/>
                  <a:stretch>
                    <a:fillRect r="-25490" b="-297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BDA3EB23-2D30-B98C-2470-23043B7E2167}"/>
                    </a:ext>
                  </a:extLst>
                </p:cNvPr>
                <p:cNvSpPr txBox="1"/>
                <p:nvPr/>
              </p:nvSpPr>
              <p:spPr>
                <a:xfrm>
                  <a:off x="8506271" y="1050324"/>
                  <a:ext cx="448081" cy="307777"/>
                </a:xfrm>
                <a:prstGeom prst="rect">
                  <a:avLst/>
                </a:prstGeom>
                <a:noFill/>
              </p:spPr>
              <p:txBody>
                <a:bodyPr wrap="square">
                  <a:spAutoFit/>
                </a:bodyPr>
                <a:lstStyle/>
                <a:p>
                  <a:pPr/>
                  <a14:m>
                    <m:oMathPara xmlns:m="http://schemas.openxmlformats.org/officeDocument/2006/math">
                      <m:oMath>
                        <m:sSub>
                          <m:sSubPr>
                            <m:ctrlPr>
                              <a:rPr lang="de-DE" sz="1400" b="0" i="1" smtClean="0">
                                <a:solidFill>
                                  <a:schemeClr val="bg1"/>
                                </a:solidFill>
                                <a:latin typeface="Cambria Math" panose="02040503050406030204" pitchFamily="18" charset="0"/>
                              </a:rPr>
                            </m:ctrlPr>
                          </m:sSubPr>
                          <m:e>
                            <m:r>
                              <m:rPr>
                                <m:sty m:val="p"/>
                              </m:rPr>
                              <a:rPr lang="de-DE" sz="1400" b="0" i="1" smtClean="0">
                                <a:solidFill>
                                  <a:schemeClr val="bg1"/>
                                </a:solidFill>
                                <a:latin typeface="Cambria Math" panose="02040503050406030204" pitchFamily="18" charset="0"/>
                              </a:rPr>
                              <m:t>r</m:t>
                            </m:r>
                          </m:e>
                          <m:sub>
                            <m:r>
                              <m:rPr>
                                <m:sty m:val="p"/>
                              </m:rPr>
                              <a:rPr lang="de-DE" sz="1400" b="0" i="1" smtClean="0">
                                <a:solidFill>
                                  <a:schemeClr val="bg1"/>
                                </a:solidFill>
                                <a:latin typeface="Cambria Math" panose="02040503050406030204" pitchFamily="18" charset="0"/>
                              </a:rPr>
                              <m:t>Ni</m:t>
                            </m:r>
                          </m:sub>
                        </m:sSub>
                      </m:oMath>
                    </m:oMathPara>
                  </a14:m>
                  <a:endParaRPr lang="en-US" sz="1400" dirty="0">
                    <a:solidFill>
                      <a:schemeClr val="bg1"/>
                    </a:solidFill>
                  </a:endParaRPr>
                </a:p>
              </p:txBody>
            </p:sp>
          </mc:Choice>
          <mc:Fallback xmlns="">
            <p:sp>
              <p:nvSpPr>
                <p:cNvPr id="49" name="TextBox 48">
                  <a:extLst>
                    <a:ext uri="{FF2B5EF4-FFF2-40B4-BE49-F238E27FC236}">
                      <a16:creationId xmlns:a16="http://schemas.microsoft.com/office/drawing/2014/main" id="{BDA3EB23-2D30-B98C-2470-23043B7E2167}"/>
                    </a:ext>
                  </a:extLst>
                </p:cNvPr>
                <p:cNvSpPr txBox="1">
                  <a:spLocks noRot="1" noChangeAspect="1" noMove="1" noResize="1" noEditPoints="1" noAdjustHandles="1" noChangeArrowheads="1" noChangeShapeType="1" noTextEdit="1"/>
                </p:cNvSpPr>
                <p:nvPr/>
              </p:nvSpPr>
              <p:spPr>
                <a:xfrm>
                  <a:off x="8506271" y="1050324"/>
                  <a:ext cx="448081" cy="307777"/>
                </a:xfrm>
                <a:prstGeom prst="rect">
                  <a:avLst/>
                </a:prstGeom>
                <a:blipFill>
                  <a:blip r:embed="rId28"/>
                  <a:stretch>
                    <a:fillRect r="-5455" b="-26316"/>
                  </a:stretch>
                </a:blipFill>
              </p:spPr>
              <p:txBody>
                <a:bodyPr/>
                <a:lstStyle/>
                <a:p>
                  <a:r>
                    <a:rPr lang="en-US">
                      <a:noFill/>
                    </a:rPr>
                    <a:t> </a:t>
                  </a:r>
                </a:p>
              </p:txBody>
            </p:sp>
          </mc:Fallback>
        </mc:AlternateContent>
        <p:cxnSp>
          <p:nvCxnSpPr>
            <p:cNvPr id="60" name="Straight Connector 59">
              <a:extLst>
                <a:ext uri="{FF2B5EF4-FFF2-40B4-BE49-F238E27FC236}">
                  <a16:creationId xmlns:a16="http://schemas.microsoft.com/office/drawing/2014/main" id="{4313638E-8CD5-D8B8-CD76-50B04894DEE1}"/>
                </a:ext>
              </a:extLst>
            </p:cNvPr>
            <p:cNvCxnSpPr>
              <a:cxnSpLocks/>
            </p:cNvCxnSpPr>
            <p:nvPr/>
          </p:nvCxnSpPr>
          <p:spPr>
            <a:xfrm>
              <a:off x="7775840" y="596589"/>
              <a:ext cx="0" cy="637112"/>
            </a:xfrm>
            <a:prstGeom prst="line">
              <a:avLst/>
            </a:prstGeom>
          </p:spPr>
          <p:style>
            <a:lnRef idx="2">
              <a:schemeClr val="accent1"/>
            </a:lnRef>
            <a:fillRef idx="0">
              <a:schemeClr val="accent1"/>
            </a:fillRef>
            <a:effectRef idx="1">
              <a:schemeClr val="accent1"/>
            </a:effectRef>
            <a:fontRef idx="minor">
              <a:schemeClr val="tx1"/>
            </a:fontRef>
          </p:style>
        </p:cxnSp>
        <p:sp>
          <p:nvSpPr>
            <p:cNvPr id="113" name="Rectangle 112">
              <a:extLst>
                <a:ext uri="{FF2B5EF4-FFF2-40B4-BE49-F238E27FC236}">
                  <a16:creationId xmlns:a16="http://schemas.microsoft.com/office/drawing/2014/main" id="{BEBB0EDF-B9AA-F9FC-128E-16FC0A56A3C1}"/>
                </a:ext>
              </a:extLst>
            </p:cNvPr>
            <p:cNvSpPr/>
            <p:nvPr/>
          </p:nvSpPr>
          <p:spPr>
            <a:xfrm>
              <a:off x="8320022" y="23424"/>
              <a:ext cx="3073000" cy="2537212"/>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115" name="TextBox 114">
              <a:extLst>
                <a:ext uri="{FF2B5EF4-FFF2-40B4-BE49-F238E27FC236}">
                  <a16:creationId xmlns:a16="http://schemas.microsoft.com/office/drawing/2014/main" id="{8A400417-ACED-DA29-14DC-56EDC1A86B9D}"/>
                </a:ext>
              </a:extLst>
            </p:cNvPr>
            <p:cNvSpPr txBox="1"/>
            <p:nvPr/>
          </p:nvSpPr>
          <p:spPr>
            <a:xfrm>
              <a:off x="8334900" y="53954"/>
              <a:ext cx="402674" cy="276999"/>
            </a:xfrm>
            <a:prstGeom prst="rect">
              <a:avLst/>
            </a:prstGeom>
            <a:noFill/>
          </p:spPr>
          <p:txBody>
            <a:bodyPr wrap="none" rtlCol="0">
              <a:spAutoFit/>
            </a:bodyPr>
            <a:lstStyle/>
            <a:p>
              <a:r>
                <a:rPr lang="en-US" sz="1200" dirty="0"/>
                <a:t>NN</a:t>
              </a:r>
            </a:p>
          </p:txBody>
        </p:sp>
      </p:grpSp>
      <p:sp>
        <p:nvSpPr>
          <p:cNvPr id="3" name="TextBox 2">
            <a:extLst>
              <a:ext uri="{FF2B5EF4-FFF2-40B4-BE49-F238E27FC236}">
                <a16:creationId xmlns:a16="http://schemas.microsoft.com/office/drawing/2014/main" id="{C39D56A5-12A5-A22C-E69F-F7DD1FA061BF}"/>
              </a:ext>
            </a:extLst>
          </p:cNvPr>
          <p:cNvSpPr txBox="1"/>
          <p:nvPr/>
        </p:nvSpPr>
        <p:spPr>
          <a:xfrm>
            <a:off x="3144899" y="1921743"/>
            <a:ext cx="862737" cy="369332"/>
          </a:xfrm>
          <a:prstGeom prst="rect">
            <a:avLst/>
          </a:prstGeom>
          <a:noFill/>
        </p:spPr>
        <p:txBody>
          <a:bodyPr wrap="none" rtlCol="0">
            <a:spAutoFit/>
          </a:bodyPr>
          <a:lstStyle/>
          <a:p>
            <a:r>
              <a:rPr lang="en-US" dirty="0"/>
              <a:t>Motif 1</a:t>
            </a:r>
          </a:p>
        </p:txBody>
      </p:sp>
      <p:sp>
        <p:nvSpPr>
          <p:cNvPr id="7" name="Rectangle: Rounded Corners 6">
            <a:extLst>
              <a:ext uri="{FF2B5EF4-FFF2-40B4-BE49-F238E27FC236}">
                <a16:creationId xmlns:a16="http://schemas.microsoft.com/office/drawing/2014/main" id="{ABF171EF-1155-2D87-4A85-4256BE627AAF}"/>
              </a:ext>
            </a:extLst>
          </p:cNvPr>
          <p:cNvSpPr/>
          <p:nvPr/>
        </p:nvSpPr>
        <p:spPr>
          <a:xfrm>
            <a:off x="10618834" y="887943"/>
            <a:ext cx="1522517" cy="91440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Algorithm </a:t>
            </a:r>
          </a:p>
        </p:txBody>
      </p:sp>
      <p:sp>
        <p:nvSpPr>
          <p:cNvPr id="8" name="Rectangle: Rounded Corners 7">
            <a:extLst>
              <a:ext uri="{FF2B5EF4-FFF2-40B4-BE49-F238E27FC236}">
                <a16:creationId xmlns:a16="http://schemas.microsoft.com/office/drawing/2014/main" id="{EEE3F3A3-C6E4-47C2-6296-530377303B22}"/>
              </a:ext>
            </a:extLst>
          </p:cNvPr>
          <p:cNvSpPr/>
          <p:nvPr/>
        </p:nvSpPr>
        <p:spPr>
          <a:xfrm>
            <a:off x="10618834" y="2312289"/>
            <a:ext cx="1522517" cy="914400"/>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Chemical Reactions </a:t>
            </a:r>
          </a:p>
        </p:txBody>
      </p:sp>
      <p:sp>
        <p:nvSpPr>
          <p:cNvPr id="9" name="Rectangle: Rounded Corners 8">
            <a:extLst>
              <a:ext uri="{FF2B5EF4-FFF2-40B4-BE49-F238E27FC236}">
                <a16:creationId xmlns:a16="http://schemas.microsoft.com/office/drawing/2014/main" id="{ADE78E90-D1B3-3623-BB04-3ABE30F2DBB4}"/>
              </a:ext>
            </a:extLst>
          </p:cNvPr>
          <p:cNvSpPr/>
          <p:nvPr/>
        </p:nvSpPr>
        <p:spPr>
          <a:xfrm>
            <a:off x="10618834" y="3736635"/>
            <a:ext cx="1522517" cy="914400"/>
          </a:xfrm>
          <a:prstGeom prst="round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Metabolic Network</a:t>
            </a:r>
          </a:p>
        </p:txBody>
      </p:sp>
      <p:sp>
        <p:nvSpPr>
          <p:cNvPr id="10" name="Rectangle: Rounded Corners 9">
            <a:extLst>
              <a:ext uri="{FF2B5EF4-FFF2-40B4-BE49-F238E27FC236}">
                <a16:creationId xmlns:a16="http://schemas.microsoft.com/office/drawing/2014/main" id="{C5DD3330-16F5-9FAC-A9CD-860A5787E153}"/>
              </a:ext>
            </a:extLst>
          </p:cNvPr>
          <p:cNvSpPr/>
          <p:nvPr/>
        </p:nvSpPr>
        <p:spPr>
          <a:xfrm>
            <a:off x="10618834" y="5160981"/>
            <a:ext cx="1522517" cy="91440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THz Actuation</a:t>
            </a:r>
          </a:p>
        </p:txBody>
      </p:sp>
      <p:cxnSp>
        <p:nvCxnSpPr>
          <p:cNvPr id="12" name="Straight Arrow Connector 11">
            <a:extLst>
              <a:ext uri="{FF2B5EF4-FFF2-40B4-BE49-F238E27FC236}">
                <a16:creationId xmlns:a16="http://schemas.microsoft.com/office/drawing/2014/main" id="{435173AD-264C-0737-031F-6E7144E0B273}"/>
              </a:ext>
            </a:extLst>
          </p:cNvPr>
          <p:cNvCxnSpPr>
            <a:stCxn id="7" idx="2"/>
            <a:endCxn id="8" idx="0"/>
          </p:cNvCxnSpPr>
          <p:nvPr/>
        </p:nvCxnSpPr>
        <p:spPr>
          <a:xfrm>
            <a:off x="11380093" y="1802343"/>
            <a:ext cx="0" cy="509946"/>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E886822F-5D3E-DB54-ABA0-086FB212BF2F}"/>
              </a:ext>
            </a:extLst>
          </p:cNvPr>
          <p:cNvCxnSpPr>
            <a:cxnSpLocks/>
            <a:stCxn id="8" idx="2"/>
            <a:endCxn id="9" idx="0"/>
          </p:cNvCxnSpPr>
          <p:nvPr/>
        </p:nvCxnSpPr>
        <p:spPr>
          <a:xfrm>
            <a:off x="11380093" y="3226689"/>
            <a:ext cx="0" cy="509946"/>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C6024A21-4BB1-1384-4D2B-1613A19EC988}"/>
              </a:ext>
            </a:extLst>
          </p:cNvPr>
          <p:cNvCxnSpPr>
            <a:cxnSpLocks/>
            <a:stCxn id="10" idx="0"/>
          </p:cNvCxnSpPr>
          <p:nvPr/>
        </p:nvCxnSpPr>
        <p:spPr>
          <a:xfrm flipV="1">
            <a:off x="11380093" y="4651035"/>
            <a:ext cx="0" cy="509946"/>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sp>
        <p:nvSpPr>
          <p:cNvPr id="21" name="Rectangle: Rounded Corners 20">
            <a:extLst>
              <a:ext uri="{FF2B5EF4-FFF2-40B4-BE49-F238E27FC236}">
                <a16:creationId xmlns:a16="http://schemas.microsoft.com/office/drawing/2014/main" id="{5FA7990F-06AB-222D-6FB0-E0254A1ABD42}"/>
              </a:ext>
            </a:extLst>
          </p:cNvPr>
          <p:cNvSpPr/>
          <p:nvPr/>
        </p:nvSpPr>
        <p:spPr>
          <a:xfrm>
            <a:off x="7715000" y="3541731"/>
            <a:ext cx="439293" cy="790576"/>
          </a:xfrm>
          <a:prstGeom prst="roundRect">
            <a:avLst/>
          </a:prstGeom>
          <a:solidFill>
            <a:schemeClr val="accent1">
              <a:alpha val="1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Rounded Corners 22">
            <a:extLst>
              <a:ext uri="{FF2B5EF4-FFF2-40B4-BE49-F238E27FC236}">
                <a16:creationId xmlns:a16="http://schemas.microsoft.com/office/drawing/2014/main" id="{2AAB4EC4-5FA8-79C7-5010-7E9AC23791C9}"/>
              </a:ext>
            </a:extLst>
          </p:cNvPr>
          <p:cNvSpPr/>
          <p:nvPr/>
        </p:nvSpPr>
        <p:spPr>
          <a:xfrm>
            <a:off x="6559643" y="3553459"/>
            <a:ext cx="439293" cy="914400"/>
          </a:xfrm>
          <a:prstGeom prst="roundRect">
            <a:avLst/>
          </a:prstGeom>
          <a:solidFill>
            <a:schemeClr val="accent1">
              <a:alpha val="1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Rounded Corners 24">
            <a:extLst>
              <a:ext uri="{FF2B5EF4-FFF2-40B4-BE49-F238E27FC236}">
                <a16:creationId xmlns:a16="http://schemas.microsoft.com/office/drawing/2014/main" id="{951DB8E5-F127-C9F5-4B7B-E34A49FA1623}"/>
              </a:ext>
            </a:extLst>
          </p:cNvPr>
          <p:cNvSpPr/>
          <p:nvPr/>
        </p:nvSpPr>
        <p:spPr>
          <a:xfrm>
            <a:off x="4801641" y="3417907"/>
            <a:ext cx="439293" cy="914400"/>
          </a:xfrm>
          <a:prstGeom prst="roundRect">
            <a:avLst/>
          </a:prstGeom>
          <a:solidFill>
            <a:schemeClr val="accent1">
              <a:alpha val="1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99139DFA-9D50-C427-E9B8-F03C04481EC0}"/>
                  </a:ext>
                </a:extLst>
              </p:cNvPr>
              <p:cNvSpPr txBox="1"/>
              <p:nvPr/>
            </p:nvSpPr>
            <p:spPr>
              <a:xfrm>
                <a:off x="4624372" y="2998793"/>
                <a:ext cx="352041" cy="369332"/>
              </a:xfrm>
              <a:prstGeom prst="rect">
                <a:avLst/>
              </a:prstGeom>
              <a:noFill/>
            </p:spPr>
            <p:txBody>
              <a:bodyPr wrap="square">
                <a:spAutoFit/>
              </a:bodyPr>
              <a:lstStyle/>
              <a:p>
                <a:pPr/>
                <a14:m>
                  <m:oMathPara xmlns:m="http://schemas.openxmlformats.org/officeDocument/2006/math">
                    <m:oMath>
                      <m:sSub>
                        <m:sSubPr>
                          <m:ctrlPr>
                            <a:rPr lang="de-DE" sz="1800" b="0" i="1" smtClean="0">
                              <a:solidFill>
                                <a:schemeClr val="tx1"/>
                              </a:solidFill>
                              <a:latin typeface="Cambria Math" panose="02040503050406030204" pitchFamily="18" charset="0"/>
                            </a:rPr>
                          </m:ctrlPr>
                        </m:sSubPr>
                        <m:e>
                          <m:r>
                            <m:rPr>
                              <m:sty m:val="p"/>
                            </m:rPr>
                            <a:rPr lang="de-DE" sz="1800" b="0" i="1" smtClean="0">
                              <a:solidFill>
                                <a:schemeClr val="tx1"/>
                              </a:solidFill>
                              <a:latin typeface="Cambria Math" panose="02040503050406030204" pitchFamily="18" charset="0"/>
                            </a:rPr>
                            <m:t>r</m:t>
                          </m:r>
                        </m:e>
                        <m:sub>
                          <m:r>
                            <m:rPr>
                              <m:sty m:val="p"/>
                            </m:rPr>
                            <a:rPr lang="de-DE" sz="1800" b="0" i="1" smtClean="0">
                              <a:solidFill>
                                <a:schemeClr val="tx1"/>
                              </a:solidFill>
                              <a:latin typeface="Cambria Math" panose="02040503050406030204" pitchFamily="18" charset="0"/>
                            </a:rPr>
                            <m:t>Nb</m:t>
                          </m:r>
                        </m:sub>
                      </m:sSub>
                    </m:oMath>
                  </m:oMathPara>
                </a14:m>
                <a:endParaRPr lang="en-US" dirty="0">
                  <a:solidFill>
                    <a:schemeClr val="tx1"/>
                  </a:solidFill>
                </a:endParaRPr>
              </a:p>
            </p:txBody>
          </p:sp>
        </mc:Choice>
        <mc:Fallback xmlns="">
          <p:sp>
            <p:nvSpPr>
              <p:cNvPr id="27" name="TextBox 26">
                <a:extLst>
                  <a:ext uri="{FF2B5EF4-FFF2-40B4-BE49-F238E27FC236}">
                    <a16:creationId xmlns:a16="http://schemas.microsoft.com/office/drawing/2014/main" id="{99139DFA-9D50-C427-E9B8-F03C04481EC0}"/>
                  </a:ext>
                </a:extLst>
              </p:cNvPr>
              <p:cNvSpPr txBox="1">
                <a:spLocks noRot="1" noChangeAspect="1" noMove="1" noResize="1" noEditPoints="1" noAdjustHandles="1" noChangeArrowheads="1" noChangeShapeType="1" noTextEdit="1"/>
              </p:cNvSpPr>
              <p:nvPr/>
            </p:nvSpPr>
            <p:spPr>
              <a:xfrm>
                <a:off x="4624372" y="2998793"/>
                <a:ext cx="352041" cy="369332"/>
              </a:xfrm>
              <a:prstGeom prst="rect">
                <a:avLst/>
              </a:prstGeom>
              <a:blipFill>
                <a:blip r:embed="rId29"/>
                <a:stretch>
                  <a:fillRect r="-3684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A9CFECB0-BC05-BF0F-0983-B537495FF777}"/>
                  </a:ext>
                </a:extLst>
              </p:cNvPr>
              <p:cNvSpPr txBox="1"/>
              <p:nvPr/>
            </p:nvSpPr>
            <p:spPr>
              <a:xfrm>
                <a:off x="7514224" y="3170740"/>
                <a:ext cx="352041" cy="369332"/>
              </a:xfrm>
              <a:prstGeom prst="rect">
                <a:avLst/>
              </a:prstGeom>
              <a:noFill/>
            </p:spPr>
            <p:txBody>
              <a:bodyPr wrap="square">
                <a:spAutoFit/>
              </a:bodyPr>
              <a:lstStyle/>
              <a:p>
                <a:pPr/>
                <a14:m>
                  <m:oMathPara xmlns:m="http://schemas.openxmlformats.org/officeDocument/2006/math">
                    <m:oMath>
                      <m:sSub>
                        <m:sSubPr>
                          <m:ctrlPr>
                            <a:rPr lang="de-DE" sz="1800" b="0" i="1" smtClean="0">
                              <a:solidFill>
                                <a:schemeClr val="tx1"/>
                              </a:solidFill>
                              <a:latin typeface="Cambria Math" panose="02040503050406030204" pitchFamily="18" charset="0"/>
                            </a:rPr>
                          </m:ctrlPr>
                        </m:sSubPr>
                        <m:e>
                          <m:r>
                            <m:rPr>
                              <m:sty m:val="p"/>
                            </m:rPr>
                            <a:rPr lang="de-DE" sz="1800" b="0" i="1" smtClean="0">
                              <a:solidFill>
                                <a:schemeClr val="tx1"/>
                              </a:solidFill>
                              <a:latin typeface="Cambria Math" panose="02040503050406030204" pitchFamily="18" charset="0"/>
                            </a:rPr>
                            <m:t>r</m:t>
                          </m:r>
                        </m:e>
                        <m:sub>
                          <m:r>
                            <m:rPr>
                              <m:sty m:val="p"/>
                            </m:rPr>
                            <a:rPr lang="de-DE" sz="1800" b="0" i="1" smtClean="0">
                              <a:solidFill>
                                <a:schemeClr val="tx1"/>
                              </a:solidFill>
                              <a:latin typeface="Cambria Math" panose="02040503050406030204" pitchFamily="18" charset="0"/>
                            </a:rPr>
                            <m:t>Na</m:t>
                          </m:r>
                        </m:sub>
                      </m:sSub>
                    </m:oMath>
                  </m:oMathPara>
                </a14:m>
                <a:endParaRPr lang="en-US" dirty="0">
                  <a:solidFill>
                    <a:schemeClr val="tx1"/>
                  </a:solidFill>
                </a:endParaRPr>
              </a:p>
            </p:txBody>
          </p:sp>
        </mc:Choice>
        <mc:Fallback xmlns="">
          <p:sp>
            <p:nvSpPr>
              <p:cNvPr id="29" name="TextBox 28">
                <a:extLst>
                  <a:ext uri="{FF2B5EF4-FFF2-40B4-BE49-F238E27FC236}">
                    <a16:creationId xmlns:a16="http://schemas.microsoft.com/office/drawing/2014/main" id="{A9CFECB0-BC05-BF0F-0983-B537495FF777}"/>
                  </a:ext>
                </a:extLst>
              </p:cNvPr>
              <p:cNvSpPr txBox="1">
                <a:spLocks noRot="1" noChangeAspect="1" noMove="1" noResize="1" noEditPoints="1" noAdjustHandles="1" noChangeArrowheads="1" noChangeShapeType="1" noTextEdit="1"/>
              </p:cNvSpPr>
              <p:nvPr/>
            </p:nvSpPr>
            <p:spPr>
              <a:xfrm>
                <a:off x="7514224" y="3170740"/>
                <a:ext cx="352041" cy="369332"/>
              </a:xfrm>
              <a:prstGeom prst="rect">
                <a:avLst/>
              </a:prstGeom>
              <a:blipFill>
                <a:blip r:embed="rId30"/>
                <a:stretch>
                  <a:fillRect r="-31579"/>
                </a:stretch>
              </a:blipFill>
            </p:spPr>
            <p:txBody>
              <a:bodyPr/>
              <a:lstStyle/>
              <a:p>
                <a:r>
                  <a:rPr lang="en-US">
                    <a:noFill/>
                  </a:rPr>
                  <a:t> </a:t>
                </a:r>
              </a:p>
            </p:txBody>
          </p:sp>
        </mc:Fallback>
      </mc:AlternateContent>
      <p:cxnSp>
        <p:nvCxnSpPr>
          <p:cNvPr id="5" name="Straight Connector 4">
            <a:extLst>
              <a:ext uri="{FF2B5EF4-FFF2-40B4-BE49-F238E27FC236}">
                <a16:creationId xmlns:a16="http://schemas.microsoft.com/office/drawing/2014/main" id="{B3531F98-7827-D26B-27CB-B1C162E6C424}"/>
              </a:ext>
            </a:extLst>
          </p:cNvPr>
          <p:cNvCxnSpPr/>
          <p:nvPr/>
        </p:nvCxnSpPr>
        <p:spPr>
          <a:xfrm flipH="1" flipV="1">
            <a:off x="1986551" y="3578172"/>
            <a:ext cx="6900606" cy="13387"/>
          </a:xfrm>
          <a:prstGeom prst="line">
            <a:avLst/>
          </a:prstGeom>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0A2C39B1-8A2E-6F0E-9659-EE6A8D8841E1}"/>
              </a:ext>
            </a:extLst>
          </p:cNvPr>
          <p:cNvCxnSpPr/>
          <p:nvPr/>
        </p:nvCxnSpPr>
        <p:spPr>
          <a:xfrm flipH="1" flipV="1">
            <a:off x="2035836" y="4194761"/>
            <a:ext cx="6900606" cy="13387"/>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4729069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AC2064-0B74-15C4-AED4-1DA3DFE852AC}"/>
            </a:ext>
          </a:extLst>
        </p:cNvPr>
        <p:cNvGrpSpPr/>
        <p:nvPr/>
      </p:nvGrpSpPr>
      <p:grpSpPr>
        <a:xfrm>
          <a:off x="0" y="0"/>
          <a:ext cx="0" cy="0"/>
          <a:chOff x="0" y="0"/>
          <a:chExt cx="0" cy="0"/>
        </a:xfrm>
      </p:grpSpPr>
      <p:sp>
        <p:nvSpPr>
          <p:cNvPr id="69" name="Oval 68">
            <a:extLst>
              <a:ext uri="{FF2B5EF4-FFF2-40B4-BE49-F238E27FC236}">
                <a16:creationId xmlns:a16="http://schemas.microsoft.com/office/drawing/2014/main" id="{1DCADCC6-7230-B236-9186-225AE70C8467}"/>
              </a:ext>
            </a:extLst>
          </p:cNvPr>
          <p:cNvSpPr>
            <a:spLocks noChangeAspect="1"/>
          </p:cNvSpPr>
          <p:nvPr/>
        </p:nvSpPr>
        <p:spPr>
          <a:xfrm>
            <a:off x="4944144" y="395606"/>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70" name="TextBox 69">
                <a:extLst>
                  <a:ext uri="{FF2B5EF4-FFF2-40B4-BE49-F238E27FC236}">
                    <a16:creationId xmlns:a16="http://schemas.microsoft.com/office/drawing/2014/main" id="{AE0FD4EA-081F-96C1-AC9B-2ABB752622DF}"/>
                  </a:ext>
                </a:extLst>
              </p:cNvPr>
              <p:cNvSpPr txBox="1"/>
              <p:nvPr/>
            </p:nvSpPr>
            <p:spPr>
              <a:xfrm>
                <a:off x="4889948" y="366883"/>
                <a:ext cx="518558" cy="394019"/>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Cp</m:t>
                          </m:r>
                        </m:sub>
                      </m:sSub>
                    </m:oMath>
                  </m:oMathPara>
                </a14:m>
                <a:endParaRPr lang="en-US" dirty="0">
                  <a:solidFill>
                    <a:schemeClr val="bg1"/>
                  </a:solidFill>
                </a:endParaRPr>
              </a:p>
            </p:txBody>
          </p:sp>
        </mc:Choice>
        <mc:Fallback xmlns="">
          <p:sp>
            <p:nvSpPr>
              <p:cNvPr id="70" name="TextBox 69">
                <a:extLst>
                  <a:ext uri="{FF2B5EF4-FFF2-40B4-BE49-F238E27FC236}">
                    <a16:creationId xmlns:a16="http://schemas.microsoft.com/office/drawing/2014/main" id="{AE0FD4EA-081F-96C1-AC9B-2ABB752622DF}"/>
                  </a:ext>
                </a:extLst>
              </p:cNvPr>
              <p:cNvSpPr txBox="1">
                <a:spLocks noRot="1" noChangeAspect="1" noMove="1" noResize="1" noEditPoints="1" noAdjustHandles="1" noChangeArrowheads="1" noChangeShapeType="1" noTextEdit="1"/>
              </p:cNvSpPr>
              <p:nvPr/>
            </p:nvSpPr>
            <p:spPr>
              <a:xfrm>
                <a:off x="4889948" y="366883"/>
                <a:ext cx="518558" cy="394019"/>
              </a:xfrm>
              <a:prstGeom prst="rect">
                <a:avLst/>
              </a:prstGeom>
              <a:blipFill>
                <a:blip r:embed="rId3"/>
                <a:stretch>
                  <a:fillRect b="-76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1" name="TextBox 70">
                <a:extLst>
                  <a:ext uri="{FF2B5EF4-FFF2-40B4-BE49-F238E27FC236}">
                    <a16:creationId xmlns:a16="http://schemas.microsoft.com/office/drawing/2014/main" id="{D34121EC-CB66-494F-BBB8-99B2C29428A7}"/>
                  </a:ext>
                </a:extLst>
              </p:cNvPr>
              <p:cNvSpPr txBox="1"/>
              <p:nvPr/>
            </p:nvSpPr>
            <p:spPr>
              <a:xfrm>
                <a:off x="6042814" y="220866"/>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c</m:t>
                          </m:r>
                        </m:sub>
                      </m:sSub>
                    </m:oMath>
                  </m:oMathPara>
                </a14:m>
                <a:endParaRPr lang="en-US" dirty="0">
                  <a:solidFill>
                    <a:schemeClr val="tx1"/>
                  </a:solidFill>
                </a:endParaRPr>
              </a:p>
            </p:txBody>
          </p:sp>
        </mc:Choice>
        <mc:Fallback xmlns="">
          <p:sp>
            <p:nvSpPr>
              <p:cNvPr id="71" name="TextBox 70">
                <a:extLst>
                  <a:ext uri="{FF2B5EF4-FFF2-40B4-BE49-F238E27FC236}">
                    <a16:creationId xmlns:a16="http://schemas.microsoft.com/office/drawing/2014/main" id="{D34121EC-CB66-494F-BBB8-99B2C29428A7}"/>
                  </a:ext>
                </a:extLst>
              </p:cNvPr>
              <p:cNvSpPr txBox="1">
                <a:spLocks noRot="1" noChangeAspect="1" noMove="1" noResize="1" noEditPoints="1" noAdjustHandles="1" noChangeArrowheads="1" noChangeShapeType="1" noTextEdit="1"/>
              </p:cNvSpPr>
              <p:nvPr/>
            </p:nvSpPr>
            <p:spPr>
              <a:xfrm>
                <a:off x="6042814" y="220866"/>
                <a:ext cx="507796" cy="369332"/>
              </a:xfrm>
              <a:prstGeom prst="rect">
                <a:avLst/>
              </a:prstGeom>
              <a:blipFill>
                <a:blip r:embed="rId4"/>
                <a:stretch>
                  <a:fillRect/>
                </a:stretch>
              </a:blipFill>
            </p:spPr>
            <p:txBody>
              <a:bodyPr/>
              <a:lstStyle/>
              <a:p>
                <a:r>
                  <a:rPr lang="en-US">
                    <a:noFill/>
                  </a:rPr>
                  <a:t> </a:t>
                </a:r>
              </a:p>
            </p:txBody>
          </p:sp>
        </mc:Fallback>
      </mc:AlternateContent>
      <p:sp>
        <p:nvSpPr>
          <p:cNvPr id="72" name="Oval 71">
            <a:extLst>
              <a:ext uri="{FF2B5EF4-FFF2-40B4-BE49-F238E27FC236}">
                <a16:creationId xmlns:a16="http://schemas.microsoft.com/office/drawing/2014/main" id="{9EB02140-321E-5C64-2A35-BD5CB0EAEDDD}"/>
              </a:ext>
            </a:extLst>
          </p:cNvPr>
          <p:cNvSpPr>
            <a:spLocks noChangeAspect="1"/>
          </p:cNvSpPr>
          <p:nvPr/>
        </p:nvSpPr>
        <p:spPr>
          <a:xfrm>
            <a:off x="6106961" y="1088928"/>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73" name="TextBox 72">
                <a:extLst>
                  <a:ext uri="{FF2B5EF4-FFF2-40B4-BE49-F238E27FC236}">
                    <a16:creationId xmlns:a16="http://schemas.microsoft.com/office/drawing/2014/main" id="{DE4B3A34-4B6F-4E19-CEBD-1136EFAC2D8E}"/>
                  </a:ext>
                </a:extLst>
              </p:cNvPr>
              <p:cNvSpPr txBox="1"/>
              <p:nvPr/>
            </p:nvSpPr>
            <p:spPr>
              <a:xfrm>
                <a:off x="6048484" y="1064456"/>
                <a:ext cx="518558" cy="395493"/>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Cg</m:t>
                          </m:r>
                        </m:sub>
                      </m:sSub>
                    </m:oMath>
                  </m:oMathPara>
                </a14:m>
                <a:endParaRPr lang="en-US" dirty="0">
                  <a:solidFill>
                    <a:schemeClr val="bg1"/>
                  </a:solidFill>
                </a:endParaRPr>
              </a:p>
            </p:txBody>
          </p:sp>
        </mc:Choice>
        <mc:Fallback xmlns="">
          <p:sp>
            <p:nvSpPr>
              <p:cNvPr id="73" name="TextBox 72">
                <a:extLst>
                  <a:ext uri="{FF2B5EF4-FFF2-40B4-BE49-F238E27FC236}">
                    <a16:creationId xmlns:a16="http://schemas.microsoft.com/office/drawing/2014/main" id="{DE4B3A34-4B6F-4E19-CEBD-1136EFAC2D8E}"/>
                  </a:ext>
                </a:extLst>
              </p:cNvPr>
              <p:cNvSpPr txBox="1">
                <a:spLocks noRot="1" noChangeAspect="1" noMove="1" noResize="1" noEditPoints="1" noAdjustHandles="1" noChangeArrowheads="1" noChangeShapeType="1" noTextEdit="1"/>
              </p:cNvSpPr>
              <p:nvPr/>
            </p:nvSpPr>
            <p:spPr>
              <a:xfrm>
                <a:off x="6048484" y="1064456"/>
                <a:ext cx="518558" cy="395493"/>
              </a:xfrm>
              <a:prstGeom prst="rect">
                <a:avLst/>
              </a:prstGeom>
              <a:blipFill>
                <a:blip r:embed="rId5"/>
                <a:stretch>
                  <a:fillRect b="-937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4" name="TextBox 73">
                <a:extLst>
                  <a:ext uri="{FF2B5EF4-FFF2-40B4-BE49-F238E27FC236}">
                    <a16:creationId xmlns:a16="http://schemas.microsoft.com/office/drawing/2014/main" id="{03B6E555-28A0-7019-F9D8-8C07C4F685D6}"/>
                  </a:ext>
                </a:extLst>
              </p:cNvPr>
              <p:cNvSpPr txBox="1"/>
              <p:nvPr/>
            </p:nvSpPr>
            <p:spPr>
              <a:xfrm>
                <a:off x="4902707" y="1099668"/>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Cs</m:t>
                          </m:r>
                        </m:sub>
                      </m:sSub>
                    </m:oMath>
                  </m:oMathPara>
                </a14:m>
                <a:endParaRPr lang="en-US" dirty="0">
                  <a:solidFill>
                    <a:schemeClr val="tx1"/>
                  </a:solidFill>
                </a:endParaRPr>
              </a:p>
            </p:txBody>
          </p:sp>
        </mc:Choice>
        <mc:Fallback xmlns="">
          <p:sp>
            <p:nvSpPr>
              <p:cNvPr id="74" name="TextBox 73">
                <a:extLst>
                  <a:ext uri="{FF2B5EF4-FFF2-40B4-BE49-F238E27FC236}">
                    <a16:creationId xmlns:a16="http://schemas.microsoft.com/office/drawing/2014/main" id="{03B6E555-28A0-7019-F9D8-8C07C4F685D6}"/>
                  </a:ext>
                </a:extLst>
              </p:cNvPr>
              <p:cNvSpPr txBox="1">
                <a:spLocks noRot="1" noChangeAspect="1" noMove="1" noResize="1" noEditPoints="1" noAdjustHandles="1" noChangeArrowheads="1" noChangeShapeType="1" noTextEdit="1"/>
              </p:cNvSpPr>
              <p:nvPr/>
            </p:nvSpPr>
            <p:spPr>
              <a:xfrm>
                <a:off x="4902707" y="1099668"/>
                <a:ext cx="507796" cy="369332"/>
              </a:xfrm>
              <a:prstGeom prst="rect">
                <a:avLst/>
              </a:prstGeom>
              <a:blipFill>
                <a:blip r:embed="rId6"/>
                <a:stretch>
                  <a:fillRect r="-3571"/>
                </a:stretch>
              </a:blipFill>
            </p:spPr>
            <p:txBody>
              <a:bodyPr/>
              <a:lstStyle/>
              <a:p>
                <a:r>
                  <a:rPr lang="en-US">
                    <a:noFill/>
                  </a:rPr>
                  <a:t> </a:t>
                </a:r>
              </a:p>
            </p:txBody>
          </p:sp>
        </mc:Fallback>
      </mc:AlternateContent>
      <p:sp>
        <p:nvSpPr>
          <p:cNvPr id="75" name="Oval 74">
            <a:extLst>
              <a:ext uri="{FF2B5EF4-FFF2-40B4-BE49-F238E27FC236}">
                <a16:creationId xmlns:a16="http://schemas.microsoft.com/office/drawing/2014/main" id="{9BFC9CC1-219C-9807-FD18-9EC6B362465C}"/>
              </a:ext>
            </a:extLst>
          </p:cNvPr>
          <p:cNvSpPr>
            <a:spLocks noChangeAspect="1"/>
          </p:cNvSpPr>
          <p:nvPr/>
        </p:nvSpPr>
        <p:spPr>
          <a:xfrm>
            <a:off x="4972754" y="1905482"/>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76" name="TextBox 75">
                <a:extLst>
                  <a:ext uri="{FF2B5EF4-FFF2-40B4-BE49-F238E27FC236}">
                    <a16:creationId xmlns:a16="http://schemas.microsoft.com/office/drawing/2014/main" id="{BA6A3748-10ED-4C56-3162-A82B830FF351}"/>
                  </a:ext>
                </a:extLst>
              </p:cNvPr>
              <p:cNvSpPr txBox="1"/>
              <p:nvPr/>
            </p:nvSpPr>
            <p:spPr>
              <a:xfrm>
                <a:off x="4917219" y="1870160"/>
                <a:ext cx="518558"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Cr</m:t>
                          </m:r>
                        </m:sub>
                      </m:sSub>
                    </m:oMath>
                  </m:oMathPara>
                </a14:m>
                <a:endParaRPr lang="en-US" dirty="0">
                  <a:solidFill>
                    <a:schemeClr val="bg1"/>
                  </a:solidFill>
                </a:endParaRPr>
              </a:p>
            </p:txBody>
          </p:sp>
        </mc:Choice>
        <mc:Fallback xmlns="">
          <p:sp>
            <p:nvSpPr>
              <p:cNvPr id="76" name="TextBox 75">
                <a:extLst>
                  <a:ext uri="{FF2B5EF4-FFF2-40B4-BE49-F238E27FC236}">
                    <a16:creationId xmlns:a16="http://schemas.microsoft.com/office/drawing/2014/main" id="{BA6A3748-10ED-4C56-3162-A82B830FF351}"/>
                  </a:ext>
                </a:extLst>
              </p:cNvPr>
              <p:cNvSpPr txBox="1">
                <a:spLocks noRot="1" noChangeAspect="1" noMove="1" noResize="1" noEditPoints="1" noAdjustHandles="1" noChangeArrowheads="1" noChangeShapeType="1" noTextEdit="1"/>
              </p:cNvSpPr>
              <p:nvPr/>
            </p:nvSpPr>
            <p:spPr>
              <a:xfrm>
                <a:off x="4917219" y="1870160"/>
                <a:ext cx="518558" cy="369332"/>
              </a:xfrm>
              <a:prstGeom prst="rect">
                <a:avLst/>
              </a:prstGeom>
              <a:blipFill>
                <a:blip r:embed="rId7"/>
                <a:stretch>
                  <a:fillRect/>
                </a:stretch>
              </a:blipFill>
            </p:spPr>
            <p:txBody>
              <a:bodyPr/>
              <a:lstStyle/>
              <a:p>
                <a:r>
                  <a:rPr lang="en-US">
                    <a:noFill/>
                  </a:rPr>
                  <a:t> </a:t>
                </a:r>
              </a:p>
            </p:txBody>
          </p:sp>
        </mc:Fallback>
      </mc:AlternateContent>
      <p:cxnSp>
        <p:nvCxnSpPr>
          <p:cNvPr id="77" name="Straight Arrow Connector 76">
            <a:extLst>
              <a:ext uri="{FF2B5EF4-FFF2-40B4-BE49-F238E27FC236}">
                <a16:creationId xmlns:a16="http://schemas.microsoft.com/office/drawing/2014/main" id="{2FE7A6CD-80E8-564B-72FE-FB70A9180FA1}"/>
              </a:ext>
            </a:extLst>
          </p:cNvPr>
          <p:cNvCxnSpPr>
            <a:cxnSpLocks/>
            <a:endCxn id="69" idx="3"/>
          </p:cNvCxnSpPr>
          <p:nvPr/>
        </p:nvCxnSpPr>
        <p:spPr>
          <a:xfrm flipV="1">
            <a:off x="4121730" y="721164"/>
            <a:ext cx="878271" cy="488885"/>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80" name="Straight Arrow Connector 79">
            <a:extLst>
              <a:ext uri="{FF2B5EF4-FFF2-40B4-BE49-F238E27FC236}">
                <a16:creationId xmlns:a16="http://schemas.microsoft.com/office/drawing/2014/main" id="{4A4F82DF-B3AE-E2E1-DDB9-C46DCB6DDF0A}"/>
              </a:ext>
            </a:extLst>
          </p:cNvPr>
          <p:cNvCxnSpPr>
            <a:cxnSpLocks/>
            <a:endCxn id="75" idx="1"/>
          </p:cNvCxnSpPr>
          <p:nvPr/>
        </p:nvCxnSpPr>
        <p:spPr>
          <a:xfrm>
            <a:off x="4125152" y="1214911"/>
            <a:ext cx="903459" cy="746428"/>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84" name="Straight Arrow Connector 83">
            <a:extLst>
              <a:ext uri="{FF2B5EF4-FFF2-40B4-BE49-F238E27FC236}">
                <a16:creationId xmlns:a16="http://schemas.microsoft.com/office/drawing/2014/main" id="{F43F6C2B-C8AC-88A4-C700-BD0116426737}"/>
              </a:ext>
            </a:extLst>
          </p:cNvPr>
          <p:cNvCxnSpPr>
            <a:cxnSpLocks/>
            <a:stCxn id="74" idx="3"/>
            <a:endCxn id="72" idx="2"/>
          </p:cNvCxnSpPr>
          <p:nvPr/>
        </p:nvCxnSpPr>
        <p:spPr>
          <a:xfrm flipV="1">
            <a:off x="5410503" y="1279636"/>
            <a:ext cx="696458" cy="4698"/>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88" name="Straight Arrow Connector 87">
            <a:extLst>
              <a:ext uri="{FF2B5EF4-FFF2-40B4-BE49-F238E27FC236}">
                <a16:creationId xmlns:a16="http://schemas.microsoft.com/office/drawing/2014/main" id="{083A65A2-53B9-9ACB-0040-DAA3EDE6FCE4}"/>
              </a:ext>
            </a:extLst>
          </p:cNvPr>
          <p:cNvCxnSpPr>
            <a:cxnSpLocks/>
            <a:stCxn id="74" idx="2"/>
            <a:endCxn id="75" idx="0"/>
          </p:cNvCxnSpPr>
          <p:nvPr/>
        </p:nvCxnSpPr>
        <p:spPr>
          <a:xfrm>
            <a:off x="5156605" y="1469000"/>
            <a:ext cx="6856" cy="436482"/>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6" name="Straight Arrow Connector 95">
            <a:extLst>
              <a:ext uri="{FF2B5EF4-FFF2-40B4-BE49-F238E27FC236}">
                <a16:creationId xmlns:a16="http://schemas.microsoft.com/office/drawing/2014/main" id="{AE9608CB-45CC-AF52-E4A7-3910ADE970FC}"/>
              </a:ext>
            </a:extLst>
          </p:cNvPr>
          <p:cNvCxnSpPr>
            <a:cxnSpLocks/>
            <a:stCxn id="69" idx="6"/>
          </p:cNvCxnSpPr>
          <p:nvPr/>
        </p:nvCxnSpPr>
        <p:spPr>
          <a:xfrm>
            <a:off x="5325558" y="586314"/>
            <a:ext cx="2460842" cy="10275"/>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9" name="Straight Arrow Connector 98">
            <a:extLst>
              <a:ext uri="{FF2B5EF4-FFF2-40B4-BE49-F238E27FC236}">
                <a16:creationId xmlns:a16="http://schemas.microsoft.com/office/drawing/2014/main" id="{FC4DF250-D964-E0BB-57B6-9A6D9D5860C5}"/>
              </a:ext>
            </a:extLst>
          </p:cNvPr>
          <p:cNvCxnSpPr>
            <a:cxnSpLocks/>
            <a:stCxn id="71" idx="2"/>
            <a:endCxn id="72" idx="0"/>
          </p:cNvCxnSpPr>
          <p:nvPr/>
        </p:nvCxnSpPr>
        <p:spPr>
          <a:xfrm>
            <a:off x="6296712" y="590198"/>
            <a:ext cx="956" cy="49873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sp>
        <p:nvSpPr>
          <p:cNvPr id="102" name="Rectangle 101">
            <a:extLst>
              <a:ext uri="{FF2B5EF4-FFF2-40B4-BE49-F238E27FC236}">
                <a16:creationId xmlns:a16="http://schemas.microsoft.com/office/drawing/2014/main" id="{F12CE22A-89B2-3434-9D50-62542BB58128}"/>
              </a:ext>
            </a:extLst>
          </p:cNvPr>
          <p:cNvSpPr/>
          <p:nvPr/>
        </p:nvSpPr>
        <p:spPr>
          <a:xfrm>
            <a:off x="4449950" y="9135"/>
            <a:ext cx="2873133" cy="2407763"/>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03" name="TextBox 102">
            <a:extLst>
              <a:ext uri="{FF2B5EF4-FFF2-40B4-BE49-F238E27FC236}">
                <a16:creationId xmlns:a16="http://schemas.microsoft.com/office/drawing/2014/main" id="{271C27D7-3167-EA59-5EE9-BF0C1FAAD9D6}"/>
              </a:ext>
            </a:extLst>
          </p:cNvPr>
          <p:cNvSpPr txBox="1"/>
          <p:nvPr/>
        </p:nvSpPr>
        <p:spPr>
          <a:xfrm>
            <a:off x="4449950" y="-6886"/>
            <a:ext cx="1774204" cy="338554"/>
          </a:xfrm>
          <a:prstGeom prst="rect">
            <a:avLst/>
          </a:prstGeom>
          <a:noFill/>
        </p:spPr>
        <p:txBody>
          <a:bodyPr wrap="none" rtlCol="0">
            <a:spAutoFit/>
          </a:bodyPr>
          <a:lstStyle/>
          <a:p>
            <a:r>
              <a:rPr lang="en-US" sz="1600" dirty="0"/>
              <a:t>Chemical counter</a:t>
            </a:r>
          </a:p>
        </p:txBody>
      </p:sp>
      <mc:AlternateContent xmlns:mc="http://schemas.openxmlformats.org/markup-compatibility/2006" xmlns:a14="http://schemas.microsoft.com/office/drawing/2010/main">
        <mc:Choice Requires="a14">
          <p:sp>
            <p:nvSpPr>
              <p:cNvPr id="67" name="TextBox 66">
                <a:extLst>
                  <a:ext uri="{FF2B5EF4-FFF2-40B4-BE49-F238E27FC236}">
                    <a16:creationId xmlns:a16="http://schemas.microsoft.com/office/drawing/2014/main" id="{EFD46C72-BDC3-89B5-A688-8A8E74765E6D}"/>
                  </a:ext>
                </a:extLst>
              </p:cNvPr>
              <p:cNvSpPr txBox="1"/>
              <p:nvPr/>
            </p:nvSpPr>
            <p:spPr>
              <a:xfrm>
                <a:off x="0" y="1346255"/>
                <a:ext cx="593368" cy="369332"/>
              </a:xfrm>
              <a:prstGeom prst="rect">
                <a:avLst/>
              </a:prstGeom>
              <a:noFill/>
            </p:spPr>
            <p:txBody>
              <a:bodyPr wrap="none" rtlCol="0">
                <a:spAutoFit/>
              </a:bodyPr>
              <a:lstStyle/>
              <a:p>
                <a:pPr/>
                <a14:m>
                  <m:oMathPara xmlns:m="http://schemas.openxmlformats.org/officeDocument/2006/math">
                    <m:oMath>
                      <m:sSub>
                        <m:sSubPr>
                          <m:ctrlPr>
                            <a:rPr lang="de-DE" b="0" i="1" smtClean="0">
                              <a:latin typeface="Cambria Math" panose="02040503050406030204" pitchFamily="18" charset="0"/>
                            </a:rPr>
                          </m:ctrlPr>
                        </m:sSubPr>
                        <m:e>
                          <m:r>
                            <m:rPr>
                              <m:sty m:val="p"/>
                            </m:rPr>
                            <a:rPr lang="de-DE" b="0" i="1" smtClean="0">
                              <a:latin typeface="Cambria Math" panose="02040503050406030204" pitchFamily="18" charset="0"/>
                            </a:rPr>
                            <m:t>m</m:t>
                          </m:r>
                        </m:e>
                        <m:sub>
                          <m:r>
                            <m:rPr>
                              <m:sty m:val="p"/>
                            </m:rPr>
                            <a:rPr lang="de-DE" b="0" i="1" smtClean="0">
                              <a:latin typeface="Cambria Math" panose="02040503050406030204" pitchFamily="18" charset="0"/>
                            </a:rPr>
                            <m:t>in</m:t>
                          </m:r>
                        </m:sub>
                      </m:sSub>
                    </m:oMath>
                  </m:oMathPara>
                </a14:m>
                <a:endParaRPr lang="en-US" dirty="0"/>
              </a:p>
            </p:txBody>
          </p:sp>
        </mc:Choice>
        <mc:Fallback xmlns="">
          <p:sp>
            <p:nvSpPr>
              <p:cNvPr id="67" name="TextBox 66">
                <a:extLst>
                  <a:ext uri="{FF2B5EF4-FFF2-40B4-BE49-F238E27FC236}">
                    <a16:creationId xmlns:a16="http://schemas.microsoft.com/office/drawing/2014/main" id="{EFD46C72-BDC3-89B5-A688-8A8E74765E6D}"/>
                  </a:ext>
                </a:extLst>
              </p:cNvPr>
              <p:cNvSpPr txBox="1">
                <a:spLocks noRot="1" noChangeAspect="1" noMove="1" noResize="1" noEditPoints="1" noAdjustHandles="1" noChangeArrowheads="1" noChangeShapeType="1" noTextEdit="1"/>
              </p:cNvSpPr>
              <p:nvPr/>
            </p:nvSpPr>
            <p:spPr>
              <a:xfrm>
                <a:off x="0" y="1346255"/>
                <a:ext cx="593368" cy="369332"/>
              </a:xfrm>
              <a:prstGeom prst="rect">
                <a:avLst/>
              </a:prstGeom>
              <a:blipFill>
                <a:blip r:embed="rId8"/>
                <a:stretch>
                  <a:fillRect/>
                </a:stretch>
              </a:blipFill>
            </p:spPr>
            <p:txBody>
              <a:bodyPr/>
              <a:lstStyle/>
              <a:p>
                <a:r>
                  <a:rPr lang="en-US">
                    <a:noFill/>
                  </a:rPr>
                  <a:t> </a:t>
                </a:r>
              </a:p>
            </p:txBody>
          </p:sp>
        </mc:Fallback>
      </mc:AlternateContent>
      <p:sp>
        <p:nvSpPr>
          <p:cNvPr id="78" name="Rectangle 77">
            <a:extLst>
              <a:ext uri="{FF2B5EF4-FFF2-40B4-BE49-F238E27FC236}">
                <a16:creationId xmlns:a16="http://schemas.microsoft.com/office/drawing/2014/main" id="{547D9EF5-A54B-FF64-60D3-EC510D36782A}"/>
              </a:ext>
            </a:extLst>
          </p:cNvPr>
          <p:cNvSpPr/>
          <p:nvPr/>
        </p:nvSpPr>
        <p:spPr>
          <a:xfrm>
            <a:off x="813764" y="212548"/>
            <a:ext cx="2873133" cy="2222154"/>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79" name="TextBox 78">
            <a:extLst>
              <a:ext uri="{FF2B5EF4-FFF2-40B4-BE49-F238E27FC236}">
                <a16:creationId xmlns:a16="http://schemas.microsoft.com/office/drawing/2014/main" id="{73B3FB53-FCB9-4442-EB3B-91EC870467DA}"/>
              </a:ext>
            </a:extLst>
          </p:cNvPr>
          <p:cNvSpPr txBox="1"/>
          <p:nvPr/>
        </p:nvSpPr>
        <p:spPr>
          <a:xfrm>
            <a:off x="787440" y="212547"/>
            <a:ext cx="1362617" cy="584775"/>
          </a:xfrm>
          <a:prstGeom prst="rect">
            <a:avLst/>
          </a:prstGeom>
          <a:noFill/>
        </p:spPr>
        <p:txBody>
          <a:bodyPr wrap="none" rtlCol="0">
            <a:spAutoFit/>
          </a:bodyPr>
          <a:lstStyle/>
          <a:p>
            <a:r>
              <a:rPr lang="en-US" sz="1600" dirty="0"/>
              <a:t>Chemical</a:t>
            </a:r>
            <a:br>
              <a:rPr lang="en-US" sz="1600" dirty="0"/>
            </a:br>
            <a:r>
              <a:rPr lang="en-US" sz="1600" dirty="0"/>
              <a:t>Differentiator</a:t>
            </a:r>
          </a:p>
        </p:txBody>
      </p:sp>
      <p:sp>
        <p:nvSpPr>
          <p:cNvPr id="81" name="Oval 80">
            <a:extLst>
              <a:ext uri="{FF2B5EF4-FFF2-40B4-BE49-F238E27FC236}">
                <a16:creationId xmlns:a16="http://schemas.microsoft.com/office/drawing/2014/main" id="{AA6B5F4E-6735-FFB1-0328-A2B7F31CF8B5}"/>
              </a:ext>
            </a:extLst>
          </p:cNvPr>
          <p:cNvSpPr>
            <a:spLocks noChangeAspect="1"/>
          </p:cNvSpPr>
          <p:nvPr/>
        </p:nvSpPr>
        <p:spPr>
          <a:xfrm>
            <a:off x="1051699" y="1000942"/>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82" name="TextBox 81">
                <a:extLst>
                  <a:ext uri="{FF2B5EF4-FFF2-40B4-BE49-F238E27FC236}">
                    <a16:creationId xmlns:a16="http://schemas.microsoft.com/office/drawing/2014/main" id="{595AA050-5097-F1E2-FCDB-F7CA2381EFDE}"/>
                  </a:ext>
                </a:extLst>
              </p:cNvPr>
              <p:cNvSpPr txBox="1"/>
              <p:nvPr/>
            </p:nvSpPr>
            <p:spPr>
              <a:xfrm>
                <a:off x="996672" y="976786"/>
                <a:ext cx="518558"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Df</m:t>
                          </m:r>
                        </m:sub>
                      </m:sSub>
                    </m:oMath>
                  </m:oMathPara>
                </a14:m>
                <a:endParaRPr lang="en-US" dirty="0">
                  <a:solidFill>
                    <a:schemeClr val="bg1"/>
                  </a:solidFill>
                </a:endParaRPr>
              </a:p>
            </p:txBody>
          </p:sp>
        </mc:Choice>
        <mc:Fallback xmlns="">
          <p:sp>
            <p:nvSpPr>
              <p:cNvPr id="82" name="TextBox 81">
                <a:extLst>
                  <a:ext uri="{FF2B5EF4-FFF2-40B4-BE49-F238E27FC236}">
                    <a16:creationId xmlns:a16="http://schemas.microsoft.com/office/drawing/2014/main" id="{595AA050-5097-F1E2-FCDB-F7CA2381EFDE}"/>
                  </a:ext>
                </a:extLst>
              </p:cNvPr>
              <p:cNvSpPr txBox="1">
                <a:spLocks noRot="1" noChangeAspect="1" noMove="1" noResize="1" noEditPoints="1" noAdjustHandles="1" noChangeArrowheads="1" noChangeShapeType="1" noTextEdit="1"/>
              </p:cNvSpPr>
              <p:nvPr/>
            </p:nvSpPr>
            <p:spPr>
              <a:xfrm>
                <a:off x="996672" y="976786"/>
                <a:ext cx="518558" cy="369332"/>
              </a:xfrm>
              <a:prstGeom prst="rect">
                <a:avLst/>
              </a:prstGeom>
              <a:blipFill>
                <a:blip r:embed="rId9"/>
                <a:stretch>
                  <a:fillRect/>
                </a:stretch>
              </a:blipFill>
            </p:spPr>
            <p:txBody>
              <a:bodyPr/>
              <a:lstStyle/>
              <a:p>
                <a:r>
                  <a:rPr lang="en-US">
                    <a:noFill/>
                  </a:rPr>
                  <a:t> </a:t>
                </a:r>
              </a:p>
            </p:txBody>
          </p:sp>
        </mc:Fallback>
      </mc:AlternateContent>
      <p:sp>
        <p:nvSpPr>
          <p:cNvPr id="83" name="Oval 82">
            <a:extLst>
              <a:ext uri="{FF2B5EF4-FFF2-40B4-BE49-F238E27FC236}">
                <a16:creationId xmlns:a16="http://schemas.microsoft.com/office/drawing/2014/main" id="{9B2321E1-0C60-AB0B-3753-4CB439150506}"/>
              </a:ext>
            </a:extLst>
          </p:cNvPr>
          <p:cNvSpPr>
            <a:spLocks noChangeAspect="1"/>
          </p:cNvSpPr>
          <p:nvPr/>
        </p:nvSpPr>
        <p:spPr>
          <a:xfrm>
            <a:off x="1155180" y="1894298"/>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85" name="TextBox 84">
                <a:extLst>
                  <a:ext uri="{FF2B5EF4-FFF2-40B4-BE49-F238E27FC236}">
                    <a16:creationId xmlns:a16="http://schemas.microsoft.com/office/drawing/2014/main" id="{5B040B6A-8F0A-43CE-4DD0-D0E53DAB1693}"/>
                  </a:ext>
                </a:extLst>
              </p:cNvPr>
              <p:cNvSpPr txBox="1"/>
              <p:nvPr/>
            </p:nvSpPr>
            <p:spPr>
              <a:xfrm>
                <a:off x="1097393" y="1886274"/>
                <a:ext cx="518558"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Ds</m:t>
                          </m:r>
                        </m:sub>
                      </m:sSub>
                    </m:oMath>
                  </m:oMathPara>
                </a14:m>
                <a:endParaRPr lang="en-US" dirty="0">
                  <a:solidFill>
                    <a:schemeClr val="bg1"/>
                  </a:solidFill>
                </a:endParaRPr>
              </a:p>
            </p:txBody>
          </p:sp>
        </mc:Choice>
        <mc:Fallback xmlns="">
          <p:sp>
            <p:nvSpPr>
              <p:cNvPr id="85" name="TextBox 84">
                <a:extLst>
                  <a:ext uri="{FF2B5EF4-FFF2-40B4-BE49-F238E27FC236}">
                    <a16:creationId xmlns:a16="http://schemas.microsoft.com/office/drawing/2014/main" id="{5B040B6A-8F0A-43CE-4DD0-D0E53DAB1693}"/>
                  </a:ext>
                </a:extLst>
              </p:cNvPr>
              <p:cNvSpPr txBox="1">
                <a:spLocks noRot="1" noChangeAspect="1" noMove="1" noResize="1" noEditPoints="1" noAdjustHandles="1" noChangeArrowheads="1" noChangeShapeType="1" noTextEdit="1"/>
              </p:cNvSpPr>
              <p:nvPr/>
            </p:nvSpPr>
            <p:spPr>
              <a:xfrm>
                <a:off x="1097393" y="1886274"/>
                <a:ext cx="518558" cy="369332"/>
              </a:xfrm>
              <a:prstGeom prst="rect">
                <a:avLst/>
              </a:prstGeom>
              <a:blipFill>
                <a:blip r:embed="rId10"/>
                <a:stretch>
                  <a:fillRect/>
                </a:stretch>
              </a:blipFill>
            </p:spPr>
            <p:txBody>
              <a:bodyPr/>
              <a:lstStyle/>
              <a:p>
                <a:r>
                  <a:rPr lang="en-US">
                    <a:noFill/>
                  </a:rPr>
                  <a:t> </a:t>
                </a:r>
              </a:p>
            </p:txBody>
          </p:sp>
        </mc:Fallback>
      </mc:AlternateContent>
      <p:sp>
        <p:nvSpPr>
          <p:cNvPr id="86" name="Oval 85">
            <a:extLst>
              <a:ext uri="{FF2B5EF4-FFF2-40B4-BE49-F238E27FC236}">
                <a16:creationId xmlns:a16="http://schemas.microsoft.com/office/drawing/2014/main" id="{4EB3D22F-C09F-9847-A0A6-99A11329A08B}"/>
              </a:ext>
            </a:extLst>
          </p:cNvPr>
          <p:cNvSpPr>
            <a:spLocks noChangeAspect="1"/>
          </p:cNvSpPr>
          <p:nvPr/>
        </p:nvSpPr>
        <p:spPr>
          <a:xfrm>
            <a:off x="2221387" y="1004799"/>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87" name="TextBox 86">
                <a:extLst>
                  <a:ext uri="{FF2B5EF4-FFF2-40B4-BE49-F238E27FC236}">
                    <a16:creationId xmlns:a16="http://schemas.microsoft.com/office/drawing/2014/main" id="{A0541347-6880-25A9-810A-CD0FC4EA1025}"/>
                  </a:ext>
                </a:extLst>
              </p:cNvPr>
              <p:cNvSpPr txBox="1"/>
              <p:nvPr/>
            </p:nvSpPr>
            <p:spPr>
              <a:xfrm>
                <a:off x="2166526" y="976223"/>
                <a:ext cx="518558" cy="394019"/>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Dp</m:t>
                          </m:r>
                        </m:sub>
                      </m:sSub>
                    </m:oMath>
                  </m:oMathPara>
                </a14:m>
                <a:endParaRPr lang="en-US" dirty="0">
                  <a:solidFill>
                    <a:schemeClr val="bg1"/>
                  </a:solidFill>
                </a:endParaRPr>
              </a:p>
            </p:txBody>
          </p:sp>
        </mc:Choice>
        <mc:Fallback xmlns="">
          <p:sp>
            <p:nvSpPr>
              <p:cNvPr id="87" name="TextBox 86">
                <a:extLst>
                  <a:ext uri="{FF2B5EF4-FFF2-40B4-BE49-F238E27FC236}">
                    <a16:creationId xmlns:a16="http://schemas.microsoft.com/office/drawing/2014/main" id="{A0541347-6880-25A9-810A-CD0FC4EA1025}"/>
                  </a:ext>
                </a:extLst>
              </p:cNvPr>
              <p:cNvSpPr txBox="1">
                <a:spLocks noRot="1" noChangeAspect="1" noMove="1" noResize="1" noEditPoints="1" noAdjustHandles="1" noChangeArrowheads="1" noChangeShapeType="1" noTextEdit="1"/>
              </p:cNvSpPr>
              <p:nvPr/>
            </p:nvSpPr>
            <p:spPr>
              <a:xfrm>
                <a:off x="2166526" y="976223"/>
                <a:ext cx="518558" cy="394019"/>
              </a:xfrm>
              <a:prstGeom prst="rect">
                <a:avLst/>
              </a:prstGeom>
              <a:blipFill>
                <a:blip r:embed="rId11"/>
                <a:stretch>
                  <a:fillRect b="-7692"/>
                </a:stretch>
              </a:blipFill>
            </p:spPr>
            <p:txBody>
              <a:bodyPr/>
              <a:lstStyle/>
              <a:p>
                <a:r>
                  <a:rPr lang="en-US">
                    <a:noFill/>
                  </a:rPr>
                  <a:t> </a:t>
                </a:r>
              </a:p>
            </p:txBody>
          </p:sp>
        </mc:Fallback>
      </mc:AlternateContent>
      <p:cxnSp>
        <p:nvCxnSpPr>
          <p:cNvPr id="89" name="Straight Arrow Connector 88">
            <a:extLst>
              <a:ext uri="{FF2B5EF4-FFF2-40B4-BE49-F238E27FC236}">
                <a16:creationId xmlns:a16="http://schemas.microsoft.com/office/drawing/2014/main" id="{8E72BCCC-B70C-8885-5C89-03BE21486822}"/>
              </a:ext>
            </a:extLst>
          </p:cNvPr>
          <p:cNvCxnSpPr>
            <a:cxnSpLocks/>
            <a:stCxn id="67" idx="3"/>
            <a:endCxn id="81" idx="2"/>
          </p:cNvCxnSpPr>
          <p:nvPr/>
        </p:nvCxnSpPr>
        <p:spPr>
          <a:xfrm flipV="1">
            <a:off x="593368" y="1191650"/>
            <a:ext cx="458331" cy="339271"/>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0" name="Straight Arrow Connector 89">
            <a:extLst>
              <a:ext uri="{FF2B5EF4-FFF2-40B4-BE49-F238E27FC236}">
                <a16:creationId xmlns:a16="http://schemas.microsoft.com/office/drawing/2014/main" id="{9DFE819C-3F57-AF9A-A586-1ADCED19AF38}"/>
              </a:ext>
            </a:extLst>
          </p:cNvPr>
          <p:cNvCxnSpPr>
            <a:cxnSpLocks/>
            <a:stCxn id="67" idx="3"/>
            <a:endCxn id="83" idx="2"/>
          </p:cNvCxnSpPr>
          <p:nvPr/>
        </p:nvCxnSpPr>
        <p:spPr>
          <a:xfrm>
            <a:off x="593368" y="1530921"/>
            <a:ext cx="561812" cy="554085"/>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1" name="Straight Arrow Connector 90">
            <a:extLst>
              <a:ext uri="{FF2B5EF4-FFF2-40B4-BE49-F238E27FC236}">
                <a16:creationId xmlns:a16="http://schemas.microsoft.com/office/drawing/2014/main" id="{A4250287-3F6D-7D0D-C1AA-9115A5041C2F}"/>
              </a:ext>
            </a:extLst>
          </p:cNvPr>
          <p:cNvCxnSpPr>
            <a:cxnSpLocks/>
            <a:stCxn id="81" idx="6"/>
            <a:endCxn id="86" idx="2"/>
          </p:cNvCxnSpPr>
          <p:nvPr/>
        </p:nvCxnSpPr>
        <p:spPr>
          <a:xfrm>
            <a:off x="1433113" y="1191650"/>
            <a:ext cx="788274" cy="3858"/>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2" name="Straight Arrow Connector 91">
            <a:extLst>
              <a:ext uri="{FF2B5EF4-FFF2-40B4-BE49-F238E27FC236}">
                <a16:creationId xmlns:a16="http://schemas.microsoft.com/office/drawing/2014/main" id="{D09D2962-7212-686E-F7C2-9ED3B0753C83}"/>
              </a:ext>
            </a:extLst>
          </p:cNvPr>
          <p:cNvCxnSpPr>
            <a:cxnSpLocks/>
            <a:stCxn id="83" idx="6"/>
            <a:endCxn id="98" idx="2"/>
          </p:cNvCxnSpPr>
          <p:nvPr/>
        </p:nvCxnSpPr>
        <p:spPr>
          <a:xfrm>
            <a:off x="1536594" y="2085006"/>
            <a:ext cx="1447412" cy="33588"/>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3" name="Straight Arrow Connector 92">
            <a:extLst>
              <a:ext uri="{FF2B5EF4-FFF2-40B4-BE49-F238E27FC236}">
                <a16:creationId xmlns:a16="http://schemas.microsoft.com/office/drawing/2014/main" id="{6B470729-3C40-4AAA-6394-26EABFBF96F8}"/>
              </a:ext>
            </a:extLst>
          </p:cNvPr>
          <p:cNvCxnSpPr>
            <a:cxnSpLocks/>
            <a:stCxn id="86" idx="6"/>
          </p:cNvCxnSpPr>
          <p:nvPr/>
        </p:nvCxnSpPr>
        <p:spPr>
          <a:xfrm>
            <a:off x="2602801" y="1195507"/>
            <a:ext cx="1532016" cy="14542"/>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94" name="TextBox 93">
                <a:extLst>
                  <a:ext uri="{FF2B5EF4-FFF2-40B4-BE49-F238E27FC236}">
                    <a16:creationId xmlns:a16="http://schemas.microsoft.com/office/drawing/2014/main" id="{526233FF-59EB-0873-D8B3-B4EBC3139A9D}"/>
                  </a:ext>
                </a:extLst>
              </p:cNvPr>
              <p:cNvSpPr txBox="1"/>
              <p:nvPr/>
            </p:nvSpPr>
            <p:spPr>
              <a:xfrm>
                <a:off x="2910701" y="827267"/>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d</m:t>
                          </m:r>
                        </m:sub>
                      </m:sSub>
                    </m:oMath>
                  </m:oMathPara>
                </a14:m>
                <a:endParaRPr lang="en-US" dirty="0">
                  <a:solidFill>
                    <a:schemeClr val="tx1"/>
                  </a:solidFill>
                </a:endParaRPr>
              </a:p>
            </p:txBody>
          </p:sp>
        </mc:Choice>
        <mc:Fallback xmlns="">
          <p:sp>
            <p:nvSpPr>
              <p:cNvPr id="94" name="TextBox 93">
                <a:extLst>
                  <a:ext uri="{FF2B5EF4-FFF2-40B4-BE49-F238E27FC236}">
                    <a16:creationId xmlns:a16="http://schemas.microsoft.com/office/drawing/2014/main" id="{526233FF-59EB-0873-D8B3-B4EBC3139A9D}"/>
                  </a:ext>
                </a:extLst>
              </p:cNvPr>
              <p:cNvSpPr txBox="1">
                <a:spLocks noRot="1" noChangeAspect="1" noMove="1" noResize="1" noEditPoints="1" noAdjustHandles="1" noChangeArrowheads="1" noChangeShapeType="1" noTextEdit="1"/>
              </p:cNvSpPr>
              <p:nvPr/>
            </p:nvSpPr>
            <p:spPr>
              <a:xfrm>
                <a:off x="2910701" y="827267"/>
                <a:ext cx="507796" cy="369332"/>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5" name="TextBox 94">
                <a:extLst>
                  <a:ext uri="{FF2B5EF4-FFF2-40B4-BE49-F238E27FC236}">
                    <a16:creationId xmlns:a16="http://schemas.microsoft.com/office/drawing/2014/main" id="{FDB4816B-1F83-0A37-543B-085F737BCF63}"/>
                  </a:ext>
                </a:extLst>
              </p:cNvPr>
              <p:cNvSpPr txBox="1"/>
              <p:nvPr/>
            </p:nvSpPr>
            <p:spPr>
              <a:xfrm>
                <a:off x="1551725" y="814672"/>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Df</m:t>
                          </m:r>
                        </m:sub>
                      </m:sSub>
                    </m:oMath>
                  </m:oMathPara>
                </a14:m>
                <a:endParaRPr lang="en-US" dirty="0">
                  <a:solidFill>
                    <a:schemeClr val="tx1"/>
                  </a:solidFill>
                </a:endParaRPr>
              </a:p>
            </p:txBody>
          </p:sp>
        </mc:Choice>
        <mc:Fallback xmlns="">
          <p:sp>
            <p:nvSpPr>
              <p:cNvPr id="95" name="TextBox 94">
                <a:extLst>
                  <a:ext uri="{FF2B5EF4-FFF2-40B4-BE49-F238E27FC236}">
                    <a16:creationId xmlns:a16="http://schemas.microsoft.com/office/drawing/2014/main" id="{FDB4816B-1F83-0A37-543B-085F737BCF63}"/>
                  </a:ext>
                </a:extLst>
              </p:cNvPr>
              <p:cNvSpPr txBox="1">
                <a:spLocks noRot="1" noChangeAspect="1" noMove="1" noResize="1" noEditPoints="1" noAdjustHandles="1" noChangeArrowheads="1" noChangeShapeType="1" noTextEdit="1"/>
              </p:cNvSpPr>
              <p:nvPr/>
            </p:nvSpPr>
            <p:spPr>
              <a:xfrm>
                <a:off x="1551725" y="814672"/>
                <a:ext cx="507796" cy="369332"/>
              </a:xfrm>
              <a:prstGeom prst="rect">
                <a:avLst/>
              </a:prstGeom>
              <a:blipFill>
                <a:blip r:embed="rId13"/>
                <a:stretch>
                  <a:fillRect r="-481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7" name="TextBox 96">
                <a:extLst>
                  <a:ext uri="{FF2B5EF4-FFF2-40B4-BE49-F238E27FC236}">
                    <a16:creationId xmlns:a16="http://schemas.microsoft.com/office/drawing/2014/main" id="{9EA2B142-FE8A-5DC2-E3B0-AB622DAA17E9}"/>
                  </a:ext>
                </a:extLst>
              </p:cNvPr>
              <p:cNvSpPr txBox="1"/>
              <p:nvPr/>
            </p:nvSpPr>
            <p:spPr>
              <a:xfrm>
                <a:off x="1957366" y="2049302"/>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Ds</m:t>
                          </m:r>
                        </m:sub>
                      </m:sSub>
                    </m:oMath>
                  </m:oMathPara>
                </a14:m>
                <a:endParaRPr lang="en-US" dirty="0">
                  <a:solidFill>
                    <a:schemeClr val="tx1"/>
                  </a:solidFill>
                </a:endParaRPr>
              </a:p>
            </p:txBody>
          </p:sp>
        </mc:Choice>
        <mc:Fallback xmlns="">
          <p:sp>
            <p:nvSpPr>
              <p:cNvPr id="97" name="TextBox 96">
                <a:extLst>
                  <a:ext uri="{FF2B5EF4-FFF2-40B4-BE49-F238E27FC236}">
                    <a16:creationId xmlns:a16="http://schemas.microsoft.com/office/drawing/2014/main" id="{9EA2B142-FE8A-5DC2-E3B0-AB622DAA17E9}"/>
                  </a:ext>
                </a:extLst>
              </p:cNvPr>
              <p:cNvSpPr txBox="1">
                <a:spLocks noRot="1" noChangeAspect="1" noMove="1" noResize="1" noEditPoints="1" noAdjustHandles="1" noChangeArrowheads="1" noChangeShapeType="1" noTextEdit="1"/>
              </p:cNvSpPr>
              <p:nvPr/>
            </p:nvSpPr>
            <p:spPr>
              <a:xfrm>
                <a:off x="1957366" y="2049302"/>
                <a:ext cx="507796" cy="369332"/>
              </a:xfrm>
              <a:prstGeom prst="rect">
                <a:avLst/>
              </a:prstGeom>
              <a:blipFill>
                <a:blip r:embed="rId14"/>
                <a:stretch>
                  <a:fillRect r="-8434"/>
                </a:stretch>
              </a:blipFill>
            </p:spPr>
            <p:txBody>
              <a:bodyPr/>
              <a:lstStyle/>
              <a:p>
                <a:r>
                  <a:rPr lang="en-US">
                    <a:noFill/>
                  </a:rPr>
                  <a:t> </a:t>
                </a:r>
              </a:p>
            </p:txBody>
          </p:sp>
        </mc:Fallback>
      </mc:AlternateContent>
      <p:sp>
        <p:nvSpPr>
          <p:cNvPr id="98" name="Oval 97">
            <a:extLst>
              <a:ext uri="{FF2B5EF4-FFF2-40B4-BE49-F238E27FC236}">
                <a16:creationId xmlns:a16="http://schemas.microsoft.com/office/drawing/2014/main" id="{5A9EE67E-277F-E138-03C7-4A7F2A409BA8}"/>
              </a:ext>
            </a:extLst>
          </p:cNvPr>
          <p:cNvSpPr>
            <a:spLocks noChangeAspect="1"/>
          </p:cNvSpPr>
          <p:nvPr/>
        </p:nvSpPr>
        <p:spPr>
          <a:xfrm>
            <a:off x="2984006" y="1927886"/>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100" name="TextBox 99">
                <a:extLst>
                  <a:ext uri="{FF2B5EF4-FFF2-40B4-BE49-F238E27FC236}">
                    <a16:creationId xmlns:a16="http://schemas.microsoft.com/office/drawing/2014/main" id="{A07DECCD-FE94-C90F-D451-AF3D31A46BB7}"/>
                  </a:ext>
                </a:extLst>
              </p:cNvPr>
              <p:cNvSpPr txBox="1"/>
              <p:nvPr/>
            </p:nvSpPr>
            <p:spPr>
              <a:xfrm>
                <a:off x="2918451" y="1889534"/>
                <a:ext cx="518558"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Di</m:t>
                          </m:r>
                        </m:sub>
                      </m:sSub>
                    </m:oMath>
                  </m:oMathPara>
                </a14:m>
                <a:endParaRPr lang="en-US" dirty="0">
                  <a:solidFill>
                    <a:schemeClr val="bg1"/>
                  </a:solidFill>
                </a:endParaRPr>
              </a:p>
            </p:txBody>
          </p:sp>
        </mc:Choice>
        <mc:Fallback xmlns="">
          <p:sp>
            <p:nvSpPr>
              <p:cNvPr id="100" name="TextBox 99">
                <a:extLst>
                  <a:ext uri="{FF2B5EF4-FFF2-40B4-BE49-F238E27FC236}">
                    <a16:creationId xmlns:a16="http://schemas.microsoft.com/office/drawing/2014/main" id="{A07DECCD-FE94-C90F-D451-AF3D31A46BB7}"/>
                  </a:ext>
                </a:extLst>
              </p:cNvPr>
              <p:cNvSpPr txBox="1">
                <a:spLocks noRot="1" noChangeAspect="1" noMove="1" noResize="1" noEditPoints="1" noAdjustHandles="1" noChangeArrowheads="1" noChangeShapeType="1" noTextEdit="1"/>
              </p:cNvSpPr>
              <p:nvPr/>
            </p:nvSpPr>
            <p:spPr>
              <a:xfrm>
                <a:off x="2918451" y="1889534"/>
                <a:ext cx="518558" cy="369332"/>
              </a:xfrm>
              <a:prstGeom prst="rect">
                <a:avLst/>
              </a:prstGeom>
              <a:blipFill>
                <a:blip r:embed="rId15"/>
                <a:stretch>
                  <a:fillRect/>
                </a:stretch>
              </a:blipFill>
            </p:spPr>
            <p:txBody>
              <a:bodyPr/>
              <a:lstStyle/>
              <a:p>
                <a:r>
                  <a:rPr lang="en-US">
                    <a:noFill/>
                  </a:rPr>
                  <a:t> </a:t>
                </a:r>
              </a:p>
            </p:txBody>
          </p:sp>
        </mc:Fallback>
      </mc:AlternateContent>
      <p:cxnSp>
        <p:nvCxnSpPr>
          <p:cNvPr id="101" name="Straight Arrow Connector 100">
            <a:extLst>
              <a:ext uri="{FF2B5EF4-FFF2-40B4-BE49-F238E27FC236}">
                <a16:creationId xmlns:a16="http://schemas.microsoft.com/office/drawing/2014/main" id="{4D69688F-D178-6E15-8294-CCB3BFD77506}"/>
              </a:ext>
            </a:extLst>
          </p:cNvPr>
          <p:cNvCxnSpPr>
            <a:cxnSpLocks/>
            <a:stCxn id="94" idx="2"/>
            <a:endCxn id="98" idx="0"/>
          </p:cNvCxnSpPr>
          <p:nvPr/>
        </p:nvCxnSpPr>
        <p:spPr>
          <a:xfrm>
            <a:off x="3164599" y="1196599"/>
            <a:ext cx="10114" cy="731287"/>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09" name="TextBox 108">
                <a:extLst>
                  <a:ext uri="{FF2B5EF4-FFF2-40B4-BE49-F238E27FC236}">
                    <a16:creationId xmlns:a16="http://schemas.microsoft.com/office/drawing/2014/main" id="{EF4B4886-7926-701B-895D-B4BAB1A25D45}"/>
                  </a:ext>
                </a:extLst>
              </p:cNvPr>
              <p:cNvSpPr txBox="1"/>
              <p:nvPr/>
            </p:nvSpPr>
            <p:spPr>
              <a:xfrm>
                <a:off x="3796741" y="718517"/>
                <a:ext cx="578427" cy="400110"/>
              </a:xfrm>
              <a:prstGeom prst="rect">
                <a:avLst/>
              </a:prstGeom>
              <a:noFill/>
            </p:spPr>
            <p:txBody>
              <a:bodyPr wrap="none" rtlCol="0">
                <a:spAutoFit/>
              </a:bodyPr>
              <a:lstStyle/>
              <a:p>
                <a:pPr/>
                <a14:m>
                  <m:oMathPara xmlns:m="http://schemas.openxmlformats.org/officeDocument/2006/math">
                    <m:oMath>
                      <m:sSub>
                        <m:sSubPr>
                          <m:ctrlPr>
                            <a:rPr lang="de-DE" sz="2000" b="0" i="1" smtClean="0">
                              <a:latin typeface="Cambria Math" panose="02040503050406030204" pitchFamily="18" charset="0"/>
                            </a:rPr>
                          </m:ctrlPr>
                        </m:sSubPr>
                        <m:e>
                          <m:r>
                            <m:rPr>
                              <m:sty m:val="p"/>
                            </m:rPr>
                            <a:rPr lang="de-DE" sz="2000" b="0" i="1" smtClean="0">
                              <a:latin typeface="Cambria Math" panose="02040503050406030204" pitchFamily="18" charset="0"/>
                            </a:rPr>
                            <m:t>m</m:t>
                          </m:r>
                        </m:e>
                        <m:sub>
                          <m:r>
                            <m:rPr>
                              <m:sty m:val="p"/>
                            </m:rPr>
                            <a:rPr lang="de-DE" sz="2000" b="0" i="1" smtClean="0">
                              <a:latin typeface="Cambria Math" panose="02040503050406030204" pitchFamily="18" charset="0"/>
                            </a:rPr>
                            <m:t>d</m:t>
                          </m:r>
                        </m:sub>
                      </m:sSub>
                    </m:oMath>
                  </m:oMathPara>
                </a14:m>
                <a:endParaRPr lang="en-US" sz="2000" dirty="0"/>
              </a:p>
            </p:txBody>
          </p:sp>
        </mc:Choice>
        <mc:Fallback xmlns="">
          <p:sp>
            <p:nvSpPr>
              <p:cNvPr id="109" name="TextBox 108">
                <a:extLst>
                  <a:ext uri="{FF2B5EF4-FFF2-40B4-BE49-F238E27FC236}">
                    <a16:creationId xmlns:a16="http://schemas.microsoft.com/office/drawing/2014/main" id="{EF4B4886-7926-701B-895D-B4BAB1A25D45}"/>
                  </a:ext>
                </a:extLst>
              </p:cNvPr>
              <p:cNvSpPr txBox="1">
                <a:spLocks noRot="1" noChangeAspect="1" noMove="1" noResize="1" noEditPoints="1" noAdjustHandles="1" noChangeArrowheads="1" noChangeShapeType="1" noTextEdit="1"/>
              </p:cNvSpPr>
              <p:nvPr/>
            </p:nvSpPr>
            <p:spPr>
              <a:xfrm>
                <a:off x="3796741" y="718517"/>
                <a:ext cx="578427" cy="400110"/>
              </a:xfrm>
              <a:prstGeom prst="rect">
                <a:avLst/>
              </a:prstGeom>
              <a:blipFill>
                <a:blip r:embed="rId1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2" name="TextBox 111">
                <a:extLst>
                  <a:ext uri="{FF2B5EF4-FFF2-40B4-BE49-F238E27FC236}">
                    <a16:creationId xmlns:a16="http://schemas.microsoft.com/office/drawing/2014/main" id="{1E35AD24-B504-3EA9-3300-29B5908B32E4}"/>
                  </a:ext>
                </a:extLst>
              </p:cNvPr>
              <p:cNvSpPr txBox="1"/>
              <p:nvPr/>
            </p:nvSpPr>
            <p:spPr>
              <a:xfrm>
                <a:off x="7415254" y="175204"/>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c</m:t>
                          </m:r>
                        </m:sub>
                      </m:sSub>
                    </m:oMath>
                  </m:oMathPara>
                </a14:m>
                <a:endParaRPr lang="en-US" dirty="0">
                  <a:solidFill>
                    <a:schemeClr val="tx1"/>
                  </a:solidFill>
                </a:endParaRPr>
              </a:p>
            </p:txBody>
          </p:sp>
        </mc:Choice>
        <mc:Fallback xmlns="">
          <p:sp>
            <p:nvSpPr>
              <p:cNvPr id="112" name="TextBox 111">
                <a:extLst>
                  <a:ext uri="{FF2B5EF4-FFF2-40B4-BE49-F238E27FC236}">
                    <a16:creationId xmlns:a16="http://schemas.microsoft.com/office/drawing/2014/main" id="{1E35AD24-B504-3EA9-3300-29B5908B32E4}"/>
                  </a:ext>
                </a:extLst>
              </p:cNvPr>
              <p:cNvSpPr txBox="1">
                <a:spLocks noRot="1" noChangeAspect="1" noMove="1" noResize="1" noEditPoints="1" noAdjustHandles="1" noChangeArrowheads="1" noChangeShapeType="1" noTextEdit="1"/>
              </p:cNvSpPr>
              <p:nvPr/>
            </p:nvSpPr>
            <p:spPr>
              <a:xfrm>
                <a:off x="7415254" y="175204"/>
                <a:ext cx="507796" cy="369332"/>
              </a:xfrm>
              <a:prstGeom prst="rect">
                <a:avLst/>
              </a:prstGeom>
              <a:blipFill>
                <a:blip r:embed="rId17"/>
                <a:stretch>
                  <a:fillRect/>
                </a:stretch>
              </a:blipFill>
            </p:spPr>
            <p:txBody>
              <a:bodyPr/>
              <a:lstStyle/>
              <a:p>
                <a:r>
                  <a:rPr lang="en-US">
                    <a:noFill/>
                  </a:rPr>
                  <a:t> </a:t>
                </a:r>
              </a:p>
            </p:txBody>
          </p:sp>
        </mc:Fallback>
      </mc:AlternateContent>
      <p:sp>
        <p:nvSpPr>
          <p:cNvPr id="30" name="Oval 29">
            <a:extLst>
              <a:ext uri="{FF2B5EF4-FFF2-40B4-BE49-F238E27FC236}">
                <a16:creationId xmlns:a16="http://schemas.microsoft.com/office/drawing/2014/main" id="{6D8C71D6-EBA6-B42E-8CDF-C481126503DA}"/>
              </a:ext>
            </a:extLst>
          </p:cNvPr>
          <p:cNvSpPr>
            <a:spLocks noChangeAspect="1"/>
          </p:cNvSpPr>
          <p:nvPr/>
        </p:nvSpPr>
        <p:spPr>
          <a:xfrm>
            <a:off x="9575979" y="144458"/>
            <a:ext cx="410141" cy="41014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1" name="Oval 30">
            <a:extLst>
              <a:ext uri="{FF2B5EF4-FFF2-40B4-BE49-F238E27FC236}">
                <a16:creationId xmlns:a16="http://schemas.microsoft.com/office/drawing/2014/main" id="{1B2B54B2-0909-3A2F-C68C-A9FEFD0A3E4C}"/>
              </a:ext>
            </a:extLst>
          </p:cNvPr>
          <p:cNvSpPr>
            <a:spLocks noChangeAspect="1"/>
          </p:cNvSpPr>
          <p:nvPr/>
        </p:nvSpPr>
        <p:spPr>
          <a:xfrm>
            <a:off x="9585689" y="2015561"/>
            <a:ext cx="410141" cy="41014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32" name="Straight Arrow Connector 31">
            <a:extLst>
              <a:ext uri="{FF2B5EF4-FFF2-40B4-BE49-F238E27FC236}">
                <a16:creationId xmlns:a16="http://schemas.microsoft.com/office/drawing/2014/main" id="{459C45F0-C544-97A8-355B-E08E137D6BD2}"/>
              </a:ext>
            </a:extLst>
          </p:cNvPr>
          <p:cNvCxnSpPr>
            <a:cxnSpLocks/>
            <a:stCxn id="31" idx="6"/>
            <a:endCxn id="43" idx="3"/>
          </p:cNvCxnSpPr>
          <p:nvPr/>
        </p:nvCxnSpPr>
        <p:spPr>
          <a:xfrm flipV="1">
            <a:off x="9995830" y="1422412"/>
            <a:ext cx="806857" cy="798219"/>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a16="http://schemas.microsoft.com/office/drawing/2014/main" id="{4D60DAC8-E0C4-CF36-4515-BE2579DE68BA}"/>
              </a:ext>
            </a:extLst>
          </p:cNvPr>
          <p:cNvCxnSpPr>
            <a:cxnSpLocks/>
            <a:stCxn id="30" idx="6"/>
            <a:endCxn id="43" idx="1"/>
          </p:cNvCxnSpPr>
          <p:nvPr/>
        </p:nvCxnSpPr>
        <p:spPr>
          <a:xfrm>
            <a:off x="9986120" y="349529"/>
            <a:ext cx="816567" cy="78287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C6139846-AF29-58CC-2604-5334A5CED0E9}"/>
                  </a:ext>
                </a:extLst>
              </p:cNvPr>
              <p:cNvSpPr txBox="1"/>
              <p:nvPr/>
            </p:nvSpPr>
            <p:spPr>
              <a:xfrm>
                <a:off x="10078291" y="242332"/>
                <a:ext cx="855270"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Nc</m:t>
                          </m:r>
                        </m:sub>
                      </m:sSub>
                    </m:oMath>
                  </m:oMathPara>
                </a14:m>
                <a:endParaRPr lang="en-US" dirty="0">
                  <a:solidFill>
                    <a:schemeClr val="tx1"/>
                  </a:solidFill>
                </a:endParaRPr>
              </a:p>
            </p:txBody>
          </p:sp>
        </mc:Choice>
        <mc:Fallback xmlns="">
          <p:sp>
            <p:nvSpPr>
              <p:cNvPr id="34" name="TextBox 33">
                <a:extLst>
                  <a:ext uri="{FF2B5EF4-FFF2-40B4-BE49-F238E27FC236}">
                    <a16:creationId xmlns:a16="http://schemas.microsoft.com/office/drawing/2014/main" id="{C6139846-AF29-58CC-2604-5334A5CED0E9}"/>
                  </a:ext>
                </a:extLst>
              </p:cNvPr>
              <p:cNvSpPr txBox="1">
                <a:spLocks noRot="1" noChangeAspect="1" noMove="1" noResize="1" noEditPoints="1" noAdjustHandles="1" noChangeArrowheads="1" noChangeShapeType="1" noTextEdit="1"/>
              </p:cNvSpPr>
              <p:nvPr/>
            </p:nvSpPr>
            <p:spPr>
              <a:xfrm>
                <a:off x="10078291" y="242332"/>
                <a:ext cx="855270" cy="369332"/>
              </a:xfrm>
              <a:prstGeom prst="rect">
                <a:avLst/>
              </a:prstGeom>
              <a:blipFill>
                <a:blip r:embed="rId1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7E7A68E1-2D97-C8BC-501A-9A846DB50778}"/>
                  </a:ext>
                </a:extLst>
              </p:cNvPr>
              <p:cNvSpPr txBox="1"/>
              <p:nvPr/>
            </p:nvSpPr>
            <p:spPr>
              <a:xfrm>
                <a:off x="10136554" y="1770391"/>
                <a:ext cx="855270"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Nc</m:t>
                          </m:r>
                        </m:sub>
                      </m:sSub>
                    </m:oMath>
                  </m:oMathPara>
                </a14:m>
                <a:endParaRPr lang="en-US" dirty="0">
                  <a:solidFill>
                    <a:schemeClr val="tx1"/>
                  </a:solidFill>
                </a:endParaRPr>
              </a:p>
            </p:txBody>
          </p:sp>
        </mc:Choice>
        <mc:Fallback xmlns="">
          <p:sp>
            <p:nvSpPr>
              <p:cNvPr id="35" name="TextBox 34">
                <a:extLst>
                  <a:ext uri="{FF2B5EF4-FFF2-40B4-BE49-F238E27FC236}">
                    <a16:creationId xmlns:a16="http://schemas.microsoft.com/office/drawing/2014/main" id="{7E7A68E1-2D97-C8BC-501A-9A846DB50778}"/>
                  </a:ext>
                </a:extLst>
              </p:cNvPr>
              <p:cNvSpPr txBox="1">
                <a:spLocks noRot="1" noChangeAspect="1" noMove="1" noResize="1" noEditPoints="1" noAdjustHandles="1" noChangeArrowheads="1" noChangeShapeType="1" noTextEdit="1"/>
              </p:cNvSpPr>
              <p:nvPr/>
            </p:nvSpPr>
            <p:spPr>
              <a:xfrm>
                <a:off x="10136554" y="1770391"/>
                <a:ext cx="855270" cy="369332"/>
              </a:xfrm>
              <a:prstGeom prst="rect">
                <a:avLst/>
              </a:prstGeom>
              <a:blipFill>
                <a:blip r:embed="rId1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C5194064-4072-A90C-37C5-CA46F7B5F543}"/>
                  </a:ext>
                </a:extLst>
              </p:cNvPr>
              <p:cNvSpPr txBox="1"/>
              <p:nvPr/>
            </p:nvSpPr>
            <p:spPr>
              <a:xfrm>
                <a:off x="8973206" y="595408"/>
                <a:ext cx="855270"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Na</m:t>
                          </m:r>
                        </m:sub>
                      </m:sSub>
                    </m:oMath>
                  </m:oMathPara>
                </a14:m>
                <a:endParaRPr lang="en-US" dirty="0">
                  <a:solidFill>
                    <a:schemeClr val="tx1"/>
                  </a:solidFill>
                </a:endParaRPr>
              </a:p>
            </p:txBody>
          </p:sp>
        </mc:Choice>
        <mc:Fallback xmlns="">
          <p:sp>
            <p:nvSpPr>
              <p:cNvPr id="36" name="TextBox 35">
                <a:extLst>
                  <a:ext uri="{FF2B5EF4-FFF2-40B4-BE49-F238E27FC236}">
                    <a16:creationId xmlns:a16="http://schemas.microsoft.com/office/drawing/2014/main" id="{C5194064-4072-A90C-37C5-CA46F7B5F543}"/>
                  </a:ext>
                </a:extLst>
              </p:cNvPr>
              <p:cNvSpPr txBox="1">
                <a:spLocks noRot="1" noChangeAspect="1" noMove="1" noResize="1" noEditPoints="1" noAdjustHandles="1" noChangeArrowheads="1" noChangeShapeType="1" noTextEdit="1"/>
              </p:cNvSpPr>
              <p:nvPr/>
            </p:nvSpPr>
            <p:spPr>
              <a:xfrm>
                <a:off x="8973206" y="595408"/>
                <a:ext cx="855270" cy="369332"/>
              </a:xfrm>
              <a:prstGeom prst="rect">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ED632984-2B60-460D-0442-E43ED109BC64}"/>
                  </a:ext>
                </a:extLst>
              </p:cNvPr>
              <p:cNvSpPr txBox="1"/>
              <p:nvPr/>
            </p:nvSpPr>
            <p:spPr>
              <a:xfrm>
                <a:off x="8905458" y="1506194"/>
                <a:ext cx="855270"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Nb</m:t>
                          </m:r>
                        </m:sub>
                      </m:sSub>
                    </m:oMath>
                  </m:oMathPara>
                </a14:m>
                <a:endParaRPr lang="en-US" dirty="0">
                  <a:solidFill>
                    <a:schemeClr val="tx1"/>
                  </a:solidFill>
                </a:endParaRPr>
              </a:p>
            </p:txBody>
          </p:sp>
        </mc:Choice>
        <mc:Fallback xmlns="">
          <p:sp>
            <p:nvSpPr>
              <p:cNvPr id="37" name="TextBox 36">
                <a:extLst>
                  <a:ext uri="{FF2B5EF4-FFF2-40B4-BE49-F238E27FC236}">
                    <a16:creationId xmlns:a16="http://schemas.microsoft.com/office/drawing/2014/main" id="{ED632984-2B60-460D-0442-E43ED109BC64}"/>
                  </a:ext>
                </a:extLst>
              </p:cNvPr>
              <p:cNvSpPr txBox="1">
                <a:spLocks noRot="1" noChangeAspect="1" noMove="1" noResize="1" noEditPoints="1" noAdjustHandles="1" noChangeArrowheads="1" noChangeShapeType="1" noTextEdit="1"/>
              </p:cNvSpPr>
              <p:nvPr/>
            </p:nvSpPr>
            <p:spPr>
              <a:xfrm>
                <a:off x="8905458" y="1506194"/>
                <a:ext cx="855270" cy="369332"/>
              </a:xfrm>
              <a:prstGeom prst="rect">
                <a:avLst/>
              </a:prstGeom>
              <a:blipFill>
                <a:blip r:embed="rId21"/>
                <a:stretch>
                  <a:fillRect/>
                </a:stretch>
              </a:blipFill>
            </p:spPr>
            <p:txBody>
              <a:bodyPr/>
              <a:lstStyle/>
              <a:p>
                <a:r>
                  <a:rPr lang="en-US">
                    <a:noFill/>
                  </a:rPr>
                  <a:t> </a:t>
                </a:r>
              </a:p>
            </p:txBody>
          </p:sp>
        </mc:Fallback>
      </mc:AlternateContent>
      <p:sp>
        <p:nvSpPr>
          <p:cNvPr id="38" name="Oval 37">
            <a:extLst>
              <a:ext uri="{FF2B5EF4-FFF2-40B4-BE49-F238E27FC236}">
                <a16:creationId xmlns:a16="http://schemas.microsoft.com/office/drawing/2014/main" id="{41907781-86CC-E2C1-5E2A-FC74E46D9762}"/>
              </a:ext>
            </a:extLst>
          </p:cNvPr>
          <p:cNvSpPr>
            <a:spLocks noChangeAspect="1"/>
          </p:cNvSpPr>
          <p:nvPr/>
        </p:nvSpPr>
        <p:spPr>
          <a:xfrm>
            <a:off x="8524898" y="1072335"/>
            <a:ext cx="410141" cy="41014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39" name="Straight Arrow Connector 38">
            <a:extLst>
              <a:ext uri="{FF2B5EF4-FFF2-40B4-BE49-F238E27FC236}">
                <a16:creationId xmlns:a16="http://schemas.microsoft.com/office/drawing/2014/main" id="{1F4A31EA-2812-289F-FA8A-F05948B2605F}"/>
              </a:ext>
            </a:extLst>
          </p:cNvPr>
          <p:cNvCxnSpPr>
            <a:cxnSpLocks/>
            <a:stCxn id="38" idx="0"/>
            <a:endCxn id="30" idx="2"/>
          </p:cNvCxnSpPr>
          <p:nvPr/>
        </p:nvCxnSpPr>
        <p:spPr>
          <a:xfrm flipV="1">
            <a:off x="8729969" y="349529"/>
            <a:ext cx="846010" cy="722806"/>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163769BA-AB7E-24FA-0B14-00346B702320}"/>
                  </a:ext>
                </a:extLst>
              </p:cNvPr>
              <p:cNvSpPr txBox="1"/>
              <p:nvPr/>
            </p:nvSpPr>
            <p:spPr>
              <a:xfrm>
                <a:off x="7804966" y="787250"/>
                <a:ext cx="546041"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c</m:t>
                          </m:r>
                        </m:sub>
                      </m:sSub>
                    </m:oMath>
                  </m:oMathPara>
                </a14:m>
                <a:endParaRPr lang="en-US" dirty="0">
                  <a:solidFill>
                    <a:schemeClr val="tx1"/>
                  </a:solidFill>
                </a:endParaRPr>
              </a:p>
            </p:txBody>
          </p:sp>
        </mc:Choice>
        <mc:Fallback xmlns="">
          <p:sp>
            <p:nvSpPr>
              <p:cNvPr id="40" name="TextBox 39">
                <a:extLst>
                  <a:ext uri="{FF2B5EF4-FFF2-40B4-BE49-F238E27FC236}">
                    <a16:creationId xmlns:a16="http://schemas.microsoft.com/office/drawing/2014/main" id="{163769BA-AB7E-24FA-0B14-00346B702320}"/>
                  </a:ext>
                </a:extLst>
              </p:cNvPr>
              <p:cNvSpPr txBox="1">
                <a:spLocks noRot="1" noChangeAspect="1" noMove="1" noResize="1" noEditPoints="1" noAdjustHandles="1" noChangeArrowheads="1" noChangeShapeType="1" noTextEdit="1"/>
              </p:cNvSpPr>
              <p:nvPr/>
            </p:nvSpPr>
            <p:spPr>
              <a:xfrm>
                <a:off x="7804966" y="787250"/>
                <a:ext cx="546041" cy="369332"/>
              </a:xfrm>
              <a:prstGeom prst="rect">
                <a:avLst/>
              </a:prstGeom>
              <a:blipFill>
                <a:blip r:embed="rId22"/>
                <a:stretch>
                  <a:fillRect/>
                </a:stretch>
              </a:blipFill>
            </p:spPr>
            <p:txBody>
              <a:bodyPr/>
              <a:lstStyle/>
              <a:p>
                <a:r>
                  <a:rPr lang="en-US">
                    <a:noFill/>
                  </a:rPr>
                  <a:t> </a:t>
                </a:r>
              </a:p>
            </p:txBody>
          </p:sp>
        </mc:Fallback>
      </mc:AlternateContent>
      <p:cxnSp>
        <p:nvCxnSpPr>
          <p:cNvPr id="41" name="Straight Arrow Connector 40">
            <a:extLst>
              <a:ext uri="{FF2B5EF4-FFF2-40B4-BE49-F238E27FC236}">
                <a16:creationId xmlns:a16="http://schemas.microsoft.com/office/drawing/2014/main" id="{A32FB627-ED8F-023E-3AE2-548D97F403B1}"/>
              </a:ext>
            </a:extLst>
          </p:cNvPr>
          <p:cNvCxnSpPr>
            <a:cxnSpLocks/>
            <a:endCxn id="49" idx="1"/>
          </p:cNvCxnSpPr>
          <p:nvPr/>
        </p:nvCxnSpPr>
        <p:spPr>
          <a:xfrm>
            <a:off x="7765437" y="1233701"/>
            <a:ext cx="740834" cy="1289"/>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42" name="Straight Arrow Connector 41">
            <a:extLst>
              <a:ext uri="{FF2B5EF4-FFF2-40B4-BE49-F238E27FC236}">
                <a16:creationId xmlns:a16="http://schemas.microsoft.com/office/drawing/2014/main" id="{CACC9CB0-5764-FBCF-68F2-37BF0F94EDE0}"/>
              </a:ext>
            </a:extLst>
          </p:cNvPr>
          <p:cNvCxnSpPr>
            <a:cxnSpLocks/>
            <a:stCxn id="38" idx="4"/>
            <a:endCxn id="31" idx="2"/>
          </p:cNvCxnSpPr>
          <p:nvPr/>
        </p:nvCxnSpPr>
        <p:spPr>
          <a:xfrm>
            <a:off x="8729969" y="1482476"/>
            <a:ext cx="855720" cy="738155"/>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sp>
        <p:nvSpPr>
          <p:cNvPr id="43" name="Oval 42">
            <a:extLst>
              <a:ext uri="{FF2B5EF4-FFF2-40B4-BE49-F238E27FC236}">
                <a16:creationId xmlns:a16="http://schemas.microsoft.com/office/drawing/2014/main" id="{6341B0EE-5E1B-2602-BB3D-DB320F399F98}"/>
              </a:ext>
            </a:extLst>
          </p:cNvPr>
          <p:cNvSpPr>
            <a:spLocks noChangeAspect="1"/>
          </p:cNvSpPr>
          <p:nvPr/>
        </p:nvSpPr>
        <p:spPr>
          <a:xfrm>
            <a:off x="10742623" y="1072335"/>
            <a:ext cx="410141" cy="41014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44" name="Straight Arrow Connector 43">
            <a:extLst>
              <a:ext uri="{FF2B5EF4-FFF2-40B4-BE49-F238E27FC236}">
                <a16:creationId xmlns:a16="http://schemas.microsoft.com/office/drawing/2014/main" id="{49C5242D-B40B-E9CB-5146-46674EB1BA81}"/>
              </a:ext>
            </a:extLst>
          </p:cNvPr>
          <p:cNvCxnSpPr>
            <a:cxnSpLocks/>
          </p:cNvCxnSpPr>
          <p:nvPr/>
        </p:nvCxnSpPr>
        <p:spPr>
          <a:xfrm flipV="1">
            <a:off x="11152764" y="1261123"/>
            <a:ext cx="782058" cy="16282"/>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9ABC8E88-E134-59DF-332F-EB02A12BBC1B}"/>
                  </a:ext>
                </a:extLst>
              </p:cNvPr>
              <p:cNvSpPr txBox="1"/>
              <p:nvPr/>
            </p:nvSpPr>
            <p:spPr>
              <a:xfrm>
                <a:off x="11375112" y="854140"/>
                <a:ext cx="524049" cy="369332"/>
              </a:xfrm>
              <a:prstGeom prst="rect">
                <a:avLst/>
              </a:prstGeom>
              <a:noFill/>
            </p:spPr>
            <p:txBody>
              <a:bodyPr wrap="square">
                <a:spAutoFit/>
              </a:bodyPr>
              <a:lstStyle/>
              <a:p>
                <a:pPr/>
                <a14:m>
                  <m:oMathPara xmlns:m="http://schemas.openxmlformats.org/officeDocument/2006/math">
                    <m:oMath>
                      <m:sSub>
                        <m:sSubPr>
                          <m:ctrlPr>
                            <a:rPr lang="de-DE" b="0" i="1" smtClean="0">
                              <a:latin typeface="Cambria Math" panose="02040503050406030204" pitchFamily="18" charset="0"/>
                            </a:rPr>
                          </m:ctrlPr>
                        </m:sSubPr>
                        <m:e>
                          <m:r>
                            <m:rPr>
                              <m:sty m:val="p"/>
                            </m:rPr>
                            <a:rPr lang="de-DE" b="0" i="1" smtClean="0">
                              <a:latin typeface="Cambria Math" panose="02040503050406030204" pitchFamily="18" charset="0"/>
                            </a:rPr>
                            <m:t>m</m:t>
                          </m:r>
                        </m:e>
                        <m:sub>
                          <m:r>
                            <m:rPr>
                              <m:sty m:val="p"/>
                            </m:rPr>
                            <a:rPr lang="de-DE" b="0" i="1" smtClean="0">
                              <a:latin typeface="Cambria Math" panose="02040503050406030204" pitchFamily="18" charset="0"/>
                            </a:rPr>
                            <m:t>out</m:t>
                          </m:r>
                        </m:sub>
                      </m:sSub>
                    </m:oMath>
                  </m:oMathPara>
                </a14:m>
                <a:endParaRPr lang="en-US" dirty="0"/>
              </a:p>
            </p:txBody>
          </p:sp>
        </mc:Choice>
        <mc:Fallback xmlns="">
          <p:sp>
            <p:nvSpPr>
              <p:cNvPr id="45" name="TextBox 44">
                <a:extLst>
                  <a:ext uri="{FF2B5EF4-FFF2-40B4-BE49-F238E27FC236}">
                    <a16:creationId xmlns:a16="http://schemas.microsoft.com/office/drawing/2014/main" id="{9ABC8E88-E134-59DF-332F-EB02A12BBC1B}"/>
                  </a:ext>
                </a:extLst>
              </p:cNvPr>
              <p:cNvSpPr txBox="1">
                <a:spLocks noRot="1" noChangeAspect="1" noMove="1" noResize="1" noEditPoints="1" noAdjustHandles="1" noChangeArrowheads="1" noChangeShapeType="1" noTextEdit="1"/>
              </p:cNvSpPr>
              <p:nvPr/>
            </p:nvSpPr>
            <p:spPr>
              <a:xfrm>
                <a:off x="11375112" y="854140"/>
                <a:ext cx="524049" cy="369332"/>
              </a:xfrm>
              <a:prstGeom prst="rect">
                <a:avLst/>
              </a:prstGeom>
              <a:blipFill>
                <a:blip r:embed="rId23"/>
                <a:stretch>
                  <a:fillRect r="-151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AC61CDFD-9709-A6C6-848F-88E259F3E0D8}"/>
                  </a:ext>
                </a:extLst>
              </p:cNvPr>
              <p:cNvSpPr txBox="1"/>
              <p:nvPr/>
            </p:nvSpPr>
            <p:spPr>
              <a:xfrm>
                <a:off x="10724745" y="1051777"/>
                <a:ext cx="448081"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No</m:t>
                          </m:r>
                        </m:sub>
                      </m:sSub>
                    </m:oMath>
                  </m:oMathPara>
                </a14:m>
                <a:endParaRPr lang="en-US" dirty="0">
                  <a:solidFill>
                    <a:schemeClr val="bg1"/>
                  </a:solidFill>
                </a:endParaRPr>
              </a:p>
            </p:txBody>
          </p:sp>
        </mc:Choice>
        <mc:Fallback xmlns="">
          <p:sp>
            <p:nvSpPr>
              <p:cNvPr id="46" name="TextBox 45">
                <a:extLst>
                  <a:ext uri="{FF2B5EF4-FFF2-40B4-BE49-F238E27FC236}">
                    <a16:creationId xmlns:a16="http://schemas.microsoft.com/office/drawing/2014/main" id="{AC61CDFD-9709-A6C6-848F-88E259F3E0D8}"/>
                  </a:ext>
                </a:extLst>
              </p:cNvPr>
              <p:cNvSpPr txBox="1">
                <a:spLocks noRot="1" noChangeAspect="1" noMove="1" noResize="1" noEditPoints="1" noAdjustHandles="1" noChangeArrowheads="1" noChangeShapeType="1" noTextEdit="1"/>
              </p:cNvSpPr>
              <p:nvPr/>
            </p:nvSpPr>
            <p:spPr>
              <a:xfrm>
                <a:off x="10724745" y="1051777"/>
                <a:ext cx="448081" cy="369332"/>
              </a:xfrm>
              <a:prstGeom prst="rect">
                <a:avLst/>
              </a:prstGeom>
              <a:blipFill>
                <a:blip r:embed="rId24"/>
                <a:stretch>
                  <a:fillRect r="-405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8E8BB0FE-A627-6ABF-D259-0BF069542721}"/>
                  </a:ext>
                </a:extLst>
              </p:cNvPr>
              <p:cNvSpPr txBox="1"/>
              <p:nvPr/>
            </p:nvSpPr>
            <p:spPr>
              <a:xfrm>
                <a:off x="9511232" y="111833"/>
                <a:ext cx="557613"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Na</m:t>
                          </m:r>
                        </m:sub>
                      </m:sSub>
                    </m:oMath>
                  </m:oMathPara>
                </a14:m>
                <a:endParaRPr lang="en-US" dirty="0">
                  <a:solidFill>
                    <a:schemeClr val="bg1"/>
                  </a:solidFill>
                </a:endParaRPr>
              </a:p>
            </p:txBody>
          </p:sp>
        </mc:Choice>
        <mc:Fallback xmlns="">
          <p:sp>
            <p:nvSpPr>
              <p:cNvPr id="47" name="TextBox 46">
                <a:extLst>
                  <a:ext uri="{FF2B5EF4-FFF2-40B4-BE49-F238E27FC236}">
                    <a16:creationId xmlns:a16="http://schemas.microsoft.com/office/drawing/2014/main" id="{8E8BB0FE-A627-6ABF-D259-0BF069542721}"/>
                  </a:ext>
                </a:extLst>
              </p:cNvPr>
              <p:cNvSpPr txBox="1">
                <a:spLocks noRot="1" noChangeAspect="1" noMove="1" noResize="1" noEditPoints="1" noAdjustHandles="1" noChangeArrowheads="1" noChangeShapeType="1" noTextEdit="1"/>
              </p:cNvSpPr>
              <p:nvPr/>
            </p:nvSpPr>
            <p:spPr>
              <a:xfrm>
                <a:off x="9511232" y="111833"/>
                <a:ext cx="557613" cy="369332"/>
              </a:xfrm>
              <a:prstGeom prst="rect">
                <a:avLst/>
              </a:prstGeom>
              <a:blipFill>
                <a:blip r:embed="rId2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D2350432-7243-3C96-5F1C-E94FE9B2C606}"/>
                  </a:ext>
                </a:extLst>
              </p:cNvPr>
              <p:cNvSpPr txBox="1"/>
              <p:nvPr/>
            </p:nvSpPr>
            <p:spPr>
              <a:xfrm>
                <a:off x="9565904" y="1994059"/>
                <a:ext cx="421017"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Nb</m:t>
                          </m:r>
                        </m:sub>
                      </m:sSub>
                    </m:oMath>
                  </m:oMathPara>
                </a14:m>
                <a:endParaRPr lang="en-US" dirty="0">
                  <a:solidFill>
                    <a:schemeClr val="bg1"/>
                  </a:solidFill>
                </a:endParaRPr>
              </a:p>
            </p:txBody>
          </p:sp>
        </mc:Choice>
        <mc:Fallback xmlns="">
          <p:sp>
            <p:nvSpPr>
              <p:cNvPr id="48" name="TextBox 47">
                <a:extLst>
                  <a:ext uri="{FF2B5EF4-FFF2-40B4-BE49-F238E27FC236}">
                    <a16:creationId xmlns:a16="http://schemas.microsoft.com/office/drawing/2014/main" id="{D2350432-7243-3C96-5F1C-E94FE9B2C606}"/>
                  </a:ext>
                </a:extLst>
              </p:cNvPr>
              <p:cNvSpPr txBox="1">
                <a:spLocks noRot="1" noChangeAspect="1" noMove="1" noResize="1" noEditPoints="1" noAdjustHandles="1" noChangeArrowheads="1" noChangeShapeType="1" noTextEdit="1"/>
              </p:cNvSpPr>
              <p:nvPr/>
            </p:nvSpPr>
            <p:spPr>
              <a:xfrm>
                <a:off x="9565904" y="1994059"/>
                <a:ext cx="421017" cy="369332"/>
              </a:xfrm>
              <a:prstGeom prst="rect">
                <a:avLst/>
              </a:prstGeom>
              <a:blipFill>
                <a:blip r:embed="rId26"/>
                <a:stretch>
                  <a:fillRect r="-130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F267A998-1F9B-4A75-9BB0-23FB45FC55FA}"/>
                  </a:ext>
                </a:extLst>
              </p:cNvPr>
              <p:cNvSpPr txBox="1"/>
              <p:nvPr/>
            </p:nvSpPr>
            <p:spPr>
              <a:xfrm>
                <a:off x="8506271" y="1050324"/>
                <a:ext cx="448081"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Ni</m:t>
                          </m:r>
                        </m:sub>
                      </m:sSub>
                    </m:oMath>
                  </m:oMathPara>
                </a14:m>
                <a:endParaRPr lang="en-US" dirty="0">
                  <a:solidFill>
                    <a:schemeClr val="bg1"/>
                  </a:solidFill>
                </a:endParaRPr>
              </a:p>
            </p:txBody>
          </p:sp>
        </mc:Choice>
        <mc:Fallback xmlns="">
          <p:sp>
            <p:nvSpPr>
              <p:cNvPr id="49" name="TextBox 48">
                <a:extLst>
                  <a:ext uri="{FF2B5EF4-FFF2-40B4-BE49-F238E27FC236}">
                    <a16:creationId xmlns:a16="http://schemas.microsoft.com/office/drawing/2014/main" id="{F267A998-1F9B-4A75-9BB0-23FB45FC55FA}"/>
                  </a:ext>
                </a:extLst>
              </p:cNvPr>
              <p:cNvSpPr txBox="1">
                <a:spLocks noRot="1" noChangeAspect="1" noMove="1" noResize="1" noEditPoints="1" noAdjustHandles="1" noChangeArrowheads="1" noChangeShapeType="1" noTextEdit="1"/>
              </p:cNvSpPr>
              <p:nvPr/>
            </p:nvSpPr>
            <p:spPr>
              <a:xfrm>
                <a:off x="8506271" y="1050324"/>
                <a:ext cx="448081" cy="369332"/>
              </a:xfrm>
              <a:prstGeom prst="rect">
                <a:avLst/>
              </a:prstGeom>
              <a:blipFill>
                <a:blip r:embed="rId27"/>
                <a:stretch>
                  <a:fillRect/>
                </a:stretch>
              </a:blipFill>
            </p:spPr>
            <p:txBody>
              <a:bodyPr/>
              <a:lstStyle/>
              <a:p>
                <a:r>
                  <a:rPr lang="en-US">
                    <a:noFill/>
                  </a:rPr>
                  <a:t> </a:t>
                </a:r>
              </a:p>
            </p:txBody>
          </p:sp>
        </mc:Fallback>
      </mc:AlternateContent>
      <p:cxnSp>
        <p:nvCxnSpPr>
          <p:cNvPr id="60" name="Straight Connector 59">
            <a:extLst>
              <a:ext uri="{FF2B5EF4-FFF2-40B4-BE49-F238E27FC236}">
                <a16:creationId xmlns:a16="http://schemas.microsoft.com/office/drawing/2014/main" id="{AB514C9B-2746-2EB0-0554-96D888782B10}"/>
              </a:ext>
            </a:extLst>
          </p:cNvPr>
          <p:cNvCxnSpPr>
            <a:cxnSpLocks/>
          </p:cNvCxnSpPr>
          <p:nvPr/>
        </p:nvCxnSpPr>
        <p:spPr>
          <a:xfrm>
            <a:off x="7775840" y="596589"/>
            <a:ext cx="0" cy="637112"/>
          </a:xfrm>
          <a:prstGeom prst="line">
            <a:avLst/>
          </a:prstGeom>
        </p:spPr>
        <p:style>
          <a:lnRef idx="2">
            <a:schemeClr val="accent1"/>
          </a:lnRef>
          <a:fillRef idx="0">
            <a:schemeClr val="accent1"/>
          </a:fillRef>
          <a:effectRef idx="1">
            <a:schemeClr val="accent1"/>
          </a:effectRef>
          <a:fontRef idx="minor">
            <a:schemeClr val="tx1"/>
          </a:fontRef>
        </p:style>
      </p:cxnSp>
      <p:sp>
        <p:nvSpPr>
          <p:cNvPr id="113" name="Rectangle 112">
            <a:extLst>
              <a:ext uri="{FF2B5EF4-FFF2-40B4-BE49-F238E27FC236}">
                <a16:creationId xmlns:a16="http://schemas.microsoft.com/office/drawing/2014/main" id="{6D1298BF-8340-72BD-30B6-AF0223797DCC}"/>
              </a:ext>
            </a:extLst>
          </p:cNvPr>
          <p:cNvSpPr/>
          <p:nvPr/>
        </p:nvSpPr>
        <p:spPr>
          <a:xfrm>
            <a:off x="8320022" y="23424"/>
            <a:ext cx="3073000" cy="2537212"/>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15" name="TextBox 114">
            <a:extLst>
              <a:ext uri="{FF2B5EF4-FFF2-40B4-BE49-F238E27FC236}">
                <a16:creationId xmlns:a16="http://schemas.microsoft.com/office/drawing/2014/main" id="{0A5F8EAB-AEFE-C5D1-8736-83FCCAC74FBD}"/>
              </a:ext>
            </a:extLst>
          </p:cNvPr>
          <p:cNvSpPr txBox="1"/>
          <p:nvPr/>
        </p:nvSpPr>
        <p:spPr>
          <a:xfrm>
            <a:off x="8334900" y="53954"/>
            <a:ext cx="473206" cy="338554"/>
          </a:xfrm>
          <a:prstGeom prst="rect">
            <a:avLst/>
          </a:prstGeom>
          <a:noFill/>
        </p:spPr>
        <p:txBody>
          <a:bodyPr wrap="none" rtlCol="0">
            <a:spAutoFit/>
          </a:bodyPr>
          <a:lstStyle/>
          <a:p>
            <a:r>
              <a:rPr lang="en-US" sz="1600" dirty="0"/>
              <a:t>NN</a:t>
            </a:r>
          </a:p>
        </p:txBody>
      </p:sp>
      <p:graphicFrame>
        <p:nvGraphicFramePr>
          <p:cNvPr id="2" name="Table 1">
            <a:extLst>
              <a:ext uri="{FF2B5EF4-FFF2-40B4-BE49-F238E27FC236}">
                <a16:creationId xmlns:a16="http://schemas.microsoft.com/office/drawing/2014/main" id="{17A21FE3-E35E-1E54-EEA9-B248E31C0B0A}"/>
              </a:ext>
            </a:extLst>
          </p:cNvPr>
          <p:cNvGraphicFramePr>
            <a:graphicFrameLocks noGrp="1"/>
          </p:cNvGraphicFramePr>
          <p:nvPr>
            <p:extLst>
              <p:ext uri="{D42A27DB-BD31-4B8C-83A1-F6EECF244321}">
                <p14:modId xmlns:p14="http://schemas.microsoft.com/office/powerpoint/2010/main" val="1492529038"/>
              </p:ext>
            </p:extLst>
          </p:nvPr>
        </p:nvGraphicFramePr>
        <p:xfrm>
          <a:off x="1298856" y="2810656"/>
          <a:ext cx="8210256" cy="3017520"/>
        </p:xfrm>
        <a:graphic>
          <a:graphicData uri="http://schemas.openxmlformats.org/drawingml/2006/table">
            <a:tbl>
              <a:tblPr firstRow="1" bandRow="1">
                <a:tableStyleId>{C4B1156A-380E-4F78-BDF5-A606A8083BF9}</a:tableStyleId>
              </a:tblPr>
              <a:tblGrid>
                <a:gridCol w="2178114">
                  <a:extLst>
                    <a:ext uri="{9D8B030D-6E8A-4147-A177-3AD203B41FA5}">
                      <a16:colId xmlns:a16="http://schemas.microsoft.com/office/drawing/2014/main" val="2247704463"/>
                    </a:ext>
                  </a:extLst>
                </a:gridCol>
                <a:gridCol w="1714479">
                  <a:extLst>
                    <a:ext uri="{9D8B030D-6E8A-4147-A177-3AD203B41FA5}">
                      <a16:colId xmlns:a16="http://schemas.microsoft.com/office/drawing/2014/main" val="1120151498"/>
                    </a:ext>
                  </a:extLst>
                </a:gridCol>
                <a:gridCol w="2993370">
                  <a:extLst>
                    <a:ext uri="{9D8B030D-6E8A-4147-A177-3AD203B41FA5}">
                      <a16:colId xmlns:a16="http://schemas.microsoft.com/office/drawing/2014/main" val="1328058479"/>
                    </a:ext>
                  </a:extLst>
                </a:gridCol>
                <a:gridCol w="1324293">
                  <a:extLst>
                    <a:ext uri="{9D8B030D-6E8A-4147-A177-3AD203B41FA5}">
                      <a16:colId xmlns:a16="http://schemas.microsoft.com/office/drawing/2014/main" val="2646532446"/>
                    </a:ext>
                  </a:extLst>
                </a:gridCol>
              </a:tblGrid>
              <a:tr h="0">
                <a:tc>
                  <a:txBody>
                    <a:bodyPr/>
                    <a:lstStyle/>
                    <a:p>
                      <a:r>
                        <a:rPr lang="en-US" sz="1200" dirty="0"/>
                        <a:t>Reaction</a:t>
                      </a:r>
                    </a:p>
                  </a:txBody>
                  <a:tcPr/>
                </a:tc>
                <a:tc>
                  <a:txBody>
                    <a:bodyPr/>
                    <a:lstStyle/>
                    <a:p>
                      <a:r>
                        <a:rPr lang="en-US" sz="1200" b="1" dirty="0"/>
                        <a:t>Genes</a:t>
                      </a:r>
                    </a:p>
                  </a:txBody>
                  <a:tcPr/>
                </a:tc>
                <a:tc>
                  <a:txBody>
                    <a:bodyPr/>
                    <a:lstStyle/>
                    <a:p>
                      <a:r>
                        <a:rPr lang="en-US" sz="1200" b="1" dirty="0"/>
                        <a:t>PDB ID</a:t>
                      </a:r>
                    </a:p>
                  </a:txBody>
                  <a:tcPr/>
                </a:tc>
                <a:tc>
                  <a:txBody>
                    <a:bodyPr/>
                    <a:lstStyle/>
                    <a:p>
                      <a:r>
                        <a:rPr lang="en-US" sz="1200" b="1" dirty="0"/>
                        <a:t>EC code</a:t>
                      </a:r>
                    </a:p>
                  </a:txBody>
                  <a:tcPr/>
                </a:tc>
                <a:extLst>
                  <a:ext uri="{0D108BD9-81ED-4DB2-BD59-A6C34878D82A}">
                    <a16:rowId xmlns:a16="http://schemas.microsoft.com/office/drawing/2014/main" val="830326239"/>
                  </a:ext>
                </a:extLst>
              </a:tr>
              <a:tr h="274320">
                <a:tc>
                  <a:txBody>
                    <a:bodyPr/>
                    <a:lstStyle/>
                    <a:p>
                      <a:r>
                        <a:rPr lang="pt-BR" sz="1200" b="0" dirty="0"/>
                        <a:t> r_Df (differentiator: fast)</a:t>
                      </a:r>
                      <a:r>
                        <a:rPr lang="pt-BR" sz="1200" dirty="0"/>
                        <a:t> </a:t>
                      </a:r>
                      <a:endParaRPr lang="en-US" sz="1200" dirty="0"/>
                    </a:p>
                  </a:txBody>
                  <a:tcPr/>
                </a:tc>
                <a:tc>
                  <a:txBody>
                    <a:bodyPr/>
                    <a:lstStyle/>
                    <a:p>
                      <a:r>
                        <a:rPr lang="en-US" sz="1200" b="0" dirty="0"/>
                        <a:t>YNR050C</a:t>
                      </a:r>
                    </a:p>
                  </a:txBody>
                  <a:tcPr/>
                </a:tc>
                <a:tc>
                  <a:txBody>
                    <a:bodyPr/>
                    <a:lstStyle/>
                    <a:p>
                      <a:r>
                        <a:rPr lang="" sz="1200" b="0" i="0" dirty="0">
                          <a:solidFill>
                            <a:srgbClr val="0A0A0A"/>
                          </a:solidFill>
                          <a:effectLst/>
                          <a:latin typeface="Lato" panose="020F0502020204030203" pitchFamily="34" charset="0"/>
                          <a:hlinkClick r:id="rId28"/>
                        </a:rPr>
                        <a:t>2AXQ</a:t>
                      </a:r>
                      <a:endParaRPr lang="en-US" sz="1200" b="0" dirty="0"/>
                    </a:p>
                  </a:txBody>
                  <a:tcPr/>
                </a:tc>
                <a:tc>
                  <a:txBody>
                    <a:bodyPr/>
                    <a:lstStyle/>
                    <a:p>
                      <a:r>
                        <a:rPr lang="en-US" sz="1200" b="0" dirty="0"/>
                        <a:t>1.5.1.10</a:t>
                      </a:r>
                    </a:p>
                  </a:txBody>
                  <a:tcPr/>
                </a:tc>
                <a:extLst>
                  <a:ext uri="{0D108BD9-81ED-4DB2-BD59-A6C34878D82A}">
                    <a16:rowId xmlns:a16="http://schemas.microsoft.com/office/drawing/2014/main" val="4006369147"/>
                  </a:ext>
                </a:extLst>
              </a:tr>
              <a:tr h="274320">
                <a:tc>
                  <a:txBody>
                    <a:bodyPr/>
                    <a:lstStyle/>
                    <a:p>
                      <a:r>
                        <a:rPr lang="en-US" sz="1200" dirty="0" err="1"/>
                        <a:t>r_Ds</a:t>
                      </a:r>
                      <a:r>
                        <a:rPr lang="en-US" sz="1200" dirty="0"/>
                        <a:t> (differentiator: slow)</a:t>
                      </a:r>
                    </a:p>
                  </a:txBody>
                  <a:tcPr/>
                </a:tc>
                <a:tc>
                  <a:txBody>
                    <a:bodyPr/>
                    <a:lstStyle/>
                    <a:p>
                      <a:r>
                        <a:rPr lang="en-US" sz="1200" dirty="0">
                          <a:solidFill>
                            <a:schemeClr val="tx1"/>
                          </a:solidFill>
                        </a:rPr>
                        <a:t>YPR021C</a:t>
                      </a:r>
                    </a:p>
                  </a:txBody>
                  <a:tcPr/>
                </a:tc>
                <a:tc>
                  <a:txBody>
                    <a:bodyPr/>
                    <a:lstStyle/>
                    <a:p>
                      <a:r>
                        <a:rPr lang="en-US" sz="1200" dirty="0">
                          <a:hlinkClick r:id="rId29"/>
                        </a:rPr>
                        <a:t>AF-Q12482-F1-model_v6.pdb (AlphaFold)</a:t>
                      </a:r>
                      <a:endParaRPr lang="en-US" sz="1200" dirty="0"/>
                    </a:p>
                  </a:txBody>
                  <a:tcPr/>
                </a:tc>
                <a:tc>
                  <a:txBody>
                    <a:bodyPr/>
                    <a:lstStyle/>
                    <a:p>
                      <a:r>
                        <a:rPr lang="en-US" sz="1200" dirty="0"/>
                        <a:t>non</a:t>
                      </a:r>
                    </a:p>
                  </a:txBody>
                  <a:tcPr/>
                </a:tc>
                <a:extLst>
                  <a:ext uri="{0D108BD9-81ED-4DB2-BD59-A6C34878D82A}">
                    <a16:rowId xmlns:a16="http://schemas.microsoft.com/office/drawing/2014/main" val="1526051723"/>
                  </a:ext>
                </a:extLst>
              </a:tr>
              <a:tr h="274320">
                <a:tc>
                  <a:txBody>
                    <a:bodyPr/>
                    <a:lstStyle/>
                    <a:p>
                      <a:r>
                        <a:rPr lang="en-US" sz="1200" dirty="0" err="1"/>
                        <a:t>r_Dp</a:t>
                      </a:r>
                      <a:r>
                        <a:rPr lang="en-US" sz="1200" dirty="0"/>
                        <a:t> (differentiator: producer)</a:t>
                      </a:r>
                    </a:p>
                  </a:txBody>
                  <a:tcPr/>
                </a:tc>
                <a:tc>
                  <a:txBody>
                    <a:bodyPr/>
                    <a:lstStyle/>
                    <a:p>
                      <a:r>
                        <a:rPr lang="en-US" sz="1200" dirty="0"/>
                        <a:t>YLR174W</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hlinkClick r:id="rId30"/>
                        </a:rPr>
                        <a:t>AF-P41939-F1-model_v6.pdb (AlphaFold)</a:t>
                      </a:r>
                      <a:endParaRPr lang="en-US" sz="1200" dirty="0"/>
                    </a:p>
                  </a:txBody>
                  <a:tcPr/>
                </a:tc>
                <a:tc>
                  <a:txBody>
                    <a:bodyPr/>
                    <a:lstStyle/>
                    <a:p>
                      <a:r>
                        <a:rPr lang="en-US" sz="1200" dirty="0"/>
                        <a:t>1.1.1.42</a:t>
                      </a:r>
                    </a:p>
                  </a:txBody>
                  <a:tcPr/>
                </a:tc>
                <a:extLst>
                  <a:ext uri="{0D108BD9-81ED-4DB2-BD59-A6C34878D82A}">
                    <a16:rowId xmlns:a16="http://schemas.microsoft.com/office/drawing/2014/main" val="652912411"/>
                  </a:ext>
                </a:extLst>
              </a:tr>
              <a:tr h="274320">
                <a:tc>
                  <a:txBody>
                    <a:bodyPr/>
                    <a:lstStyle/>
                    <a:p>
                      <a:r>
                        <a:rPr lang="en-US" sz="1200" dirty="0" err="1"/>
                        <a:t>r_Di</a:t>
                      </a:r>
                      <a:r>
                        <a:rPr lang="en-US" sz="1200" dirty="0"/>
                        <a:t> (differentiator: integrator)</a:t>
                      </a:r>
                    </a:p>
                  </a:txBody>
                  <a:tcPr/>
                </a:tc>
                <a:tc>
                  <a:txBody>
                    <a:bodyPr/>
                    <a:lstStyle/>
                    <a:p>
                      <a:r>
                        <a:rPr lang="en-US" sz="1200" dirty="0"/>
                        <a:t>YLR027C</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hlinkClick r:id="rId31"/>
                        </a:rPr>
                        <a:t>1YAA</a:t>
                      </a:r>
                      <a:endParaRPr lang="en-US" sz="1200" dirty="0"/>
                    </a:p>
                  </a:txBody>
                  <a:tcPr/>
                </a:tc>
                <a:tc>
                  <a:txBody>
                    <a:bodyPr/>
                    <a:lstStyle/>
                    <a:p>
                      <a:r>
                        <a:rPr lang="en-US" sz="1200" dirty="0"/>
                        <a:t>2.6.1.1</a:t>
                      </a:r>
                    </a:p>
                  </a:txBody>
                  <a:tcPr/>
                </a:tc>
                <a:extLst>
                  <a:ext uri="{0D108BD9-81ED-4DB2-BD59-A6C34878D82A}">
                    <a16:rowId xmlns:a16="http://schemas.microsoft.com/office/drawing/2014/main" val="2113626482"/>
                  </a:ext>
                </a:extLst>
              </a:tr>
              <a:tr h="274320">
                <a:tc>
                  <a:txBody>
                    <a:bodyPr/>
                    <a:lstStyle/>
                    <a:p>
                      <a:r>
                        <a:rPr lang="en-US" sz="1200" dirty="0" err="1"/>
                        <a:t>r_Cp</a:t>
                      </a:r>
                      <a:r>
                        <a:rPr lang="en-US" sz="1200" dirty="0"/>
                        <a:t> (counter: producer)</a:t>
                      </a:r>
                    </a:p>
                  </a:txBody>
                  <a:tcPr/>
                </a:tc>
                <a:tc>
                  <a:txBody>
                    <a:bodyPr/>
                    <a:lstStyle/>
                    <a:p>
                      <a:r>
                        <a:rPr lang="en-US" sz="1200" dirty="0"/>
                        <a:t>YGR019W</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hlinkClick r:id="rId32"/>
                        </a:rPr>
                        <a:t>AF-P17649-F1-model_v6.pdb (AlphaFold</a:t>
                      </a:r>
                      <a:r>
                        <a:rPr lang="en-US" sz="1200" dirty="0"/>
                        <a:t>)</a:t>
                      </a:r>
                    </a:p>
                  </a:txBody>
                  <a:tcPr/>
                </a:tc>
                <a:tc>
                  <a:txBody>
                    <a:bodyPr/>
                    <a:lstStyle/>
                    <a:p>
                      <a:r>
                        <a:rPr lang="en-US" sz="1200" dirty="0"/>
                        <a:t>2.6.1.19</a:t>
                      </a:r>
                    </a:p>
                  </a:txBody>
                  <a:tcPr/>
                </a:tc>
                <a:extLst>
                  <a:ext uri="{0D108BD9-81ED-4DB2-BD59-A6C34878D82A}">
                    <a16:rowId xmlns:a16="http://schemas.microsoft.com/office/drawing/2014/main" val="2606163442"/>
                  </a:ext>
                </a:extLst>
              </a:tr>
              <a:tr h="274320">
                <a:tc>
                  <a:txBody>
                    <a:bodyPr/>
                    <a:lstStyle/>
                    <a:p>
                      <a:r>
                        <a:rPr lang="en-US" sz="1200" dirty="0" err="1"/>
                        <a:t>r_Cg</a:t>
                      </a:r>
                      <a:r>
                        <a:rPr lang="en-US" sz="1200" dirty="0"/>
                        <a:t> (counter: gate)</a:t>
                      </a:r>
                    </a:p>
                  </a:txBody>
                  <a:tcPr/>
                </a:tc>
                <a:tc>
                  <a:txBody>
                    <a:bodyPr/>
                    <a:lstStyle/>
                    <a:p>
                      <a:r>
                        <a:rPr lang="en-US" sz="1200" b="1" dirty="0"/>
                        <a:t>YAL062W</a:t>
                      </a:r>
                      <a:r>
                        <a:rPr lang="en-US" sz="1200" dirty="0"/>
                        <a:t> or YOR375C</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hlinkClick r:id="rId33"/>
                        </a:rPr>
                        <a:t>AF-P39708-F1-model_v6.pdb (AlphaFold)</a:t>
                      </a:r>
                      <a:endParaRPr lang="en-US" sz="1200" dirty="0"/>
                    </a:p>
                  </a:txBody>
                  <a:tcPr/>
                </a:tc>
                <a:tc>
                  <a:txBody>
                    <a:bodyPr/>
                    <a:lstStyle/>
                    <a:p>
                      <a:r>
                        <a:rPr lang="en-US" sz="1200" dirty="0"/>
                        <a:t>1.4.1.4</a:t>
                      </a:r>
                    </a:p>
                  </a:txBody>
                  <a:tcPr/>
                </a:tc>
                <a:extLst>
                  <a:ext uri="{0D108BD9-81ED-4DB2-BD59-A6C34878D82A}">
                    <a16:rowId xmlns:a16="http://schemas.microsoft.com/office/drawing/2014/main" val="2438667136"/>
                  </a:ext>
                </a:extLst>
              </a:tr>
              <a:tr h="274320">
                <a:tc>
                  <a:txBody>
                    <a:bodyPr/>
                    <a:lstStyle/>
                    <a:p>
                      <a:r>
                        <a:rPr lang="en-US" sz="1200" dirty="0" err="1"/>
                        <a:t>r_Cr</a:t>
                      </a:r>
                      <a:r>
                        <a:rPr lang="en-US" sz="1200" dirty="0"/>
                        <a:t> (counter: reset)</a:t>
                      </a:r>
                    </a:p>
                  </a:txBody>
                  <a:tcPr/>
                </a:tc>
                <a:tc>
                  <a:txBody>
                    <a:bodyPr/>
                    <a:lstStyle/>
                    <a:p>
                      <a:r>
                        <a:rPr lang="en-US" sz="1200" dirty="0"/>
                        <a:t>YPR035W</a:t>
                      </a:r>
                    </a:p>
                  </a:txBody>
                  <a:tcPr/>
                </a:tc>
                <a:tc>
                  <a:txBody>
                    <a:bodyPr/>
                    <a:lstStyle/>
                    <a:p>
                      <a:r>
                        <a:rPr lang="" sz="1200" b="0" i="0" dirty="0">
                          <a:solidFill>
                            <a:srgbClr val="0A0A0A"/>
                          </a:solidFill>
                          <a:effectLst/>
                          <a:latin typeface="Lato" panose="020F0502020204030203" pitchFamily="34" charset="0"/>
                          <a:hlinkClick r:id="rId34"/>
                        </a:rPr>
                        <a:t>3FKY</a:t>
                      </a:r>
                      <a:endParaRPr lang="en-US" sz="1200" dirty="0"/>
                    </a:p>
                  </a:txBody>
                  <a:tcPr/>
                </a:tc>
                <a:tc>
                  <a:txBody>
                    <a:bodyPr/>
                    <a:lstStyle/>
                    <a:p>
                      <a:r>
                        <a:rPr lang="en-US" sz="1200" dirty="0"/>
                        <a:t>6.3.1.2</a:t>
                      </a:r>
                    </a:p>
                  </a:txBody>
                  <a:tcPr/>
                </a:tc>
                <a:extLst>
                  <a:ext uri="{0D108BD9-81ED-4DB2-BD59-A6C34878D82A}">
                    <a16:rowId xmlns:a16="http://schemas.microsoft.com/office/drawing/2014/main" val="2254960406"/>
                  </a:ext>
                </a:extLst>
              </a:tr>
              <a:tr h="274320">
                <a:tc>
                  <a:txBody>
                    <a:bodyPr/>
                    <a:lstStyle/>
                    <a:p>
                      <a:r>
                        <a:rPr lang="pt-BR" sz="1200" dirty="0"/>
                        <a:t>r_Na (NN: neuron a)</a:t>
                      </a:r>
                      <a:endParaRPr lang="en-US" sz="1200" dirty="0"/>
                    </a:p>
                  </a:txBody>
                  <a:tcPr/>
                </a:tc>
                <a:tc>
                  <a:txBody>
                    <a:bodyPr/>
                    <a:lstStyle/>
                    <a:p>
                      <a:r>
                        <a:rPr lang="en-US" sz="1200" dirty="0"/>
                        <a:t>YJL101C</a:t>
                      </a:r>
                    </a:p>
                  </a:txBody>
                  <a:tcPr/>
                </a:tc>
                <a:tc>
                  <a:txBody>
                    <a:bodyPr/>
                    <a:lstStyle/>
                    <a:p>
                      <a:r>
                        <a:rPr lang="" sz="1200" b="0" i="0" dirty="0">
                          <a:solidFill>
                            <a:srgbClr val="0A0A0A"/>
                          </a:solidFill>
                          <a:effectLst/>
                          <a:latin typeface="Lato" panose="020F0502020204030203" pitchFamily="34" charset="0"/>
                          <a:hlinkClick r:id="rId35"/>
                        </a:rPr>
                        <a:t>3IG5 3IG8 3LVW</a:t>
                      </a:r>
                      <a:endParaRPr lang="en-US" sz="1200" dirty="0"/>
                    </a:p>
                  </a:txBody>
                  <a:tcPr/>
                </a:tc>
                <a:tc>
                  <a:txBody>
                    <a:bodyPr/>
                    <a:lstStyle/>
                    <a:p>
                      <a:r>
                        <a:rPr lang="en-US" sz="1200" dirty="0"/>
                        <a:t>6.3.2.2</a:t>
                      </a:r>
                    </a:p>
                  </a:txBody>
                  <a:tcPr/>
                </a:tc>
                <a:extLst>
                  <a:ext uri="{0D108BD9-81ED-4DB2-BD59-A6C34878D82A}">
                    <a16:rowId xmlns:a16="http://schemas.microsoft.com/office/drawing/2014/main" val="1999658234"/>
                  </a:ext>
                </a:extLst>
              </a:tr>
              <a:tr h="274320">
                <a:tc>
                  <a:txBody>
                    <a:bodyPr/>
                    <a:lstStyle/>
                    <a:p>
                      <a:r>
                        <a:rPr lang="de-DE" sz="1200" dirty="0" err="1"/>
                        <a:t>r_Nb</a:t>
                      </a:r>
                      <a:r>
                        <a:rPr lang="de-DE" sz="1200" dirty="0"/>
                        <a:t> (NN: </a:t>
                      </a:r>
                      <a:r>
                        <a:rPr lang="de-DE" sz="1200" dirty="0" err="1"/>
                        <a:t>neuron</a:t>
                      </a:r>
                      <a:r>
                        <a:rPr lang="de-DE" sz="1200" dirty="0"/>
                        <a:t> b)</a:t>
                      </a:r>
                      <a:endParaRPr lang="en-US" sz="1200" dirty="0"/>
                    </a:p>
                  </a:txBody>
                  <a:tcPr/>
                </a:tc>
                <a:tc>
                  <a:txBody>
                    <a:bodyPr/>
                    <a:lstStyle/>
                    <a:p>
                      <a:r>
                        <a:rPr lang="en-US" sz="1200" b="1" dirty="0"/>
                        <a:t>YKL132C</a:t>
                      </a:r>
                      <a:r>
                        <a:rPr lang="en-US" sz="1200" dirty="0"/>
                        <a:t> or YOR241W</a:t>
                      </a:r>
                    </a:p>
                  </a:txBody>
                  <a:tcPr/>
                </a:tc>
                <a:tc>
                  <a:txBody>
                    <a:bodyPr/>
                    <a:lstStyle/>
                    <a:p>
                      <a:r>
                        <a:rPr lang="en-US" sz="1200" dirty="0">
                          <a:hlinkClick r:id="rId36"/>
                        </a:rPr>
                        <a:t>AF-P36001-F1-model_v6.pdb (AlphaFold)</a:t>
                      </a:r>
                      <a:endParaRPr lang="en-US" sz="1200" dirty="0"/>
                    </a:p>
                  </a:txBody>
                  <a:tcPr/>
                </a:tc>
                <a:tc>
                  <a:txBody>
                    <a:bodyPr/>
                    <a:lstStyle/>
                    <a:p>
                      <a:r>
                        <a:rPr lang="en-US" sz="1200" dirty="0"/>
                        <a:t>6.3.2.17</a:t>
                      </a:r>
                    </a:p>
                  </a:txBody>
                  <a:tcPr/>
                </a:tc>
                <a:extLst>
                  <a:ext uri="{0D108BD9-81ED-4DB2-BD59-A6C34878D82A}">
                    <a16:rowId xmlns:a16="http://schemas.microsoft.com/office/drawing/2014/main" val="3421116653"/>
                  </a:ext>
                </a:extLst>
              </a:tr>
              <a:tr h="274320">
                <a:tc>
                  <a:txBody>
                    <a:bodyPr/>
                    <a:lstStyle/>
                    <a:p>
                      <a:r>
                        <a:rPr lang="pt-BR" sz="1200" dirty="0"/>
                        <a:t> r_No (NN: merge/output) </a:t>
                      </a:r>
                      <a:endParaRPr lang="en-US" sz="1200" dirty="0"/>
                    </a:p>
                  </a:txBody>
                  <a:tcPr/>
                </a:tc>
                <a:tc>
                  <a:txBody>
                    <a:bodyPr/>
                    <a:lstStyle/>
                    <a:p>
                      <a:r>
                        <a:rPr lang="en-US" sz="1200" dirty="0"/>
                        <a:t>YLR410W</a:t>
                      </a:r>
                    </a:p>
                  </a:txBody>
                  <a:tcPr/>
                </a:tc>
                <a:tc>
                  <a:txBody>
                    <a:bodyPr/>
                    <a:lstStyle/>
                    <a:p>
                      <a:r>
                        <a:rPr lang="" sz="1200" b="0" i="0" dirty="0">
                          <a:solidFill>
                            <a:srgbClr val="0A0A0A"/>
                          </a:solidFill>
                          <a:effectLst/>
                          <a:latin typeface="Lato" panose="020F0502020204030203" pitchFamily="34" charset="0"/>
                          <a:hlinkClick r:id="rId37"/>
                        </a:rPr>
                        <a:t>9GR8</a:t>
                      </a:r>
                      <a:endParaRPr lang="en-US" sz="1200" dirty="0"/>
                    </a:p>
                  </a:txBody>
                  <a:tcPr/>
                </a:tc>
                <a:tc>
                  <a:txBody>
                    <a:bodyPr/>
                    <a:lstStyle/>
                    <a:p>
                      <a:r>
                        <a:rPr lang="en-US" sz="1200" dirty="0"/>
                        <a:t>2.7.4.21;2.7.4.24</a:t>
                      </a:r>
                    </a:p>
                  </a:txBody>
                  <a:tcPr/>
                </a:tc>
                <a:extLst>
                  <a:ext uri="{0D108BD9-81ED-4DB2-BD59-A6C34878D82A}">
                    <a16:rowId xmlns:a16="http://schemas.microsoft.com/office/drawing/2014/main" val="1610077111"/>
                  </a:ext>
                </a:extLst>
              </a:tr>
            </a:tbl>
          </a:graphicData>
        </a:graphic>
      </p:graphicFrame>
      <p:sp>
        <p:nvSpPr>
          <p:cNvPr id="11" name="Rectangle: Rounded Corners 10">
            <a:extLst>
              <a:ext uri="{FF2B5EF4-FFF2-40B4-BE49-F238E27FC236}">
                <a16:creationId xmlns:a16="http://schemas.microsoft.com/office/drawing/2014/main" id="{B8D56C00-853B-39E3-AD25-01D2E110A303}"/>
              </a:ext>
            </a:extLst>
          </p:cNvPr>
          <p:cNvSpPr/>
          <p:nvPr/>
        </p:nvSpPr>
        <p:spPr>
          <a:xfrm>
            <a:off x="1462291" y="6126480"/>
            <a:ext cx="1554480" cy="73152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Algorithm </a:t>
            </a:r>
          </a:p>
        </p:txBody>
      </p:sp>
      <p:sp>
        <p:nvSpPr>
          <p:cNvPr id="15" name="Rectangle: Rounded Corners 14">
            <a:extLst>
              <a:ext uri="{FF2B5EF4-FFF2-40B4-BE49-F238E27FC236}">
                <a16:creationId xmlns:a16="http://schemas.microsoft.com/office/drawing/2014/main" id="{8BBCA071-0E50-010E-400E-7FDBA2A4E941}"/>
              </a:ext>
            </a:extLst>
          </p:cNvPr>
          <p:cNvSpPr/>
          <p:nvPr/>
        </p:nvSpPr>
        <p:spPr>
          <a:xfrm>
            <a:off x="3764816" y="6126480"/>
            <a:ext cx="1554480" cy="731520"/>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Chemical Reactions </a:t>
            </a:r>
          </a:p>
        </p:txBody>
      </p:sp>
      <p:sp>
        <p:nvSpPr>
          <p:cNvPr id="16" name="Rectangle: Rounded Corners 15">
            <a:extLst>
              <a:ext uri="{FF2B5EF4-FFF2-40B4-BE49-F238E27FC236}">
                <a16:creationId xmlns:a16="http://schemas.microsoft.com/office/drawing/2014/main" id="{06543824-4C0E-C631-4432-A83D86079DA7}"/>
              </a:ext>
            </a:extLst>
          </p:cNvPr>
          <p:cNvSpPr/>
          <p:nvPr/>
        </p:nvSpPr>
        <p:spPr>
          <a:xfrm>
            <a:off x="6067341" y="6126480"/>
            <a:ext cx="1554480" cy="731520"/>
          </a:xfrm>
          <a:prstGeom prst="roundRect">
            <a:avLst/>
          </a:prstGeom>
          <a:solidFill>
            <a:srgbClr val="DCEAF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Metabolic Network</a:t>
            </a:r>
          </a:p>
        </p:txBody>
      </p:sp>
      <p:sp>
        <p:nvSpPr>
          <p:cNvPr id="17" name="Rectangle: Rounded Corners 16">
            <a:extLst>
              <a:ext uri="{FF2B5EF4-FFF2-40B4-BE49-F238E27FC236}">
                <a16:creationId xmlns:a16="http://schemas.microsoft.com/office/drawing/2014/main" id="{ABD082B4-D247-1627-4B96-CA5E2E23EC39}"/>
              </a:ext>
            </a:extLst>
          </p:cNvPr>
          <p:cNvSpPr/>
          <p:nvPr/>
        </p:nvSpPr>
        <p:spPr>
          <a:xfrm>
            <a:off x="8369865" y="6126480"/>
            <a:ext cx="1554480" cy="73152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THz Actuation</a:t>
            </a:r>
          </a:p>
        </p:txBody>
      </p:sp>
      <p:cxnSp>
        <p:nvCxnSpPr>
          <p:cNvPr id="18" name="Straight Arrow Connector 17">
            <a:extLst>
              <a:ext uri="{FF2B5EF4-FFF2-40B4-BE49-F238E27FC236}">
                <a16:creationId xmlns:a16="http://schemas.microsoft.com/office/drawing/2014/main" id="{9FFE33A4-3A08-B9E0-8B7B-94FE248D3392}"/>
              </a:ext>
            </a:extLst>
          </p:cNvPr>
          <p:cNvCxnSpPr>
            <a:cxnSpLocks/>
            <a:stCxn id="11" idx="3"/>
            <a:endCxn id="15" idx="1"/>
          </p:cNvCxnSpPr>
          <p:nvPr/>
        </p:nvCxnSpPr>
        <p:spPr>
          <a:xfrm>
            <a:off x="3016771" y="6492240"/>
            <a:ext cx="748045" cy="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095898EE-B126-3A01-E85F-77ECA501C19D}"/>
              </a:ext>
            </a:extLst>
          </p:cNvPr>
          <p:cNvCxnSpPr>
            <a:cxnSpLocks/>
            <a:stCxn id="15" idx="3"/>
            <a:endCxn id="16" idx="1"/>
          </p:cNvCxnSpPr>
          <p:nvPr/>
        </p:nvCxnSpPr>
        <p:spPr>
          <a:xfrm>
            <a:off x="5319296" y="6492240"/>
            <a:ext cx="748045" cy="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54D37BB1-BE1F-5B0F-3BD6-1562B72AFE3E}"/>
              </a:ext>
            </a:extLst>
          </p:cNvPr>
          <p:cNvCxnSpPr>
            <a:cxnSpLocks/>
          </p:cNvCxnSpPr>
          <p:nvPr/>
        </p:nvCxnSpPr>
        <p:spPr>
          <a:xfrm>
            <a:off x="7621821" y="6492240"/>
            <a:ext cx="748044" cy="0"/>
          </a:xfrm>
          <a:prstGeom prst="straightConnector1">
            <a:avLst/>
          </a:prstGeom>
          <a:ln>
            <a:headEnd type="triangle" w="lg" len="lg"/>
            <a:tailEnd type="none" w="lg" len="lg"/>
          </a:ln>
        </p:spPr>
        <p:style>
          <a:lnRef idx="2">
            <a:schemeClr val="accent1"/>
          </a:lnRef>
          <a:fillRef idx="0">
            <a:schemeClr val="accent1"/>
          </a:fillRef>
          <a:effectRef idx="1">
            <a:schemeClr val="accent1"/>
          </a:effectRef>
          <a:fontRef idx="minor">
            <a:schemeClr val="tx1"/>
          </a:fontRef>
        </p:style>
      </p:cxnSp>
      <p:sp>
        <p:nvSpPr>
          <p:cNvPr id="3" name="TextBox 2">
            <a:extLst>
              <a:ext uri="{FF2B5EF4-FFF2-40B4-BE49-F238E27FC236}">
                <a16:creationId xmlns:a16="http://schemas.microsoft.com/office/drawing/2014/main" id="{068F3215-65F5-93DD-516B-B46584EB46E5}"/>
              </a:ext>
            </a:extLst>
          </p:cNvPr>
          <p:cNvSpPr txBox="1"/>
          <p:nvPr/>
        </p:nvSpPr>
        <p:spPr>
          <a:xfrm>
            <a:off x="6907" y="2375970"/>
            <a:ext cx="986167" cy="369332"/>
          </a:xfrm>
          <a:prstGeom prst="rect">
            <a:avLst/>
          </a:prstGeom>
          <a:noFill/>
        </p:spPr>
        <p:txBody>
          <a:bodyPr wrap="none" rtlCol="0">
            <a:spAutoFit/>
          </a:bodyPr>
          <a:lstStyle/>
          <a:p>
            <a:r>
              <a:rPr lang="en-US" dirty="0"/>
              <a:t>Motif 30</a:t>
            </a:r>
          </a:p>
        </p:txBody>
      </p:sp>
    </p:spTree>
    <p:extLst>
      <p:ext uri="{BB962C8B-B14F-4D97-AF65-F5344CB8AC3E}">
        <p14:creationId xmlns:p14="http://schemas.microsoft.com/office/powerpoint/2010/main" val="212106656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940BCA-A9F7-71E5-04CB-C96770F790D6}"/>
            </a:ext>
          </a:extLst>
        </p:cNvPr>
        <p:cNvGrpSpPr/>
        <p:nvPr/>
      </p:nvGrpSpPr>
      <p:grpSpPr>
        <a:xfrm>
          <a:off x="0" y="0"/>
          <a:ext cx="0" cy="0"/>
          <a:chOff x="0" y="0"/>
          <a:chExt cx="0" cy="0"/>
        </a:xfrm>
      </p:grpSpPr>
      <p:sp>
        <p:nvSpPr>
          <p:cNvPr id="69" name="Oval 68">
            <a:extLst>
              <a:ext uri="{FF2B5EF4-FFF2-40B4-BE49-F238E27FC236}">
                <a16:creationId xmlns:a16="http://schemas.microsoft.com/office/drawing/2014/main" id="{F12D9069-FA88-2526-4FD6-DDFB4D70689D}"/>
              </a:ext>
            </a:extLst>
          </p:cNvPr>
          <p:cNvSpPr>
            <a:spLocks noChangeAspect="1"/>
          </p:cNvSpPr>
          <p:nvPr/>
        </p:nvSpPr>
        <p:spPr>
          <a:xfrm>
            <a:off x="4944144" y="395606"/>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70" name="TextBox 69">
                <a:extLst>
                  <a:ext uri="{FF2B5EF4-FFF2-40B4-BE49-F238E27FC236}">
                    <a16:creationId xmlns:a16="http://schemas.microsoft.com/office/drawing/2014/main" id="{BAA369A6-BD85-9E11-D586-190591B19124}"/>
                  </a:ext>
                </a:extLst>
              </p:cNvPr>
              <p:cNvSpPr txBox="1"/>
              <p:nvPr/>
            </p:nvSpPr>
            <p:spPr>
              <a:xfrm>
                <a:off x="4889948" y="366883"/>
                <a:ext cx="518558" cy="394019"/>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Cp</m:t>
                          </m:r>
                        </m:sub>
                      </m:sSub>
                    </m:oMath>
                  </m:oMathPara>
                </a14:m>
                <a:endParaRPr lang="en-US" dirty="0">
                  <a:solidFill>
                    <a:schemeClr val="bg1"/>
                  </a:solidFill>
                </a:endParaRPr>
              </a:p>
            </p:txBody>
          </p:sp>
        </mc:Choice>
        <mc:Fallback xmlns="">
          <p:sp>
            <p:nvSpPr>
              <p:cNvPr id="70" name="TextBox 69">
                <a:extLst>
                  <a:ext uri="{FF2B5EF4-FFF2-40B4-BE49-F238E27FC236}">
                    <a16:creationId xmlns:a16="http://schemas.microsoft.com/office/drawing/2014/main" id="{BAA369A6-BD85-9E11-D586-190591B19124}"/>
                  </a:ext>
                </a:extLst>
              </p:cNvPr>
              <p:cNvSpPr txBox="1">
                <a:spLocks noRot="1" noChangeAspect="1" noMove="1" noResize="1" noEditPoints="1" noAdjustHandles="1" noChangeArrowheads="1" noChangeShapeType="1" noTextEdit="1"/>
              </p:cNvSpPr>
              <p:nvPr/>
            </p:nvSpPr>
            <p:spPr>
              <a:xfrm>
                <a:off x="4889948" y="366883"/>
                <a:ext cx="518558" cy="394019"/>
              </a:xfrm>
              <a:prstGeom prst="rect">
                <a:avLst/>
              </a:prstGeom>
              <a:blipFill>
                <a:blip r:embed="rId3"/>
                <a:stretch>
                  <a:fillRect b="-76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1" name="TextBox 70">
                <a:extLst>
                  <a:ext uri="{FF2B5EF4-FFF2-40B4-BE49-F238E27FC236}">
                    <a16:creationId xmlns:a16="http://schemas.microsoft.com/office/drawing/2014/main" id="{E021FC89-AFE9-AAB4-9519-4D263FC8243A}"/>
                  </a:ext>
                </a:extLst>
              </p:cNvPr>
              <p:cNvSpPr txBox="1"/>
              <p:nvPr/>
            </p:nvSpPr>
            <p:spPr>
              <a:xfrm>
                <a:off x="6042814" y="220866"/>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c</m:t>
                          </m:r>
                        </m:sub>
                      </m:sSub>
                    </m:oMath>
                  </m:oMathPara>
                </a14:m>
                <a:endParaRPr lang="en-US" dirty="0">
                  <a:solidFill>
                    <a:schemeClr val="tx1"/>
                  </a:solidFill>
                </a:endParaRPr>
              </a:p>
            </p:txBody>
          </p:sp>
        </mc:Choice>
        <mc:Fallback xmlns="">
          <p:sp>
            <p:nvSpPr>
              <p:cNvPr id="71" name="TextBox 70">
                <a:extLst>
                  <a:ext uri="{FF2B5EF4-FFF2-40B4-BE49-F238E27FC236}">
                    <a16:creationId xmlns:a16="http://schemas.microsoft.com/office/drawing/2014/main" id="{E021FC89-AFE9-AAB4-9519-4D263FC8243A}"/>
                  </a:ext>
                </a:extLst>
              </p:cNvPr>
              <p:cNvSpPr txBox="1">
                <a:spLocks noRot="1" noChangeAspect="1" noMove="1" noResize="1" noEditPoints="1" noAdjustHandles="1" noChangeArrowheads="1" noChangeShapeType="1" noTextEdit="1"/>
              </p:cNvSpPr>
              <p:nvPr/>
            </p:nvSpPr>
            <p:spPr>
              <a:xfrm>
                <a:off x="6042814" y="220866"/>
                <a:ext cx="507796" cy="369332"/>
              </a:xfrm>
              <a:prstGeom prst="rect">
                <a:avLst/>
              </a:prstGeom>
              <a:blipFill>
                <a:blip r:embed="rId4"/>
                <a:stretch>
                  <a:fillRect/>
                </a:stretch>
              </a:blipFill>
            </p:spPr>
            <p:txBody>
              <a:bodyPr/>
              <a:lstStyle/>
              <a:p>
                <a:r>
                  <a:rPr lang="en-US">
                    <a:noFill/>
                  </a:rPr>
                  <a:t> </a:t>
                </a:r>
              </a:p>
            </p:txBody>
          </p:sp>
        </mc:Fallback>
      </mc:AlternateContent>
      <p:sp>
        <p:nvSpPr>
          <p:cNvPr id="72" name="Oval 71">
            <a:extLst>
              <a:ext uri="{FF2B5EF4-FFF2-40B4-BE49-F238E27FC236}">
                <a16:creationId xmlns:a16="http://schemas.microsoft.com/office/drawing/2014/main" id="{38E6760E-F19F-DABA-0A61-71746E8586CD}"/>
              </a:ext>
            </a:extLst>
          </p:cNvPr>
          <p:cNvSpPr>
            <a:spLocks noChangeAspect="1"/>
          </p:cNvSpPr>
          <p:nvPr/>
        </p:nvSpPr>
        <p:spPr>
          <a:xfrm>
            <a:off x="6106961" y="1088928"/>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73" name="TextBox 72">
                <a:extLst>
                  <a:ext uri="{FF2B5EF4-FFF2-40B4-BE49-F238E27FC236}">
                    <a16:creationId xmlns:a16="http://schemas.microsoft.com/office/drawing/2014/main" id="{9D415A87-6DA2-3F8E-1EA2-D0EF239D300D}"/>
                  </a:ext>
                </a:extLst>
              </p:cNvPr>
              <p:cNvSpPr txBox="1"/>
              <p:nvPr/>
            </p:nvSpPr>
            <p:spPr>
              <a:xfrm>
                <a:off x="6048484" y="1064456"/>
                <a:ext cx="518558" cy="395493"/>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Cg</m:t>
                          </m:r>
                        </m:sub>
                      </m:sSub>
                    </m:oMath>
                  </m:oMathPara>
                </a14:m>
                <a:endParaRPr lang="en-US" dirty="0">
                  <a:solidFill>
                    <a:schemeClr val="bg1"/>
                  </a:solidFill>
                </a:endParaRPr>
              </a:p>
            </p:txBody>
          </p:sp>
        </mc:Choice>
        <mc:Fallback xmlns="">
          <p:sp>
            <p:nvSpPr>
              <p:cNvPr id="73" name="TextBox 72">
                <a:extLst>
                  <a:ext uri="{FF2B5EF4-FFF2-40B4-BE49-F238E27FC236}">
                    <a16:creationId xmlns:a16="http://schemas.microsoft.com/office/drawing/2014/main" id="{9D415A87-6DA2-3F8E-1EA2-D0EF239D300D}"/>
                  </a:ext>
                </a:extLst>
              </p:cNvPr>
              <p:cNvSpPr txBox="1">
                <a:spLocks noRot="1" noChangeAspect="1" noMove="1" noResize="1" noEditPoints="1" noAdjustHandles="1" noChangeArrowheads="1" noChangeShapeType="1" noTextEdit="1"/>
              </p:cNvSpPr>
              <p:nvPr/>
            </p:nvSpPr>
            <p:spPr>
              <a:xfrm>
                <a:off x="6048484" y="1064456"/>
                <a:ext cx="518558" cy="395493"/>
              </a:xfrm>
              <a:prstGeom prst="rect">
                <a:avLst/>
              </a:prstGeom>
              <a:blipFill>
                <a:blip r:embed="rId5"/>
                <a:stretch>
                  <a:fillRect b="-937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4" name="TextBox 73">
                <a:extLst>
                  <a:ext uri="{FF2B5EF4-FFF2-40B4-BE49-F238E27FC236}">
                    <a16:creationId xmlns:a16="http://schemas.microsoft.com/office/drawing/2014/main" id="{6116B073-78B1-97D1-3A12-8EDA6812233B}"/>
                  </a:ext>
                </a:extLst>
              </p:cNvPr>
              <p:cNvSpPr txBox="1"/>
              <p:nvPr/>
            </p:nvSpPr>
            <p:spPr>
              <a:xfrm>
                <a:off x="4902707" y="1099668"/>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Cs</m:t>
                          </m:r>
                        </m:sub>
                      </m:sSub>
                    </m:oMath>
                  </m:oMathPara>
                </a14:m>
                <a:endParaRPr lang="en-US" dirty="0">
                  <a:solidFill>
                    <a:schemeClr val="tx1"/>
                  </a:solidFill>
                </a:endParaRPr>
              </a:p>
            </p:txBody>
          </p:sp>
        </mc:Choice>
        <mc:Fallback xmlns="">
          <p:sp>
            <p:nvSpPr>
              <p:cNvPr id="74" name="TextBox 73">
                <a:extLst>
                  <a:ext uri="{FF2B5EF4-FFF2-40B4-BE49-F238E27FC236}">
                    <a16:creationId xmlns:a16="http://schemas.microsoft.com/office/drawing/2014/main" id="{6116B073-78B1-97D1-3A12-8EDA6812233B}"/>
                  </a:ext>
                </a:extLst>
              </p:cNvPr>
              <p:cNvSpPr txBox="1">
                <a:spLocks noRot="1" noChangeAspect="1" noMove="1" noResize="1" noEditPoints="1" noAdjustHandles="1" noChangeArrowheads="1" noChangeShapeType="1" noTextEdit="1"/>
              </p:cNvSpPr>
              <p:nvPr/>
            </p:nvSpPr>
            <p:spPr>
              <a:xfrm>
                <a:off x="4902707" y="1099668"/>
                <a:ext cx="507796" cy="369332"/>
              </a:xfrm>
              <a:prstGeom prst="rect">
                <a:avLst/>
              </a:prstGeom>
              <a:blipFill>
                <a:blip r:embed="rId6"/>
                <a:stretch>
                  <a:fillRect r="-3571"/>
                </a:stretch>
              </a:blipFill>
            </p:spPr>
            <p:txBody>
              <a:bodyPr/>
              <a:lstStyle/>
              <a:p>
                <a:r>
                  <a:rPr lang="en-US">
                    <a:noFill/>
                  </a:rPr>
                  <a:t> </a:t>
                </a:r>
              </a:p>
            </p:txBody>
          </p:sp>
        </mc:Fallback>
      </mc:AlternateContent>
      <p:sp>
        <p:nvSpPr>
          <p:cNvPr id="75" name="Oval 74">
            <a:extLst>
              <a:ext uri="{FF2B5EF4-FFF2-40B4-BE49-F238E27FC236}">
                <a16:creationId xmlns:a16="http://schemas.microsoft.com/office/drawing/2014/main" id="{6F5CE7B8-308C-81EF-D112-74D35A199F4F}"/>
              </a:ext>
            </a:extLst>
          </p:cNvPr>
          <p:cNvSpPr>
            <a:spLocks noChangeAspect="1"/>
          </p:cNvSpPr>
          <p:nvPr/>
        </p:nvSpPr>
        <p:spPr>
          <a:xfrm>
            <a:off x="4972754" y="1905482"/>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76" name="TextBox 75">
                <a:extLst>
                  <a:ext uri="{FF2B5EF4-FFF2-40B4-BE49-F238E27FC236}">
                    <a16:creationId xmlns:a16="http://schemas.microsoft.com/office/drawing/2014/main" id="{70B743BD-876F-4A86-1A3B-54163DA9364F}"/>
                  </a:ext>
                </a:extLst>
              </p:cNvPr>
              <p:cNvSpPr txBox="1"/>
              <p:nvPr/>
            </p:nvSpPr>
            <p:spPr>
              <a:xfrm>
                <a:off x="4917219" y="1870160"/>
                <a:ext cx="518558"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Cr</m:t>
                          </m:r>
                        </m:sub>
                      </m:sSub>
                    </m:oMath>
                  </m:oMathPara>
                </a14:m>
                <a:endParaRPr lang="en-US" dirty="0">
                  <a:solidFill>
                    <a:schemeClr val="bg1"/>
                  </a:solidFill>
                </a:endParaRPr>
              </a:p>
            </p:txBody>
          </p:sp>
        </mc:Choice>
        <mc:Fallback xmlns="">
          <p:sp>
            <p:nvSpPr>
              <p:cNvPr id="76" name="TextBox 75">
                <a:extLst>
                  <a:ext uri="{FF2B5EF4-FFF2-40B4-BE49-F238E27FC236}">
                    <a16:creationId xmlns:a16="http://schemas.microsoft.com/office/drawing/2014/main" id="{70B743BD-876F-4A86-1A3B-54163DA9364F}"/>
                  </a:ext>
                </a:extLst>
              </p:cNvPr>
              <p:cNvSpPr txBox="1">
                <a:spLocks noRot="1" noChangeAspect="1" noMove="1" noResize="1" noEditPoints="1" noAdjustHandles="1" noChangeArrowheads="1" noChangeShapeType="1" noTextEdit="1"/>
              </p:cNvSpPr>
              <p:nvPr/>
            </p:nvSpPr>
            <p:spPr>
              <a:xfrm>
                <a:off x="4917219" y="1870160"/>
                <a:ext cx="518558" cy="369332"/>
              </a:xfrm>
              <a:prstGeom prst="rect">
                <a:avLst/>
              </a:prstGeom>
              <a:blipFill>
                <a:blip r:embed="rId7"/>
                <a:stretch>
                  <a:fillRect/>
                </a:stretch>
              </a:blipFill>
            </p:spPr>
            <p:txBody>
              <a:bodyPr/>
              <a:lstStyle/>
              <a:p>
                <a:r>
                  <a:rPr lang="en-US">
                    <a:noFill/>
                  </a:rPr>
                  <a:t> </a:t>
                </a:r>
              </a:p>
            </p:txBody>
          </p:sp>
        </mc:Fallback>
      </mc:AlternateContent>
      <p:cxnSp>
        <p:nvCxnSpPr>
          <p:cNvPr id="77" name="Straight Arrow Connector 76">
            <a:extLst>
              <a:ext uri="{FF2B5EF4-FFF2-40B4-BE49-F238E27FC236}">
                <a16:creationId xmlns:a16="http://schemas.microsoft.com/office/drawing/2014/main" id="{9D200192-B486-42F5-EFDA-2431B1B9B801}"/>
              </a:ext>
            </a:extLst>
          </p:cNvPr>
          <p:cNvCxnSpPr>
            <a:cxnSpLocks/>
            <a:endCxn id="69" idx="3"/>
          </p:cNvCxnSpPr>
          <p:nvPr/>
        </p:nvCxnSpPr>
        <p:spPr>
          <a:xfrm flipV="1">
            <a:off x="4121730" y="721164"/>
            <a:ext cx="878271" cy="488885"/>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80" name="Straight Arrow Connector 79">
            <a:extLst>
              <a:ext uri="{FF2B5EF4-FFF2-40B4-BE49-F238E27FC236}">
                <a16:creationId xmlns:a16="http://schemas.microsoft.com/office/drawing/2014/main" id="{30B91754-C1BD-EA4B-9CF6-26D627B9F192}"/>
              </a:ext>
            </a:extLst>
          </p:cNvPr>
          <p:cNvCxnSpPr>
            <a:cxnSpLocks/>
            <a:endCxn id="75" idx="1"/>
          </p:cNvCxnSpPr>
          <p:nvPr/>
        </p:nvCxnSpPr>
        <p:spPr>
          <a:xfrm>
            <a:off x="4125152" y="1214911"/>
            <a:ext cx="903459" cy="746428"/>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84" name="Straight Arrow Connector 83">
            <a:extLst>
              <a:ext uri="{FF2B5EF4-FFF2-40B4-BE49-F238E27FC236}">
                <a16:creationId xmlns:a16="http://schemas.microsoft.com/office/drawing/2014/main" id="{CA21D244-E7D7-C7F2-278A-AB688A2ACC97}"/>
              </a:ext>
            </a:extLst>
          </p:cNvPr>
          <p:cNvCxnSpPr>
            <a:cxnSpLocks/>
            <a:stCxn id="74" idx="3"/>
            <a:endCxn id="72" idx="2"/>
          </p:cNvCxnSpPr>
          <p:nvPr/>
        </p:nvCxnSpPr>
        <p:spPr>
          <a:xfrm flipV="1">
            <a:off x="5410503" y="1279636"/>
            <a:ext cx="696458" cy="4698"/>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88" name="Straight Arrow Connector 87">
            <a:extLst>
              <a:ext uri="{FF2B5EF4-FFF2-40B4-BE49-F238E27FC236}">
                <a16:creationId xmlns:a16="http://schemas.microsoft.com/office/drawing/2014/main" id="{C39E05B6-6003-C8F7-3DFF-64C1419443E1}"/>
              </a:ext>
            </a:extLst>
          </p:cNvPr>
          <p:cNvCxnSpPr>
            <a:cxnSpLocks/>
            <a:stCxn id="74" idx="2"/>
            <a:endCxn id="75" idx="0"/>
          </p:cNvCxnSpPr>
          <p:nvPr/>
        </p:nvCxnSpPr>
        <p:spPr>
          <a:xfrm>
            <a:off x="5156605" y="1469000"/>
            <a:ext cx="6856" cy="436482"/>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6" name="Straight Arrow Connector 95">
            <a:extLst>
              <a:ext uri="{FF2B5EF4-FFF2-40B4-BE49-F238E27FC236}">
                <a16:creationId xmlns:a16="http://schemas.microsoft.com/office/drawing/2014/main" id="{E7AFB6C9-CF6A-5605-7973-B8FB78BF34B2}"/>
              </a:ext>
            </a:extLst>
          </p:cNvPr>
          <p:cNvCxnSpPr>
            <a:cxnSpLocks/>
            <a:stCxn id="69" idx="6"/>
          </p:cNvCxnSpPr>
          <p:nvPr/>
        </p:nvCxnSpPr>
        <p:spPr>
          <a:xfrm>
            <a:off x="5325558" y="586314"/>
            <a:ext cx="2460842" cy="10275"/>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9" name="Straight Arrow Connector 98">
            <a:extLst>
              <a:ext uri="{FF2B5EF4-FFF2-40B4-BE49-F238E27FC236}">
                <a16:creationId xmlns:a16="http://schemas.microsoft.com/office/drawing/2014/main" id="{D8DF704F-B3BF-BF07-F0E2-B4814AEA4071}"/>
              </a:ext>
            </a:extLst>
          </p:cNvPr>
          <p:cNvCxnSpPr>
            <a:cxnSpLocks/>
            <a:stCxn id="71" idx="2"/>
            <a:endCxn id="72" idx="0"/>
          </p:cNvCxnSpPr>
          <p:nvPr/>
        </p:nvCxnSpPr>
        <p:spPr>
          <a:xfrm>
            <a:off x="6296712" y="590198"/>
            <a:ext cx="956" cy="49873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sp>
        <p:nvSpPr>
          <p:cNvPr id="102" name="Rectangle 101">
            <a:extLst>
              <a:ext uri="{FF2B5EF4-FFF2-40B4-BE49-F238E27FC236}">
                <a16:creationId xmlns:a16="http://schemas.microsoft.com/office/drawing/2014/main" id="{B73D3EC3-1CD6-CC8E-665C-42C9C10CA39C}"/>
              </a:ext>
            </a:extLst>
          </p:cNvPr>
          <p:cNvSpPr/>
          <p:nvPr/>
        </p:nvSpPr>
        <p:spPr>
          <a:xfrm>
            <a:off x="4449950" y="9135"/>
            <a:ext cx="2873133" cy="2407763"/>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03" name="TextBox 102">
            <a:extLst>
              <a:ext uri="{FF2B5EF4-FFF2-40B4-BE49-F238E27FC236}">
                <a16:creationId xmlns:a16="http://schemas.microsoft.com/office/drawing/2014/main" id="{4B24E0EF-07E5-C351-E676-225B00E00A41}"/>
              </a:ext>
            </a:extLst>
          </p:cNvPr>
          <p:cNvSpPr txBox="1"/>
          <p:nvPr/>
        </p:nvSpPr>
        <p:spPr>
          <a:xfrm>
            <a:off x="4449950" y="-6886"/>
            <a:ext cx="1774204" cy="338554"/>
          </a:xfrm>
          <a:prstGeom prst="rect">
            <a:avLst/>
          </a:prstGeom>
          <a:noFill/>
        </p:spPr>
        <p:txBody>
          <a:bodyPr wrap="none" rtlCol="0">
            <a:spAutoFit/>
          </a:bodyPr>
          <a:lstStyle/>
          <a:p>
            <a:r>
              <a:rPr lang="en-US" sz="1600" dirty="0"/>
              <a:t>Chemical counter</a:t>
            </a:r>
          </a:p>
        </p:txBody>
      </p:sp>
      <mc:AlternateContent xmlns:mc="http://schemas.openxmlformats.org/markup-compatibility/2006" xmlns:a14="http://schemas.microsoft.com/office/drawing/2010/main">
        <mc:Choice Requires="a14">
          <p:sp>
            <p:nvSpPr>
              <p:cNvPr id="67" name="TextBox 66">
                <a:extLst>
                  <a:ext uri="{FF2B5EF4-FFF2-40B4-BE49-F238E27FC236}">
                    <a16:creationId xmlns:a16="http://schemas.microsoft.com/office/drawing/2014/main" id="{FDA4ED9D-A735-40E9-3AF3-455EEC116595}"/>
                  </a:ext>
                </a:extLst>
              </p:cNvPr>
              <p:cNvSpPr txBox="1"/>
              <p:nvPr/>
            </p:nvSpPr>
            <p:spPr>
              <a:xfrm>
                <a:off x="0" y="1346255"/>
                <a:ext cx="593368" cy="369332"/>
              </a:xfrm>
              <a:prstGeom prst="rect">
                <a:avLst/>
              </a:prstGeom>
              <a:noFill/>
            </p:spPr>
            <p:txBody>
              <a:bodyPr wrap="none" rtlCol="0">
                <a:spAutoFit/>
              </a:bodyPr>
              <a:lstStyle/>
              <a:p>
                <a:pPr/>
                <a14:m>
                  <m:oMathPara xmlns:m="http://schemas.openxmlformats.org/officeDocument/2006/math">
                    <m:oMath>
                      <m:sSub>
                        <m:sSubPr>
                          <m:ctrlPr>
                            <a:rPr lang="de-DE" b="0" i="1" smtClean="0">
                              <a:latin typeface="Cambria Math" panose="02040503050406030204" pitchFamily="18" charset="0"/>
                            </a:rPr>
                          </m:ctrlPr>
                        </m:sSubPr>
                        <m:e>
                          <m:r>
                            <m:rPr>
                              <m:sty m:val="p"/>
                            </m:rPr>
                            <a:rPr lang="de-DE" b="0" i="1" smtClean="0">
                              <a:latin typeface="Cambria Math" panose="02040503050406030204" pitchFamily="18" charset="0"/>
                            </a:rPr>
                            <m:t>m</m:t>
                          </m:r>
                        </m:e>
                        <m:sub>
                          <m:r>
                            <m:rPr>
                              <m:sty m:val="p"/>
                            </m:rPr>
                            <a:rPr lang="de-DE" b="0" i="1" smtClean="0">
                              <a:latin typeface="Cambria Math" panose="02040503050406030204" pitchFamily="18" charset="0"/>
                            </a:rPr>
                            <m:t>in</m:t>
                          </m:r>
                        </m:sub>
                      </m:sSub>
                    </m:oMath>
                  </m:oMathPara>
                </a14:m>
                <a:endParaRPr lang="en-US" dirty="0"/>
              </a:p>
            </p:txBody>
          </p:sp>
        </mc:Choice>
        <mc:Fallback xmlns="">
          <p:sp>
            <p:nvSpPr>
              <p:cNvPr id="67" name="TextBox 66">
                <a:extLst>
                  <a:ext uri="{FF2B5EF4-FFF2-40B4-BE49-F238E27FC236}">
                    <a16:creationId xmlns:a16="http://schemas.microsoft.com/office/drawing/2014/main" id="{FDA4ED9D-A735-40E9-3AF3-455EEC116595}"/>
                  </a:ext>
                </a:extLst>
              </p:cNvPr>
              <p:cNvSpPr txBox="1">
                <a:spLocks noRot="1" noChangeAspect="1" noMove="1" noResize="1" noEditPoints="1" noAdjustHandles="1" noChangeArrowheads="1" noChangeShapeType="1" noTextEdit="1"/>
              </p:cNvSpPr>
              <p:nvPr/>
            </p:nvSpPr>
            <p:spPr>
              <a:xfrm>
                <a:off x="0" y="1346255"/>
                <a:ext cx="593368" cy="369332"/>
              </a:xfrm>
              <a:prstGeom prst="rect">
                <a:avLst/>
              </a:prstGeom>
              <a:blipFill>
                <a:blip r:embed="rId8"/>
                <a:stretch>
                  <a:fillRect/>
                </a:stretch>
              </a:blipFill>
            </p:spPr>
            <p:txBody>
              <a:bodyPr/>
              <a:lstStyle/>
              <a:p>
                <a:r>
                  <a:rPr lang="en-US">
                    <a:noFill/>
                  </a:rPr>
                  <a:t> </a:t>
                </a:r>
              </a:p>
            </p:txBody>
          </p:sp>
        </mc:Fallback>
      </mc:AlternateContent>
      <p:sp>
        <p:nvSpPr>
          <p:cNvPr id="78" name="Rectangle 77">
            <a:extLst>
              <a:ext uri="{FF2B5EF4-FFF2-40B4-BE49-F238E27FC236}">
                <a16:creationId xmlns:a16="http://schemas.microsoft.com/office/drawing/2014/main" id="{069954E8-6689-205A-4BDF-E1302E959F98}"/>
              </a:ext>
            </a:extLst>
          </p:cNvPr>
          <p:cNvSpPr/>
          <p:nvPr/>
        </p:nvSpPr>
        <p:spPr>
          <a:xfrm>
            <a:off x="813764" y="212548"/>
            <a:ext cx="2873133" cy="2222154"/>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79" name="TextBox 78">
            <a:extLst>
              <a:ext uri="{FF2B5EF4-FFF2-40B4-BE49-F238E27FC236}">
                <a16:creationId xmlns:a16="http://schemas.microsoft.com/office/drawing/2014/main" id="{1DA75DBF-26B9-680A-8CC1-32D998992C5B}"/>
              </a:ext>
            </a:extLst>
          </p:cNvPr>
          <p:cNvSpPr txBox="1"/>
          <p:nvPr/>
        </p:nvSpPr>
        <p:spPr>
          <a:xfrm>
            <a:off x="787440" y="212547"/>
            <a:ext cx="1362617" cy="584775"/>
          </a:xfrm>
          <a:prstGeom prst="rect">
            <a:avLst/>
          </a:prstGeom>
          <a:noFill/>
        </p:spPr>
        <p:txBody>
          <a:bodyPr wrap="none" rtlCol="0">
            <a:spAutoFit/>
          </a:bodyPr>
          <a:lstStyle/>
          <a:p>
            <a:r>
              <a:rPr lang="en-US" sz="1600" dirty="0"/>
              <a:t>Chemical</a:t>
            </a:r>
            <a:br>
              <a:rPr lang="en-US" sz="1600" dirty="0"/>
            </a:br>
            <a:r>
              <a:rPr lang="en-US" sz="1600" dirty="0"/>
              <a:t>Differentiator</a:t>
            </a:r>
          </a:p>
        </p:txBody>
      </p:sp>
      <p:sp>
        <p:nvSpPr>
          <p:cNvPr id="81" name="Oval 80">
            <a:extLst>
              <a:ext uri="{FF2B5EF4-FFF2-40B4-BE49-F238E27FC236}">
                <a16:creationId xmlns:a16="http://schemas.microsoft.com/office/drawing/2014/main" id="{3C05CEEB-88A7-CAB5-E88A-12746F33A7A5}"/>
              </a:ext>
            </a:extLst>
          </p:cNvPr>
          <p:cNvSpPr>
            <a:spLocks noChangeAspect="1"/>
          </p:cNvSpPr>
          <p:nvPr/>
        </p:nvSpPr>
        <p:spPr>
          <a:xfrm>
            <a:off x="1051699" y="1000942"/>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82" name="TextBox 81">
                <a:extLst>
                  <a:ext uri="{FF2B5EF4-FFF2-40B4-BE49-F238E27FC236}">
                    <a16:creationId xmlns:a16="http://schemas.microsoft.com/office/drawing/2014/main" id="{845D2A93-7A9D-FB34-E5FC-7A0EC32498A9}"/>
                  </a:ext>
                </a:extLst>
              </p:cNvPr>
              <p:cNvSpPr txBox="1"/>
              <p:nvPr/>
            </p:nvSpPr>
            <p:spPr>
              <a:xfrm>
                <a:off x="996672" y="976786"/>
                <a:ext cx="518558"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Df</m:t>
                          </m:r>
                        </m:sub>
                      </m:sSub>
                    </m:oMath>
                  </m:oMathPara>
                </a14:m>
                <a:endParaRPr lang="en-US" dirty="0">
                  <a:solidFill>
                    <a:schemeClr val="bg1"/>
                  </a:solidFill>
                </a:endParaRPr>
              </a:p>
            </p:txBody>
          </p:sp>
        </mc:Choice>
        <mc:Fallback xmlns="">
          <p:sp>
            <p:nvSpPr>
              <p:cNvPr id="82" name="TextBox 81">
                <a:extLst>
                  <a:ext uri="{FF2B5EF4-FFF2-40B4-BE49-F238E27FC236}">
                    <a16:creationId xmlns:a16="http://schemas.microsoft.com/office/drawing/2014/main" id="{845D2A93-7A9D-FB34-E5FC-7A0EC32498A9}"/>
                  </a:ext>
                </a:extLst>
              </p:cNvPr>
              <p:cNvSpPr txBox="1">
                <a:spLocks noRot="1" noChangeAspect="1" noMove="1" noResize="1" noEditPoints="1" noAdjustHandles="1" noChangeArrowheads="1" noChangeShapeType="1" noTextEdit="1"/>
              </p:cNvSpPr>
              <p:nvPr/>
            </p:nvSpPr>
            <p:spPr>
              <a:xfrm>
                <a:off x="996672" y="976786"/>
                <a:ext cx="518558" cy="369332"/>
              </a:xfrm>
              <a:prstGeom prst="rect">
                <a:avLst/>
              </a:prstGeom>
              <a:blipFill>
                <a:blip r:embed="rId9"/>
                <a:stretch>
                  <a:fillRect/>
                </a:stretch>
              </a:blipFill>
            </p:spPr>
            <p:txBody>
              <a:bodyPr/>
              <a:lstStyle/>
              <a:p>
                <a:r>
                  <a:rPr lang="en-US">
                    <a:noFill/>
                  </a:rPr>
                  <a:t> </a:t>
                </a:r>
              </a:p>
            </p:txBody>
          </p:sp>
        </mc:Fallback>
      </mc:AlternateContent>
      <p:sp>
        <p:nvSpPr>
          <p:cNvPr id="83" name="Oval 82">
            <a:extLst>
              <a:ext uri="{FF2B5EF4-FFF2-40B4-BE49-F238E27FC236}">
                <a16:creationId xmlns:a16="http://schemas.microsoft.com/office/drawing/2014/main" id="{55948E9E-AB7E-176C-C82D-0DDB7A249303}"/>
              </a:ext>
            </a:extLst>
          </p:cNvPr>
          <p:cNvSpPr>
            <a:spLocks noChangeAspect="1"/>
          </p:cNvSpPr>
          <p:nvPr/>
        </p:nvSpPr>
        <p:spPr>
          <a:xfrm>
            <a:off x="1155180" y="1894298"/>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85" name="TextBox 84">
                <a:extLst>
                  <a:ext uri="{FF2B5EF4-FFF2-40B4-BE49-F238E27FC236}">
                    <a16:creationId xmlns:a16="http://schemas.microsoft.com/office/drawing/2014/main" id="{93909995-9C71-9179-605F-A12C332456EE}"/>
                  </a:ext>
                </a:extLst>
              </p:cNvPr>
              <p:cNvSpPr txBox="1"/>
              <p:nvPr/>
            </p:nvSpPr>
            <p:spPr>
              <a:xfrm>
                <a:off x="1097393" y="1886274"/>
                <a:ext cx="518558"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Ds</m:t>
                          </m:r>
                        </m:sub>
                      </m:sSub>
                    </m:oMath>
                  </m:oMathPara>
                </a14:m>
                <a:endParaRPr lang="en-US" dirty="0">
                  <a:solidFill>
                    <a:schemeClr val="bg1"/>
                  </a:solidFill>
                </a:endParaRPr>
              </a:p>
            </p:txBody>
          </p:sp>
        </mc:Choice>
        <mc:Fallback xmlns="">
          <p:sp>
            <p:nvSpPr>
              <p:cNvPr id="85" name="TextBox 84">
                <a:extLst>
                  <a:ext uri="{FF2B5EF4-FFF2-40B4-BE49-F238E27FC236}">
                    <a16:creationId xmlns:a16="http://schemas.microsoft.com/office/drawing/2014/main" id="{93909995-9C71-9179-605F-A12C332456EE}"/>
                  </a:ext>
                </a:extLst>
              </p:cNvPr>
              <p:cNvSpPr txBox="1">
                <a:spLocks noRot="1" noChangeAspect="1" noMove="1" noResize="1" noEditPoints="1" noAdjustHandles="1" noChangeArrowheads="1" noChangeShapeType="1" noTextEdit="1"/>
              </p:cNvSpPr>
              <p:nvPr/>
            </p:nvSpPr>
            <p:spPr>
              <a:xfrm>
                <a:off x="1097393" y="1886274"/>
                <a:ext cx="518558" cy="369332"/>
              </a:xfrm>
              <a:prstGeom prst="rect">
                <a:avLst/>
              </a:prstGeom>
              <a:blipFill>
                <a:blip r:embed="rId10"/>
                <a:stretch>
                  <a:fillRect/>
                </a:stretch>
              </a:blipFill>
            </p:spPr>
            <p:txBody>
              <a:bodyPr/>
              <a:lstStyle/>
              <a:p>
                <a:r>
                  <a:rPr lang="en-US">
                    <a:noFill/>
                  </a:rPr>
                  <a:t> </a:t>
                </a:r>
              </a:p>
            </p:txBody>
          </p:sp>
        </mc:Fallback>
      </mc:AlternateContent>
      <p:sp>
        <p:nvSpPr>
          <p:cNvPr id="86" name="Oval 85">
            <a:extLst>
              <a:ext uri="{FF2B5EF4-FFF2-40B4-BE49-F238E27FC236}">
                <a16:creationId xmlns:a16="http://schemas.microsoft.com/office/drawing/2014/main" id="{8B0F26E9-D55F-6262-AD2D-5FF3D4937244}"/>
              </a:ext>
            </a:extLst>
          </p:cNvPr>
          <p:cNvSpPr>
            <a:spLocks noChangeAspect="1"/>
          </p:cNvSpPr>
          <p:nvPr/>
        </p:nvSpPr>
        <p:spPr>
          <a:xfrm>
            <a:off x="2221387" y="1004799"/>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87" name="TextBox 86">
                <a:extLst>
                  <a:ext uri="{FF2B5EF4-FFF2-40B4-BE49-F238E27FC236}">
                    <a16:creationId xmlns:a16="http://schemas.microsoft.com/office/drawing/2014/main" id="{0DBF5540-7D47-AAC3-06E7-81E01DD14BF1}"/>
                  </a:ext>
                </a:extLst>
              </p:cNvPr>
              <p:cNvSpPr txBox="1"/>
              <p:nvPr/>
            </p:nvSpPr>
            <p:spPr>
              <a:xfrm>
                <a:off x="2166526" y="976223"/>
                <a:ext cx="518558" cy="394019"/>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Dp</m:t>
                          </m:r>
                        </m:sub>
                      </m:sSub>
                    </m:oMath>
                  </m:oMathPara>
                </a14:m>
                <a:endParaRPr lang="en-US" dirty="0">
                  <a:solidFill>
                    <a:schemeClr val="bg1"/>
                  </a:solidFill>
                </a:endParaRPr>
              </a:p>
            </p:txBody>
          </p:sp>
        </mc:Choice>
        <mc:Fallback xmlns="">
          <p:sp>
            <p:nvSpPr>
              <p:cNvPr id="87" name="TextBox 86">
                <a:extLst>
                  <a:ext uri="{FF2B5EF4-FFF2-40B4-BE49-F238E27FC236}">
                    <a16:creationId xmlns:a16="http://schemas.microsoft.com/office/drawing/2014/main" id="{0DBF5540-7D47-AAC3-06E7-81E01DD14BF1}"/>
                  </a:ext>
                </a:extLst>
              </p:cNvPr>
              <p:cNvSpPr txBox="1">
                <a:spLocks noRot="1" noChangeAspect="1" noMove="1" noResize="1" noEditPoints="1" noAdjustHandles="1" noChangeArrowheads="1" noChangeShapeType="1" noTextEdit="1"/>
              </p:cNvSpPr>
              <p:nvPr/>
            </p:nvSpPr>
            <p:spPr>
              <a:xfrm>
                <a:off x="2166526" y="976223"/>
                <a:ext cx="518558" cy="394019"/>
              </a:xfrm>
              <a:prstGeom prst="rect">
                <a:avLst/>
              </a:prstGeom>
              <a:blipFill>
                <a:blip r:embed="rId11"/>
                <a:stretch>
                  <a:fillRect b="-7692"/>
                </a:stretch>
              </a:blipFill>
            </p:spPr>
            <p:txBody>
              <a:bodyPr/>
              <a:lstStyle/>
              <a:p>
                <a:r>
                  <a:rPr lang="en-US">
                    <a:noFill/>
                  </a:rPr>
                  <a:t> </a:t>
                </a:r>
              </a:p>
            </p:txBody>
          </p:sp>
        </mc:Fallback>
      </mc:AlternateContent>
      <p:cxnSp>
        <p:nvCxnSpPr>
          <p:cNvPr id="89" name="Straight Arrow Connector 88">
            <a:extLst>
              <a:ext uri="{FF2B5EF4-FFF2-40B4-BE49-F238E27FC236}">
                <a16:creationId xmlns:a16="http://schemas.microsoft.com/office/drawing/2014/main" id="{3E79A5AE-7165-D50B-D676-5CC6852C01D5}"/>
              </a:ext>
            </a:extLst>
          </p:cNvPr>
          <p:cNvCxnSpPr>
            <a:cxnSpLocks/>
            <a:stCxn id="67" idx="3"/>
            <a:endCxn id="81" idx="2"/>
          </p:cNvCxnSpPr>
          <p:nvPr/>
        </p:nvCxnSpPr>
        <p:spPr>
          <a:xfrm flipV="1">
            <a:off x="593368" y="1191650"/>
            <a:ext cx="458331" cy="339271"/>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0" name="Straight Arrow Connector 89">
            <a:extLst>
              <a:ext uri="{FF2B5EF4-FFF2-40B4-BE49-F238E27FC236}">
                <a16:creationId xmlns:a16="http://schemas.microsoft.com/office/drawing/2014/main" id="{F5AFA85D-1F76-162B-E30E-2C126D9FA43C}"/>
              </a:ext>
            </a:extLst>
          </p:cNvPr>
          <p:cNvCxnSpPr>
            <a:cxnSpLocks/>
            <a:stCxn id="67" idx="3"/>
            <a:endCxn id="83" idx="2"/>
          </p:cNvCxnSpPr>
          <p:nvPr/>
        </p:nvCxnSpPr>
        <p:spPr>
          <a:xfrm>
            <a:off x="593368" y="1530921"/>
            <a:ext cx="561812" cy="554085"/>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1" name="Straight Arrow Connector 90">
            <a:extLst>
              <a:ext uri="{FF2B5EF4-FFF2-40B4-BE49-F238E27FC236}">
                <a16:creationId xmlns:a16="http://schemas.microsoft.com/office/drawing/2014/main" id="{BCE05839-7424-0FCF-D6C0-99888384F61D}"/>
              </a:ext>
            </a:extLst>
          </p:cNvPr>
          <p:cNvCxnSpPr>
            <a:cxnSpLocks/>
            <a:stCxn id="81" idx="6"/>
            <a:endCxn id="86" idx="2"/>
          </p:cNvCxnSpPr>
          <p:nvPr/>
        </p:nvCxnSpPr>
        <p:spPr>
          <a:xfrm>
            <a:off x="1433113" y="1191650"/>
            <a:ext cx="788274" cy="3858"/>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2" name="Straight Arrow Connector 91">
            <a:extLst>
              <a:ext uri="{FF2B5EF4-FFF2-40B4-BE49-F238E27FC236}">
                <a16:creationId xmlns:a16="http://schemas.microsoft.com/office/drawing/2014/main" id="{4FBEDE53-92ED-898E-B7AF-B00C2DA9C757}"/>
              </a:ext>
            </a:extLst>
          </p:cNvPr>
          <p:cNvCxnSpPr>
            <a:cxnSpLocks/>
            <a:stCxn id="83" idx="6"/>
            <a:endCxn id="98" idx="2"/>
          </p:cNvCxnSpPr>
          <p:nvPr/>
        </p:nvCxnSpPr>
        <p:spPr>
          <a:xfrm>
            <a:off x="1536594" y="2085006"/>
            <a:ext cx="1447412" cy="33588"/>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3" name="Straight Arrow Connector 92">
            <a:extLst>
              <a:ext uri="{FF2B5EF4-FFF2-40B4-BE49-F238E27FC236}">
                <a16:creationId xmlns:a16="http://schemas.microsoft.com/office/drawing/2014/main" id="{92BE5EDA-3AA7-BE8C-9206-B9A94B80F47B}"/>
              </a:ext>
            </a:extLst>
          </p:cNvPr>
          <p:cNvCxnSpPr>
            <a:cxnSpLocks/>
            <a:stCxn id="86" idx="6"/>
          </p:cNvCxnSpPr>
          <p:nvPr/>
        </p:nvCxnSpPr>
        <p:spPr>
          <a:xfrm>
            <a:off x="2602801" y="1195507"/>
            <a:ext cx="1532016" cy="14542"/>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94" name="TextBox 93">
                <a:extLst>
                  <a:ext uri="{FF2B5EF4-FFF2-40B4-BE49-F238E27FC236}">
                    <a16:creationId xmlns:a16="http://schemas.microsoft.com/office/drawing/2014/main" id="{CFA788FC-3D68-88CC-036F-A938B7EEA7B5}"/>
                  </a:ext>
                </a:extLst>
              </p:cNvPr>
              <p:cNvSpPr txBox="1"/>
              <p:nvPr/>
            </p:nvSpPr>
            <p:spPr>
              <a:xfrm>
                <a:off x="2910701" y="827267"/>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d</m:t>
                          </m:r>
                        </m:sub>
                      </m:sSub>
                    </m:oMath>
                  </m:oMathPara>
                </a14:m>
                <a:endParaRPr lang="en-US" dirty="0">
                  <a:solidFill>
                    <a:schemeClr val="tx1"/>
                  </a:solidFill>
                </a:endParaRPr>
              </a:p>
            </p:txBody>
          </p:sp>
        </mc:Choice>
        <mc:Fallback xmlns="">
          <p:sp>
            <p:nvSpPr>
              <p:cNvPr id="94" name="TextBox 93">
                <a:extLst>
                  <a:ext uri="{FF2B5EF4-FFF2-40B4-BE49-F238E27FC236}">
                    <a16:creationId xmlns:a16="http://schemas.microsoft.com/office/drawing/2014/main" id="{CFA788FC-3D68-88CC-036F-A938B7EEA7B5}"/>
                  </a:ext>
                </a:extLst>
              </p:cNvPr>
              <p:cNvSpPr txBox="1">
                <a:spLocks noRot="1" noChangeAspect="1" noMove="1" noResize="1" noEditPoints="1" noAdjustHandles="1" noChangeArrowheads="1" noChangeShapeType="1" noTextEdit="1"/>
              </p:cNvSpPr>
              <p:nvPr/>
            </p:nvSpPr>
            <p:spPr>
              <a:xfrm>
                <a:off x="2910701" y="827267"/>
                <a:ext cx="507796" cy="369332"/>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5" name="TextBox 94">
                <a:extLst>
                  <a:ext uri="{FF2B5EF4-FFF2-40B4-BE49-F238E27FC236}">
                    <a16:creationId xmlns:a16="http://schemas.microsoft.com/office/drawing/2014/main" id="{C1DBF29D-114F-E37C-9C6C-63A6FEA67AF7}"/>
                  </a:ext>
                </a:extLst>
              </p:cNvPr>
              <p:cNvSpPr txBox="1"/>
              <p:nvPr/>
            </p:nvSpPr>
            <p:spPr>
              <a:xfrm>
                <a:off x="1551725" y="814672"/>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Df</m:t>
                          </m:r>
                        </m:sub>
                      </m:sSub>
                    </m:oMath>
                  </m:oMathPara>
                </a14:m>
                <a:endParaRPr lang="en-US" dirty="0">
                  <a:solidFill>
                    <a:schemeClr val="tx1"/>
                  </a:solidFill>
                </a:endParaRPr>
              </a:p>
            </p:txBody>
          </p:sp>
        </mc:Choice>
        <mc:Fallback xmlns="">
          <p:sp>
            <p:nvSpPr>
              <p:cNvPr id="95" name="TextBox 94">
                <a:extLst>
                  <a:ext uri="{FF2B5EF4-FFF2-40B4-BE49-F238E27FC236}">
                    <a16:creationId xmlns:a16="http://schemas.microsoft.com/office/drawing/2014/main" id="{C1DBF29D-114F-E37C-9C6C-63A6FEA67AF7}"/>
                  </a:ext>
                </a:extLst>
              </p:cNvPr>
              <p:cNvSpPr txBox="1">
                <a:spLocks noRot="1" noChangeAspect="1" noMove="1" noResize="1" noEditPoints="1" noAdjustHandles="1" noChangeArrowheads="1" noChangeShapeType="1" noTextEdit="1"/>
              </p:cNvSpPr>
              <p:nvPr/>
            </p:nvSpPr>
            <p:spPr>
              <a:xfrm>
                <a:off x="1551725" y="814672"/>
                <a:ext cx="507796" cy="369332"/>
              </a:xfrm>
              <a:prstGeom prst="rect">
                <a:avLst/>
              </a:prstGeom>
              <a:blipFill>
                <a:blip r:embed="rId13"/>
                <a:stretch>
                  <a:fillRect r="-481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7" name="TextBox 96">
                <a:extLst>
                  <a:ext uri="{FF2B5EF4-FFF2-40B4-BE49-F238E27FC236}">
                    <a16:creationId xmlns:a16="http://schemas.microsoft.com/office/drawing/2014/main" id="{5E3281EE-D56A-BB9D-E988-88307077D946}"/>
                  </a:ext>
                </a:extLst>
              </p:cNvPr>
              <p:cNvSpPr txBox="1"/>
              <p:nvPr/>
            </p:nvSpPr>
            <p:spPr>
              <a:xfrm>
                <a:off x="1957366" y="2049302"/>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Ds</m:t>
                          </m:r>
                        </m:sub>
                      </m:sSub>
                    </m:oMath>
                  </m:oMathPara>
                </a14:m>
                <a:endParaRPr lang="en-US" dirty="0">
                  <a:solidFill>
                    <a:schemeClr val="tx1"/>
                  </a:solidFill>
                </a:endParaRPr>
              </a:p>
            </p:txBody>
          </p:sp>
        </mc:Choice>
        <mc:Fallback xmlns="">
          <p:sp>
            <p:nvSpPr>
              <p:cNvPr id="97" name="TextBox 96">
                <a:extLst>
                  <a:ext uri="{FF2B5EF4-FFF2-40B4-BE49-F238E27FC236}">
                    <a16:creationId xmlns:a16="http://schemas.microsoft.com/office/drawing/2014/main" id="{5E3281EE-D56A-BB9D-E988-88307077D946}"/>
                  </a:ext>
                </a:extLst>
              </p:cNvPr>
              <p:cNvSpPr txBox="1">
                <a:spLocks noRot="1" noChangeAspect="1" noMove="1" noResize="1" noEditPoints="1" noAdjustHandles="1" noChangeArrowheads="1" noChangeShapeType="1" noTextEdit="1"/>
              </p:cNvSpPr>
              <p:nvPr/>
            </p:nvSpPr>
            <p:spPr>
              <a:xfrm>
                <a:off x="1957366" y="2049302"/>
                <a:ext cx="507796" cy="369332"/>
              </a:xfrm>
              <a:prstGeom prst="rect">
                <a:avLst/>
              </a:prstGeom>
              <a:blipFill>
                <a:blip r:embed="rId14"/>
                <a:stretch>
                  <a:fillRect r="-8434"/>
                </a:stretch>
              </a:blipFill>
            </p:spPr>
            <p:txBody>
              <a:bodyPr/>
              <a:lstStyle/>
              <a:p>
                <a:r>
                  <a:rPr lang="en-US">
                    <a:noFill/>
                  </a:rPr>
                  <a:t> </a:t>
                </a:r>
              </a:p>
            </p:txBody>
          </p:sp>
        </mc:Fallback>
      </mc:AlternateContent>
      <p:sp>
        <p:nvSpPr>
          <p:cNvPr id="98" name="Oval 97">
            <a:extLst>
              <a:ext uri="{FF2B5EF4-FFF2-40B4-BE49-F238E27FC236}">
                <a16:creationId xmlns:a16="http://schemas.microsoft.com/office/drawing/2014/main" id="{3DDB9F0E-27F1-E695-B5D0-115B7AED977C}"/>
              </a:ext>
            </a:extLst>
          </p:cNvPr>
          <p:cNvSpPr>
            <a:spLocks noChangeAspect="1"/>
          </p:cNvSpPr>
          <p:nvPr/>
        </p:nvSpPr>
        <p:spPr>
          <a:xfrm>
            <a:off x="2984006" y="1927886"/>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100" name="TextBox 99">
                <a:extLst>
                  <a:ext uri="{FF2B5EF4-FFF2-40B4-BE49-F238E27FC236}">
                    <a16:creationId xmlns:a16="http://schemas.microsoft.com/office/drawing/2014/main" id="{C869B015-8C34-5B5D-0BC5-F3CCDD579AB6}"/>
                  </a:ext>
                </a:extLst>
              </p:cNvPr>
              <p:cNvSpPr txBox="1"/>
              <p:nvPr/>
            </p:nvSpPr>
            <p:spPr>
              <a:xfrm>
                <a:off x="2918451" y="1889534"/>
                <a:ext cx="518558"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Di</m:t>
                          </m:r>
                        </m:sub>
                      </m:sSub>
                    </m:oMath>
                  </m:oMathPara>
                </a14:m>
                <a:endParaRPr lang="en-US" dirty="0">
                  <a:solidFill>
                    <a:schemeClr val="bg1"/>
                  </a:solidFill>
                </a:endParaRPr>
              </a:p>
            </p:txBody>
          </p:sp>
        </mc:Choice>
        <mc:Fallback xmlns="">
          <p:sp>
            <p:nvSpPr>
              <p:cNvPr id="100" name="TextBox 99">
                <a:extLst>
                  <a:ext uri="{FF2B5EF4-FFF2-40B4-BE49-F238E27FC236}">
                    <a16:creationId xmlns:a16="http://schemas.microsoft.com/office/drawing/2014/main" id="{C869B015-8C34-5B5D-0BC5-F3CCDD579AB6}"/>
                  </a:ext>
                </a:extLst>
              </p:cNvPr>
              <p:cNvSpPr txBox="1">
                <a:spLocks noRot="1" noChangeAspect="1" noMove="1" noResize="1" noEditPoints="1" noAdjustHandles="1" noChangeArrowheads="1" noChangeShapeType="1" noTextEdit="1"/>
              </p:cNvSpPr>
              <p:nvPr/>
            </p:nvSpPr>
            <p:spPr>
              <a:xfrm>
                <a:off x="2918451" y="1889534"/>
                <a:ext cx="518558" cy="369332"/>
              </a:xfrm>
              <a:prstGeom prst="rect">
                <a:avLst/>
              </a:prstGeom>
              <a:blipFill>
                <a:blip r:embed="rId15"/>
                <a:stretch>
                  <a:fillRect/>
                </a:stretch>
              </a:blipFill>
            </p:spPr>
            <p:txBody>
              <a:bodyPr/>
              <a:lstStyle/>
              <a:p>
                <a:r>
                  <a:rPr lang="en-US">
                    <a:noFill/>
                  </a:rPr>
                  <a:t> </a:t>
                </a:r>
              </a:p>
            </p:txBody>
          </p:sp>
        </mc:Fallback>
      </mc:AlternateContent>
      <p:cxnSp>
        <p:nvCxnSpPr>
          <p:cNvPr id="101" name="Straight Arrow Connector 100">
            <a:extLst>
              <a:ext uri="{FF2B5EF4-FFF2-40B4-BE49-F238E27FC236}">
                <a16:creationId xmlns:a16="http://schemas.microsoft.com/office/drawing/2014/main" id="{60416A44-F4A9-2D19-5B65-D67C1D80E334}"/>
              </a:ext>
            </a:extLst>
          </p:cNvPr>
          <p:cNvCxnSpPr>
            <a:cxnSpLocks/>
            <a:stCxn id="94" idx="2"/>
            <a:endCxn id="98" idx="0"/>
          </p:cNvCxnSpPr>
          <p:nvPr/>
        </p:nvCxnSpPr>
        <p:spPr>
          <a:xfrm>
            <a:off x="3164599" y="1196599"/>
            <a:ext cx="10114" cy="731287"/>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09" name="TextBox 108">
                <a:extLst>
                  <a:ext uri="{FF2B5EF4-FFF2-40B4-BE49-F238E27FC236}">
                    <a16:creationId xmlns:a16="http://schemas.microsoft.com/office/drawing/2014/main" id="{86E331EC-D004-5A8A-A4F8-FB9648932635}"/>
                  </a:ext>
                </a:extLst>
              </p:cNvPr>
              <p:cNvSpPr txBox="1"/>
              <p:nvPr/>
            </p:nvSpPr>
            <p:spPr>
              <a:xfrm>
                <a:off x="3796741" y="718517"/>
                <a:ext cx="578427" cy="400110"/>
              </a:xfrm>
              <a:prstGeom prst="rect">
                <a:avLst/>
              </a:prstGeom>
              <a:noFill/>
            </p:spPr>
            <p:txBody>
              <a:bodyPr wrap="none" rtlCol="0">
                <a:spAutoFit/>
              </a:bodyPr>
              <a:lstStyle/>
              <a:p>
                <a:pPr/>
                <a14:m>
                  <m:oMathPara xmlns:m="http://schemas.openxmlformats.org/officeDocument/2006/math">
                    <m:oMath>
                      <m:sSub>
                        <m:sSubPr>
                          <m:ctrlPr>
                            <a:rPr lang="de-DE" sz="2000" b="0" i="1" smtClean="0">
                              <a:latin typeface="Cambria Math" panose="02040503050406030204" pitchFamily="18" charset="0"/>
                            </a:rPr>
                          </m:ctrlPr>
                        </m:sSubPr>
                        <m:e>
                          <m:r>
                            <m:rPr>
                              <m:sty m:val="p"/>
                            </m:rPr>
                            <a:rPr lang="de-DE" sz="2000" b="0" i="1" smtClean="0">
                              <a:latin typeface="Cambria Math" panose="02040503050406030204" pitchFamily="18" charset="0"/>
                            </a:rPr>
                            <m:t>m</m:t>
                          </m:r>
                        </m:e>
                        <m:sub>
                          <m:r>
                            <m:rPr>
                              <m:sty m:val="p"/>
                            </m:rPr>
                            <a:rPr lang="de-DE" sz="2000" b="0" i="1" smtClean="0">
                              <a:latin typeface="Cambria Math" panose="02040503050406030204" pitchFamily="18" charset="0"/>
                            </a:rPr>
                            <m:t>d</m:t>
                          </m:r>
                        </m:sub>
                      </m:sSub>
                    </m:oMath>
                  </m:oMathPara>
                </a14:m>
                <a:endParaRPr lang="en-US" sz="2000" dirty="0"/>
              </a:p>
            </p:txBody>
          </p:sp>
        </mc:Choice>
        <mc:Fallback xmlns="">
          <p:sp>
            <p:nvSpPr>
              <p:cNvPr id="109" name="TextBox 108">
                <a:extLst>
                  <a:ext uri="{FF2B5EF4-FFF2-40B4-BE49-F238E27FC236}">
                    <a16:creationId xmlns:a16="http://schemas.microsoft.com/office/drawing/2014/main" id="{86E331EC-D004-5A8A-A4F8-FB9648932635}"/>
                  </a:ext>
                </a:extLst>
              </p:cNvPr>
              <p:cNvSpPr txBox="1">
                <a:spLocks noRot="1" noChangeAspect="1" noMove="1" noResize="1" noEditPoints="1" noAdjustHandles="1" noChangeArrowheads="1" noChangeShapeType="1" noTextEdit="1"/>
              </p:cNvSpPr>
              <p:nvPr/>
            </p:nvSpPr>
            <p:spPr>
              <a:xfrm>
                <a:off x="3796741" y="718517"/>
                <a:ext cx="578427" cy="400110"/>
              </a:xfrm>
              <a:prstGeom prst="rect">
                <a:avLst/>
              </a:prstGeom>
              <a:blipFill>
                <a:blip r:embed="rId1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2" name="TextBox 111">
                <a:extLst>
                  <a:ext uri="{FF2B5EF4-FFF2-40B4-BE49-F238E27FC236}">
                    <a16:creationId xmlns:a16="http://schemas.microsoft.com/office/drawing/2014/main" id="{83155CBD-28E6-14A1-D700-BF4AC976EEEF}"/>
                  </a:ext>
                </a:extLst>
              </p:cNvPr>
              <p:cNvSpPr txBox="1"/>
              <p:nvPr/>
            </p:nvSpPr>
            <p:spPr>
              <a:xfrm>
                <a:off x="7415254" y="175204"/>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c</m:t>
                          </m:r>
                        </m:sub>
                      </m:sSub>
                    </m:oMath>
                  </m:oMathPara>
                </a14:m>
                <a:endParaRPr lang="en-US" dirty="0">
                  <a:solidFill>
                    <a:schemeClr val="tx1"/>
                  </a:solidFill>
                </a:endParaRPr>
              </a:p>
            </p:txBody>
          </p:sp>
        </mc:Choice>
        <mc:Fallback xmlns="">
          <p:sp>
            <p:nvSpPr>
              <p:cNvPr id="112" name="TextBox 111">
                <a:extLst>
                  <a:ext uri="{FF2B5EF4-FFF2-40B4-BE49-F238E27FC236}">
                    <a16:creationId xmlns:a16="http://schemas.microsoft.com/office/drawing/2014/main" id="{83155CBD-28E6-14A1-D700-BF4AC976EEEF}"/>
                  </a:ext>
                </a:extLst>
              </p:cNvPr>
              <p:cNvSpPr txBox="1">
                <a:spLocks noRot="1" noChangeAspect="1" noMove="1" noResize="1" noEditPoints="1" noAdjustHandles="1" noChangeArrowheads="1" noChangeShapeType="1" noTextEdit="1"/>
              </p:cNvSpPr>
              <p:nvPr/>
            </p:nvSpPr>
            <p:spPr>
              <a:xfrm>
                <a:off x="7415254" y="175204"/>
                <a:ext cx="507796" cy="369332"/>
              </a:xfrm>
              <a:prstGeom prst="rect">
                <a:avLst/>
              </a:prstGeom>
              <a:blipFill>
                <a:blip r:embed="rId17"/>
                <a:stretch>
                  <a:fillRect/>
                </a:stretch>
              </a:blipFill>
            </p:spPr>
            <p:txBody>
              <a:bodyPr/>
              <a:lstStyle/>
              <a:p>
                <a:r>
                  <a:rPr lang="en-US">
                    <a:noFill/>
                  </a:rPr>
                  <a:t> </a:t>
                </a:r>
              </a:p>
            </p:txBody>
          </p:sp>
        </mc:Fallback>
      </mc:AlternateContent>
      <p:sp>
        <p:nvSpPr>
          <p:cNvPr id="30" name="Oval 29">
            <a:extLst>
              <a:ext uri="{FF2B5EF4-FFF2-40B4-BE49-F238E27FC236}">
                <a16:creationId xmlns:a16="http://schemas.microsoft.com/office/drawing/2014/main" id="{9C9D095C-B2A5-C512-C4C2-D981319AC091}"/>
              </a:ext>
            </a:extLst>
          </p:cNvPr>
          <p:cNvSpPr>
            <a:spLocks noChangeAspect="1"/>
          </p:cNvSpPr>
          <p:nvPr/>
        </p:nvSpPr>
        <p:spPr>
          <a:xfrm>
            <a:off x="9575979" y="144458"/>
            <a:ext cx="410141" cy="41014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1" name="Oval 30">
            <a:extLst>
              <a:ext uri="{FF2B5EF4-FFF2-40B4-BE49-F238E27FC236}">
                <a16:creationId xmlns:a16="http://schemas.microsoft.com/office/drawing/2014/main" id="{633F664E-D92E-CFD0-B7B0-1AFCDD8E89CE}"/>
              </a:ext>
            </a:extLst>
          </p:cNvPr>
          <p:cNvSpPr>
            <a:spLocks noChangeAspect="1"/>
          </p:cNvSpPr>
          <p:nvPr/>
        </p:nvSpPr>
        <p:spPr>
          <a:xfrm>
            <a:off x="9585689" y="2015561"/>
            <a:ext cx="410141" cy="41014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32" name="Straight Arrow Connector 31">
            <a:extLst>
              <a:ext uri="{FF2B5EF4-FFF2-40B4-BE49-F238E27FC236}">
                <a16:creationId xmlns:a16="http://schemas.microsoft.com/office/drawing/2014/main" id="{0268536E-939C-19E5-311F-A2EAE4815170}"/>
              </a:ext>
            </a:extLst>
          </p:cNvPr>
          <p:cNvCxnSpPr>
            <a:cxnSpLocks/>
            <a:stCxn id="31" idx="6"/>
            <a:endCxn id="43" idx="3"/>
          </p:cNvCxnSpPr>
          <p:nvPr/>
        </p:nvCxnSpPr>
        <p:spPr>
          <a:xfrm flipV="1">
            <a:off x="9995830" y="1422412"/>
            <a:ext cx="806857" cy="798219"/>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a16="http://schemas.microsoft.com/office/drawing/2014/main" id="{7F8379BB-1BEC-6BC7-9043-DCFD694B5AFD}"/>
              </a:ext>
            </a:extLst>
          </p:cNvPr>
          <p:cNvCxnSpPr>
            <a:cxnSpLocks/>
            <a:stCxn id="30" idx="6"/>
            <a:endCxn id="43" idx="1"/>
          </p:cNvCxnSpPr>
          <p:nvPr/>
        </p:nvCxnSpPr>
        <p:spPr>
          <a:xfrm>
            <a:off x="9986120" y="349529"/>
            <a:ext cx="816567" cy="78287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3AFC0045-44E4-76A0-DCDA-AD0E99EC8A4C}"/>
                  </a:ext>
                </a:extLst>
              </p:cNvPr>
              <p:cNvSpPr txBox="1"/>
              <p:nvPr/>
            </p:nvSpPr>
            <p:spPr>
              <a:xfrm>
                <a:off x="10078291" y="242332"/>
                <a:ext cx="855270"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Nc</m:t>
                          </m:r>
                        </m:sub>
                      </m:sSub>
                    </m:oMath>
                  </m:oMathPara>
                </a14:m>
                <a:endParaRPr lang="en-US" dirty="0">
                  <a:solidFill>
                    <a:schemeClr val="tx1"/>
                  </a:solidFill>
                </a:endParaRPr>
              </a:p>
            </p:txBody>
          </p:sp>
        </mc:Choice>
        <mc:Fallback xmlns="">
          <p:sp>
            <p:nvSpPr>
              <p:cNvPr id="34" name="TextBox 33">
                <a:extLst>
                  <a:ext uri="{FF2B5EF4-FFF2-40B4-BE49-F238E27FC236}">
                    <a16:creationId xmlns:a16="http://schemas.microsoft.com/office/drawing/2014/main" id="{3AFC0045-44E4-76A0-DCDA-AD0E99EC8A4C}"/>
                  </a:ext>
                </a:extLst>
              </p:cNvPr>
              <p:cNvSpPr txBox="1">
                <a:spLocks noRot="1" noChangeAspect="1" noMove="1" noResize="1" noEditPoints="1" noAdjustHandles="1" noChangeArrowheads="1" noChangeShapeType="1" noTextEdit="1"/>
              </p:cNvSpPr>
              <p:nvPr/>
            </p:nvSpPr>
            <p:spPr>
              <a:xfrm>
                <a:off x="10078291" y="242332"/>
                <a:ext cx="855270" cy="369332"/>
              </a:xfrm>
              <a:prstGeom prst="rect">
                <a:avLst/>
              </a:prstGeom>
              <a:blipFill>
                <a:blip r:embed="rId1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8B7E2CFE-B290-EDF3-7CA3-B34CA00BE72D}"/>
                  </a:ext>
                </a:extLst>
              </p:cNvPr>
              <p:cNvSpPr txBox="1"/>
              <p:nvPr/>
            </p:nvSpPr>
            <p:spPr>
              <a:xfrm>
                <a:off x="10136554" y="1770391"/>
                <a:ext cx="855270"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Nc</m:t>
                          </m:r>
                        </m:sub>
                      </m:sSub>
                    </m:oMath>
                  </m:oMathPara>
                </a14:m>
                <a:endParaRPr lang="en-US" dirty="0">
                  <a:solidFill>
                    <a:schemeClr val="tx1"/>
                  </a:solidFill>
                </a:endParaRPr>
              </a:p>
            </p:txBody>
          </p:sp>
        </mc:Choice>
        <mc:Fallback xmlns="">
          <p:sp>
            <p:nvSpPr>
              <p:cNvPr id="35" name="TextBox 34">
                <a:extLst>
                  <a:ext uri="{FF2B5EF4-FFF2-40B4-BE49-F238E27FC236}">
                    <a16:creationId xmlns:a16="http://schemas.microsoft.com/office/drawing/2014/main" id="{8B7E2CFE-B290-EDF3-7CA3-B34CA00BE72D}"/>
                  </a:ext>
                </a:extLst>
              </p:cNvPr>
              <p:cNvSpPr txBox="1">
                <a:spLocks noRot="1" noChangeAspect="1" noMove="1" noResize="1" noEditPoints="1" noAdjustHandles="1" noChangeArrowheads="1" noChangeShapeType="1" noTextEdit="1"/>
              </p:cNvSpPr>
              <p:nvPr/>
            </p:nvSpPr>
            <p:spPr>
              <a:xfrm>
                <a:off x="10136554" y="1770391"/>
                <a:ext cx="855270" cy="369332"/>
              </a:xfrm>
              <a:prstGeom prst="rect">
                <a:avLst/>
              </a:prstGeom>
              <a:blipFill>
                <a:blip r:embed="rId1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1AC2008C-6694-3401-3B06-1FB6B77A4C69}"/>
                  </a:ext>
                </a:extLst>
              </p:cNvPr>
              <p:cNvSpPr txBox="1"/>
              <p:nvPr/>
            </p:nvSpPr>
            <p:spPr>
              <a:xfrm>
                <a:off x="8973206" y="595408"/>
                <a:ext cx="855270"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Na</m:t>
                          </m:r>
                        </m:sub>
                      </m:sSub>
                    </m:oMath>
                  </m:oMathPara>
                </a14:m>
                <a:endParaRPr lang="en-US" dirty="0">
                  <a:solidFill>
                    <a:schemeClr val="tx1"/>
                  </a:solidFill>
                </a:endParaRPr>
              </a:p>
            </p:txBody>
          </p:sp>
        </mc:Choice>
        <mc:Fallback xmlns="">
          <p:sp>
            <p:nvSpPr>
              <p:cNvPr id="36" name="TextBox 35">
                <a:extLst>
                  <a:ext uri="{FF2B5EF4-FFF2-40B4-BE49-F238E27FC236}">
                    <a16:creationId xmlns:a16="http://schemas.microsoft.com/office/drawing/2014/main" id="{1AC2008C-6694-3401-3B06-1FB6B77A4C69}"/>
                  </a:ext>
                </a:extLst>
              </p:cNvPr>
              <p:cNvSpPr txBox="1">
                <a:spLocks noRot="1" noChangeAspect="1" noMove="1" noResize="1" noEditPoints="1" noAdjustHandles="1" noChangeArrowheads="1" noChangeShapeType="1" noTextEdit="1"/>
              </p:cNvSpPr>
              <p:nvPr/>
            </p:nvSpPr>
            <p:spPr>
              <a:xfrm>
                <a:off x="8973206" y="595408"/>
                <a:ext cx="855270" cy="369332"/>
              </a:xfrm>
              <a:prstGeom prst="rect">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90CDC10C-7C17-969E-ACE7-9205A2255F13}"/>
                  </a:ext>
                </a:extLst>
              </p:cNvPr>
              <p:cNvSpPr txBox="1"/>
              <p:nvPr/>
            </p:nvSpPr>
            <p:spPr>
              <a:xfrm>
                <a:off x="8905458" y="1506194"/>
                <a:ext cx="855270"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Nb</m:t>
                          </m:r>
                        </m:sub>
                      </m:sSub>
                    </m:oMath>
                  </m:oMathPara>
                </a14:m>
                <a:endParaRPr lang="en-US" dirty="0">
                  <a:solidFill>
                    <a:schemeClr val="tx1"/>
                  </a:solidFill>
                </a:endParaRPr>
              </a:p>
            </p:txBody>
          </p:sp>
        </mc:Choice>
        <mc:Fallback xmlns="">
          <p:sp>
            <p:nvSpPr>
              <p:cNvPr id="37" name="TextBox 36">
                <a:extLst>
                  <a:ext uri="{FF2B5EF4-FFF2-40B4-BE49-F238E27FC236}">
                    <a16:creationId xmlns:a16="http://schemas.microsoft.com/office/drawing/2014/main" id="{90CDC10C-7C17-969E-ACE7-9205A2255F13}"/>
                  </a:ext>
                </a:extLst>
              </p:cNvPr>
              <p:cNvSpPr txBox="1">
                <a:spLocks noRot="1" noChangeAspect="1" noMove="1" noResize="1" noEditPoints="1" noAdjustHandles="1" noChangeArrowheads="1" noChangeShapeType="1" noTextEdit="1"/>
              </p:cNvSpPr>
              <p:nvPr/>
            </p:nvSpPr>
            <p:spPr>
              <a:xfrm>
                <a:off x="8905458" y="1506194"/>
                <a:ext cx="855270" cy="369332"/>
              </a:xfrm>
              <a:prstGeom prst="rect">
                <a:avLst/>
              </a:prstGeom>
              <a:blipFill>
                <a:blip r:embed="rId21"/>
                <a:stretch>
                  <a:fillRect/>
                </a:stretch>
              </a:blipFill>
            </p:spPr>
            <p:txBody>
              <a:bodyPr/>
              <a:lstStyle/>
              <a:p>
                <a:r>
                  <a:rPr lang="en-US">
                    <a:noFill/>
                  </a:rPr>
                  <a:t> </a:t>
                </a:r>
              </a:p>
            </p:txBody>
          </p:sp>
        </mc:Fallback>
      </mc:AlternateContent>
      <p:cxnSp>
        <p:nvCxnSpPr>
          <p:cNvPr id="39" name="Straight Arrow Connector 38">
            <a:extLst>
              <a:ext uri="{FF2B5EF4-FFF2-40B4-BE49-F238E27FC236}">
                <a16:creationId xmlns:a16="http://schemas.microsoft.com/office/drawing/2014/main" id="{8F1AB249-55B1-B6F6-6FFF-CE106B6F8920}"/>
              </a:ext>
            </a:extLst>
          </p:cNvPr>
          <p:cNvCxnSpPr>
            <a:cxnSpLocks/>
            <a:endCxn id="30" idx="2"/>
          </p:cNvCxnSpPr>
          <p:nvPr/>
        </p:nvCxnSpPr>
        <p:spPr>
          <a:xfrm flipV="1">
            <a:off x="8506271" y="349529"/>
            <a:ext cx="1069708" cy="899809"/>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E8A99A79-659E-8138-7664-DA1EE8C7664F}"/>
                  </a:ext>
                </a:extLst>
              </p:cNvPr>
              <p:cNvSpPr txBox="1"/>
              <p:nvPr/>
            </p:nvSpPr>
            <p:spPr>
              <a:xfrm>
                <a:off x="7804966" y="787250"/>
                <a:ext cx="546041"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c</m:t>
                          </m:r>
                        </m:sub>
                      </m:sSub>
                    </m:oMath>
                  </m:oMathPara>
                </a14:m>
                <a:endParaRPr lang="en-US" dirty="0">
                  <a:solidFill>
                    <a:schemeClr val="tx1"/>
                  </a:solidFill>
                </a:endParaRPr>
              </a:p>
            </p:txBody>
          </p:sp>
        </mc:Choice>
        <mc:Fallback xmlns="">
          <p:sp>
            <p:nvSpPr>
              <p:cNvPr id="40" name="TextBox 39">
                <a:extLst>
                  <a:ext uri="{FF2B5EF4-FFF2-40B4-BE49-F238E27FC236}">
                    <a16:creationId xmlns:a16="http://schemas.microsoft.com/office/drawing/2014/main" id="{E8A99A79-659E-8138-7664-DA1EE8C7664F}"/>
                  </a:ext>
                </a:extLst>
              </p:cNvPr>
              <p:cNvSpPr txBox="1">
                <a:spLocks noRot="1" noChangeAspect="1" noMove="1" noResize="1" noEditPoints="1" noAdjustHandles="1" noChangeArrowheads="1" noChangeShapeType="1" noTextEdit="1"/>
              </p:cNvSpPr>
              <p:nvPr/>
            </p:nvSpPr>
            <p:spPr>
              <a:xfrm>
                <a:off x="7804966" y="787250"/>
                <a:ext cx="546041" cy="369332"/>
              </a:xfrm>
              <a:prstGeom prst="rect">
                <a:avLst/>
              </a:prstGeom>
              <a:blipFill>
                <a:blip r:embed="rId22"/>
                <a:stretch>
                  <a:fillRect/>
                </a:stretch>
              </a:blipFill>
            </p:spPr>
            <p:txBody>
              <a:bodyPr/>
              <a:lstStyle/>
              <a:p>
                <a:r>
                  <a:rPr lang="en-US">
                    <a:noFill/>
                  </a:rPr>
                  <a:t> </a:t>
                </a:r>
              </a:p>
            </p:txBody>
          </p:sp>
        </mc:Fallback>
      </mc:AlternateContent>
      <p:cxnSp>
        <p:nvCxnSpPr>
          <p:cNvPr id="41" name="Straight Arrow Connector 40">
            <a:extLst>
              <a:ext uri="{FF2B5EF4-FFF2-40B4-BE49-F238E27FC236}">
                <a16:creationId xmlns:a16="http://schemas.microsoft.com/office/drawing/2014/main" id="{FF849B1E-F9B2-E791-C45C-4291DC24E5A2}"/>
              </a:ext>
            </a:extLst>
          </p:cNvPr>
          <p:cNvCxnSpPr>
            <a:cxnSpLocks/>
          </p:cNvCxnSpPr>
          <p:nvPr/>
        </p:nvCxnSpPr>
        <p:spPr>
          <a:xfrm>
            <a:off x="7765437" y="1233701"/>
            <a:ext cx="740834" cy="1289"/>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42" name="Straight Arrow Connector 41">
            <a:extLst>
              <a:ext uri="{FF2B5EF4-FFF2-40B4-BE49-F238E27FC236}">
                <a16:creationId xmlns:a16="http://schemas.microsoft.com/office/drawing/2014/main" id="{271A7B0C-A8FC-3EDB-41D6-AFFCE1CFDF0F}"/>
              </a:ext>
            </a:extLst>
          </p:cNvPr>
          <p:cNvCxnSpPr>
            <a:cxnSpLocks/>
            <a:endCxn id="31" idx="2"/>
          </p:cNvCxnSpPr>
          <p:nvPr/>
        </p:nvCxnSpPr>
        <p:spPr>
          <a:xfrm>
            <a:off x="8515981" y="1261123"/>
            <a:ext cx="1069708" cy="959509"/>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sp>
        <p:nvSpPr>
          <p:cNvPr id="43" name="Oval 42">
            <a:extLst>
              <a:ext uri="{FF2B5EF4-FFF2-40B4-BE49-F238E27FC236}">
                <a16:creationId xmlns:a16="http://schemas.microsoft.com/office/drawing/2014/main" id="{F0865F7C-F396-D128-EEED-7089CFC4CDF8}"/>
              </a:ext>
            </a:extLst>
          </p:cNvPr>
          <p:cNvSpPr>
            <a:spLocks noChangeAspect="1"/>
          </p:cNvSpPr>
          <p:nvPr/>
        </p:nvSpPr>
        <p:spPr>
          <a:xfrm>
            <a:off x="10742623" y="1072335"/>
            <a:ext cx="410141" cy="41014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44" name="Straight Arrow Connector 43">
            <a:extLst>
              <a:ext uri="{FF2B5EF4-FFF2-40B4-BE49-F238E27FC236}">
                <a16:creationId xmlns:a16="http://schemas.microsoft.com/office/drawing/2014/main" id="{099E4581-01EF-7407-FFD9-DAF580E71CB6}"/>
              </a:ext>
            </a:extLst>
          </p:cNvPr>
          <p:cNvCxnSpPr>
            <a:cxnSpLocks/>
          </p:cNvCxnSpPr>
          <p:nvPr/>
        </p:nvCxnSpPr>
        <p:spPr>
          <a:xfrm flipV="1">
            <a:off x="11152764" y="1261123"/>
            <a:ext cx="782058" cy="16282"/>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C37524BF-A890-E0F2-9C12-3A9673032767}"/>
                  </a:ext>
                </a:extLst>
              </p:cNvPr>
              <p:cNvSpPr txBox="1"/>
              <p:nvPr/>
            </p:nvSpPr>
            <p:spPr>
              <a:xfrm>
                <a:off x="11375112" y="854140"/>
                <a:ext cx="524049" cy="369332"/>
              </a:xfrm>
              <a:prstGeom prst="rect">
                <a:avLst/>
              </a:prstGeom>
              <a:noFill/>
            </p:spPr>
            <p:txBody>
              <a:bodyPr wrap="square">
                <a:spAutoFit/>
              </a:bodyPr>
              <a:lstStyle/>
              <a:p>
                <a:pPr/>
                <a14:m>
                  <m:oMathPara xmlns:m="http://schemas.openxmlformats.org/officeDocument/2006/math">
                    <m:oMath>
                      <m:sSub>
                        <m:sSubPr>
                          <m:ctrlPr>
                            <a:rPr lang="de-DE" b="0" i="1" smtClean="0">
                              <a:latin typeface="Cambria Math" panose="02040503050406030204" pitchFamily="18" charset="0"/>
                            </a:rPr>
                          </m:ctrlPr>
                        </m:sSubPr>
                        <m:e>
                          <m:r>
                            <m:rPr>
                              <m:sty m:val="p"/>
                            </m:rPr>
                            <a:rPr lang="de-DE" b="0" i="1" smtClean="0">
                              <a:latin typeface="Cambria Math" panose="02040503050406030204" pitchFamily="18" charset="0"/>
                            </a:rPr>
                            <m:t>m</m:t>
                          </m:r>
                        </m:e>
                        <m:sub>
                          <m:r>
                            <m:rPr>
                              <m:sty m:val="p"/>
                            </m:rPr>
                            <a:rPr lang="de-DE" b="0" i="1" smtClean="0">
                              <a:latin typeface="Cambria Math" panose="02040503050406030204" pitchFamily="18" charset="0"/>
                            </a:rPr>
                            <m:t>out</m:t>
                          </m:r>
                        </m:sub>
                      </m:sSub>
                    </m:oMath>
                  </m:oMathPara>
                </a14:m>
                <a:endParaRPr lang="en-US" dirty="0"/>
              </a:p>
            </p:txBody>
          </p:sp>
        </mc:Choice>
        <mc:Fallback xmlns="">
          <p:sp>
            <p:nvSpPr>
              <p:cNvPr id="45" name="TextBox 44">
                <a:extLst>
                  <a:ext uri="{FF2B5EF4-FFF2-40B4-BE49-F238E27FC236}">
                    <a16:creationId xmlns:a16="http://schemas.microsoft.com/office/drawing/2014/main" id="{C37524BF-A890-E0F2-9C12-3A9673032767}"/>
                  </a:ext>
                </a:extLst>
              </p:cNvPr>
              <p:cNvSpPr txBox="1">
                <a:spLocks noRot="1" noChangeAspect="1" noMove="1" noResize="1" noEditPoints="1" noAdjustHandles="1" noChangeArrowheads="1" noChangeShapeType="1" noTextEdit="1"/>
              </p:cNvSpPr>
              <p:nvPr/>
            </p:nvSpPr>
            <p:spPr>
              <a:xfrm>
                <a:off x="11375112" y="854140"/>
                <a:ext cx="524049" cy="369332"/>
              </a:xfrm>
              <a:prstGeom prst="rect">
                <a:avLst/>
              </a:prstGeom>
              <a:blipFill>
                <a:blip r:embed="rId23"/>
                <a:stretch>
                  <a:fillRect r="-151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EA6FB1FE-9567-CE08-D02E-F585E6BB2C4A}"/>
                  </a:ext>
                </a:extLst>
              </p:cNvPr>
              <p:cNvSpPr txBox="1"/>
              <p:nvPr/>
            </p:nvSpPr>
            <p:spPr>
              <a:xfrm>
                <a:off x="10724745" y="1051777"/>
                <a:ext cx="448081"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No</m:t>
                          </m:r>
                        </m:sub>
                      </m:sSub>
                    </m:oMath>
                  </m:oMathPara>
                </a14:m>
                <a:endParaRPr lang="en-US" dirty="0">
                  <a:solidFill>
                    <a:schemeClr val="bg1"/>
                  </a:solidFill>
                </a:endParaRPr>
              </a:p>
            </p:txBody>
          </p:sp>
        </mc:Choice>
        <mc:Fallback xmlns="">
          <p:sp>
            <p:nvSpPr>
              <p:cNvPr id="46" name="TextBox 45">
                <a:extLst>
                  <a:ext uri="{FF2B5EF4-FFF2-40B4-BE49-F238E27FC236}">
                    <a16:creationId xmlns:a16="http://schemas.microsoft.com/office/drawing/2014/main" id="{EA6FB1FE-9567-CE08-D02E-F585E6BB2C4A}"/>
                  </a:ext>
                </a:extLst>
              </p:cNvPr>
              <p:cNvSpPr txBox="1">
                <a:spLocks noRot="1" noChangeAspect="1" noMove="1" noResize="1" noEditPoints="1" noAdjustHandles="1" noChangeArrowheads="1" noChangeShapeType="1" noTextEdit="1"/>
              </p:cNvSpPr>
              <p:nvPr/>
            </p:nvSpPr>
            <p:spPr>
              <a:xfrm>
                <a:off x="10724745" y="1051777"/>
                <a:ext cx="448081" cy="369332"/>
              </a:xfrm>
              <a:prstGeom prst="rect">
                <a:avLst/>
              </a:prstGeom>
              <a:blipFill>
                <a:blip r:embed="rId24"/>
                <a:stretch>
                  <a:fillRect r="-405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0FBB7F09-B4B5-7D7E-3F24-73497CDAFE1C}"/>
                  </a:ext>
                </a:extLst>
              </p:cNvPr>
              <p:cNvSpPr txBox="1"/>
              <p:nvPr/>
            </p:nvSpPr>
            <p:spPr>
              <a:xfrm>
                <a:off x="9511232" y="111833"/>
                <a:ext cx="557613"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Na</m:t>
                          </m:r>
                        </m:sub>
                      </m:sSub>
                    </m:oMath>
                  </m:oMathPara>
                </a14:m>
                <a:endParaRPr lang="en-US" dirty="0">
                  <a:solidFill>
                    <a:schemeClr val="bg1"/>
                  </a:solidFill>
                </a:endParaRPr>
              </a:p>
            </p:txBody>
          </p:sp>
        </mc:Choice>
        <mc:Fallback xmlns="">
          <p:sp>
            <p:nvSpPr>
              <p:cNvPr id="47" name="TextBox 46">
                <a:extLst>
                  <a:ext uri="{FF2B5EF4-FFF2-40B4-BE49-F238E27FC236}">
                    <a16:creationId xmlns:a16="http://schemas.microsoft.com/office/drawing/2014/main" id="{0FBB7F09-B4B5-7D7E-3F24-73497CDAFE1C}"/>
                  </a:ext>
                </a:extLst>
              </p:cNvPr>
              <p:cNvSpPr txBox="1">
                <a:spLocks noRot="1" noChangeAspect="1" noMove="1" noResize="1" noEditPoints="1" noAdjustHandles="1" noChangeArrowheads="1" noChangeShapeType="1" noTextEdit="1"/>
              </p:cNvSpPr>
              <p:nvPr/>
            </p:nvSpPr>
            <p:spPr>
              <a:xfrm>
                <a:off x="9511232" y="111833"/>
                <a:ext cx="557613" cy="369332"/>
              </a:xfrm>
              <a:prstGeom prst="rect">
                <a:avLst/>
              </a:prstGeom>
              <a:blipFill>
                <a:blip r:embed="rId2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8A8C61B0-3227-0787-8BE8-6A761500A5C0}"/>
                  </a:ext>
                </a:extLst>
              </p:cNvPr>
              <p:cNvSpPr txBox="1"/>
              <p:nvPr/>
            </p:nvSpPr>
            <p:spPr>
              <a:xfrm>
                <a:off x="9565904" y="1994059"/>
                <a:ext cx="421017"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Nb</m:t>
                          </m:r>
                        </m:sub>
                      </m:sSub>
                    </m:oMath>
                  </m:oMathPara>
                </a14:m>
                <a:endParaRPr lang="en-US" dirty="0">
                  <a:solidFill>
                    <a:schemeClr val="bg1"/>
                  </a:solidFill>
                </a:endParaRPr>
              </a:p>
            </p:txBody>
          </p:sp>
        </mc:Choice>
        <mc:Fallback xmlns="">
          <p:sp>
            <p:nvSpPr>
              <p:cNvPr id="48" name="TextBox 47">
                <a:extLst>
                  <a:ext uri="{FF2B5EF4-FFF2-40B4-BE49-F238E27FC236}">
                    <a16:creationId xmlns:a16="http://schemas.microsoft.com/office/drawing/2014/main" id="{8A8C61B0-3227-0787-8BE8-6A761500A5C0}"/>
                  </a:ext>
                </a:extLst>
              </p:cNvPr>
              <p:cNvSpPr txBox="1">
                <a:spLocks noRot="1" noChangeAspect="1" noMove="1" noResize="1" noEditPoints="1" noAdjustHandles="1" noChangeArrowheads="1" noChangeShapeType="1" noTextEdit="1"/>
              </p:cNvSpPr>
              <p:nvPr/>
            </p:nvSpPr>
            <p:spPr>
              <a:xfrm>
                <a:off x="9565904" y="1994059"/>
                <a:ext cx="421017" cy="369332"/>
              </a:xfrm>
              <a:prstGeom prst="rect">
                <a:avLst/>
              </a:prstGeom>
              <a:blipFill>
                <a:blip r:embed="rId26"/>
                <a:stretch>
                  <a:fillRect r="-13043"/>
                </a:stretch>
              </a:blipFill>
            </p:spPr>
            <p:txBody>
              <a:bodyPr/>
              <a:lstStyle/>
              <a:p>
                <a:r>
                  <a:rPr lang="en-US">
                    <a:noFill/>
                  </a:rPr>
                  <a:t> </a:t>
                </a:r>
              </a:p>
            </p:txBody>
          </p:sp>
        </mc:Fallback>
      </mc:AlternateContent>
      <p:cxnSp>
        <p:nvCxnSpPr>
          <p:cNvPr id="60" name="Straight Connector 59">
            <a:extLst>
              <a:ext uri="{FF2B5EF4-FFF2-40B4-BE49-F238E27FC236}">
                <a16:creationId xmlns:a16="http://schemas.microsoft.com/office/drawing/2014/main" id="{D0D9CB88-A858-2BE3-CE8A-A058C40A3B08}"/>
              </a:ext>
            </a:extLst>
          </p:cNvPr>
          <p:cNvCxnSpPr>
            <a:cxnSpLocks/>
          </p:cNvCxnSpPr>
          <p:nvPr/>
        </p:nvCxnSpPr>
        <p:spPr>
          <a:xfrm>
            <a:off x="7775840" y="596589"/>
            <a:ext cx="0" cy="637112"/>
          </a:xfrm>
          <a:prstGeom prst="line">
            <a:avLst/>
          </a:prstGeom>
        </p:spPr>
        <p:style>
          <a:lnRef idx="2">
            <a:schemeClr val="accent1"/>
          </a:lnRef>
          <a:fillRef idx="0">
            <a:schemeClr val="accent1"/>
          </a:fillRef>
          <a:effectRef idx="1">
            <a:schemeClr val="accent1"/>
          </a:effectRef>
          <a:fontRef idx="minor">
            <a:schemeClr val="tx1"/>
          </a:fontRef>
        </p:style>
      </p:cxnSp>
      <p:sp>
        <p:nvSpPr>
          <p:cNvPr id="113" name="Rectangle 112">
            <a:extLst>
              <a:ext uri="{FF2B5EF4-FFF2-40B4-BE49-F238E27FC236}">
                <a16:creationId xmlns:a16="http://schemas.microsoft.com/office/drawing/2014/main" id="{F9A6C65F-69EE-555B-E76A-236D89E83EE6}"/>
              </a:ext>
            </a:extLst>
          </p:cNvPr>
          <p:cNvSpPr/>
          <p:nvPr/>
        </p:nvSpPr>
        <p:spPr>
          <a:xfrm>
            <a:off x="8320022" y="23424"/>
            <a:ext cx="3073000" cy="2537212"/>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15" name="TextBox 114">
            <a:extLst>
              <a:ext uri="{FF2B5EF4-FFF2-40B4-BE49-F238E27FC236}">
                <a16:creationId xmlns:a16="http://schemas.microsoft.com/office/drawing/2014/main" id="{A5A14A99-51E2-4160-4905-6BF53BD3ECB7}"/>
              </a:ext>
            </a:extLst>
          </p:cNvPr>
          <p:cNvSpPr txBox="1"/>
          <p:nvPr/>
        </p:nvSpPr>
        <p:spPr>
          <a:xfrm>
            <a:off x="8334900" y="53954"/>
            <a:ext cx="473206" cy="338554"/>
          </a:xfrm>
          <a:prstGeom prst="rect">
            <a:avLst/>
          </a:prstGeom>
          <a:noFill/>
        </p:spPr>
        <p:txBody>
          <a:bodyPr wrap="none" rtlCol="0">
            <a:spAutoFit/>
          </a:bodyPr>
          <a:lstStyle/>
          <a:p>
            <a:r>
              <a:rPr lang="en-US" sz="1600" dirty="0"/>
              <a:t>NN</a:t>
            </a:r>
          </a:p>
        </p:txBody>
      </p:sp>
      <p:graphicFrame>
        <p:nvGraphicFramePr>
          <p:cNvPr id="2" name="Table 1">
            <a:extLst>
              <a:ext uri="{FF2B5EF4-FFF2-40B4-BE49-F238E27FC236}">
                <a16:creationId xmlns:a16="http://schemas.microsoft.com/office/drawing/2014/main" id="{4BC39D34-7815-10EF-10FA-491115D0C346}"/>
              </a:ext>
            </a:extLst>
          </p:cNvPr>
          <p:cNvGraphicFramePr>
            <a:graphicFrameLocks noGrp="1"/>
          </p:cNvGraphicFramePr>
          <p:nvPr>
            <p:extLst>
              <p:ext uri="{D42A27DB-BD31-4B8C-83A1-F6EECF244321}">
                <p14:modId xmlns:p14="http://schemas.microsoft.com/office/powerpoint/2010/main" val="3756327613"/>
              </p:ext>
            </p:extLst>
          </p:nvPr>
        </p:nvGraphicFramePr>
        <p:xfrm>
          <a:off x="190000" y="2896410"/>
          <a:ext cx="11795729" cy="3200400"/>
        </p:xfrm>
        <a:graphic>
          <a:graphicData uri="http://schemas.openxmlformats.org/drawingml/2006/table">
            <a:tbl>
              <a:tblPr firstRow="1" bandRow="1">
                <a:tableStyleId>{C4B1156A-380E-4F78-BDF5-A606A8083BF9}</a:tableStyleId>
              </a:tblPr>
              <a:tblGrid>
                <a:gridCol w="2300785">
                  <a:extLst>
                    <a:ext uri="{9D8B030D-6E8A-4147-A177-3AD203B41FA5}">
                      <a16:colId xmlns:a16="http://schemas.microsoft.com/office/drawing/2014/main" val="2247704463"/>
                    </a:ext>
                  </a:extLst>
                </a:gridCol>
                <a:gridCol w="1687576">
                  <a:extLst>
                    <a:ext uri="{9D8B030D-6E8A-4147-A177-3AD203B41FA5}">
                      <a16:colId xmlns:a16="http://schemas.microsoft.com/office/drawing/2014/main" val="1120151498"/>
                    </a:ext>
                  </a:extLst>
                </a:gridCol>
                <a:gridCol w="7807368">
                  <a:extLst>
                    <a:ext uri="{9D8B030D-6E8A-4147-A177-3AD203B41FA5}">
                      <a16:colId xmlns:a16="http://schemas.microsoft.com/office/drawing/2014/main" val="1328058479"/>
                    </a:ext>
                  </a:extLst>
                </a:gridCol>
              </a:tblGrid>
              <a:tr h="0">
                <a:tc>
                  <a:txBody>
                    <a:bodyPr/>
                    <a:lstStyle/>
                    <a:p>
                      <a:r>
                        <a:rPr lang="en-US" sz="1200" dirty="0"/>
                        <a:t>Reaction</a:t>
                      </a:r>
                    </a:p>
                  </a:txBody>
                  <a:tcPr/>
                </a:tc>
                <a:tc>
                  <a:txBody>
                    <a:bodyPr/>
                    <a:lstStyle/>
                    <a:p>
                      <a:r>
                        <a:rPr lang="en-US" sz="1200" b="1" dirty="0"/>
                        <a:t>Genes</a:t>
                      </a:r>
                    </a:p>
                  </a:txBody>
                  <a:tcPr/>
                </a:tc>
                <a:tc>
                  <a:txBody>
                    <a:bodyPr/>
                    <a:lstStyle/>
                    <a:p>
                      <a:r>
                        <a:rPr lang="en-US" sz="1200" b="1" dirty="0"/>
                        <a:t>Reactions</a:t>
                      </a:r>
                    </a:p>
                  </a:txBody>
                  <a:tcPr/>
                </a:tc>
                <a:extLst>
                  <a:ext uri="{0D108BD9-81ED-4DB2-BD59-A6C34878D82A}">
                    <a16:rowId xmlns:a16="http://schemas.microsoft.com/office/drawing/2014/main" val="830326239"/>
                  </a:ext>
                </a:extLst>
              </a:tr>
              <a:tr h="274320">
                <a:tc>
                  <a:txBody>
                    <a:bodyPr/>
                    <a:lstStyle/>
                    <a:p>
                      <a:r>
                        <a:rPr lang="pt-BR" sz="1200" b="0" dirty="0"/>
                        <a:t> r_Df (differentiator: fast)</a:t>
                      </a:r>
                      <a:r>
                        <a:rPr lang="pt-BR" sz="1200" dirty="0"/>
                        <a:t> </a:t>
                      </a:r>
                      <a:endParaRPr lang="en-US" sz="1200" dirty="0"/>
                    </a:p>
                  </a:txBody>
                  <a:tcPr/>
                </a:tc>
                <a:tc>
                  <a:txBody>
                    <a:bodyPr/>
                    <a:lstStyle/>
                    <a:p>
                      <a:r>
                        <a:rPr lang="en-US" sz="1200" b="0" dirty="0"/>
                        <a:t>YNR050C</a:t>
                      </a:r>
                    </a:p>
                  </a:txBody>
                  <a:tcPr/>
                </a:tc>
                <a:tc>
                  <a:txBody>
                    <a:bodyPr/>
                    <a:lstStyle/>
                    <a:p>
                      <a:r>
                        <a:rPr lang="pt-BR" sz="1200" b="0" dirty="0"/>
                        <a:t>H+ + L-allysine + L-glutamate(m_c) + NADPH  -&gt;  H2O + L-saccharopine + NADP(+)(m_Df)</a:t>
                      </a:r>
                      <a:endParaRPr lang="en-US" sz="1200" b="0" dirty="0"/>
                    </a:p>
                  </a:txBody>
                  <a:tcPr/>
                </a:tc>
                <a:extLst>
                  <a:ext uri="{0D108BD9-81ED-4DB2-BD59-A6C34878D82A}">
                    <a16:rowId xmlns:a16="http://schemas.microsoft.com/office/drawing/2014/main" val="4006369147"/>
                  </a:ext>
                </a:extLst>
              </a:tr>
              <a:tr h="274320">
                <a:tc>
                  <a:txBody>
                    <a:bodyPr/>
                    <a:lstStyle/>
                    <a:p>
                      <a:r>
                        <a:rPr lang="en-US" sz="1200" dirty="0" err="1"/>
                        <a:t>r_Ds</a:t>
                      </a:r>
                      <a:r>
                        <a:rPr lang="en-US" sz="1200" dirty="0"/>
                        <a:t> (differentiator: slow)</a:t>
                      </a:r>
                    </a:p>
                  </a:txBody>
                  <a:tcPr/>
                </a:tc>
                <a:tc>
                  <a:txBody>
                    <a:bodyPr/>
                    <a:lstStyle/>
                    <a:p>
                      <a:r>
                        <a:rPr lang="en-US" sz="1200" dirty="0">
                          <a:solidFill>
                            <a:schemeClr val="tx1"/>
                          </a:solidFill>
                        </a:rPr>
                        <a:t>YPR021C</a:t>
                      </a:r>
                    </a:p>
                  </a:txBody>
                  <a:tcPr/>
                </a:tc>
                <a:tc>
                  <a:txBody>
                    <a:bodyPr/>
                    <a:lstStyle/>
                    <a:p>
                      <a:r>
                        <a:rPr lang="it-IT" sz="1200" dirty="0"/>
                        <a:t>L-</a:t>
                      </a:r>
                      <a:r>
                        <a:rPr lang="it-IT" sz="1200" dirty="0" err="1"/>
                        <a:t>aspartate</a:t>
                      </a:r>
                      <a:r>
                        <a:rPr lang="it-IT" sz="1200" dirty="0"/>
                        <a:t> + L-</a:t>
                      </a:r>
                      <a:r>
                        <a:rPr lang="it-IT" sz="1200" dirty="0" err="1"/>
                        <a:t>glutamate</a:t>
                      </a:r>
                      <a:r>
                        <a:rPr lang="it-IT" sz="1200" dirty="0"/>
                        <a:t>(</a:t>
                      </a:r>
                      <a:r>
                        <a:rPr lang="it-IT" sz="1200" dirty="0" err="1"/>
                        <a:t>m_c</a:t>
                      </a:r>
                      <a:r>
                        <a:rPr lang="it-IT" sz="1200" dirty="0"/>
                        <a:t>)  -&gt;  L-</a:t>
                      </a:r>
                      <a:r>
                        <a:rPr lang="it-IT" sz="1200" dirty="0" err="1"/>
                        <a:t>aspartate</a:t>
                      </a:r>
                      <a:r>
                        <a:rPr lang="it-IT" sz="1200" dirty="0"/>
                        <a:t>(</a:t>
                      </a:r>
                      <a:r>
                        <a:rPr lang="it-IT" sz="1200" dirty="0" err="1"/>
                        <a:t>m_Ds</a:t>
                      </a:r>
                      <a:r>
                        <a:rPr lang="it-IT" sz="1200" dirty="0"/>
                        <a:t>) + L-</a:t>
                      </a:r>
                      <a:r>
                        <a:rPr lang="it-IT" sz="1200" dirty="0" err="1"/>
                        <a:t>glutamate</a:t>
                      </a:r>
                      <a:endParaRPr lang="en-US" sz="1200" dirty="0"/>
                    </a:p>
                  </a:txBody>
                  <a:tcPr/>
                </a:tc>
                <a:extLst>
                  <a:ext uri="{0D108BD9-81ED-4DB2-BD59-A6C34878D82A}">
                    <a16:rowId xmlns:a16="http://schemas.microsoft.com/office/drawing/2014/main" val="1526051723"/>
                  </a:ext>
                </a:extLst>
              </a:tr>
              <a:tr h="274320">
                <a:tc>
                  <a:txBody>
                    <a:bodyPr/>
                    <a:lstStyle/>
                    <a:p>
                      <a:r>
                        <a:rPr lang="en-US" sz="1200" dirty="0" err="1"/>
                        <a:t>r_Dp</a:t>
                      </a:r>
                      <a:r>
                        <a:rPr lang="en-US" sz="1200" dirty="0"/>
                        <a:t> (differentiator: producer)</a:t>
                      </a:r>
                    </a:p>
                  </a:txBody>
                  <a:tcPr/>
                </a:tc>
                <a:tc>
                  <a:txBody>
                    <a:bodyPr/>
                    <a:lstStyle/>
                    <a:p>
                      <a:r>
                        <a:rPr lang="en-US" sz="1200" dirty="0"/>
                        <a:t>YLR174W</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isocitrate + NADP(+)(</a:t>
                      </a:r>
                      <a:r>
                        <a:rPr lang="en-US" sz="1200" dirty="0" err="1"/>
                        <a:t>m_Df</a:t>
                      </a:r>
                      <a:r>
                        <a:rPr lang="en-US" sz="1200" dirty="0"/>
                        <a:t>)  -&gt;  2-oxoglutarate(</a:t>
                      </a:r>
                      <a:r>
                        <a:rPr lang="en-US" sz="1200" dirty="0" err="1"/>
                        <a:t>m_d</a:t>
                      </a:r>
                      <a:r>
                        <a:rPr lang="en-US" sz="1200" dirty="0"/>
                        <a:t>) + carbon dioxide + NADPH</a:t>
                      </a:r>
                    </a:p>
                  </a:txBody>
                  <a:tcPr/>
                </a:tc>
                <a:extLst>
                  <a:ext uri="{0D108BD9-81ED-4DB2-BD59-A6C34878D82A}">
                    <a16:rowId xmlns:a16="http://schemas.microsoft.com/office/drawing/2014/main" val="652912411"/>
                  </a:ext>
                </a:extLst>
              </a:tr>
              <a:tr h="274320">
                <a:tc>
                  <a:txBody>
                    <a:bodyPr/>
                    <a:lstStyle/>
                    <a:p>
                      <a:r>
                        <a:rPr lang="en-US" sz="1200" dirty="0" err="1"/>
                        <a:t>r_Di</a:t>
                      </a:r>
                      <a:r>
                        <a:rPr lang="en-US" sz="1200" dirty="0"/>
                        <a:t> (differentiator: integrator)</a:t>
                      </a:r>
                    </a:p>
                  </a:txBody>
                  <a:tcPr/>
                </a:tc>
                <a:tc>
                  <a:txBody>
                    <a:bodyPr/>
                    <a:lstStyle/>
                    <a:p>
                      <a:r>
                        <a:rPr lang="en-US" sz="1200" dirty="0"/>
                        <a:t>YLR027C</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sz="1200" dirty="0"/>
                        <a:t>2-oxoglutarate(</a:t>
                      </a:r>
                      <a:r>
                        <a:rPr lang="it-IT" sz="1200" dirty="0" err="1"/>
                        <a:t>m_d</a:t>
                      </a:r>
                      <a:r>
                        <a:rPr lang="it-IT" sz="1200" dirty="0"/>
                        <a:t>) + L-</a:t>
                      </a:r>
                      <a:r>
                        <a:rPr lang="it-IT" sz="1200" dirty="0" err="1"/>
                        <a:t>aspartate</a:t>
                      </a:r>
                      <a:r>
                        <a:rPr lang="it-IT" sz="1200" dirty="0"/>
                        <a:t>(</a:t>
                      </a:r>
                      <a:r>
                        <a:rPr lang="it-IT" sz="1200" dirty="0" err="1"/>
                        <a:t>m_Ds</a:t>
                      </a:r>
                      <a:r>
                        <a:rPr lang="it-IT" sz="1200" dirty="0"/>
                        <a:t>)  -&gt;  L-</a:t>
                      </a:r>
                      <a:r>
                        <a:rPr lang="it-IT" sz="1200" dirty="0" err="1"/>
                        <a:t>glutamate</a:t>
                      </a:r>
                      <a:r>
                        <a:rPr lang="it-IT" sz="1200" dirty="0"/>
                        <a:t>(</a:t>
                      </a:r>
                      <a:r>
                        <a:rPr lang="it-IT" sz="1200" dirty="0" err="1"/>
                        <a:t>m_c</a:t>
                      </a:r>
                      <a:r>
                        <a:rPr lang="it-IT" sz="1200" dirty="0"/>
                        <a:t>) + </a:t>
                      </a:r>
                      <a:r>
                        <a:rPr lang="it-IT" sz="1200" dirty="0" err="1"/>
                        <a:t>oxaloacetate</a:t>
                      </a:r>
                      <a:endParaRPr lang="en-US" sz="1200" dirty="0"/>
                    </a:p>
                  </a:txBody>
                  <a:tcPr/>
                </a:tc>
                <a:extLst>
                  <a:ext uri="{0D108BD9-81ED-4DB2-BD59-A6C34878D82A}">
                    <a16:rowId xmlns:a16="http://schemas.microsoft.com/office/drawing/2014/main" val="2113626482"/>
                  </a:ext>
                </a:extLst>
              </a:tr>
              <a:tr h="274320">
                <a:tc>
                  <a:txBody>
                    <a:bodyPr/>
                    <a:lstStyle/>
                    <a:p>
                      <a:r>
                        <a:rPr lang="en-US" sz="1200" dirty="0" err="1"/>
                        <a:t>r_Cp</a:t>
                      </a:r>
                      <a:r>
                        <a:rPr lang="en-US" sz="1200" dirty="0"/>
                        <a:t> (counter: producer)</a:t>
                      </a:r>
                    </a:p>
                  </a:txBody>
                  <a:tcPr/>
                </a:tc>
                <a:tc>
                  <a:txBody>
                    <a:bodyPr/>
                    <a:lstStyle/>
                    <a:p>
                      <a:r>
                        <a:rPr lang="en-US" sz="1200" dirty="0"/>
                        <a:t>YGR019W</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2-oxoglutarate(</a:t>
                      </a:r>
                      <a:r>
                        <a:rPr lang="en-US" sz="1200" dirty="0" err="1"/>
                        <a:t>m_d</a:t>
                      </a:r>
                      <a:r>
                        <a:rPr lang="en-US" sz="1200" dirty="0"/>
                        <a:t>) + gamma-aminobutyrate  -&gt;  L-glutamate(</a:t>
                      </a:r>
                      <a:r>
                        <a:rPr lang="en-US" sz="1200" dirty="0" err="1"/>
                        <a:t>m_c</a:t>
                      </a:r>
                      <a:r>
                        <a:rPr lang="en-US" sz="1200" dirty="0"/>
                        <a:t>) + succinic semialdehyde</a:t>
                      </a:r>
                    </a:p>
                  </a:txBody>
                  <a:tcPr/>
                </a:tc>
                <a:extLst>
                  <a:ext uri="{0D108BD9-81ED-4DB2-BD59-A6C34878D82A}">
                    <a16:rowId xmlns:a16="http://schemas.microsoft.com/office/drawing/2014/main" val="2606163442"/>
                  </a:ext>
                </a:extLst>
              </a:tr>
              <a:tr h="274320">
                <a:tc>
                  <a:txBody>
                    <a:bodyPr/>
                    <a:lstStyle/>
                    <a:p>
                      <a:r>
                        <a:rPr lang="en-US" sz="1200" dirty="0" err="1"/>
                        <a:t>r_Cg</a:t>
                      </a:r>
                      <a:r>
                        <a:rPr lang="en-US" sz="1200" dirty="0"/>
                        <a:t> (counter: gate)</a:t>
                      </a:r>
                    </a:p>
                  </a:txBody>
                  <a:tcPr/>
                </a:tc>
                <a:tc>
                  <a:txBody>
                    <a:bodyPr/>
                    <a:lstStyle/>
                    <a:p>
                      <a:r>
                        <a:rPr lang="en-US" sz="1200" b="1" dirty="0"/>
                        <a:t>YAL062W</a:t>
                      </a:r>
                      <a:r>
                        <a:rPr lang="en-US" sz="1200" dirty="0"/>
                        <a:t> or YOR375C</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200" dirty="0"/>
                        <a:t>2-oxoglutarate(m_d) + ammonium(m_Cs) + H+ + NADPH  -&gt;  H2O + L-glutamate(m_c) + NADP(+)(m_Df)</a:t>
                      </a:r>
                      <a:endParaRPr lang="en-US" sz="1200" dirty="0"/>
                    </a:p>
                  </a:txBody>
                  <a:tcPr/>
                </a:tc>
                <a:extLst>
                  <a:ext uri="{0D108BD9-81ED-4DB2-BD59-A6C34878D82A}">
                    <a16:rowId xmlns:a16="http://schemas.microsoft.com/office/drawing/2014/main" val="2438667136"/>
                  </a:ext>
                </a:extLst>
              </a:tr>
              <a:tr h="274320">
                <a:tc>
                  <a:txBody>
                    <a:bodyPr/>
                    <a:lstStyle/>
                    <a:p>
                      <a:r>
                        <a:rPr lang="en-US" sz="1200" dirty="0" err="1"/>
                        <a:t>r_Cr</a:t>
                      </a:r>
                      <a:r>
                        <a:rPr lang="en-US" sz="1200" dirty="0"/>
                        <a:t> (counter: reset)</a:t>
                      </a:r>
                    </a:p>
                  </a:txBody>
                  <a:tcPr/>
                </a:tc>
                <a:tc>
                  <a:txBody>
                    <a:bodyPr/>
                    <a:lstStyle/>
                    <a:p>
                      <a:r>
                        <a:rPr lang="en-US" sz="1200" dirty="0"/>
                        <a:t>YPR035W</a:t>
                      </a:r>
                    </a:p>
                  </a:txBody>
                  <a:tcPr/>
                </a:tc>
                <a:tc>
                  <a:txBody>
                    <a:bodyPr/>
                    <a:lstStyle/>
                    <a:p>
                      <a:r>
                        <a:rPr lang="en-US" sz="1200" dirty="0"/>
                        <a:t>ammonium(</a:t>
                      </a:r>
                      <a:r>
                        <a:rPr lang="en-US" sz="1200" dirty="0" err="1"/>
                        <a:t>m_Cs</a:t>
                      </a:r>
                      <a:r>
                        <a:rPr lang="en-US" sz="1200" dirty="0"/>
                        <a:t>) + ATP + L-glutamate(</a:t>
                      </a:r>
                      <a:r>
                        <a:rPr lang="en-US" sz="1200" dirty="0" err="1"/>
                        <a:t>m_c</a:t>
                      </a:r>
                      <a:r>
                        <a:rPr lang="en-US" sz="1200" dirty="0"/>
                        <a:t>)  -&gt;  ADP + H+ + L-glutamine + phosphate(</a:t>
                      </a:r>
                      <a:r>
                        <a:rPr lang="en-US" sz="1200" dirty="0" err="1"/>
                        <a:t>m_Nc</a:t>
                      </a:r>
                      <a:r>
                        <a:rPr lang="en-US" sz="1200" dirty="0"/>
                        <a:t>)</a:t>
                      </a:r>
                    </a:p>
                  </a:txBody>
                  <a:tcPr/>
                </a:tc>
                <a:extLst>
                  <a:ext uri="{0D108BD9-81ED-4DB2-BD59-A6C34878D82A}">
                    <a16:rowId xmlns:a16="http://schemas.microsoft.com/office/drawing/2014/main" val="2254960406"/>
                  </a:ext>
                </a:extLst>
              </a:tr>
              <a:tr h="274320">
                <a:tc>
                  <a:txBody>
                    <a:bodyPr/>
                    <a:lstStyle/>
                    <a:p>
                      <a:r>
                        <a:rPr lang="pt-BR" sz="1200" dirty="0"/>
                        <a:t>r_Na (NN: neuron a)</a:t>
                      </a:r>
                      <a:endParaRPr lang="en-US" sz="1200" dirty="0"/>
                    </a:p>
                  </a:txBody>
                  <a:tcPr/>
                </a:tc>
                <a:tc>
                  <a:txBody>
                    <a:bodyPr/>
                    <a:lstStyle/>
                    <a:p>
                      <a:r>
                        <a:rPr lang="en-US" sz="1200" dirty="0"/>
                        <a:t>YJL101C</a:t>
                      </a:r>
                    </a:p>
                  </a:txBody>
                  <a:tcPr/>
                </a:tc>
                <a:tc>
                  <a:txBody>
                    <a:bodyPr/>
                    <a:lstStyle/>
                    <a:p>
                      <a:r>
                        <a:rPr lang="en-US" sz="1200" dirty="0"/>
                        <a:t>ATP + L-cysteine + L-glutamate(</a:t>
                      </a:r>
                      <a:r>
                        <a:rPr lang="en-US" sz="1200" dirty="0" err="1"/>
                        <a:t>m_c</a:t>
                      </a:r>
                      <a:r>
                        <a:rPr lang="en-US" sz="1200" dirty="0"/>
                        <a:t>)  -&gt;  ADP + H+ + L-gamma-glutamyl-L-cysteine + phosphate(</a:t>
                      </a:r>
                      <a:r>
                        <a:rPr lang="en-US" sz="1200" dirty="0" err="1"/>
                        <a:t>m_Nc</a:t>
                      </a:r>
                      <a:r>
                        <a:rPr lang="en-US" sz="1200" dirty="0"/>
                        <a:t>)</a:t>
                      </a:r>
                    </a:p>
                  </a:txBody>
                  <a:tcPr/>
                </a:tc>
                <a:extLst>
                  <a:ext uri="{0D108BD9-81ED-4DB2-BD59-A6C34878D82A}">
                    <a16:rowId xmlns:a16="http://schemas.microsoft.com/office/drawing/2014/main" val="1999658234"/>
                  </a:ext>
                </a:extLst>
              </a:tr>
              <a:tr h="274320">
                <a:tc>
                  <a:txBody>
                    <a:bodyPr/>
                    <a:lstStyle/>
                    <a:p>
                      <a:r>
                        <a:rPr lang="de-DE" sz="1200" dirty="0" err="1"/>
                        <a:t>r_Nb</a:t>
                      </a:r>
                      <a:r>
                        <a:rPr lang="de-DE" sz="1200" dirty="0"/>
                        <a:t> (NN: </a:t>
                      </a:r>
                      <a:r>
                        <a:rPr lang="de-DE" sz="1200" dirty="0" err="1"/>
                        <a:t>neuron</a:t>
                      </a:r>
                      <a:r>
                        <a:rPr lang="de-DE" sz="1200" dirty="0"/>
                        <a:t> b)</a:t>
                      </a:r>
                      <a:endParaRPr lang="en-US" sz="1200" dirty="0"/>
                    </a:p>
                  </a:txBody>
                  <a:tcPr/>
                </a:tc>
                <a:tc>
                  <a:txBody>
                    <a:bodyPr/>
                    <a:lstStyle/>
                    <a:p>
                      <a:r>
                        <a:rPr lang="en-US" sz="1200" b="1" dirty="0"/>
                        <a:t>YKL132C</a:t>
                      </a:r>
                      <a:r>
                        <a:rPr lang="en-US" sz="1200" dirty="0"/>
                        <a:t> or YOR241W</a:t>
                      </a:r>
                    </a:p>
                  </a:txBody>
                  <a:tcPr/>
                </a:tc>
                <a:tc>
                  <a:txBody>
                    <a:bodyPr/>
                    <a:lstStyle/>
                    <a:p>
                      <a:r>
                        <a:rPr lang="en-US" sz="1200" dirty="0"/>
                        <a:t>ATP + L-glutamate(</a:t>
                      </a:r>
                      <a:r>
                        <a:rPr lang="en-US" sz="1200" dirty="0" err="1"/>
                        <a:t>m_c</a:t>
                      </a:r>
                      <a:r>
                        <a:rPr lang="en-US" sz="1200" dirty="0"/>
                        <a:t>) + THF  -&gt;  5,6,7,8-tetrahydrofolyl-L-glutamic acid + ADP + H+ + phosphate(</a:t>
                      </a:r>
                      <a:r>
                        <a:rPr lang="en-US" sz="1200" dirty="0" err="1"/>
                        <a:t>m_Nc</a:t>
                      </a:r>
                      <a:r>
                        <a:rPr lang="en-US" sz="1200" dirty="0"/>
                        <a:t>)</a:t>
                      </a:r>
                    </a:p>
                  </a:txBody>
                  <a:tcPr/>
                </a:tc>
                <a:extLst>
                  <a:ext uri="{0D108BD9-81ED-4DB2-BD59-A6C34878D82A}">
                    <a16:rowId xmlns:a16="http://schemas.microsoft.com/office/drawing/2014/main" val="3421116653"/>
                  </a:ext>
                </a:extLst>
              </a:tr>
              <a:tr h="274320">
                <a:tc>
                  <a:txBody>
                    <a:bodyPr/>
                    <a:lstStyle/>
                    <a:p>
                      <a:r>
                        <a:rPr lang="pt-BR" sz="1200" dirty="0"/>
                        <a:t> r_No (NN: merge/output) </a:t>
                      </a:r>
                      <a:endParaRPr lang="en-US" sz="1200" dirty="0"/>
                    </a:p>
                  </a:txBody>
                  <a:tcPr/>
                </a:tc>
                <a:tc>
                  <a:txBody>
                    <a:bodyPr/>
                    <a:lstStyle/>
                    <a:p>
                      <a:r>
                        <a:rPr lang="en-US" sz="1200" dirty="0"/>
                        <a:t>YLR410W</a:t>
                      </a:r>
                    </a:p>
                  </a:txBody>
                  <a:tcPr/>
                </a:tc>
                <a:tc>
                  <a:txBody>
                    <a:bodyPr/>
                    <a:lstStyle/>
                    <a:p>
                      <a:r>
                        <a:rPr lang="en-US" sz="1200" dirty="0"/>
                        <a:t>5-diphospho-1D-myo-inositol </a:t>
                      </a:r>
                      <a:r>
                        <a:rPr lang="en-US" sz="1200" dirty="0" err="1"/>
                        <a:t>pentakisphosphate</a:t>
                      </a:r>
                      <a:r>
                        <a:rPr lang="en-US" sz="1200" dirty="0"/>
                        <a:t> + 2 H+ + phosphate(</a:t>
                      </a:r>
                      <a:r>
                        <a:rPr lang="en-US" sz="1200" dirty="0" err="1"/>
                        <a:t>m_Nc</a:t>
                      </a:r>
                      <a:r>
                        <a:rPr lang="en-US" sz="1200" dirty="0"/>
                        <a:t>)  -&gt;  5,6-bis(</a:t>
                      </a:r>
                      <a:r>
                        <a:rPr lang="en-US" sz="1200" dirty="0" err="1"/>
                        <a:t>diphospho</a:t>
                      </a:r>
                      <a:r>
                        <a:rPr lang="en-US" sz="1200" dirty="0"/>
                        <a:t>)-1D-myo-inositol </a:t>
                      </a:r>
                      <a:r>
                        <a:rPr lang="en-US" sz="1200" dirty="0" err="1"/>
                        <a:t>tetrakisphosphate</a:t>
                      </a:r>
                      <a:r>
                        <a:rPr lang="en-US" sz="1200" dirty="0"/>
                        <a:t> + H2O</a:t>
                      </a:r>
                    </a:p>
                  </a:txBody>
                  <a:tcPr/>
                </a:tc>
                <a:extLst>
                  <a:ext uri="{0D108BD9-81ED-4DB2-BD59-A6C34878D82A}">
                    <a16:rowId xmlns:a16="http://schemas.microsoft.com/office/drawing/2014/main" val="1610077111"/>
                  </a:ext>
                </a:extLst>
              </a:tr>
            </a:tbl>
          </a:graphicData>
        </a:graphic>
      </p:graphicFrame>
      <p:sp>
        <p:nvSpPr>
          <p:cNvPr id="11" name="Rectangle: Rounded Corners 10">
            <a:extLst>
              <a:ext uri="{FF2B5EF4-FFF2-40B4-BE49-F238E27FC236}">
                <a16:creationId xmlns:a16="http://schemas.microsoft.com/office/drawing/2014/main" id="{1DB042B8-1A8D-1111-AC18-4F9DD13E1AA2}"/>
              </a:ext>
            </a:extLst>
          </p:cNvPr>
          <p:cNvSpPr/>
          <p:nvPr/>
        </p:nvSpPr>
        <p:spPr>
          <a:xfrm>
            <a:off x="1462291" y="6353666"/>
            <a:ext cx="1554480" cy="50433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Algorithm </a:t>
            </a:r>
          </a:p>
        </p:txBody>
      </p:sp>
      <p:sp>
        <p:nvSpPr>
          <p:cNvPr id="15" name="Rectangle: Rounded Corners 14">
            <a:extLst>
              <a:ext uri="{FF2B5EF4-FFF2-40B4-BE49-F238E27FC236}">
                <a16:creationId xmlns:a16="http://schemas.microsoft.com/office/drawing/2014/main" id="{063C63BB-9CA2-1813-7A04-EEB952458821}"/>
              </a:ext>
            </a:extLst>
          </p:cNvPr>
          <p:cNvSpPr/>
          <p:nvPr/>
        </p:nvSpPr>
        <p:spPr>
          <a:xfrm>
            <a:off x="3764816" y="6353666"/>
            <a:ext cx="1554480" cy="504334"/>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Chemical Reactions </a:t>
            </a:r>
          </a:p>
        </p:txBody>
      </p:sp>
      <p:sp>
        <p:nvSpPr>
          <p:cNvPr id="16" name="Rectangle: Rounded Corners 15">
            <a:extLst>
              <a:ext uri="{FF2B5EF4-FFF2-40B4-BE49-F238E27FC236}">
                <a16:creationId xmlns:a16="http://schemas.microsoft.com/office/drawing/2014/main" id="{4ACA1923-EDEB-78EF-2B06-EEA99B94012C}"/>
              </a:ext>
            </a:extLst>
          </p:cNvPr>
          <p:cNvSpPr/>
          <p:nvPr/>
        </p:nvSpPr>
        <p:spPr>
          <a:xfrm>
            <a:off x="6067341" y="6353666"/>
            <a:ext cx="1554480" cy="504334"/>
          </a:xfrm>
          <a:prstGeom prst="roundRect">
            <a:avLst/>
          </a:prstGeom>
          <a:solidFill>
            <a:srgbClr val="DCEAF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Metabolic Network</a:t>
            </a:r>
          </a:p>
        </p:txBody>
      </p:sp>
      <p:sp>
        <p:nvSpPr>
          <p:cNvPr id="17" name="Rectangle: Rounded Corners 16">
            <a:extLst>
              <a:ext uri="{FF2B5EF4-FFF2-40B4-BE49-F238E27FC236}">
                <a16:creationId xmlns:a16="http://schemas.microsoft.com/office/drawing/2014/main" id="{65B5CCD2-8560-CCA6-C98B-63766712DEAD}"/>
              </a:ext>
            </a:extLst>
          </p:cNvPr>
          <p:cNvSpPr/>
          <p:nvPr/>
        </p:nvSpPr>
        <p:spPr>
          <a:xfrm>
            <a:off x="8369865" y="6353666"/>
            <a:ext cx="1554480" cy="50433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THz Actuation</a:t>
            </a:r>
          </a:p>
        </p:txBody>
      </p:sp>
      <p:cxnSp>
        <p:nvCxnSpPr>
          <p:cNvPr id="18" name="Straight Arrow Connector 17">
            <a:extLst>
              <a:ext uri="{FF2B5EF4-FFF2-40B4-BE49-F238E27FC236}">
                <a16:creationId xmlns:a16="http://schemas.microsoft.com/office/drawing/2014/main" id="{EB4992E0-5227-C1A4-BF84-724158CF445C}"/>
              </a:ext>
            </a:extLst>
          </p:cNvPr>
          <p:cNvCxnSpPr>
            <a:cxnSpLocks/>
            <a:stCxn id="11" idx="3"/>
            <a:endCxn id="15" idx="1"/>
          </p:cNvCxnSpPr>
          <p:nvPr/>
        </p:nvCxnSpPr>
        <p:spPr>
          <a:xfrm>
            <a:off x="3016771" y="6605833"/>
            <a:ext cx="748045" cy="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449169DC-292C-E714-0F64-99827209FFDF}"/>
              </a:ext>
            </a:extLst>
          </p:cNvPr>
          <p:cNvCxnSpPr>
            <a:cxnSpLocks/>
            <a:stCxn id="15" idx="3"/>
            <a:endCxn id="16" idx="1"/>
          </p:cNvCxnSpPr>
          <p:nvPr/>
        </p:nvCxnSpPr>
        <p:spPr>
          <a:xfrm>
            <a:off x="5319296" y="6605833"/>
            <a:ext cx="748045" cy="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1D2D3667-F13E-AD7F-0121-B130D3432245}"/>
              </a:ext>
            </a:extLst>
          </p:cNvPr>
          <p:cNvCxnSpPr>
            <a:cxnSpLocks/>
          </p:cNvCxnSpPr>
          <p:nvPr/>
        </p:nvCxnSpPr>
        <p:spPr>
          <a:xfrm>
            <a:off x="7621821" y="6492240"/>
            <a:ext cx="748044" cy="0"/>
          </a:xfrm>
          <a:prstGeom prst="straightConnector1">
            <a:avLst/>
          </a:prstGeom>
          <a:ln>
            <a:headEnd type="triangle" w="lg" len="lg"/>
            <a:tailEnd type="none" w="lg" len="lg"/>
          </a:ln>
        </p:spPr>
        <p:style>
          <a:lnRef idx="2">
            <a:schemeClr val="accent1"/>
          </a:lnRef>
          <a:fillRef idx="0">
            <a:schemeClr val="accent1"/>
          </a:fillRef>
          <a:effectRef idx="1">
            <a:schemeClr val="accent1"/>
          </a:effectRef>
          <a:fontRef idx="minor">
            <a:schemeClr val="tx1"/>
          </a:fontRef>
        </p:style>
      </p:cxnSp>
      <p:sp>
        <p:nvSpPr>
          <p:cNvPr id="3" name="TextBox 2">
            <a:extLst>
              <a:ext uri="{FF2B5EF4-FFF2-40B4-BE49-F238E27FC236}">
                <a16:creationId xmlns:a16="http://schemas.microsoft.com/office/drawing/2014/main" id="{A1122CA8-659D-3248-6F15-F8CCCCFC55F9}"/>
              </a:ext>
            </a:extLst>
          </p:cNvPr>
          <p:cNvSpPr txBox="1"/>
          <p:nvPr/>
        </p:nvSpPr>
        <p:spPr>
          <a:xfrm>
            <a:off x="111226" y="2527078"/>
            <a:ext cx="986167" cy="369332"/>
          </a:xfrm>
          <a:prstGeom prst="rect">
            <a:avLst/>
          </a:prstGeom>
          <a:noFill/>
        </p:spPr>
        <p:txBody>
          <a:bodyPr wrap="none" rtlCol="0">
            <a:spAutoFit/>
          </a:bodyPr>
          <a:lstStyle/>
          <a:p>
            <a:r>
              <a:rPr lang="en-US" dirty="0"/>
              <a:t>Motif 30</a:t>
            </a:r>
          </a:p>
        </p:txBody>
      </p:sp>
    </p:spTree>
    <p:extLst>
      <p:ext uri="{BB962C8B-B14F-4D97-AF65-F5344CB8AC3E}">
        <p14:creationId xmlns:p14="http://schemas.microsoft.com/office/powerpoint/2010/main" val="358246917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C286BC8-037E-662B-2BBA-4A1944AA2111}"/>
              </a:ext>
            </a:extLst>
          </p:cNvPr>
          <p:cNvPicPr>
            <a:picLocks noChangeAspect="1"/>
          </p:cNvPicPr>
          <p:nvPr/>
        </p:nvPicPr>
        <p:blipFill>
          <a:blip r:embed="rId2"/>
          <a:stretch>
            <a:fillRect/>
          </a:stretch>
        </p:blipFill>
        <p:spPr>
          <a:xfrm>
            <a:off x="511492" y="2919954"/>
            <a:ext cx="3096057" cy="704948"/>
          </a:xfrm>
          <a:prstGeom prst="rect">
            <a:avLst/>
          </a:prstGeom>
        </p:spPr>
      </p:pic>
      <p:sp>
        <p:nvSpPr>
          <p:cNvPr id="6" name="Oval 5">
            <a:extLst>
              <a:ext uri="{FF2B5EF4-FFF2-40B4-BE49-F238E27FC236}">
                <a16:creationId xmlns:a16="http://schemas.microsoft.com/office/drawing/2014/main" id="{E72D9170-9704-AA6E-44B5-F728E8252709}"/>
              </a:ext>
            </a:extLst>
          </p:cNvPr>
          <p:cNvSpPr>
            <a:spLocks noChangeAspect="1"/>
          </p:cNvSpPr>
          <p:nvPr/>
        </p:nvSpPr>
        <p:spPr>
          <a:xfrm>
            <a:off x="4944144" y="395606"/>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01AF259-728E-D194-19CE-992146081121}"/>
                  </a:ext>
                </a:extLst>
              </p:cNvPr>
              <p:cNvSpPr txBox="1"/>
              <p:nvPr/>
            </p:nvSpPr>
            <p:spPr>
              <a:xfrm>
                <a:off x="4889948" y="366883"/>
                <a:ext cx="518558" cy="394019"/>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Cp</m:t>
                          </m:r>
                        </m:sub>
                      </m:sSub>
                    </m:oMath>
                  </m:oMathPara>
                </a14:m>
                <a:endParaRPr lang="en-US" dirty="0">
                  <a:solidFill>
                    <a:schemeClr val="bg1"/>
                  </a:solidFill>
                </a:endParaRPr>
              </a:p>
            </p:txBody>
          </p:sp>
        </mc:Choice>
        <mc:Fallback xmlns="">
          <p:sp>
            <p:nvSpPr>
              <p:cNvPr id="7" name="TextBox 6">
                <a:extLst>
                  <a:ext uri="{FF2B5EF4-FFF2-40B4-BE49-F238E27FC236}">
                    <a16:creationId xmlns:a16="http://schemas.microsoft.com/office/drawing/2014/main" id="{101AF259-728E-D194-19CE-992146081121}"/>
                  </a:ext>
                </a:extLst>
              </p:cNvPr>
              <p:cNvSpPr txBox="1">
                <a:spLocks noRot="1" noChangeAspect="1" noMove="1" noResize="1" noEditPoints="1" noAdjustHandles="1" noChangeArrowheads="1" noChangeShapeType="1" noTextEdit="1"/>
              </p:cNvSpPr>
              <p:nvPr/>
            </p:nvSpPr>
            <p:spPr>
              <a:xfrm>
                <a:off x="4889948" y="366883"/>
                <a:ext cx="518558" cy="394019"/>
              </a:xfrm>
              <a:prstGeom prst="rect">
                <a:avLst/>
              </a:prstGeom>
              <a:blipFill>
                <a:blip r:embed="rId3"/>
                <a:stretch>
                  <a:fillRect b="-76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CBFB164C-E404-6506-A3FF-BD0CED36B491}"/>
                  </a:ext>
                </a:extLst>
              </p:cNvPr>
              <p:cNvSpPr txBox="1"/>
              <p:nvPr/>
            </p:nvSpPr>
            <p:spPr>
              <a:xfrm>
                <a:off x="6042814" y="220866"/>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c</m:t>
                          </m:r>
                        </m:sub>
                      </m:sSub>
                    </m:oMath>
                  </m:oMathPara>
                </a14:m>
                <a:endParaRPr lang="en-US" dirty="0">
                  <a:solidFill>
                    <a:schemeClr val="tx1"/>
                  </a:solidFill>
                </a:endParaRPr>
              </a:p>
            </p:txBody>
          </p:sp>
        </mc:Choice>
        <mc:Fallback xmlns="">
          <p:sp>
            <p:nvSpPr>
              <p:cNvPr id="8" name="TextBox 7">
                <a:extLst>
                  <a:ext uri="{FF2B5EF4-FFF2-40B4-BE49-F238E27FC236}">
                    <a16:creationId xmlns:a16="http://schemas.microsoft.com/office/drawing/2014/main" id="{CBFB164C-E404-6506-A3FF-BD0CED36B491}"/>
                  </a:ext>
                </a:extLst>
              </p:cNvPr>
              <p:cNvSpPr txBox="1">
                <a:spLocks noRot="1" noChangeAspect="1" noMove="1" noResize="1" noEditPoints="1" noAdjustHandles="1" noChangeArrowheads="1" noChangeShapeType="1" noTextEdit="1"/>
              </p:cNvSpPr>
              <p:nvPr/>
            </p:nvSpPr>
            <p:spPr>
              <a:xfrm>
                <a:off x="6042814" y="220866"/>
                <a:ext cx="507796" cy="369332"/>
              </a:xfrm>
              <a:prstGeom prst="rect">
                <a:avLst/>
              </a:prstGeom>
              <a:blipFill>
                <a:blip r:embed="rId4"/>
                <a:stretch>
                  <a:fillRect/>
                </a:stretch>
              </a:blipFill>
            </p:spPr>
            <p:txBody>
              <a:bodyPr/>
              <a:lstStyle/>
              <a:p>
                <a:r>
                  <a:rPr lang="en-US">
                    <a:noFill/>
                  </a:rPr>
                  <a:t> </a:t>
                </a:r>
              </a:p>
            </p:txBody>
          </p:sp>
        </mc:Fallback>
      </mc:AlternateContent>
      <p:sp>
        <p:nvSpPr>
          <p:cNvPr id="9" name="Oval 8">
            <a:extLst>
              <a:ext uri="{FF2B5EF4-FFF2-40B4-BE49-F238E27FC236}">
                <a16:creationId xmlns:a16="http://schemas.microsoft.com/office/drawing/2014/main" id="{7C3B10D1-79D0-4E9B-5B7B-E0DE64C22565}"/>
              </a:ext>
            </a:extLst>
          </p:cNvPr>
          <p:cNvSpPr>
            <a:spLocks noChangeAspect="1"/>
          </p:cNvSpPr>
          <p:nvPr/>
        </p:nvSpPr>
        <p:spPr>
          <a:xfrm>
            <a:off x="6106961" y="1088928"/>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75DC5C76-B9B9-BE1D-E5B7-95A89F562D18}"/>
                  </a:ext>
                </a:extLst>
              </p:cNvPr>
              <p:cNvSpPr txBox="1"/>
              <p:nvPr/>
            </p:nvSpPr>
            <p:spPr>
              <a:xfrm>
                <a:off x="6048484" y="1064456"/>
                <a:ext cx="518558" cy="395493"/>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Cg</m:t>
                          </m:r>
                        </m:sub>
                      </m:sSub>
                    </m:oMath>
                  </m:oMathPara>
                </a14:m>
                <a:endParaRPr lang="en-US" dirty="0">
                  <a:solidFill>
                    <a:schemeClr val="bg1"/>
                  </a:solidFill>
                </a:endParaRPr>
              </a:p>
            </p:txBody>
          </p:sp>
        </mc:Choice>
        <mc:Fallback xmlns="">
          <p:sp>
            <p:nvSpPr>
              <p:cNvPr id="10" name="TextBox 9">
                <a:extLst>
                  <a:ext uri="{FF2B5EF4-FFF2-40B4-BE49-F238E27FC236}">
                    <a16:creationId xmlns:a16="http://schemas.microsoft.com/office/drawing/2014/main" id="{75DC5C76-B9B9-BE1D-E5B7-95A89F562D18}"/>
                  </a:ext>
                </a:extLst>
              </p:cNvPr>
              <p:cNvSpPr txBox="1">
                <a:spLocks noRot="1" noChangeAspect="1" noMove="1" noResize="1" noEditPoints="1" noAdjustHandles="1" noChangeArrowheads="1" noChangeShapeType="1" noTextEdit="1"/>
              </p:cNvSpPr>
              <p:nvPr/>
            </p:nvSpPr>
            <p:spPr>
              <a:xfrm>
                <a:off x="6048484" y="1064456"/>
                <a:ext cx="518558" cy="395493"/>
              </a:xfrm>
              <a:prstGeom prst="rect">
                <a:avLst/>
              </a:prstGeom>
              <a:blipFill>
                <a:blip r:embed="rId5"/>
                <a:stretch>
                  <a:fillRect b="-937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AD52066D-0B5F-3279-0D90-5BFD673BBBD7}"/>
                  </a:ext>
                </a:extLst>
              </p:cNvPr>
              <p:cNvSpPr txBox="1"/>
              <p:nvPr/>
            </p:nvSpPr>
            <p:spPr>
              <a:xfrm>
                <a:off x="4902707" y="1099668"/>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Cs</m:t>
                          </m:r>
                        </m:sub>
                      </m:sSub>
                    </m:oMath>
                  </m:oMathPara>
                </a14:m>
                <a:endParaRPr lang="en-US" dirty="0">
                  <a:solidFill>
                    <a:schemeClr val="tx1"/>
                  </a:solidFill>
                </a:endParaRPr>
              </a:p>
            </p:txBody>
          </p:sp>
        </mc:Choice>
        <mc:Fallback xmlns="">
          <p:sp>
            <p:nvSpPr>
              <p:cNvPr id="11" name="TextBox 10">
                <a:extLst>
                  <a:ext uri="{FF2B5EF4-FFF2-40B4-BE49-F238E27FC236}">
                    <a16:creationId xmlns:a16="http://schemas.microsoft.com/office/drawing/2014/main" id="{AD52066D-0B5F-3279-0D90-5BFD673BBBD7}"/>
                  </a:ext>
                </a:extLst>
              </p:cNvPr>
              <p:cNvSpPr txBox="1">
                <a:spLocks noRot="1" noChangeAspect="1" noMove="1" noResize="1" noEditPoints="1" noAdjustHandles="1" noChangeArrowheads="1" noChangeShapeType="1" noTextEdit="1"/>
              </p:cNvSpPr>
              <p:nvPr/>
            </p:nvSpPr>
            <p:spPr>
              <a:xfrm>
                <a:off x="4902707" y="1099668"/>
                <a:ext cx="507796" cy="369332"/>
              </a:xfrm>
              <a:prstGeom prst="rect">
                <a:avLst/>
              </a:prstGeom>
              <a:blipFill>
                <a:blip r:embed="rId6"/>
                <a:stretch>
                  <a:fillRect r="-3571"/>
                </a:stretch>
              </a:blipFill>
            </p:spPr>
            <p:txBody>
              <a:bodyPr/>
              <a:lstStyle/>
              <a:p>
                <a:r>
                  <a:rPr lang="en-US">
                    <a:noFill/>
                  </a:rPr>
                  <a:t> </a:t>
                </a:r>
              </a:p>
            </p:txBody>
          </p:sp>
        </mc:Fallback>
      </mc:AlternateContent>
      <p:sp>
        <p:nvSpPr>
          <p:cNvPr id="12" name="Oval 11">
            <a:extLst>
              <a:ext uri="{FF2B5EF4-FFF2-40B4-BE49-F238E27FC236}">
                <a16:creationId xmlns:a16="http://schemas.microsoft.com/office/drawing/2014/main" id="{C7AF3E4E-F585-3C82-90B1-FDB7581166CB}"/>
              </a:ext>
            </a:extLst>
          </p:cNvPr>
          <p:cNvSpPr>
            <a:spLocks noChangeAspect="1"/>
          </p:cNvSpPr>
          <p:nvPr/>
        </p:nvSpPr>
        <p:spPr>
          <a:xfrm>
            <a:off x="4972754" y="1905482"/>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05325C83-B652-C784-9568-74E815C88F29}"/>
                  </a:ext>
                </a:extLst>
              </p:cNvPr>
              <p:cNvSpPr txBox="1"/>
              <p:nvPr/>
            </p:nvSpPr>
            <p:spPr>
              <a:xfrm>
                <a:off x="4917219" y="1870160"/>
                <a:ext cx="518558"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Cr</m:t>
                          </m:r>
                        </m:sub>
                      </m:sSub>
                    </m:oMath>
                  </m:oMathPara>
                </a14:m>
                <a:endParaRPr lang="en-US" dirty="0">
                  <a:solidFill>
                    <a:schemeClr val="bg1"/>
                  </a:solidFill>
                </a:endParaRPr>
              </a:p>
            </p:txBody>
          </p:sp>
        </mc:Choice>
        <mc:Fallback xmlns="">
          <p:sp>
            <p:nvSpPr>
              <p:cNvPr id="13" name="TextBox 12">
                <a:extLst>
                  <a:ext uri="{FF2B5EF4-FFF2-40B4-BE49-F238E27FC236}">
                    <a16:creationId xmlns:a16="http://schemas.microsoft.com/office/drawing/2014/main" id="{05325C83-B652-C784-9568-74E815C88F29}"/>
                  </a:ext>
                </a:extLst>
              </p:cNvPr>
              <p:cNvSpPr txBox="1">
                <a:spLocks noRot="1" noChangeAspect="1" noMove="1" noResize="1" noEditPoints="1" noAdjustHandles="1" noChangeArrowheads="1" noChangeShapeType="1" noTextEdit="1"/>
              </p:cNvSpPr>
              <p:nvPr/>
            </p:nvSpPr>
            <p:spPr>
              <a:xfrm>
                <a:off x="4917219" y="1870160"/>
                <a:ext cx="518558" cy="369332"/>
              </a:xfrm>
              <a:prstGeom prst="rect">
                <a:avLst/>
              </a:prstGeom>
              <a:blipFill>
                <a:blip r:embed="rId7"/>
                <a:stretch>
                  <a:fillRect/>
                </a:stretch>
              </a:blipFill>
            </p:spPr>
            <p:txBody>
              <a:bodyPr/>
              <a:lstStyle/>
              <a:p>
                <a:r>
                  <a:rPr lang="en-US">
                    <a:noFill/>
                  </a:rPr>
                  <a:t> </a:t>
                </a:r>
              </a:p>
            </p:txBody>
          </p:sp>
        </mc:Fallback>
      </mc:AlternateContent>
      <p:cxnSp>
        <p:nvCxnSpPr>
          <p:cNvPr id="14" name="Straight Arrow Connector 13">
            <a:extLst>
              <a:ext uri="{FF2B5EF4-FFF2-40B4-BE49-F238E27FC236}">
                <a16:creationId xmlns:a16="http://schemas.microsoft.com/office/drawing/2014/main" id="{A2ADCFE8-05ED-A3B2-D5BB-672C02170E7D}"/>
              </a:ext>
            </a:extLst>
          </p:cNvPr>
          <p:cNvCxnSpPr>
            <a:cxnSpLocks/>
            <a:endCxn id="6" idx="3"/>
          </p:cNvCxnSpPr>
          <p:nvPr/>
        </p:nvCxnSpPr>
        <p:spPr>
          <a:xfrm flipV="1">
            <a:off x="4121730" y="721164"/>
            <a:ext cx="878271" cy="488885"/>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26CB355D-81AB-4BDC-512E-80F2BD54A633}"/>
              </a:ext>
            </a:extLst>
          </p:cNvPr>
          <p:cNvCxnSpPr>
            <a:cxnSpLocks/>
            <a:endCxn id="12" idx="1"/>
          </p:cNvCxnSpPr>
          <p:nvPr/>
        </p:nvCxnSpPr>
        <p:spPr>
          <a:xfrm>
            <a:off x="4125152" y="1214911"/>
            <a:ext cx="903459" cy="746428"/>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4B5D4050-5638-DDDB-2E4B-58F31DD81543}"/>
              </a:ext>
            </a:extLst>
          </p:cNvPr>
          <p:cNvCxnSpPr>
            <a:cxnSpLocks/>
            <a:stCxn id="11" idx="3"/>
            <a:endCxn id="9" idx="2"/>
          </p:cNvCxnSpPr>
          <p:nvPr/>
        </p:nvCxnSpPr>
        <p:spPr>
          <a:xfrm flipV="1">
            <a:off x="5410503" y="1279636"/>
            <a:ext cx="696458" cy="4698"/>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F8F593EA-212C-8670-D5E3-9DD43816FA4D}"/>
              </a:ext>
            </a:extLst>
          </p:cNvPr>
          <p:cNvCxnSpPr>
            <a:cxnSpLocks/>
            <a:stCxn id="11" idx="2"/>
            <a:endCxn id="12" idx="0"/>
          </p:cNvCxnSpPr>
          <p:nvPr/>
        </p:nvCxnSpPr>
        <p:spPr>
          <a:xfrm>
            <a:off x="5156605" y="1469000"/>
            <a:ext cx="6856" cy="436482"/>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F8021120-8303-A69A-6C09-0D5639F3C0CA}"/>
              </a:ext>
            </a:extLst>
          </p:cNvPr>
          <p:cNvCxnSpPr>
            <a:cxnSpLocks/>
            <a:stCxn id="6" idx="6"/>
          </p:cNvCxnSpPr>
          <p:nvPr/>
        </p:nvCxnSpPr>
        <p:spPr>
          <a:xfrm>
            <a:off x="5325558" y="586314"/>
            <a:ext cx="2460842" cy="10275"/>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004396FA-D31F-0139-FE34-060686015262}"/>
              </a:ext>
            </a:extLst>
          </p:cNvPr>
          <p:cNvCxnSpPr>
            <a:cxnSpLocks/>
            <a:stCxn id="8" idx="2"/>
            <a:endCxn id="9" idx="0"/>
          </p:cNvCxnSpPr>
          <p:nvPr/>
        </p:nvCxnSpPr>
        <p:spPr>
          <a:xfrm>
            <a:off x="6296712" y="590198"/>
            <a:ext cx="956" cy="49873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sp>
        <p:nvSpPr>
          <p:cNvPr id="20" name="Rectangle 19">
            <a:extLst>
              <a:ext uri="{FF2B5EF4-FFF2-40B4-BE49-F238E27FC236}">
                <a16:creationId xmlns:a16="http://schemas.microsoft.com/office/drawing/2014/main" id="{108F797E-9D63-F423-BBC7-66870EDF8190}"/>
              </a:ext>
            </a:extLst>
          </p:cNvPr>
          <p:cNvSpPr/>
          <p:nvPr/>
        </p:nvSpPr>
        <p:spPr>
          <a:xfrm>
            <a:off x="4449950" y="9135"/>
            <a:ext cx="2873133" cy="2407763"/>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1" name="TextBox 20">
            <a:extLst>
              <a:ext uri="{FF2B5EF4-FFF2-40B4-BE49-F238E27FC236}">
                <a16:creationId xmlns:a16="http://schemas.microsoft.com/office/drawing/2014/main" id="{B696B4C3-278A-24EC-2DB9-198B03A85AD3}"/>
              </a:ext>
            </a:extLst>
          </p:cNvPr>
          <p:cNvSpPr txBox="1"/>
          <p:nvPr/>
        </p:nvSpPr>
        <p:spPr>
          <a:xfrm>
            <a:off x="4449950" y="-6886"/>
            <a:ext cx="1774204" cy="338554"/>
          </a:xfrm>
          <a:prstGeom prst="rect">
            <a:avLst/>
          </a:prstGeom>
          <a:noFill/>
        </p:spPr>
        <p:txBody>
          <a:bodyPr wrap="none" rtlCol="0">
            <a:spAutoFit/>
          </a:bodyPr>
          <a:lstStyle/>
          <a:p>
            <a:r>
              <a:rPr lang="en-US" sz="1600" dirty="0"/>
              <a:t>Chemical counter</a:t>
            </a: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1B70C795-BC57-E4AE-6852-4A1D8A7F37AE}"/>
                  </a:ext>
                </a:extLst>
              </p:cNvPr>
              <p:cNvSpPr txBox="1"/>
              <p:nvPr/>
            </p:nvSpPr>
            <p:spPr>
              <a:xfrm>
                <a:off x="0" y="1346255"/>
                <a:ext cx="593368" cy="369332"/>
              </a:xfrm>
              <a:prstGeom prst="rect">
                <a:avLst/>
              </a:prstGeom>
              <a:noFill/>
            </p:spPr>
            <p:txBody>
              <a:bodyPr wrap="none" rtlCol="0">
                <a:spAutoFit/>
              </a:bodyPr>
              <a:lstStyle/>
              <a:p>
                <a:pPr/>
                <a14:m>
                  <m:oMathPara xmlns:m="http://schemas.openxmlformats.org/officeDocument/2006/math">
                    <m:oMath>
                      <m:sSub>
                        <m:sSubPr>
                          <m:ctrlPr>
                            <a:rPr lang="de-DE" b="0" i="1" smtClean="0">
                              <a:latin typeface="Cambria Math" panose="02040503050406030204" pitchFamily="18" charset="0"/>
                            </a:rPr>
                          </m:ctrlPr>
                        </m:sSubPr>
                        <m:e>
                          <m:r>
                            <m:rPr>
                              <m:sty m:val="p"/>
                            </m:rPr>
                            <a:rPr lang="de-DE" b="0" i="1" smtClean="0">
                              <a:latin typeface="Cambria Math" panose="02040503050406030204" pitchFamily="18" charset="0"/>
                            </a:rPr>
                            <m:t>m</m:t>
                          </m:r>
                        </m:e>
                        <m:sub>
                          <m:r>
                            <m:rPr>
                              <m:sty m:val="p"/>
                            </m:rPr>
                            <a:rPr lang="de-DE" b="0" i="1" smtClean="0">
                              <a:latin typeface="Cambria Math" panose="02040503050406030204" pitchFamily="18" charset="0"/>
                            </a:rPr>
                            <m:t>in</m:t>
                          </m:r>
                        </m:sub>
                      </m:sSub>
                    </m:oMath>
                  </m:oMathPara>
                </a14:m>
                <a:endParaRPr lang="en-US" dirty="0"/>
              </a:p>
            </p:txBody>
          </p:sp>
        </mc:Choice>
        <mc:Fallback xmlns="">
          <p:sp>
            <p:nvSpPr>
              <p:cNvPr id="22" name="TextBox 21">
                <a:extLst>
                  <a:ext uri="{FF2B5EF4-FFF2-40B4-BE49-F238E27FC236}">
                    <a16:creationId xmlns:a16="http://schemas.microsoft.com/office/drawing/2014/main" id="{1B70C795-BC57-E4AE-6852-4A1D8A7F37AE}"/>
                  </a:ext>
                </a:extLst>
              </p:cNvPr>
              <p:cNvSpPr txBox="1">
                <a:spLocks noRot="1" noChangeAspect="1" noMove="1" noResize="1" noEditPoints="1" noAdjustHandles="1" noChangeArrowheads="1" noChangeShapeType="1" noTextEdit="1"/>
              </p:cNvSpPr>
              <p:nvPr/>
            </p:nvSpPr>
            <p:spPr>
              <a:xfrm>
                <a:off x="0" y="1346255"/>
                <a:ext cx="593368" cy="369332"/>
              </a:xfrm>
              <a:prstGeom prst="rect">
                <a:avLst/>
              </a:prstGeom>
              <a:blipFill>
                <a:blip r:embed="rId8"/>
                <a:stretch>
                  <a:fillRect/>
                </a:stretch>
              </a:blipFill>
            </p:spPr>
            <p:txBody>
              <a:bodyPr/>
              <a:lstStyle/>
              <a:p>
                <a:r>
                  <a:rPr lang="en-US">
                    <a:noFill/>
                  </a:rPr>
                  <a:t> </a:t>
                </a:r>
              </a:p>
            </p:txBody>
          </p:sp>
        </mc:Fallback>
      </mc:AlternateContent>
      <p:sp>
        <p:nvSpPr>
          <p:cNvPr id="23" name="Rectangle 22">
            <a:extLst>
              <a:ext uri="{FF2B5EF4-FFF2-40B4-BE49-F238E27FC236}">
                <a16:creationId xmlns:a16="http://schemas.microsoft.com/office/drawing/2014/main" id="{988A13E3-38BE-3DDD-EDB2-FE10356314D6}"/>
              </a:ext>
            </a:extLst>
          </p:cNvPr>
          <p:cNvSpPr/>
          <p:nvPr/>
        </p:nvSpPr>
        <p:spPr>
          <a:xfrm>
            <a:off x="813764" y="212548"/>
            <a:ext cx="2873133" cy="2222154"/>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4" name="TextBox 23">
            <a:extLst>
              <a:ext uri="{FF2B5EF4-FFF2-40B4-BE49-F238E27FC236}">
                <a16:creationId xmlns:a16="http://schemas.microsoft.com/office/drawing/2014/main" id="{F759F53A-412A-5527-8EF7-4CE05DD41E7B}"/>
              </a:ext>
            </a:extLst>
          </p:cNvPr>
          <p:cNvSpPr txBox="1"/>
          <p:nvPr/>
        </p:nvSpPr>
        <p:spPr>
          <a:xfrm>
            <a:off x="787440" y="212547"/>
            <a:ext cx="1362617" cy="584775"/>
          </a:xfrm>
          <a:prstGeom prst="rect">
            <a:avLst/>
          </a:prstGeom>
          <a:noFill/>
        </p:spPr>
        <p:txBody>
          <a:bodyPr wrap="none" rtlCol="0">
            <a:spAutoFit/>
          </a:bodyPr>
          <a:lstStyle/>
          <a:p>
            <a:r>
              <a:rPr lang="en-US" sz="1600" dirty="0"/>
              <a:t>Chemical</a:t>
            </a:r>
            <a:br>
              <a:rPr lang="en-US" sz="1600" dirty="0"/>
            </a:br>
            <a:r>
              <a:rPr lang="en-US" sz="1600" dirty="0"/>
              <a:t>Differentiator</a:t>
            </a:r>
          </a:p>
        </p:txBody>
      </p:sp>
      <p:sp>
        <p:nvSpPr>
          <p:cNvPr id="25" name="Oval 24">
            <a:extLst>
              <a:ext uri="{FF2B5EF4-FFF2-40B4-BE49-F238E27FC236}">
                <a16:creationId xmlns:a16="http://schemas.microsoft.com/office/drawing/2014/main" id="{5D3848AE-E19D-0A44-705E-267056394B23}"/>
              </a:ext>
            </a:extLst>
          </p:cNvPr>
          <p:cNvSpPr>
            <a:spLocks noChangeAspect="1"/>
          </p:cNvSpPr>
          <p:nvPr/>
        </p:nvSpPr>
        <p:spPr>
          <a:xfrm>
            <a:off x="1051699" y="1000942"/>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36BBE7B0-B7C3-1627-22CC-F4AC4E48EA8E}"/>
                  </a:ext>
                </a:extLst>
              </p:cNvPr>
              <p:cNvSpPr txBox="1"/>
              <p:nvPr/>
            </p:nvSpPr>
            <p:spPr>
              <a:xfrm>
                <a:off x="996672" y="976786"/>
                <a:ext cx="518558"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Df</m:t>
                          </m:r>
                        </m:sub>
                      </m:sSub>
                    </m:oMath>
                  </m:oMathPara>
                </a14:m>
                <a:endParaRPr lang="en-US" dirty="0">
                  <a:solidFill>
                    <a:schemeClr val="bg1"/>
                  </a:solidFill>
                </a:endParaRPr>
              </a:p>
            </p:txBody>
          </p:sp>
        </mc:Choice>
        <mc:Fallback xmlns="">
          <p:sp>
            <p:nvSpPr>
              <p:cNvPr id="26" name="TextBox 25">
                <a:extLst>
                  <a:ext uri="{FF2B5EF4-FFF2-40B4-BE49-F238E27FC236}">
                    <a16:creationId xmlns:a16="http://schemas.microsoft.com/office/drawing/2014/main" id="{36BBE7B0-B7C3-1627-22CC-F4AC4E48EA8E}"/>
                  </a:ext>
                </a:extLst>
              </p:cNvPr>
              <p:cNvSpPr txBox="1">
                <a:spLocks noRot="1" noChangeAspect="1" noMove="1" noResize="1" noEditPoints="1" noAdjustHandles="1" noChangeArrowheads="1" noChangeShapeType="1" noTextEdit="1"/>
              </p:cNvSpPr>
              <p:nvPr/>
            </p:nvSpPr>
            <p:spPr>
              <a:xfrm>
                <a:off x="996672" y="976786"/>
                <a:ext cx="518558" cy="369332"/>
              </a:xfrm>
              <a:prstGeom prst="rect">
                <a:avLst/>
              </a:prstGeom>
              <a:blipFill>
                <a:blip r:embed="rId9"/>
                <a:stretch>
                  <a:fillRect/>
                </a:stretch>
              </a:blipFill>
            </p:spPr>
            <p:txBody>
              <a:bodyPr/>
              <a:lstStyle/>
              <a:p>
                <a:r>
                  <a:rPr lang="en-US">
                    <a:noFill/>
                  </a:rPr>
                  <a:t> </a:t>
                </a:r>
              </a:p>
            </p:txBody>
          </p:sp>
        </mc:Fallback>
      </mc:AlternateContent>
      <p:sp>
        <p:nvSpPr>
          <p:cNvPr id="27" name="Oval 26">
            <a:extLst>
              <a:ext uri="{FF2B5EF4-FFF2-40B4-BE49-F238E27FC236}">
                <a16:creationId xmlns:a16="http://schemas.microsoft.com/office/drawing/2014/main" id="{B834E127-C543-219F-006F-8BB716E5465C}"/>
              </a:ext>
            </a:extLst>
          </p:cNvPr>
          <p:cNvSpPr>
            <a:spLocks noChangeAspect="1"/>
          </p:cNvSpPr>
          <p:nvPr/>
        </p:nvSpPr>
        <p:spPr>
          <a:xfrm>
            <a:off x="1155180" y="1894298"/>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CF12C761-BEDA-31FE-17F2-A1C6A95CE9BB}"/>
                  </a:ext>
                </a:extLst>
              </p:cNvPr>
              <p:cNvSpPr txBox="1"/>
              <p:nvPr/>
            </p:nvSpPr>
            <p:spPr>
              <a:xfrm>
                <a:off x="1097393" y="1886274"/>
                <a:ext cx="518558"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Ds</m:t>
                          </m:r>
                        </m:sub>
                      </m:sSub>
                    </m:oMath>
                  </m:oMathPara>
                </a14:m>
                <a:endParaRPr lang="en-US" dirty="0">
                  <a:solidFill>
                    <a:schemeClr val="bg1"/>
                  </a:solidFill>
                </a:endParaRPr>
              </a:p>
            </p:txBody>
          </p:sp>
        </mc:Choice>
        <mc:Fallback xmlns="">
          <p:sp>
            <p:nvSpPr>
              <p:cNvPr id="28" name="TextBox 27">
                <a:extLst>
                  <a:ext uri="{FF2B5EF4-FFF2-40B4-BE49-F238E27FC236}">
                    <a16:creationId xmlns:a16="http://schemas.microsoft.com/office/drawing/2014/main" id="{CF12C761-BEDA-31FE-17F2-A1C6A95CE9BB}"/>
                  </a:ext>
                </a:extLst>
              </p:cNvPr>
              <p:cNvSpPr txBox="1">
                <a:spLocks noRot="1" noChangeAspect="1" noMove="1" noResize="1" noEditPoints="1" noAdjustHandles="1" noChangeArrowheads="1" noChangeShapeType="1" noTextEdit="1"/>
              </p:cNvSpPr>
              <p:nvPr/>
            </p:nvSpPr>
            <p:spPr>
              <a:xfrm>
                <a:off x="1097393" y="1886274"/>
                <a:ext cx="518558" cy="369332"/>
              </a:xfrm>
              <a:prstGeom prst="rect">
                <a:avLst/>
              </a:prstGeom>
              <a:blipFill>
                <a:blip r:embed="rId10"/>
                <a:stretch>
                  <a:fillRect/>
                </a:stretch>
              </a:blipFill>
            </p:spPr>
            <p:txBody>
              <a:bodyPr/>
              <a:lstStyle/>
              <a:p>
                <a:r>
                  <a:rPr lang="en-US">
                    <a:noFill/>
                  </a:rPr>
                  <a:t> </a:t>
                </a:r>
              </a:p>
            </p:txBody>
          </p:sp>
        </mc:Fallback>
      </mc:AlternateContent>
      <p:sp>
        <p:nvSpPr>
          <p:cNvPr id="29" name="Oval 28">
            <a:extLst>
              <a:ext uri="{FF2B5EF4-FFF2-40B4-BE49-F238E27FC236}">
                <a16:creationId xmlns:a16="http://schemas.microsoft.com/office/drawing/2014/main" id="{38DA3237-57D6-D546-08AB-5B19EAA07437}"/>
              </a:ext>
            </a:extLst>
          </p:cNvPr>
          <p:cNvSpPr>
            <a:spLocks noChangeAspect="1"/>
          </p:cNvSpPr>
          <p:nvPr/>
        </p:nvSpPr>
        <p:spPr>
          <a:xfrm>
            <a:off x="2221387" y="1004799"/>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7BB2FF42-2EB4-65AE-5F71-BDA9D8BC0902}"/>
                  </a:ext>
                </a:extLst>
              </p:cNvPr>
              <p:cNvSpPr txBox="1"/>
              <p:nvPr/>
            </p:nvSpPr>
            <p:spPr>
              <a:xfrm>
                <a:off x="2166526" y="976223"/>
                <a:ext cx="518558" cy="394019"/>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Dp</m:t>
                          </m:r>
                        </m:sub>
                      </m:sSub>
                    </m:oMath>
                  </m:oMathPara>
                </a14:m>
                <a:endParaRPr lang="en-US" dirty="0">
                  <a:solidFill>
                    <a:schemeClr val="bg1"/>
                  </a:solidFill>
                </a:endParaRPr>
              </a:p>
            </p:txBody>
          </p:sp>
        </mc:Choice>
        <mc:Fallback xmlns="">
          <p:sp>
            <p:nvSpPr>
              <p:cNvPr id="30" name="TextBox 29">
                <a:extLst>
                  <a:ext uri="{FF2B5EF4-FFF2-40B4-BE49-F238E27FC236}">
                    <a16:creationId xmlns:a16="http://schemas.microsoft.com/office/drawing/2014/main" id="{7BB2FF42-2EB4-65AE-5F71-BDA9D8BC0902}"/>
                  </a:ext>
                </a:extLst>
              </p:cNvPr>
              <p:cNvSpPr txBox="1">
                <a:spLocks noRot="1" noChangeAspect="1" noMove="1" noResize="1" noEditPoints="1" noAdjustHandles="1" noChangeArrowheads="1" noChangeShapeType="1" noTextEdit="1"/>
              </p:cNvSpPr>
              <p:nvPr/>
            </p:nvSpPr>
            <p:spPr>
              <a:xfrm>
                <a:off x="2166526" y="976223"/>
                <a:ext cx="518558" cy="394019"/>
              </a:xfrm>
              <a:prstGeom prst="rect">
                <a:avLst/>
              </a:prstGeom>
              <a:blipFill>
                <a:blip r:embed="rId11"/>
                <a:stretch>
                  <a:fillRect b="-7692"/>
                </a:stretch>
              </a:blipFill>
            </p:spPr>
            <p:txBody>
              <a:bodyPr/>
              <a:lstStyle/>
              <a:p>
                <a:r>
                  <a:rPr lang="en-US">
                    <a:noFill/>
                  </a:rPr>
                  <a:t> </a:t>
                </a:r>
              </a:p>
            </p:txBody>
          </p:sp>
        </mc:Fallback>
      </mc:AlternateContent>
      <p:cxnSp>
        <p:nvCxnSpPr>
          <p:cNvPr id="31" name="Straight Arrow Connector 30">
            <a:extLst>
              <a:ext uri="{FF2B5EF4-FFF2-40B4-BE49-F238E27FC236}">
                <a16:creationId xmlns:a16="http://schemas.microsoft.com/office/drawing/2014/main" id="{688FF6CD-5378-86FD-0E93-7E6609CE701F}"/>
              </a:ext>
            </a:extLst>
          </p:cNvPr>
          <p:cNvCxnSpPr>
            <a:cxnSpLocks/>
            <a:stCxn id="22" idx="3"/>
            <a:endCxn id="25" idx="2"/>
          </p:cNvCxnSpPr>
          <p:nvPr/>
        </p:nvCxnSpPr>
        <p:spPr>
          <a:xfrm flipV="1">
            <a:off x="593368" y="1191650"/>
            <a:ext cx="458331" cy="339271"/>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32" name="Straight Arrow Connector 31">
            <a:extLst>
              <a:ext uri="{FF2B5EF4-FFF2-40B4-BE49-F238E27FC236}">
                <a16:creationId xmlns:a16="http://schemas.microsoft.com/office/drawing/2014/main" id="{92E9D7D0-9AE9-5BFC-F7EE-7D91470E75F2}"/>
              </a:ext>
            </a:extLst>
          </p:cNvPr>
          <p:cNvCxnSpPr>
            <a:cxnSpLocks/>
            <a:stCxn id="22" idx="3"/>
            <a:endCxn id="27" idx="2"/>
          </p:cNvCxnSpPr>
          <p:nvPr/>
        </p:nvCxnSpPr>
        <p:spPr>
          <a:xfrm>
            <a:off x="593368" y="1530921"/>
            <a:ext cx="561812" cy="554085"/>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a16="http://schemas.microsoft.com/office/drawing/2014/main" id="{B134B44D-BBED-42EB-8C1C-6E30AECC4B1C}"/>
              </a:ext>
            </a:extLst>
          </p:cNvPr>
          <p:cNvCxnSpPr>
            <a:cxnSpLocks/>
            <a:stCxn id="25" idx="6"/>
            <a:endCxn id="29" idx="2"/>
          </p:cNvCxnSpPr>
          <p:nvPr/>
        </p:nvCxnSpPr>
        <p:spPr>
          <a:xfrm>
            <a:off x="1433113" y="1191650"/>
            <a:ext cx="788274" cy="3858"/>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34" name="Straight Arrow Connector 33">
            <a:extLst>
              <a:ext uri="{FF2B5EF4-FFF2-40B4-BE49-F238E27FC236}">
                <a16:creationId xmlns:a16="http://schemas.microsoft.com/office/drawing/2014/main" id="{4A505384-A05B-E68B-6812-5B980022E911}"/>
              </a:ext>
            </a:extLst>
          </p:cNvPr>
          <p:cNvCxnSpPr>
            <a:cxnSpLocks/>
            <a:stCxn id="27" idx="6"/>
            <a:endCxn id="39" idx="2"/>
          </p:cNvCxnSpPr>
          <p:nvPr/>
        </p:nvCxnSpPr>
        <p:spPr>
          <a:xfrm>
            <a:off x="1536594" y="2085006"/>
            <a:ext cx="1447412" cy="33588"/>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35" name="Straight Arrow Connector 34">
            <a:extLst>
              <a:ext uri="{FF2B5EF4-FFF2-40B4-BE49-F238E27FC236}">
                <a16:creationId xmlns:a16="http://schemas.microsoft.com/office/drawing/2014/main" id="{FAB9B108-EE76-7ECB-182B-DAFC30637C31}"/>
              </a:ext>
            </a:extLst>
          </p:cNvPr>
          <p:cNvCxnSpPr>
            <a:cxnSpLocks/>
            <a:stCxn id="29" idx="6"/>
          </p:cNvCxnSpPr>
          <p:nvPr/>
        </p:nvCxnSpPr>
        <p:spPr>
          <a:xfrm>
            <a:off x="2602801" y="1195507"/>
            <a:ext cx="1532016" cy="14542"/>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AAB387A6-4466-0730-4164-923740089D58}"/>
                  </a:ext>
                </a:extLst>
              </p:cNvPr>
              <p:cNvSpPr txBox="1"/>
              <p:nvPr/>
            </p:nvSpPr>
            <p:spPr>
              <a:xfrm>
                <a:off x="2910701" y="827267"/>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d</m:t>
                          </m:r>
                        </m:sub>
                      </m:sSub>
                    </m:oMath>
                  </m:oMathPara>
                </a14:m>
                <a:endParaRPr lang="en-US" dirty="0">
                  <a:solidFill>
                    <a:schemeClr val="tx1"/>
                  </a:solidFill>
                </a:endParaRPr>
              </a:p>
            </p:txBody>
          </p:sp>
        </mc:Choice>
        <mc:Fallback xmlns="">
          <p:sp>
            <p:nvSpPr>
              <p:cNvPr id="36" name="TextBox 35">
                <a:extLst>
                  <a:ext uri="{FF2B5EF4-FFF2-40B4-BE49-F238E27FC236}">
                    <a16:creationId xmlns:a16="http://schemas.microsoft.com/office/drawing/2014/main" id="{AAB387A6-4466-0730-4164-923740089D58}"/>
                  </a:ext>
                </a:extLst>
              </p:cNvPr>
              <p:cNvSpPr txBox="1">
                <a:spLocks noRot="1" noChangeAspect="1" noMove="1" noResize="1" noEditPoints="1" noAdjustHandles="1" noChangeArrowheads="1" noChangeShapeType="1" noTextEdit="1"/>
              </p:cNvSpPr>
              <p:nvPr/>
            </p:nvSpPr>
            <p:spPr>
              <a:xfrm>
                <a:off x="2910701" y="827267"/>
                <a:ext cx="507796" cy="369332"/>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B913029D-A70B-6230-4A6B-EEF049A7E32A}"/>
                  </a:ext>
                </a:extLst>
              </p:cNvPr>
              <p:cNvSpPr txBox="1"/>
              <p:nvPr/>
            </p:nvSpPr>
            <p:spPr>
              <a:xfrm>
                <a:off x="1551725" y="814672"/>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Df</m:t>
                          </m:r>
                        </m:sub>
                      </m:sSub>
                    </m:oMath>
                  </m:oMathPara>
                </a14:m>
                <a:endParaRPr lang="en-US" dirty="0">
                  <a:solidFill>
                    <a:schemeClr val="tx1"/>
                  </a:solidFill>
                </a:endParaRPr>
              </a:p>
            </p:txBody>
          </p:sp>
        </mc:Choice>
        <mc:Fallback xmlns="">
          <p:sp>
            <p:nvSpPr>
              <p:cNvPr id="37" name="TextBox 36">
                <a:extLst>
                  <a:ext uri="{FF2B5EF4-FFF2-40B4-BE49-F238E27FC236}">
                    <a16:creationId xmlns:a16="http://schemas.microsoft.com/office/drawing/2014/main" id="{B913029D-A70B-6230-4A6B-EEF049A7E32A}"/>
                  </a:ext>
                </a:extLst>
              </p:cNvPr>
              <p:cNvSpPr txBox="1">
                <a:spLocks noRot="1" noChangeAspect="1" noMove="1" noResize="1" noEditPoints="1" noAdjustHandles="1" noChangeArrowheads="1" noChangeShapeType="1" noTextEdit="1"/>
              </p:cNvSpPr>
              <p:nvPr/>
            </p:nvSpPr>
            <p:spPr>
              <a:xfrm>
                <a:off x="1551725" y="814672"/>
                <a:ext cx="507796" cy="369332"/>
              </a:xfrm>
              <a:prstGeom prst="rect">
                <a:avLst/>
              </a:prstGeom>
              <a:blipFill>
                <a:blip r:embed="rId13"/>
                <a:stretch>
                  <a:fillRect r="-481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2296EFD8-2D6D-E8C7-CA22-ABD723DD24F2}"/>
                  </a:ext>
                </a:extLst>
              </p:cNvPr>
              <p:cNvSpPr txBox="1"/>
              <p:nvPr/>
            </p:nvSpPr>
            <p:spPr>
              <a:xfrm>
                <a:off x="1957366" y="2049302"/>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Ds</m:t>
                          </m:r>
                        </m:sub>
                      </m:sSub>
                    </m:oMath>
                  </m:oMathPara>
                </a14:m>
                <a:endParaRPr lang="en-US" dirty="0">
                  <a:solidFill>
                    <a:schemeClr val="tx1"/>
                  </a:solidFill>
                </a:endParaRPr>
              </a:p>
            </p:txBody>
          </p:sp>
        </mc:Choice>
        <mc:Fallback xmlns="">
          <p:sp>
            <p:nvSpPr>
              <p:cNvPr id="38" name="TextBox 37">
                <a:extLst>
                  <a:ext uri="{FF2B5EF4-FFF2-40B4-BE49-F238E27FC236}">
                    <a16:creationId xmlns:a16="http://schemas.microsoft.com/office/drawing/2014/main" id="{2296EFD8-2D6D-E8C7-CA22-ABD723DD24F2}"/>
                  </a:ext>
                </a:extLst>
              </p:cNvPr>
              <p:cNvSpPr txBox="1">
                <a:spLocks noRot="1" noChangeAspect="1" noMove="1" noResize="1" noEditPoints="1" noAdjustHandles="1" noChangeArrowheads="1" noChangeShapeType="1" noTextEdit="1"/>
              </p:cNvSpPr>
              <p:nvPr/>
            </p:nvSpPr>
            <p:spPr>
              <a:xfrm>
                <a:off x="1957366" y="2049302"/>
                <a:ext cx="507796" cy="369332"/>
              </a:xfrm>
              <a:prstGeom prst="rect">
                <a:avLst/>
              </a:prstGeom>
              <a:blipFill>
                <a:blip r:embed="rId14"/>
                <a:stretch>
                  <a:fillRect r="-8434"/>
                </a:stretch>
              </a:blipFill>
            </p:spPr>
            <p:txBody>
              <a:bodyPr/>
              <a:lstStyle/>
              <a:p>
                <a:r>
                  <a:rPr lang="en-US">
                    <a:noFill/>
                  </a:rPr>
                  <a:t> </a:t>
                </a:r>
              </a:p>
            </p:txBody>
          </p:sp>
        </mc:Fallback>
      </mc:AlternateContent>
      <p:sp>
        <p:nvSpPr>
          <p:cNvPr id="39" name="Oval 38">
            <a:extLst>
              <a:ext uri="{FF2B5EF4-FFF2-40B4-BE49-F238E27FC236}">
                <a16:creationId xmlns:a16="http://schemas.microsoft.com/office/drawing/2014/main" id="{03FD2A37-61D3-F182-D91B-D27CC664AA93}"/>
              </a:ext>
            </a:extLst>
          </p:cNvPr>
          <p:cNvSpPr>
            <a:spLocks noChangeAspect="1"/>
          </p:cNvSpPr>
          <p:nvPr/>
        </p:nvSpPr>
        <p:spPr>
          <a:xfrm>
            <a:off x="2984006" y="1927886"/>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D70515A6-A18D-DC54-A219-B8231B58676D}"/>
                  </a:ext>
                </a:extLst>
              </p:cNvPr>
              <p:cNvSpPr txBox="1"/>
              <p:nvPr/>
            </p:nvSpPr>
            <p:spPr>
              <a:xfrm>
                <a:off x="2918451" y="1889534"/>
                <a:ext cx="518558"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Di</m:t>
                          </m:r>
                        </m:sub>
                      </m:sSub>
                    </m:oMath>
                  </m:oMathPara>
                </a14:m>
                <a:endParaRPr lang="en-US" dirty="0">
                  <a:solidFill>
                    <a:schemeClr val="bg1"/>
                  </a:solidFill>
                </a:endParaRPr>
              </a:p>
            </p:txBody>
          </p:sp>
        </mc:Choice>
        <mc:Fallback xmlns="">
          <p:sp>
            <p:nvSpPr>
              <p:cNvPr id="40" name="TextBox 39">
                <a:extLst>
                  <a:ext uri="{FF2B5EF4-FFF2-40B4-BE49-F238E27FC236}">
                    <a16:creationId xmlns:a16="http://schemas.microsoft.com/office/drawing/2014/main" id="{D70515A6-A18D-DC54-A219-B8231B58676D}"/>
                  </a:ext>
                </a:extLst>
              </p:cNvPr>
              <p:cNvSpPr txBox="1">
                <a:spLocks noRot="1" noChangeAspect="1" noMove="1" noResize="1" noEditPoints="1" noAdjustHandles="1" noChangeArrowheads="1" noChangeShapeType="1" noTextEdit="1"/>
              </p:cNvSpPr>
              <p:nvPr/>
            </p:nvSpPr>
            <p:spPr>
              <a:xfrm>
                <a:off x="2918451" y="1889534"/>
                <a:ext cx="518558" cy="369332"/>
              </a:xfrm>
              <a:prstGeom prst="rect">
                <a:avLst/>
              </a:prstGeom>
              <a:blipFill>
                <a:blip r:embed="rId15"/>
                <a:stretch>
                  <a:fillRect/>
                </a:stretch>
              </a:blipFill>
            </p:spPr>
            <p:txBody>
              <a:bodyPr/>
              <a:lstStyle/>
              <a:p>
                <a:r>
                  <a:rPr lang="en-US">
                    <a:noFill/>
                  </a:rPr>
                  <a:t> </a:t>
                </a:r>
              </a:p>
            </p:txBody>
          </p:sp>
        </mc:Fallback>
      </mc:AlternateContent>
      <p:cxnSp>
        <p:nvCxnSpPr>
          <p:cNvPr id="41" name="Straight Arrow Connector 40">
            <a:extLst>
              <a:ext uri="{FF2B5EF4-FFF2-40B4-BE49-F238E27FC236}">
                <a16:creationId xmlns:a16="http://schemas.microsoft.com/office/drawing/2014/main" id="{4F86B6FD-C0E4-D305-05D3-CB2D3CB63128}"/>
              </a:ext>
            </a:extLst>
          </p:cNvPr>
          <p:cNvCxnSpPr>
            <a:cxnSpLocks/>
            <a:stCxn id="36" idx="2"/>
            <a:endCxn id="39" idx="0"/>
          </p:cNvCxnSpPr>
          <p:nvPr/>
        </p:nvCxnSpPr>
        <p:spPr>
          <a:xfrm>
            <a:off x="3164599" y="1196599"/>
            <a:ext cx="10114" cy="731287"/>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ECEFC2D-2E57-8F52-2BCC-05848266C2F8}"/>
                  </a:ext>
                </a:extLst>
              </p:cNvPr>
              <p:cNvSpPr txBox="1"/>
              <p:nvPr/>
            </p:nvSpPr>
            <p:spPr>
              <a:xfrm>
                <a:off x="3796741" y="718517"/>
                <a:ext cx="578427" cy="400110"/>
              </a:xfrm>
              <a:prstGeom prst="rect">
                <a:avLst/>
              </a:prstGeom>
              <a:noFill/>
            </p:spPr>
            <p:txBody>
              <a:bodyPr wrap="none" rtlCol="0">
                <a:spAutoFit/>
              </a:bodyPr>
              <a:lstStyle/>
              <a:p>
                <a:pPr/>
                <a14:m>
                  <m:oMathPara xmlns:m="http://schemas.openxmlformats.org/officeDocument/2006/math">
                    <m:oMath>
                      <m:sSub>
                        <m:sSubPr>
                          <m:ctrlPr>
                            <a:rPr lang="de-DE" sz="2000" b="0" i="1" smtClean="0">
                              <a:latin typeface="Cambria Math" panose="02040503050406030204" pitchFamily="18" charset="0"/>
                            </a:rPr>
                          </m:ctrlPr>
                        </m:sSubPr>
                        <m:e>
                          <m:r>
                            <m:rPr>
                              <m:sty m:val="p"/>
                            </m:rPr>
                            <a:rPr lang="de-DE" sz="2000" b="0" i="1" smtClean="0">
                              <a:latin typeface="Cambria Math" panose="02040503050406030204" pitchFamily="18" charset="0"/>
                            </a:rPr>
                            <m:t>m</m:t>
                          </m:r>
                        </m:e>
                        <m:sub>
                          <m:r>
                            <m:rPr>
                              <m:sty m:val="p"/>
                            </m:rPr>
                            <a:rPr lang="de-DE" sz="2000" b="0" i="1" smtClean="0">
                              <a:latin typeface="Cambria Math" panose="02040503050406030204" pitchFamily="18" charset="0"/>
                            </a:rPr>
                            <m:t>d</m:t>
                          </m:r>
                        </m:sub>
                      </m:sSub>
                    </m:oMath>
                  </m:oMathPara>
                </a14:m>
                <a:endParaRPr lang="en-US" sz="2000" dirty="0"/>
              </a:p>
            </p:txBody>
          </p:sp>
        </mc:Choice>
        <mc:Fallback xmlns="">
          <p:sp>
            <p:nvSpPr>
              <p:cNvPr id="42" name="TextBox 41">
                <a:extLst>
                  <a:ext uri="{FF2B5EF4-FFF2-40B4-BE49-F238E27FC236}">
                    <a16:creationId xmlns:a16="http://schemas.microsoft.com/office/drawing/2014/main" id="{3ECEFC2D-2E57-8F52-2BCC-05848266C2F8}"/>
                  </a:ext>
                </a:extLst>
              </p:cNvPr>
              <p:cNvSpPr txBox="1">
                <a:spLocks noRot="1" noChangeAspect="1" noMove="1" noResize="1" noEditPoints="1" noAdjustHandles="1" noChangeArrowheads="1" noChangeShapeType="1" noTextEdit="1"/>
              </p:cNvSpPr>
              <p:nvPr/>
            </p:nvSpPr>
            <p:spPr>
              <a:xfrm>
                <a:off x="3796741" y="718517"/>
                <a:ext cx="578427" cy="400110"/>
              </a:xfrm>
              <a:prstGeom prst="rect">
                <a:avLst/>
              </a:prstGeom>
              <a:blipFill>
                <a:blip r:embed="rId1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9A0F487E-96D6-F417-4604-9B1A9207D688}"/>
                  </a:ext>
                </a:extLst>
              </p:cNvPr>
              <p:cNvSpPr txBox="1"/>
              <p:nvPr/>
            </p:nvSpPr>
            <p:spPr>
              <a:xfrm>
                <a:off x="7415254" y="175204"/>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c</m:t>
                          </m:r>
                        </m:sub>
                      </m:sSub>
                    </m:oMath>
                  </m:oMathPara>
                </a14:m>
                <a:endParaRPr lang="en-US" dirty="0">
                  <a:solidFill>
                    <a:schemeClr val="tx1"/>
                  </a:solidFill>
                </a:endParaRPr>
              </a:p>
            </p:txBody>
          </p:sp>
        </mc:Choice>
        <mc:Fallback xmlns="">
          <p:sp>
            <p:nvSpPr>
              <p:cNvPr id="43" name="TextBox 42">
                <a:extLst>
                  <a:ext uri="{FF2B5EF4-FFF2-40B4-BE49-F238E27FC236}">
                    <a16:creationId xmlns:a16="http://schemas.microsoft.com/office/drawing/2014/main" id="{9A0F487E-96D6-F417-4604-9B1A9207D688}"/>
                  </a:ext>
                </a:extLst>
              </p:cNvPr>
              <p:cNvSpPr txBox="1">
                <a:spLocks noRot="1" noChangeAspect="1" noMove="1" noResize="1" noEditPoints="1" noAdjustHandles="1" noChangeArrowheads="1" noChangeShapeType="1" noTextEdit="1"/>
              </p:cNvSpPr>
              <p:nvPr/>
            </p:nvSpPr>
            <p:spPr>
              <a:xfrm>
                <a:off x="7415254" y="175204"/>
                <a:ext cx="507796" cy="369332"/>
              </a:xfrm>
              <a:prstGeom prst="rect">
                <a:avLst/>
              </a:prstGeom>
              <a:blipFill>
                <a:blip r:embed="rId17"/>
                <a:stretch>
                  <a:fillRect/>
                </a:stretch>
              </a:blipFill>
            </p:spPr>
            <p:txBody>
              <a:bodyPr/>
              <a:lstStyle/>
              <a:p>
                <a:r>
                  <a:rPr lang="en-US">
                    <a:noFill/>
                  </a:rPr>
                  <a:t> </a:t>
                </a:r>
              </a:p>
            </p:txBody>
          </p:sp>
        </mc:Fallback>
      </mc:AlternateContent>
      <p:sp>
        <p:nvSpPr>
          <p:cNvPr id="44" name="Oval 43">
            <a:extLst>
              <a:ext uri="{FF2B5EF4-FFF2-40B4-BE49-F238E27FC236}">
                <a16:creationId xmlns:a16="http://schemas.microsoft.com/office/drawing/2014/main" id="{CDA1559A-4B9D-31E6-01CB-9F47412AB6E3}"/>
              </a:ext>
            </a:extLst>
          </p:cNvPr>
          <p:cNvSpPr>
            <a:spLocks noChangeAspect="1"/>
          </p:cNvSpPr>
          <p:nvPr/>
        </p:nvSpPr>
        <p:spPr>
          <a:xfrm>
            <a:off x="9575979" y="144458"/>
            <a:ext cx="410141" cy="41014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45" name="Oval 44">
            <a:extLst>
              <a:ext uri="{FF2B5EF4-FFF2-40B4-BE49-F238E27FC236}">
                <a16:creationId xmlns:a16="http://schemas.microsoft.com/office/drawing/2014/main" id="{57E62943-519E-339D-282C-D11A196051D7}"/>
              </a:ext>
            </a:extLst>
          </p:cNvPr>
          <p:cNvSpPr>
            <a:spLocks noChangeAspect="1"/>
          </p:cNvSpPr>
          <p:nvPr/>
        </p:nvSpPr>
        <p:spPr>
          <a:xfrm>
            <a:off x="9585689" y="2015561"/>
            <a:ext cx="410141" cy="41014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46" name="Straight Arrow Connector 45">
            <a:extLst>
              <a:ext uri="{FF2B5EF4-FFF2-40B4-BE49-F238E27FC236}">
                <a16:creationId xmlns:a16="http://schemas.microsoft.com/office/drawing/2014/main" id="{D8E13E9E-9F98-4192-9E82-33514AAB0482}"/>
              </a:ext>
            </a:extLst>
          </p:cNvPr>
          <p:cNvCxnSpPr>
            <a:cxnSpLocks/>
            <a:stCxn id="45" idx="6"/>
            <a:endCxn id="57" idx="3"/>
          </p:cNvCxnSpPr>
          <p:nvPr/>
        </p:nvCxnSpPr>
        <p:spPr>
          <a:xfrm flipV="1">
            <a:off x="9995830" y="1422412"/>
            <a:ext cx="806857" cy="798219"/>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47" name="Straight Arrow Connector 46">
            <a:extLst>
              <a:ext uri="{FF2B5EF4-FFF2-40B4-BE49-F238E27FC236}">
                <a16:creationId xmlns:a16="http://schemas.microsoft.com/office/drawing/2014/main" id="{B14AC89E-8808-BC76-071B-A53C83EBDF62}"/>
              </a:ext>
            </a:extLst>
          </p:cNvPr>
          <p:cNvCxnSpPr>
            <a:cxnSpLocks/>
            <a:stCxn id="44" idx="6"/>
            <a:endCxn id="57" idx="1"/>
          </p:cNvCxnSpPr>
          <p:nvPr/>
        </p:nvCxnSpPr>
        <p:spPr>
          <a:xfrm>
            <a:off x="9986120" y="349529"/>
            <a:ext cx="816567" cy="78287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93ED1DE2-F21E-B089-0026-AF79FF6C2A20}"/>
                  </a:ext>
                </a:extLst>
              </p:cNvPr>
              <p:cNvSpPr txBox="1"/>
              <p:nvPr/>
            </p:nvSpPr>
            <p:spPr>
              <a:xfrm>
                <a:off x="10078291" y="242332"/>
                <a:ext cx="855270"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Nc</m:t>
                          </m:r>
                        </m:sub>
                      </m:sSub>
                    </m:oMath>
                  </m:oMathPara>
                </a14:m>
                <a:endParaRPr lang="en-US" dirty="0">
                  <a:solidFill>
                    <a:schemeClr val="tx1"/>
                  </a:solidFill>
                </a:endParaRPr>
              </a:p>
            </p:txBody>
          </p:sp>
        </mc:Choice>
        <mc:Fallback xmlns="">
          <p:sp>
            <p:nvSpPr>
              <p:cNvPr id="48" name="TextBox 47">
                <a:extLst>
                  <a:ext uri="{FF2B5EF4-FFF2-40B4-BE49-F238E27FC236}">
                    <a16:creationId xmlns:a16="http://schemas.microsoft.com/office/drawing/2014/main" id="{93ED1DE2-F21E-B089-0026-AF79FF6C2A20}"/>
                  </a:ext>
                </a:extLst>
              </p:cNvPr>
              <p:cNvSpPr txBox="1">
                <a:spLocks noRot="1" noChangeAspect="1" noMove="1" noResize="1" noEditPoints="1" noAdjustHandles="1" noChangeArrowheads="1" noChangeShapeType="1" noTextEdit="1"/>
              </p:cNvSpPr>
              <p:nvPr/>
            </p:nvSpPr>
            <p:spPr>
              <a:xfrm>
                <a:off x="10078291" y="242332"/>
                <a:ext cx="855270" cy="369332"/>
              </a:xfrm>
              <a:prstGeom prst="rect">
                <a:avLst/>
              </a:prstGeom>
              <a:blipFill>
                <a:blip r:embed="rId1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D8D4BDD2-45F3-2E04-3863-49AD916454BD}"/>
                  </a:ext>
                </a:extLst>
              </p:cNvPr>
              <p:cNvSpPr txBox="1"/>
              <p:nvPr/>
            </p:nvSpPr>
            <p:spPr>
              <a:xfrm>
                <a:off x="10136554" y="1770391"/>
                <a:ext cx="855270"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Nc</m:t>
                          </m:r>
                        </m:sub>
                      </m:sSub>
                    </m:oMath>
                  </m:oMathPara>
                </a14:m>
                <a:endParaRPr lang="en-US" dirty="0">
                  <a:solidFill>
                    <a:schemeClr val="tx1"/>
                  </a:solidFill>
                </a:endParaRPr>
              </a:p>
            </p:txBody>
          </p:sp>
        </mc:Choice>
        <mc:Fallback xmlns="">
          <p:sp>
            <p:nvSpPr>
              <p:cNvPr id="49" name="TextBox 48">
                <a:extLst>
                  <a:ext uri="{FF2B5EF4-FFF2-40B4-BE49-F238E27FC236}">
                    <a16:creationId xmlns:a16="http://schemas.microsoft.com/office/drawing/2014/main" id="{D8D4BDD2-45F3-2E04-3863-49AD916454BD}"/>
                  </a:ext>
                </a:extLst>
              </p:cNvPr>
              <p:cNvSpPr txBox="1">
                <a:spLocks noRot="1" noChangeAspect="1" noMove="1" noResize="1" noEditPoints="1" noAdjustHandles="1" noChangeArrowheads="1" noChangeShapeType="1" noTextEdit="1"/>
              </p:cNvSpPr>
              <p:nvPr/>
            </p:nvSpPr>
            <p:spPr>
              <a:xfrm>
                <a:off x="10136554" y="1770391"/>
                <a:ext cx="855270" cy="369332"/>
              </a:xfrm>
              <a:prstGeom prst="rect">
                <a:avLst/>
              </a:prstGeom>
              <a:blipFill>
                <a:blip r:embed="rId1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5EC59FF2-8BBC-A7EA-2F41-951658F5E453}"/>
                  </a:ext>
                </a:extLst>
              </p:cNvPr>
              <p:cNvSpPr txBox="1"/>
              <p:nvPr/>
            </p:nvSpPr>
            <p:spPr>
              <a:xfrm>
                <a:off x="8973206" y="595408"/>
                <a:ext cx="855270"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Na</m:t>
                          </m:r>
                        </m:sub>
                      </m:sSub>
                    </m:oMath>
                  </m:oMathPara>
                </a14:m>
                <a:endParaRPr lang="en-US" dirty="0">
                  <a:solidFill>
                    <a:schemeClr val="tx1"/>
                  </a:solidFill>
                </a:endParaRPr>
              </a:p>
            </p:txBody>
          </p:sp>
        </mc:Choice>
        <mc:Fallback xmlns="">
          <p:sp>
            <p:nvSpPr>
              <p:cNvPr id="50" name="TextBox 49">
                <a:extLst>
                  <a:ext uri="{FF2B5EF4-FFF2-40B4-BE49-F238E27FC236}">
                    <a16:creationId xmlns:a16="http://schemas.microsoft.com/office/drawing/2014/main" id="{5EC59FF2-8BBC-A7EA-2F41-951658F5E453}"/>
                  </a:ext>
                </a:extLst>
              </p:cNvPr>
              <p:cNvSpPr txBox="1">
                <a:spLocks noRot="1" noChangeAspect="1" noMove="1" noResize="1" noEditPoints="1" noAdjustHandles="1" noChangeArrowheads="1" noChangeShapeType="1" noTextEdit="1"/>
              </p:cNvSpPr>
              <p:nvPr/>
            </p:nvSpPr>
            <p:spPr>
              <a:xfrm>
                <a:off x="8973206" y="595408"/>
                <a:ext cx="855270" cy="369332"/>
              </a:xfrm>
              <a:prstGeom prst="rect">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8E39E3BB-9130-0946-F90F-56B4EF840257}"/>
                  </a:ext>
                </a:extLst>
              </p:cNvPr>
              <p:cNvSpPr txBox="1"/>
              <p:nvPr/>
            </p:nvSpPr>
            <p:spPr>
              <a:xfrm>
                <a:off x="8905458" y="1506194"/>
                <a:ext cx="855270"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Nb</m:t>
                          </m:r>
                        </m:sub>
                      </m:sSub>
                    </m:oMath>
                  </m:oMathPara>
                </a14:m>
                <a:endParaRPr lang="en-US" dirty="0">
                  <a:solidFill>
                    <a:schemeClr val="tx1"/>
                  </a:solidFill>
                </a:endParaRPr>
              </a:p>
            </p:txBody>
          </p:sp>
        </mc:Choice>
        <mc:Fallback xmlns="">
          <p:sp>
            <p:nvSpPr>
              <p:cNvPr id="51" name="TextBox 50">
                <a:extLst>
                  <a:ext uri="{FF2B5EF4-FFF2-40B4-BE49-F238E27FC236}">
                    <a16:creationId xmlns:a16="http://schemas.microsoft.com/office/drawing/2014/main" id="{8E39E3BB-9130-0946-F90F-56B4EF840257}"/>
                  </a:ext>
                </a:extLst>
              </p:cNvPr>
              <p:cNvSpPr txBox="1">
                <a:spLocks noRot="1" noChangeAspect="1" noMove="1" noResize="1" noEditPoints="1" noAdjustHandles="1" noChangeArrowheads="1" noChangeShapeType="1" noTextEdit="1"/>
              </p:cNvSpPr>
              <p:nvPr/>
            </p:nvSpPr>
            <p:spPr>
              <a:xfrm>
                <a:off x="8905458" y="1506194"/>
                <a:ext cx="855270" cy="369332"/>
              </a:xfrm>
              <a:prstGeom prst="rect">
                <a:avLst/>
              </a:prstGeom>
              <a:blipFill>
                <a:blip r:embed="rId21"/>
                <a:stretch>
                  <a:fillRect/>
                </a:stretch>
              </a:blipFill>
            </p:spPr>
            <p:txBody>
              <a:bodyPr/>
              <a:lstStyle/>
              <a:p>
                <a:r>
                  <a:rPr lang="en-US">
                    <a:noFill/>
                  </a:rPr>
                  <a:t> </a:t>
                </a:r>
              </a:p>
            </p:txBody>
          </p:sp>
        </mc:Fallback>
      </mc:AlternateContent>
      <p:sp>
        <p:nvSpPr>
          <p:cNvPr id="52" name="Oval 51">
            <a:extLst>
              <a:ext uri="{FF2B5EF4-FFF2-40B4-BE49-F238E27FC236}">
                <a16:creationId xmlns:a16="http://schemas.microsoft.com/office/drawing/2014/main" id="{443F5A23-42A1-C5E1-5247-113E3256CF0C}"/>
              </a:ext>
            </a:extLst>
          </p:cNvPr>
          <p:cNvSpPr>
            <a:spLocks noChangeAspect="1"/>
          </p:cNvSpPr>
          <p:nvPr/>
        </p:nvSpPr>
        <p:spPr>
          <a:xfrm>
            <a:off x="8524898" y="1072335"/>
            <a:ext cx="410141" cy="41014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53" name="Straight Arrow Connector 52">
            <a:extLst>
              <a:ext uri="{FF2B5EF4-FFF2-40B4-BE49-F238E27FC236}">
                <a16:creationId xmlns:a16="http://schemas.microsoft.com/office/drawing/2014/main" id="{DEFE39F2-3F36-4450-7B80-E4306FC7C196}"/>
              </a:ext>
            </a:extLst>
          </p:cNvPr>
          <p:cNvCxnSpPr>
            <a:cxnSpLocks/>
            <a:stCxn id="52" idx="0"/>
            <a:endCxn id="44" idx="2"/>
          </p:cNvCxnSpPr>
          <p:nvPr/>
        </p:nvCxnSpPr>
        <p:spPr>
          <a:xfrm flipV="1">
            <a:off x="8729969" y="349529"/>
            <a:ext cx="846010" cy="722806"/>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6493FA3E-CBEC-DD06-6659-235B69A42BBE}"/>
                  </a:ext>
                </a:extLst>
              </p:cNvPr>
              <p:cNvSpPr txBox="1"/>
              <p:nvPr/>
            </p:nvSpPr>
            <p:spPr>
              <a:xfrm>
                <a:off x="7804966" y="787250"/>
                <a:ext cx="546041"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c</m:t>
                          </m:r>
                        </m:sub>
                      </m:sSub>
                    </m:oMath>
                  </m:oMathPara>
                </a14:m>
                <a:endParaRPr lang="en-US" dirty="0">
                  <a:solidFill>
                    <a:schemeClr val="tx1"/>
                  </a:solidFill>
                </a:endParaRPr>
              </a:p>
            </p:txBody>
          </p:sp>
        </mc:Choice>
        <mc:Fallback xmlns="">
          <p:sp>
            <p:nvSpPr>
              <p:cNvPr id="54" name="TextBox 53">
                <a:extLst>
                  <a:ext uri="{FF2B5EF4-FFF2-40B4-BE49-F238E27FC236}">
                    <a16:creationId xmlns:a16="http://schemas.microsoft.com/office/drawing/2014/main" id="{6493FA3E-CBEC-DD06-6659-235B69A42BBE}"/>
                  </a:ext>
                </a:extLst>
              </p:cNvPr>
              <p:cNvSpPr txBox="1">
                <a:spLocks noRot="1" noChangeAspect="1" noMove="1" noResize="1" noEditPoints="1" noAdjustHandles="1" noChangeArrowheads="1" noChangeShapeType="1" noTextEdit="1"/>
              </p:cNvSpPr>
              <p:nvPr/>
            </p:nvSpPr>
            <p:spPr>
              <a:xfrm>
                <a:off x="7804966" y="787250"/>
                <a:ext cx="546041" cy="369332"/>
              </a:xfrm>
              <a:prstGeom prst="rect">
                <a:avLst/>
              </a:prstGeom>
              <a:blipFill>
                <a:blip r:embed="rId22"/>
                <a:stretch>
                  <a:fillRect/>
                </a:stretch>
              </a:blipFill>
            </p:spPr>
            <p:txBody>
              <a:bodyPr/>
              <a:lstStyle/>
              <a:p>
                <a:r>
                  <a:rPr lang="en-US">
                    <a:noFill/>
                  </a:rPr>
                  <a:t> </a:t>
                </a:r>
              </a:p>
            </p:txBody>
          </p:sp>
        </mc:Fallback>
      </mc:AlternateContent>
      <p:cxnSp>
        <p:nvCxnSpPr>
          <p:cNvPr id="55" name="Straight Arrow Connector 54">
            <a:extLst>
              <a:ext uri="{FF2B5EF4-FFF2-40B4-BE49-F238E27FC236}">
                <a16:creationId xmlns:a16="http://schemas.microsoft.com/office/drawing/2014/main" id="{58588EFF-8514-CCA8-0821-80D314E3C2DA}"/>
              </a:ext>
            </a:extLst>
          </p:cNvPr>
          <p:cNvCxnSpPr>
            <a:cxnSpLocks/>
            <a:endCxn id="63" idx="1"/>
          </p:cNvCxnSpPr>
          <p:nvPr/>
        </p:nvCxnSpPr>
        <p:spPr>
          <a:xfrm>
            <a:off x="7765437" y="1233701"/>
            <a:ext cx="740834" cy="1289"/>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56" name="Straight Arrow Connector 55">
            <a:extLst>
              <a:ext uri="{FF2B5EF4-FFF2-40B4-BE49-F238E27FC236}">
                <a16:creationId xmlns:a16="http://schemas.microsoft.com/office/drawing/2014/main" id="{B33142A8-5972-04FE-1A2C-6556B0E61A59}"/>
              </a:ext>
            </a:extLst>
          </p:cNvPr>
          <p:cNvCxnSpPr>
            <a:cxnSpLocks/>
            <a:stCxn id="52" idx="4"/>
            <a:endCxn id="45" idx="2"/>
          </p:cNvCxnSpPr>
          <p:nvPr/>
        </p:nvCxnSpPr>
        <p:spPr>
          <a:xfrm>
            <a:off x="8729969" y="1482476"/>
            <a:ext cx="855720" cy="738155"/>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sp>
        <p:nvSpPr>
          <p:cNvPr id="57" name="Oval 56">
            <a:extLst>
              <a:ext uri="{FF2B5EF4-FFF2-40B4-BE49-F238E27FC236}">
                <a16:creationId xmlns:a16="http://schemas.microsoft.com/office/drawing/2014/main" id="{67B01653-534C-AE35-761F-0213B6415FFB}"/>
              </a:ext>
            </a:extLst>
          </p:cNvPr>
          <p:cNvSpPr>
            <a:spLocks noChangeAspect="1"/>
          </p:cNvSpPr>
          <p:nvPr/>
        </p:nvSpPr>
        <p:spPr>
          <a:xfrm>
            <a:off x="10742623" y="1072335"/>
            <a:ext cx="410141" cy="41014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58" name="Straight Arrow Connector 57">
            <a:extLst>
              <a:ext uri="{FF2B5EF4-FFF2-40B4-BE49-F238E27FC236}">
                <a16:creationId xmlns:a16="http://schemas.microsoft.com/office/drawing/2014/main" id="{77984CF3-C1EE-EDDB-697D-0206AE4D24C4}"/>
              </a:ext>
            </a:extLst>
          </p:cNvPr>
          <p:cNvCxnSpPr>
            <a:cxnSpLocks/>
          </p:cNvCxnSpPr>
          <p:nvPr/>
        </p:nvCxnSpPr>
        <p:spPr>
          <a:xfrm flipV="1">
            <a:off x="11152764" y="1261123"/>
            <a:ext cx="782058" cy="16282"/>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D8CAAE1E-3F15-18C8-F6E8-E440E3A1CFAC}"/>
                  </a:ext>
                </a:extLst>
              </p:cNvPr>
              <p:cNvSpPr txBox="1"/>
              <p:nvPr/>
            </p:nvSpPr>
            <p:spPr>
              <a:xfrm>
                <a:off x="11375112" y="854140"/>
                <a:ext cx="524049" cy="369332"/>
              </a:xfrm>
              <a:prstGeom prst="rect">
                <a:avLst/>
              </a:prstGeom>
              <a:noFill/>
            </p:spPr>
            <p:txBody>
              <a:bodyPr wrap="square">
                <a:spAutoFit/>
              </a:bodyPr>
              <a:lstStyle/>
              <a:p>
                <a:pPr/>
                <a14:m>
                  <m:oMathPara xmlns:m="http://schemas.openxmlformats.org/officeDocument/2006/math">
                    <m:oMath>
                      <m:sSub>
                        <m:sSubPr>
                          <m:ctrlPr>
                            <a:rPr lang="de-DE" b="0" i="1" smtClean="0">
                              <a:latin typeface="Cambria Math" panose="02040503050406030204" pitchFamily="18" charset="0"/>
                            </a:rPr>
                          </m:ctrlPr>
                        </m:sSubPr>
                        <m:e>
                          <m:r>
                            <m:rPr>
                              <m:sty m:val="p"/>
                            </m:rPr>
                            <a:rPr lang="de-DE" b="0" i="1" smtClean="0">
                              <a:latin typeface="Cambria Math" panose="02040503050406030204" pitchFamily="18" charset="0"/>
                            </a:rPr>
                            <m:t>m</m:t>
                          </m:r>
                        </m:e>
                        <m:sub>
                          <m:r>
                            <m:rPr>
                              <m:sty m:val="p"/>
                            </m:rPr>
                            <a:rPr lang="de-DE" b="0" i="1" smtClean="0">
                              <a:latin typeface="Cambria Math" panose="02040503050406030204" pitchFamily="18" charset="0"/>
                            </a:rPr>
                            <m:t>out</m:t>
                          </m:r>
                        </m:sub>
                      </m:sSub>
                    </m:oMath>
                  </m:oMathPara>
                </a14:m>
                <a:endParaRPr lang="en-US" dirty="0"/>
              </a:p>
            </p:txBody>
          </p:sp>
        </mc:Choice>
        <mc:Fallback xmlns="">
          <p:sp>
            <p:nvSpPr>
              <p:cNvPr id="59" name="TextBox 58">
                <a:extLst>
                  <a:ext uri="{FF2B5EF4-FFF2-40B4-BE49-F238E27FC236}">
                    <a16:creationId xmlns:a16="http://schemas.microsoft.com/office/drawing/2014/main" id="{D8CAAE1E-3F15-18C8-F6E8-E440E3A1CFAC}"/>
                  </a:ext>
                </a:extLst>
              </p:cNvPr>
              <p:cNvSpPr txBox="1">
                <a:spLocks noRot="1" noChangeAspect="1" noMove="1" noResize="1" noEditPoints="1" noAdjustHandles="1" noChangeArrowheads="1" noChangeShapeType="1" noTextEdit="1"/>
              </p:cNvSpPr>
              <p:nvPr/>
            </p:nvSpPr>
            <p:spPr>
              <a:xfrm>
                <a:off x="11375112" y="854140"/>
                <a:ext cx="524049" cy="369332"/>
              </a:xfrm>
              <a:prstGeom prst="rect">
                <a:avLst/>
              </a:prstGeom>
              <a:blipFill>
                <a:blip r:embed="rId23"/>
                <a:stretch>
                  <a:fillRect r="-151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2F11B938-71E1-7E55-52D0-98D0AE8FBFB0}"/>
                  </a:ext>
                </a:extLst>
              </p:cNvPr>
              <p:cNvSpPr txBox="1"/>
              <p:nvPr/>
            </p:nvSpPr>
            <p:spPr>
              <a:xfrm>
                <a:off x="10724745" y="1051777"/>
                <a:ext cx="448081"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No</m:t>
                          </m:r>
                        </m:sub>
                      </m:sSub>
                    </m:oMath>
                  </m:oMathPara>
                </a14:m>
                <a:endParaRPr lang="en-US" dirty="0">
                  <a:solidFill>
                    <a:schemeClr val="bg1"/>
                  </a:solidFill>
                </a:endParaRPr>
              </a:p>
            </p:txBody>
          </p:sp>
        </mc:Choice>
        <mc:Fallback xmlns="">
          <p:sp>
            <p:nvSpPr>
              <p:cNvPr id="60" name="TextBox 59">
                <a:extLst>
                  <a:ext uri="{FF2B5EF4-FFF2-40B4-BE49-F238E27FC236}">
                    <a16:creationId xmlns:a16="http://schemas.microsoft.com/office/drawing/2014/main" id="{2F11B938-71E1-7E55-52D0-98D0AE8FBFB0}"/>
                  </a:ext>
                </a:extLst>
              </p:cNvPr>
              <p:cNvSpPr txBox="1">
                <a:spLocks noRot="1" noChangeAspect="1" noMove="1" noResize="1" noEditPoints="1" noAdjustHandles="1" noChangeArrowheads="1" noChangeShapeType="1" noTextEdit="1"/>
              </p:cNvSpPr>
              <p:nvPr/>
            </p:nvSpPr>
            <p:spPr>
              <a:xfrm>
                <a:off x="10724745" y="1051777"/>
                <a:ext cx="448081" cy="369332"/>
              </a:xfrm>
              <a:prstGeom prst="rect">
                <a:avLst/>
              </a:prstGeom>
              <a:blipFill>
                <a:blip r:embed="rId24"/>
                <a:stretch>
                  <a:fillRect r="-405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1" name="TextBox 60">
                <a:extLst>
                  <a:ext uri="{FF2B5EF4-FFF2-40B4-BE49-F238E27FC236}">
                    <a16:creationId xmlns:a16="http://schemas.microsoft.com/office/drawing/2014/main" id="{09DBE226-5BA6-7A7B-67CB-5BB3CB2F85A1}"/>
                  </a:ext>
                </a:extLst>
              </p:cNvPr>
              <p:cNvSpPr txBox="1"/>
              <p:nvPr/>
            </p:nvSpPr>
            <p:spPr>
              <a:xfrm>
                <a:off x="9511232" y="111833"/>
                <a:ext cx="557613"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Na</m:t>
                          </m:r>
                        </m:sub>
                      </m:sSub>
                    </m:oMath>
                  </m:oMathPara>
                </a14:m>
                <a:endParaRPr lang="en-US" dirty="0">
                  <a:solidFill>
                    <a:schemeClr val="bg1"/>
                  </a:solidFill>
                </a:endParaRPr>
              </a:p>
            </p:txBody>
          </p:sp>
        </mc:Choice>
        <mc:Fallback xmlns="">
          <p:sp>
            <p:nvSpPr>
              <p:cNvPr id="61" name="TextBox 60">
                <a:extLst>
                  <a:ext uri="{FF2B5EF4-FFF2-40B4-BE49-F238E27FC236}">
                    <a16:creationId xmlns:a16="http://schemas.microsoft.com/office/drawing/2014/main" id="{09DBE226-5BA6-7A7B-67CB-5BB3CB2F85A1}"/>
                  </a:ext>
                </a:extLst>
              </p:cNvPr>
              <p:cNvSpPr txBox="1">
                <a:spLocks noRot="1" noChangeAspect="1" noMove="1" noResize="1" noEditPoints="1" noAdjustHandles="1" noChangeArrowheads="1" noChangeShapeType="1" noTextEdit="1"/>
              </p:cNvSpPr>
              <p:nvPr/>
            </p:nvSpPr>
            <p:spPr>
              <a:xfrm>
                <a:off x="9511232" y="111833"/>
                <a:ext cx="557613" cy="369332"/>
              </a:xfrm>
              <a:prstGeom prst="rect">
                <a:avLst/>
              </a:prstGeom>
              <a:blipFill>
                <a:blip r:embed="rId2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58CAEAE4-B240-E1DB-5B36-F82F4794ABD5}"/>
                  </a:ext>
                </a:extLst>
              </p:cNvPr>
              <p:cNvSpPr txBox="1"/>
              <p:nvPr/>
            </p:nvSpPr>
            <p:spPr>
              <a:xfrm>
                <a:off x="9565904" y="1994059"/>
                <a:ext cx="421017"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Nb</m:t>
                          </m:r>
                        </m:sub>
                      </m:sSub>
                    </m:oMath>
                  </m:oMathPara>
                </a14:m>
                <a:endParaRPr lang="en-US" dirty="0">
                  <a:solidFill>
                    <a:schemeClr val="bg1"/>
                  </a:solidFill>
                </a:endParaRPr>
              </a:p>
            </p:txBody>
          </p:sp>
        </mc:Choice>
        <mc:Fallback xmlns="">
          <p:sp>
            <p:nvSpPr>
              <p:cNvPr id="62" name="TextBox 61">
                <a:extLst>
                  <a:ext uri="{FF2B5EF4-FFF2-40B4-BE49-F238E27FC236}">
                    <a16:creationId xmlns:a16="http://schemas.microsoft.com/office/drawing/2014/main" id="{58CAEAE4-B240-E1DB-5B36-F82F4794ABD5}"/>
                  </a:ext>
                </a:extLst>
              </p:cNvPr>
              <p:cNvSpPr txBox="1">
                <a:spLocks noRot="1" noChangeAspect="1" noMove="1" noResize="1" noEditPoints="1" noAdjustHandles="1" noChangeArrowheads="1" noChangeShapeType="1" noTextEdit="1"/>
              </p:cNvSpPr>
              <p:nvPr/>
            </p:nvSpPr>
            <p:spPr>
              <a:xfrm>
                <a:off x="9565904" y="1994059"/>
                <a:ext cx="421017" cy="369332"/>
              </a:xfrm>
              <a:prstGeom prst="rect">
                <a:avLst/>
              </a:prstGeom>
              <a:blipFill>
                <a:blip r:embed="rId26"/>
                <a:stretch>
                  <a:fillRect r="-130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3" name="TextBox 62">
                <a:extLst>
                  <a:ext uri="{FF2B5EF4-FFF2-40B4-BE49-F238E27FC236}">
                    <a16:creationId xmlns:a16="http://schemas.microsoft.com/office/drawing/2014/main" id="{0E439F07-5127-4858-9DE0-2801D07DEE5B}"/>
                  </a:ext>
                </a:extLst>
              </p:cNvPr>
              <p:cNvSpPr txBox="1"/>
              <p:nvPr/>
            </p:nvSpPr>
            <p:spPr>
              <a:xfrm>
                <a:off x="8506271" y="1050324"/>
                <a:ext cx="448081"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Ni</m:t>
                          </m:r>
                        </m:sub>
                      </m:sSub>
                    </m:oMath>
                  </m:oMathPara>
                </a14:m>
                <a:endParaRPr lang="en-US" dirty="0">
                  <a:solidFill>
                    <a:schemeClr val="bg1"/>
                  </a:solidFill>
                </a:endParaRPr>
              </a:p>
            </p:txBody>
          </p:sp>
        </mc:Choice>
        <mc:Fallback xmlns="">
          <p:sp>
            <p:nvSpPr>
              <p:cNvPr id="63" name="TextBox 62">
                <a:extLst>
                  <a:ext uri="{FF2B5EF4-FFF2-40B4-BE49-F238E27FC236}">
                    <a16:creationId xmlns:a16="http://schemas.microsoft.com/office/drawing/2014/main" id="{0E439F07-5127-4858-9DE0-2801D07DEE5B}"/>
                  </a:ext>
                </a:extLst>
              </p:cNvPr>
              <p:cNvSpPr txBox="1">
                <a:spLocks noRot="1" noChangeAspect="1" noMove="1" noResize="1" noEditPoints="1" noAdjustHandles="1" noChangeArrowheads="1" noChangeShapeType="1" noTextEdit="1"/>
              </p:cNvSpPr>
              <p:nvPr/>
            </p:nvSpPr>
            <p:spPr>
              <a:xfrm>
                <a:off x="8506271" y="1050324"/>
                <a:ext cx="448081" cy="369332"/>
              </a:xfrm>
              <a:prstGeom prst="rect">
                <a:avLst/>
              </a:prstGeom>
              <a:blipFill>
                <a:blip r:embed="rId27"/>
                <a:stretch>
                  <a:fillRect/>
                </a:stretch>
              </a:blipFill>
            </p:spPr>
            <p:txBody>
              <a:bodyPr/>
              <a:lstStyle/>
              <a:p>
                <a:r>
                  <a:rPr lang="en-US">
                    <a:noFill/>
                  </a:rPr>
                  <a:t> </a:t>
                </a:r>
              </a:p>
            </p:txBody>
          </p:sp>
        </mc:Fallback>
      </mc:AlternateContent>
      <p:cxnSp>
        <p:nvCxnSpPr>
          <p:cNvPr id="64" name="Straight Connector 63">
            <a:extLst>
              <a:ext uri="{FF2B5EF4-FFF2-40B4-BE49-F238E27FC236}">
                <a16:creationId xmlns:a16="http://schemas.microsoft.com/office/drawing/2014/main" id="{4FA848CE-469A-BE71-216E-65D7975BD39E}"/>
              </a:ext>
            </a:extLst>
          </p:cNvPr>
          <p:cNvCxnSpPr>
            <a:cxnSpLocks/>
          </p:cNvCxnSpPr>
          <p:nvPr/>
        </p:nvCxnSpPr>
        <p:spPr>
          <a:xfrm>
            <a:off x="7775840" y="596589"/>
            <a:ext cx="0" cy="637112"/>
          </a:xfrm>
          <a:prstGeom prst="line">
            <a:avLst/>
          </a:prstGeom>
        </p:spPr>
        <p:style>
          <a:lnRef idx="2">
            <a:schemeClr val="accent1"/>
          </a:lnRef>
          <a:fillRef idx="0">
            <a:schemeClr val="accent1"/>
          </a:fillRef>
          <a:effectRef idx="1">
            <a:schemeClr val="accent1"/>
          </a:effectRef>
          <a:fontRef idx="minor">
            <a:schemeClr val="tx1"/>
          </a:fontRef>
        </p:style>
      </p:cxnSp>
      <p:sp>
        <p:nvSpPr>
          <p:cNvPr id="65" name="Rectangle 64">
            <a:extLst>
              <a:ext uri="{FF2B5EF4-FFF2-40B4-BE49-F238E27FC236}">
                <a16:creationId xmlns:a16="http://schemas.microsoft.com/office/drawing/2014/main" id="{FD1199A2-FE79-1FE7-6E25-FA1378B9988C}"/>
              </a:ext>
            </a:extLst>
          </p:cNvPr>
          <p:cNvSpPr/>
          <p:nvPr/>
        </p:nvSpPr>
        <p:spPr>
          <a:xfrm>
            <a:off x="8320022" y="23424"/>
            <a:ext cx="3073000" cy="2537212"/>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66" name="TextBox 65">
            <a:extLst>
              <a:ext uri="{FF2B5EF4-FFF2-40B4-BE49-F238E27FC236}">
                <a16:creationId xmlns:a16="http://schemas.microsoft.com/office/drawing/2014/main" id="{D5A6CA82-42D3-FBB0-26FA-E9E2953D3F11}"/>
              </a:ext>
            </a:extLst>
          </p:cNvPr>
          <p:cNvSpPr txBox="1"/>
          <p:nvPr/>
        </p:nvSpPr>
        <p:spPr>
          <a:xfrm>
            <a:off x="8334900" y="53954"/>
            <a:ext cx="473206" cy="338554"/>
          </a:xfrm>
          <a:prstGeom prst="rect">
            <a:avLst/>
          </a:prstGeom>
          <a:noFill/>
        </p:spPr>
        <p:txBody>
          <a:bodyPr wrap="none" rtlCol="0">
            <a:spAutoFit/>
          </a:bodyPr>
          <a:lstStyle/>
          <a:p>
            <a:r>
              <a:rPr lang="en-US" sz="1600" dirty="0"/>
              <a:t>NN</a:t>
            </a:r>
          </a:p>
        </p:txBody>
      </p:sp>
      <p:pic>
        <p:nvPicPr>
          <p:cNvPr id="68" name="Picture 67">
            <a:extLst>
              <a:ext uri="{FF2B5EF4-FFF2-40B4-BE49-F238E27FC236}">
                <a16:creationId xmlns:a16="http://schemas.microsoft.com/office/drawing/2014/main" id="{025B64E8-F33C-2887-2AAC-7F704E25A41F}"/>
              </a:ext>
            </a:extLst>
          </p:cNvPr>
          <p:cNvPicPr>
            <a:picLocks noChangeAspect="1"/>
          </p:cNvPicPr>
          <p:nvPr/>
        </p:nvPicPr>
        <p:blipFill>
          <a:blip r:embed="rId28"/>
          <a:stretch>
            <a:fillRect/>
          </a:stretch>
        </p:blipFill>
        <p:spPr>
          <a:xfrm>
            <a:off x="511492" y="3842320"/>
            <a:ext cx="1867161" cy="390580"/>
          </a:xfrm>
          <a:prstGeom prst="rect">
            <a:avLst/>
          </a:prstGeom>
        </p:spPr>
      </p:pic>
      <p:pic>
        <p:nvPicPr>
          <p:cNvPr id="75" name="Picture 74">
            <a:extLst>
              <a:ext uri="{FF2B5EF4-FFF2-40B4-BE49-F238E27FC236}">
                <a16:creationId xmlns:a16="http://schemas.microsoft.com/office/drawing/2014/main" id="{C4F8474A-46C6-E36E-AAC9-140D86DD9CB5}"/>
              </a:ext>
            </a:extLst>
          </p:cNvPr>
          <p:cNvPicPr>
            <a:picLocks noChangeAspect="1"/>
          </p:cNvPicPr>
          <p:nvPr/>
        </p:nvPicPr>
        <p:blipFill>
          <a:blip r:embed="rId29"/>
          <a:stretch>
            <a:fillRect/>
          </a:stretch>
        </p:blipFill>
        <p:spPr>
          <a:xfrm>
            <a:off x="5337052" y="2853834"/>
            <a:ext cx="3467584" cy="2724530"/>
          </a:xfrm>
          <a:prstGeom prst="rect">
            <a:avLst/>
          </a:prstGeom>
        </p:spPr>
      </p:pic>
    </p:spTree>
    <p:extLst>
      <p:ext uri="{BB962C8B-B14F-4D97-AF65-F5344CB8AC3E}">
        <p14:creationId xmlns:p14="http://schemas.microsoft.com/office/powerpoint/2010/main" val="248230530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ADD1AB-68EC-3EBF-A890-7DC3074901A9}"/>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73931075-4435-B76E-4E8B-1606CA97EE08}"/>
              </a:ext>
            </a:extLst>
          </p:cNvPr>
          <p:cNvPicPr>
            <a:picLocks noChangeAspect="1"/>
          </p:cNvPicPr>
          <p:nvPr/>
        </p:nvPicPr>
        <p:blipFill>
          <a:blip r:embed="rId3"/>
          <a:stretch>
            <a:fillRect/>
          </a:stretch>
        </p:blipFill>
        <p:spPr>
          <a:xfrm>
            <a:off x="3059127" y="2089438"/>
            <a:ext cx="6375892" cy="4761742"/>
          </a:xfrm>
          <a:prstGeom prst="rect">
            <a:avLst/>
          </a:prstGeom>
        </p:spPr>
      </p:pic>
      <p:grpSp>
        <p:nvGrpSpPr>
          <p:cNvPr id="6" name="Group 5">
            <a:extLst>
              <a:ext uri="{FF2B5EF4-FFF2-40B4-BE49-F238E27FC236}">
                <a16:creationId xmlns:a16="http://schemas.microsoft.com/office/drawing/2014/main" id="{225856B9-F8D5-8018-0F8B-BE1636F89EEC}"/>
              </a:ext>
            </a:extLst>
          </p:cNvPr>
          <p:cNvGrpSpPr>
            <a:grpSpLocks noChangeAspect="1"/>
          </p:cNvGrpSpPr>
          <p:nvPr/>
        </p:nvGrpSpPr>
        <p:grpSpPr>
          <a:xfrm>
            <a:off x="7" y="-6881"/>
            <a:ext cx="8829908" cy="1899563"/>
            <a:chOff x="0" y="-6886"/>
            <a:chExt cx="11934822" cy="2567522"/>
          </a:xfrm>
        </p:grpSpPr>
        <p:sp>
          <p:nvSpPr>
            <p:cNvPr id="69" name="Oval 68">
              <a:extLst>
                <a:ext uri="{FF2B5EF4-FFF2-40B4-BE49-F238E27FC236}">
                  <a16:creationId xmlns:a16="http://schemas.microsoft.com/office/drawing/2014/main" id="{9E871FFB-E691-6E97-FB92-70EA294EFD8F}"/>
                </a:ext>
              </a:extLst>
            </p:cNvPr>
            <p:cNvSpPr>
              <a:spLocks noChangeAspect="1"/>
            </p:cNvSpPr>
            <p:nvPr/>
          </p:nvSpPr>
          <p:spPr>
            <a:xfrm>
              <a:off x="4944144" y="395606"/>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p>
          </p:txBody>
        </p:sp>
        <mc:AlternateContent xmlns:mc="http://schemas.openxmlformats.org/markup-compatibility/2006" xmlns:a14="http://schemas.microsoft.com/office/drawing/2010/main">
          <mc:Choice Requires="a14">
            <p:sp>
              <p:nvSpPr>
                <p:cNvPr id="70" name="TextBox 69">
                  <a:extLst>
                    <a:ext uri="{FF2B5EF4-FFF2-40B4-BE49-F238E27FC236}">
                      <a16:creationId xmlns:a16="http://schemas.microsoft.com/office/drawing/2014/main" id="{A28FD22F-5073-16B6-7D07-E93D55DFBB22}"/>
                    </a:ext>
                  </a:extLst>
                </p:cNvPr>
                <p:cNvSpPr txBox="1"/>
                <p:nvPr/>
              </p:nvSpPr>
              <p:spPr>
                <a:xfrm>
                  <a:off x="4889948" y="366883"/>
                  <a:ext cx="518558" cy="326949"/>
                </a:xfrm>
                <a:prstGeom prst="rect">
                  <a:avLst/>
                </a:prstGeom>
                <a:noFill/>
              </p:spPr>
              <p:txBody>
                <a:bodyPr wrap="square">
                  <a:spAutoFit/>
                </a:bodyPr>
                <a:lstStyle/>
                <a:p>
                  <a:pPr/>
                  <a14:m>
                    <m:oMathPara xmlns:m="http://schemas.openxmlformats.org/officeDocument/2006/math">
                      <m:oMath>
                        <m:sSub>
                          <m:sSubPr>
                            <m:ctrlPr>
                              <a:rPr lang="de-DE" sz="1400" b="0" i="1" smtClean="0">
                                <a:solidFill>
                                  <a:schemeClr val="bg1"/>
                                </a:solidFill>
                                <a:latin typeface="Cambria Math" panose="02040503050406030204" pitchFamily="18" charset="0"/>
                              </a:rPr>
                            </m:ctrlPr>
                          </m:sSubPr>
                          <m:e>
                            <m:r>
                              <m:rPr>
                                <m:sty m:val="p"/>
                              </m:rPr>
                              <a:rPr lang="de-DE" sz="1400" b="0" i="1" smtClean="0">
                                <a:solidFill>
                                  <a:schemeClr val="bg1"/>
                                </a:solidFill>
                                <a:latin typeface="Cambria Math" panose="02040503050406030204" pitchFamily="18" charset="0"/>
                              </a:rPr>
                              <m:t>r</m:t>
                            </m:r>
                          </m:e>
                          <m:sub>
                            <m:r>
                              <m:rPr>
                                <m:sty m:val="p"/>
                              </m:rPr>
                              <a:rPr lang="de-DE" sz="1400" b="0" i="1" smtClean="0">
                                <a:solidFill>
                                  <a:schemeClr val="bg1"/>
                                </a:solidFill>
                                <a:latin typeface="Cambria Math" panose="02040503050406030204" pitchFamily="18" charset="0"/>
                              </a:rPr>
                              <m:t>Cp</m:t>
                            </m:r>
                          </m:sub>
                        </m:sSub>
                      </m:oMath>
                    </m:oMathPara>
                  </a14:m>
                  <a:endParaRPr lang="en-US" sz="1400" dirty="0">
                    <a:solidFill>
                      <a:schemeClr val="bg1"/>
                    </a:solidFill>
                  </a:endParaRPr>
                </a:p>
              </p:txBody>
            </p:sp>
          </mc:Choice>
          <mc:Fallback xmlns="">
            <p:sp>
              <p:nvSpPr>
                <p:cNvPr id="70" name="TextBox 69">
                  <a:extLst>
                    <a:ext uri="{FF2B5EF4-FFF2-40B4-BE49-F238E27FC236}">
                      <a16:creationId xmlns:a16="http://schemas.microsoft.com/office/drawing/2014/main" id="{A28FD22F-5073-16B6-7D07-E93D55DFBB22}"/>
                    </a:ext>
                  </a:extLst>
                </p:cNvPr>
                <p:cNvSpPr txBox="1">
                  <a:spLocks noRot="1" noChangeAspect="1" noMove="1" noResize="1" noEditPoints="1" noAdjustHandles="1" noChangeArrowheads="1" noChangeShapeType="1" noTextEdit="1"/>
                </p:cNvSpPr>
                <p:nvPr/>
              </p:nvSpPr>
              <p:spPr>
                <a:xfrm>
                  <a:off x="4889948" y="366883"/>
                  <a:ext cx="518558" cy="326949"/>
                </a:xfrm>
                <a:prstGeom prst="rect">
                  <a:avLst/>
                </a:prstGeom>
                <a:blipFill>
                  <a:blip r:embed="rId4"/>
                  <a:stretch>
                    <a:fillRect b="-37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1" name="TextBox 70">
                  <a:extLst>
                    <a:ext uri="{FF2B5EF4-FFF2-40B4-BE49-F238E27FC236}">
                      <a16:creationId xmlns:a16="http://schemas.microsoft.com/office/drawing/2014/main" id="{8191CF74-DAED-ED1D-A1D1-564433505060}"/>
                    </a:ext>
                  </a:extLst>
                </p:cNvPr>
                <p:cNvSpPr txBox="1"/>
                <p:nvPr/>
              </p:nvSpPr>
              <p:spPr>
                <a:xfrm>
                  <a:off x="6042814" y="220866"/>
                  <a:ext cx="507796" cy="307777"/>
                </a:xfrm>
                <a:prstGeom prst="rect">
                  <a:avLst/>
                </a:prstGeom>
                <a:noFill/>
              </p:spPr>
              <p:txBody>
                <a:bodyPr wrap="square">
                  <a:spAutoFit/>
                </a:bodyPr>
                <a:lstStyle/>
                <a:p>
                  <a:pPr/>
                  <a14:m>
                    <m:oMathPara xmlns:m="http://schemas.openxmlformats.org/officeDocument/2006/math">
                      <m:oMath>
                        <m:sSub>
                          <m:sSubPr>
                            <m:ctrlPr>
                              <a:rPr lang="de-DE" sz="1400" b="0" i="0" smtClean="0">
                                <a:solidFill>
                                  <a:schemeClr val="tx1"/>
                                </a:solidFill>
                                <a:latin typeface="Cambria Math" panose="02040503050406030204" pitchFamily="18" charset="0"/>
                              </a:rPr>
                            </m:ctrlPr>
                          </m:sSubPr>
                          <m:e>
                            <m:r>
                              <m:rPr>
                                <m:sty m:val="p"/>
                              </m:rPr>
                              <a:rPr lang="de-DE" sz="1400" b="0" i="0" smtClean="0">
                                <a:solidFill>
                                  <a:schemeClr val="tx1"/>
                                </a:solidFill>
                                <a:latin typeface="Cambria Math" panose="02040503050406030204" pitchFamily="18" charset="0"/>
                              </a:rPr>
                              <m:t>m</m:t>
                            </m:r>
                          </m:e>
                          <m:sub>
                            <m:r>
                              <m:rPr>
                                <m:sty m:val="p"/>
                              </m:rPr>
                              <a:rPr lang="de-DE" sz="1400" b="0" i="1" smtClean="0">
                                <a:solidFill>
                                  <a:schemeClr val="tx1"/>
                                </a:solidFill>
                                <a:latin typeface="Cambria Math" panose="02040503050406030204" pitchFamily="18" charset="0"/>
                              </a:rPr>
                              <m:t>c</m:t>
                            </m:r>
                          </m:sub>
                        </m:sSub>
                      </m:oMath>
                    </m:oMathPara>
                  </a14:m>
                  <a:endParaRPr lang="en-US" sz="1400" dirty="0">
                    <a:solidFill>
                      <a:schemeClr val="tx1"/>
                    </a:solidFill>
                  </a:endParaRPr>
                </a:p>
              </p:txBody>
            </p:sp>
          </mc:Choice>
          <mc:Fallback xmlns="">
            <p:sp>
              <p:nvSpPr>
                <p:cNvPr id="71" name="TextBox 70">
                  <a:extLst>
                    <a:ext uri="{FF2B5EF4-FFF2-40B4-BE49-F238E27FC236}">
                      <a16:creationId xmlns:a16="http://schemas.microsoft.com/office/drawing/2014/main" id="{8191CF74-DAED-ED1D-A1D1-564433505060}"/>
                    </a:ext>
                  </a:extLst>
                </p:cNvPr>
                <p:cNvSpPr txBox="1">
                  <a:spLocks noRot="1" noChangeAspect="1" noMove="1" noResize="1" noEditPoints="1" noAdjustHandles="1" noChangeArrowheads="1" noChangeShapeType="1" noTextEdit="1"/>
                </p:cNvSpPr>
                <p:nvPr/>
              </p:nvSpPr>
              <p:spPr>
                <a:xfrm>
                  <a:off x="6042814" y="220866"/>
                  <a:ext cx="507796" cy="307777"/>
                </a:xfrm>
                <a:prstGeom prst="rect">
                  <a:avLst/>
                </a:prstGeom>
                <a:blipFill>
                  <a:blip r:embed="rId5"/>
                  <a:stretch>
                    <a:fillRect b="-24324"/>
                  </a:stretch>
                </a:blipFill>
              </p:spPr>
              <p:txBody>
                <a:bodyPr/>
                <a:lstStyle/>
                <a:p>
                  <a:r>
                    <a:rPr lang="en-US">
                      <a:noFill/>
                    </a:rPr>
                    <a:t> </a:t>
                  </a:r>
                </a:p>
              </p:txBody>
            </p:sp>
          </mc:Fallback>
        </mc:AlternateContent>
        <p:sp>
          <p:nvSpPr>
            <p:cNvPr id="72" name="Oval 71">
              <a:extLst>
                <a:ext uri="{FF2B5EF4-FFF2-40B4-BE49-F238E27FC236}">
                  <a16:creationId xmlns:a16="http://schemas.microsoft.com/office/drawing/2014/main" id="{85C9A496-7921-606F-1CF4-985755D692C0}"/>
                </a:ext>
              </a:extLst>
            </p:cNvPr>
            <p:cNvSpPr>
              <a:spLocks noChangeAspect="1"/>
            </p:cNvSpPr>
            <p:nvPr/>
          </p:nvSpPr>
          <p:spPr>
            <a:xfrm>
              <a:off x="6106961" y="1088928"/>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p>
          </p:txBody>
        </p:sp>
        <mc:AlternateContent xmlns:mc="http://schemas.openxmlformats.org/markup-compatibility/2006" xmlns:a14="http://schemas.microsoft.com/office/drawing/2010/main">
          <mc:Choice Requires="a14">
            <p:sp>
              <p:nvSpPr>
                <p:cNvPr id="73" name="TextBox 72">
                  <a:extLst>
                    <a:ext uri="{FF2B5EF4-FFF2-40B4-BE49-F238E27FC236}">
                      <a16:creationId xmlns:a16="http://schemas.microsoft.com/office/drawing/2014/main" id="{464875DF-EB12-10D7-CC0F-9ED22AFC7136}"/>
                    </a:ext>
                  </a:extLst>
                </p:cNvPr>
                <p:cNvSpPr txBox="1"/>
                <p:nvPr/>
              </p:nvSpPr>
              <p:spPr>
                <a:xfrm>
                  <a:off x="6048484" y="1064456"/>
                  <a:ext cx="518558" cy="328103"/>
                </a:xfrm>
                <a:prstGeom prst="rect">
                  <a:avLst/>
                </a:prstGeom>
                <a:noFill/>
              </p:spPr>
              <p:txBody>
                <a:bodyPr wrap="square">
                  <a:spAutoFit/>
                </a:bodyPr>
                <a:lstStyle/>
                <a:p>
                  <a:pPr/>
                  <a14:m>
                    <m:oMathPara xmlns:m="http://schemas.openxmlformats.org/officeDocument/2006/math">
                      <m:oMath>
                        <m:sSub>
                          <m:sSubPr>
                            <m:ctrlPr>
                              <a:rPr lang="de-DE" sz="1400" b="0" i="1" smtClean="0">
                                <a:solidFill>
                                  <a:schemeClr val="bg1"/>
                                </a:solidFill>
                                <a:latin typeface="Cambria Math" panose="02040503050406030204" pitchFamily="18" charset="0"/>
                              </a:rPr>
                            </m:ctrlPr>
                          </m:sSubPr>
                          <m:e>
                            <m:r>
                              <m:rPr>
                                <m:sty m:val="p"/>
                              </m:rPr>
                              <a:rPr lang="de-DE" sz="1400" b="0" i="1" smtClean="0">
                                <a:solidFill>
                                  <a:schemeClr val="bg1"/>
                                </a:solidFill>
                                <a:latin typeface="Cambria Math" panose="02040503050406030204" pitchFamily="18" charset="0"/>
                              </a:rPr>
                              <m:t>r</m:t>
                            </m:r>
                          </m:e>
                          <m:sub>
                            <m:r>
                              <m:rPr>
                                <m:sty m:val="p"/>
                              </m:rPr>
                              <a:rPr lang="de-DE" sz="1400" b="0" i="1" smtClean="0">
                                <a:solidFill>
                                  <a:schemeClr val="bg1"/>
                                </a:solidFill>
                                <a:latin typeface="Cambria Math" panose="02040503050406030204" pitchFamily="18" charset="0"/>
                              </a:rPr>
                              <m:t>Cg</m:t>
                            </m:r>
                          </m:sub>
                        </m:sSub>
                      </m:oMath>
                    </m:oMathPara>
                  </a14:m>
                  <a:endParaRPr lang="en-US" sz="1400" dirty="0">
                    <a:solidFill>
                      <a:schemeClr val="bg1"/>
                    </a:solidFill>
                  </a:endParaRPr>
                </a:p>
              </p:txBody>
            </p:sp>
          </mc:Choice>
          <mc:Fallback xmlns="">
            <p:sp>
              <p:nvSpPr>
                <p:cNvPr id="73" name="TextBox 72">
                  <a:extLst>
                    <a:ext uri="{FF2B5EF4-FFF2-40B4-BE49-F238E27FC236}">
                      <a16:creationId xmlns:a16="http://schemas.microsoft.com/office/drawing/2014/main" id="{464875DF-EB12-10D7-CC0F-9ED22AFC7136}"/>
                    </a:ext>
                  </a:extLst>
                </p:cNvPr>
                <p:cNvSpPr txBox="1">
                  <a:spLocks noRot="1" noChangeAspect="1" noMove="1" noResize="1" noEditPoints="1" noAdjustHandles="1" noChangeArrowheads="1" noChangeShapeType="1" noTextEdit="1"/>
                </p:cNvSpPr>
                <p:nvPr/>
              </p:nvSpPr>
              <p:spPr>
                <a:xfrm>
                  <a:off x="6048484" y="1064456"/>
                  <a:ext cx="518558" cy="328103"/>
                </a:xfrm>
                <a:prstGeom prst="rect">
                  <a:avLst/>
                </a:prstGeom>
                <a:blipFill>
                  <a:blip r:embed="rId6"/>
                  <a:stretch>
                    <a:fillRect b="-4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4" name="TextBox 73">
                  <a:extLst>
                    <a:ext uri="{FF2B5EF4-FFF2-40B4-BE49-F238E27FC236}">
                      <a16:creationId xmlns:a16="http://schemas.microsoft.com/office/drawing/2014/main" id="{94302B4A-3EC2-293D-853F-69EF634FD0C7}"/>
                    </a:ext>
                  </a:extLst>
                </p:cNvPr>
                <p:cNvSpPr txBox="1"/>
                <p:nvPr/>
              </p:nvSpPr>
              <p:spPr>
                <a:xfrm>
                  <a:off x="4902707" y="1099668"/>
                  <a:ext cx="507796" cy="307777"/>
                </a:xfrm>
                <a:prstGeom prst="rect">
                  <a:avLst/>
                </a:prstGeom>
                <a:noFill/>
              </p:spPr>
              <p:txBody>
                <a:bodyPr wrap="square">
                  <a:spAutoFit/>
                </a:bodyPr>
                <a:lstStyle/>
                <a:p>
                  <a:pPr/>
                  <a14:m>
                    <m:oMathPara xmlns:m="http://schemas.openxmlformats.org/officeDocument/2006/math">
                      <m:oMath>
                        <m:sSub>
                          <m:sSubPr>
                            <m:ctrlPr>
                              <a:rPr lang="de-DE" sz="1400" b="0" i="0" smtClean="0">
                                <a:solidFill>
                                  <a:schemeClr val="tx1"/>
                                </a:solidFill>
                                <a:latin typeface="Cambria Math" panose="02040503050406030204" pitchFamily="18" charset="0"/>
                              </a:rPr>
                            </m:ctrlPr>
                          </m:sSubPr>
                          <m:e>
                            <m:r>
                              <m:rPr>
                                <m:sty m:val="p"/>
                              </m:rPr>
                              <a:rPr lang="de-DE" sz="1400" b="0" i="0" smtClean="0">
                                <a:solidFill>
                                  <a:schemeClr val="tx1"/>
                                </a:solidFill>
                                <a:latin typeface="Cambria Math" panose="02040503050406030204" pitchFamily="18" charset="0"/>
                              </a:rPr>
                              <m:t>m</m:t>
                            </m:r>
                          </m:e>
                          <m:sub>
                            <m:r>
                              <m:rPr>
                                <m:sty m:val="p"/>
                              </m:rPr>
                              <a:rPr lang="de-DE" sz="1400" b="0" i="1" smtClean="0">
                                <a:solidFill>
                                  <a:schemeClr val="tx1"/>
                                </a:solidFill>
                                <a:latin typeface="Cambria Math" panose="02040503050406030204" pitchFamily="18" charset="0"/>
                              </a:rPr>
                              <m:t>Cs</m:t>
                            </m:r>
                          </m:sub>
                        </m:sSub>
                      </m:oMath>
                    </m:oMathPara>
                  </a14:m>
                  <a:endParaRPr lang="en-US" sz="1400" dirty="0">
                    <a:solidFill>
                      <a:schemeClr val="tx1"/>
                    </a:solidFill>
                  </a:endParaRPr>
                </a:p>
              </p:txBody>
            </p:sp>
          </mc:Choice>
          <mc:Fallback xmlns="">
            <p:sp>
              <p:nvSpPr>
                <p:cNvPr id="74" name="TextBox 73">
                  <a:extLst>
                    <a:ext uri="{FF2B5EF4-FFF2-40B4-BE49-F238E27FC236}">
                      <a16:creationId xmlns:a16="http://schemas.microsoft.com/office/drawing/2014/main" id="{94302B4A-3EC2-293D-853F-69EF634FD0C7}"/>
                    </a:ext>
                  </a:extLst>
                </p:cNvPr>
                <p:cNvSpPr txBox="1">
                  <a:spLocks noRot="1" noChangeAspect="1" noMove="1" noResize="1" noEditPoints="1" noAdjustHandles="1" noChangeArrowheads="1" noChangeShapeType="1" noTextEdit="1"/>
                </p:cNvSpPr>
                <p:nvPr/>
              </p:nvSpPr>
              <p:spPr>
                <a:xfrm>
                  <a:off x="4902707" y="1099668"/>
                  <a:ext cx="507796" cy="307777"/>
                </a:xfrm>
                <a:prstGeom prst="rect">
                  <a:avLst/>
                </a:prstGeom>
                <a:blipFill>
                  <a:blip r:embed="rId7"/>
                  <a:stretch>
                    <a:fillRect r="-12903" b="-26316"/>
                  </a:stretch>
                </a:blipFill>
              </p:spPr>
              <p:txBody>
                <a:bodyPr/>
                <a:lstStyle/>
                <a:p>
                  <a:r>
                    <a:rPr lang="en-US">
                      <a:noFill/>
                    </a:rPr>
                    <a:t> </a:t>
                  </a:r>
                </a:p>
              </p:txBody>
            </p:sp>
          </mc:Fallback>
        </mc:AlternateContent>
        <p:sp>
          <p:nvSpPr>
            <p:cNvPr id="75" name="Oval 74">
              <a:extLst>
                <a:ext uri="{FF2B5EF4-FFF2-40B4-BE49-F238E27FC236}">
                  <a16:creationId xmlns:a16="http://schemas.microsoft.com/office/drawing/2014/main" id="{7FBCE5A4-8702-3489-1022-76D9FD316DC7}"/>
                </a:ext>
              </a:extLst>
            </p:cNvPr>
            <p:cNvSpPr>
              <a:spLocks noChangeAspect="1"/>
            </p:cNvSpPr>
            <p:nvPr/>
          </p:nvSpPr>
          <p:spPr>
            <a:xfrm>
              <a:off x="4972754" y="1905482"/>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p>
          </p:txBody>
        </p:sp>
        <mc:AlternateContent xmlns:mc="http://schemas.openxmlformats.org/markup-compatibility/2006" xmlns:a14="http://schemas.microsoft.com/office/drawing/2010/main">
          <mc:Choice Requires="a14">
            <p:sp>
              <p:nvSpPr>
                <p:cNvPr id="76" name="TextBox 75">
                  <a:extLst>
                    <a:ext uri="{FF2B5EF4-FFF2-40B4-BE49-F238E27FC236}">
                      <a16:creationId xmlns:a16="http://schemas.microsoft.com/office/drawing/2014/main" id="{B03C318F-0C34-1936-C28A-1DF9025471AF}"/>
                    </a:ext>
                  </a:extLst>
                </p:cNvPr>
                <p:cNvSpPr txBox="1"/>
                <p:nvPr/>
              </p:nvSpPr>
              <p:spPr>
                <a:xfrm>
                  <a:off x="4917219" y="1870160"/>
                  <a:ext cx="518558" cy="307777"/>
                </a:xfrm>
                <a:prstGeom prst="rect">
                  <a:avLst/>
                </a:prstGeom>
                <a:noFill/>
              </p:spPr>
              <p:txBody>
                <a:bodyPr wrap="square">
                  <a:spAutoFit/>
                </a:bodyPr>
                <a:lstStyle/>
                <a:p>
                  <a:pPr/>
                  <a14:m>
                    <m:oMathPara xmlns:m="http://schemas.openxmlformats.org/officeDocument/2006/math">
                      <m:oMath>
                        <m:sSub>
                          <m:sSubPr>
                            <m:ctrlPr>
                              <a:rPr lang="de-DE" sz="1400" b="0" i="1" smtClean="0">
                                <a:solidFill>
                                  <a:schemeClr val="bg1"/>
                                </a:solidFill>
                                <a:latin typeface="Cambria Math" panose="02040503050406030204" pitchFamily="18" charset="0"/>
                              </a:rPr>
                            </m:ctrlPr>
                          </m:sSubPr>
                          <m:e>
                            <m:r>
                              <m:rPr>
                                <m:sty m:val="p"/>
                              </m:rPr>
                              <a:rPr lang="de-DE" sz="1400" b="0" i="1" smtClean="0">
                                <a:solidFill>
                                  <a:schemeClr val="bg1"/>
                                </a:solidFill>
                                <a:latin typeface="Cambria Math" panose="02040503050406030204" pitchFamily="18" charset="0"/>
                              </a:rPr>
                              <m:t>r</m:t>
                            </m:r>
                          </m:e>
                          <m:sub>
                            <m:r>
                              <m:rPr>
                                <m:sty m:val="p"/>
                              </m:rPr>
                              <a:rPr lang="de-DE" sz="1400" b="0" i="1" smtClean="0">
                                <a:solidFill>
                                  <a:schemeClr val="bg1"/>
                                </a:solidFill>
                                <a:latin typeface="Cambria Math" panose="02040503050406030204" pitchFamily="18" charset="0"/>
                              </a:rPr>
                              <m:t>Cr</m:t>
                            </m:r>
                          </m:sub>
                        </m:sSub>
                      </m:oMath>
                    </m:oMathPara>
                  </a14:m>
                  <a:endParaRPr lang="en-US" sz="1400" dirty="0">
                    <a:solidFill>
                      <a:schemeClr val="bg1"/>
                    </a:solidFill>
                  </a:endParaRPr>
                </a:p>
              </p:txBody>
            </p:sp>
          </mc:Choice>
          <mc:Fallback xmlns="">
            <p:sp>
              <p:nvSpPr>
                <p:cNvPr id="76" name="TextBox 75">
                  <a:extLst>
                    <a:ext uri="{FF2B5EF4-FFF2-40B4-BE49-F238E27FC236}">
                      <a16:creationId xmlns:a16="http://schemas.microsoft.com/office/drawing/2014/main" id="{B03C318F-0C34-1936-C28A-1DF9025471AF}"/>
                    </a:ext>
                  </a:extLst>
                </p:cNvPr>
                <p:cNvSpPr txBox="1">
                  <a:spLocks noRot="1" noChangeAspect="1" noMove="1" noResize="1" noEditPoints="1" noAdjustHandles="1" noChangeArrowheads="1" noChangeShapeType="1" noTextEdit="1"/>
                </p:cNvSpPr>
                <p:nvPr/>
              </p:nvSpPr>
              <p:spPr>
                <a:xfrm>
                  <a:off x="4917219" y="1870160"/>
                  <a:ext cx="518558" cy="307777"/>
                </a:xfrm>
                <a:prstGeom prst="rect">
                  <a:avLst/>
                </a:prstGeom>
                <a:blipFill>
                  <a:blip r:embed="rId8"/>
                  <a:stretch>
                    <a:fillRect b="-29730"/>
                  </a:stretch>
                </a:blipFill>
              </p:spPr>
              <p:txBody>
                <a:bodyPr/>
                <a:lstStyle/>
                <a:p>
                  <a:r>
                    <a:rPr lang="en-US">
                      <a:noFill/>
                    </a:rPr>
                    <a:t> </a:t>
                  </a:r>
                </a:p>
              </p:txBody>
            </p:sp>
          </mc:Fallback>
        </mc:AlternateContent>
        <p:cxnSp>
          <p:nvCxnSpPr>
            <p:cNvPr id="77" name="Straight Arrow Connector 76">
              <a:extLst>
                <a:ext uri="{FF2B5EF4-FFF2-40B4-BE49-F238E27FC236}">
                  <a16:creationId xmlns:a16="http://schemas.microsoft.com/office/drawing/2014/main" id="{4B221534-CBB9-D1AB-EBC7-6BFE2CFCF255}"/>
                </a:ext>
              </a:extLst>
            </p:cNvPr>
            <p:cNvCxnSpPr>
              <a:cxnSpLocks/>
              <a:endCxn id="69" idx="3"/>
            </p:cNvCxnSpPr>
            <p:nvPr/>
          </p:nvCxnSpPr>
          <p:spPr>
            <a:xfrm flipV="1">
              <a:off x="4121730" y="721164"/>
              <a:ext cx="878271" cy="488885"/>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80" name="Straight Arrow Connector 79">
              <a:extLst>
                <a:ext uri="{FF2B5EF4-FFF2-40B4-BE49-F238E27FC236}">
                  <a16:creationId xmlns:a16="http://schemas.microsoft.com/office/drawing/2014/main" id="{9FA70CDD-AF11-4354-C218-5ED1313E5012}"/>
                </a:ext>
              </a:extLst>
            </p:cNvPr>
            <p:cNvCxnSpPr>
              <a:cxnSpLocks/>
              <a:endCxn id="75" idx="1"/>
            </p:cNvCxnSpPr>
            <p:nvPr/>
          </p:nvCxnSpPr>
          <p:spPr>
            <a:xfrm>
              <a:off x="4125152" y="1214911"/>
              <a:ext cx="903459" cy="746428"/>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84" name="Straight Arrow Connector 83">
              <a:extLst>
                <a:ext uri="{FF2B5EF4-FFF2-40B4-BE49-F238E27FC236}">
                  <a16:creationId xmlns:a16="http://schemas.microsoft.com/office/drawing/2014/main" id="{8516EA4A-F809-D15A-4E9C-78D566B8A246}"/>
                </a:ext>
              </a:extLst>
            </p:cNvPr>
            <p:cNvCxnSpPr>
              <a:cxnSpLocks/>
              <a:stCxn id="74" idx="3"/>
              <a:endCxn id="72" idx="2"/>
            </p:cNvCxnSpPr>
            <p:nvPr/>
          </p:nvCxnSpPr>
          <p:spPr>
            <a:xfrm>
              <a:off x="5410503" y="1253557"/>
              <a:ext cx="696458" cy="26079"/>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88" name="Straight Arrow Connector 87">
              <a:extLst>
                <a:ext uri="{FF2B5EF4-FFF2-40B4-BE49-F238E27FC236}">
                  <a16:creationId xmlns:a16="http://schemas.microsoft.com/office/drawing/2014/main" id="{8D565628-1453-3A80-4341-9CBC422CD12A}"/>
                </a:ext>
              </a:extLst>
            </p:cNvPr>
            <p:cNvCxnSpPr>
              <a:cxnSpLocks/>
              <a:stCxn id="74" idx="2"/>
              <a:endCxn id="75" idx="0"/>
            </p:cNvCxnSpPr>
            <p:nvPr/>
          </p:nvCxnSpPr>
          <p:spPr>
            <a:xfrm>
              <a:off x="5156605" y="1407445"/>
              <a:ext cx="6856" cy="498037"/>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6" name="Straight Arrow Connector 95">
              <a:extLst>
                <a:ext uri="{FF2B5EF4-FFF2-40B4-BE49-F238E27FC236}">
                  <a16:creationId xmlns:a16="http://schemas.microsoft.com/office/drawing/2014/main" id="{69872745-A001-9F9A-7DDD-89BFD91B0179}"/>
                </a:ext>
              </a:extLst>
            </p:cNvPr>
            <p:cNvCxnSpPr>
              <a:cxnSpLocks/>
              <a:stCxn id="69" idx="6"/>
            </p:cNvCxnSpPr>
            <p:nvPr/>
          </p:nvCxnSpPr>
          <p:spPr>
            <a:xfrm>
              <a:off x="5325558" y="586314"/>
              <a:ext cx="2460842" cy="10275"/>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9" name="Straight Arrow Connector 98">
              <a:extLst>
                <a:ext uri="{FF2B5EF4-FFF2-40B4-BE49-F238E27FC236}">
                  <a16:creationId xmlns:a16="http://schemas.microsoft.com/office/drawing/2014/main" id="{F23BC552-3C31-D2D9-9648-CA7CBB4C283E}"/>
                </a:ext>
              </a:extLst>
            </p:cNvPr>
            <p:cNvCxnSpPr>
              <a:cxnSpLocks/>
              <a:stCxn id="71" idx="2"/>
              <a:endCxn id="72" idx="0"/>
            </p:cNvCxnSpPr>
            <p:nvPr/>
          </p:nvCxnSpPr>
          <p:spPr>
            <a:xfrm>
              <a:off x="6296712" y="528643"/>
              <a:ext cx="956" cy="560285"/>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sp>
          <p:nvSpPr>
            <p:cNvPr id="102" name="Rectangle 101">
              <a:extLst>
                <a:ext uri="{FF2B5EF4-FFF2-40B4-BE49-F238E27FC236}">
                  <a16:creationId xmlns:a16="http://schemas.microsoft.com/office/drawing/2014/main" id="{E86D61DF-96E2-54DD-FB6C-0431F4C8F43D}"/>
                </a:ext>
              </a:extLst>
            </p:cNvPr>
            <p:cNvSpPr/>
            <p:nvPr/>
          </p:nvSpPr>
          <p:spPr>
            <a:xfrm>
              <a:off x="4449950" y="9135"/>
              <a:ext cx="2873133" cy="2407763"/>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103" name="TextBox 102">
              <a:extLst>
                <a:ext uri="{FF2B5EF4-FFF2-40B4-BE49-F238E27FC236}">
                  <a16:creationId xmlns:a16="http://schemas.microsoft.com/office/drawing/2014/main" id="{C5C448D2-63F2-04DB-6905-2E18DB8C3632}"/>
                </a:ext>
              </a:extLst>
            </p:cNvPr>
            <p:cNvSpPr txBox="1"/>
            <p:nvPr/>
          </p:nvSpPr>
          <p:spPr>
            <a:xfrm>
              <a:off x="4449950" y="-6886"/>
              <a:ext cx="1377237" cy="276999"/>
            </a:xfrm>
            <a:prstGeom prst="rect">
              <a:avLst/>
            </a:prstGeom>
            <a:noFill/>
          </p:spPr>
          <p:txBody>
            <a:bodyPr wrap="none" rtlCol="0">
              <a:spAutoFit/>
            </a:bodyPr>
            <a:lstStyle/>
            <a:p>
              <a:r>
                <a:rPr lang="en-US" sz="1200" dirty="0"/>
                <a:t>Chemical counter</a:t>
              </a:r>
            </a:p>
          </p:txBody>
        </p:sp>
        <mc:AlternateContent xmlns:mc="http://schemas.openxmlformats.org/markup-compatibility/2006" xmlns:a14="http://schemas.microsoft.com/office/drawing/2010/main">
          <mc:Choice Requires="a14">
            <p:sp>
              <p:nvSpPr>
                <p:cNvPr id="67" name="TextBox 66">
                  <a:extLst>
                    <a:ext uri="{FF2B5EF4-FFF2-40B4-BE49-F238E27FC236}">
                      <a16:creationId xmlns:a16="http://schemas.microsoft.com/office/drawing/2014/main" id="{9C37C814-9C21-C0F3-6D1F-328C4ACCCA84}"/>
                    </a:ext>
                  </a:extLst>
                </p:cNvPr>
                <p:cNvSpPr txBox="1"/>
                <p:nvPr/>
              </p:nvSpPr>
              <p:spPr>
                <a:xfrm>
                  <a:off x="0" y="1346255"/>
                  <a:ext cx="503086" cy="307777"/>
                </a:xfrm>
                <a:prstGeom prst="rect">
                  <a:avLst/>
                </a:prstGeom>
                <a:noFill/>
              </p:spPr>
              <p:txBody>
                <a:bodyPr wrap="none" rtlCol="0">
                  <a:spAutoFit/>
                </a:bodyPr>
                <a:lstStyle/>
                <a:p>
                  <a:pPr/>
                  <a14:m>
                    <m:oMathPara xmlns:m="http://schemas.openxmlformats.org/officeDocument/2006/math">
                      <m:oMath>
                        <m:sSub>
                          <m:sSubPr>
                            <m:ctrlPr>
                              <a:rPr lang="de-DE" sz="1400" b="0" i="1" smtClean="0">
                                <a:latin typeface="Cambria Math" panose="02040503050406030204" pitchFamily="18" charset="0"/>
                              </a:rPr>
                            </m:ctrlPr>
                          </m:sSubPr>
                          <m:e>
                            <m:r>
                              <m:rPr>
                                <m:sty m:val="p"/>
                              </m:rPr>
                              <a:rPr lang="de-DE" sz="1400" b="0" i="1" smtClean="0">
                                <a:latin typeface="Cambria Math" panose="02040503050406030204" pitchFamily="18" charset="0"/>
                              </a:rPr>
                              <m:t>m</m:t>
                            </m:r>
                          </m:e>
                          <m:sub>
                            <m:r>
                              <m:rPr>
                                <m:sty m:val="p"/>
                              </m:rPr>
                              <a:rPr lang="de-DE" sz="1400" b="0" i="1" smtClean="0">
                                <a:latin typeface="Cambria Math" panose="02040503050406030204" pitchFamily="18" charset="0"/>
                              </a:rPr>
                              <m:t>in</m:t>
                            </m:r>
                          </m:sub>
                        </m:sSub>
                      </m:oMath>
                    </m:oMathPara>
                  </a14:m>
                  <a:endParaRPr lang="en-US" sz="1400" dirty="0"/>
                </a:p>
              </p:txBody>
            </p:sp>
          </mc:Choice>
          <mc:Fallback xmlns="">
            <p:sp>
              <p:nvSpPr>
                <p:cNvPr id="67" name="TextBox 66">
                  <a:extLst>
                    <a:ext uri="{FF2B5EF4-FFF2-40B4-BE49-F238E27FC236}">
                      <a16:creationId xmlns:a16="http://schemas.microsoft.com/office/drawing/2014/main" id="{9C37C814-9C21-C0F3-6D1F-328C4ACCCA84}"/>
                    </a:ext>
                  </a:extLst>
                </p:cNvPr>
                <p:cNvSpPr txBox="1">
                  <a:spLocks noRot="1" noChangeAspect="1" noMove="1" noResize="1" noEditPoints="1" noAdjustHandles="1" noChangeArrowheads="1" noChangeShapeType="1" noTextEdit="1"/>
                </p:cNvSpPr>
                <p:nvPr/>
              </p:nvSpPr>
              <p:spPr>
                <a:xfrm>
                  <a:off x="0" y="1346255"/>
                  <a:ext cx="503086" cy="307777"/>
                </a:xfrm>
                <a:prstGeom prst="rect">
                  <a:avLst/>
                </a:prstGeom>
                <a:blipFill>
                  <a:blip r:embed="rId9"/>
                  <a:stretch>
                    <a:fillRect r="-9836" b="-29730"/>
                  </a:stretch>
                </a:blipFill>
              </p:spPr>
              <p:txBody>
                <a:bodyPr/>
                <a:lstStyle/>
                <a:p>
                  <a:r>
                    <a:rPr lang="en-US">
                      <a:noFill/>
                    </a:rPr>
                    <a:t> </a:t>
                  </a:r>
                </a:p>
              </p:txBody>
            </p:sp>
          </mc:Fallback>
        </mc:AlternateContent>
        <p:sp>
          <p:nvSpPr>
            <p:cNvPr id="78" name="Rectangle 77">
              <a:extLst>
                <a:ext uri="{FF2B5EF4-FFF2-40B4-BE49-F238E27FC236}">
                  <a16:creationId xmlns:a16="http://schemas.microsoft.com/office/drawing/2014/main" id="{92595BFF-BB1C-6769-D3F1-D1798DC5AD08}"/>
                </a:ext>
              </a:extLst>
            </p:cNvPr>
            <p:cNvSpPr/>
            <p:nvPr/>
          </p:nvSpPr>
          <p:spPr>
            <a:xfrm>
              <a:off x="813764" y="212548"/>
              <a:ext cx="2873133" cy="2222154"/>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79" name="TextBox 78">
              <a:extLst>
                <a:ext uri="{FF2B5EF4-FFF2-40B4-BE49-F238E27FC236}">
                  <a16:creationId xmlns:a16="http://schemas.microsoft.com/office/drawing/2014/main" id="{7FC5C2C4-7638-4367-A13C-86B0C7CB59D6}"/>
                </a:ext>
              </a:extLst>
            </p:cNvPr>
            <p:cNvSpPr txBox="1"/>
            <p:nvPr/>
          </p:nvSpPr>
          <p:spPr>
            <a:xfrm>
              <a:off x="787440" y="212547"/>
              <a:ext cx="1068178" cy="461665"/>
            </a:xfrm>
            <a:prstGeom prst="rect">
              <a:avLst/>
            </a:prstGeom>
            <a:noFill/>
          </p:spPr>
          <p:txBody>
            <a:bodyPr wrap="none" rtlCol="0">
              <a:spAutoFit/>
            </a:bodyPr>
            <a:lstStyle/>
            <a:p>
              <a:r>
                <a:rPr lang="en-US" sz="1200" dirty="0"/>
                <a:t>Chemical</a:t>
              </a:r>
              <a:br>
                <a:rPr lang="en-US" sz="1200" dirty="0"/>
              </a:br>
              <a:r>
                <a:rPr lang="en-US" sz="1200" dirty="0"/>
                <a:t>Differentiator</a:t>
              </a:r>
            </a:p>
          </p:txBody>
        </p:sp>
        <p:sp>
          <p:nvSpPr>
            <p:cNvPr id="81" name="Oval 80">
              <a:extLst>
                <a:ext uri="{FF2B5EF4-FFF2-40B4-BE49-F238E27FC236}">
                  <a16:creationId xmlns:a16="http://schemas.microsoft.com/office/drawing/2014/main" id="{AE5BB0C7-9178-7B16-39C4-3993E8F2A077}"/>
                </a:ext>
              </a:extLst>
            </p:cNvPr>
            <p:cNvSpPr>
              <a:spLocks noChangeAspect="1"/>
            </p:cNvSpPr>
            <p:nvPr/>
          </p:nvSpPr>
          <p:spPr>
            <a:xfrm>
              <a:off x="1051699" y="1000942"/>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p>
          </p:txBody>
        </p:sp>
        <mc:AlternateContent xmlns:mc="http://schemas.openxmlformats.org/markup-compatibility/2006" xmlns:a14="http://schemas.microsoft.com/office/drawing/2010/main">
          <mc:Choice Requires="a14">
            <p:sp>
              <p:nvSpPr>
                <p:cNvPr id="82" name="TextBox 81">
                  <a:extLst>
                    <a:ext uri="{FF2B5EF4-FFF2-40B4-BE49-F238E27FC236}">
                      <a16:creationId xmlns:a16="http://schemas.microsoft.com/office/drawing/2014/main" id="{9114C551-7000-83AF-F899-1CB40EA37F2B}"/>
                    </a:ext>
                  </a:extLst>
                </p:cNvPr>
                <p:cNvSpPr txBox="1"/>
                <p:nvPr/>
              </p:nvSpPr>
              <p:spPr>
                <a:xfrm>
                  <a:off x="996672" y="976786"/>
                  <a:ext cx="518558" cy="307777"/>
                </a:xfrm>
                <a:prstGeom prst="rect">
                  <a:avLst/>
                </a:prstGeom>
                <a:noFill/>
              </p:spPr>
              <p:txBody>
                <a:bodyPr wrap="square">
                  <a:spAutoFit/>
                </a:bodyPr>
                <a:lstStyle/>
                <a:p>
                  <a:pPr/>
                  <a14:m>
                    <m:oMathPara xmlns:m="http://schemas.openxmlformats.org/officeDocument/2006/math">
                      <m:oMath>
                        <m:sSub>
                          <m:sSubPr>
                            <m:ctrlPr>
                              <a:rPr lang="de-DE" sz="1400" b="0" i="1" smtClean="0">
                                <a:solidFill>
                                  <a:schemeClr val="bg1"/>
                                </a:solidFill>
                                <a:latin typeface="Cambria Math" panose="02040503050406030204" pitchFamily="18" charset="0"/>
                              </a:rPr>
                            </m:ctrlPr>
                          </m:sSubPr>
                          <m:e>
                            <m:r>
                              <m:rPr>
                                <m:sty m:val="p"/>
                              </m:rPr>
                              <a:rPr lang="de-DE" sz="1400" b="0" i="1" smtClean="0">
                                <a:solidFill>
                                  <a:schemeClr val="bg1"/>
                                </a:solidFill>
                                <a:latin typeface="Cambria Math" panose="02040503050406030204" pitchFamily="18" charset="0"/>
                              </a:rPr>
                              <m:t>r</m:t>
                            </m:r>
                          </m:e>
                          <m:sub>
                            <m:r>
                              <m:rPr>
                                <m:sty m:val="p"/>
                              </m:rPr>
                              <a:rPr lang="de-DE" sz="1400" b="0" i="1" smtClean="0">
                                <a:solidFill>
                                  <a:schemeClr val="bg1"/>
                                </a:solidFill>
                                <a:latin typeface="Cambria Math" panose="02040503050406030204" pitchFamily="18" charset="0"/>
                              </a:rPr>
                              <m:t>Df</m:t>
                            </m:r>
                          </m:sub>
                        </m:sSub>
                      </m:oMath>
                    </m:oMathPara>
                  </a14:m>
                  <a:endParaRPr lang="en-US" sz="1400" dirty="0">
                    <a:solidFill>
                      <a:schemeClr val="bg1"/>
                    </a:solidFill>
                  </a:endParaRPr>
                </a:p>
              </p:txBody>
            </p:sp>
          </mc:Choice>
          <mc:Fallback xmlns="">
            <p:sp>
              <p:nvSpPr>
                <p:cNvPr id="82" name="TextBox 81">
                  <a:extLst>
                    <a:ext uri="{FF2B5EF4-FFF2-40B4-BE49-F238E27FC236}">
                      <a16:creationId xmlns:a16="http://schemas.microsoft.com/office/drawing/2014/main" id="{9114C551-7000-83AF-F899-1CB40EA37F2B}"/>
                    </a:ext>
                  </a:extLst>
                </p:cNvPr>
                <p:cNvSpPr txBox="1">
                  <a:spLocks noRot="1" noChangeAspect="1" noMove="1" noResize="1" noEditPoints="1" noAdjustHandles="1" noChangeArrowheads="1" noChangeShapeType="1" noTextEdit="1"/>
                </p:cNvSpPr>
                <p:nvPr/>
              </p:nvSpPr>
              <p:spPr>
                <a:xfrm>
                  <a:off x="996672" y="976786"/>
                  <a:ext cx="518558" cy="307777"/>
                </a:xfrm>
                <a:prstGeom prst="rect">
                  <a:avLst/>
                </a:prstGeom>
                <a:blipFill>
                  <a:blip r:embed="rId10"/>
                  <a:stretch>
                    <a:fillRect b="-28947"/>
                  </a:stretch>
                </a:blipFill>
              </p:spPr>
              <p:txBody>
                <a:bodyPr/>
                <a:lstStyle/>
                <a:p>
                  <a:r>
                    <a:rPr lang="en-US">
                      <a:noFill/>
                    </a:rPr>
                    <a:t> </a:t>
                  </a:r>
                </a:p>
              </p:txBody>
            </p:sp>
          </mc:Fallback>
        </mc:AlternateContent>
        <p:sp>
          <p:nvSpPr>
            <p:cNvPr id="83" name="Oval 82">
              <a:extLst>
                <a:ext uri="{FF2B5EF4-FFF2-40B4-BE49-F238E27FC236}">
                  <a16:creationId xmlns:a16="http://schemas.microsoft.com/office/drawing/2014/main" id="{3D72BB2C-BE45-97A5-B58A-844ECF176141}"/>
                </a:ext>
              </a:extLst>
            </p:cNvPr>
            <p:cNvSpPr>
              <a:spLocks noChangeAspect="1"/>
            </p:cNvSpPr>
            <p:nvPr/>
          </p:nvSpPr>
          <p:spPr>
            <a:xfrm>
              <a:off x="1155180" y="1894298"/>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p>
          </p:txBody>
        </p:sp>
        <mc:AlternateContent xmlns:mc="http://schemas.openxmlformats.org/markup-compatibility/2006" xmlns:a14="http://schemas.microsoft.com/office/drawing/2010/main">
          <mc:Choice Requires="a14">
            <p:sp>
              <p:nvSpPr>
                <p:cNvPr id="85" name="TextBox 84">
                  <a:extLst>
                    <a:ext uri="{FF2B5EF4-FFF2-40B4-BE49-F238E27FC236}">
                      <a16:creationId xmlns:a16="http://schemas.microsoft.com/office/drawing/2014/main" id="{5AAA15DC-5217-266C-E696-6CE4CF1C2B69}"/>
                    </a:ext>
                  </a:extLst>
                </p:cNvPr>
                <p:cNvSpPr txBox="1"/>
                <p:nvPr/>
              </p:nvSpPr>
              <p:spPr>
                <a:xfrm>
                  <a:off x="1097393" y="1886274"/>
                  <a:ext cx="518558" cy="307777"/>
                </a:xfrm>
                <a:prstGeom prst="rect">
                  <a:avLst/>
                </a:prstGeom>
                <a:noFill/>
              </p:spPr>
              <p:txBody>
                <a:bodyPr wrap="square">
                  <a:spAutoFit/>
                </a:bodyPr>
                <a:lstStyle/>
                <a:p>
                  <a:pPr/>
                  <a14:m>
                    <m:oMathPara xmlns:m="http://schemas.openxmlformats.org/officeDocument/2006/math">
                      <m:oMath>
                        <m:sSub>
                          <m:sSubPr>
                            <m:ctrlPr>
                              <a:rPr lang="de-DE" sz="1400" b="0" i="1" smtClean="0">
                                <a:solidFill>
                                  <a:schemeClr val="bg1"/>
                                </a:solidFill>
                                <a:latin typeface="Cambria Math" panose="02040503050406030204" pitchFamily="18" charset="0"/>
                              </a:rPr>
                            </m:ctrlPr>
                          </m:sSubPr>
                          <m:e>
                            <m:r>
                              <m:rPr>
                                <m:sty m:val="p"/>
                              </m:rPr>
                              <a:rPr lang="de-DE" sz="1400" b="0" i="1" smtClean="0">
                                <a:solidFill>
                                  <a:schemeClr val="bg1"/>
                                </a:solidFill>
                                <a:latin typeface="Cambria Math" panose="02040503050406030204" pitchFamily="18" charset="0"/>
                              </a:rPr>
                              <m:t>r</m:t>
                            </m:r>
                          </m:e>
                          <m:sub>
                            <m:r>
                              <m:rPr>
                                <m:sty m:val="p"/>
                              </m:rPr>
                              <a:rPr lang="de-DE" sz="1400" b="0" i="1" smtClean="0">
                                <a:solidFill>
                                  <a:schemeClr val="bg1"/>
                                </a:solidFill>
                                <a:latin typeface="Cambria Math" panose="02040503050406030204" pitchFamily="18" charset="0"/>
                              </a:rPr>
                              <m:t>Ds</m:t>
                            </m:r>
                          </m:sub>
                        </m:sSub>
                      </m:oMath>
                    </m:oMathPara>
                  </a14:m>
                  <a:endParaRPr lang="en-US" sz="1400" dirty="0">
                    <a:solidFill>
                      <a:schemeClr val="bg1"/>
                    </a:solidFill>
                  </a:endParaRPr>
                </a:p>
              </p:txBody>
            </p:sp>
          </mc:Choice>
          <mc:Fallback xmlns="">
            <p:sp>
              <p:nvSpPr>
                <p:cNvPr id="85" name="TextBox 84">
                  <a:extLst>
                    <a:ext uri="{FF2B5EF4-FFF2-40B4-BE49-F238E27FC236}">
                      <a16:creationId xmlns:a16="http://schemas.microsoft.com/office/drawing/2014/main" id="{5AAA15DC-5217-266C-E696-6CE4CF1C2B69}"/>
                    </a:ext>
                  </a:extLst>
                </p:cNvPr>
                <p:cNvSpPr txBox="1">
                  <a:spLocks noRot="1" noChangeAspect="1" noMove="1" noResize="1" noEditPoints="1" noAdjustHandles="1" noChangeArrowheads="1" noChangeShapeType="1" noTextEdit="1"/>
                </p:cNvSpPr>
                <p:nvPr/>
              </p:nvSpPr>
              <p:spPr>
                <a:xfrm>
                  <a:off x="1097393" y="1886274"/>
                  <a:ext cx="518558" cy="307777"/>
                </a:xfrm>
                <a:prstGeom prst="rect">
                  <a:avLst/>
                </a:prstGeom>
                <a:blipFill>
                  <a:blip r:embed="rId11"/>
                  <a:stretch>
                    <a:fillRect b="-29730"/>
                  </a:stretch>
                </a:blipFill>
              </p:spPr>
              <p:txBody>
                <a:bodyPr/>
                <a:lstStyle/>
                <a:p>
                  <a:r>
                    <a:rPr lang="en-US">
                      <a:noFill/>
                    </a:rPr>
                    <a:t> </a:t>
                  </a:r>
                </a:p>
              </p:txBody>
            </p:sp>
          </mc:Fallback>
        </mc:AlternateContent>
        <p:sp>
          <p:nvSpPr>
            <p:cNvPr id="86" name="Oval 85">
              <a:extLst>
                <a:ext uri="{FF2B5EF4-FFF2-40B4-BE49-F238E27FC236}">
                  <a16:creationId xmlns:a16="http://schemas.microsoft.com/office/drawing/2014/main" id="{3090DBB9-3C5B-C5AF-831E-2EB9F533702C}"/>
                </a:ext>
              </a:extLst>
            </p:cNvPr>
            <p:cNvSpPr>
              <a:spLocks noChangeAspect="1"/>
            </p:cNvSpPr>
            <p:nvPr/>
          </p:nvSpPr>
          <p:spPr>
            <a:xfrm>
              <a:off x="2221387" y="1004799"/>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p>
          </p:txBody>
        </p:sp>
        <mc:AlternateContent xmlns:mc="http://schemas.openxmlformats.org/markup-compatibility/2006" xmlns:a14="http://schemas.microsoft.com/office/drawing/2010/main">
          <mc:Choice Requires="a14">
            <p:sp>
              <p:nvSpPr>
                <p:cNvPr id="87" name="TextBox 86">
                  <a:extLst>
                    <a:ext uri="{FF2B5EF4-FFF2-40B4-BE49-F238E27FC236}">
                      <a16:creationId xmlns:a16="http://schemas.microsoft.com/office/drawing/2014/main" id="{943D5DF9-ED1B-D46C-6398-CF42B6F7BDB3}"/>
                    </a:ext>
                  </a:extLst>
                </p:cNvPr>
                <p:cNvSpPr txBox="1"/>
                <p:nvPr/>
              </p:nvSpPr>
              <p:spPr>
                <a:xfrm>
                  <a:off x="2166526" y="976223"/>
                  <a:ext cx="518558" cy="326949"/>
                </a:xfrm>
                <a:prstGeom prst="rect">
                  <a:avLst/>
                </a:prstGeom>
                <a:noFill/>
              </p:spPr>
              <p:txBody>
                <a:bodyPr wrap="square">
                  <a:spAutoFit/>
                </a:bodyPr>
                <a:lstStyle/>
                <a:p>
                  <a:pPr/>
                  <a14:m>
                    <m:oMathPara xmlns:m="http://schemas.openxmlformats.org/officeDocument/2006/math">
                      <m:oMath>
                        <m:sSub>
                          <m:sSubPr>
                            <m:ctrlPr>
                              <a:rPr lang="de-DE" sz="1400" b="0" i="1" smtClean="0">
                                <a:solidFill>
                                  <a:schemeClr val="bg1"/>
                                </a:solidFill>
                                <a:latin typeface="Cambria Math" panose="02040503050406030204" pitchFamily="18" charset="0"/>
                              </a:rPr>
                            </m:ctrlPr>
                          </m:sSubPr>
                          <m:e>
                            <m:r>
                              <m:rPr>
                                <m:sty m:val="p"/>
                              </m:rPr>
                              <a:rPr lang="de-DE" sz="1400" b="0" i="1" smtClean="0">
                                <a:solidFill>
                                  <a:schemeClr val="bg1"/>
                                </a:solidFill>
                                <a:latin typeface="Cambria Math" panose="02040503050406030204" pitchFamily="18" charset="0"/>
                              </a:rPr>
                              <m:t>r</m:t>
                            </m:r>
                          </m:e>
                          <m:sub>
                            <m:r>
                              <m:rPr>
                                <m:sty m:val="p"/>
                              </m:rPr>
                              <a:rPr lang="de-DE" sz="1400" b="0" i="1" smtClean="0">
                                <a:solidFill>
                                  <a:schemeClr val="bg1"/>
                                </a:solidFill>
                                <a:latin typeface="Cambria Math" panose="02040503050406030204" pitchFamily="18" charset="0"/>
                              </a:rPr>
                              <m:t>Dp</m:t>
                            </m:r>
                          </m:sub>
                        </m:sSub>
                      </m:oMath>
                    </m:oMathPara>
                  </a14:m>
                  <a:endParaRPr lang="en-US" sz="1400" dirty="0">
                    <a:solidFill>
                      <a:schemeClr val="bg1"/>
                    </a:solidFill>
                  </a:endParaRPr>
                </a:p>
              </p:txBody>
            </p:sp>
          </mc:Choice>
          <mc:Fallback xmlns="">
            <p:sp>
              <p:nvSpPr>
                <p:cNvPr id="87" name="TextBox 86">
                  <a:extLst>
                    <a:ext uri="{FF2B5EF4-FFF2-40B4-BE49-F238E27FC236}">
                      <a16:creationId xmlns:a16="http://schemas.microsoft.com/office/drawing/2014/main" id="{943D5DF9-ED1B-D46C-6398-CF42B6F7BDB3}"/>
                    </a:ext>
                  </a:extLst>
                </p:cNvPr>
                <p:cNvSpPr txBox="1">
                  <a:spLocks noRot="1" noChangeAspect="1" noMove="1" noResize="1" noEditPoints="1" noAdjustHandles="1" noChangeArrowheads="1" noChangeShapeType="1" noTextEdit="1"/>
                </p:cNvSpPr>
                <p:nvPr/>
              </p:nvSpPr>
              <p:spPr>
                <a:xfrm>
                  <a:off x="2166526" y="976223"/>
                  <a:ext cx="518558" cy="326949"/>
                </a:xfrm>
                <a:prstGeom prst="rect">
                  <a:avLst/>
                </a:prstGeom>
                <a:blipFill>
                  <a:blip r:embed="rId12"/>
                  <a:stretch>
                    <a:fillRect r="-1587" b="-37500"/>
                  </a:stretch>
                </a:blipFill>
              </p:spPr>
              <p:txBody>
                <a:bodyPr/>
                <a:lstStyle/>
                <a:p>
                  <a:r>
                    <a:rPr lang="en-US">
                      <a:noFill/>
                    </a:rPr>
                    <a:t> </a:t>
                  </a:r>
                </a:p>
              </p:txBody>
            </p:sp>
          </mc:Fallback>
        </mc:AlternateContent>
        <p:cxnSp>
          <p:nvCxnSpPr>
            <p:cNvPr id="89" name="Straight Arrow Connector 88">
              <a:extLst>
                <a:ext uri="{FF2B5EF4-FFF2-40B4-BE49-F238E27FC236}">
                  <a16:creationId xmlns:a16="http://schemas.microsoft.com/office/drawing/2014/main" id="{92573FFC-96E6-236A-630C-6E7951809F84}"/>
                </a:ext>
              </a:extLst>
            </p:cNvPr>
            <p:cNvCxnSpPr>
              <a:cxnSpLocks/>
              <a:stCxn id="67" idx="3"/>
              <a:endCxn id="81" idx="2"/>
            </p:cNvCxnSpPr>
            <p:nvPr/>
          </p:nvCxnSpPr>
          <p:spPr>
            <a:xfrm flipV="1">
              <a:off x="503086" y="1191650"/>
              <a:ext cx="548613" cy="308494"/>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0" name="Straight Arrow Connector 89">
              <a:extLst>
                <a:ext uri="{FF2B5EF4-FFF2-40B4-BE49-F238E27FC236}">
                  <a16:creationId xmlns:a16="http://schemas.microsoft.com/office/drawing/2014/main" id="{65251764-1FDE-717D-4EBC-DC4B649C767F}"/>
                </a:ext>
              </a:extLst>
            </p:cNvPr>
            <p:cNvCxnSpPr>
              <a:cxnSpLocks/>
              <a:stCxn id="67" idx="3"/>
              <a:endCxn id="83" idx="2"/>
            </p:cNvCxnSpPr>
            <p:nvPr/>
          </p:nvCxnSpPr>
          <p:spPr>
            <a:xfrm>
              <a:off x="503086" y="1500144"/>
              <a:ext cx="652094" cy="584862"/>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1" name="Straight Arrow Connector 90">
              <a:extLst>
                <a:ext uri="{FF2B5EF4-FFF2-40B4-BE49-F238E27FC236}">
                  <a16:creationId xmlns:a16="http://schemas.microsoft.com/office/drawing/2014/main" id="{C6265E9A-799E-00F2-219F-58EE333A8A58}"/>
                </a:ext>
              </a:extLst>
            </p:cNvPr>
            <p:cNvCxnSpPr>
              <a:cxnSpLocks/>
              <a:stCxn id="81" idx="6"/>
              <a:endCxn id="86" idx="2"/>
            </p:cNvCxnSpPr>
            <p:nvPr/>
          </p:nvCxnSpPr>
          <p:spPr>
            <a:xfrm>
              <a:off x="1433113" y="1191650"/>
              <a:ext cx="788274" cy="3858"/>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2" name="Straight Arrow Connector 91">
              <a:extLst>
                <a:ext uri="{FF2B5EF4-FFF2-40B4-BE49-F238E27FC236}">
                  <a16:creationId xmlns:a16="http://schemas.microsoft.com/office/drawing/2014/main" id="{F479EA2C-B7C7-0BE3-0163-AC8BF6694E50}"/>
                </a:ext>
              </a:extLst>
            </p:cNvPr>
            <p:cNvCxnSpPr>
              <a:cxnSpLocks/>
              <a:stCxn id="83" idx="6"/>
              <a:endCxn id="98" idx="2"/>
            </p:cNvCxnSpPr>
            <p:nvPr/>
          </p:nvCxnSpPr>
          <p:spPr>
            <a:xfrm>
              <a:off x="1536594" y="2085006"/>
              <a:ext cx="1447412" cy="33588"/>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3" name="Straight Arrow Connector 92">
              <a:extLst>
                <a:ext uri="{FF2B5EF4-FFF2-40B4-BE49-F238E27FC236}">
                  <a16:creationId xmlns:a16="http://schemas.microsoft.com/office/drawing/2014/main" id="{35D72516-9648-30A9-F5C7-1642BE92A920}"/>
                </a:ext>
              </a:extLst>
            </p:cNvPr>
            <p:cNvCxnSpPr>
              <a:cxnSpLocks/>
              <a:stCxn id="86" idx="6"/>
            </p:cNvCxnSpPr>
            <p:nvPr/>
          </p:nvCxnSpPr>
          <p:spPr>
            <a:xfrm>
              <a:off x="2602801" y="1195507"/>
              <a:ext cx="1532016" cy="14542"/>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94" name="TextBox 93">
                  <a:extLst>
                    <a:ext uri="{FF2B5EF4-FFF2-40B4-BE49-F238E27FC236}">
                      <a16:creationId xmlns:a16="http://schemas.microsoft.com/office/drawing/2014/main" id="{5F2F7D08-8974-236F-3EBB-17EEE5C6D199}"/>
                    </a:ext>
                  </a:extLst>
                </p:cNvPr>
                <p:cNvSpPr txBox="1"/>
                <p:nvPr/>
              </p:nvSpPr>
              <p:spPr>
                <a:xfrm>
                  <a:off x="2910701" y="827267"/>
                  <a:ext cx="507796" cy="307777"/>
                </a:xfrm>
                <a:prstGeom prst="rect">
                  <a:avLst/>
                </a:prstGeom>
                <a:noFill/>
              </p:spPr>
              <p:txBody>
                <a:bodyPr wrap="square">
                  <a:spAutoFit/>
                </a:bodyPr>
                <a:lstStyle/>
                <a:p>
                  <a:pPr/>
                  <a14:m>
                    <m:oMathPara xmlns:m="http://schemas.openxmlformats.org/officeDocument/2006/math">
                      <m:oMath>
                        <m:sSub>
                          <m:sSubPr>
                            <m:ctrlPr>
                              <a:rPr lang="de-DE" sz="1400" b="0" i="0" smtClean="0">
                                <a:solidFill>
                                  <a:schemeClr val="tx1"/>
                                </a:solidFill>
                                <a:latin typeface="Cambria Math" panose="02040503050406030204" pitchFamily="18" charset="0"/>
                              </a:rPr>
                            </m:ctrlPr>
                          </m:sSubPr>
                          <m:e>
                            <m:r>
                              <m:rPr>
                                <m:sty m:val="p"/>
                              </m:rPr>
                              <a:rPr lang="de-DE" sz="1400" b="0" i="0" smtClean="0">
                                <a:solidFill>
                                  <a:schemeClr val="tx1"/>
                                </a:solidFill>
                                <a:latin typeface="Cambria Math" panose="02040503050406030204" pitchFamily="18" charset="0"/>
                              </a:rPr>
                              <m:t>m</m:t>
                            </m:r>
                          </m:e>
                          <m:sub>
                            <m:r>
                              <m:rPr>
                                <m:sty m:val="p"/>
                              </m:rPr>
                              <a:rPr lang="de-DE" sz="1400" b="0" i="1" smtClean="0">
                                <a:solidFill>
                                  <a:schemeClr val="tx1"/>
                                </a:solidFill>
                                <a:latin typeface="Cambria Math" panose="02040503050406030204" pitchFamily="18" charset="0"/>
                              </a:rPr>
                              <m:t>d</m:t>
                            </m:r>
                          </m:sub>
                        </m:sSub>
                      </m:oMath>
                    </m:oMathPara>
                  </a14:m>
                  <a:endParaRPr lang="en-US" sz="1400" dirty="0">
                    <a:solidFill>
                      <a:schemeClr val="tx1"/>
                    </a:solidFill>
                  </a:endParaRPr>
                </a:p>
              </p:txBody>
            </p:sp>
          </mc:Choice>
          <mc:Fallback xmlns="">
            <p:sp>
              <p:nvSpPr>
                <p:cNvPr id="94" name="TextBox 93">
                  <a:extLst>
                    <a:ext uri="{FF2B5EF4-FFF2-40B4-BE49-F238E27FC236}">
                      <a16:creationId xmlns:a16="http://schemas.microsoft.com/office/drawing/2014/main" id="{5F2F7D08-8974-236F-3EBB-17EEE5C6D199}"/>
                    </a:ext>
                  </a:extLst>
                </p:cNvPr>
                <p:cNvSpPr txBox="1">
                  <a:spLocks noRot="1" noChangeAspect="1" noMove="1" noResize="1" noEditPoints="1" noAdjustHandles="1" noChangeArrowheads="1" noChangeShapeType="1" noTextEdit="1"/>
                </p:cNvSpPr>
                <p:nvPr/>
              </p:nvSpPr>
              <p:spPr>
                <a:xfrm>
                  <a:off x="2910701" y="827267"/>
                  <a:ext cx="507796" cy="307777"/>
                </a:xfrm>
                <a:prstGeom prst="rect">
                  <a:avLst/>
                </a:prstGeom>
                <a:blipFill>
                  <a:blip r:embed="rId13"/>
                  <a:stretch>
                    <a:fillRect b="-3243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5" name="TextBox 94">
                  <a:extLst>
                    <a:ext uri="{FF2B5EF4-FFF2-40B4-BE49-F238E27FC236}">
                      <a16:creationId xmlns:a16="http://schemas.microsoft.com/office/drawing/2014/main" id="{B41B64B8-3394-79A1-F25F-3C465A84B35B}"/>
                    </a:ext>
                  </a:extLst>
                </p:cNvPr>
                <p:cNvSpPr txBox="1"/>
                <p:nvPr/>
              </p:nvSpPr>
              <p:spPr>
                <a:xfrm>
                  <a:off x="1551725" y="814672"/>
                  <a:ext cx="507796" cy="307777"/>
                </a:xfrm>
                <a:prstGeom prst="rect">
                  <a:avLst/>
                </a:prstGeom>
                <a:noFill/>
              </p:spPr>
              <p:txBody>
                <a:bodyPr wrap="square">
                  <a:spAutoFit/>
                </a:bodyPr>
                <a:lstStyle/>
                <a:p>
                  <a:pPr/>
                  <a14:m>
                    <m:oMathPara xmlns:m="http://schemas.openxmlformats.org/officeDocument/2006/math">
                      <m:oMath>
                        <m:sSub>
                          <m:sSubPr>
                            <m:ctrlPr>
                              <a:rPr lang="de-DE" sz="1400" b="0" i="0" smtClean="0">
                                <a:solidFill>
                                  <a:schemeClr val="tx1"/>
                                </a:solidFill>
                                <a:latin typeface="Cambria Math" panose="02040503050406030204" pitchFamily="18" charset="0"/>
                              </a:rPr>
                            </m:ctrlPr>
                          </m:sSubPr>
                          <m:e>
                            <m:r>
                              <m:rPr>
                                <m:sty m:val="p"/>
                              </m:rPr>
                              <a:rPr lang="de-DE" sz="1400" b="0" i="0" smtClean="0">
                                <a:solidFill>
                                  <a:schemeClr val="tx1"/>
                                </a:solidFill>
                                <a:latin typeface="Cambria Math" panose="02040503050406030204" pitchFamily="18" charset="0"/>
                              </a:rPr>
                              <m:t>m</m:t>
                            </m:r>
                          </m:e>
                          <m:sub>
                            <m:r>
                              <m:rPr>
                                <m:sty m:val="p"/>
                              </m:rPr>
                              <a:rPr lang="de-DE" sz="1400" b="0" i="1" smtClean="0">
                                <a:solidFill>
                                  <a:schemeClr val="tx1"/>
                                </a:solidFill>
                                <a:latin typeface="Cambria Math" panose="02040503050406030204" pitchFamily="18" charset="0"/>
                              </a:rPr>
                              <m:t>Df</m:t>
                            </m:r>
                          </m:sub>
                        </m:sSub>
                      </m:oMath>
                    </m:oMathPara>
                  </a14:m>
                  <a:endParaRPr lang="en-US" sz="1400" dirty="0">
                    <a:solidFill>
                      <a:schemeClr val="tx1"/>
                    </a:solidFill>
                  </a:endParaRPr>
                </a:p>
              </p:txBody>
            </p:sp>
          </mc:Choice>
          <mc:Fallback xmlns="">
            <p:sp>
              <p:nvSpPr>
                <p:cNvPr id="95" name="TextBox 94">
                  <a:extLst>
                    <a:ext uri="{FF2B5EF4-FFF2-40B4-BE49-F238E27FC236}">
                      <a16:creationId xmlns:a16="http://schemas.microsoft.com/office/drawing/2014/main" id="{B41B64B8-3394-79A1-F25F-3C465A84B35B}"/>
                    </a:ext>
                  </a:extLst>
                </p:cNvPr>
                <p:cNvSpPr txBox="1">
                  <a:spLocks noRot="1" noChangeAspect="1" noMove="1" noResize="1" noEditPoints="1" noAdjustHandles="1" noChangeArrowheads="1" noChangeShapeType="1" noTextEdit="1"/>
                </p:cNvSpPr>
                <p:nvPr/>
              </p:nvSpPr>
              <p:spPr>
                <a:xfrm>
                  <a:off x="1551725" y="814672"/>
                  <a:ext cx="507796" cy="307777"/>
                </a:xfrm>
                <a:prstGeom prst="rect">
                  <a:avLst/>
                </a:prstGeom>
                <a:blipFill>
                  <a:blip r:embed="rId14"/>
                  <a:stretch>
                    <a:fillRect r="-11290" b="-297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7" name="TextBox 96">
                  <a:extLst>
                    <a:ext uri="{FF2B5EF4-FFF2-40B4-BE49-F238E27FC236}">
                      <a16:creationId xmlns:a16="http://schemas.microsoft.com/office/drawing/2014/main" id="{64CF2DAF-B4F2-9363-7480-0CF5AE476874}"/>
                    </a:ext>
                  </a:extLst>
                </p:cNvPr>
                <p:cNvSpPr txBox="1"/>
                <p:nvPr/>
              </p:nvSpPr>
              <p:spPr>
                <a:xfrm>
                  <a:off x="1957366" y="2049302"/>
                  <a:ext cx="507796" cy="307777"/>
                </a:xfrm>
                <a:prstGeom prst="rect">
                  <a:avLst/>
                </a:prstGeom>
                <a:noFill/>
              </p:spPr>
              <p:txBody>
                <a:bodyPr wrap="square">
                  <a:spAutoFit/>
                </a:bodyPr>
                <a:lstStyle/>
                <a:p>
                  <a:pPr/>
                  <a14:m>
                    <m:oMathPara xmlns:m="http://schemas.openxmlformats.org/officeDocument/2006/math">
                      <m:oMath>
                        <m:sSub>
                          <m:sSubPr>
                            <m:ctrlPr>
                              <a:rPr lang="de-DE" sz="1400" b="0" i="0" smtClean="0">
                                <a:solidFill>
                                  <a:schemeClr val="tx1"/>
                                </a:solidFill>
                                <a:latin typeface="Cambria Math" panose="02040503050406030204" pitchFamily="18" charset="0"/>
                              </a:rPr>
                            </m:ctrlPr>
                          </m:sSubPr>
                          <m:e>
                            <m:r>
                              <m:rPr>
                                <m:sty m:val="p"/>
                              </m:rPr>
                              <a:rPr lang="de-DE" sz="1400" b="0" i="0" smtClean="0">
                                <a:solidFill>
                                  <a:schemeClr val="tx1"/>
                                </a:solidFill>
                                <a:latin typeface="Cambria Math" panose="02040503050406030204" pitchFamily="18" charset="0"/>
                              </a:rPr>
                              <m:t>m</m:t>
                            </m:r>
                          </m:e>
                          <m:sub>
                            <m:r>
                              <m:rPr>
                                <m:sty m:val="p"/>
                              </m:rPr>
                              <a:rPr lang="de-DE" sz="1400" b="0" i="1" smtClean="0">
                                <a:solidFill>
                                  <a:schemeClr val="tx1"/>
                                </a:solidFill>
                                <a:latin typeface="Cambria Math" panose="02040503050406030204" pitchFamily="18" charset="0"/>
                              </a:rPr>
                              <m:t>Ds</m:t>
                            </m:r>
                          </m:sub>
                        </m:sSub>
                      </m:oMath>
                    </m:oMathPara>
                  </a14:m>
                  <a:endParaRPr lang="en-US" sz="1400" dirty="0">
                    <a:solidFill>
                      <a:schemeClr val="tx1"/>
                    </a:solidFill>
                  </a:endParaRPr>
                </a:p>
              </p:txBody>
            </p:sp>
          </mc:Choice>
          <mc:Fallback xmlns="">
            <p:sp>
              <p:nvSpPr>
                <p:cNvPr id="97" name="TextBox 96">
                  <a:extLst>
                    <a:ext uri="{FF2B5EF4-FFF2-40B4-BE49-F238E27FC236}">
                      <a16:creationId xmlns:a16="http://schemas.microsoft.com/office/drawing/2014/main" id="{64CF2DAF-B4F2-9363-7480-0CF5AE476874}"/>
                    </a:ext>
                  </a:extLst>
                </p:cNvPr>
                <p:cNvSpPr txBox="1">
                  <a:spLocks noRot="1" noChangeAspect="1" noMove="1" noResize="1" noEditPoints="1" noAdjustHandles="1" noChangeArrowheads="1" noChangeShapeType="1" noTextEdit="1"/>
                </p:cNvSpPr>
                <p:nvPr/>
              </p:nvSpPr>
              <p:spPr>
                <a:xfrm>
                  <a:off x="1957366" y="2049302"/>
                  <a:ext cx="507796" cy="307777"/>
                </a:xfrm>
                <a:prstGeom prst="rect">
                  <a:avLst/>
                </a:prstGeom>
                <a:blipFill>
                  <a:blip r:embed="rId15"/>
                  <a:stretch>
                    <a:fillRect r="-16393" b="-26316"/>
                  </a:stretch>
                </a:blipFill>
              </p:spPr>
              <p:txBody>
                <a:bodyPr/>
                <a:lstStyle/>
                <a:p>
                  <a:r>
                    <a:rPr lang="en-US">
                      <a:noFill/>
                    </a:rPr>
                    <a:t> </a:t>
                  </a:r>
                </a:p>
              </p:txBody>
            </p:sp>
          </mc:Fallback>
        </mc:AlternateContent>
        <p:sp>
          <p:nvSpPr>
            <p:cNvPr id="98" name="Oval 97">
              <a:extLst>
                <a:ext uri="{FF2B5EF4-FFF2-40B4-BE49-F238E27FC236}">
                  <a16:creationId xmlns:a16="http://schemas.microsoft.com/office/drawing/2014/main" id="{9C53B5A1-2550-0614-0502-B76920E57DF0}"/>
                </a:ext>
              </a:extLst>
            </p:cNvPr>
            <p:cNvSpPr>
              <a:spLocks noChangeAspect="1"/>
            </p:cNvSpPr>
            <p:nvPr/>
          </p:nvSpPr>
          <p:spPr>
            <a:xfrm>
              <a:off x="2984006" y="1927886"/>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p>
          </p:txBody>
        </p:sp>
        <mc:AlternateContent xmlns:mc="http://schemas.openxmlformats.org/markup-compatibility/2006" xmlns:a14="http://schemas.microsoft.com/office/drawing/2010/main">
          <mc:Choice Requires="a14">
            <p:sp>
              <p:nvSpPr>
                <p:cNvPr id="100" name="TextBox 99">
                  <a:extLst>
                    <a:ext uri="{FF2B5EF4-FFF2-40B4-BE49-F238E27FC236}">
                      <a16:creationId xmlns:a16="http://schemas.microsoft.com/office/drawing/2014/main" id="{AE371183-99DF-CA2B-E537-A14657AF513F}"/>
                    </a:ext>
                  </a:extLst>
                </p:cNvPr>
                <p:cNvSpPr txBox="1"/>
                <p:nvPr/>
              </p:nvSpPr>
              <p:spPr>
                <a:xfrm>
                  <a:off x="2918451" y="1889534"/>
                  <a:ext cx="518558" cy="307777"/>
                </a:xfrm>
                <a:prstGeom prst="rect">
                  <a:avLst/>
                </a:prstGeom>
                <a:noFill/>
              </p:spPr>
              <p:txBody>
                <a:bodyPr wrap="square">
                  <a:spAutoFit/>
                </a:bodyPr>
                <a:lstStyle/>
                <a:p>
                  <a:pPr/>
                  <a14:m>
                    <m:oMathPara xmlns:m="http://schemas.openxmlformats.org/officeDocument/2006/math">
                      <m:oMath>
                        <m:sSub>
                          <m:sSubPr>
                            <m:ctrlPr>
                              <a:rPr lang="de-DE" sz="1400" b="0" i="1" smtClean="0">
                                <a:solidFill>
                                  <a:schemeClr val="bg1"/>
                                </a:solidFill>
                                <a:latin typeface="Cambria Math" panose="02040503050406030204" pitchFamily="18" charset="0"/>
                              </a:rPr>
                            </m:ctrlPr>
                          </m:sSubPr>
                          <m:e>
                            <m:r>
                              <m:rPr>
                                <m:sty m:val="p"/>
                              </m:rPr>
                              <a:rPr lang="de-DE" sz="1400" b="0" i="1" smtClean="0">
                                <a:solidFill>
                                  <a:schemeClr val="bg1"/>
                                </a:solidFill>
                                <a:latin typeface="Cambria Math" panose="02040503050406030204" pitchFamily="18" charset="0"/>
                              </a:rPr>
                              <m:t>r</m:t>
                            </m:r>
                          </m:e>
                          <m:sub>
                            <m:r>
                              <m:rPr>
                                <m:sty m:val="p"/>
                              </m:rPr>
                              <a:rPr lang="de-DE" sz="1400" b="0" i="1" smtClean="0">
                                <a:solidFill>
                                  <a:schemeClr val="bg1"/>
                                </a:solidFill>
                                <a:latin typeface="Cambria Math" panose="02040503050406030204" pitchFamily="18" charset="0"/>
                              </a:rPr>
                              <m:t>Di</m:t>
                            </m:r>
                          </m:sub>
                        </m:sSub>
                      </m:oMath>
                    </m:oMathPara>
                  </a14:m>
                  <a:endParaRPr lang="en-US" sz="1400" dirty="0">
                    <a:solidFill>
                      <a:schemeClr val="bg1"/>
                    </a:solidFill>
                  </a:endParaRPr>
                </a:p>
              </p:txBody>
            </p:sp>
          </mc:Choice>
          <mc:Fallback xmlns="">
            <p:sp>
              <p:nvSpPr>
                <p:cNvPr id="100" name="TextBox 99">
                  <a:extLst>
                    <a:ext uri="{FF2B5EF4-FFF2-40B4-BE49-F238E27FC236}">
                      <a16:creationId xmlns:a16="http://schemas.microsoft.com/office/drawing/2014/main" id="{AE371183-99DF-CA2B-E537-A14657AF513F}"/>
                    </a:ext>
                  </a:extLst>
                </p:cNvPr>
                <p:cNvSpPr txBox="1">
                  <a:spLocks noRot="1" noChangeAspect="1" noMove="1" noResize="1" noEditPoints="1" noAdjustHandles="1" noChangeArrowheads="1" noChangeShapeType="1" noTextEdit="1"/>
                </p:cNvSpPr>
                <p:nvPr/>
              </p:nvSpPr>
              <p:spPr>
                <a:xfrm>
                  <a:off x="2918451" y="1889534"/>
                  <a:ext cx="518558" cy="307777"/>
                </a:xfrm>
                <a:prstGeom prst="rect">
                  <a:avLst/>
                </a:prstGeom>
                <a:blipFill>
                  <a:blip r:embed="rId16"/>
                  <a:stretch>
                    <a:fillRect b="-29730"/>
                  </a:stretch>
                </a:blipFill>
              </p:spPr>
              <p:txBody>
                <a:bodyPr/>
                <a:lstStyle/>
                <a:p>
                  <a:r>
                    <a:rPr lang="en-US">
                      <a:noFill/>
                    </a:rPr>
                    <a:t> </a:t>
                  </a:r>
                </a:p>
              </p:txBody>
            </p:sp>
          </mc:Fallback>
        </mc:AlternateContent>
        <p:cxnSp>
          <p:nvCxnSpPr>
            <p:cNvPr id="101" name="Straight Arrow Connector 100">
              <a:extLst>
                <a:ext uri="{FF2B5EF4-FFF2-40B4-BE49-F238E27FC236}">
                  <a16:creationId xmlns:a16="http://schemas.microsoft.com/office/drawing/2014/main" id="{15AF980E-69F2-6E5A-0BCE-DAEE0A4165FE}"/>
                </a:ext>
              </a:extLst>
            </p:cNvPr>
            <p:cNvCxnSpPr>
              <a:cxnSpLocks/>
              <a:stCxn id="94" idx="2"/>
              <a:endCxn id="98" idx="0"/>
            </p:cNvCxnSpPr>
            <p:nvPr/>
          </p:nvCxnSpPr>
          <p:spPr>
            <a:xfrm>
              <a:off x="3164599" y="1135044"/>
              <a:ext cx="10114" cy="792842"/>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09" name="TextBox 108">
                  <a:extLst>
                    <a:ext uri="{FF2B5EF4-FFF2-40B4-BE49-F238E27FC236}">
                      <a16:creationId xmlns:a16="http://schemas.microsoft.com/office/drawing/2014/main" id="{A18FE85C-5E23-040C-DCC0-5CEF9B611679}"/>
                    </a:ext>
                  </a:extLst>
                </p:cNvPr>
                <p:cNvSpPr txBox="1"/>
                <p:nvPr/>
              </p:nvSpPr>
              <p:spPr>
                <a:xfrm>
                  <a:off x="3796741" y="718517"/>
                  <a:ext cx="499367" cy="338554"/>
                </a:xfrm>
                <a:prstGeom prst="rect">
                  <a:avLst/>
                </a:prstGeom>
                <a:noFill/>
              </p:spPr>
              <p:txBody>
                <a:bodyPr wrap="none" rtlCol="0">
                  <a:spAutoFit/>
                </a:bodyPr>
                <a:lstStyle/>
                <a:p>
                  <a:pPr/>
                  <a14:m>
                    <m:oMathPara xmlns:m="http://schemas.openxmlformats.org/officeDocument/2006/math">
                      <m:oMath>
                        <m:sSub>
                          <m:sSubPr>
                            <m:ctrlPr>
                              <a:rPr lang="de-DE" sz="1600" b="0" i="1" smtClean="0">
                                <a:latin typeface="Cambria Math" panose="02040503050406030204" pitchFamily="18" charset="0"/>
                              </a:rPr>
                            </m:ctrlPr>
                          </m:sSubPr>
                          <m:e>
                            <m:r>
                              <m:rPr>
                                <m:sty m:val="p"/>
                              </m:rPr>
                              <a:rPr lang="de-DE" sz="1600" b="0" i="1" smtClean="0">
                                <a:latin typeface="Cambria Math" panose="02040503050406030204" pitchFamily="18" charset="0"/>
                              </a:rPr>
                              <m:t>m</m:t>
                            </m:r>
                          </m:e>
                          <m:sub>
                            <m:r>
                              <m:rPr>
                                <m:sty m:val="p"/>
                              </m:rPr>
                              <a:rPr lang="de-DE" sz="1600" b="0" i="1" smtClean="0">
                                <a:latin typeface="Cambria Math" panose="02040503050406030204" pitchFamily="18" charset="0"/>
                              </a:rPr>
                              <m:t>d</m:t>
                            </m:r>
                          </m:sub>
                        </m:sSub>
                      </m:oMath>
                    </m:oMathPara>
                  </a14:m>
                  <a:endParaRPr lang="en-US" sz="1600" dirty="0"/>
                </a:p>
              </p:txBody>
            </p:sp>
          </mc:Choice>
          <mc:Fallback xmlns="">
            <p:sp>
              <p:nvSpPr>
                <p:cNvPr id="109" name="TextBox 108">
                  <a:extLst>
                    <a:ext uri="{FF2B5EF4-FFF2-40B4-BE49-F238E27FC236}">
                      <a16:creationId xmlns:a16="http://schemas.microsoft.com/office/drawing/2014/main" id="{A18FE85C-5E23-040C-DCC0-5CEF9B611679}"/>
                    </a:ext>
                  </a:extLst>
                </p:cNvPr>
                <p:cNvSpPr txBox="1">
                  <a:spLocks noRot="1" noChangeAspect="1" noMove="1" noResize="1" noEditPoints="1" noAdjustHandles="1" noChangeArrowheads="1" noChangeShapeType="1" noTextEdit="1"/>
                </p:cNvSpPr>
                <p:nvPr/>
              </p:nvSpPr>
              <p:spPr>
                <a:xfrm>
                  <a:off x="3796741" y="718517"/>
                  <a:ext cx="499367" cy="338554"/>
                </a:xfrm>
                <a:prstGeom prst="rect">
                  <a:avLst/>
                </a:prstGeom>
                <a:blipFill>
                  <a:blip r:embed="rId17"/>
                  <a:stretch>
                    <a:fillRect r="-10000" b="-3170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2" name="TextBox 111">
                  <a:extLst>
                    <a:ext uri="{FF2B5EF4-FFF2-40B4-BE49-F238E27FC236}">
                      <a16:creationId xmlns:a16="http://schemas.microsoft.com/office/drawing/2014/main" id="{40EB7FDD-C7DD-C847-C72F-BB17A68FE08C}"/>
                    </a:ext>
                  </a:extLst>
                </p:cNvPr>
                <p:cNvSpPr txBox="1"/>
                <p:nvPr/>
              </p:nvSpPr>
              <p:spPr>
                <a:xfrm>
                  <a:off x="7415254" y="175204"/>
                  <a:ext cx="507796" cy="307777"/>
                </a:xfrm>
                <a:prstGeom prst="rect">
                  <a:avLst/>
                </a:prstGeom>
                <a:noFill/>
              </p:spPr>
              <p:txBody>
                <a:bodyPr wrap="square">
                  <a:spAutoFit/>
                </a:bodyPr>
                <a:lstStyle/>
                <a:p>
                  <a:pPr/>
                  <a14:m>
                    <m:oMathPara xmlns:m="http://schemas.openxmlformats.org/officeDocument/2006/math">
                      <m:oMath>
                        <m:sSub>
                          <m:sSubPr>
                            <m:ctrlPr>
                              <a:rPr lang="de-DE" sz="1400" b="0" i="0" smtClean="0">
                                <a:solidFill>
                                  <a:schemeClr val="tx1"/>
                                </a:solidFill>
                                <a:latin typeface="Cambria Math" panose="02040503050406030204" pitchFamily="18" charset="0"/>
                              </a:rPr>
                            </m:ctrlPr>
                          </m:sSubPr>
                          <m:e>
                            <m:r>
                              <m:rPr>
                                <m:sty m:val="p"/>
                              </m:rPr>
                              <a:rPr lang="de-DE" sz="1400" b="0" i="0" smtClean="0">
                                <a:solidFill>
                                  <a:schemeClr val="tx1"/>
                                </a:solidFill>
                                <a:latin typeface="Cambria Math" panose="02040503050406030204" pitchFamily="18" charset="0"/>
                              </a:rPr>
                              <m:t>m</m:t>
                            </m:r>
                          </m:e>
                          <m:sub>
                            <m:r>
                              <m:rPr>
                                <m:sty m:val="p"/>
                              </m:rPr>
                              <a:rPr lang="de-DE" sz="1400" b="0" i="1" smtClean="0">
                                <a:solidFill>
                                  <a:schemeClr val="tx1"/>
                                </a:solidFill>
                                <a:latin typeface="Cambria Math" panose="02040503050406030204" pitchFamily="18" charset="0"/>
                              </a:rPr>
                              <m:t>c</m:t>
                            </m:r>
                          </m:sub>
                        </m:sSub>
                      </m:oMath>
                    </m:oMathPara>
                  </a14:m>
                  <a:endParaRPr lang="en-US" sz="1400" dirty="0">
                    <a:solidFill>
                      <a:schemeClr val="tx1"/>
                    </a:solidFill>
                  </a:endParaRPr>
                </a:p>
              </p:txBody>
            </p:sp>
          </mc:Choice>
          <mc:Fallback xmlns="">
            <p:sp>
              <p:nvSpPr>
                <p:cNvPr id="112" name="TextBox 111">
                  <a:extLst>
                    <a:ext uri="{FF2B5EF4-FFF2-40B4-BE49-F238E27FC236}">
                      <a16:creationId xmlns:a16="http://schemas.microsoft.com/office/drawing/2014/main" id="{40EB7FDD-C7DD-C847-C72F-BB17A68FE08C}"/>
                    </a:ext>
                  </a:extLst>
                </p:cNvPr>
                <p:cNvSpPr txBox="1">
                  <a:spLocks noRot="1" noChangeAspect="1" noMove="1" noResize="1" noEditPoints="1" noAdjustHandles="1" noChangeArrowheads="1" noChangeShapeType="1" noTextEdit="1"/>
                </p:cNvSpPr>
                <p:nvPr/>
              </p:nvSpPr>
              <p:spPr>
                <a:xfrm>
                  <a:off x="7415254" y="175204"/>
                  <a:ext cx="507796" cy="307777"/>
                </a:xfrm>
                <a:prstGeom prst="rect">
                  <a:avLst/>
                </a:prstGeom>
                <a:blipFill>
                  <a:blip r:embed="rId18"/>
                  <a:stretch>
                    <a:fillRect b="-24324"/>
                  </a:stretch>
                </a:blipFill>
              </p:spPr>
              <p:txBody>
                <a:bodyPr/>
                <a:lstStyle/>
                <a:p>
                  <a:r>
                    <a:rPr lang="en-US">
                      <a:noFill/>
                    </a:rPr>
                    <a:t> </a:t>
                  </a:r>
                </a:p>
              </p:txBody>
            </p:sp>
          </mc:Fallback>
        </mc:AlternateContent>
        <p:sp>
          <p:nvSpPr>
            <p:cNvPr id="30" name="Oval 29">
              <a:extLst>
                <a:ext uri="{FF2B5EF4-FFF2-40B4-BE49-F238E27FC236}">
                  <a16:creationId xmlns:a16="http://schemas.microsoft.com/office/drawing/2014/main" id="{FE88AD76-40D5-DFA3-2E26-7D5BB84C2647}"/>
                </a:ext>
              </a:extLst>
            </p:cNvPr>
            <p:cNvSpPr>
              <a:spLocks noChangeAspect="1"/>
            </p:cNvSpPr>
            <p:nvPr/>
          </p:nvSpPr>
          <p:spPr>
            <a:xfrm>
              <a:off x="9575979" y="144458"/>
              <a:ext cx="410141" cy="41014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31" name="Oval 30">
              <a:extLst>
                <a:ext uri="{FF2B5EF4-FFF2-40B4-BE49-F238E27FC236}">
                  <a16:creationId xmlns:a16="http://schemas.microsoft.com/office/drawing/2014/main" id="{06087EA0-6B05-1869-1EC5-743C3D704F80}"/>
                </a:ext>
              </a:extLst>
            </p:cNvPr>
            <p:cNvSpPr>
              <a:spLocks noChangeAspect="1"/>
            </p:cNvSpPr>
            <p:nvPr/>
          </p:nvSpPr>
          <p:spPr>
            <a:xfrm>
              <a:off x="9585689" y="2015561"/>
              <a:ext cx="410141" cy="41014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p>
          </p:txBody>
        </p:sp>
        <p:cxnSp>
          <p:nvCxnSpPr>
            <p:cNvPr id="32" name="Straight Arrow Connector 31">
              <a:extLst>
                <a:ext uri="{FF2B5EF4-FFF2-40B4-BE49-F238E27FC236}">
                  <a16:creationId xmlns:a16="http://schemas.microsoft.com/office/drawing/2014/main" id="{38CFFADF-ADAF-6C8D-9A8C-545E5409A618}"/>
                </a:ext>
              </a:extLst>
            </p:cNvPr>
            <p:cNvCxnSpPr>
              <a:cxnSpLocks/>
              <a:stCxn id="31" idx="6"/>
              <a:endCxn id="43" idx="3"/>
            </p:cNvCxnSpPr>
            <p:nvPr/>
          </p:nvCxnSpPr>
          <p:spPr>
            <a:xfrm flipV="1">
              <a:off x="9995830" y="1422412"/>
              <a:ext cx="806857" cy="798219"/>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a16="http://schemas.microsoft.com/office/drawing/2014/main" id="{AE491907-316B-6756-F63F-784B84E3A191}"/>
                </a:ext>
              </a:extLst>
            </p:cNvPr>
            <p:cNvCxnSpPr>
              <a:cxnSpLocks/>
              <a:stCxn id="30" idx="6"/>
              <a:endCxn id="43" idx="1"/>
            </p:cNvCxnSpPr>
            <p:nvPr/>
          </p:nvCxnSpPr>
          <p:spPr>
            <a:xfrm>
              <a:off x="9986120" y="349529"/>
              <a:ext cx="816567" cy="78287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E9AA8908-0283-1075-B3CA-03C6D49F68A8}"/>
                    </a:ext>
                  </a:extLst>
                </p:cNvPr>
                <p:cNvSpPr txBox="1"/>
                <p:nvPr/>
              </p:nvSpPr>
              <p:spPr>
                <a:xfrm>
                  <a:off x="10078291" y="242332"/>
                  <a:ext cx="855270" cy="307777"/>
                </a:xfrm>
                <a:prstGeom prst="rect">
                  <a:avLst/>
                </a:prstGeom>
                <a:noFill/>
              </p:spPr>
              <p:txBody>
                <a:bodyPr wrap="square">
                  <a:spAutoFit/>
                </a:bodyPr>
                <a:lstStyle/>
                <a:p>
                  <a:pPr/>
                  <a14:m>
                    <m:oMathPara xmlns:m="http://schemas.openxmlformats.org/officeDocument/2006/math">
                      <m:oMath>
                        <m:sSub>
                          <m:sSubPr>
                            <m:ctrlPr>
                              <a:rPr lang="de-DE" sz="1400" b="0" i="0" smtClean="0">
                                <a:solidFill>
                                  <a:schemeClr val="tx1"/>
                                </a:solidFill>
                                <a:latin typeface="Cambria Math" panose="02040503050406030204" pitchFamily="18" charset="0"/>
                              </a:rPr>
                            </m:ctrlPr>
                          </m:sSubPr>
                          <m:e>
                            <m:r>
                              <m:rPr>
                                <m:sty m:val="p"/>
                              </m:rPr>
                              <a:rPr lang="de-DE" sz="1400" b="0" i="0" smtClean="0">
                                <a:solidFill>
                                  <a:schemeClr val="tx1"/>
                                </a:solidFill>
                                <a:latin typeface="Cambria Math" panose="02040503050406030204" pitchFamily="18" charset="0"/>
                              </a:rPr>
                              <m:t>m</m:t>
                            </m:r>
                          </m:e>
                          <m:sub>
                            <m:r>
                              <m:rPr>
                                <m:sty m:val="p"/>
                              </m:rPr>
                              <a:rPr lang="de-DE" sz="1400" b="0" i="1" smtClean="0">
                                <a:solidFill>
                                  <a:schemeClr val="tx1"/>
                                </a:solidFill>
                                <a:latin typeface="Cambria Math" panose="02040503050406030204" pitchFamily="18" charset="0"/>
                              </a:rPr>
                              <m:t>Nc</m:t>
                            </m:r>
                          </m:sub>
                        </m:sSub>
                      </m:oMath>
                    </m:oMathPara>
                  </a14:m>
                  <a:endParaRPr lang="en-US" sz="1400" dirty="0">
                    <a:solidFill>
                      <a:schemeClr val="tx1"/>
                    </a:solidFill>
                  </a:endParaRPr>
                </a:p>
              </p:txBody>
            </p:sp>
          </mc:Choice>
          <mc:Fallback xmlns="">
            <p:sp>
              <p:nvSpPr>
                <p:cNvPr id="34" name="TextBox 33">
                  <a:extLst>
                    <a:ext uri="{FF2B5EF4-FFF2-40B4-BE49-F238E27FC236}">
                      <a16:creationId xmlns:a16="http://schemas.microsoft.com/office/drawing/2014/main" id="{E9AA8908-0283-1075-B3CA-03C6D49F68A8}"/>
                    </a:ext>
                  </a:extLst>
                </p:cNvPr>
                <p:cNvSpPr txBox="1">
                  <a:spLocks noRot="1" noChangeAspect="1" noMove="1" noResize="1" noEditPoints="1" noAdjustHandles="1" noChangeArrowheads="1" noChangeShapeType="1" noTextEdit="1"/>
                </p:cNvSpPr>
                <p:nvPr/>
              </p:nvSpPr>
              <p:spPr>
                <a:xfrm>
                  <a:off x="10078291" y="242332"/>
                  <a:ext cx="855270" cy="307777"/>
                </a:xfrm>
                <a:prstGeom prst="rect">
                  <a:avLst/>
                </a:prstGeom>
                <a:blipFill>
                  <a:blip r:embed="rId19"/>
                  <a:stretch>
                    <a:fillRect b="-297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22FEFDF0-B801-9ECE-3BFE-D34591D2D193}"/>
                    </a:ext>
                  </a:extLst>
                </p:cNvPr>
                <p:cNvSpPr txBox="1"/>
                <p:nvPr/>
              </p:nvSpPr>
              <p:spPr>
                <a:xfrm>
                  <a:off x="10136554" y="1770391"/>
                  <a:ext cx="855270" cy="307777"/>
                </a:xfrm>
                <a:prstGeom prst="rect">
                  <a:avLst/>
                </a:prstGeom>
                <a:noFill/>
              </p:spPr>
              <p:txBody>
                <a:bodyPr wrap="square">
                  <a:spAutoFit/>
                </a:bodyPr>
                <a:lstStyle/>
                <a:p>
                  <a:pPr/>
                  <a14:m>
                    <m:oMathPara xmlns:m="http://schemas.openxmlformats.org/officeDocument/2006/math">
                      <m:oMath>
                        <m:sSub>
                          <m:sSubPr>
                            <m:ctrlPr>
                              <a:rPr lang="de-DE" sz="1400" b="0" i="0" smtClean="0">
                                <a:solidFill>
                                  <a:schemeClr val="tx1"/>
                                </a:solidFill>
                                <a:latin typeface="Cambria Math" panose="02040503050406030204" pitchFamily="18" charset="0"/>
                              </a:rPr>
                            </m:ctrlPr>
                          </m:sSubPr>
                          <m:e>
                            <m:r>
                              <m:rPr>
                                <m:sty m:val="p"/>
                              </m:rPr>
                              <a:rPr lang="de-DE" sz="1400" b="0" i="0" smtClean="0">
                                <a:solidFill>
                                  <a:schemeClr val="tx1"/>
                                </a:solidFill>
                                <a:latin typeface="Cambria Math" panose="02040503050406030204" pitchFamily="18" charset="0"/>
                              </a:rPr>
                              <m:t>m</m:t>
                            </m:r>
                          </m:e>
                          <m:sub>
                            <m:r>
                              <m:rPr>
                                <m:sty m:val="p"/>
                              </m:rPr>
                              <a:rPr lang="de-DE" sz="1400" b="0" i="1" smtClean="0">
                                <a:solidFill>
                                  <a:schemeClr val="tx1"/>
                                </a:solidFill>
                                <a:latin typeface="Cambria Math" panose="02040503050406030204" pitchFamily="18" charset="0"/>
                              </a:rPr>
                              <m:t>Nc</m:t>
                            </m:r>
                          </m:sub>
                        </m:sSub>
                      </m:oMath>
                    </m:oMathPara>
                  </a14:m>
                  <a:endParaRPr lang="en-US" sz="1400" dirty="0">
                    <a:solidFill>
                      <a:schemeClr val="tx1"/>
                    </a:solidFill>
                  </a:endParaRPr>
                </a:p>
              </p:txBody>
            </p:sp>
          </mc:Choice>
          <mc:Fallback xmlns="">
            <p:sp>
              <p:nvSpPr>
                <p:cNvPr id="35" name="TextBox 34">
                  <a:extLst>
                    <a:ext uri="{FF2B5EF4-FFF2-40B4-BE49-F238E27FC236}">
                      <a16:creationId xmlns:a16="http://schemas.microsoft.com/office/drawing/2014/main" id="{22FEFDF0-B801-9ECE-3BFE-D34591D2D193}"/>
                    </a:ext>
                  </a:extLst>
                </p:cNvPr>
                <p:cNvSpPr txBox="1">
                  <a:spLocks noRot="1" noChangeAspect="1" noMove="1" noResize="1" noEditPoints="1" noAdjustHandles="1" noChangeArrowheads="1" noChangeShapeType="1" noTextEdit="1"/>
                </p:cNvSpPr>
                <p:nvPr/>
              </p:nvSpPr>
              <p:spPr>
                <a:xfrm>
                  <a:off x="10136554" y="1770391"/>
                  <a:ext cx="855270" cy="307777"/>
                </a:xfrm>
                <a:prstGeom prst="rect">
                  <a:avLst/>
                </a:prstGeom>
                <a:blipFill>
                  <a:blip r:embed="rId20"/>
                  <a:stretch>
                    <a:fillRect b="-297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8D8BC479-9AB5-ABFB-7592-9623B653E196}"/>
                    </a:ext>
                  </a:extLst>
                </p:cNvPr>
                <p:cNvSpPr txBox="1"/>
                <p:nvPr/>
              </p:nvSpPr>
              <p:spPr>
                <a:xfrm>
                  <a:off x="8973206" y="595408"/>
                  <a:ext cx="855270" cy="307777"/>
                </a:xfrm>
                <a:prstGeom prst="rect">
                  <a:avLst/>
                </a:prstGeom>
                <a:noFill/>
              </p:spPr>
              <p:txBody>
                <a:bodyPr wrap="square">
                  <a:spAutoFit/>
                </a:bodyPr>
                <a:lstStyle/>
                <a:p>
                  <a:pPr/>
                  <a14:m>
                    <m:oMathPara xmlns:m="http://schemas.openxmlformats.org/officeDocument/2006/math">
                      <m:oMath>
                        <m:sSub>
                          <m:sSubPr>
                            <m:ctrlPr>
                              <a:rPr lang="de-DE" sz="1400" b="0" i="0" smtClean="0">
                                <a:solidFill>
                                  <a:schemeClr val="tx1"/>
                                </a:solidFill>
                                <a:latin typeface="Cambria Math" panose="02040503050406030204" pitchFamily="18" charset="0"/>
                              </a:rPr>
                            </m:ctrlPr>
                          </m:sSubPr>
                          <m:e>
                            <m:r>
                              <m:rPr>
                                <m:sty m:val="p"/>
                              </m:rPr>
                              <a:rPr lang="de-DE" sz="1400" b="0" i="0" smtClean="0">
                                <a:solidFill>
                                  <a:schemeClr val="tx1"/>
                                </a:solidFill>
                                <a:latin typeface="Cambria Math" panose="02040503050406030204" pitchFamily="18" charset="0"/>
                              </a:rPr>
                              <m:t>m</m:t>
                            </m:r>
                          </m:e>
                          <m:sub>
                            <m:r>
                              <m:rPr>
                                <m:sty m:val="p"/>
                              </m:rPr>
                              <a:rPr lang="de-DE" sz="1400" b="0" i="1" smtClean="0">
                                <a:solidFill>
                                  <a:schemeClr val="tx1"/>
                                </a:solidFill>
                                <a:latin typeface="Cambria Math" panose="02040503050406030204" pitchFamily="18" charset="0"/>
                              </a:rPr>
                              <m:t>Na</m:t>
                            </m:r>
                          </m:sub>
                        </m:sSub>
                      </m:oMath>
                    </m:oMathPara>
                  </a14:m>
                  <a:endParaRPr lang="en-US" sz="1400" dirty="0">
                    <a:solidFill>
                      <a:schemeClr val="tx1"/>
                    </a:solidFill>
                  </a:endParaRPr>
                </a:p>
              </p:txBody>
            </p:sp>
          </mc:Choice>
          <mc:Fallback xmlns="">
            <p:sp>
              <p:nvSpPr>
                <p:cNvPr id="36" name="TextBox 35">
                  <a:extLst>
                    <a:ext uri="{FF2B5EF4-FFF2-40B4-BE49-F238E27FC236}">
                      <a16:creationId xmlns:a16="http://schemas.microsoft.com/office/drawing/2014/main" id="{8D8BC479-9AB5-ABFB-7592-9623B653E196}"/>
                    </a:ext>
                  </a:extLst>
                </p:cNvPr>
                <p:cNvSpPr txBox="1">
                  <a:spLocks noRot="1" noChangeAspect="1" noMove="1" noResize="1" noEditPoints="1" noAdjustHandles="1" noChangeArrowheads="1" noChangeShapeType="1" noTextEdit="1"/>
                </p:cNvSpPr>
                <p:nvPr/>
              </p:nvSpPr>
              <p:spPr>
                <a:xfrm>
                  <a:off x="8973206" y="595408"/>
                  <a:ext cx="855270" cy="307777"/>
                </a:xfrm>
                <a:prstGeom prst="rect">
                  <a:avLst/>
                </a:prstGeom>
                <a:blipFill>
                  <a:blip r:embed="rId21"/>
                  <a:stretch>
                    <a:fillRect b="-297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21A08E05-EBCA-14B3-9C4F-0D065981640B}"/>
                    </a:ext>
                  </a:extLst>
                </p:cNvPr>
                <p:cNvSpPr txBox="1"/>
                <p:nvPr/>
              </p:nvSpPr>
              <p:spPr>
                <a:xfrm>
                  <a:off x="8905458" y="1506194"/>
                  <a:ext cx="855270" cy="307777"/>
                </a:xfrm>
                <a:prstGeom prst="rect">
                  <a:avLst/>
                </a:prstGeom>
                <a:noFill/>
              </p:spPr>
              <p:txBody>
                <a:bodyPr wrap="square">
                  <a:spAutoFit/>
                </a:bodyPr>
                <a:lstStyle/>
                <a:p>
                  <a:pPr/>
                  <a14:m>
                    <m:oMathPara xmlns:m="http://schemas.openxmlformats.org/officeDocument/2006/math">
                      <m:oMath>
                        <m:sSub>
                          <m:sSubPr>
                            <m:ctrlPr>
                              <a:rPr lang="de-DE" sz="1400" b="0" i="0" smtClean="0">
                                <a:solidFill>
                                  <a:schemeClr val="tx1"/>
                                </a:solidFill>
                                <a:latin typeface="Cambria Math" panose="02040503050406030204" pitchFamily="18" charset="0"/>
                              </a:rPr>
                            </m:ctrlPr>
                          </m:sSubPr>
                          <m:e>
                            <m:r>
                              <m:rPr>
                                <m:sty m:val="p"/>
                              </m:rPr>
                              <a:rPr lang="de-DE" sz="1400" b="0" i="0" smtClean="0">
                                <a:solidFill>
                                  <a:schemeClr val="tx1"/>
                                </a:solidFill>
                                <a:latin typeface="Cambria Math" panose="02040503050406030204" pitchFamily="18" charset="0"/>
                              </a:rPr>
                              <m:t>m</m:t>
                            </m:r>
                          </m:e>
                          <m:sub>
                            <m:r>
                              <m:rPr>
                                <m:sty m:val="p"/>
                              </m:rPr>
                              <a:rPr lang="de-DE" sz="1400" b="0" i="1" smtClean="0">
                                <a:solidFill>
                                  <a:schemeClr val="tx1"/>
                                </a:solidFill>
                                <a:latin typeface="Cambria Math" panose="02040503050406030204" pitchFamily="18" charset="0"/>
                              </a:rPr>
                              <m:t>Nb</m:t>
                            </m:r>
                          </m:sub>
                        </m:sSub>
                      </m:oMath>
                    </m:oMathPara>
                  </a14:m>
                  <a:endParaRPr lang="en-US" sz="1400" dirty="0">
                    <a:solidFill>
                      <a:schemeClr val="tx1"/>
                    </a:solidFill>
                  </a:endParaRPr>
                </a:p>
              </p:txBody>
            </p:sp>
          </mc:Choice>
          <mc:Fallback xmlns="">
            <p:sp>
              <p:nvSpPr>
                <p:cNvPr id="37" name="TextBox 36">
                  <a:extLst>
                    <a:ext uri="{FF2B5EF4-FFF2-40B4-BE49-F238E27FC236}">
                      <a16:creationId xmlns:a16="http://schemas.microsoft.com/office/drawing/2014/main" id="{21A08E05-EBCA-14B3-9C4F-0D065981640B}"/>
                    </a:ext>
                  </a:extLst>
                </p:cNvPr>
                <p:cNvSpPr txBox="1">
                  <a:spLocks noRot="1" noChangeAspect="1" noMove="1" noResize="1" noEditPoints="1" noAdjustHandles="1" noChangeArrowheads="1" noChangeShapeType="1" noTextEdit="1"/>
                </p:cNvSpPr>
                <p:nvPr/>
              </p:nvSpPr>
              <p:spPr>
                <a:xfrm>
                  <a:off x="8905458" y="1506194"/>
                  <a:ext cx="855270" cy="307777"/>
                </a:xfrm>
                <a:prstGeom prst="rect">
                  <a:avLst/>
                </a:prstGeom>
                <a:blipFill>
                  <a:blip r:embed="rId22"/>
                  <a:stretch>
                    <a:fillRect b="-29730"/>
                  </a:stretch>
                </a:blipFill>
              </p:spPr>
              <p:txBody>
                <a:bodyPr/>
                <a:lstStyle/>
                <a:p>
                  <a:r>
                    <a:rPr lang="en-US">
                      <a:noFill/>
                    </a:rPr>
                    <a:t> </a:t>
                  </a:r>
                </a:p>
              </p:txBody>
            </p:sp>
          </mc:Fallback>
        </mc:AlternateContent>
        <p:sp>
          <p:nvSpPr>
            <p:cNvPr id="38" name="Oval 37">
              <a:extLst>
                <a:ext uri="{FF2B5EF4-FFF2-40B4-BE49-F238E27FC236}">
                  <a16:creationId xmlns:a16="http://schemas.microsoft.com/office/drawing/2014/main" id="{D5FFF845-9B65-D646-16C9-EC878370803A}"/>
                </a:ext>
              </a:extLst>
            </p:cNvPr>
            <p:cNvSpPr>
              <a:spLocks noChangeAspect="1"/>
            </p:cNvSpPr>
            <p:nvPr/>
          </p:nvSpPr>
          <p:spPr>
            <a:xfrm>
              <a:off x="8524898" y="1072335"/>
              <a:ext cx="410141" cy="41014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p>
          </p:txBody>
        </p:sp>
        <p:cxnSp>
          <p:nvCxnSpPr>
            <p:cNvPr id="39" name="Straight Arrow Connector 38">
              <a:extLst>
                <a:ext uri="{FF2B5EF4-FFF2-40B4-BE49-F238E27FC236}">
                  <a16:creationId xmlns:a16="http://schemas.microsoft.com/office/drawing/2014/main" id="{95285A71-98ED-3E97-70BB-FC61B5A06897}"/>
                </a:ext>
              </a:extLst>
            </p:cNvPr>
            <p:cNvCxnSpPr>
              <a:cxnSpLocks/>
              <a:stCxn id="38" idx="0"/>
              <a:endCxn id="30" idx="2"/>
            </p:cNvCxnSpPr>
            <p:nvPr/>
          </p:nvCxnSpPr>
          <p:spPr>
            <a:xfrm flipV="1">
              <a:off x="8729969" y="349529"/>
              <a:ext cx="846010" cy="722806"/>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D0F00B93-063D-7E2D-53E4-AED7FB9300FC}"/>
                    </a:ext>
                  </a:extLst>
                </p:cNvPr>
                <p:cNvSpPr txBox="1"/>
                <p:nvPr/>
              </p:nvSpPr>
              <p:spPr>
                <a:xfrm>
                  <a:off x="7804966" y="787250"/>
                  <a:ext cx="546041" cy="307777"/>
                </a:xfrm>
                <a:prstGeom prst="rect">
                  <a:avLst/>
                </a:prstGeom>
                <a:noFill/>
              </p:spPr>
              <p:txBody>
                <a:bodyPr wrap="square">
                  <a:spAutoFit/>
                </a:bodyPr>
                <a:lstStyle/>
                <a:p>
                  <a:pPr/>
                  <a14:m>
                    <m:oMathPara xmlns:m="http://schemas.openxmlformats.org/officeDocument/2006/math">
                      <m:oMath>
                        <m:sSub>
                          <m:sSubPr>
                            <m:ctrlPr>
                              <a:rPr lang="de-DE" sz="1400" b="0" i="0" smtClean="0">
                                <a:solidFill>
                                  <a:schemeClr val="tx1"/>
                                </a:solidFill>
                                <a:latin typeface="Cambria Math" panose="02040503050406030204" pitchFamily="18" charset="0"/>
                              </a:rPr>
                            </m:ctrlPr>
                          </m:sSubPr>
                          <m:e>
                            <m:r>
                              <m:rPr>
                                <m:sty m:val="p"/>
                              </m:rPr>
                              <a:rPr lang="de-DE" sz="1400" b="0" i="0" smtClean="0">
                                <a:solidFill>
                                  <a:schemeClr val="tx1"/>
                                </a:solidFill>
                                <a:latin typeface="Cambria Math" panose="02040503050406030204" pitchFamily="18" charset="0"/>
                              </a:rPr>
                              <m:t>m</m:t>
                            </m:r>
                          </m:e>
                          <m:sub>
                            <m:r>
                              <m:rPr>
                                <m:sty m:val="p"/>
                              </m:rPr>
                              <a:rPr lang="de-DE" sz="1400" b="0" i="1" smtClean="0">
                                <a:solidFill>
                                  <a:schemeClr val="tx1"/>
                                </a:solidFill>
                                <a:latin typeface="Cambria Math" panose="02040503050406030204" pitchFamily="18" charset="0"/>
                              </a:rPr>
                              <m:t>c</m:t>
                            </m:r>
                          </m:sub>
                        </m:sSub>
                      </m:oMath>
                    </m:oMathPara>
                  </a14:m>
                  <a:endParaRPr lang="en-US" sz="1400" dirty="0">
                    <a:solidFill>
                      <a:schemeClr val="tx1"/>
                    </a:solidFill>
                  </a:endParaRPr>
                </a:p>
              </p:txBody>
            </p:sp>
          </mc:Choice>
          <mc:Fallback xmlns="">
            <p:sp>
              <p:nvSpPr>
                <p:cNvPr id="40" name="TextBox 39">
                  <a:extLst>
                    <a:ext uri="{FF2B5EF4-FFF2-40B4-BE49-F238E27FC236}">
                      <a16:creationId xmlns:a16="http://schemas.microsoft.com/office/drawing/2014/main" id="{D0F00B93-063D-7E2D-53E4-AED7FB9300FC}"/>
                    </a:ext>
                  </a:extLst>
                </p:cNvPr>
                <p:cNvSpPr txBox="1">
                  <a:spLocks noRot="1" noChangeAspect="1" noMove="1" noResize="1" noEditPoints="1" noAdjustHandles="1" noChangeArrowheads="1" noChangeShapeType="1" noTextEdit="1"/>
                </p:cNvSpPr>
                <p:nvPr/>
              </p:nvSpPr>
              <p:spPr>
                <a:xfrm>
                  <a:off x="7804966" y="787250"/>
                  <a:ext cx="546041" cy="307777"/>
                </a:xfrm>
                <a:prstGeom prst="rect">
                  <a:avLst/>
                </a:prstGeom>
                <a:blipFill>
                  <a:blip r:embed="rId23"/>
                  <a:stretch>
                    <a:fillRect b="-21053"/>
                  </a:stretch>
                </a:blipFill>
              </p:spPr>
              <p:txBody>
                <a:bodyPr/>
                <a:lstStyle/>
                <a:p>
                  <a:r>
                    <a:rPr lang="en-US">
                      <a:noFill/>
                    </a:rPr>
                    <a:t> </a:t>
                  </a:r>
                </a:p>
              </p:txBody>
            </p:sp>
          </mc:Fallback>
        </mc:AlternateContent>
        <p:cxnSp>
          <p:nvCxnSpPr>
            <p:cNvPr id="41" name="Straight Arrow Connector 40">
              <a:extLst>
                <a:ext uri="{FF2B5EF4-FFF2-40B4-BE49-F238E27FC236}">
                  <a16:creationId xmlns:a16="http://schemas.microsoft.com/office/drawing/2014/main" id="{F48F6477-1942-D5B4-17DC-EB388E0BE5E0}"/>
                </a:ext>
              </a:extLst>
            </p:cNvPr>
            <p:cNvCxnSpPr>
              <a:cxnSpLocks/>
              <a:endCxn id="49" idx="1"/>
            </p:cNvCxnSpPr>
            <p:nvPr/>
          </p:nvCxnSpPr>
          <p:spPr>
            <a:xfrm flipV="1">
              <a:off x="7765437" y="1204213"/>
              <a:ext cx="740834" cy="29488"/>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42" name="Straight Arrow Connector 41">
              <a:extLst>
                <a:ext uri="{FF2B5EF4-FFF2-40B4-BE49-F238E27FC236}">
                  <a16:creationId xmlns:a16="http://schemas.microsoft.com/office/drawing/2014/main" id="{3A2D094F-9A5D-C2BA-1AE8-E84D41850807}"/>
                </a:ext>
              </a:extLst>
            </p:cNvPr>
            <p:cNvCxnSpPr>
              <a:cxnSpLocks/>
              <a:stCxn id="38" idx="4"/>
              <a:endCxn id="31" idx="2"/>
            </p:cNvCxnSpPr>
            <p:nvPr/>
          </p:nvCxnSpPr>
          <p:spPr>
            <a:xfrm>
              <a:off x="8729969" y="1482476"/>
              <a:ext cx="855720" cy="738155"/>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sp>
          <p:nvSpPr>
            <p:cNvPr id="43" name="Oval 42">
              <a:extLst>
                <a:ext uri="{FF2B5EF4-FFF2-40B4-BE49-F238E27FC236}">
                  <a16:creationId xmlns:a16="http://schemas.microsoft.com/office/drawing/2014/main" id="{FD760B44-C102-B3BB-AA5B-FD9251F313B7}"/>
                </a:ext>
              </a:extLst>
            </p:cNvPr>
            <p:cNvSpPr>
              <a:spLocks noChangeAspect="1"/>
            </p:cNvSpPr>
            <p:nvPr/>
          </p:nvSpPr>
          <p:spPr>
            <a:xfrm>
              <a:off x="10742623" y="1072335"/>
              <a:ext cx="410141" cy="41014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p>
          </p:txBody>
        </p:sp>
        <p:cxnSp>
          <p:nvCxnSpPr>
            <p:cNvPr id="44" name="Straight Arrow Connector 43">
              <a:extLst>
                <a:ext uri="{FF2B5EF4-FFF2-40B4-BE49-F238E27FC236}">
                  <a16:creationId xmlns:a16="http://schemas.microsoft.com/office/drawing/2014/main" id="{AF254D24-6C3E-4FF9-6269-1705505203C8}"/>
                </a:ext>
              </a:extLst>
            </p:cNvPr>
            <p:cNvCxnSpPr>
              <a:cxnSpLocks/>
            </p:cNvCxnSpPr>
            <p:nvPr/>
          </p:nvCxnSpPr>
          <p:spPr>
            <a:xfrm flipV="1">
              <a:off x="11152764" y="1261123"/>
              <a:ext cx="782058" cy="16282"/>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8D895DFD-5FD4-B428-957C-A12D2FC713B8}"/>
                    </a:ext>
                  </a:extLst>
                </p:cNvPr>
                <p:cNvSpPr txBox="1"/>
                <p:nvPr/>
              </p:nvSpPr>
              <p:spPr>
                <a:xfrm>
                  <a:off x="11375112" y="854140"/>
                  <a:ext cx="524049" cy="307777"/>
                </a:xfrm>
                <a:prstGeom prst="rect">
                  <a:avLst/>
                </a:prstGeom>
                <a:noFill/>
              </p:spPr>
              <p:txBody>
                <a:bodyPr wrap="square">
                  <a:spAutoFit/>
                </a:bodyPr>
                <a:lstStyle/>
                <a:p>
                  <a:pPr/>
                  <a14:m>
                    <m:oMathPara xmlns:m="http://schemas.openxmlformats.org/officeDocument/2006/math">
                      <m:oMath>
                        <m:sSub>
                          <m:sSubPr>
                            <m:ctrlPr>
                              <a:rPr lang="de-DE" sz="1400" b="0" i="1" smtClean="0">
                                <a:latin typeface="Cambria Math" panose="02040503050406030204" pitchFamily="18" charset="0"/>
                              </a:rPr>
                            </m:ctrlPr>
                          </m:sSubPr>
                          <m:e>
                            <m:r>
                              <m:rPr>
                                <m:sty m:val="p"/>
                              </m:rPr>
                              <a:rPr lang="de-DE" sz="1400" b="0" i="1" smtClean="0">
                                <a:latin typeface="Cambria Math" panose="02040503050406030204" pitchFamily="18" charset="0"/>
                              </a:rPr>
                              <m:t>m</m:t>
                            </m:r>
                          </m:e>
                          <m:sub>
                            <m:r>
                              <m:rPr>
                                <m:sty m:val="p"/>
                              </m:rPr>
                              <a:rPr lang="de-DE" sz="1400" b="0" i="1" smtClean="0">
                                <a:latin typeface="Cambria Math" panose="02040503050406030204" pitchFamily="18" charset="0"/>
                              </a:rPr>
                              <m:t>out</m:t>
                            </m:r>
                          </m:sub>
                        </m:sSub>
                      </m:oMath>
                    </m:oMathPara>
                  </a14:m>
                  <a:endParaRPr lang="en-US" sz="1400" dirty="0"/>
                </a:p>
              </p:txBody>
            </p:sp>
          </mc:Choice>
          <mc:Fallback xmlns="">
            <p:sp>
              <p:nvSpPr>
                <p:cNvPr id="45" name="TextBox 44">
                  <a:extLst>
                    <a:ext uri="{FF2B5EF4-FFF2-40B4-BE49-F238E27FC236}">
                      <a16:creationId xmlns:a16="http://schemas.microsoft.com/office/drawing/2014/main" id="{8D895DFD-5FD4-B428-957C-A12D2FC713B8}"/>
                    </a:ext>
                  </a:extLst>
                </p:cNvPr>
                <p:cNvSpPr txBox="1">
                  <a:spLocks noRot="1" noChangeAspect="1" noMove="1" noResize="1" noEditPoints="1" noAdjustHandles="1" noChangeArrowheads="1" noChangeShapeType="1" noTextEdit="1"/>
                </p:cNvSpPr>
                <p:nvPr/>
              </p:nvSpPr>
              <p:spPr>
                <a:xfrm>
                  <a:off x="11375112" y="854140"/>
                  <a:ext cx="524049" cy="307777"/>
                </a:xfrm>
                <a:prstGeom prst="rect">
                  <a:avLst/>
                </a:prstGeom>
                <a:blipFill>
                  <a:blip r:embed="rId24"/>
                  <a:stretch>
                    <a:fillRect r="-26984" b="-263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7FAABFF5-446D-0662-1965-E0455058E22C}"/>
                    </a:ext>
                  </a:extLst>
                </p:cNvPr>
                <p:cNvSpPr txBox="1"/>
                <p:nvPr/>
              </p:nvSpPr>
              <p:spPr>
                <a:xfrm>
                  <a:off x="10724745" y="1051777"/>
                  <a:ext cx="448081" cy="307777"/>
                </a:xfrm>
                <a:prstGeom prst="rect">
                  <a:avLst/>
                </a:prstGeom>
                <a:noFill/>
              </p:spPr>
              <p:txBody>
                <a:bodyPr wrap="square">
                  <a:spAutoFit/>
                </a:bodyPr>
                <a:lstStyle/>
                <a:p>
                  <a:pPr/>
                  <a14:m>
                    <m:oMathPara xmlns:m="http://schemas.openxmlformats.org/officeDocument/2006/math">
                      <m:oMath>
                        <m:sSub>
                          <m:sSubPr>
                            <m:ctrlPr>
                              <a:rPr lang="de-DE" sz="1400" b="0" i="1" smtClean="0">
                                <a:solidFill>
                                  <a:schemeClr val="bg1"/>
                                </a:solidFill>
                                <a:latin typeface="Cambria Math" panose="02040503050406030204" pitchFamily="18" charset="0"/>
                              </a:rPr>
                            </m:ctrlPr>
                          </m:sSubPr>
                          <m:e>
                            <m:r>
                              <m:rPr>
                                <m:sty m:val="p"/>
                              </m:rPr>
                              <a:rPr lang="de-DE" sz="1400" b="0" i="1" smtClean="0">
                                <a:solidFill>
                                  <a:schemeClr val="bg1"/>
                                </a:solidFill>
                                <a:latin typeface="Cambria Math" panose="02040503050406030204" pitchFamily="18" charset="0"/>
                              </a:rPr>
                              <m:t>r</m:t>
                            </m:r>
                          </m:e>
                          <m:sub>
                            <m:r>
                              <m:rPr>
                                <m:sty m:val="p"/>
                              </m:rPr>
                              <a:rPr lang="de-DE" sz="1400" b="0" i="1" smtClean="0">
                                <a:solidFill>
                                  <a:schemeClr val="bg1"/>
                                </a:solidFill>
                                <a:latin typeface="Cambria Math" panose="02040503050406030204" pitchFamily="18" charset="0"/>
                              </a:rPr>
                              <m:t>No</m:t>
                            </m:r>
                          </m:sub>
                        </m:sSub>
                      </m:oMath>
                    </m:oMathPara>
                  </a14:m>
                  <a:endParaRPr lang="en-US" sz="1400" dirty="0">
                    <a:solidFill>
                      <a:schemeClr val="bg1"/>
                    </a:solidFill>
                  </a:endParaRPr>
                </a:p>
              </p:txBody>
            </p:sp>
          </mc:Choice>
          <mc:Fallback xmlns="">
            <p:sp>
              <p:nvSpPr>
                <p:cNvPr id="46" name="TextBox 45">
                  <a:extLst>
                    <a:ext uri="{FF2B5EF4-FFF2-40B4-BE49-F238E27FC236}">
                      <a16:creationId xmlns:a16="http://schemas.microsoft.com/office/drawing/2014/main" id="{7FAABFF5-446D-0662-1965-E0455058E22C}"/>
                    </a:ext>
                  </a:extLst>
                </p:cNvPr>
                <p:cNvSpPr txBox="1">
                  <a:spLocks noRot="1" noChangeAspect="1" noMove="1" noResize="1" noEditPoints="1" noAdjustHandles="1" noChangeArrowheads="1" noChangeShapeType="1" noTextEdit="1"/>
                </p:cNvSpPr>
                <p:nvPr/>
              </p:nvSpPr>
              <p:spPr>
                <a:xfrm>
                  <a:off x="10724745" y="1051777"/>
                  <a:ext cx="448081" cy="307777"/>
                </a:xfrm>
                <a:prstGeom prst="rect">
                  <a:avLst/>
                </a:prstGeom>
                <a:blipFill>
                  <a:blip r:embed="rId25"/>
                  <a:stretch>
                    <a:fillRect r="-16667" b="-263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FFBF6754-372B-7363-62F5-6614413DE55B}"/>
                    </a:ext>
                  </a:extLst>
                </p:cNvPr>
                <p:cNvSpPr txBox="1"/>
                <p:nvPr/>
              </p:nvSpPr>
              <p:spPr>
                <a:xfrm>
                  <a:off x="9511232" y="111833"/>
                  <a:ext cx="557613" cy="307777"/>
                </a:xfrm>
                <a:prstGeom prst="rect">
                  <a:avLst/>
                </a:prstGeom>
                <a:noFill/>
              </p:spPr>
              <p:txBody>
                <a:bodyPr wrap="square">
                  <a:spAutoFit/>
                </a:bodyPr>
                <a:lstStyle/>
                <a:p>
                  <a:pPr/>
                  <a14:m>
                    <m:oMathPara xmlns:m="http://schemas.openxmlformats.org/officeDocument/2006/math">
                      <m:oMath>
                        <m:sSub>
                          <m:sSubPr>
                            <m:ctrlPr>
                              <a:rPr lang="de-DE" sz="1400" b="0" i="1" smtClean="0">
                                <a:solidFill>
                                  <a:schemeClr val="bg1"/>
                                </a:solidFill>
                                <a:latin typeface="Cambria Math" panose="02040503050406030204" pitchFamily="18" charset="0"/>
                              </a:rPr>
                            </m:ctrlPr>
                          </m:sSubPr>
                          <m:e>
                            <m:r>
                              <m:rPr>
                                <m:sty m:val="p"/>
                              </m:rPr>
                              <a:rPr lang="de-DE" sz="1400" b="0" i="1" smtClean="0">
                                <a:solidFill>
                                  <a:schemeClr val="bg1"/>
                                </a:solidFill>
                                <a:latin typeface="Cambria Math" panose="02040503050406030204" pitchFamily="18" charset="0"/>
                              </a:rPr>
                              <m:t>r</m:t>
                            </m:r>
                          </m:e>
                          <m:sub>
                            <m:r>
                              <m:rPr>
                                <m:sty m:val="p"/>
                              </m:rPr>
                              <a:rPr lang="de-DE" sz="1400" b="0" i="1" smtClean="0">
                                <a:solidFill>
                                  <a:schemeClr val="bg1"/>
                                </a:solidFill>
                                <a:latin typeface="Cambria Math" panose="02040503050406030204" pitchFamily="18" charset="0"/>
                              </a:rPr>
                              <m:t>Na</m:t>
                            </m:r>
                          </m:sub>
                        </m:sSub>
                      </m:oMath>
                    </m:oMathPara>
                  </a14:m>
                  <a:endParaRPr lang="en-US" sz="1400" dirty="0">
                    <a:solidFill>
                      <a:schemeClr val="bg1"/>
                    </a:solidFill>
                  </a:endParaRPr>
                </a:p>
              </p:txBody>
            </p:sp>
          </mc:Choice>
          <mc:Fallback xmlns="">
            <p:sp>
              <p:nvSpPr>
                <p:cNvPr id="47" name="TextBox 46">
                  <a:extLst>
                    <a:ext uri="{FF2B5EF4-FFF2-40B4-BE49-F238E27FC236}">
                      <a16:creationId xmlns:a16="http://schemas.microsoft.com/office/drawing/2014/main" id="{FFBF6754-372B-7363-62F5-6614413DE55B}"/>
                    </a:ext>
                  </a:extLst>
                </p:cNvPr>
                <p:cNvSpPr txBox="1">
                  <a:spLocks noRot="1" noChangeAspect="1" noMove="1" noResize="1" noEditPoints="1" noAdjustHandles="1" noChangeArrowheads="1" noChangeShapeType="1" noTextEdit="1"/>
                </p:cNvSpPr>
                <p:nvPr/>
              </p:nvSpPr>
              <p:spPr>
                <a:xfrm>
                  <a:off x="9511232" y="111833"/>
                  <a:ext cx="557613" cy="307777"/>
                </a:xfrm>
                <a:prstGeom prst="rect">
                  <a:avLst/>
                </a:prstGeom>
                <a:blipFill>
                  <a:blip r:embed="rId26"/>
                  <a:stretch>
                    <a:fillRect b="-263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993BD7CC-1F1D-6CF7-F4AB-96992B1693D0}"/>
                    </a:ext>
                  </a:extLst>
                </p:cNvPr>
                <p:cNvSpPr txBox="1"/>
                <p:nvPr/>
              </p:nvSpPr>
              <p:spPr>
                <a:xfrm>
                  <a:off x="9565904" y="1994059"/>
                  <a:ext cx="421017" cy="307777"/>
                </a:xfrm>
                <a:prstGeom prst="rect">
                  <a:avLst/>
                </a:prstGeom>
                <a:noFill/>
              </p:spPr>
              <p:txBody>
                <a:bodyPr wrap="square">
                  <a:spAutoFit/>
                </a:bodyPr>
                <a:lstStyle/>
                <a:p>
                  <a:pPr/>
                  <a14:m>
                    <m:oMathPara xmlns:m="http://schemas.openxmlformats.org/officeDocument/2006/math">
                      <m:oMath>
                        <m:sSub>
                          <m:sSubPr>
                            <m:ctrlPr>
                              <a:rPr lang="de-DE" sz="1400" b="0" i="1" smtClean="0">
                                <a:solidFill>
                                  <a:schemeClr val="bg1"/>
                                </a:solidFill>
                                <a:latin typeface="Cambria Math" panose="02040503050406030204" pitchFamily="18" charset="0"/>
                              </a:rPr>
                            </m:ctrlPr>
                          </m:sSubPr>
                          <m:e>
                            <m:r>
                              <m:rPr>
                                <m:sty m:val="p"/>
                              </m:rPr>
                              <a:rPr lang="de-DE" sz="1400" b="0" i="1" smtClean="0">
                                <a:solidFill>
                                  <a:schemeClr val="bg1"/>
                                </a:solidFill>
                                <a:latin typeface="Cambria Math" panose="02040503050406030204" pitchFamily="18" charset="0"/>
                              </a:rPr>
                              <m:t>r</m:t>
                            </m:r>
                          </m:e>
                          <m:sub>
                            <m:r>
                              <m:rPr>
                                <m:sty m:val="p"/>
                              </m:rPr>
                              <a:rPr lang="de-DE" sz="1400" b="0" i="1" smtClean="0">
                                <a:solidFill>
                                  <a:schemeClr val="bg1"/>
                                </a:solidFill>
                                <a:latin typeface="Cambria Math" panose="02040503050406030204" pitchFamily="18" charset="0"/>
                              </a:rPr>
                              <m:t>Nb</m:t>
                            </m:r>
                          </m:sub>
                        </m:sSub>
                      </m:oMath>
                    </m:oMathPara>
                  </a14:m>
                  <a:endParaRPr lang="en-US" sz="1400" dirty="0">
                    <a:solidFill>
                      <a:schemeClr val="bg1"/>
                    </a:solidFill>
                  </a:endParaRPr>
                </a:p>
              </p:txBody>
            </p:sp>
          </mc:Choice>
          <mc:Fallback xmlns="">
            <p:sp>
              <p:nvSpPr>
                <p:cNvPr id="48" name="TextBox 47">
                  <a:extLst>
                    <a:ext uri="{FF2B5EF4-FFF2-40B4-BE49-F238E27FC236}">
                      <a16:creationId xmlns:a16="http://schemas.microsoft.com/office/drawing/2014/main" id="{993BD7CC-1F1D-6CF7-F4AB-96992B1693D0}"/>
                    </a:ext>
                  </a:extLst>
                </p:cNvPr>
                <p:cNvSpPr txBox="1">
                  <a:spLocks noRot="1" noChangeAspect="1" noMove="1" noResize="1" noEditPoints="1" noAdjustHandles="1" noChangeArrowheads="1" noChangeShapeType="1" noTextEdit="1"/>
                </p:cNvSpPr>
                <p:nvPr/>
              </p:nvSpPr>
              <p:spPr>
                <a:xfrm>
                  <a:off x="9565904" y="1994059"/>
                  <a:ext cx="421017" cy="307777"/>
                </a:xfrm>
                <a:prstGeom prst="rect">
                  <a:avLst/>
                </a:prstGeom>
                <a:blipFill>
                  <a:blip r:embed="rId27"/>
                  <a:stretch>
                    <a:fillRect r="-25490" b="-297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ADC20493-5371-1632-FE84-35E092D4701F}"/>
                    </a:ext>
                  </a:extLst>
                </p:cNvPr>
                <p:cNvSpPr txBox="1"/>
                <p:nvPr/>
              </p:nvSpPr>
              <p:spPr>
                <a:xfrm>
                  <a:off x="8506271" y="1050324"/>
                  <a:ext cx="448081" cy="307777"/>
                </a:xfrm>
                <a:prstGeom prst="rect">
                  <a:avLst/>
                </a:prstGeom>
                <a:noFill/>
              </p:spPr>
              <p:txBody>
                <a:bodyPr wrap="square">
                  <a:spAutoFit/>
                </a:bodyPr>
                <a:lstStyle/>
                <a:p>
                  <a:pPr/>
                  <a14:m>
                    <m:oMathPara xmlns:m="http://schemas.openxmlformats.org/officeDocument/2006/math">
                      <m:oMath>
                        <m:sSub>
                          <m:sSubPr>
                            <m:ctrlPr>
                              <a:rPr lang="de-DE" sz="1400" b="0" i="1" smtClean="0">
                                <a:solidFill>
                                  <a:schemeClr val="bg1"/>
                                </a:solidFill>
                                <a:latin typeface="Cambria Math" panose="02040503050406030204" pitchFamily="18" charset="0"/>
                              </a:rPr>
                            </m:ctrlPr>
                          </m:sSubPr>
                          <m:e>
                            <m:r>
                              <m:rPr>
                                <m:sty m:val="p"/>
                              </m:rPr>
                              <a:rPr lang="de-DE" sz="1400" b="0" i="1" smtClean="0">
                                <a:solidFill>
                                  <a:schemeClr val="bg1"/>
                                </a:solidFill>
                                <a:latin typeface="Cambria Math" panose="02040503050406030204" pitchFamily="18" charset="0"/>
                              </a:rPr>
                              <m:t>r</m:t>
                            </m:r>
                          </m:e>
                          <m:sub>
                            <m:r>
                              <m:rPr>
                                <m:sty m:val="p"/>
                              </m:rPr>
                              <a:rPr lang="de-DE" sz="1400" b="0" i="1" smtClean="0">
                                <a:solidFill>
                                  <a:schemeClr val="bg1"/>
                                </a:solidFill>
                                <a:latin typeface="Cambria Math" panose="02040503050406030204" pitchFamily="18" charset="0"/>
                              </a:rPr>
                              <m:t>Ni</m:t>
                            </m:r>
                          </m:sub>
                        </m:sSub>
                      </m:oMath>
                    </m:oMathPara>
                  </a14:m>
                  <a:endParaRPr lang="en-US" sz="1400" dirty="0">
                    <a:solidFill>
                      <a:schemeClr val="bg1"/>
                    </a:solidFill>
                  </a:endParaRPr>
                </a:p>
              </p:txBody>
            </p:sp>
          </mc:Choice>
          <mc:Fallback xmlns="">
            <p:sp>
              <p:nvSpPr>
                <p:cNvPr id="49" name="TextBox 48">
                  <a:extLst>
                    <a:ext uri="{FF2B5EF4-FFF2-40B4-BE49-F238E27FC236}">
                      <a16:creationId xmlns:a16="http://schemas.microsoft.com/office/drawing/2014/main" id="{ADC20493-5371-1632-FE84-35E092D4701F}"/>
                    </a:ext>
                  </a:extLst>
                </p:cNvPr>
                <p:cNvSpPr txBox="1">
                  <a:spLocks noRot="1" noChangeAspect="1" noMove="1" noResize="1" noEditPoints="1" noAdjustHandles="1" noChangeArrowheads="1" noChangeShapeType="1" noTextEdit="1"/>
                </p:cNvSpPr>
                <p:nvPr/>
              </p:nvSpPr>
              <p:spPr>
                <a:xfrm>
                  <a:off x="8506271" y="1050324"/>
                  <a:ext cx="448081" cy="307777"/>
                </a:xfrm>
                <a:prstGeom prst="rect">
                  <a:avLst/>
                </a:prstGeom>
                <a:blipFill>
                  <a:blip r:embed="rId28"/>
                  <a:stretch>
                    <a:fillRect r="-5455" b="-26316"/>
                  </a:stretch>
                </a:blipFill>
              </p:spPr>
              <p:txBody>
                <a:bodyPr/>
                <a:lstStyle/>
                <a:p>
                  <a:r>
                    <a:rPr lang="en-US">
                      <a:noFill/>
                    </a:rPr>
                    <a:t> </a:t>
                  </a:r>
                </a:p>
              </p:txBody>
            </p:sp>
          </mc:Fallback>
        </mc:AlternateContent>
        <p:cxnSp>
          <p:nvCxnSpPr>
            <p:cNvPr id="60" name="Straight Connector 59">
              <a:extLst>
                <a:ext uri="{FF2B5EF4-FFF2-40B4-BE49-F238E27FC236}">
                  <a16:creationId xmlns:a16="http://schemas.microsoft.com/office/drawing/2014/main" id="{84F9E9B2-F893-93E2-52F4-9E0C569A66A6}"/>
                </a:ext>
              </a:extLst>
            </p:cNvPr>
            <p:cNvCxnSpPr>
              <a:cxnSpLocks/>
            </p:cNvCxnSpPr>
            <p:nvPr/>
          </p:nvCxnSpPr>
          <p:spPr>
            <a:xfrm>
              <a:off x="7775840" y="596589"/>
              <a:ext cx="0" cy="637112"/>
            </a:xfrm>
            <a:prstGeom prst="line">
              <a:avLst/>
            </a:prstGeom>
          </p:spPr>
          <p:style>
            <a:lnRef idx="2">
              <a:schemeClr val="accent1"/>
            </a:lnRef>
            <a:fillRef idx="0">
              <a:schemeClr val="accent1"/>
            </a:fillRef>
            <a:effectRef idx="1">
              <a:schemeClr val="accent1"/>
            </a:effectRef>
            <a:fontRef idx="minor">
              <a:schemeClr val="tx1"/>
            </a:fontRef>
          </p:style>
        </p:cxnSp>
        <p:sp>
          <p:nvSpPr>
            <p:cNvPr id="113" name="Rectangle 112">
              <a:extLst>
                <a:ext uri="{FF2B5EF4-FFF2-40B4-BE49-F238E27FC236}">
                  <a16:creationId xmlns:a16="http://schemas.microsoft.com/office/drawing/2014/main" id="{6A3A017C-8023-3A7B-D31B-285B62DAA272}"/>
                </a:ext>
              </a:extLst>
            </p:cNvPr>
            <p:cNvSpPr/>
            <p:nvPr/>
          </p:nvSpPr>
          <p:spPr>
            <a:xfrm>
              <a:off x="8320022" y="23424"/>
              <a:ext cx="3073000" cy="2537212"/>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115" name="TextBox 114">
              <a:extLst>
                <a:ext uri="{FF2B5EF4-FFF2-40B4-BE49-F238E27FC236}">
                  <a16:creationId xmlns:a16="http://schemas.microsoft.com/office/drawing/2014/main" id="{92FEA182-0F12-8FA3-55E9-5D982F2CDE79}"/>
                </a:ext>
              </a:extLst>
            </p:cNvPr>
            <p:cNvSpPr txBox="1"/>
            <p:nvPr/>
          </p:nvSpPr>
          <p:spPr>
            <a:xfrm>
              <a:off x="8334900" y="53954"/>
              <a:ext cx="402674" cy="276999"/>
            </a:xfrm>
            <a:prstGeom prst="rect">
              <a:avLst/>
            </a:prstGeom>
            <a:noFill/>
          </p:spPr>
          <p:txBody>
            <a:bodyPr wrap="none" rtlCol="0">
              <a:spAutoFit/>
            </a:bodyPr>
            <a:lstStyle/>
            <a:p>
              <a:r>
                <a:rPr lang="en-US" sz="1200" dirty="0"/>
                <a:t>NN</a:t>
              </a:r>
            </a:p>
          </p:txBody>
        </p:sp>
      </p:grpSp>
      <p:sp>
        <p:nvSpPr>
          <p:cNvPr id="3" name="TextBox 2">
            <a:extLst>
              <a:ext uri="{FF2B5EF4-FFF2-40B4-BE49-F238E27FC236}">
                <a16:creationId xmlns:a16="http://schemas.microsoft.com/office/drawing/2014/main" id="{D828C27A-E7D1-D778-D988-3526739A0683}"/>
              </a:ext>
            </a:extLst>
          </p:cNvPr>
          <p:cNvSpPr txBox="1"/>
          <p:nvPr/>
        </p:nvSpPr>
        <p:spPr>
          <a:xfrm>
            <a:off x="3144899" y="1921743"/>
            <a:ext cx="986167" cy="369332"/>
          </a:xfrm>
          <a:prstGeom prst="rect">
            <a:avLst/>
          </a:prstGeom>
          <a:noFill/>
        </p:spPr>
        <p:txBody>
          <a:bodyPr wrap="none" rtlCol="0">
            <a:spAutoFit/>
          </a:bodyPr>
          <a:lstStyle/>
          <a:p>
            <a:r>
              <a:rPr lang="en-US" dirty="0"/>
              <a:t>Motif 30</a:t>
            </a:r>
          </a:p>
        </p:txBody>
      </p:sp>
      <p:sp>
        <p:nvSpPr>
          <p:cNvPr id="7" name="Rectangle: Rounded Corners 6">
            <a:extLst>
              <a:ext uri="{FF2B5EF4-FFF2-40B4-BE49-F238E27FC236}">
                <a16:creationId xmlns:a16="http://schemas.microsoft.com/office/drawing/2014/main" id="{101BE562-263A-E5DD-D0C3-DF77F532B3FD}"/>
              </a:ext>
            </a:extLst>
          </p:cNvPr>
          <p:cNvSpPr/>
          <p:nvPr/>
        </p:nvSpPr>
        <p:spPr>
          <a:xfrm>
            <a:off x="10618834" y="887943"/>
            <a:ext cx="1522517" cy="91440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Algorithm </a:t>
            </a:r>
          </a:p>
        </p:txBody>
      </p:sp>
      <p:sp>
        <p:nvSpPr>
          <p:cNvPr id="8" name="Rectangle: Rounded Corners 7">
            <a:extLst>
              <a:ext uri="{FF2B5EF4-FFF2-40B4-BE49-F238E27FC236}">
                <a16:creationId xmlns:a16="http://schemas.microsoft.com/office/drawing/2014/main" id="{749C373B-08E7-BDE1-4850-483C796BF105}"/>
              </a:ext>
            </a:extLst>
          </p:cNvPr>
          <p:cNvSpPr/>
          <p:nvPr/>
        </p:nvSpPr>
        <p:spPr>
          <a:xfrm>
            <a:off x="10618834" y="2312289"/>
            <a:ext cx="1522517" cy="914400"/>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Chemical Reactions </a:t>
            </a:r>
          </a:p>
        </p:txBody>
      </p:sp>
      <p:sp>
        <p:nvSpPr>
          <p:cNvPr id="9" name="Rectangle: Rounded Corners 8">
            <a:extLst>
              <a:ext uri="{FF2B5EF4-FFF2-40B4-BE49-F238E27FC236}">
                <a16:creationId xmlns:a16="http://schemas.microsoft.com/office/drawing/2014/main" id="{067FBA4A-FEE1-01B2-7A4C-261848FDAF6B}"/>
              </a:ext>
            </a:extLst>
          </p:cNvPr>
          <p:cNvSpPr/>
          <p:nvPr/>
        </p:nvSpPr>
        <p:spPr>
          <a:xfrm>
            <a:off x="10618834" y="3736635"/>
            <a:ext cx="1522517" cy="914400"/>
          </a:xfrm>
          <a:prstGeom prst="round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Metabolic Network</a:t>
            </a:r>
          </a:p>
        </p:txBody>
      </p:sp>
      <p:sp>
        <p:nvSpPr>
          <p:cNvPr id="10" name="Rectangle: Rounded Corners 9">
            <a:extLst>
              <a:ext uri="{FF2B5EF4-FFF2-40B4-BE49-F238E27FC236}">
                <a16:creationId xmlns:a16="http://schemas.microsoft.com/office/drawing/2014/main" id="{58E1E87E-D01E-457F-AE26-6FB97C917677}"/>
              </a:ext>
            </a:extLst>
          </p:cNvPr>
          <p:cNvSpPr/>
          <p:nvPr/>
        </p:nvSpPr>
        <p:spPr>
          <a:xfrm>
            <a:off x="10618834" y="5160981"/>
            <a:ext cx="1522517" cy="91440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THz Actuation</a:t>
            </a:r>
          </a:p>
        </p:txBody>
      </p:sp>
      <p:cxnSp>
        <p:nvCxnSpPr>
          <p:cNvPr id="12" name="Straight Arrow Connector 11">
            <a:extLst>
              <a:ext uri="{FF2B5EF4-FFF2-40B4-BE49-F238E27FC236}">
                <a16:creationId xmlns:a16="http://schemas.microsoft.com/office/drawing/2014/main" id="{324F07E7-0FAB-28D7-711D-279035F524A3}"/>
              </a:ext>
            </a:extLst>
          </p:cNvPr>
          <p:cNvCxnSpPr>
            <a:stCxn id="7" idx="2"/>
            <a:endCxn id="8" idx="0"/>
          </p:cNvCxnSpPr>
          <p:nvPr/>
        </p:nvCxnSpPr>
        <p:spPr>
          <a:xfrm>
            <a:off x="11380093" y="1802343"/>
            <a:ext cx="0" cy="509946"/>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AA2B7266-7CCD-E517-0E85-CDE18731FC28}"/>
              </a:ext>
            </a:extLst>
          </p:cNvPr>
          <p:cNvCxnSpPr>
            <a:cxnSpLocks/>
            <a:stCxn id="8" idx="2"/>
            <a:endCxn id="9" idx="0"/>
          </p:cNvCxnSpPr>
          <p:nvPr/>
        </p:nvCxnSpPr>
        <p:spPr>
          <a:xfrm>
            <a:off x="11380093" y="3226689"/>
            <a:ext cx="0" cy="509946"/>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E804114A-0706-B223-D9CC-685ABF2F5BC3}"/>
              </a:ext>
            </a:extLst>
          </p:cNvPr>
          <p:cNvCxnSpPr>
            <a:cxnSpLocks/>
            <a:stCxn id="10" idx="0"/>
          </p:cNvCxnSpPr>
          <p:nvPr/>
        </p:nvCxnSpPr>
        <p:spPr>
          <a:xfrm flipV="1">
            <a:off x="11380093" y="4651035"/>
            <a:ext cx="0" cy="509946"/>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sp>
        <p:nvSpPr>
          <p:cNvPr id="21" name="Rectangle: Rounded Corners 20">
            <a:extLst>
              <a:ext uri="{FF2B5EF4-FFF2-40B4-BE49-F238E27FC236}">
                <a16:creationId xmlns:a16="http://schemas.microsoft.com/office/drawing/2014/main" id="{88D8135C-0767-8256-BC20-04B0CF2F6FB9}"/>
              </a:ext>
            </a:extLst>
          </p:cNvPr>
          <p:cNvSpPr/>
          <p:nvPr/>
        </p:nvSpPr>
        <p:spPr>
          <a:xfrm>
            <a:off x="7695950" y="3817597"/>
            <a:ext cx="439293" cy="790576"/>
          </a:xfrm>
          <a:prstGeom prst="roundRect">
            <a:avLst/>
          </a:prstGeom>
          <a:solidFill>
            <a:schemeClr val="accent1">
              <a:alpha val="1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Rounded Corners 22">
            <a:extLst>
              <a:ext uri="{FF2B5EF4-FFF2-40B4-BE49-F238E27FC236}">
                <a16:creationId xmlns:a16="http://schemas.microsoft.com/office/drawing/2014/main" id="{C216C669-2706-C2DD-57D0-F623EC059ADF}"/>
              </a:ext>
            </a:extLst>
          </p:cNvPr>
          <p:cNvSpPr/>
          <p:nvPr/>
        </p:nvSpPr>
        <p:spPr>
          <a:xfrm>
            <a:off x="5954929" y="3875107"/>
            <a:ext cx="439293" cy="914400"/>
          </a:xfrm>
          <a:prstGeom prst="roundRect">
            <a:avLst/>
          </a:prstGeom>
          <a:solidFill>
            <a:schemeClr val="accent1">
              <a:alpha val="1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Rounded Corners 24">
            <a:extLst>
              <a:ext uri="{FF2B5EF4-FFF2-40B4-BE49-F238E27FC236}">
                <a16:creationId xmlns:a16="http://schemas.microsoft.com/office/drawing/2014/main" id="{EB4E631A-CCC2-AF35-A4E6-A10806C5D982}"/>
              </a:ext>
            </a:extLst>
          </p:cNvPr>
          <p:cNvSpPr/>
          <p:nvPr/>
        </p:nvSpPr>
        <p:spPr>
          <a:xfrm>
            <a:off x="5363679" y="3609975"/>
            <a:ext cx="439293" cy="914400"/>
          </a:xfrm>
          <a:prstGeom prst="roundRect">
            <a:avLst/>
          </a:prstGeom>
          <a:solidFill>
            <a:schemeClr val="accent1">
              <a:alpha val="1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E1250E81-9DF2-9CAA-EDF2-F2016CE142C7}"/>
                  </a:ext>
                </a:extLst>
              </p:cNvPr>
              <p:cNvSpPr txBox="1"/>
              <p:nvPr/>
            </p:nvSpPr>
            <p:spPr>
              <a:xfrm>
                <a:off x="7449383" y="3425309"/>
                <a:ext cx="352041" cy="369332"/>
              </a:xfrm>
              <a:prstGeom prst="rect">
                <a:avLst/>
              </a:prstGeom>
              <a:noFill/>
            </p:spPr>
            <p:txBody>
              <a:bodyPr wrap="square">
                <a:spAutoFit/>
              </a:bodyPr>
              <a:lstStyle/>
              <a:p>
                <a:pPr/>
                <a14:m>
                  <m:oMathPara xmlns:m="http://schemas.openxmlformats.org/officeDocument/2006/math">
                    <m:oMath>
                      <m:sSub>
                        <m:sSubPr>
                          <m:ctrlPr>
                            <a:rPr lang="de-DE" sz="1800" b="0" i="1" smtClean="0">
                              <a:solidFill>
                                <a:schemeClr val="tx1"/>
                              </a:solidFill>
                              <a:latin typeface="Cambria Math" panose="02040503050406030204" pitchFamily="18" charset="0"/>
                            </a:rPr>
                          </m:ctrlPr>
                        </m:sSubPr>
                        <m:e>
                          <m:r>
                            <m:rPr>
                              <m:sty m:val="p"/>
                            </m:rPr>
                            <a:rPr lang="de-DE" sz="1800" b="0" i="1" smtClean="0">
                              <a:solidFill>
                                <a:schemeClr val="tx1"/>
                              </a:solidFill>
                              <a:latin typeface="Cambria Math" panose="02040503050406030204" pitchFamily="18" charset="0"/>
                            </a:rPr>
                            <m:t>r</m:t>
                          </m:r>
                        </m:e>
                        <m:sub>
                          <m:r>
                            <m:rPr>
                              <m:sty m:val="p"/>
                            </m:rPr>
                            <a:rPr lang="de-DE" sz="1800" b="0" i="1" smtClean="0">
                              <a:solidFill>
                                <a:schemeClr val="tx1"/>
                              </a:solidFill>
                              <a:latin typeface="Cambria Math" panose="02040503050406030204" pitchFamily="18" charset="0"/>
                            </a:rPr>
                            <m:t>Nb</m:t>
                          </m:r>
                        </m:sub>
                      </m:sSub>
                    </m:oMath>
                  </m:oMathPara>
                </a14:m>
                <a:endParaRPr lang="en-US" dirty="0">
                  <a:solidFill>
                    <a:schemeClr val="tx1"/>
                  </a:solidFill>
                </a:endParaRPr>
              </a:p>
            </p:txBody>
          </p:sp>
        </mc:Choice>
        <mc:Fallback xmlns="">
          <p:sp>
            <p:nvSpPr>
              <p:cNvPr id="27" name="TextBox 26">
                <a:extLst>
                  <a:ext uri="{FF2B5EF4-FFF2-40B4-BE49-F238E27FC236}">
                    <a16:creationId xmlns:a16="http://schemas.microsoft.com/office/drawing/2014/main" id="{E1250E81-9DF2-9CAA-EDF2-F2016CE142C7}"/>
                  </a:ext>
                </a:extLst>
              </p:cNvPr>
              <p:cNvSpPr txBox="1">
                <a:spLocks noRot="1" noChangeAspect="1" noMove="1" noResize="1" noEditPoints="1" noAdjustHandles="1" noChangeArrowheads="1" noChangeShapeType="1" noTextEdit="1"/>
              </p:cNvSpPr>
              <p:nvPr/>
            </p:nvSpPr>
            <p:spPr>
              <a:xfrm>
                <a:off x="7449383" y="3425309"/>
                <a:ext cx="352041" cy="369332"/>
              </a:xfrm>
              <a:prstGeom prst="rect">
                <a:avLst/>
              </a:prstGeom>
              <a:blipFill>
                <a:blip r:embed="rId29"/>
                <a:stretch>
                  <a:fillRect r="-3448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EEAAA924-E685-B240-BF0D-ACC1C15BA75D}"/>
                  </a:ext>
                </a:extLst>
              </p:cNvPr>
              <p:cNvSpPr txBox="1"/>
              <p:nvPr/>
            </p:nvSpPr>
            <p:spPr>
              <a:xfrm>
                <a:off x="5165317" y="3248025"/>
                <a:ext cx="352041" cy="369332"/>
              </a:xfrm>
              <a:prstGeom prst="rect">
                <a:avLst/>
              </a:prstGeom>
              <a:noFill/>
            </p:spPr>
            <p:txBody>
              <a:bodyPr wrap="square">
                <a:spAutoFit/>
              </a:bodyPr>
              <a:lstStyle/>
              <a:p>
                <a:pPr/>
                <a14:m>
                  <m:oMathPara xmlns:m="http://schemas.openxmlformats.org/officeDocument/2006/math">
                    <m:oMath>
                      <m:sSub>
                        <m:sSubPr>
                          <m:ctrlPr>
                            <a:rPr lang="de-DE" sz="1800" b="0" i="1" smtClean="0">
                              <a:solidFill>
                                <a:schemeClr val="tx1"/>
                              </a:solidFill>
                              <a:latin typeface="Cambria Math" panose="02040503050406030204" pitchFamily="18" charset="0"/>
                            </a:rPr>
                          </m:ctrlPr>
                        </m:sSubPr>
                        <m:e>
                          <m:r>
                            <m:rPr>
                              <m:sty m:val="p"/>
                            </m:rPr>
                            <a:rPr lang="de-DE" sz="1800" b="0" i="1" smtClean="0">
                              <a:solidFill>
                                <a:schemeClr val="tx1"/>
                              </a:solidFill>
                              <a:latin typeface="Cambria Math" panose="02040503050406030204" pitchFamily="18" charset="0"/>
                            </a:rPr>
                            <m:t>r</m:t>
                          </m:r>
                        </m:e>
                        <m:sub>
                          <m:r>
                            <m:rPr>
                              <m:sty m:val="p"/>
                            </m:rPr>
                            <a:rPr lang="de-DE" sz="1800" b="0" i="1" smtClean="0">
                              <a:solidFill>
                                <a:schemeClr val="tx1"/>
                              </a:solidFill>
                              <a:latin typeface="Cambria Math" panose="02040503050406030204" pitchFamily="18" charset="0"/>
                            </a:rPr>
                            <m:t>Na</m:t>
                          </m:r>
                        </m:sub>
                      </m:sSub>
                    </m:oMath>
                  </m:oMathPara>
                </a14:m>
                <a:endParaRPr lang="en-US" dirty="0">
                  <a:solidFill>
                    <a:schemeClr val="tx1"/>
                  </a:solidFill>
                </a:endParaRPr>
              </a:p>
            </p:txBody>
          </p:sp>
        </mc:Choice>
        <mc:Fallback xmlns="">
          <p:sp>
            <p:nvSpPr>
              <p:cNvPr id="29" name="TextBox 28">
                <a:extLst>
                  <a:ext uri="{FF2B5EF4-FFF2-40B4-BE49-F238E27FC236}">
                    <a16:creationId xmlns:a16="http://schemas.microsoft.com/office/drawing/2014/main" id="{EEAAA924-E685-B240-BF0D-ACC1C15BA75D}"/>
                  </a:ext>
                </a:extLst>
              </p:cNvPr>
              <p:cNvSpPr txBox="1">
                <a:spLocks noRot="1" noChangeAspect="1" noMove="1" noResize="1" noEditPoints="1" noAdjustHandles="1" noChangeArrowheads="1" noChangeShapeType="1" noTextEdit="1"/>
              </p:cNvSpPr>
              <p:nvPr/>
            </p:nvSpPr>
            <p:spPr>
              <a:xfrm>
                <a:off x="5165317" y="3248025"/>
                <a:ext cx="352041" cy="369332"/>
              </a:xfrm>
              <a:prstGeom prst="rect">
                <a:avLst/>
              </a:prstGeom>
              <a:blipFill>
                <a:blip r:embed="rId30"/>
                <a:stretch>
                  <a:fillRect r="-3103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A75891BD-A5A8-DD2D-AFAE-57BCAC4FFDDF}"/>
                  </a:ext>
                </a:extLst>
              </p:cNvPr>
              <p:cNvSpPr txBox="1"/>
              <p:nvPr/>
            </p:nvSpPr>
            <p:spPr>
              <a:xfrm>
                <a:off x="6106782" y="3481662"/>
                <a:ext cx="352041" cy="369332"/>
              </a:xfrm>
              <a:prstGeom prst="rect">
                <a:avLst/>
              </a:prstGeom>
              <a:noFill/>
            </p:spPr>
            <p:txBody>
              <a:bodyPr wrap="square">
                <a:spAutoFit/>
              </a:bodyPr>
              <a:lstStyle/>
              <a:p>
                <a:pPr/>
                <a14:m>
                  <m:oMathPara xmlns:m="http://schemas.openxmlformats.org/officeDocument/2006/math">
                    <m:oMath>
                      <m:sSub>
                        <m:sSubPr>
                          <m:ctrlPr>
                            <a:rPr lang="de-DE" sz="1800" b="0" i="1" smtClean="0">
                              <a:solidFill>
                                <a:schemeClr val="tx1"/>
                              </a:solidFill>
                              <a:latin typeface="Cambria Math" panose="02040503050406030204" pitchFamily="18" charset="0"/>
                            </a:rPr>
                          </m:ctrlPr>
                        </m:sSubPr>
                        <m:e>
                          <m:r>
                            <m:rPr>
                              <m:sty m:val="p"/>
                            </m:rPr>
                            <a:rPr lang="de-DE" sz="1800" b="0" i="1" smtClean="0">
                              <a:solidFill>
                                <a:schemeClr val="tx1"/>
                              </a:solidFill>
                              <a:latin typeface="Cambria Math" panose="02040503050406030204" pitchFamily="18" charset="0"/>
                            </a:rPr>
                            <m:t>r</m:t>
                          </m:r>
                        </m:e>
                        <m:sub>
                          <m:r>
                            <m:rPr>
                              <m:sty m:val="p"/>
                            </m:rPr>
                            <a:rPr lang="de-DE" sz="1800" b="0" i="1" smtClean="0">
                              <a:solidFill>
                                <a:schemeClr val="tx1"/>
                              </a:solidFill>
                              <a:latin typeface="Cambria Math" panose="02040503050406030204" pitchFamily="18" charset="0"/>
                            </a:rPr>
                            <m:t>No</m:t>
                          </m:r>
                        </m:sub>
                      </m:sSub>
                    </m:oMath>
                  </m:oMathPara>
                </a14:m>
                <a:endParaRPr lang="en-US" dirty="0">
                  <a:solidFill>
                    <a:schemeClr val="tx1"/>
                  </a:solidFill>
                </a:endParaRPr>
              </a:p>
            </p:txBody>
          </p:sp>
        </mc:Choice>
        <mc:Fallback xmlns="">
          <p:sp>
            <p:nvSpPr>
              <p:cNvPr id="5" name="TextBox 4">
                <a:extLst>
                  <a:ext uri="{FF2B5EF4-FFF2-40B4-BE49-F238E27FC236}">
                    <a16:creationId xmlns:a16="http://schemas.microsoft.com/office/drawing/2014/main" id="{A75891BD-A5A8-DD2D-AFAE-57BCAC4FFDDF}"/>
                  </a:ext>
                </a:extLst>
              </p:cNvPr>
              <p:cNvSpPr txBox="1">
                <a:spLocks noRot="1" noChangeAspect="1" noMove="1" noResize="1" noEditPoints="1" noAdjustHandles="1" noChangeArrowheads="1" noChangeShapeType="1" noTextEdit="1"/>
              </p:cNvSpPr>
              <p:nvPr/>
            </p:nvSpPr>
            <p:spPr>
              <a:xfrm>
                <a:off x="6106782" y="3481662"/>
                <a:ext cx="352041" cy="369332"/>
              </a:xfrm>
              <a:prstGeom prst="rect">
                <a:avLst/>
              </a:prstGeom>
              <a:blipFill>
                <a:blip r:embed="rId31"/>
                <a:stretch>
                  <a:fillRect r="-27586"/>
                </a:stretch>
              </a:blipFill>
            </p:spPr>
            <p:txBody>
              <a:bodyPr/>
              <a:lstStyle/>
              <a:p>
                <a:r>
                  <a:rPr lang="en-US">
                    <a:noFill/>
                  </a:rPr>
                  <a:t> </a:t>
                </a:r>
              </a:p>
            </p:txBody>
          </p:sp>
        </mc:Fallback>
      </mc:AlternateContent>
    </p:spTree>
    <p:extLst>
      <p:ext uri="{BB962C8B-B14F-4D97-AF65-F5344CB8AC3E}">
        <p14:creationId xmlns:p14="http://schemas.microsoft.com/office/powerpoint/2010/main" val="395772379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8AB81A-E417-E82F-5E9C-D9AB71882454}"/>
            </a:ext>
          </a:extLst>
        </p:cNvPr>
        <p:cNvGrpSpPr/>
        <p:nvPr/>
      </p:nvGrpSpPr>
      <p:grpSpPr>
        <a:xfrm>
          <a:off x="0" y="0"/>
          <a:ext cx="0" cy="0"/>
          <a:chOff x="0" y="0"/>
          <a:chExt cx="0" cy="0"/>
        </a:xfrm>
      </p:grpSpPr>
      <p:sp>
        <p:nvSpPr>
          <p:cNvPr id="69" name="Oval 68">
            <a:extLst>
              <a:ext uri="{FF2B5EF4-FFF2-40B4-BE49-F238E27FC236}">
                <a16:creationId xmlns:a16="http://schemas.microsoft.com/office/drawing/2014/main" id="{1B0C77D3-A7B0-56FA-94D0-33B564616A6C}"/>
              </a:ext>
            </a:extLst>
          </p:cNvPr>
          <p:cNvSpPr>
            <a:spLocks noChangeAspect="1"/>
          </p:cNvSpPr>
          <p:nvPr/>
        </p:nvSpPr>
        <p:spPr>
          <a:xfrm>
            <a:off x="4944144" y="395606"/>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70" name="TextBox 69">
                <a:extLst>
                  <a:ext uri="{FF2B5EF4-FFF2-40B4-BE49-F238E27FC236}">
                    <a16:creationId xmlns:a16="http://schemas.microsoft.com/office/drawing/2014/main" id="{FCD52AD8-FD87-4935-D6A6-F449B93CF476}"/>
                  </a:ext>
                </a:extLst>
              </p:cNvPr>
              <p:cNvSpPr txBox="1"/>
              <p:nvPr/>
            </p:nvSpPr>
            <p:spPr>
              <a:xfrm>
                <a:off x="4889948" y="366883"/>
                <a:ext cx="518558" cy="394019"/>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Cp</m:t>
                          </m:r>
                        </m:sub>
                      </m:sSub>
                    </m:oMath>
                  </m:oMathPara>
                </a14:m>
                <a:endParaRPr lang="en-US" dirty="0">
                  <a:solidFill>
                    <a:schemeClr val="bg1"/>
                  </a:solidFill>
                </a:endParaRPr>
              </a:p>
            </p:txBody>
          </p:sp>
        </mc:Choice>
        <mc:Fallback xmlns="">
          <p:sp>
            <p:nvSpPr>
              <p:cNvPr id="70" name="TextBox 69">
                <a:extLst>
                  <a:ext uri="{FF2B5EF4-FFF2-40B4-BE49-F238E27FC236}">
                    <a16:creationId xmlns:a16="http://schemas.microsoft.com/office/drawing/2014/main" id="{AE0FD4EA-081F-96C1-AC9B-2ABB752622DF}"/>
                  </a:ext>
                </a:extLst>
              </p:cNvPr>
              <p:cNvSpPr txBox="1">
                <a:spLocks noRot="1" noChangeAspect="1" noMove="1" noResize="1" noEditPoints="1" noAdjustHandles="1" noChangeArrowheads="1" noChangeShapeType="1" noTextEdit="1"/>
              </p:cNvSpPr>
              <p:nvPr/>
            </p:nvSpPr>
            <p:spPr>
              <a:xfrm>
                <a:off x="4889948" y="366883"/>
                <a:ext cx="518558" cy="394019"/>
              </a:xfrm>
              <a:prstGeom prst="rect">
                <a:avLst/>
              </a:prstGeom>
              <a:blipFill>
                <a:blip r:embed="rId3"/>
                <a:stretch>
                  <a:fillRect b="-76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1" name="TextBox 70">
                <a:extLst>
                  <a:ext uri="{FF2B5EF4-FFF2-40B4-BE49-F238E27FC236}">
                    <a16:creationId xmlns:a16="http://schemas.microsoft.com/office/drawing/2014/main" id="{58DA79AC-63A4-3F7F-BEF9-35141C3C6485}"/>
                  </a:ext>
                </a:extLst>
              </p:cNvPr>
              <p:cNvSpPr txBox="1"/>
              <p:nvPr/>
            </p:nvSpPr>
            <p:spPr>
              <a:xfrm>
                <a:off x="6042814" y="220866"/>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c</m:t>
                          </m:r>
                        </m:sub>
                      </m:sSub>
                    </m:oMath>
                  </m:oMathPara>
                </a14:m>
                <a:endParaRPr lang="en-US" dirty="0">
                  <a:solidFill>
                    <a:schemeClr val="tx1"/>
                  </a:solidFill>
                </a:endParaRPr>
              </a:p>
            </p:txBody>
          </p:sp>
        </mc:Choice>
        <mc:Fallback xmlns="">
          <p:sp>
            <p:nvSpPr>
              <p:cNvPr id="71" name="TextBox 70">
                <a:extLst>
                  <a:ext uri="{FF2B5EF4-FFF2-40B4-BE49-F238E27FC236}">
                    <a16:creationId xmlns:a16="http://schemas.microsoft.com/office/drawing/2014/main" id="{D34121EC-CB66-494F-BBB8-99B2C29428A7}"/>
                  </a:ext>
                </a:extLst>
              </p:cNvPr>
              <p:cNvSpPr txBox="1">
                <a:spLocks noRot="1" noChangeAspect="1" noMove="1" noResize="1" noEditPoints="1" noAdjustHandles="1" noChangeArrowheads="1" noChangeShapeType="1" noTextEdit="1"/>
              </p:cNvSpPr>
              <p:nvPr/>
            </p:nvSpPr>
            <p:spPr>
              <a:xfrm>
                <a:off x="6042814" y="220866"/>
                <a:ext cx="507796" cy="369332"/>
              </a:xfrm>
              <a:prstGeom prst="rect">
                <a:avLst/>
              </a:prstGeom>
              <a:blipFill>
                <a:blip r:embed="rId4"/>
                <a:stretch>
                  <a:fillRect/>
                </a:stretch>
              </a:blipFill>
            </p:spPr>
            <p:txBody>
              <a:bodyPr/>
              <a:lstStyle/>
              <a:p>
                <a:r>
                  <a:rPr lang="en-US">
                    <a:noFill/>
                  </a:rPr>
                  <a:t> </a:t>
                </a:r>
              </a:p>
            </p:txBody>
          </p:sp>
        </mc:Fallback>
      </mc:AlternateContent>
      <p:sp>
        <p:nvSpPr>
          <p:cNvPr id="72" name="Oval 71">
            <a:extLst>
              <a:ext uri="{FF2B5EF4-FFF2-40B4-BE49-F238E27FC236}">
                <a16:creationId xmlns:a16="http://schemas.microsoft.com/office/drawing/2014/main" id="{5A629066-EF16-19DF-093E-105B3783158C}"/>
              </a:ext>
            </a:extLst>
          </p:cNvPr>
          <p:cNvSpPr>
            <a:spLocks noChangeAspect="1"/>
          </p:cNvSpPr>
          <p:nvPr/>
        </p:nvSpPr>
        <p:spPr>
          <a:xfrm>
            <a:off x="6106961" y="1088928"/>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73" name="TextBox 72">
                <a:extLst>
                  <a:ext uri="{FF2B5EF4-FFF2-40B4-BE49-F238E27FC236}">
                    <a16:creationId xmlns:a16="http://schemas.microsoft.com/office/drawing/2014/main" id="{01E8C039-F32D-FDFB-8728-DED7F0F28E3B}"/>
                  </a:ext>
                </a:extLst>
              </p:cNvPr>
              <p:cNvSpPr txBox="1"/>
              <p:nvPr/>
            </p:nvSpPr>
            <p:spPr>
              <a:xfrm>
                <a:off x="6048484" y="1064456"/>
                <a:ext cx="518558" cy="395493"/>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Cg</m:t>
                          </m:r>
                        </m:sub>
                      </m:sSub>
                    </m:oMath>
                  </m:oMathPara>
                </a14:m>
                <a:endParaRPr lang="en-US" dirty="0">
                  <a:solidFill>
                    <a:schemeClr val="bg1"/>
                  </a:solidFill>
                </a:endParaRPr>
              </a:p>
            </p:txBody>
          </p:sp>
        </mc:Choice>
        <mc:Fallback xmlns="">
          <p:sp>
            <p:nvSpPr>
              <p:cNvPr id="73" name="TextBox 72">
                <a:extLst>
                  <a:ext uri="{FF2B5EF4-FFF2-40B4-BE49-F238E27FC236}">
                    <a16:creationId xmlns:a16="http://schemas.microsoft.com/office/drawing/2014/main" id="{DE4B3A34-4B6F-4E19-CEBD-1136EFAC2D8E}"/>
                  </a:ext>
                </a:extLst>
              </p:cNvPr>
              <p:cNvSpPr txBox="1">
                <a:spLocks noRot="1" noChangeAspect="1" noMove="1" noResize="1" noEditPoints="1" noAdjustHandles="1" noChangeArrowheads="1" noChangeShapeType="1" noTextEdit="1"/>
              </p:cNvSpPr>
              <p:nvPr/>
            </p:nvSpPr>
            <p:spPr>
              <a:xfrm>
                <a:off x="6048484" y="1064456"/>
                <a:ext cx="518558" cy="395493"/>
              </a:xfrm>
              <a:prstGeom prst="rect">
                <a:avLst/>
              </a:prstGeom>
              <a:blipFill>
                <a:blip r:embed="rId5"/>
                <a:stretch>
                  <a:fillRect b="-937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4" name="TextBox 73">
                <a:extLst>
                  <a:ext uri="{FF2B5EF4-FFF2-40B4-BE49-F238E27FC236}">
                    <a16:creationId xmlns:a16="http://schemas.microsoft.com/office/drawing/2014/main" id="{7EB88D55-CFC5-868E-72F6-84FE46192B01}"/>
                  </a:ext>
                </a:extLst>
              </p:cNvPr>
              <p:cNvSpPr txBox="1"/>
              <p:nvPr/>
            </p:nvSpPr>
            <p:spPr>
              <a:xfrm>
                <a:off x="4902707" y="1099668"/>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Cs</m:t>
                          </m:r>
                        </m:sub>
                      </m:sSub>
                    </m:oMath>
                  </m:oMathPara>
                </a14:m>
                <a:endParaRPr lang="en-US" dirty="0">
                  <a:solidFill>
                    <a:schemeClr val="tx1"/>
                  </a:solidFill>
                </a:endParaRPr>
              </a:p>
            </p:txBody>
          </p:sp>
        </mc:Choice>
        <mc:Fallback xmlns="">
          <p:sp>
            <p:nvSpPr>
              <p:cNvPr id="74" name="TextBox 73">
                <a:extLst>
                  <a:ext uri="{FF2B5EF4-FFF2-40B4-BE49-F238E27FC236}">
                    <a16:creationId xmlns:a16="http://schemas.microsoft.com/office/drawing/2014/main" id="{03B6E555-28A0-7019-F9D8-8C07C4F685D6}"/>
                  </a:ext>
                </a:extLst>
              </p:cNvPr>
              <p:cNvSpPr txBox="1">
                <a:spLocks noRot="1" noChangeAspect="1" noMove="1" noResize="1" noEditPoints="1" noAdjustHandles="1" noChangeArrowheads="1" noChangeShapeType="1" noTextEdit="1"/>
              </p:cNvSpPr>
              <p:nvPr/>
            </p:nvSpPr>
            <p:spPr>
              <a:xfrm>
                <a:off x="4902707" y="1099668"/>
                <a:ext cx="507796" cy="369332"/>
              </a:xfrm>
              <a:prstGeom prst="rect">
                <a:avLst/>
              </a:prstGeom>
              <a:blipFill>
                <a:blip r:embed="rId6"/>
                <a:stretch>
                  <a:fillRect r="-3571"/>
                </a:stretch>
              </a:blipFill>
            </p:spPr>
            <p:txBody>
              <a:bodyPr/>
              <a:lstStyle/>
              <a:p>
                <a:r>
                  <a:rPr lang="en-US">
                    <a:noFill/>
                  </a:rPr>
                  <a:t> </a:t>
                </a:r>
              </a:p>
            </p:txBody>
          </p:sp>
        </mc:Fallback>
      </mc:AlternateContent>
      <p:sp>
        <p:nvSpPr>
          <p:cNvPr id="75" name="Oval 74">
            <a:extLst>
              <a:ext uri="{FF2B5EF4-FFF2-40B4-BE49-F238E27FC236}">
                <a16:creationId xmlns:a16="http://schemas.microsoft.com/office/drawing/2014/main" id="{C9BDE77C-52CC-B5E2-44E5-06637FFCFF4C}"/>
              </a:ext>
            </a:extLst>
          </p:cNvPr>
          <p:cNvSpPr>
            <a:spLocks noChangeAspect="1"/>
          </p:cNvSpPr>
          <p:nvPr/>
        </p:nvSpPr>
        <p:spPr>
          <a:xfrm>
            <a:off x="4972754" y="1905482"/>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76" name="TextBox 75">
                <a:extLst>
                  <a:ext uri="{FF2B5EF4-FFF2-40B4-BE49-F238E27FC236}">
                    <a16:creationId xmlns:a16="http://schemas.microsoft.com/office/drawing/2014/main" id="{87AACBE4-E299-A76E-4AA3-A747B9AC2D63}"/>
                  </a:ext>
                </a:extLst>
              </p:cNvPr>
              <p:cNvSpPr txBox="1"/>
              <p:nvPr/>
            </p:nvSpPr>
            <p:spPr>
              <a:xfrm>
                <a:off x="4917219" y="1870160"/>
                <a:ext cx="518558"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Cr</m:t>
                          </m:r>
                        </m:sub>
                      </m:sSub>
                    </m:oMath>
                  </m:oMathPara>
                </a14:m>
                <a:endParaRPr lang="en-US" dirty="0">
                  <a:solidFill>
                    <a:schemeClr val="bg1"/>
                  </a:solidFill>
                </a:endParaRPr>
              </a:p>
            </p:txBody>
          </p:sp>
        </mc:Choice>
        <mc:Fallback xmlns="">
          <p:sp>
            <p:nvSpPr>
              <p:cNvPr id="76" name="TextBox 75">
                <a:extLst>
                  <a:ext uri="{FF2B5EF4-FFF2-40B4-BE49-F238E27FC236}">
                    <a16:creationId xmlns:a16="http://schemas.microsoft.com/office/drawing/2014/main" id="{BA6A3748-10ED-4C56-3162-A82B830FF351}"/>
                  </a:ext>
                </a:extLst>
              </p:cNvPr>
              <p:cNvSpPr txBox="1">
                <a:spLocks noRot="1" noChangeAspect="1" noMove="1" noResize="1" noEditPoints="1" noAdjustHandles="1" noChangeArrowheads="1" noChangeShapeType="1" noTextEdit="1"/>
              </p:cNvSpPr>
              <p:nvPr/>
            </p:nvSpPr>
            <p:spPr>
              <a:xfrm>
                <a:off x="4917219" y="1870160"/>
                <a:ext cx="518558" cy="369332"/>
              </a:xfrm>
              <a:prstGeom prst="rect">
                <a:avLst/>
              </a:prstGeom>
              <a:blipFill>
                <a:blip r:embed="rId7"/>
                <a:stretch>
                  <a:fillRect/>
                </a:stretch>
              </a:blipFill>
            </p:spPr>
            <p:txBody>
              <a:bodyPr/>
              <a:lstStyle/>
              <a:p>
                <a:r>
                  <a:rPr lang="en-US">
                    <a:noFill/>
                  </a:rPr>
                  <a:t> </a:t>
                </a:r>
              </a:p>
            </p:txBody>
          </p:sp>
        </mc:Fallback>
      </mc:AlternateContent>
      <p:cxnSp>
        <p:nvCxnSpPr>
          <p:cNvPr id="77" name="Straight Arrow Connector 76">
            <a:extLst>
              <a:ext uri="{FF2B5EF4-FFF2-40B4-BE49-F238E27FC236}">
                <a16:creationId xmlns:a16="http://schemas.microsoft.com/office/drawing/2014/main" id="{1EA1422C-0E7D-BBF7-6534-B592E766AA8D}"/>
              </a:ext>
            </a:extLst>
          </p:cNvPr>
          <p:cNvCxnSpPr>
            <a:cxnSpLocks/>
            <a:endCxn id="69" idx="3"/>
          </p:cNvCxnSpPr>
          <p:nvPr/>
        </p:nvCxnSpPr>
        <p:spPr>
          <a:xfrm flipV="1">
            <a:off x="4121730" y="721164"/>
            <a:ext cx="878271" cy="488885"/>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80" name="Straight Arrow Connector 79">
            <a:extLst>
              <a:ext uri="{FF2B5EF4-FFF2-40B4-BE49-F238E27FC236}">
                <a16:creationId xmlns:a16="http://schemas.microsoft.com/office/drawing/2014/main" id="{2341B47A-E7AA-94E7-3229-D18411D0FD07}"/>
              </a:ext>
            </a:extLst>
          </p:cNvPr>
          <p:cNvCxnSpPr>
            <a:cxnSpLocks/>
            <a:endCxn id="75" idx="1"/>
          </p:cNvCxnSpPr>
          <p:nvPr/>
        </p:nvCxnSpPr>
        <p:spPr>
          <a:xfrm>
            <a:off x="4125152" y="1214911"/>
            <a:ext cx="903459" cy="746428"/>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84" name="Straight Arrow Connector 83">
            <a:extLst>
              <a:ext uri="{FF2B5EF4-FFF2-40B4-BE49-F238E27FC236}">
                <a16:creationId xmlns:a16="http://schemas.microsoft.com/office/drawing/2014/main" id="{CE236557-9985-DC48-DE08-4E9430377CDC}"/>
              </a:ext>
            </a:extLst>
          </p:cNvPr>
          <p:cNvCxnSpPr>
            <a:cxnSpLocks/>
            <a:stCxn id="74" idx="3"/>
            <a:endCxn id="72" idx="2"/>
          </p:cNvCxnSpPr>
          <p:nvPr/>
        </p:nvCxnSpPr>
        <p:spPr>
          <a:xfrm flipV="1">
            <a:off x="5410503" y="1279636"/>
            <a:ext cx="696458" cy="4698"/>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88" name="Straight Arrow Connector 87">
            <a:extLst>
              <a:ext uri="{FF2B5EF4-FFF2-40B4-BE49-F238E27FC236}">
                <a16:creationId xmlns:a16="http://schemas.microsoft.com/office/drawing/2014/main" id="{D65F64E7-C134-EAB7-A1E3-8C1C70211E90}"/>
              </a:ext>
            </a:extLst>
          </p:cNvPr>
          <p:cNvCxnSpPr>
            <a:cxnSpLocks/>
            <a:stCxn id="74" idx="2"/>
            <a:endCxn id="75" idx="0"/>
          </p:cNvCxnSpPr>
          <p:nvPr/>
        </p:nvCxnSpPr>
        <p:spPr>
          <a:xfrm>
            <a:off x="5156605" y="1469000"/>
            <a:ext cx="6856" cy="436482"/>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6" name="Straight Arrow Connector 95">
            <a:extLst>
              <a:ext uri="{FF2B5EF4-FFF2-40B4-BE49-F238E27FC236}">
                <a16:creationId xmlns:a16="http://schemas.microsoft.com/office/drawing/2014/main" id="{24EE721F-74C0-DD8F-16F6-EC045D3254C4}"/>
              </a:ext>
            </a:extLst>
          </p:cNvPr>
          <p:cNvCxnSpPr>
            <a:cxnSpLocks/>
            <a:stCxn id="69" idx="6"/>
          </p:cNvCxnSpPr>
          <p:nvPr/>
        </p:nvCxnSpPr>
        <p:spPr>
          <a:xfrm>
            <a:off x="5325558" y="586314"/>
            <a:ext cx="2460842" cy="10275"/>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9" name="Straight Arrow Connector 98">
            <a:extLst>
              <a:ext uri="{FF2B5EF4-FFF2-40B4-BE49-F238E27FC236}">
                <a16:creationId xmlns:a16="http://schemas.microsoft.com/office/drawing/2014/main" id="{47D6B103-BE11-5A48-BA34-A11593D02301}"/>
              </a:ext>
            </a:extLst>
          </p:cNvPr>
          <p:cNvCxnSpPr>
            <a:cxnSpLocks/>
            <a:stCxn id="71" idx="2"/>
            <a:endCxn id="72" idx="0"/>
          </p:cNvCxnSpPr>
          <p:nvPr/>
        </p:nvCxnSpPr>
        <p:spPr>
          <a:xfrm>
            <a:off x="6296712" y="590198"/>
            <a:ext cx="956" cy="49873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sp>
        <p:nvSpPr>
          <p:cNvPr id="102" name="Rectangle 101">
            <a:extLst>
              <a:ext uri="{FF2B5EF4-FFF2-40B4-BE49-F238E27FC236}">
                <a16:creationId xmlns:a16="http://schemas.microsoft.com/office/drawing/2014/main" id="{6216F6CF-AC86-5FA0-80DB-0CEB7381E82E}"/>
              </a:ext>
            </a:extLst>
          </p:cNvPr>
          <p:cNvSpPr/>
          <p:nvPr/>
        </p:nvSpPr>
        <p:spPr>
          <a:xfrm>
            <a:off x="4449950" y="9135"/>
            <a:ext cx="2873133" cy="2407763"/>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03" name="TextBox 102">
            <a:extLst>
              <a:ext uri="{FF2B5EF4-FFF2-40B4-BE49-F238E27FC236}">
                <a16:creationId xmlns:a16="http://schemas.microsoft.com/office/drawing/2014/main" id="{1A009EAD-5CC4-CE92-E886-5207BF8C58AF}"/>
              </a:ext>
            </a:extLst>
          </p:cNvPr>
          <p:cNvSpPr txBox="1"/>
          <p:nvPr/>
        </p:nvSpPr>
        <p:spPr>
          <a:xfrm>
            <a:off x="4449950" y="-6886"/>
            <a:ext cx="1774204" cy="338554"/>
          </a:xfrm>
          <a:prstGeom prst="rect">
            <a:avLst/>
          </a:prstGeom>
          <a:noFill/>
        </p:spPr>
        <p:txBody>
          <a:bodyPr wrap="none" rtlCol="0">
            <a:spAutoFit/>
          </a:bodyPr>
          <a:lstStyle/>
          <a:p>
            <a:r>
              <a:rPr lang="en-US" sz="1600" dirty="0"/>
              <a:t>Chemical counter</a:t>
            </a:r>
          </a:p>
        </p:txBody>
      </p:sp>
      <mc:AlternateContent xmlns:mc="http://schemas.openxmlformats.org/markup-compatibility/2006" xmlns:a14="http://schemas.microsoft.com/office/drawing/2010/main">
        <mc:Choice Requires="a14">
          <p:sp>
            <p:nvSpPr>
              <p:cNvPr id="67" name="TextBox 66">
                <a:extLst>
                  <a:ext uri="{FF2B5EF4-FFF2-40B4-BE49-F238E27FC236}">
                    <a16:creationId xmlns:a16="http://schemas.microsoft.com/office/drawing/2014/main" id="{F3839572-2C01-9887-DA98-8E3338A77DA7}"/>
                  </a:ext>
                </a:extLst>
              </p:cNvPr>
              <p:cNvSpPr txBox="1"/>
              <p:nvPr/>
            </p:nvSpPr>
            <p:spPr>
              <a:xfrm>
                <a:off x="0" y="1346255"/>
                <a:ext cx="593368" cy="369332"/>
              </a:xfrm>
              <a:prstGeom prst="rect">
                <a:avLst/>
              </a:prstGeom>
              <a:noFill/>
            </p:spPr>
            <p:txBody>
              <a:bodyPr wrap="none" rtlCol="0">
                <a:spAutoFit/>
              </a:bodyPr>
              <a:lstStyle/>
              <a:p>
                <a:pPr/>
                <a14:m>
                  <m:oMathPara xmlns:m="http://schemas.openxmlformats.org/officeDocument/2006/math">
                    <m:oMath>
                      <m:sSub>
                        <m:sSubPr>
                          <m:ctrlPr>
                            <a:rPr lang="de-DE" b="0" i="1" smtClean="0">
                              <a:latin typeface="Cambria Math" panose="02040503050406030204" pitchFamily="18" charset="0"/>
                            </a:rPr>
                          </m:ctrlPr>
                        </m:sSubPr>
                        <m:e>
                          <m:r>
                            <m:rPr>
                              <m:sty m:val="p"/>
                            </m:rPr>
                            <a:rPr lang="de-DE" b="0" i="1" smtClean="0">
                              <a:latin typeface="Cambria Math" panose="02040503050406030204" pitchFamily="18" charset="0"/>
                            </a:rPr>
                            <m:t>m</m:t>
                          </m:r>
                        </m:e>
                        <m:sub>
                          <m:r>
                            <m:rPr>
                              <m:sty m:val="p"/>
                            </m:rPr>
                            <a:rPr lang="de-DE" b="0" i="1" smtClean="0">
                              <a:latin typeface="Cambria Math" panose="02040503050406030204" pitchFamily="18" charset="0"/>
                            </a:rPr>
                            <m:t>in</m:t>
                          </m:r>
                        </m:sub>
                      </m:sSub>
                    </m:oMath>
                  </m:oMathPara>
                </a14:m>
                <a:endParaRPr lang="en-US" dirty="0"/>
              </a:p>
            </p:txBody>
          </p:sp>
        </mc:Choice>
        <mc:Fallback xmlns="">
          <p:sp>
            <p:nvSpPr>
              <p:cNvPr id="67" name="TextBox 66">
                <a:extLst>
                  <a:ext uri="{FF2B5EF4-FFF2-40B4-BE49-F238E27FC236}">
                    <a16:creationId xmlns:a16="http://schemas.microsoft.com/office/drawing/2014/main" id="{EFD46C72-BDC3-89B5-A688-8A8E74765E6D}"/>
                  </a:ext>
                </a:extLst>
              </p:cNvPr>
              <p:cNvSpPr txBox="1">
                <a:spLocks noRot="1" noChangeAspect="1" noMove="1" noResize="1" noEditPoints="1" noAdjustHandles="1" noChangeArrowheads="1" noChangeShapeType="1" noTextEdit="1"/>
              </p:cNvSpPr>
              <p:nvPr/>
            </p:nvSpPr>
            <p:spPr>
              <a:xfrm>
                <a:off x="0" y="1346255"/>
                <a:ext cx="593368" cy="369332"/>
              </a:xfrm>
              <a:prstGeom prst="rect">
                <a:avLst/>
              </a:prstGeom>
              <a:blipFill>
                <a:blip r:embed="rId8"/>
                <a:stretch>
                  <a:fillRect/>
                </a:stretch>
              </a:blipFill>
            </p:spPr>
            <p:txBody>
              <a:bodyPr/>
              <a:lstStyle/>
              <a:p>
                <a:r>
                  <a:rPr lang="en-US">
                    <a:noFill/>
                  </a:rPr>
                  <a:t> </a:t>
                </a:r>
              </a:p>
            </p:txBody>
          </p:sp>
        </mc:Fallback>
      </mc:AlternateContent>
      <p:sp>
        <p:nvSpPr>
          <p:cNvPr id="78" name="Rectangle 77">
            <a:extLst>
              <a:ext uri="{FF2B5EF4-FFF2-40B4-BE49-F238E27FC236}">
                <a16:creationId xmlns:a16="http://schemas.microsoft.com/office/drawing/2014/main" id="{0BA1F33B-5B03-F97B-04FF-A4413AC4D660}"/>
              </a:ext>
            </a:extLst>
          </p:cNvPr>
          <p:cNvSpPr/>
          <p:nvPr/>
        </p:nvSpPr>
        <p:spPr>
          <a:xfrm>
            <a:off x="813764" y="212548"/>
            <a:ext cx="2873133" cy="2222154"/>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79" name="TextBox 78">
            <a:extLst>
              <a:ext uri="{FF2B5EF4-FFF2-40B4-BE49-F238E27FC236}">
                <a16:creationId xmlns:a16="http://schemas.microsoft.com/office/drawing/2014/main" id="{28BF864A-4096-4827-6459-C97596B81A8E}"/>
              </a:ext>
            </a:extLst>
          </p:cNvPr>
          <p:cNvSpPr txBox="1"/>
          <p:nvPr/>
        </p:nvSpPr>
        <p:spPr>
          <a:xfrm>
            <a:off x="787440" y="212547"/>
            <a:ext cx="1362617" cy="584775"/>
          </a:xfrm>
          <a:prstGeom prst="rect">
            <a:avLst/>
          </a:prstGeom>
          <a:noFill/>
        </p:spPr>
        <p:txBody>
          <a:bodyPr wrap="none" rtlCol="0">
            <a:spAutoFit/>
          </a:bodyPr>
          <a:lstStyle/>
          <a:p>
            <a:r>
              <a:rPr lang="en-US" sz="1600" dirty="0"/>
              <a:t>Chemical</a:t>
            </a:r>
            <a:br>
              <a:rPr lang="en-US" sz="1600" dirty="0"/>
            </a:br>
            <a:r>
              <a:rPr lang="en-US" sz="1600" dirty="0"/>
              <a:t>Differentiator</a:t>
            </a:r>
          </a:p>
        </p:txBody>
      </p:sp>
      <p:sp>
        <p:nvSpPr>
          <p:cNvPr id="81" name="Oval 80">
            <a:extLst>
              <a:ext uri="{FF2B5EF4-FFF2-40B4-BE49-F238E27FC236}">
                <a16:creationId xmlns:a16="http://schemas.microsoft.com/office/drawing/2014/main" id="{1A2A597E-4C14-6D4D-DA22-E2593BA84CE8}"/>
              </a:ext>
            </a:extLst>
          </p:cNvPr>
          <p:cNvSpPr>
            <a:spLocks noChangeAspect="1"/>
          </p:cNvSpPr>
          <p:nvPr/>
        </p:nvSpPr>
        <p:spPr>
          <a:xfrm>
            <a:off x="1051699" y="1000942"/>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82" name="TextBox 81">
                <a:extLst>
                  <a:ext uri="{FF2B5EF4-FFF2-40B4-BE49-F238E27FC236}">
                    <a16:creationId xmlns:a16="http://schemas.microsoft.com/office/drawing/2014/main" id="{8F36D1FA-AA3B-CE06-56D9-3DC160C8C9BE}"/>
                  </a:ext>
                </a:extLst>
              </p:cNvPr>
              <p:cNvSpPr txBox="1"/>
              <p:nvPr/>
            </p:nvSpPr>
            <p:spPr>
              <a:xfrm>
                <a:off x="996672" y="976786"/>
                <a:ext cx="518558"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Df</m:t>
                          </m:r>
                        </m:sub>
                      </m:sSub>
                    </m:oMath>
                  </m:oMathPara>
                </a14:m>
                <a:endParaRPr lang="en-US" dirty="0">
                  <a:solidFill>
                    <a:schemeClr val="bg1"/>
                  </a:solidFill>
                </a:endParaRPr>
              </a:p>
            </p:txBody>
          </p:sp>
        </mc:Choice>
        <mc:Fallback xmlns="">
          <p:sp>
            <p:nvSpPr>
              <p:cNvPr id="82" name="TextBox 81">
                <a:extLst>
                  <a:ext uri="{FF2B5EF4-FFF2-40B4-BE49-F238E27FC236}">
                    <a16:creationId xmlns:a16="http://schemas.microsoft.com/office/drawing/2014/main" id="{595AA050-5097-F1E2-FCDB-F7CA2381EFDE}"/>
                  </a:ext>
                </a:extLst>
              </p:cNvPr>
              <p:cNvSpPr txBox="1">
                <a:spLocks noRot="1" noChangeAspect="1" noMove="1" noResize="1" noEditPoints="1" noAdjustHandles="1" noChangeArrowheads="1" noChangeShapeType="1" noTextEdit="1"/>
              </p:cNvSpPr>
              <p:nvPr/>
            </p:nvSpPr>
            <p:spPr>
              <a:xfrm>
                <a:off x="996672" y="976786"/>
                <a:ext cx="518558" cy="369332"/>
              </a:xfrm>
              <a:prstGeom prst="rect">
                <a:avLst/>
              </a:prstGeom>
              <a:blipFill>
                <a:blip r:embed="rId9"/>
                <a:stretch>
                  <a:fillRect/>
                </a:stretch>
              </a:blipFill>
            </p:spPr>
            <p:txBody>
              <a:bodyPr/>
              <a:lstStyle/>
              <a:p>
                <a:r>
                  <a:rPr lang="en-US">
                    <a:noFill/>
                  </a:rPr>
                  <a:t> </a:t>
                </a:r>
              </a:p>
            </p:txBody>
          </p:sp>
        </mc:Fallback>
      </mc:AlternateContent>
      <p:sp>
        <p:nvSpPr>
          <p:cNvPr id="83" name="Oval 82">
            <a:extLst>
              <a:ext uri="{FF2B5EF4-FFF2-40B4-BE49-F238E27FC236}">
                <a16:creationId xmlns:a16="http://schemas.microsoft.com/office/drawing/2014/main" id="{C9C589BD-AD35-1DA2-064B-BF85576F51C9}"/>
              </a:ext>
            </a:extLst>
          </p:cNvPr>
          <p:cNvSpPr>
            <a:spLocks noChangeAspect="1"/>
          </p:cNvSpPr>
          <p:nvPr/>
        </p:nvSpPr>
        <p:spPr>
          <a:xfrm>
            <a:off x="1155180" y="1894298"/>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85" name="TextBox 84">
                <a:extLst>
                  <a:ext uri="{FF2B5EF4-FFF2-40B4-BE49-F238E27FC236}">
                    <a16:creationId xmlns:a16="http://schemas.microsoft.com/office/drawing/2014/main" id="{F24EE502-40BF-E493-1E4D-9FC49E0FD616}"/>
                  </a:ext>
                </a:extLst>
              </p:cNvPr>
              <p:cNvSpPr txBox="1"/>
              <p:nvPr/>
            </p:nvSpPr>
            <p:spPr>
              <a:xfrm>
                <a:off x="1097393" y="1886274"/>
                <a:ext cx="518558"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Ds</m:t>
                          </m:r>
                        </m:sub>
                      </m:sSub>
                    </m:oMath>
                  </m:oMathPara>
                </a14:m>
                <a:endParaRPr lang="en-US" dirty="0">
                  <a:solidFill>
                    <a:schemeClr val="bg1"/>
                  </a:solidFill>
                </a:endParaRPr>
              </a:p>
            </p:txBody>
          </p:sp>
        </mc:Choice>
        <mc:Fallback xmlns="">
          <p:sp>
            <p:nvSpPr>
              <p:cNvPr id="85" name="TextBox 84">
                <a:extLst>
                  <a:ext uri="{FF2B5EF4-FFF2-40B4-BE49-F238E27FC236}">
                    <a16:creationId xmlns:a16="http://schemas.microsoft.com/office/drawing/2014/main" id="{5B040B6A-8F0A-43CE-4DD0-D0E53DAB1693}"/>
                  </a:ext>
                </a:extLst>
              </p:cNvPr>
              <p:cNvSpPr txBox="1">
                <a:spLocks noRot="1" noChangeAspect="1" noMove="1" noResize="1" noEditPoints="1" noAdjustHandles="1" noChangeArrowheads="1" noChangeShapeType="1" noTextEdit="1"/>
              </p:cNvSpPr>
              <p:nvPr/>
            </p:nvSpPr>
            <p:spPr>
              <a:xfrm>
                <a:off x="1097393" y="1886274"/>
                <a:ext cx="518558" cy="369332"/>
              </a:xfrm>
              <a:prstGeom prst="rect">
                <a:avLst/>
              </a:prstGeom>
              <a:blipFill>
                <a:blip r:embed="rId10"/>
                <a:stretch>
                  <a:fillRect/>
                </a:stretch>
              </a:blipFill>
            </p:spPr>
            <p:txBody>
              <a:bodyPr/>
              <a:lstStyle/>
              <a:p>
                <a:r>
                  <a:rPr lang="en-US">
                    <a:noFill/>
                  </a:rPr>
                  <a:t> </a:t>
                </a:r>
              </a:p>
            </p:txBody>
          </p:sp>
        </mc:Fallback>
      </mc:AlternateContent>
      <p:sp>
        <p:nvSpPr>
          <p:cNvPr id="86" name="Oval 85">
            <a:extLst>
              <a:ext uri="{FF2B5EF4-FFF2-40B4-BE49-F238E27FC236}">
                <a16:creationId xmlns:a16="http://schemas.microsoft.com/office/drawing/2014/main" id="{BC56269D-DFA5-A378-CDB7-6C6E4EA4FA71}"/>
              </a:ext>
            </a:extLst>
          </p:cNvPr>
          <p:cNvSpPr>
            <a:spLocks noChangeAspect="1"/>
          </p:cNvSpPr>
          <p:nvPr/>
        </p:nvSpPr>
        <p:spPr>
          <a:xfrm>
            <a:off x="2221387" y="1004799"/>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87" name="TextBox 86">
                <a:extLst>
                  <a:ext uri="{FF2B5EF4-FFF2-40B4-BE49-F238E27FC236}">
                    <a16:creationId xmlns:a16="http://schemas.microsoft.com/office/drawing/2014/main" id="{BBC506E2-7BFA-5274-37BE-5C04AAA7BCF1}"/>
                  </a:ext>
                </a:extLst>
              </p:cNvPr>
              <p:cNvSpPr txBox="1"/>
              <p:nvPr/>
            </p:nvSpPr>
            <p:spPr>
              <a:xfrm>
                <a:off x="2166526" y="976223"/>
                <a:ext cx="518558" cy="394019"/>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Dp</m:t>
                          </m:r>
                        </m:sub>
                      </m:sSub>
                    </m:oMath>
                  </m:oMathPara>
                </a14:m>
                <a:endParaRPr lang="en-US" dirty="0">
                  <a:solidFill>
                    <a:schemeClr val="bg1"/>
                  </a:solidFill>
                </a:endParaRPr>
              </a:p>
            </p:txBody>
          </p:sp>
        </mc:Choice>
        <mc:Fallback xmlns="">
          <p:sp>
            <p:nvSpPr>
              <p:cNvPr id="87" name="TextBox 86">
                <a:extLst>
                  <a:ext uri="{FF2B5EF4-FFF2-40B4-BE49-F238E27FC236}">
                    <a16:creationId xmlns:a16="http://schemas.microsoft.com/office/drawing/2014/main" id="{A0541347-6880-25A9-810A-CD0FC4EA1025}"/>
                  </a:ext>
                </a:extLst>
              </p:cNvPr>
              <p:cNvSpPr txBox="1">
                <a:spLocks noRot="1" noChangeAspect="1" noMove="1" noResize="1" noEditPoints="1" noAdjustHandles="1" noChangeArrowheads="1" noChangeShapeType="1" noTextEdit="1"/>
              </p:cNvSpPr>
              <p:nvPr/>
            </p:nvSpPr>
            <p:spPr>
              <a:xfrm>
                <a:off x="2166526" y="976223"/>
                <a:ext cx="518558" cy="394019"/>
              </a:xfrm>
              <a:prstGeom prst="rect">
                <a:avLst/>
              </a:prstGeom>
              <a:blipFill>
                <a:blip r:embed="rId11"/>
                <a:stretch>
                  <a:fillRect b="-7692"/>
                </a:stretch>
              </a:blipFill>
            </p:spPr>
            <p:txBody>
              <a:bodyPr/>
              <a:lstStyle/>
              <a:p>
                <a:r>
                  <a:rPr lang="en-US">
                    <a:noFill/>
                  </a:rPr>
                  <a:t> </a:t>
                </a:r>
              </a:p>
            </p:txBody>
          </p:sp>
        </mc:Fallback>
      </mc:AlternateContent>
      <p:cxnSp>
        <p:nvCxnSpPr>
          <p:cNvPr id="89" name="Straight Arrow Connector 88">
            <a:extLst>
              <a:ext uri="{FF2B5EF4-FFF2-40B4-BE49-F238E27FC236}">
                <a16:creationId xmlns:a16="http://schemas.microsoft.com/office/drawing/2014/main" id="{5A2A9840-F4F5-A4EA-9A7F-00C1665903EB}"/>
              </a:ext>
            </a:extLst>
          </p:cNvPr>
          <p:cNvCxnSpPr>
            <a:cxnSpLocks/>
            <a:stCxn id="67" idx="3"/>
            <a:endCxn id="81" idx="2"/>
          </p:cNvCxnSpPr>
          <p:nvPr/>
        </p:nvCxnSpPr>
        <p:spPr>
          <a:xfrm flipV="1">
            <a:off x="593368" y="1191650"/>
            <a:ext cx="458331" cy="339271"/>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0" name="Straight Arrow Connector 89">
            <a:extLst>
              <a:ext uri="{FF2B5EF4-FFF2-40B4-BE49-F238E27FC236}">
                <a16:creationId xmlns:a16="http://schemas.microsoft.com/office/drawing/2014/main" id="{D1530F61-1596-616E-8C26-226C9193B619}"/>
              </a:ext>
            </a:extLst>
          </p:cNvPr>
          <p:cNvCxnSpPr>
            <a:cxnSpLocks/>
            <a:stCxn id="67" idx="3"/>
            <a:endCxn id="83" idx="2"/>
          </p:cNvCxnSpPr>
          <p:nvPr/>
        </p:nvCxnSpPr>
        <p:spPr>
          <a:xfrm>
            <a:off x="593368" y="1530921"/>
            <a:ext cx="561812" cy="554085"/>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1" name="Straight Arrow Connector 90">
            <a:extLst>
              <a:ext uri="{FF2B5EF4-FFF2-40B4-BE49-F238E27FC236}">
                <a16:creationId xmlns:a16="http://schemas.microsoft.com/office/drawing/2014/main" id="{9A8A7C1C-8180-1721-BBE0-05B7C662837B}"/>
              </a:ext>
            </a:extLst>
          </p:cNvPr>
          <p:cNvCxnSpPr>
            <a:cxnSpLocks/>
            <a:stCxn id="81" idx="6"/>
            <a:endCxn id="86" idx="2"/>
          </p:cNvCxnSpPr>
          <p:nvPr/>
        </p:nvCxnSpPr>
        <p:spPr>
          <a:xfrm>
            <a:off x="1433113" y="1191650"/>
            <a:ext cx="788274" cy="3858"/>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2" name="Straight Arrow Connector 91">
            <a:extLst>
              <a:ext uri="{FF2B5EF4-FFF2-40B4-BE49-F238E27FC236}">
                <a16:creationId xmlns:a16="http://schemas.microsoft.com/office/drawing/2014/main" id="{BA2D1B56-8128-3D7B-20FC-E52BF0248E84}"/>
              </a:ext>
            </a:extLst>
          </p:cNvPr>
          <p:cNvCxnSpPr>
            <a:cxnSpLocks/>
            <a:stCxn id="83" idx="6"/>
            <a:endCxn id="98" idx="2"/>
          </p:cNvCxnSpPr>
          <p:nvPr/>
        </p:nvCxnSpPr>
        <p:spPr>
          <a:xfrm>
            <a:off x="1536594" y="2085006"/>
            <a:ext cx="1447412" cy="33588"/>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3" name="Straight Arrow Connector 92">
            <a:extLst>
              <a:ext uri="{FF2B5EF4-FFF2-40B4-BE49-F238E27FC236}">
                <a16:creationId xmlns:a16="http://schemas.microsoft.com/office/drawing/2014/main" id="{A0FF5430-3559-DEA8-900C-15322861F570}"/>
              </a:ext>
            </a:extLst>
          </p:cNvPr>
          <p:cNvCxnSpPr>
            <a:cxnSpLocks/>
            <a:stCxn id="86" idx="6"/>
          </p:cNvCxnSpPr>
          <p:nvPr/>
        </p:nvCxnSpPr>
        <p:spPr>
          <a:xfrm>
            <a:off x="2602801" y="1195507"/>
            <a:ext cx="1532016" cy="14542"/>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94" name="TextBox 93">
                <a:extLst>
                  <a:ext uri="{FF2B5EF4-FFF2-40B4-BE49-F238E27FC236}">
                    <a16:creationId xmlns:a16="http://schemas.microsoft.com/office/drawing/2014/main" id="{E4BEB8CA-1751-A3F6-C22F-9C2EB8AB3FA9}"/>
                  </a:ext>
                </a:extLst>
              </p:cNvPr>
              <p:cNvSpPr txBox="1"/>
              <p:nvPr/>
            </p:nvSpPr>
            <p:spPr>
              <a:xfrm>
                <a:off x="2910701" y="827267"/>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d</m:t>
                          </m:r>
                        </m:sub>
                      </m:sSub>
                    </m:oMath>
                  </m:oMathPara>
                </a14:m>
                <a:endParaRPr lang="en-US" dirty="0">
                  <a:solidFill>
                    <a:schemeClr val="tx1"/>
                  </a:solidFill>
                </a:endParaRPr>
              </a:p>
            </p:txBody>
          </p:sp>
        </mc:Choice>
        <mc:Fallback xmlns="">
          <p:sp>
            <p:nvSpPr>
              <p:cNvPr id="94" name="TextBox 93">
                <a:extLst>
                  <a:ext uri="{FF2B5EF4-FFF2-40B4-BE49-F238E27FC236}">
                    <a16:creationId xmlns:a16="http://schemas.microsoft.com/office/drawing/2014/main" id="{526233FF-59EB-0873-D8B3-B4EBC3139A9D}"/>
                  </a:ext>
                </a:extLst>
              </p:cNvPr>
              <p:cNvSpPr txBox="1">
                <a:spLocks noRot="1" noChangeAspect="1" noMove="1" noResize="1" noEditPoints="1" noAdjustHandles="1" noChangeArrowheads="1" noChangeShapeType="1" noTextEdit="1"/>
              </p:cNvSpPr>
              <p:nvPr/>
            </p:nvSpPr>
            <p:spPr>
              <a:xfrm>
                <a:off x="2910701" y="827267"/>
                <a:ext cx="507796" cy="369332"/>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5" name="TextBox 94">
                <a:extLst>
                  <a:ext uri="{FF2B5EF4-FFF2-40B4-BE49-F238E27FC236}">
                    <a16:creationId xmlns:a16="http://schemas.microsoft.com/office/drawing/2014/main" id="{E6CE2DE0-A947-C5C9-242B-CC91613FCEAA}"/>
                  </a:ext>
                </a:extLst>
              </p:cNvPr>
              <p:cNvSpPr txBox="1"/>
              <p:nvPr/>
            </p:nvSpPr>
            <p:spPr>
              <a:xfrm>
                <a:off x="1551725" y="814672"/>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Df</m:t>
                          </m:r>
                        </m:sub>
                      </m:sSub>
                    </m:oMath>
                  </m:oMathPara>
                </a14:m>
                <a:endParaRPr lang="en-US" dirty="0">
                  <a:solidFill>
                    <a:schemeClr val="tx1"/>
                  </a:solidFill>
                </a:endParaRPr>
              </a:p>
            </p:txBody>
          </p:sp>
        </mc:Choice>
        <mc:Fallback xmlns="">
          <p:sp>
            <p:nvSpPr>
              <p:cNvPr id="95" name="TextBox 94">
                <a:extLst>
                  <a:ext uri="{FF2B5EF4-FFF2-40B4-BE49-F238E27FC236}">
                    <a16:creationId xmlns:a16="http://schemas.microsoft.com/office/drawing/2014/main" id="{FDB4816B-1F83-0A37-543B-085F737BCF63}"/>
                  </a:ext>
                </a:extLst>
              </p:cNvPr>
              <p:cNvSpPr txBox="1">
                <a:spLocks noRot="1" noChangeAspect="1" noMove="1" noResize="1" noEditPoints="1" noAdjustHandles="1" noChangeArrowheads="1" noChangeShapeType="1" noTextEdit="1"/>
              </p:cNvSpPr>
              <p:nvPr/>
            </p:nvSpPr>
            <p:spPr>
              <a:xfrm>
                <a:off x="1551725" y="814672"/>
                <a:ext cx="507796" cy="369332"/>
              </a:xfrm>
              <a:prstGeom prst="rect">
                <a:avLst/>
              </a:prstGeom>
              <a:blipFill>
                <a:blip r:embed="rId13"/>
                <a:stretch>
                  <a:fillRect r="-481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7" name="TextBox 96">
                <a:extLst>
                  <a:ext uri="{FF2B5EF4-FFF2-40B4-BE49-F238E27FC236}">
                    <a16:creationId xmlns:a16="http://schemas.microsoft.com/office/drawing/2014/main" id="{72B1159B-4F66-978F-D1C7-5CF14100E22C}"/>
                  </a:ext>
                </a:extLst>
              </p:cNvPr>
              <p:cNvSpPr txBox="1"/>
              <p:nvPr/>
            </p:nvSpPr>
            <p:spPr>
              <a:xfrm>
                <a:off x="1957366" y="2049302"/>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Ds</m:t>
                          </m:r>
                        </m:sub>
                      </m:sSub>
                    </m:oMath>
                  </m:oMathPara>
                </a14:m>
                <a:endParaRPr lang="en-US" dirty="0">
                  <a:solidFill>
                    <a:schemeClr val="tx1"/>
                  </a:solidFill>
                </a:endParaRPr>
              </a:p>
            </p:txBody>
          </p:sp>
        </mc:Choice>
        <mc:Fallback xmlns="">
          <p:sp>
            <p:nvSpPr>
              <p:cNvPr id="97" name="TextBox 96">
                <a:extLst>
                  <a:ext uri="{FF2B5EF4-FFF2-40B4-BE49-F238E27FC236}">
                    <a16:creationId xmlns:a16="http://schemas.microsoft.com/office/drawing/2014/main" id="{9EA2B142-FE8A-5DC2-E3B0-AB622DAA17E9}"/>
                  </a:ext>
                </a:extLst>
              </p:cNvPr>
              <p:cNvSpPr txBox="1">
                <a:spLocks noRot="1" noChangeAspect="1" noMove="1" noResize="1" noEditPoints="1" noAdjustHandles="1" noChangeArrowheads="1" noChangeShapeType="1" noTextEdit="1"/>
              </p:cNvSpPr>
              <p:nvPr/>
            </p:nvSpPr>
            <p:spPr>
              <a:xfrm>
                <a:off x="1957366" y="2049302"/>
                <a:ext cx="507796" cy="369332"/>
              </a:xfrm>
              <a:prstGeom prst="rect">
                <a:avLst/>
              </a:prstGeom>
              <a:blipFill>
                <a:blip r:embed="rId14"/>
                <a:stretch>
                  <a:fillRect r="-8434"/>
                </a:stretch>
              </a:blipFill>
            </p:spPr>
            <p:txBody>
              <a:bodyPr/>
              <a:lstStyle/>
              <a:p>
                <a:r>
                  <a:rPr lang="en-US">
                    <a:noFill/>
                  </a:rPr>
                  <a:t> </a:t>
                </a:r>
              </a:p>
            </p:txBody>
          </p:sp>
        </mc:Fallback>
      </mc:AlternateContent>
      <p:sp>
        <p:nvSpPr>
          <p:cNvPr id="98" name="Oval 97">
            <a:extLst>
              <a:ext uri="{FF2B5EF4-FFF2-40B4-BE49-F238E27FC236}">
                <a16:creationId xmlns:a16="http://schemas.microsoft.com/office/drawing/2014/main" id="{372419DF-6846-DF7C-F178-AD715DF6FB68}"/>
              </a:ext>
            </a:extLst>
          </p:cNvPr>
          <p:cNvSpPr>
            <a:spLocks noChangeAspect="1"/>
          </p:cNvSpPr>
          <p:nvPr/>
        </p:nvSpPr>
        <p:spPr>
          <a:xfrm>
            <a:off x="2984006" y="1927886"/>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100" name="TextBox 99">
                <a:extLst>
                  <a:ext uri="{FF2B5EF4-FFF2-40B4-BE49-F238E27FC236}">
                    <a16:creationId xmlns:a16="http://schemas.microsoft.com/office/drawing/2014/main" id="{D57C85D5-356B-68AD-7507-A8182D249109}"/>
                  </a:ext>
                </a:extLst>
              </p:cNvPr>
              <p:cNvSpPr txBox="1"/>
              <p:nvPr/>
            </p:nvSpPr>
            <p:spPr>
              <a:xfrm>
                <a:off x="2918451" y="1889534"/>
                <a:ext cx="518558"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Di</m:t>
                          </m:r>
                        </m:sub>
                      </m:sSub>
                    </m:oMath>
                  </m:oMathPara>
                </a14:m>
                <a:endParaRPr lang="en-US" dirty="0">
                  <a:solidFill>
                    <a:schemeClr val="bg1"/>
                  </a:solidFill>
                </a:endParaRPr>
              </a:p>
            </p:txBody>
          </p:sp>
        </mc:Choice>
        <mc:Fallback xmlns="">
          <p:sp>
            <p:nvSpPr>
              <p:cNvPr id="100" name="TextBox 99">
                <a:extLst>
                  <a:ext uri="{FF2B5EF4-FFF2-40B4-BE49-F238E27FC236}">
                    <a16:creationId xmlns:a16="http://schemas.microsoft.com/office/drawing/2014/main" id="{A07DECCD-FE94-C90F-D451-AF3D31A46BB7}"/>
                  </a:ext>
                </a:extLst>
              </p:cNvPr>
              <p:cNvSpPr txBox="1">
                <a:spLocks noRot="1" noChangeAspect="1" noMove="1" noResize="1" noEditPoints="1" noAdjustHandles="1" noChangeArrowheads="1" noChangeShapeType="1" noTextEdit="1"/>
              </p:cNvSpPr>
              <p:nvPr/>
            </p:nvSpPr>
            <p:spPr>
              <a:xfrm>
                <a:off x="2918451" y="1889534"/>
                <a:ext cx="518558" cy="369332"/>
              </a:xfrm>
              <a:prstGeom prst="rect">
                <a:avLst/>
              </a:prstGeom>
              <a:blipFill>
                <a:blip r:embed="rId15"/>
                <a:stretch>
                  <a:fillRect/>
                </a:stretch>
              </a:blipFill>
            </p:spPr>
            <p:txBody>
              <a:bodyPr/>
              <a:lstStyle/>
              <a:p>
                <a:r>
                  <a:rPr lang="en-US">
                    <a:noFill/>
                  </a:rPr>
                  <a:t> </a:t>
                </a:r>
              </a:p>
            </p:txBody>
          </p:sp>
        </mc:Fallback>
      </mc:AlternateContent>
      <p:cxnSp>
        <p:nvCxnSpPr>
          <p:cNvPr id="101" name="Straight Arrow Connector 100">
            <a:extLst>
              <a:ext uri="{FF2B5EF4-FFF2-40B4-BE49-F238E27FC236}">
                <a16:creationId xmlns:a16="http://schemas.microsoft.com/office/drawing/2014/main" id="{75329DBB-3255-1756-5F78-FA3D95D0BD38}"/>
              </a:ext>
            </a:extLst>
          </p:cNvPr>
          <p:cNvCxnSpPr>
            <a:cxnSpLocks/>
            <a:stCxn id="94" idx="2"/>
            <a:endCxn id="98" idx="0"/>
          </p:cNvCxnSpPr>
          <p:nvPr/>
        </p:nvCxnSpPr>
        <p:spPr>
          <a:xfrm>
            <a:off x="3164599" y="1196599"/>
            <a:ext cx="10114" cy="731287"/>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09" name="TextBox 108">
                <a:extLst>
                  <a:ext uri="{FF2B5EF4-FFF2-40B4-BE49-F238E27FC236}">
                    <a16:creationId xmlns:a16="http://schemas.microsoft.com/office/drawing/2014/main" id="{13F4D19C-AF3A-12DB-3E36-A967A49653EF}"/>
                  </a:ext>
                </a:extLst>
              </p:cNvPr>
              <p:cNvSpPr txBox="1"/>
              <p:nvPr/>
            </p:nvSpPr>
            <p:spPr>
              <a:xfrm>
                <a:off x="3796741" y="718517"/>
                <a:ext cx="578427" cy="400110"/>
              </a:xfrm>
              <a:prstGeom prst="rect">
                <a:avLst/>
              </a:prstGeom>
              <a:noFill/>
            </p:spPr>
            <p:txBody>
              <a:bodyPr wrap="none" rtlCol="0">
                <a:spAutoFit/>
              </a:bodyPr>
              <a:lstStyle/>
              <a:p>
                <a:pPr/>
                <a14:m>
                  <m:oMathPara xmlns:m="http://schemas.openxmlformats.org/officeDocument/2006/math">
                    <m:oMath>
                      <m:sSub>
                        <m:sSubPr>
                          <m:ctrlPr>
                            <a:rPr lang="de-DE" sz="2000" b="0" i="1" smtClean="0">
                              <a:latin typeface="Cambria Math" panose="02040503050406030204" pitchFamily="18" charset="0"/>
                            </a:rPr>
                          </m:ctrlPr>
                        </m:sSubPr>
                        <m:e>
                          <m:r>
                            <m:rPr>
                              <m:sty m:val="p"/>
                            </m:rPr>
                            <a:rPr lang="de-DE" sz="2000" b="0" i="1" smtClean="0">
                              <a:latin typeface="Cambria Math" panose="02040503050406030204" pitchFamily="18" charset="0"/>
                            </a:rPr>
                            <m:t>m</m:t>
                          </m:r>
                        </m:e>
                        <m:sub>
                          <m:r>
                            <m:rPr>
                              <m:sty m:val="p"/>
                            </m:rPr>
                            <a:rPr lang="de-DE" sz="2000" b="0" i="1" smtClean="0">
                              <a:latin typeface="Cambria Math" panose="02040503050406030204" pitchFamily="18" charset="0"/>
                            </a:rPr>
                            <m:t>d</m:t>
                          </m:r>
                        </m:sub>
                      </m:sSub>
                    </m:oMath>
                  </m:oMathPara>
                </a14:m>
                <a:endParaRPr lang="en-US" sz="2000" dirty="0"/>
              </a:p>
            </p:txBody>
          </p:sp>
        </mc:Choice>
        <mc:Fallback xmlns="">
          <p:sp>
            <p:nvSpPr>
              <p:cNvPr id="109" name="TextBox 108">
                <a:extLst>
                  <a:ext uri="{FF2B5EF4-FFF2-40B4-BE49-F238E27FC236}">
                    <a16:creationId xmlns:a16="http://schemas.microsoft.com/office/drawing/2014/main" id="{EF4B4886-7926-701B-895D-B4BAB1A25D45}"/>
                  </a:ext>
                </a:extLst>
              </p:cNvPr>
              <p:cNvSpPr txBox="1">
                <a:spLocks noRot="1" noChangeAspect="1" noMove="1" noResize="1" noEditPoints="1" noAdjustHandles="1" noChangeArrowheads="1" noChangeShapeType="1" noTextEdit="1"/>
              </p:cNvSpPr>
              <p:nvPr/>
            </p:nvSpPr>
            <p:spPr>
              <a:xfrm>
                <a:off x="3796741" y="718517"/>
                <a:ext cx="578427" cy="400110"/>
              </a:xfrm>
              <a:prstGeom prst="rect">
                <a:avLst/>
              </a:prstGeom>
              <a:blipFill>
                <a:blip r:embed="rId1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2" name="TextBox 111">
                <a:extLst>
                  <a:ext uri="{FF2B5EF4-FFF2-40B4-BE49-F238E27FC236}">
                    <a16:creationId xmlns:a16="http://schemas.microsoft.com/office/drawing/2014/main" id="{E23F0986-60D4-960C-5195-AA9A545C294D}"/>
                  </a:ext>
                </a:extLst>
              </p:cNvPr>
              <p:cNvSpPr txBox="1"/>
              <p:nvPr/>
            </p:nvSpPr>
            <p:spPr>
              <a:xfrm>
                <a:off x="7415254" y="175204"/>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c</m:t>
                          </m:r>
                        </m:sub>
                      </m:sSub>
                    </m:oMath>
                  </m:oMathPara>
                </a14:m>
                <a:endParaRPr lang="en-US" dirty="0">
                  <a:solidFill>
                    <a:schemeClr val="tx1"/>
                  </a:solidFill>
                </a:endParaRPr>
              </a:p>
            </p:txBody>
          </p:sp>
        </mc:Choice>
        <mc:Fallback xmlns="">
          <p:sp>
            <p:nvSpPr>
              <p:cNvPr id="112" name="TextBox 111">
                <a:extLst>
                  <a:ext uri="{FF2B5EF4-FFF2-40B4-BE49-F238E27FC236}">
                    <a16:creationId xmlns:a16="http://schemas.microsoft.com/office/drawing/2014/main" id="{1E35AD24-B504-3EA9-3300-29B5908B32E4}"/>
                  </a:ext>
                </a:extLst>
              </p:cNvPr>
              <p:cNvSpPr txBox="1">
                <a:spLocks noRot="1" noChangeAspect="1" noMove="1" noResize="1" noEditPoints="1" noAdjustHandles="1" noChangeArrowheads="1" noChangeShapeType="1" noTextEdit="1"/>
              </p:cNvSpPr>
              <p:nvPr/>
            </p:nvSpPr>
            <p:spPr>
              <a:xfrm>
                <a:off x="7415254" y="175204"/>
                <a:ext cx="507796" cy="369332"/>
              </a:xfrm>
              <a:prstGeom prst="rect">
                <a:avLst/>
              </a:prstGeom>
              <a:blipFill>
                <a:blip r:embed="rId17"/>
                <a:stretch>
                  <a:fillRect/>
                </a:stretch>
              </a:blipFill>
            </p:spPr>
            <p:txBody>
              <a:bodyPr/>
              <a:lstStyle/>
              <a:p>
                <a:r>
                  <a:rPr lang="en-US">
                    <a:noFill/>
                  </a:rPr>
                  <a:t> </a:t>
                </a:r>
              </a:p>
            </p:txBody>
          </p:sp>
        </mc:Fallback>
      </mc:AlternateContent>
      <p:sp>
        <p:nvSpPr>
          <p:cNvPr id="30" name="Oval 29">
            <a:extLst>
              <a:ext uri="{FF2B5EF4-FFF2-40B4-BE49-F238E27FC236}">
                <a16:creationId xmlns:a16="http://schemas.microsoft.com/office/drawing/2014/main" id="{5894E8FE-316C-6D27-4BE7-B6B96EB63957}"/>
              </a:ext>
            </a:extLst>
          </p:cNvPr>
          <p:cNvSpPr>
            <a:spLocks noChangeAspect="1"/>
          </p:cNvSpPr>
          <p:nvPr/>
        </p:nvSpPr>
        <p:spPr>
          <a:xfrm>
            <a:off x="9575979" y="144458"/>
            <a:ext cx="410141" cy="41014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1" name="Oval 30">
            <a:extLst>
              <a:ext uri="{FF2B5EF4-FFF2-40B4-BE49-F238E27FC236}">
                <a16:creationId xmlns:a16="http://schemas.microsoft.com/office/drawing/2014/main" id="{0B27784C-E498-0FDA-914F-B87A6C5D3BAE}"/>
              </a:ext>
            </a:extLst>
          </p:cNvPr>
          <p:cNvSpPr>
            <a:spLocks noChangeAspect="1"/>
          </p:cNvSpPr>
          <p:nvPr/>
        </p:nvSpPr>
        <p:spPr>
          <a:xfrm>
            <a:off x="9585689" y="2015561"/>
            <a:ext cx="410141" cy="41014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32" name="Straight Arrow Connector 31">
            <a:extLst>
              <a:ext uri="{FF2B5EF4-FFF2-40B4-BE49-F238E27FC236}">
                <a16:creationId xmlns:a16="http://schemas.microsoft.com/office/drawing/2014/main" id="{C68E0590-F95E-04D8-76D7-03CAFA552ED1}"/>
              </a:ext>
            </a:extLst>
          </p:cNvPr>
          <p:cNvCxnSpPr>
            <a:cxnSpLocks/>
            <a:stCxn id="31" idx="6"/>
            <a:endCxn id="43" idx="3"/>
          </p:cNvCxnSpPr>
          <p:nvPr/>
        </p:nvCxnSpPr>
        <p:spPr>
          <a:xfrm flipV="1">
            <a:off x="9995830" y="1422412"/>
            <a:ext cx="806857" cy="798219"/>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a16="http://schemas.microsoft.com/office/drawing/2014/main" id="{29A5E2D0-527D-4C22-1675-2C7416381E5D}"/>
              </a:ext>
            </a:extLst>
          </p:cNvPr>
          <p:cNvCxnSpPr>
            <a:cxnSpLocks/>
            <a:stCxn id="30" idx="6"/>
            <a:endCxn id="43" idx="1"/>
          </p:cNvCxnSpPr>
          <p:nvPr/>
        </p:nvCxnSpPr>
        <p:spPr>
          <a:xfrm>
            <a:off x="9986120" y="349529"/>
            <a:ext cx="816567" cy="78287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5BFADE33-0DD5-2E91-A7D5-7CA3D5580860}"/>
                  </a:ext>
                </a:extLst>
              </p:cNvPr>
              <p:cNvSpPr txBox="1"/>
              <p:nvPr/>
            </p:nvSpPr>
            <p:spPr>
              <a:xfrm>
                <a:off x="10078291" y="242332"/>
                <a:ext cx="855270"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Nc</m:t>
                          </m:r>
                        </m:sub>
                      </m:sSub>
                    </m:oMath>
                  </m:oMathPara>
                </a14:m>
                <a:endParaRPr lang="en-US" dirty="0">
                  <a:solidFill>
                    <a:schemeClr val="tx1"/>
                  </a:solidFill>
                </a:endParaRPr>
              </a:p>
            </p:txBody>
          </p:sp>
        </mc:Choice>
        <mc:Fallback xmlns="">
          <p:sp>
            <p:nvSpPr>
              <p:cNvPr id="34" name="TextBox 33">
                <a:extLst>
                  <a:ext uri="{FF2B5EF4-FFF2-40B4-BE49-F238E27FC236}">
                    <a16:creationId xmlns:a16="http://schemas.microsoft.com/office/drawing/2014/main" id="{C6139846-AF29-58CC-2604-5334A5CED0E9}"/>
                  </a:ext>
                </a:extLst>
              </p:cNvPr>
              <p:cNvSpPr txBox="1">
                <a:spLocks noRot="1" noChangeAspect="1" noMove="1" noResize="1" noEditPoints="1" noAdjustHandles="1" noChangeArrowheads="1" noChangeShapeType="1" noTextEdit="1"/>
              </p:cNvSpPr>
              <p:nvPr/>
            </p:nvSpPr>
            <p:spPr>
              <a:xfrm>
                <a:off x="10078291" y="242332"/>
                <a:ext cx="855270" cy="369332"/>
              </a:xfrm>
              <a:prstGeom prst="rect">
                <a:avLst/>
              </a:prstGeom>
              <a:blipFill>
                <a:blip r:embed="rId1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31777CF0-D5F0-CF33-5DE9-C3D98116CA32}"/>
                  </a:ext>
                </a:extLst>
              </p:cNvPr>
              <p:cNvSpPr txBox="1"/>
              <p:nvPr/>
            </p:nvSpPr>
            <p:spPr>
              <a:xfrm>
                <a:off x="10136554" y="1770391"/>
                <a:ext cx="855270"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Nc</m:t>
                          </m:r>
                        </m:sub>
                      </m:sSub>
                    </m:oMath>
                  </m:oMathPara>
                </a14:m>
                <a:endParaRPr lang="en-US" dirty="0">
                  <a:solidFill>
                    <a:schemeClr val="tx1"/>
                  </a:solidFill>
                </a:endParaRPr>
              </a:p>
            </p:txBody>
          </p:sp>
        </mc:Choice>
        <mc:Fallback xmlns="">
          <p:sp>
            <p:nvSpPr>
              <p:cNvPr id="35" name="TextBox 34">
                <a:extLst>
                  <a:ext uri="{FF2B5EF4-FFF2-40B4-BE49-F238E27FC236}">
                    <a16:creationId xmlns:a16="http://schemas.microsoft.com/office/drawing/2014/main" id="{7E7A68E1-2D97-C8BC-501A-9A846DB50778}"/>
                  </a:ext>
                </a:extLst>
              </p:cNvPr>
              <p:cNvSpPr txBox="1">
                <a:spLocks noRot="1" noChangeAspect="1" noMove="1" noResize="1" noEditPoints="1" noAdjustHandles="1" noChangeArrowheads="1" noChangeShapeType="1" noTextEdit="1"/>
              </p:cNvSpPr>
              <p:nvPr/>
            </p:nvSpPr>
            <p:spPr>
              <a:xfrm>
                <a:off x="10136554" y="1770391"/>
                <a:ext cx="855270" cy="369332"/>
              </a:xfrm>
              <a:prstGeom prst="rect">
                <a:avLst/>
              </a:prstGeom>
              <a:blipFill>
                <a:blip r:embed="rId1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A7239228-6BF8-475C-89C9-5C4BEDFA3CAC}"/>
                  </a:ext>
                </a:extLst>
              </p:cNvPr>
              <p:cNvSpPr txBox="1"/>
              <p:nvPr/>
            </p:nvSpPr>
            <p:spPr>
              <a:xfrm>
                <a:off x="8973206" y="595408"/>
                <a:ext cx="855270"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Na</m:t>
                          </m:r>
                        </m:sub>
                      </m:sSub>
                    </m:oMath>
                  </m:oMathPara>
                </a14:m>
                <a:endParaRPr lang="en-US" dirty="0">
                  <a:solidFill>
                    <a:schemeClr val="tx1"/>
                  </a:solidFill>
                </a:endParaRPr>
              </a:p>
            </p:txBody>
          </p:sp>
        </mc:Choice>
        <mc:Fallback xmlns="">
          <p:sp>
            <p:nvSpPr>
              <p:cNvPr id="36" name="TextBox 35">
                <a:extLst>
                  <a:ext uri="{FF2B5EF4-FFF2-40B4-BE49-F238E27FC236}">
                    <a16:creationId xmlns:a16="http://schemas.microsoft.com/office/drawing/2014/main" id="{C5194064-4072-A90C-37C5-CA46F7B5F543}"/>
                  </a:ext>
                </a:extLst>
              </p:cNvPr>
              <p:cNvSpPr txBox="1">
                <a:spLocks noRot="1" noChangeAspect="1" noMove="1" noResize="1" noEditPoints="1" noAdjustHandles="1" noChangeArrowheads="1" noChangeShapeType="1" noTextEdit="1"/>
              </p:cNvSpPr>
              <p:nvPr/>
            </p:nvSpPr>
            <p:spPr>
              <a:xfrm>
                <a:off x="8973206" y="595408"/>
                <a:ext cx="855270" cy="369332"/>
              </a:xfrm>
              <a:prstGeom prst="rect">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A49B873C-20E2-DF93-2F4B-ED9777D5E637}"/>
                  </a:ext>
                </a:extLst>
              </p:cNvPr>
              <p:cNvSpPr txBox="1"/>
              <p:nvPr/>
            </p:nvSpPr>
            <p:spPr>
              <a:xfrm>
                <a:off x="8905458" y="1506194"/>
                <a:ext cx="855270"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Nb</m:t>
                          </m:r>
                        </m:sub>
                      </m:sSub>
                    </m:oMath>
                  </m:oMathPara>
                </a14:m>
                <a:endParaRPr lang="en-US" dirty="0">
                  <a:solidFill>
                    <a:schemeClr val="tx1"/>
                  </a:solidFill>
                </a:endParaRPr>
              </a:p>
            </p:txBody>
          </p:sp>
        </mc:Choice>
        <mc:Fallback xmlns="">
          <p:sp>
            <p:nvSpPr>
              <p:cNvPr id="37" name="TextBox 36">
                <a:extLst>
                  <a:ext uri="{FF2B5EF4-FFF2-40B4-BE49-F238E27FC236}">
                    <a16:creationId xmlns:a16="http://schemas.microsoft.com/office/drawing/2014/main" id="{ED632984-2B60-460D-0442-E43ED109BC64}"/>
                  </a:ext>
                </a:extLst>
              </p:cNvPr>
              <p:cNvSpPr txBox="1">
                <a:spLocks noRot="1" noChangeAspect="1" noMove="1" noResize="1" noEditPoints="1" noAdjustHandles="1" noChangeArrowheads="1" noChangeShapeType="1" noTextEdit="1"/>
              </p:cNvSpPr>
              <p:nvPr/>
            </p:nvSpPr>
            <p:spPr>
              <a:xfrm>
                <a:off x="8905458" y="1506194"/>
                <a:ext cx="855270" cy="369332"/>
              </a:xfrm>
              <a:prstGeom prst="rect">
                <a:avLst/>
              </a:prstGeom>
              <a:blipFill>
                <a:blip r:embed="rId21"/>
                <a:stretch>
                  <a:fillRect/>
                </a:stretch>
              </a:blipFill>
            </p:spPr>
            <p:txBody>
              <a:bodyPr/>
              <a:lstStyle/>
              <a:p>
                <a:r>
                  <a:rPr lang="en-US">
                    <a:noFill/>
                  </a:rPr>
                  <a:t> </a:t>
                </a:r>
              </a:p>
            </p:txBody>
          </p:sp>
        </mc:Fallback>
      </mc:AlternateContent>
      <p:sp>
        <p:nvSpPr>
          <p:cNvPr id="38" name="Oval 37">
            <a:extLst>
              <a:ext uri="{FF2B5EF4-FFF2-40B4-BE49-F238E27FC236}">
                <a16:creationId xmlns:a16="http://schemas.microsoft.com/office/drawing/2014/main" id="{3D05E7D4-575B-D13C-AABA-EF10A928BF05}"/>
              </a:ext>
            </a:extLst>
          </p:cNvPr>
          <p:cNvSpPr>
            <a:spLocks noChangeAspect="1"/>
          </p:cNvSpPr>
          <p:nvPr/>
        </p:nvSpPr>
        <p:spPr>
          <a:xfrm>
            <a:off x="8524898" y="1072335"/>
            <a:ext cx="410141" cy="41014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39" name="Straight Arrow Connector 38">
            <a:extLst>
              <a:ext uri="{FF2B5EF4-FFF2-40B4-BE49-F238E27FC236}">
                <a16:creationId xmlns:a16="http://schemas.microsoft.com/office/drawing/2014/main" id="{C182B1AA-B56D-3E89-0F1E-EC28D104F7C5}"/>
              </a:ext>
            </a:extLst>
          </p:cNvPr>
          <p:cNvCxnSpPr>
            <a:cxnSpLocks/>
            <a:stCxn id="38" idx="0"/>
            <a:endCxn id="30" idx="2"/>
          </p:cNvCxnSpPr>
          <p:nvPr/>
        </p:nvCxnSpPr>
        <p:spPr>
          <a:xfrm flipV="1">
            <a:off x="8729969" y="349529"/>
            <a:ext cx="846010" cy="722806"/>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31A88502-8FEC-6556-1FCF-7C60427FEE0C}"/>
                  </a:ext>
                </a:extLst>
              </p:cNvPr>
              <p:cNvSpPr txBox="1"/>
              <p:nvPr/>
            </p:nvSpPr>
            <p:spPr>
              <a:xfrm>
                <a:off x="7804966" y="787250"/>
                <a:ext cx="546041"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c</m:t>
                          </m:r>
                        </m:sub>
                      </m:sSub>
                    </m:oMath>
                  </m:oMathPara>
                </a14:m>
                <a:endParaRPr lang="en-US" dirty="0">
                  <a:solidFill>
                    <a:schemeClr val="tx1"/>
                  </a:solidFill>
                </a:endParaRPr>
              </a:p>
            </p:txBody>
          </p:sp>
        </mc:Choice>
        <mc:Fallback xmlns="">
          <p:sp>
            <p:nvSpPr>
              <p:cNvPr id="40" name="TextBox 39">
                <a:extLst>
                  <a:ext uri="{FF2B5EF4-FFF2-40B4-BE49-F238E27FC236}">
                    <a16:creationId xmlns:a16="http://schemas.microsoft.com/office/drawing/2014/main" id="{163769BA-AB7E-24FA-0B14-00346B702320}"/>
                  </a:ext>
                </a:extLst>
              </p:cNvPr>
              <p:cNvSpPr txBox="1">
                <a:spLocks noRot="1" noChangeAspect="1" noMove="1" noResize="1" noEditPoints="1" noAdjustHandles="1" noChangeArrowheads="1" noChangeShapeType="1" noTextEdit="1"/>
              </p:cNvSpPr>
              <p:nvPr/>
            </p:nvSpPr>
            <p:spPr>
              <a:xfrm>
                <a:off x="7804966" y="787250"/>
                <a:ext cx="546041" cy="369332"/>
              </a:xfrm>
              <a:prstGeom prst="rect">
                <a:avLst/>
              </a:prstGeom>
              <a:blipFill>
                <a:blip r:embed="rId22"/>
                <a:stretch>
                  <a:fillRect/>
                </a:stretch>
              </a:blipFill>
            </p:spPr>
            <p:txBody>
              <a:bodyPr/>
              <a:lstStyle/>
              <a:p>
                <a:r>
                  <a:rPr lang="en-US">
                    <a:noFill/>
                  </a:rPr>
                  <a:t> </a:t>
                </a:r>
              </a:p>
            </p:txBody>
          </p:sp>
        </mc:Fallback>
      </mc:AlternateContent>
      <p:cxnSp>
        <p:nvCxnSpPr>
          <p:cNvPr id="41" name="Straight Arrow Connector 40">
            <a:extLst>
              <a:ext uri="{FF2B5EF4-FFF2-40B4-BE49-F238E27FC236}">
                <a16:creationId xmlns:a16="http://schemas.microsoft.com/office/drawing/2014/main" id="{2F7C907E-F6A7-F1F4-A997-B31F7DF56B44}"/>
              </a:ext>
            </a:extLst>
          </p:cNvPr>
          <p:cNvCxnSpPr>
            <a:cxnSpLocks/>
            <a:endCxn id="49" idx="1"/>
          </p:cNvCxnSpPr>
          <p:nvPr/>
        </p:nvCxnSpPr>
        <p:spPr>
          <a:xfrm>
            <a:off x="7765437" y="1233701"/>
            <a:ext cx="740834" cy="1289"/>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42" name="Straight Arrow Connector 41">
            <a:extLst>
              <a:ext uri="{FF2B5EF4-FFF2-40B4-BE49-F238E27FC236}">
                <a16:creationId xmlns:a16="http://schemas.microsoft.com/office/drawing/2014/main" id="{D3B71179-B0F9-C8F5-23E1-9F8EF941807E}"/>
              </a:ext>
            </a:extLst>
          </p:cNvPr>
          <p:cNvCxnSpPr>
            <a:cxnSpLocks/>
            <a:stCxn id="38" idx="4"/>
            <a:endCxn id="31" idx="2"/>
          </p:cNvCxnSpPr>
          <p:nvPr/>
        </p:nvCxnSpPr>
        <p:spPr>
          <a:xfrm>
            <a:off x="8729969" y="1482476"/>
            <a:ext cx="855720" cy="738155"/>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sp>
        <p:nvSpPr>
          <p:cNvPr id="43" name="Oval 42">
            <a:extLst>
              <a:ext uri="{FF2B5EF4-FFF2-40B4-BE49-F238E27FC236}">
                <a16:creationId xmlns:a16="http://schemas.microsoft.com/office/drawing/2014/main" id="{A4265180-AAB0-8D74-895D-85482649D57C}"/>
              </a:ext>
            </a:extLst>
          </p:cNvPr>
          <p:cNvSpPr>
            <a:spLocks noChangeAspect="1"/>
          </p:cNvSpPr>
          <p:nvPr/>
        </p:nvSpPr>
        <p:spPr>
          <a:xfrm>
            <a:off x="10742623" y="1072335"/>
            <a:ext cx="410141" cy="41014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44" name="Straight Arrow Connector 43">
            <a:extLst>
              <a:ext uri="{FF2B5EF4-FFF2-40B4-BE49-F238E27FC236}">
                <a16:creationId xmlns:a16="http://schemas.microsoft.com/office/drawing/2014/main" id="{7992537D-D571-AB79-EEDA-8149A3426B41}"/>
              </a:ext>
            </a:extLst>
          </p:cNvPr>
          <p:cNvCxnSpPr>
            <a:cxnSpLocks/>
          </p:cNvCxnSpPr>
          <p:nvPr/>
        </p:nvCxnSpPr>
        <p:spPr>
          <a:xfrm flipV="1">
            <a:off x="11152764" y="1261123"/>
            <a:ext cx="782058" cy="16282"/>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704479DC-5679-28D9-3FCE-8EFFCF27DB29}"/>
                  </a:ext>
                </a:extLst>
              </p:cNvPr>
              <p:cNvSpPr txBox="1"/>
              <p:nvPr/>
            </p:nvSpPr>
            <p:spPr>
              <a:xfrm>
                <a:off x="11375112" y="854140"/>
                <a:ext cx="524049" cy="369332"/>
              </a:xfrm>
              <a:prstGeom prst="rect">
                <a:avLst/>
              </a:prstGeom>
              <a:noFill/>
            </p:spPr>
            <p:txBody>
              <a:bodyPr wrap="square">
                <a:spAutoFit/>
              </a:bodyPr>
              <a:lstStyle/>
              <a:p>
                <a:pPr/>
                <a14:m>
                  <m:oMathPara xmlns:m="http://schemas.openxmlformats.org/officeDocument/2006/math">
                    <m:oMath>
                      <m:sSub>
                        <m:sSubPr>
                          <m:ctrlPr>
                            <a:rPr lang="de-DE" b="0" i="1" smtClean="0">
                              <a:latin typeface="Cambria Math" panose="02040503050406030204" pitchFamily="18" charset="0"/>
                            </a:rPr>
                          </m:ctrlPr>
                        </m:sSubPr>
                        <m:e>
                          <m:r>
                            <m:rPr>
                              <m:sty m:val="p"/>
                            </m:rPr>
                            <a:rPr lang="de-DE" b="0" i="1" smtClean="0">
                              <a:latin typeface="Cambria Math" panose="02040503050406030204" pitchFamily="18" charset="0"/>
                            </a:rPr>
                            <m:t>m</m:t>
                          </m:r>
                        </m:e>
                        <m:sub>
                          <m:r>
                            <m:rPr>
                              <m:sty m:val="p"/>
                            </m:rPr>
                            <a:rPr lang="de-DE" b="0" i="1" smtClean="0">
                              <a:latin typeface="Cambria Math" panose="02040503050406030204" pitchFamily="18" charset="0"/>
                            </a:rPr>
                            <m:t>out</m:t>
                          </m:r>
                        </m:sub>
                      </m:sSub>
                    </m:oMath>
                  </m:oMathPara>
                </a14:m>
                <a:endParaRPr lang="en-US" dirty="0"/>
              </a:p>
            </p:txBody>
          </p:sp>
        </mc:Choice>
        <mc:Fallback xmlns="">
          <p:sp>
            <p:nvSpPr>
              <p:cNvPr id="45" name="TextBox 44">
                <a:extLst>
                  <a:ext uri="{FF2B5EF4-FFF2-40B4-BE49-F238E27FC236}">
                    <a16:creationId xmlns:a16="http://schemas.microsoft.com/office/drawing/2014/main" id="{9ABC8E88-E134-59DF-332F-EB02A12BBC1B}"/>
                  </a:ext>
                </a:extLst>
              </p:cNvPr>
              <p:cNvSpPr txBox="1">
                <a:spLocks noRot="1" noChangeAspect="1" noMove="1" noResize="1" noEditPoints="1" noAdjustHandles="1" noChangeArrowheads="1" noChangeShapeType="1" noTextEdit="1"/>
              </p:cNvSpPr>
              <p:nvPr/>
            </p:nvSpPr>
            <p:spPr>
              <a:xfrm>
                <a:off x="11375112" y="854140"/>
                <a:ext cx="524049" cy="369332"/>
              </a:xfrm>
              <a:prstGeom prst="rect">
                <a:avLst/>
              </a:prstGeom>
              <a:blipFill>
                <a:blip r:embed="rId23"/>
                <a:stretch>
                  <a:fillRect r="-151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9CB04268-FA90-250A-7930-2A7ACE65B95B}"/>
                  </a:ext>
                </a:extLst>
              </p:cNvPr>
              <p:cNvSpPr txBox="1"/>
              <p:nvPr/>
            </p:nvSpPr>
            <p:spPr>
              <a:xfrm>
                <a:off x="10724745" y="1051777"/>
                <a:ext cx="448081"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No</m:t>
                          </m:r>
                        </m:sub>
                      </m:sSub>
                    </m:oMath>
                  </m:oMathPara>
                </a14:m>
                <a:endParaRPr lang="en-US" dirty="0">
                  <a:solidFill>
                    <a:schemeClr val="bg1"/>
                  </a:solidFill>
                </a:endParaRPr>
              </a:p>
            </p:txBody>
          </p:sp>
        </mc:Choice>
        <mc:Fallback xmlns="">
          <p:sp>
            <p:nvSpPr>
              <p:cNvPr id="46" name="TextBox 45">
                <a:extLst>
                  <a:ext uri="{FF2B5EF4-FFF2-40B4-BE49-F238E27FC236}">
                    <a16:creationId xmlns:a16="http://schemas.microsoft.com/office/drawing/2014/main" id="{AC61CDFD-9709-A6C6-848F-88E259F3E0D8}"/>
                  </a:ext>
                </a:extLst>
              </p:cNvPr>
              <p:cNvSpPr txBox="1">
                <a:spLocks noRot="1" noChangeAspect="1" noMove="1" noResize="1" noEditPoints="1" noAdjustHandles="1" noChangeArrowheads="1" noChangeShapeType="1" noTextEdit="1"/>
              </p:cNvSpPr>
              <p:nvPr/>
            </p:nvSpPr>
            <p:spPr>
              <a:xfrm>
                <a:off x="10724745" y="1051777"/>
                <a:ext cx="448081" cy="369332"/>
              </a:xfrm>
              <a:prstGeom prst="rect">
                <a:avLst/>
              </a:prstGeom>
              <a:blipFill>
                <a:blip r:embed="rId24"/>
                <a:stretch>
                  <a:fillRect r="-405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1C587059-2A26-E7D2-2548-A09EC4973C62}"/>
                  </a:ext>
                </a:extLst>
              </p:cNvPr>
              <p:cNvSpPr txBox="1"/>
              <p:nvPr/>
            </p:nvSpPr>
            <p:spPr>
              <a:xfrm>
                <a:off x="9511232" y="111833"/>
                <a:ext cx="557613"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Na</m:t>
                          </m:r>
                        </m:sub>
                      </m:sSub>
                    </m:oMath>
                  </m:oMathPara>
                </a14:m>
                <a:endParaRPr lang="en-US" dirty="0">
                  <a:solidFill>
                    <a:schemeClr val="bg1"/>
                  </a:solidFill>
                </a:endParaRPr>
              </a:p>
            </p:txBody>
          </p:sp>
        </mc:Choice>
        <mc:Fallback xmlns="">
          <p:sp>
            <p:nvSpPr>
              <p:cNvPr id="47" name="TextBox 46">
                <a:extLst>
                  <a:ext uri="{FF2B5EF4-FFF2-40B4-BE49-F238E27FC236}">
                    <a16:creationId xmlns:a16="http://schemas.microsoft.com/office/drawing/2014/main" id="{8E8BB0FE-A627-6ABF-D259-0BF069542721}"/>
                  </a:ext>
                </a:extLst>
              </p:cNvPr>
              <p:cNvSpPr txBox="1">
                <a:spLocks noRot="1" noChangeAspect="1" noMove="1" noResize="1" noEditPoints="1" noAdjustHandles="1" noChangeArrowheads="1" noChangeShapeType="1" noTextEdit="1"/>
              </p:cNvSpPr>
              <p:nvPr/>
            </p:nvSpPr>
            <p:spPr>
              <a:xfrm>
                <a:off x="9511232" y="111833"/>
                <a:ext cx="557613" cy="369332"/>
              </a:xfrm>
              <a:prstGeom prst="rect">
                <a:avLst/>
              </a:prstGeom>
              <a:blipFill>
                <a:blip r:embed="rId2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93E40055-514B-77B3-29FB-1A881E54CF77}"/>
                  </a:ext>
                </a:extLst>
              </p:cNvPr>
              <p:cNvSpPr txBox="1"/>
              <p:nvPr/>
            </p:nvSpPr>
            <p:spPr>
              <a:xfrm>
                <a:off x="9565904" y="1994059"/>
                <a:ext cx="421017"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Nb</m:t>
                          </m:r>
                        </m:sub>
                      </m:sSub>
                    </m:oMath>
                  </m:oMathPara>
                </a14:m>
                <a:endParaRPr lang="en-US" dirty="0">
                  <a:solidFill>
                    <a:schemeClr val="bg1"/>
                  </a:solidFill>
                </a:endParaRPr>
              </a:p>
            </p:txBody>
          </p:sp>
        </mc:Choice>
        <mc:Fallback xmlns="">
          <p:sp>
            <p:nvSpPr>
              <p:cNvPr id="48" name="TextBox 47">
                <a:extLst>
                  <a:ext uri="{FF2B5EF4-FFF2-40B4-BE49-F238E27FC236}">
                    <a16:creationId xmlns:a16="http://schemas.microsoft.com/office/drawing/2014/main" id="{D2350432-7243-3C96-5F1C-E94FE9B2C606}"/>
                  </a:ext>
                </a:extLst>
              </p:cNvPr>
              <p:cNvSpPr txBox="1">
                <a:spLocks noRot="1" noChangeAspect="1" noMove="1" noResize="1" noEditPoints="1" noAdjustHandles="1" noChangeArrowheads="1" noChangeShapeType="1" noTextEdit="1"/>
              </p:cNvSpPr>
              <p:nvPr/>
            </p:nvSpPr>
            <p:spPr>
              <a:xfrm>
                <a:off x="9565904" y="1994059"/>
                <a:ext cx="421017" cy="369332"/>
              </a:xfrm>
              <a:prstGeom prst="rect">
                <a:avLst/>
              </a:prstGeom>
              <a:blipFill>
                <a:blip r:embed="rId26"/>
                <a:stretch>
                  <a:fillRect r="-130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7F4B7E48-4F14-FA42-6974-72E18C5DC955}"/>
                  </a:ext>
                </a:extLst>
              </p:cNvPr>
              <p:cNvSpPr txBox="1"/>
              <p:nvPr/>
            </p:nvSpPr>
            <p:spPr>
              <a:xfrm>
                <a:off x="8506271" y="1050324"/>
                <a:ext cx="448081"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Ni</m:t>
                          </m:r>
                        </m:sub>
                      </m:sSub>
                    </m:oMath>
                  </m:oMathPara>
                </a14:m>
                <a:endParaRPr lang="en-US" dirty="0">
                  <a:solidFill>
                    <a:schemeClr val="bg1"/>
                  </a:solidFill>
                </a:endParaRPr>
              </a:p>
            </p:txBody>
          </p:sp>
        </mc:Choice>
        <mc:Fallback xmlns="">
          <p:sp>
            <p:nvSpPr>
              <p:cNvPr id="49" name="TextBox 48">
                <a:extLst>
                  <a:ext uri="{FF2B5EF4-FFF2-40B4-BE49-F238E27FC236}">
                    <a16:creationId xmlns:a16="http://schemas.microsoft.com/office/drawing/2014/main" id="{F267A998-1F9B-4A75-9BB0-23FB45FC55FA}"/>
                  </a:ext>
                </a:extLst>
              </p:cNvPr>
              <p:cNvSpPr txBox="1">
                <a:spLocks noRot="1" noChangeAspect="1" noMove="1" noResize="1" noEditPoints="1" noAdjustHandles="1" noChangeArrowheads="1" noChangeShapeType="1" noTextEdit="1"/>
              </p:cNvSpPr>
              <p:nvPr/>
            </p:nvSpPr>
            <p:spPr>
              <a:xfrm>
                <a:off x="8506271" y="1050324"/>
                <a:ext cx="448081" cy="369332"/>
              </a:xfrm>
              <a:prstGeom prst="rect">
                <a:avLst/>
              </a:prstGeom>
              <a:blipFill>
                <a:blip r:embed="rId27"/>
                <a:stretch>
                  <a:fillRect/>
                </a:stretch>
              </a:blipFill>
            </p:spPr>
            <p:txBody>
              <a:bodyPr/>
              <a:lstStyle/>
              <a:p>
                <a:r>
                  <a:rPr lang="en-US">
                    <a:noFill/>
                  </a:rPr>
                  <a:t> </a:t>
                </a:r>
              </a:p>
            </p:txBody>
          </p:sp>
        </mc:Fallback>
      </mc:AlternateContent>
      <p:cxnSp>
        <p:nvCxnSpPr>
          <p:cNvPr id="60" name="Straight Connector 59">
            <a:extLst>
              <a:ext uri="{FF2B5EF4-FFF2-40B4-BE49-F238E27FC236}">
                <a16:creationId xmlns:a16="http://schemas.microsoft.com/office/drawing/2014/main" id="{9EFBBF47-0130-5A6B-30F0-49E0A629FCAA}"/>
              </a:ext>
            </a:extLst>
          </p:cNvPr>
          <p:cNvCxnSpPr>
            <a:cxnSpLocks/>
          </p:cNvCxnSpPr>
          <p:nvPr/>
        </p:nvCxnSpPr>
        <p:spPr>
          <a:xfrm>
            <a:off x="7775840" y="596589"/>
            <a:ext cx="0" cy="637112"/>
          </a:xfrm>
          <a:prstGeom prst="line">
            <a:avLst/>
          </a:prstGeom>
        </p:spPr>
        <p:style>
          <a:lnRef idx="2">
            <a:schemeClr val="accent1"/>
          </a:lnRef>
          <a:fillRef idx="0">
            <a:schemeClr val="accent1"/>
          </a:fillRef>
          <a:effectRef idx="1">
            <a:schemeClr val="accent1"/>
          </a:effectRef>
          <a:fontRef idx="minor">
            <a:schemeClr val="tx1"/>
          </a:fontRef>
        </p:style>
      </p:cxnSp>
      <p:sp>
        <p:nvSpPr>
          <p:cNvPr id="113" name="Rectangle 112">
            <a:extLst>
              <a:ext uri="{FF2B5EF4-FFF2-40B4-BE49-F238E27FC236}">
                <a16:creationId xmlns:a16="http://schemas.microsoft.com/office/drawing/2014/main" id="{9D6B7E78-5FE0-2DBD-FA52-E23507080E78}"/>
              </a:ext>
            </a:extLst>
          </p:cNvPr>
          <p:cNvSpPr/>
          <p:nvPr/>
        </p:nvSpPr>
        <p:spPr>
          <a:xfrm>
            <a:off x="8320022" y="23424"/>
            <a:ext cx="3073000" cy="2537212"/>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15" name="TextBox 114">
            <a:extLst>
              <a:ext uri="{FF2B5EF4-FFF2-40B4-BE49-F238E27FC236}">
                <a16:creationId xmlns:a16="http://schemas.microsoft.com/office/drawing/2014/main" id="{25EB7A60-909B-616E-5C4C-520E4B5C7E0F}"/>
              </a:ext>
            </a:extLst>
          </p:cNvPr>
          <p:cNvSpPr txBox="1"/>
          <p:nvPr/>
        </p:nvSpPr>
        <p:spPr>
          <a:xfrm>
            <a:off x="8334900" y="53954"/>
            <a:ext cx="473206" cy="338554"/>
          </a:xfrm>
          <a:prstGeom prst="rect">
            <a:avLst/>
          </a:prstGeom>
          <a:noFill/>
        </p:spPr>
        <p:txBody>
          <a:bodyPr wrap="none" rtlCol="0">
            <a:spAutoFit/>
          </a:bodyPr>
          <a:lstStyle/>
          <a:p>
            <a:r>
              <a:rPr lang="en-US" sz="1600" dirty="0"/>
              <a:t>NN</a:t>
            </a:r>
          </a:p>
        </p:txBody>
      </p:sp>
      <p:graphicFrame>
        <p:nvGraphicFramePr>
          <p:cNvPr id="2" name="Table 1">
            <a:extLst>
              <a:ext uri="{FF2B5EF4-FFF2-40B4-BE49-F238E27FC236}">
                <a16:creationId xmlns:a16="http://schemas.microsoft.com/office/drawing/2014/main" id="{CB13A06E-2D3E-DE31-FEDC-E58196900C64}"/>
              </a:ext>
            </a:extLst>
          </p:cNvPr>
          <p:cNvGraphicFramePr>
            <a:graphicFrameLocks noGrp="1"/>
          </p:cNvGraphicFramePr>
          <p:nvPr>
            <p:extLst>
              <p:ext uri="{D42A27DB-BD31-4B8C-83A1-F6EECF244321}">
                <p14:modId xmlns:p14="http://schemas.microsoft.com/office/powerpoint/2010/main" val="2600913477"/>
              </p:ext>
            </p:extLst>
          </p:nvPr>
        </p:nvGraphicFramePr>
        <p:xfrm>
          <a:off x="1123374" y="2820513"/>
          <a:ext cx="9787289" cy="3017520"/>
        </p:xfrm>
        <a:graphic>
          <a:graphicData uri="http://schemas.openxmlformats.org/drawingml/2006/table">
            <a:tbl>
              <a:tblPr firstRow="1" bandRow="1">
                <a:tableStyleId>{C4B1156A-380E-4F78-BDF5-A606A8083BF9}</a:tableStyleId>
              </a:tblPr>
              <a:tblGrid>
                <a:gridCol w="3296165">
                  <a:extLst>
                    <a:ext uri="{9D8B030D-6E8A-4147-A177-3AD203B41FA5}">
                      <a16:colId xmlns:a16="http://schemas.microsoft.com/office/drawing/2014/main" val="2247704463"/>
                    </a:ext>
                  </a:extLst>
                </a:gridCol>
                <a:gridCol w="2517504">
                  <a:extLst>
                    <a:ext uri="{9D8B030D-6E8A-4147-A177-3AD203B41FA5}">
                      <a16:colId xmlns:a16="http://schemas.microsoft.com/office/drawing/2014/main" val="1120151498"/>
                    </a:ext>
                  </a:extLst>
                </a:gridCol>
                <a:gridCol w="2922588">
                  <a:extLst>
                    <a:ext uri="{9D8B030D-6E8A-4147-A177-3AD203B41FA5}">
                      <a16:colId xmlns:a16="http://schemas.microsoft.com/office/drawing/2014/main" val="1328058479"/>
                    </a:ext>
                  </a:extLst>
                </a:gridCol>
                <a:gridCol w="1051032">
                  <a:extLst>
                    <a:ext uri="{9D8B030D-6E8A-4147-A177-3AD203B41FA5}">
                      <a16:colId xmlns:a16="http://schemas.microsoft.com/office/drawing/2014/main" val="2587608585"/>
                    </a:ext>
                  </a:extLst>
                </a:gridCol>
              </a:tblGrid>
              <a:tr h="274320">
                <a:tc>
                  <a:txBody>
                    <a:bodyPr/>
                    <a:lstStyle/>
                    <a:p>
                      <a:r>
                        <a:rPr lang="en-US" sz="1200" dirty="0"/>
                        <a:t>Reaction</a:t>
                      </a:r>
                    </a:p>
                  </a:txBody>
                  <a:tcPr/>
                </a:tc>
                <a:tc>
                  <a:txBody>
                    <a:bodyPr/>
                    <a:lstStyle/>
                    <a:p>
                      <a:r>
                        <a:rPr lang="en-US" sz="1200" b="1" dirty="0"/>
                        <a:t>Genes</a:t>
                      </a:r>
                    </a:p>
                  </a:txBody>
                  <a:tcPr/>
                </a:tc>
                <a:tc>
                  <a:txBody>
                    <a:bodyPr/>
                    <a:lstStyle/>
                    <a:p>
                      <a:r>
                        <a:rPr lang="en-US" sz="1200" b="1" dirty="0"/>
                        <a:t>PDB ID</a:t>
                      </a:r>
                    </a:p>
                  </a:txBody>
                  <a:tcPr/>
                </a:tc>
                <a:tc>
                  <a:txBody>
                    <a:bodyPr/>
                    <a:lstStyle/>
                    <a:p>
                      <a:r>
                        <a:rPr lang="en-US" sz="1200" b="1" dirty="0"/>
                        <a:t>Frequency</a:t>
                      </a:r>
                    </a:p>
                  </a:txBody>
                  <a:tcPr/>
                </a:tc>
                <a:extLst>
                  <a:ext uri="{0D108BD9-81ED-4DB2-BD59-A6C34878D82A}">
                    <a16:rowId xmlns:a16="http://schemas.microsoft.com/office/drawing/2014/main" val="830326239"/>
                  </a:ext>
                </a:extLst>
              </a:tr>
              <a:tr h="274320">
                <a:tc>
                  <a:txBody>
                    <a:bodyPr/>
                    <a:lstStyle/>
                    <a:p>
                      <a:r>
                        <a:rPr lang="pt-BR" sz="1200" b="0" dirty="0"/>
                        <a:t> r_Df (differentiator: fast)</a:t>
                      </a:r>
                      <a:r>
                        <a:rPr lang="pt-BR" sz="1200" dirty="0"/>
                        <a:t> </a:t>
                      </a:r>
                      <a:endParaRPr lang="en-US" sz="1200" dirty="0"/>
                    </a:p>
                  </a:txBody>
                  <a:tcPr/>
                </a:tc>
                <a:tc>
                  <a:txBody>
                    <a:bodyPr/>
                    <a:lstStyle/>
                    <a:p>
                      <a:r>
                        <a:rPr lang="en-US" sz="1200" b="0" dirty="0"/>
                        <a:t>YNR050C</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 sz="1200" b="0" i="0" dirty="0">
                          <a:solidFill>
                            <a:srgbClr val="0A0A0A"/>
                          </a:solidFill>
                          <a:effectLst/>
                          <a:latin typeface="Lato" panose="020F0502020204030203" pitchFamily="34" charset="0"/>
                          <a:hlinkClick r:id="rId28"/>
                        </a:rPr>
                        <a:t>2AXQ</a:t>
                      </a:r>
                      <a:endParaRPr lang="en-US" sz="1200" b="0" dirty="0"/>
                    </a:p>
                  </a:txBody>
                  <a:tcPr/>
                </a:tc>
                <a:tc>
                  <a:txBody>
                    <a:bodyPr/>
                    <a:lstStyle/>
                    <a:p>
                      <a:endParaRPr lang="en-US" sz="1200" b="0" dirty="0"/>
                    </a:p>
                  </a:txBody>
                  <a:tcPr/>
                </a:tc>
                <a:extLst>
                  <a:ext uri="{0D108BD9-81ED-4DB2-BD59-A6C34878D82A}">
                    <a16:rowId xmlns:a16="http://schemas.microsoft.com/office/drawing/2014/main" val="4006369147"/>
                  </a:ext>
                </a:extLst>
              </a:tr>
              <a:tr h="274320">
                <a:tc>
                  <a:txBody>
                    <a:bodyPr/>
                    <a:lstStyle/>
                    <a:p>
                      <a:r>
                        <a:rPr lang="en-US" sz="1200" dirty="0" err="1"/>
                        <a:t>r_Ds</a:t>
                      </a:r>
                      <a:r>
                        <a:rPr lang="en-US" sz="1200" dirty="0"/>
                        <a:t> (differentiator: slow)</a:t>
                      </a:r>
                    </a:p>
                  </a:txBody>
                  <a:tcPr/>
                </a:tc>
                <a:tc>
                  <a:txBody>
                    <a:bodyPr/>
                    <a:lstStyle/>
                    <a:p>
                      <a:r>
                        <a:rPr lang="en-US" sz="1200" dirty="0">
                          <a:solidFill>
                            <a:schemeClr val="tx1"/>
                          </a:solidFill>
                        </a:rPr>
                        <a:t>YPR021C</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hlinkClick r:id="rId29"/>
                        </a:rPr>
                        <a:t>AF-Q12482-F1-model_v6.pdb (AlphaFold)</a:t>
                      </a:r>
                      <a:endParaRPr lang="en-US" sz="1200" dirty="0"/>
                    </a:p>
                  </a:txBody>
                  <a:tcPr/>
                </a:tc>
                <a:tc>
                  <a:txBody>
                    <a:bodyPr/>
                    <a:lstStyle/>
                    <a:p>
                      <a:endParaRPr lang="en-US" sz="1200" dirty="0"/>
                    </a:p>
                  </a:txBody>
                  <a:tcPr/>
                </a:tc>
                <a:extLst>
                  <a:ext uri="{0D108BD9-81ED-4DB2-BD59-A6C34878D82A}">
                    <a16:rowId xmlns:a16="http://schemas.microsoft.com/office/drawing/2014/main" val="1526051723"/>
                  </a:ext>
                </a:extLst>
              </a:tr>
              <a:tr h="274320">
                <a:tc>
                  <a:txBody>
                    <a:bodyPr/>
                    <a:lstStyle/>
                    <a:p>
                      <a:r>
                        <a:rPr lang="en-US" sz="1200" dirty="0" err="1"/>
                        <a:t>r_Dp</a:t>
                      </a:r>
                      <a:r>
                        <a:rPr lang="en-US" sz="1200" dirty="0"/>
                        <a:t> (differentiator: producer)</a:t>
                      </a:r>
                    </a:p>
                  </a:txBody>
                  <a:tcPr/>
                </a:tc>
                <a:tc>
                  <a:txBody>
                    <a:bodyPr/>
                    <a:lstStyle/>
                    <a:p>
                      <a:r>
                        <a:rPr lang="en-US" sz="1200" dirty="0"/>
                        <a:t>YLR174W</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hlinkClick r:id="rId30"/>
                        </a:rPr>
                        <a:t>AF-P41939-F1-model_v6.pdb (AlphaFold)</a:t>
                      </a:r>
                      <a:endParaRPr lang="en-US" sz="1200" dirty="0"/>
                    </a:p>
                  </a:txBody>
                  <a:tcPr/>
                </a:tc>
                <a:tc>
                  <a:txBody>
                    <a:bodyPr/>
                    <a:lstStyle/>
                    <a:p>
                      <a:endParaRPr lang="en-US" sz="1200" dirty="0"/>
                    </a:p>
                  </a:txBody>
                  <a:tcPr/>
                </a:tc>
                <a:extLst>
                  <a:ext uri="{0D108BD9-81ED-4DB2-BD59-A6C34878D82A}">
                    <a16:rowId xmlns:a16="http://schemas.microsoft.com/office/drawing/2014/main" val="652912411"/>
                  </a:ext>
                </a:extLst>
              </a:tr>
              <a:tr h="274320">
                <a:tc>
                  <a:txBody>
                    <a:bodyPr/>
                    <a:lstStyle/>
                    <a:p>
                      <a:r>
                        <a:rPr lang="en-US" sz="1200" dirty="0" err="1"/>
                        <a:t>r_Di</a:t>
                      </a:r>
                      <a:r>
                        <a:rPr lang="en-US" sz="1200" dirty="0"/>
                        <a:t> (differentiator: integrator)</a:t>
                      </a:r>
                    </a:p>
                  </a:txBody>
                  <a:tcPr/>
                </a:tc>
                <a:tc>
                  <a:txBody>
                    <a:bodyPr/>
                    <a:lstStyle/>
                    <a:p>
                      <a:r>
                        <a:rPr lang="en-US" sz="1200" dirty="0"/>
                        <a:t>YLR027C</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hlinkClick r:id="rId31"/>
                        </a:rPr>
                        <a:t>1YAA</a:t>
                      </a:r>
                      <a:endParaRPr lang="en-US" sz="1200" dirty="0"/>
                    </a:p>
                  </a:txBody>
                  <a:tcPr/>
                </a:tc>
                <a:tc>
                  <a:txBody>
                    <a:bodyPr/>
                    <a:lstStyle/>
                    <a:p>
                      <a:endParaRPr lang="en-US" sz="1200" dirty="0"/>
                    </a:p>
                  </a:txBody>
                  <a:tcPr/>
                </a:tc>
                <a:extLst>
                  <a:ext uri="{0D108BD9-81ED-4DB2-BD59-A6C34878D82A}">
                    <a16:rowId xmlns:a16="http://schemas.microsoft.com/office/drawing/2014/main" val="2113626482"/>
                  </a:ext>
                </a:extLst>
              </a:tr>
              <a:tr h="274320">
                <a:tc>
                  <a:txBody>
                    <a:bodyPr/>
                    <a:lstStyle/>
                    <a:p>
                      <a:r>
                        <a:rPr lang="en-US" sz="1200" dirty="0" err="1"/>
                        <a:t>r_Cp</a:t>
                      </a:r>
                      <a:r>
                        <a:rPr lang="en-US" sz="1200" dirty="0"/>
                        <a:t> (counter: producer)</a:t>
                      </a:r>
                    </a:p>
                  </a:txBody>
                  <a:tcPr/>
                </a:tc>
                <a:tc>
                  <a:txBody>
                    <a:bodyPr/>
                    <a:lstStyle/>
                    <a:p>
                      <a:r>
                        <a:rPr lang="en-US" sz="1200" dirty="0"/>
                        <a:t>YGR019W</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hlinkClick r:id="rId32"/>
                        </a:rPr>
                        <a:t>AF-P17649-F1-model_v6.pdb (AlphaFold</a:t>
                      </a:r>
                      <a:r>
                        <a:rPr lang="en-US" sz="1200" dirty="0"/>
                        <a:t>)</a:t>
                      </a:r>
                    </a:p>
                  </a:txBody>
                  <a:tcPr/>
                </a:tc>
                <a:tc>
                  <a:txBody>
                    <a:bodyPr/>
                    <a:lstStyle/>
                    <a:p>
                      <a:endParaRPr lang="en-US" sz="1200" dirty="0"/>
                    </a:p>
                  </a:txBody>
                  <a:tcPr/>
                </a:tc>
                <a:extLst>
                  <a:ext uri="{0D108BD9-81ED-4DB2-BD59-A6C34878D82A}">
                    <a16:rowId xmlns:a16="http://schemas.microsoft.com/office/drawing/2014/main" val="2606163442"/>
                  </a:ext>
                </a:extLst>
              </a:tr>
              <a:tr h="274320">
                <a:tc>
                  <a:txBody>
                    <a:bodyPr/>
                    <a:lstStyle/>
                    <a:p>
                      <a:r>
                        <a:rPr lang="en-US" sz="1200" dirty="0" err="1"/>
                        <a:t>r_Cg</a:t>
                      </a:r>
                      <a:r>
                        <a:rPr lang="en-US" sz="1200" dirty="0"/>
                        <a:t> (counter: gate)</a:t>
                      </a:r>
                    </a:p>
                  </a:txBody>
                  <a:tcPr/>
                </a:tc>
                <a:tc>
                  <a:txBody>
                    <a:bodyPr/>
                    <a:lstStyle/>
                    <a:p>
                      <a:r>
                        <a:rPr lang="en-US" sz="1200" b="1" dirty="0"/>
                        <a:t>YAL062W</a:t>
                      </a:r>
                      <a:r>
                        <a:rPr lang="en-US" sz="1200" dirty="0"/>
                        <a:t> or YOR375C</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hlinkClick r:id="rId33"/>
                        </a:rPr>
                        <a:t>AF-P39708-F1-model_v6.pdb (AlphaFold)</a:t>
                      </a:r>
                      <a:endParaRPr lang="en-US" sz="1200" dirty="0"/>
                    </a:p>
                  </a:txBody>
                  <a:tcPr/>
                </a:tc>
                <a:tc>
                  <a:txBody>
                    <a:bodyPr/>
                    <a:lstStyle/>
                    <a:p>
                      <a:endParaRPr lang="en-US" sz="1200" dirty="0"/>
                    </a:p>
                  </a:txBody>
                  <a:tcPr/>
                </a:tc>
                <a:extLst>
                  <a:ext uri="{0D108BD9-81ED-4DB2-BD59-A6C34878D82A}">
                    <a16:rowId xmlns:a16="http://schemas.microsoft.com/office/drawing/2014/main" val="2438667136"/>
                  </a:ext>
                </a:extLst>
              </a:tr>
              <a:tr h="274320">
                <a:tc>
                  <a:txBody>
                    <a:bodyPr/>
                    <a:lstStyle/>
                    <a:p>
                      <a:r>
                        <a:rPr lang="en-US" sz="1200" dirty="0" err="1"/>
                        <a:t>r_Cr</a:t>
                      </a:r>
                      <a:r>
                        <a:rPr lang="en-US" sz="1200" dirty="0"/>
                        <a:t> (counter: reset)</a:t>
                      </a:r>
                    </a:p>
                  </a:txBody>
                  <a:tcPr/>
                </a:tc>
                <a:tc>
                  <a:txBody>
                    <a:bodyPr/>
                    <a:lstStyle/>
                    <a:p>
                      <a:r>
                        <a:rPr lang="en-US" sz="1200" dirty="0"/>
                        <a:t>YPR035W</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 sz="1200" b="0" i="0" dirty="0">
                          <a:solidFill>
                            <a:srgbClr val="0A0A0A"/>
                          </a:solidFill>
                          <a:effectLst/>
                          <a:latin typeface="Lato" panose="020F0502020204030203" pitchFamily="34" charset="0"/>
                          <a:hlinkClick r:id="rId34"/>
                        </a:rPr>
                        <a:t>3FKY</a:t>
                      </a:r>
                      <a:endParaRPr lang="en-US" sz="1200" dirty="0"/>
                    </a:p>
                  </a:txBody>
                  <a:tcPr/>
                </a:tc>
                <a:tc>
                  <a:txBody>
                    <a:bodyPr/>
                    <a:lstStyle/>
                    <a:p>
                      <a:endParaRPr lang="en-US" sz="1200" dirty="0"/>
                    </a:p>
                  </a:txBody>
                  <a:tcPr/>
                </a:tc>
                <a:extLst>
                  <a:ext uri="{0D108BD9-81ED-4DB2-BD59-A6C34878D82A}">
                    <a16:rowId xmlns:a16="http://schemas.microsoft.com/office/drawing/2014/main" val="2254960406"/>
                  </a:ext>
                </a:extLst>
              </a:tr>
              <a:tr h="274320">
                <a:tc>
                  <a:txBody>
                    <a:bodyPr/>
                    <a:lstStyle/>
                    <a:p>
                      <a:r>
                        <a:rPr lang="pt-BR" sz="1200" dirty="0"/>
                        <a:t>r_Na (NN: neuron a)</a:t>
                      </a:r>
                      <a:endParaRPr lang="en-US" sz="1200" dirty="0"/>
                    </a:p>
                  </a:txBody>
                  <a:tcPr/>
                </a:tc>
                <a:tc>
                  <a:txBody>
                    <a:bodyPr/>
                    <a:lstStyle/>
                    <a:p>
                      <a:r>
                        <a:rPr lang="en-US" sz="1200" dirty="0"/>
                        <a:t>YJL101C</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 sz="1200" b="0" i="0" dirty="0">
                          <a:solidFill>
                            <a:srgbClr val="0A0A0A"/>
                          </a:solidFill>
                          <a:effectLst/>
                          <a:latin typeface="Lato" panose="020F0502020204030203" pitchFamily="34" charset="0"/>
                          <a:hlinkClick r:id="rId35"/>
                        </a:rPr>
                        <a:t>3IG5 3IG8 3LVW</a:t>
                      </a:r>
                      <a:endParaRPr lang="en-US" sz="1200" dirty="0"/>
                    </a:p>
                  </a:txBody>
                  <a:tcPr/>
                </a:tc>
                <a:tc>
                  <a:txBody>
                    <a:bodyPr/>
                    <a:lstStyle/>
                    <a:p>
                      <a:endParaRPr lang="en-US" sz="1200" dirty="0"/>
                    </a:p>
                  </a:txBody>
                  <a:tcPr/>
                </a:tc>
                <a:extLst>
                  <a:ext uri="{0D108BD9-81ED-4DB2-BD59-A6C34878D82A}">
                    <a16:rowId xmlns:a16="http://schemas.microsoft.com/office/drawing/2014/main" val="1999658234"/>
                  </a:ext>
                </a:extLst>
              </a:tr>
              <a:tr h="274320">
                <a:tc>
                  <a:txBody>
                    <a:bodyPr/>
                    <a:lstStyle/>
                    <a:p>
                      <a:r>
                        <a:rPr lang="de-DE" sz="1200" dirty="0" err="1"/>
                        <a:t>r_Nb</a:t>
                      </a:r>
                      <a:r>
                        <a:rPr lang="de-DE" sz="1200" dirty="0"/>
                        <a:t> (NN: </a:t>
                      </a:r>
                      <a:r>
                        <a:rPr lang="de-DE" sz="1200" dirty="0" err="1"/>
                        <a:t>neuron</a:t>
                      </a:r>
                      <a:r>
                        <a:rPr lang="de-DE" sz="1200" dirty="0"/>
                        <a:t> b)</a:t>
                      </a:r>
                      <a:endParaRPr lang="en-US" sz="1200" dirty="0"/>
                    </a:p>
                  </a:txBody>
                  <a:tcPr/>
                </a:tc>
                <a:tc>
                  <a:txBody>
                    <a:bodyPr/>
                    <a:lstStyle/>
                    <a:p>
                      <a:r>
                        <a:rPr lang="en-US" sz="1200" b="1" dirty="0"/>
                        <a:t>YKL132C</a:t>
                      </a:r>
                      <a:r>
                        <a:rPr lang="en-US" sz="1200" dirty="0"/>
                        <a:t> or YOR241W</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hlinkClick r:id="rId36"/>
                        </a:rPr>
                        <a:t>AF-P36001-F1-model_v6.pdb (AlphaFold)</a:t>
                      </a:r>
                      <a:endParaRPr lang="en-US" sz="1200" dirty="0"/>
                    </a:p>
                  </a:txBody>
                  <a:tcPr/>
                </a:tc>
                <a:tc>
                  <a:txBody>
                    <a:bodyPr/>
                    <a:lstStyle/>
                    <a:p>
                      <a:endParaRPr lang="en-US" sz="1200" dirty="0"/>
                    </a:p>
                  </a:txBody>
                  <a:tcPr/>
                </a:tc>
                <a:extLst>
                  <a:ext uri="{0D108BD9-81ED-4DB2-BD59-A6C34878D82A}">
                    <a16:rowId xmlns:a16="http://schemas.microsoft.com/office/drawing/2014/main" val="3421116653"/>
                  </a:ext>
                </a:extLst>
              </a:tr>
              <a:tr h="274320">
                <a:tc>
                  <a:txBody>
                    <a:bodyPr/>
                    <a:lstStyle/>
                    <a:p>
                      <a:r>
                        <a:rPr lang="pt-BR" sz="1200" dirty="0"/>
                        <a:t> r_No (NN: merge/output) </a:t>
                      </a:r>
                      <a:endParaRPr lang="en-US" sz="1200" dirty="0"/>
                    </a:p>
                  </a:txBody>
                  <a:tcPr/>
                </a:tc>
                <a:tc>
                  <a:txBody>
                    <a:bodyPr/>
                    <a:lstStyle/>
                    <a:p>
                      <a:r>
                        <a:rPr lang="en-US" sz="1200" dirty="0"/>
                        <a:t>YNR013C</a:t>
                      </a:r>
                    </a:p>
                  </a:txBody>
                  <a:tcPr/>
                </a:tc>
                <a:tc>
                  <a:txBody>
                    <a:bodyPr/>
                    <a:lstStyle/>
                    <a:p>
                      <a:r>
                        <a:rPr lang="en-US" sz="1200" dirty="0">
                          <a:hlinkClick r:id="rId37"/>
                        </a:rPr>
                        <a:t>AF-P27514-F1-model_v6.pdb (AlphaFold)</a:t>
                      </a:r>
                      <a:endParaRPr lang="en-US" sz="1200" dirty="0"/>
                    </a:p>
                  </a:txBody>
                  <a:tcPr/>
                </a:tc>
                <a:tc>
                  <a:txBody>
                    <a:bodyPr/>
                    <a:lstStyle/>
                    <a:p>
                      <a:endParaRPr lang="en-US" sz="1200" dirty="0"/>
                    </a:p>
                  </a:txBody>
                  <a:tcPr/>
                </a:tc>
                <a:extLst>
                  <a:ext uri="{0D108BD9-81ED-4DB2-BD59-A6C34878D82A}">
                    <a16:rowId xmlns:a16="http://schemas.microsoft.com/office/drawing/2014/main" val="1610077111"/>
                  </a:ext>
                </a:extLst>
              </a:tr>
            </a:tbl>
          </a:graphicData>
        </a:graphic>
      </p:graphicFrame>
      <p:sp>
        <p:nvSpPr>
          <p:cNvPr id="11" name="Rectangle: Rounded Corners 10">
            <a:extLst>
              <a:ext uri="{FF2B5EF4-FFF2-40B4-BE49-F238E27FC236}">
                <a16:creationId xmlns:a16="http://schemas.microsoft.com/office/drawing/2014/main" id="{7EA90648-1205-6B63-D211-F36393068901}"/>
              </a:ext>
            </a:extLst>
          </p:cNvPr>
          <p:cNvSpPr/>
          <p:nvPr/>
        </p:nvSpPr>
        <p:spPr>
          <a:xfrm>
            <a:off x="1462291" y="6126480"/>
            <a:ext cx="1554480" cy="73152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Algorithm </a:t>
            </a:r>
          </a:p>
        </p:txBody>
      </p:sp>
      <p:sp>
        <p:nvSpPr>
          <p:cNvPr id="15" name="Rectangle: Rounded Corners 14">
            <a:extLst>
              <a:ext uri="{FF2B5EF4-FFF2-40B4-BE49-F238E27FC236}">
                <a16:creationId xmlns:a16="http://schemas.microsoft.com/office/drawing/2014/main" id="{AB1D596F-1AB1-F12A-7F5F-D0DFB4DEDB29}"/>
              </a:ext>
            </a:extLst>
          </p:cNvPr>
          <p:cNvSpPr/>
          <p:nvPr/>
        </p:nvSpPr>
        <p:spPr>
          <a:xfrm>
            <a:off x="3764816" y="6126480"/>
            <a:ext cx="1554480" cy="731520"/>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Chemical Reactions </a:t>
            </a:r>
          </a:p>
        </p:txBody>
      </p:sp>
      <p:sp>
        <p:nvSpPr>
          <p:cNvPr id="16" name="Rectangle: Rounded Corners 15">
            <a:extLst>
              <a:ext uri="{FF2B5EF4-FFF2-40B4-BE49-F238E27FC236}">
                <a16:creationId xmlns:a16="http://schemas.microsoft.com/office/drawing/2014/main" id="{EB2531E2-0286-019E-DF1C-2AEA298CB8DF}"/>
              </a:ext>
            </a:extLst>
          </p:cNvPr>
          <p:cNvSpPr/>
          <p:nvPr/>
        </p:nvSpPr>
        <p:spPr>
          <a:xfrm>
            <a:off x="6067341" y="6126480"/>
            <a:ext cx="1554480" cy="731520"/>
          </a:xfrm>
          <a:prstGeom prst="roundRect">
            <a:avLst/>
          </a:prstGeom>
          <a:solidFill>
            <a:srgbClr val="DCEAF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Metabolic Network</a:t>
            </a:r>
          </a:p>
        </p:txBody>
      </p:sp>
      <p:sp>
        <p:nvSpPr>
          <p:cNvPr id="17" name="Rectangle: Rounded Corners 16">
            <a:extLst>
              <a:ext uri="{FF2B5EF4-FFF2-40B4-BE49-F238E27FC236}">
                <a16:creationId xmlns:a16="http://schemas.microsoft.com/office/drawing/2014/main" id="{E4167006-C90C-8F14-4DB2-B64C89817FA6}"/>
              </a:ext>
            </a:extLst>
          </p:cNvPr>
          <p:cNvSpPr/>
          <p:nvPr/>
        </p:nvSpPr>
        <p:spPr>
          <a:xfrm>
            <a:off x="8369865" y="6126480"/>
            <a:ext cx="1554480" cy="73152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THz Actuation</a:t>
            </a:r>
          </a:p>
        </p:txBody>
      </p:sp>
      <p:cxnSp>
        <p:nvCxnSpPr>
          <p:cNvPr id="18" name="Straight Arrow Connector 17">
            <a:extLst>
              <a:ext uri="{FF2B5EF4-FFF2-40B4-BE49-F238E27FC236}">
                <a16:creationId xmlns:a16="http://schemas.microsoft.com/office/drawing/2014/main" id="{850FBC4D-16A6-87E9-60BA-53D7B2339CFD}"/>
              </a:ext>
            </a:extLst>
          </p:cNvPr>
          <p:cNvCxnSpPr>
            <a:cxnSpLocks/>
            <a:stCxn id="11" idx="3"/>
            <a:endCxn id="15" idx="1"/>
          </p:cNvCxnSpPr>
          <p:nvPr/>
        </p:nvCxnSpPr>
        <p:spPr>
          <a:xfrm>
            <a:off x="3016771" y="6492240"/>
            <a:ext cx="748045" cy="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A1458D53-ADD5-2A27-D3AA-70942A197861}"/>
              </a:ext>
            </a:extLst>
          </p:cNvPr>
          <p:cNvCxnSpPr>
            <a:cxnSpLocks/>
            <a:stCxn id="15" idx="3"/>
            <a:endCxn id="16" idx="1"/>
          </p:cNvCxnSpPr>
          <p:nvPr/>
        </p:nvCxnSpPr>
        <p:spPr>
          <a:xfrm>
            <a:off x="5319296" y="6492240"/>
            <a:ext cx="748045" cy="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F7DF4E02-3DFC-9217-F9BA-B2A28EE35149}"/>
              </a:ext>
            </a:extLst>
          </p:cNvPr>
          <p:cNvCxnSpPr>
            <a:cxnSpLocks/>
          </p:cNvCxnSpPr>
          <p:nvPr/>
        </p:nvCxnSpPr>
        <p:spPr>
          <a:xfrm>
            <a:off x="7621821" y="6492240"/>
            <a:ext cx="748044" cy="0"/>
          </a:xfrm>
          <a:prstGeom prst="straightConnector1">
            <a:avLst/>
          </a:prstGeom>
          <a:ln>
            <a:headEnd type="triangle" w="lg" len="lg"/>
            <a:tailEnd type="none" w="lg" len="lg"/>
          </a:ln>
        </p:spPr>
        <p:style>
          <a:lnRef idx="2">
            <a:schemeClr val="accent1"/>
          </a:lnRef>
          <a:fillRef idx="0">
            <a:schemeClr val="accent1"/>
          </a:fillRef>
          <a:effectRef idx="1">
            <a:schemeClr val="accent1"/>
          </a:effectRef>
          <a:fontRef idx="minor">
            <a:schemeClr val="tx1"/>
          </a:fontRef>
        </p:style>
      </p:cxnSp>
      <p:sp>
        <p:nvSpPr>
          <p:cNvPr id="3" name="TextBox 2">
            <a:extLst>
              <a:ext uri="{FF2B5EF4-FFF2-40B4-BE49-F238E27FC236}">
                <a16:creationId xmlns:a16="http://schemas.microsoft.com/office/drawing/2014/main" id="{C5026231-8CDB-5C1A-18B6-2B811518C275}"/>
              </a:ext>
            </a:extLst>
          </p:cNvPr>
          <p:cNvSpPr txBox="1"/>
          <p:nvPr/>
        </p:nvSpPr>
        <p:spPr>
          <a:xfrm>
            <a:off x="22471" y="2619368"/>
            <a:ext cx="986167" cy="369332"/>
          </a:xfrm>
          <a:prstGeom prst="rect">
            <a:avLst/>
          </a:prstGeom>
          <a:noFill/>
        </p:spPr>
        <p:txBody>
          <a:bodyPr wrap="none" rtlCol="0">
            <a:spAutoFit/>
          </a:bodyPr>
          <a:lstStyle/>
          <a:p>
            <a:r>
              <a:rPr lang="en-US" dirty="0"/>
              <a:t>Motif 37</a:t>
            </a:r>
          </a:p>
        </p:txBody>
      </p:sp>
    </p:spTree>
    <p:extLst>
      <p:ext uri="{BB962C8B-B14F-4D97-AF65-F5344CB8AC3E}">
        <p14:creationId xmlns:p14="http://schemas.microsoft.com/office/powerpoint/2010/main" val="293153607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76C753-A552-3739-A706-9C92A73FA494}"/>
            </a:ext>
          </a:extLst>
        </p:cNvPr>
        <p:cNvGrpSpPr/>
        <p:nvPr/>
      </p:nvGrpSpPr>
      <p:grpSpPr>
        <a:xfrm>
          <a:off x="0" y="0"/>
          <a:ext cx="0" cy="0"/>
          <a:chOff x="0" y="0"/>
          <a:chExt cx="0" cy="0"/>
        </a:xfrm>
      </p:grpSpPr>
      <p:grpSp>
        <p:nvGrpSpPr>
          <p:cNvPr id="6" name="Group 5">
            <a:extLst>
              <a:ext uri="{FF2B5EF4-FFF2-40B4-BE49-F238E27FC236}">
                <a16:creationId xmlns:a16="http://schemas.microsoft.com/office/drawing/2014/main" id="{BBAD29F3-D46F-F54C-411A-1B8BB8D3E7FD}"/>
              </a:ext>
            </a:extLst>
          </p:cNvPr>
          <p:cNvGrpSpPr>
            <a:grpSpLocks noChangeAspect="1"/>
          </p:cNvGrpSpPr>
          <p:nvPr/>
        </p:nvGrpSpPr>
        <p:grpSpPr>
          <a:xfrm>
            <a:off x="7" y="-6881"/>
            <a:ext cx="8829908" cy="1899563"/>
            <a:chOff x="0" y="-6886"/>
            <a:chExt cx="11934822" cy="2567522"/>
          </a:xfrm>
        </p:grpSpPr>
        <p:sp>
          <p:nvSpPr>
            <p:cNvPr id="69" name="Oval 68">
              <a:extLst>
                <a:ext uri="{FF2B5EF4-FFF2-40B4-BE49-F238E27FC236}">
                  <a16:creationId xmlns:a16="http://schemas.microsoft.com/office/drawing/2014/main" id="{2CB5D7DD-8D01-1FA8-D339-B9D04A129ADF}"/>
                </a:ext>
              </a:extLst>
            </p:cNvPr>
            <p:cNvSpPr>
              <a:spLocks noChangeAspect="1"/>
            </p:cNvSpPr>
            <p:nvPr/>
          </p:nvSpPr>
          <p:spPr>
            <a:xfrm>
              <a:off x="4944144" y="395606"/>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p>
          </p:txBody>
        </p:sp>
        <mc:AlternateContent xmlns:mc="http://schemas.openxmlformats.org/markup-compatibility/2006" xmlns:a14="http://schemas.microsoft.com/office/drawing/2010/main">
          <mc:Choice Requires="a14">
            <p:sp>
              <p:nvSpPr>
                <p:cNvPr id="70" name="TextBox 69">
                  <a:extLst>
                    <a:ext uri="{FF2B5EF4-FFF2-40B4-BE49-F238E27FC236}">
                      <a16:creationId xmlns:a16="http://schemas.microsoft.com/office/drawing/2014/main" id="{66141D38-07AE-57A9-DCA9-D120D84B7267}"/>
                    </a:ext>
                  </a:extLst>
                </p:cNvPr>
                <p:cNvSpPr txBox="1"/>
                <p:nvPr/>
              </p:nvSpPr>
              <p:spPr>
                <a:xfrm>
                  <a:off x="4889948" y="366883"/>
                  <a:ext cx="518558" cy="326949"/>
                </a:xfrm>
                <a:prstGeom prst="rect">
                  <a:avLst/>
                </a:prstGeom>
                <a:noFill/>
              </p:spPr>
              <p:txBody>
                <a:bodyPr wrap="square">
                  <a:spAutoFit/>
                </a:bodyPr>
                <a:lstStyle/>
                <a:p>
                  <a:pPr/>
                  <a14:m>
                    <m:oMathPara xmlns:m="http://schemas.openxmlformats.org/officeDocument/2006/math">
                      <m:oMath>
                        <m:sSub>
                          <m:sSubPr>
                            <m:ctrlPr>
                              <a:rPr lang="de-DE" sz="1400" b="0" i="1" smtClean="0">
                                <a:solidFill>
                                  <a:schemeClr val="bg1"/>
                                </a:solidFill>
                                <a:latin typeface="Cambria Math" panose="02040503050406030204" pitchFamily="18" charset="0"/>
                              </a:rPr>
                            </m:ctrlPr>
                          </m:sSubPr>
                          <m:e>
                            <m:r>
                              <m:rPr>
                                <m:sty m:val="p"/>
                              </m:rPr>
                              <a:rPr lang="de-DE" sz="1400" b="0" i="1" smtClean="0">
                                <a:solidFill>
                                  <a:schemeClr val="bg1"/>
                                </a:solidFill>
                                <a:latin typeface="Cambria Math" panose="02040503050406030204" pitchFamily="18" charset="0"/>
                              </a:rPr>
                              <m:t>r</m:t>
                            </m:r>
                          </m:e>
                          <m:sub>
                            <m:r>
                              <m:rPr>
                                <m:sty m:val="p"/>
                              </m:rPr>
                              <a:rPr lang="de-DE" sz="1400" b="0" i="1" smtClean="0">
                                <a:solidFill>
                                  <a:schemeClr val="bg1"/>
                                </a:solidFill>
                                <a:latin typeface="Cambria Math" panose="02040503050406030204" pitchFamily="18" charset="0"/>
                              </a:rPr>
                              <m:t>Cp</m:t>
                            </m:r>
                          </m:sub>
                        </m:sSub>
                      </m:oMath>
                    </m:oMathPara>
                  </a14:m>
                  <a:endParaRPr lang="en-US" sz="1400" dirty="0">
                    <a:solidFill>
                      <a:schemeClr val="bg1"/>
                    </a:solidFill>
                  </a:endParaRPr>
                </a:p>
              </p:txBody>
            </p:sp>
          </mc:Choice>
          <mc:Fallback xmlns="">
            <p:sp>
              <p:nvSpPr>
                <p:cNvPr id="70" name="TextBox 69">
                  <a:extLst>
                    <a:ext uri="{FF2B5EF4-FFF2-40B4-BE49-F238E27FC236}">
                      <a16:creationId xmlns:a16="http://schemas.microsoft.com/office/drawing/2014/main" id="{A28FD22F-5073-16B6-7D07-E93D55DFBB22}"/>
                    </a:ext>
                  </a:extLst>
                </p:cNvPr>
                <p:cNvSpPr txBox="1">
                  <a:spLocks noRot="1" noChangeAspect="1" noMove="1" noResize="1" noEditPoints="1" noAdjustHandles="1" noChangeArrowheads="1" noChangeShapeType="1" noTextEdit="1"/>
                </p:cNvSpPr>
                <p:nvPr/>
              </p:nvSpPr>
              <p:spPr>
                <a:xfrm>
                  <a:off x="4889948" y="366883"/>
                  <a:ext cx="518558" cy="326949"/>
                </a:xfrm>
                <a:prstGeom prst="rect">
                  <a:avLst/>
                </a:prstGeom>
                <a:blipFill>
                  <a:blip r:embed="rId4"/>
                  <a:stretch>
                    <a:fillRect b="-37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1" name="TextBox 70">
                  <a:extLst>
                    <a:ext uri="{FF2B5EF4-FFF2-40B4-BE49-F238E27FC236}">
                      <a16:creationId xmlns:a16="http://schemas.microsoft.com/office/drawing/2014/main" id="{F247787B-7252-D9EA-C0D3-D16AA8C73A94}"/>
                    </a:ext>
                  </a:extLst>
                </p:cNvPr>
                <p:cNvSpPr txBox="1"/>
                <p:nvPr/>
              </p:nvSpPr>
              <p:spPr>
                <a:xfrm>
                  <a:off x="6042814" y="220866"/>
                  <a:ext cx="507796" cy="307777"/>
                </a:xfrm>
                <a:prstGeom prst="rect">
                  <a:avLst/>
                </a:prstGeom>
                <a:noFill/>
              </p:spPr>
              <p:txBody>
                <a:bodyPr wrap="square">
                  <a:spAutoFit/>
                </a:bodyPr>
                <a:lstStyle/>
                <a:p>
                  <a:pPr/>
                  <a14:m>
                    <m:oMathPara xmlns:m="http://schemas.openxmlformats.org/officeDocument/2006/math">
                      <m:oMath>
                        <m:sSub>
                          <m:sSubPr>
                            <m:ctrlPr>
                              <a:rPr lang="de-DE" sz="1400" b="0" i="0" smtClean="0">
                                <a:solidFill>
                                  <a:schemeClr val="tx1"/>
                                </a:solidFill>
                                <a:latin typeface="Cambria Math" panose="02040503050406030204" pitchFamily="18" charset="0"/>
                              </a:rPr>
                            </m:ctrlPr>
                          </m:sSubPr>
                          <m:e>
                            <m:r>
                              <m:rPr>
                                <m:sty m:val="p"/>
                              </m:rPr>
                              <a:rPr lang="de-DE" sz="1400" b="0" i="0" smtClean="0">
                                <a:solidFill>
                                  <a:schemeClr val="tx1"/>
                                </a:solidFill>
                                <a:latin typeface="Cambria Math" panose="02040503050406030204" pitchFamily="18" charset="0"/>
                              </a:rPr>
                              <m:t>m</m:t>
                            </m:r>
                          </m:e>
                          <m:sub>
                            <m:r>
                              <m:rPr>
                                <m:sty m:val="p"/>
                              </m:rPr>
                              <a:rPr lang="de-DE" sz="1400" b="0" i="1" smtClean="0">
                                <a:solidFill>
                                  <a:schemeClr val="tx1"/>
                                </a:solidFill>
                                <a:latin typeface="Cambria Math" panose="02040503050406030204" pitchFamily="18" charset="0"/>
                              </a:rPr>
                              <m:t>c</m:t>
                            </m:r>
                          </m:sub>
                        </m:sSub>
                      </m:oMath>
                    </m:oMathPara>
                  </a14:m>
                  <a:endParaRPr lang="en-US" sz="1400" dirty="0">
                    <a:solidFill>
                      <a:schemeClr val="tx1"/>
                    </a:solidFill>
                  </a:endParaRPr>
                </a:p>
              </p:txBody>
            </p:sp>
          </mc:Choice>
          <mc:Fallback xmlns="">
            <p:sp>
              <p:nvSpPr>
                <p:cNvPr id="71" name="TextBox 70">
                  <a:extLst>
                    <a:ext uri="{FF2B5EF4-FFF2-40B4-BE49-F238E27FC236}">
                      <a16:creationId xmlns:a16="http://schemas.microsoft.com/office/drawing/2014/main" id="{8191CF74-DAED-ED1D-A1D1-564433505060}"/>
                    </a:ext>
                  </a:extLst>
                </p:cNvPr>
                <p:cNvSpPr txBox="1">
                  <a:spLocks noRot="1" noChangeAspect="1" noMove="1" noResize="1" noEditPoints="1" noAdjustHandles="1" noChangeArrowheads="1" noChangeShapeType="1" noTextEdit="1"/>
                </p:cNvSpPr>
                <p:nvPr/>
              </p:nvSpPr>
              <p:spPr>
                <a:xfrm>
                  <a:off x="6042814" y="220866"/>
                  <a:ext cx="507796" cy="307777"/>
                </a:xfrm>
                <a:prstGeom prst="rect">
                  <a:avLst/>
                </a:prstGeom>
                <a:blipFill>
                  <a:blip r:embed="rId5"/>
                  <a:stretch>
                    <a:fillRect b="-24324"/>
                  </a:stretch>
                </a:blipFill>
              </p:spPr>
              <p:txBody>
                <a:bodyPr/>
                <a:lstStyle/>
                <a:p>
                  <a:r>
                    <a:rPr lang="en-US">
                      <a:noFill/>
                    </a:rPr>
                    <a:t> </a:t>
                  </a:r>
                </a:p>
              </p:txBody>
            </p:sp>
          </mc:Fallback>
        </mc:AlternateContent>
        <p:sp>
          <p:nvSpPr>
            <p:cNvPr id="72" name="Oval 71">
              <a:extLst>
                <a:ext uri="{FF2B5EF4-FFF2-40B4-BE49-F238E27FC236}">
                  <a16:creationId xmlns:a16="http://schemas.microsoft.com/office/drawing/2014/main" id="{068F3A77-2372-4D9C-64E3-987AE7386341}"/>
                </a:ext>
              </a:extLst>
            </p:cNvPr>
            <p:cNvSpPr>
              <a:spLocks noChangeAspect="1"/>
            </p:cNvSpPr>
            <p:nvPr/>
          </p:nvSpPr>
          <p:spPr>
            <a:xfrm>
              <a:off x="6106961" y="1088928"/>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p>
          </p:txBody>
        </p:sp>
        <mc:AlternateContent xmlns:mc="http://schemas.openxmlformats.org/markup-compatibility/2006" xmlns:a14="http://schemas.microsoft.com/office/drawing/2010/main">
          <mc:Choice Requires="a14">
            <p:sp>
              <p:nvSpPr>
                <p:cNvPr id="73" name="TextBox 72">
                  <a:extLst>
                    <a:ext uri="{FF2B5EF4-FFF2-40B4-BE49-F238E27FC236}">
                      <a16:creationId xmlns:a16="http://schemas.microsoft.com/office/drawing/2014/main" id="{1A523B16-1F08-26FB-E0A9-A3DE5EBF8172}"/>
                    </a:ext>
                  </a:extLst>
                </p:cNvPr>
                <p:cNvSpPr txBox="1"/>
                <p:nvPr/>
              </p:nvSpPr>
              <p:spPr>
                <a:xfrm>
                  <a:off x="6048484" y="1064456"/>
                  <a:ext cx="518558" cy="328103"/>
                </a:xfrm>
                <a:prstGeom prst="rect">
                  <a:avLst/>
                </a:prstGeom>
                <a:noFill/>
              </p:spPr>
              <p:txBody>
                <a:bodyPr wrap="square">
                  <a:spAutoFit/>
                </a:bodyPr>
                <a:lstStyle/>
                <a:p>
                  <a:pPr/>
                  <a14:m>
                    <m:oMathPara xmlns:m="http://schemas.openxmlformats.org/officeDocument/2006/math">
                      <m:oMath>
                        <m:sSub>
                          <m:sSubPr>
                            <m:ctrlPr>
                              <a:rPr lang="de-DE" sz="1400" b="0" i="1" smtClean="0">
                                <a:solidFill>
                                  <a:schemeClr val="bg1"/>
                                </a:solidFill>
                                <a:latin typeface="Cambria Math" panose="02040503050406030204" pitchFamily="18" charset="0"/>
                              </a:rPr>
                            </m:ctrlPr>
                          </m:sSubPr>
                          <m:e>
                            <m:r>
                              <m:rPr>
                                <m:sty m:val="p"/>
                              </m:rPr>
                              <a:rPr lang="de-DE" sz="1400" b="0" i="1" smtClean="0">
                                <a:solidFill>
                                  <a:schemeClr val="bg1"/>
                                </a:solidFill>
                                <a:latin typeface="Cambria Math" panose="02040503050406030204" pitchFamily="18" charset="0"/>
                              </a:rPr>
                              <m:t>r</m:t>
                            </m:r>
                          </m:e>
                          <m:sub>
                            <m:r>
                              <m:rPr>
                                <m:sty m:val="p"/>
                              </m:rPr>
                              <a:rPr lang="de-DE" sz="1400" b="0" i="1" smtClean="0">
                                <a:solidFill>
                                  <a:schemeClr val="bg1"/>
                                </a:solidFill>
                                <a:latin typeface="Cambria Math" panose="02040503050406030204" pitchFamily="18" charset="0"/>
                              </a:rPr>
                              <m:t>Cg</m:t>
                            </m:r>
                          </m:sub>
                        </m:sSub>
                      </m:oMath>
                    </m:oMathPara>
                  </a14:m>
                  <a:endParaRPr lang="en-US" sz="1400" dirty="0">
                    <a:solidFill>
                      <a:schemeClr val="bg1"/>
                    </a:solidFill>
                  </a:endParaRPr>
                </a:p>
              </p:txBody>
            </p:sp>
          </mc:Choice>
          <mc:Fallback xmlns="">
            <p:sp>
              <p:nvSpPr>
                <p:cNvPr id="73" name="TextBox 72">
                  <a:extLst>
                    <a:ext uri="{FF2B5EF4-FFF2-40B4-BE49-F238E27FC236}">
                      <a16:creationId xmlns:a16="http://schemas.microsoft.com/office/drawing/2014/main" id="{464875DF-EB12-10D7-CC0F-9ED22AFC7136}"/>
                    </a:ext>
                  </a:extLst>
                </p:cNvPr>
                <p:cNvSpPr txBox="1">
                  <a:spLocks noRot="1" noChangeAspect="1" noMove="1" noResize="1" noEditPoints="1" noAdjustHandles="1" noChangeArrowheads="1" noChangeShapeType="1" noTextEdit="1"/>
                </p:cNvSpPr>
                <p:nvPr/>
              </p:nvSpPr>
              <p:spPr>
                <a:xfrm>
                  <a:off x="6048484" y="1064456"/>
                  <a:ext cx="518558" cy="328103"/>
                </a:xfrm>
                <a:prstGeom prst="rect">
                  <a:avLst/>
                </a:prstGeom>
                <a:blipFill>
                  <a:blip r:embed="rId6"/>
                  <a:stretch>
                    <a:fillRect b="-4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4" name="TextBox 73">
                  <a:extLst>
                    <a:ext uri="{FF2B5EF4-FFF2-40B4-BE49-F238E27FC236}">
                      <a16:creationId xmlns:a16="http://schemas.microsoft.com/office/drawing/2014/main" id="{9304B354-DDDF-1E3B-FE34-5BF5FAD6182A}"/>
                    </a:ext>
                  </a:extLst>
                </p:cNvPr>
                <p:cNvSpPr txBox="1"/>
                <p:nvPr/>
              </p:nvSpPr>
              <p:spPr>
                <a:xfrm>
                  <a:off x="4902707" y="1099668"/>
                  <a:ext cx="507796" cy="307777"/>
                </a:xfrm>
                <a:prstGeom prst="rect">
                  <a:avLst/>
                </a:prstGeom>
                <a:noFill/>
              </p:spPr>
              <p:txBody>
                <a:bodyPr wrap="square">
                  <a:spAutoFit/>
                </a:bodyPr>
                <a:lstStyle/>
                <a:p>
                  <a:pPr/>
                  <a14:m>
                    <m:oMathPara xmlns:m="http://schemas.openxmlformats.org/officeDocument/2006/math">
                      <m:oMath>
                        <m:sSub>
                          <m:sSubPr>
                            <m:ctrlPr>
                              <a:rPr lang="de-DE" sz="1400" b="0" i="0" smtClean="0">
                                <a:solidFill>
                                  <a:schemeClr val="tx1"/>
                                </a:solidFill>
                                <a:latin typeface="Cambria Math" panose="02040503050406030204" pitchFamily="18" charset="0"/>
                              </a:rPr>
                            </m:ctrlPr>
                          </m:sSubPr>
                          <m:e>
                            <m:r>
                              <m:rPr>
                                <m:sty m:val="p"/>
                              </m:rPr>
                              <a:rPr lang="de-DE" sz="1400" b="0" i="0" smtClean="0">
                                <a:solidFill>
                                  <a:schemeClr val="tx1"/>
                                </a:solidFill>
                                <a:latin typeface="Cambria Math" panose="02040503050406030204" pitchFamily="18" charset="0"/>
                              </a:rPr>
                              <m:t>m</m:t>
                            </m:r>
                          </m:e>
                          <m:sub>
                            <m:r>
                              <m:rPr>
                                <m:sty m:val="p"/>
                              </m:rPr>
                              <a:rPr lang="de-DE" sz="1400" b="0" i="1" smtClean="0">
                                <a:solidFill>
                                  <a:schemeClr val="tx1"/>
                                </a:solidFill>
                                <a:latin typeface="Cambria Math" panose="02040503050406030204" pitchFamily="18" charset="0"/>
                              </a:rPr>
                              <m:t>Cs</m:t>
                            </m:r>
                          </m:sub>
                        </m:sSub>
                      </m:oMath>
                    </m:oMathPara>
                  </a14:m>
                  <a:endParaRPr lang="en-US" sz="1400" dirty="0">
                    <a:solidFill>
                      <a:schemeClr val="tx1"/>
                    </a:solidFill>
                  </a:endParaRPr>
                </a:p>
              </p:txBody>
            </p:sp>
          </mc:Choice>
          <mc:Fallback xmlns="">
            <p:sp>
              <p:nvSpPr>
                <p:cNvPr id="74" name="TextBox 73">
                  <a:extLst>
                    <a:ext uri="{FF2B5EF4-FFF2-40B4-BE49-F238E27FC236}">
                      <a16:creationId xmlns:a16="http://schemas.microsoft.com/office/drawing/2014/main" id="{94302B4A-3EC2-293D-853F-69EF634FD0C7}"/>
                    </a:ext>
                  </a:extLst>
                </p:cNvPr>
                <p:cNvSpPr txBox="1">
                  <a:spLocks noRot="1" noChangeAspect="1" noMove="1" noResize="1" noEditPoints="1" noAdjustHandles="1" noChangeArrowheads="1" noChangeShapeType="1" noTextEdit="1"/>
                </p:cNvSpPr>
                <p:nvPr/>
              </p:nvSpPr>
              <p:spPr>
                <a:xfrm>
                  <a:off x="4902707" y="1099668"/>
                  <a:ext cx="507796" cy="307777"/>
                </a:xfrm>
                <a:prstGeom prst="rect">
                  <a:avLst/>
                </a:prstGeom>
                <a:blipFill>
                  <a:blip r:embed="rId7"/>
                  <a:stretch>
                    <a:fillRect r="-12903" b="-26316"/>
                  </a:stretch>
                </a:blipFill>
              </p:spPr>
              <p:txBody>
                <a:bodyPr/>
                <a:lstStyle/>
                <a:p>
                  <a:r>
                    <a:rPr lang="en-US">
                      <a:noFill/>
                    </a:rPr>
                    <a:t> </a:t>
                  </a:r>
                </a:p>
              </p:txBody>
            </p:sp>
          </mc:Fallback>
        </mc:AlternateContent>
        <p:sp>
          <p:nvSpPr>
            <p:cNvPr id="75" name="Oval 74">
              <a:extLst>
                <a:ext uri="{FF2B5EF4-FFF2-40B4-BE49-F238E27FC236}">
                  <a16:creationId xmlns:a16="http://schemas.microsoft.com/office/drawing/2014/main" id="{7B3ED70F-A33E-63A5-4D3E-DD7AF8CCFB75}"/>
                </a:ext>
              </a:extLst>
            </p:cNvPr>
            <p:cNvSpPr>
              <a:spLocks noChangeAspect="1"/>
            </p:cNvSpPr>
            <p:nvPr/>
          </p:nvSpPr>
          <p:spPr>
            <a:xfrm>
              <a:off x="4972754" y="1905482"/>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p>
          </p:txBody>
        </p:sp>
        <mc:AlternateContent xmlns:mc="http://schemas.openxmlformats.org/markup-compatibility/2006" xmlns:a14="http://schemas.microsoft.com/office/drawing/2010/main">
          <mc:Choice Requires="a14">
            <p:sp>
              <p:nvSpPr>
                <p:cNvPr id="76" name="TextBox 75">
                  <a:extLst>
                    <a:ext uri="{FF2B5EF4-FFF2-40B4-BE49-F238E27FC236}">
                      <a16:creationId xmlns:a16="http://schemas.microsoft.com/office/drawing/2014/main" id="{DD4989DD-FA2B-B0FE-6C1E-459645F3ADF1}"/>
                    </a:ext>
                  </a:extLst>
                </p:cNvPr>
                <p:cNvSpPr txBox="1"/>
                <p:nvPr/>
              </p:nvSpPr>
              <p:spPr>
                <a:xfrm>
                  <a:off x="4917219" y="1870160"/>
                  <a:ext cx="518558" cy="307777"/>
                </a:xfrm>
                <a:prstGeom prst="rect">
                  <a:avLst/>
                </a:prstGeom>
                <a:noFill/>
              </p:spPr>
              <p:txBody>
                <a:bodyPr wrap="square">
                  <a:spAutoFit/>
                </a:bodyPr>
                <a:lstStyle/>
                <a:p>
                  <a:pPr/>
                  <a14:m>
                    <m:oMathPara xmlns:m="http://schemas.openxmlformats.org/officeDocument/2006/math">
                      <m:oMath>
                        <m:sSub>
                          <m:sSubPr>
                            <m:ctrlPr>
                              <a:rPr lang="de-DE" sz="1400" b="0" i="1" smtClean="0">
                                <a:solidFill>
                                  <a:schemeClr val="bg1"/>
                                </a:solidFill>
                                <a:latin typeface="Cambria Math" panose="02040503050406030204" pitchFamily="18" charset="0"/>
                              </a:rPr>
                            </m:ctrlPr>
                          </m:sSubPr>
                          <m:e>
                            <m:r>
                              <m:rPr>
                                <m:sty m:val="p"/>
                              </m:rPr>
                              <a:rPr lang="de-DE" sz="1400" b="0" i="1" smtClean="0">
                                <a:solidFill>
                                  <a:schemeClr val="bg1"/>
                                </a:solidFill>
                                <a:latin typeface="Cambria Math" panose="02040503050406030204" pitchFamily="18" charset="0"/>
                              </a:rPr>
                              <m:t>r</m:t>
                            </m:r>
                          </m:e>
                          <m:sub>
                            <m:r>
                              <m:rPr>
                                <m:sty m:val="p"/>
                              </m:rPr>
                              <a:rPr lang="de-DE" sz="1400" b="0" i="1" smtClean="0">
                                <a:solidFill>
                                  <a:schemeClr val="bg1"/>
                                </a:solidFill>
                                <a:latin typeface="Cambria Math" panose="02040503050406030204" pitchFamily="18" charset="0"/>
                              </a:rPr>
                              <m:t>Cr</m:t>
                            </m:r>
                          </m:sub>
                        </m:sSub>
                      </m:oMath>
                    </m:oMathPara>
                  </a14:m>
                  <a:endParaRPr lang="en-US" sz="1400" dirty="0">
                    <a:solidFill>
                      <a:schemeClr val="bg1"/>
                    </a:solidFill>
                  </a:endParaRPr>
                </a:p>
              </p:txBody>
            </p:sp>
          </mc:Choice>
          <mc:Fallback xmlns="">
            <p:sp>
              <p:nvSpPr>
                <p:cNvPr id="76" name="TextBox 75">
                  <a:extLst>
                    <a:ext uri="{FF2B5EF4-FFF2-40B4-BE49-F238E27FC236}">
                      <a16:creationId xmlns:a16="http://schemas.microsoft.com/office/drawing/2014/main" id="{B03C318F-0C34-1936-C28A-1DF9025471AF}"/>
                    </a:ext>
                  </a:extLst>
                </p:cNvPr>
                <p:cNvSpPr txBox="1">
                  <a:spLocks noRot="1" noChangeAspect="1" noMove="1" noResize="1" noEditPoints="1" noAdjustHandles="1" noChangeArrowheads="1" noChangeShapeType="1" noTextEdit="1"/>
                </p:cNvSpPr>
                <p:nvPr/>
              </p:nvSpPr>
              <p:spPr>
                <a:xfrm>
                  <a:off x="4917219" y="1870160"/>
                  <a:ext cx="518558" cy="307777"/>
                </a:xfrm>
                <a:prstGeom prst="rect">
                  <a:avLst/>
                </a:prstGeom>
                <a:blipFill>
                  <a:blip r:embed="rId8"/>
                  <a:stretch>
                    <a:fillRect b="-29730"/>
                  </a:stretch>
                </a:blipFill>
              </p:spPr>
              <p:txBody>
                <a:bodyPr/>
                <a:lstStyle/>
                <a:p>
                  <a:r>
                    <a:rPr lang="en-US">
                      <a:noFill/>
                    </a:rPr>
                    <a:t> </a:t>
                  </a:r>
                </a:p>
              </p:txBody>
            </p:sp>
          </mc:Fallback>
        </mc:AlternateContent>
        <p:cxnSp>
          <p:nvCxnSpPr>
            <p:cNvPr id="77" name="Straight Arrow Connector 76">
              <a:extLst>
                <a:ext uri="{FF2B5EF4-FFF2-40B4-BE49-F238E27FC236}">
                  <a16:creationId xmlns:a16="http://schemas.microsoft.com/office/drawing/2014/main" id="{390E6EE9-6F23-4178-C38B-131EC6A555F5}"/>
                </a:ext>
              </a:extLst>
            </p:cNvPr>
            <p:cNvCxnSpPr>
              <a:cxnSpLocks/>
              <a:endCxn id="69" idx="3"/>
            </p:cNvCxnSpPr>
            <p:nvPr/>
          </p:nvCxnSpPr>
          <p:spPr>
            <a:xfrm flipV="1">
              <a:off x="4121730" y="721164"/>
              <a:ext cx="878271" cy="488885"/>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80" name="Straight Arrow Connector 79">
              <a:extLst>
                <a:ext uri="{FF2B5EF4-FFF2-40B4-BE49-F238E27FC236}">
                  <a16:creationId xmlns:a16="http://schemas.microsoft.com/office/drawing/2014/main" id="{FB05F20D-E236-9D5A-913F-1362DF627BDC}"/>
                </a:ext>
              </a:extLst>
            </p:cNvPr>
            <p:cNvCxnSpPr>
              <a:cxnSpLocks/>
              <a:endCxn id="75" idx="1"/>
            </p:cNvCxnSpPr>
            <p:nvPr/>
          </p:nvCxnSpPr>
          <p:spPr>
            <a:xfrm>
              <a:off x="4125152" y="1214911"/>
              <a:ext cx="903459" cy="746428"/>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84" name="Straight Arrow Connector 83">
              <a:extLst>
                <a:ext uri="{FF2B5EF4-FFF2-40B4-BE49-F238E27FC236}">
                  <a16:creationId xmlns:a16="http://schemas.microsoft.com/office/drawing/2014/main" id="{5CB96095-C270-40A4-711C-CD08F67E140C}"/>
                </a:ext>
              </a:extLst>
            </p:cNvPr>
            <p:cNvCxnSpPr>
              <a:cxnSpLocks/>
              <a:stCxn id="74" idx="3"/>
              <a:endCxn id="72" idx="2"/>
            </p:cNvCxnSpPr>
            <p:nvPr/>
          </p:nvCxnSpPr>
          <p:spPr>
            <a:xfrm>
              <a:off x="5410503" y="1253557"/>
              <a:ext cx="696458" cy="26079"/>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88" name="Straight Arrow Connector 87">
              <a:extLst>
                <a:ext uri="{FF2B5EF4-FFF2-40B4-BE49-F238E27FC236}">
                  <a16:creationId xmlns:a16="http://schemas.microsoft.com/office/drawing/2014/main" id="{FB2197D4-ED75-A8F9-5543-CC3457A8B3AF}"/>
                </a:ext>
              </a:extLst>
            </p:cNvPr>
            <p:cNvCxnSpPr>
              <a:cxnSpLocks/>
              <a:stCxn id="74" idx="2"/>
              <a:endCxn id="75" idx="0"/>
            </p:cNvCxnSpPr>
            <p:nvPr/>
          </p:nvCxnSpPr>
          <p:spPr>
            <a:xfrm>
              <a:off x="5156605" y="1407445"/>
              <a:ext cx="6856" cy="498037"/>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6" name="Straight Arrow Connector 95">
              <a:extLst>
                <a:ext uri="{FF2B5EF4-FFF2-40B4-BE49-F238E27FC236}">
                  <a16:creationId xmlns:a16="http://schemas.microsoft.com/office/drawing/2014/main" id="{FC96BC47-B809-8E33-6C13-1D45C0F33B26}"/>
                </a:ext>
              </a:extLst>
            </p:cNvPr>
            <p:cNvCxnSpPr>
              <a:cxnSpLocks/>
              <a:stCxn id="69" idx="6"/>
            </p:cNvCxnSpPr>
            <p:nvPr/>
          </p:nvCxnSpPr>
          <p:spPr>
            <a:xfrm>
              <a:off x="5325558" y="586314"/>
              <a:ext cx="2460842" cy="10275"/>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9" name="Straight Arrow Connector 98">
              <a:extLst>
                <a:ext uri="{FF2B5EF4-FFF2-40B4-BE49-F238E27FC236}">
                  <a16:creationId xmlns:a16="http://schemas.microsoft.com/office/drawing/2014/main" id="{702A278F-43C8-BDE6-418A-59257EB9F277}"/>
                </a:ext>
              </a:extLst>
            </p:cNvPr>
            <p:cNvCxnSpPr>
              <a:cxnSpLocks/>
              <a:stCxn id="71" idx="2"/>
              <a:endCxn id="72" idx="0"/>
            </p:cNvCxnSpPr>
            <p:nvPr/>
          </p:nvCxnSpPr>
          <p:spPr>
            <a:xfrm>
              <a:off x="6296712" y="528643"/>
              <a:ext cx="956" cy="560285"/>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sp>
          <p:nvSpPr>
            <p:cNvPr id="102" name="Rectangle 101">
              <a:extLst>
                <a:ext uri="{FF2B5EF4-FFF2-40B4-BE49-F238E27FC236}">
                  <a16:creationId xmlns:a16="http://schemas.microsoft.com/office/drawing/2014/main" id="{565DD210-A1B3-08FF-8BBF-09D5C817A3F2}"/>
                </a:ext>
              </a:extLst>
            </p:cNvPr>
            <p:cNvSpPr/>
            <p:nvPr/>
          </p:nvSpPr>
          <p:spPr>
            <a:xfrm>
              <a:off x="4449950" y="9135"/>
              <a:ext cx="2873133" cy="2407763"/>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103" name="TextBox 102">
              <a:extLst>
                <a:ext uri="{FF2B5EF4-FFF2-40B4-BE49-F238E27FC236}">
                  <a16:creationId xmlns:a16="http://schemas.microsoft.com/office/drawing/2014/main" id="{015FBA70-F8B1-4D77-8064-4325040401EF}"/>
                </a:ext>
              </a:extLst>
            </p:cNvPr>
            <p:cNvSpPr txBox="1"/>
            <p:nvPr/>
          </p:nvSpPr>
          <p:spPr>
            <a:xfrm>
              <a:off x="4449950" y="-6886"/>
              <a:ext cx="1377237" cy="276999"/>
            </a:xfrm>
            <a:prstGeom prst="rect">
              <a:avLst/>
            </a:prstGeom>
            <a:noFill/>
          </p:spPr>
          <p:txBody>
            <a:bodyPr wrap="none" rtlCol="0">
              <a:spAutoFit/>
            </a:bodyPr>
            <a:lstStyle/>
            <a:p>
              <a:r>
                <a:rPr lang="en-US" sz="1200" dirty="0"/>
                <a:t>Chemical counter</a:t>
              </a:r>
            </a:p>
          </p:txBody>
        </p:sp>
        <mc:AlternateContent xmlns:mc="http://schemas.openxmlformats.org/markup-compatibility/2006" xmlns:a14="http://schemas.microsoft.com/office/drawing/2010/main">
          <mc:Choice Requires="a14">
            <p:sp>
              <p:nvSpPr>
                <p:cNvPr id="67" name="TextBox 66">
                  <a:extLst>
                    <a:ext uri="{FF2B5EF4-FFF2-40B4-BE49-F238E27FC236}">
                      <a16:creationId xmlns:a16="http://schemas.microsoft.com/office/drawing/2014/main" id="{FF77E2E5-1E4A-1A20-AE6E-E2420AB10DF0}"/>
                    </a:ext>
                  </a:extLst>
                </p:cNvPr>
                <p:cNvSpPr txBox="1"/>
                <p:nvPr/>
              </p:nvSpPr>
              <p:spPr>
                <a:xfrm>
                  <a:off x="0" y="1346255"/>
                  <a:ext cx="503086" cy="307777"/>
                </a:xfrm>
                <a:prstGeom prst="rect">
                  <a:avLst/>
                </a:prstGeom>
                <a:noFill/>
              </p:spPr>
              <p:txBody>
                <a:bodyPr wrap="none" rtlCol="0">
                  <a:spAutoFit/>
                </a:bodyPr>
                <a:lstStyle/>
                <a:p>
                  <a:pPr/>
                  <a14:m>
                    <m:oMathPara xmlns:m="http://schemas.openxmlformats.org/officeDocument/2006/math">
                      <m:oMath>
                        <m:sSub>
                          <m:sSubPr>
                            <m:ctrlPr>
                              <a:rPr lang="de-DE" sz="1400" b="0" i="1" smtClean="0">
                                <a:latin typeface="Cambria Math" panose="02040503050406030204" pitchFamily="18" charset="0"/>
                              </a:rPr>
                            </m:ctrlPr>
                          </m:sSubPr>
                          <m:e>
                            <m:r>
                              <m:rPr>
                                <m:sty m:val="p"/>
                              </m:rPr>
                              <a:rPr lang="de-DE" sz="1400" b="0" i="1" smtClean="0">
                                <a:latin typeface="Cambria Math" panose="02040503050406030204" pitchFamily="18" charset="0"/>
                              </a:rPr>
                              <m:t>m</m:t>
                            </m:r>
                          </m:e>
                          <m:sub>
                            <m:r>
                              <m:rPr>
                                <m:sty m:val="p"/>
                              </m:rPr>
                              <a:rPr lang="de-DE" sz="1400" b="0" i="1" smtClean="0">
                                <a:latin typeface="Cambria Math" panose="02040503050406030204" pitchFamily="18" charset="0"/>
                              </a:rPr>
                              <m:t>in</m:t>
                            </m:r>
                          </m:sub>
                        </m:sSub>
                      </m:oMath>
                    </m:oMathPara>
                  </a14:m>
                  <a:endParaRPr lang="en-US" sz="1400" dirty="0"/>
                </a:p>
              </p:txBody>
            </p:sp>
          </mc:Choice>
          <mc:Fallback xmlns="">
            <p:sp>
              <p:nvSpPr>
                <p:cNvPr id="67" name="TextBox 66">
                  <a:extLst>
                    <a:ext uri="{FF2B5EF4-FFF2-40B4-BE49-F238E27FC236}">
                      <a16:creationId xmlns:a16="http://schemas.microsoft.com/office/drawing/2014/main" id="{9C37C814-9C21-C0F3-6D1F-328C4ACCCA84}"/>
                    </a:ext>
                  </a:extLst>
                </p:cNvPr>
                <p:cNvSpPr txBox="1">
                  <a:spLocks noRot="1" noChangeAspect="1" noMove="1" noResize="1" noEditPoints="1" noAdjustHandles="1" noChangeArrowheads="1" noChangeShapeType="1" noTextEdit="1"/>
                </p:cNvSpPr>
                <p:nvPr/>
              </p:nvSpPr>
              <p:spPr>
                <a:xfrm>
                  <a:off x="0" y="1346255"/>
                  <a:ext cx="503086" cy="307777"/>
                </a:xfrm>
                <a:prstGeom prst="rect">
                  <a:avLst/>
                </a:prstGeom>
                <a:blipFill>
                  <a:blip r:embed="rId9"/>
                  <a:stretch>
                    <a:fillRect r="-9836" b="-29730"/>
                  </a:stretch>
                </a:blipFill>
              </p:spPr>
              <p:txBody>
                <a:bodyPr/>
                <a:lstStyle/>
                <a:p>
                  <a:r>
                    <a:rPr lang="en-US">
                      <a:noFill/>
                    </a:rPr>
                    <a:t> </a:t>
                  </a:r>
                </a:p>
              </p:txBody>
            </p:sp>
          </mc:Fallback>
        </mc:AlternateContent>
        <p:sp>
          <p:nvSpPr>
            <p:cNvPr id="78" name="Rectangle 77">
              <a:extLst>
                <a:ext uri="{FF2B5EF4-FFF2-40B4-BE49-F238E27FC236}">
                  <a16:creationId xmlns:a16="http://schemas.microsoft.com/office/drawing/2014/main" id="{C02D3467-F8A7-92D9-7E23-86E86235E66A}"/>
                </a:ext>
              </a:extLst>
            </p:cNvPr>
            <p:cNvSpPr/>
            <p:nvPr/>
          </p:nvSpPr>
          <p:spPr>
            <a:xfrm>
              <a:off x="813764" y="212548"/>
              <a:ext cx="2873133" cy="2222154"/>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79" name="TextBox 78">
              <a:extLst>
                <a:ext uri="{FF2B5EF4-FFF2-40B4-BE49-F238E27FC236}">
                  <a16:creationId xmlns:a16="http://schemas.microsoft.com/office/drawing/2014/main" id="{E80842EF-855B-4558-49AC-1516433BFD01}"/>
                </a:ext>
              </a:extLst>
            </p:cNvPr>
            <p:cNvSpPr txBox="1"/>
            <p:nvPr/>
          </p:nvSpPr>
          <p:spPr>
            <a:xfrm>
              <a:off x="787440" y="212547"/>
              <a:ext cx="1068178" cy="461665"/>
            </a:xfrm>
            <a:prstGeom prst="rect">
              <a:avLst/>
            </a:prstGeom>
            <a:noFill/>
          </p:spPr>
          <p:txBody>
            <a:bodyPr wrap="none" rtlCol="0">
              <a:spAutoFit/>
            </a:bodyPr>
            <a:lstStyle/>
            <a:p>
              <a:r>
                <a:rPr lang="en-US" sz="1200" dirty="0"/>
                <a:t>Chemical</a:t>
              </a:r>
              <a:br>
                <a:rPr lang="en-US" sz="1200" dirty="0"/>
              </a:br>
              <a:r>
                <a:rPr lang="en-US" sz="1200" dirty="0"/>
                <a:t>Differentiator</a:t>
              </a:r>
            </a:p>
          </p:txBody>
        </p:sp>
        <p:sp>
          <p:nvSpPr>
            <p:cNvPr id="81" name="Oval 80">
              <a:extLst>
                <a:ext uri="{FF2B5EF4-FFF2-40B4-BE49-F238E27FC236}">
                  <a16:creationId xmlns:a16="http://schemas.microsoft.com/office/drawing/2014/main" id="{B21A6227-9585-A777-69F4-6E2084EB9202}"/>
                </a:ext>
              </a:extLst>
            </p:cNvPr>
            <p:cNvSpPr>
              <a:spLocks noChangeAspect="1"/>
            </p:cNvSpPr>
            <p:nvPr/>
          </p:nvSpPr>
          <p:spPr>
            <a:xfrm>
              <a:off x="1051699" y="1000942"/>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p>
          </p:txBody>
        </p:sp>
        <mc:AlternateContent xmlns:mc="http://schemas.openxmlformats.org/markup-compatibility/2006" xmlns:a14="http://schemas.microsoft.com/office/drawing/2010/main">
          <mc:Choice Requires="a14">
            <p:sp>
              <p:nvSpPr>
                <p:cNvPr id="82" name="TextBox 81">
                  <a:extLst>
                    <a:ext uri="{FF2B5EF4-FFF2-40B4-BE49-F238E27FC236}">
                      <a16:creationId xmlns:a16="http://schemas.microsoft.com/office/drawing/2014/main" id="{299658ED-CB72-1764-3510-194E08FF48D6}"/>
                    </a:ext>
                  </a:extLst>
                </p:cNvPr>
                <p:cNvSpPr txBox="1"/>
                <p:nvPr/>
              </p:nvSpPr>
              <p:spPr>
                <a:xfrm>
                  <a:off x="996672" y="976786"/>
                  <a:ext cx="518558" cy="307777"/>
                </a:xfrm>
                <a:prstGeom prst="rect">
                  <a:avLst/>
                </a:prstGeom>
                <a:noFill/>
              </p:spPr>
              <p:txBody>
                <a:bodyPr wrap="square">
                  <a:spAutoFit/>
                </a:bodyPr>
                <a:lstStyle/>
                <a:p>
                  <a:pPr/>
                  <a14:m>
                    <m:oMathPara xmlns:m="http://schemas.openxmlformats.org/officeDocument/2006/math">
                      <m:oMath>
                        <m:sSub>
                          <m:sSubPr>
                            <m:ctrlPr>
                              <a:rPr lang="de-DE" sz="1400" b="0" i="1" smtClean="0">
                                <a:solidFill>
                                  <a:schemeClr val="bg1"/>
                                </a:solidFill>
                                <a:latin typeface="Cambria Math" panose="02040503050406030204" pitchFamily="18" charset="0"/>
                              </a:rPr>
                            </m:ctrlPr>
                          </m:sSubPr>
                          <m:e>
                            <m:r>
                              <m:rPr>
                                <m:sty m:val="p"/>
                              </m:rPr>
                              <a:rPr lang="de-DE" sz="1400" b="0" i="1" smtClean="0">
                                <a:solidFill>
                                  <a:schemeClr val="bg1"/>
                                </a:solidFill>
                                <a:latin typeface="Cambria Math" panose="02040503050406030204" pitchFamily="18" charset="0"/>
                              </a:rPr>
                              <m:t>r</m:t>
                            </m:r>
                          </m:e>
                          <m:sub>
                            <m:r>
                              <m:rPr>
                                <m:sty m:val="p"/>
                              </m:rPr>
                              <a:rPr lang="de-DE" sz="1400" b="0" i="1" smtClean="0">
                                <a:solidFill>
                                  <a:schemeClr val="bg1"/>
                                </a:solidFill>
                                <a:latin typeface="Cambria Math" panose="02040503050406030204" pitchFamily="18" charset="0"/>
                              </a:rPr>
                              <m:t>Df</m:t>
                            </m:r>
                          </m:sub>
                        </m:sSub>
                      </m:oMath>
                    </m:oMathPara>
                  </a14:m>
                  <a:endParaRPr lang="en-US" sz="1400" dirty="0">
                    <a:solidFill>
                      <a:schemeClr val="bg1"/>
                    </a:solidFill>
                  </a:endParaRPr>
                </a:p>
              </p:txBody>
            </p:sp>
          </mc:Choice>
          <mc:Fallback xmlns="">
            <p:sp>
              <p:nvSpPr>
                <p:cNvPr id="82" name="TextBox 81">
                  <a:extLst>
                    <a:ext uri="{FF2B5EF4-FFF2-40B4-BE49-F238E27FC236}">
                      <a16:creationId xmlns:a16="http://schemas.microsoft.com/office/drawing/2014/main" id="{9114C551-7000-83AF-F899-1CB40EA37F2B}"/>
                    </a:ext>
                  </a:extLst>
                </p:cNvPr>
                <p:cNvSpPr txBox="1">
                  <a:spLocks noRot="1" noChangeAspect="1" noMove="1" noResize="1" noEditPoints="1" noAdjustHandles="1" noChangeArrowheads="1" noChangeShapeType="1" noTextEdit="1"/>
                </p:cNvSpPr>
                <p:nvPr/>
              </p:nvSpPr>
              <p:spPr>
                <a:xfrm>
                  <a:off x="996672" y="976786"/>
                  <a:ext cx="518558" cy="307777"/>
                </a:xfrm>
                <a:prstGeom prst="rect">
                  <a:avLst/>
                </a:prstGeom>
                <a:blipFill>
                  <a:blip r:embed="rId10"/>
                  <a:stretch>
                    <a:fillRect b="-28947"/>
                  </a:stretch>
                </a:blipFill>
              </p:spPr>
              <p:txBody>
                <a:bodyPr/>
                <a:lstStyle/>
                <a:p>
                  <a:r>
                    <a:rPr lang="en-US">
                      <a:noFill/>
                    </a:rPr>
                    <a:t> </a:t>
                  </a:r>
                </a:p>
              </p:txBody>
            </p:sp>
          </mc:Fallback>
        </mc:AlternateContent>
        <p:sp>
          <p:nvSpPr>
            <p:cNvPr id="83" name="Oval 82">
              <a:extLst>
                <a:ext uri="{FF2B5EF4-FFF2-40B4-BE49-F238E27FC236}">
                  <a16:creationId xmlns:a16="http://schemas.microsoft.com/office/drawing/2014/main" id="{FDCC5A84-0186-5EB4-4256-988A1E29D51B}"/>
                </a:ext>
              </a:extLst>
            </p:cNvPr>
            <p:cNvSpPr>
              <a:spLocks noChangeAspect="1"/>
            </p:cNvSpPr>
            <p:nvPr/>
          </p:nvSpPr>
          <p:spPr>
            <a:xfrm>
              <a:off x="1155180" y="1894298"/>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p>
          </p:txBody>
        </p:sp>
        <mc:AlternateContent xmlns:mc="http://schemas.openxmlformats.org/markup-compatibility/2006" xmlns:a14="http://schemas.microsoft.com/office/drawing/2010/main">
          <mc:Choice Requires="a14">
            <p:sp>
              <p:nvSpPr>
                <p:cNvPr id="85" name="TextBox 84">
                  <a:extLst>
                    <a:ext uri="{FF2B5EF4-FFF2-40B4-BE49-F238E27FC236}">
                      <a16:creationId xmlns:a16="http://schemas.microsoft.com/office/drawing/2014/main" id="{7821CB79-FD08-84AC-AA0A-1998ADAF07B8}"/>
                    </a:ext>
                  </a:extLst>
                </p:cNvPr>
                <p:cNvSpPr txBox="1"/>
                <p:nvPr/>
              </p:nvSpPr>
              <p:spPr>
                <a:xfrm>
                  <a:off x="1097393" y="1886274"/>
                  <a:ext cx="518558" cy="307777"/>
                </a:xfrm>
                <a:prstGeom prst="rect">
                  <a:avLst/>
                </a:prstGeom>
                <a:noFill/>
              </p:spPr>
              <p:txBody>
                <a:bodyPr wrap="square">
                  <a:spAutoFit/>
                </a:bodyPr>
                <a:lstStyle/>
                <a:p>
                  <a:pPr/>
                  <a14:m>
                    <m:oMathPara xmlns:m="http://schemas.openxmlformats.org/officeDocument/2006/math">
                      <m:oMath>
                        <m:sSub>
                          <m:sSubPr>
                            <m:ctrlPr>
                              <a:rPr lang="de-DE" sz="1400" b="0" i="1" smtClean="0">
                                <a:solidFill>
                                  <a:schemeClr val="bg1"/>
                                </a:solidFill>
                                <a:latin typeface="Cambria Math" panose="02040503050406030204" pitchFamily="18" charset="0"/>
                              </a:rPr>
                            </m:ctrlPr>
                          </m:sSubPr>
                          <m:e>
                            <m:r>
                              <m:rPr>
                                <m:sty m:val="p"/>
                              </m:rPr>
                              <a:rPr lang="de-DE" sz="1400" b="0" i="1" smtClean="0">
                                <a:solidFill>
                                  <a:schemeClr val="bg1"/>
                                </a:solidFill>
                                <a:latin typeface="Cambria Math" panose="02040503050406030204" pitchFamily="18" charset="0"/>
                              </a:rPr>
                              <m:t>r</m:t>
                            </m:r>
                          </m:e>
                          <m:sub>
                            <m:r>
                              <m:rPr>
                                <m:sty m:val="p"/>
                              </m:rPr>
                              <a:rPr lang="de-DE" sz="1400" b="0" i="1" smtClean="0">
                                <a:solidFill>
                                  <a:schemeClr val="bg1"/>
                                </a:solidFill>
                                <a:latin typeface="Cambria Math" panose="02040503050406030204" pitchFamily="18" charset="0"/>
                              </a:rPr>
                              <m:t>Ds</m:t>
                            </m:r>
                          </m:sub>
                        </m:sSub>
                      </m:oMath>
                    </m:oMathPara>
                  </a14:m>
                  <a:endParaRPr lang="en-US" sz="1400" dirty="0">
                    <a:solidFill>
                      <a:schemeClr val="bg1"/>
                    </a:solidFill>
                  </a:endParaRPr>
                </a:p>
              </p:txBody>
            </p:sp>
          </mc:Choice>
          <mc:Fallback xmlns="">
            <p:sp>
              <p:nvSpPr>
                <p:cNvPr id="85" name="TextBox 84">
                  <a:extLst>
                    <a:ext uri="{FF2B5EF4-FFF2-40B4-BE49-F238E27FC236}">
                      <a16:creationId xmlns:a16="http://schemas.microsoft.com/office/drawing/2014/main" id="{5AAA15DC-5217-266C-E696-6CE4CF1C2B69}"/>
                    </a:ext>
                  </a:extLst>
                </p:cNvPr>
                <p:cNvSpPr txBox="1">
                  <a:spLocks noRot="1" noChangeAspect="1" noMove="1" noResize="1" noEditPoints="1" noAdjustHandles="1" noChangeArrowheads="1" noChangeShapeType="1" noTextEdit="1"/>
                </p:cNvSpPr>
                <p:nvPr/>
              </p:nvSpPr>
              <p:spPr>
                <a:xfrm>
                  <a:off x="1097393" y="1886274"/>
                  <a:ext cx="518558" cy="307777"/>
                </a:xfrm>
                <a:prstGeom prst="rect">
                  <a:avLst/>
                </a:prstGeom>
                <a:blipFill>
                  <a:blip r:embed="rId11"/>
                  <a:stretch>
                    <a:fillRect b="-29730"/>
                  </a:stretch>
                </a:blipFill>
              </p:spPr>
              <p:txBody>
                <a:bodyPr/>
                <a:lstStyle/>
                <a:p>
                  <a:r>
                    <a:rPr lang="en-US">
                      <a:noFill/>
                    </a:rPr>
                    <a:t> </a:t>
                  </a:r>
                </a:p>
              </p:txBody>
            </p:sp>
          </mc:Fallback>
        </mc:AlternateContent>
        <p:sp>
          <p:nvSpPr>
            <p:cNvPr id="86" name="Oval 85">
              <a:extLst>
                <a:ext uri="{FF2B5EF4-FFF2-40B4-BE49-F238E27FC236}">
                  <a16:creationId xmlns:a16="http://schemas.microsoft.com/office/drawing/2014/main" id="{173B8D90-F057-D6C8-4336-33ECA2CDD6D5}"/>
                </a:ext>
              </a:extLst>
            </p:cNvPr>
            <p:cNvSpPr>
              <a:spLocks noChangeAspect="1"/>
            </p:cNvSpPr>
            <p:nvPr/>
          </p:nvSpPr>
          <p:spPr>
            <a:xfrm>
              <a:off x="2221387" y="1004799"/>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p>
          </p:txBody>
        </p:sp>
        <mc:AlternateContent xmlns:mc="http://schemas.openxmlformats.org/markup-compatibility/2006" xmlns:a14="http://schemas.microsoft.com/office/drawing/2010/main">
          <mc:Choice Requires="a14">
            <p:sp>
              <p:nvSpPr>
                <p:cNvPr id="87" name="TextBox 86">
                  <a:extLst>
                    <a:ext uri="{FF2B5EF4-FFF2-40B4-BE49-F238E27FC236}">
                      <a16:creationId xmlns:a16="http://schemas.microsoft.com/office/drawing/2014/main" id="{B8516E88-9B5D-5C40-94C0-E4CA216011E1}"/>
                    </a:ext>
                  </a:extLst>
                </p:cNvPr>
                <p:cNvSpPr txBox="1"/>
                <p:nvPr/>
              </p:nvSpPr>
              <p:spPr>
                <a:xfrm>
                  <a:off x="2166526" y="976223"/>
                  <a:ext cx="518558" cy="326949"/>
                </a:xfrm>
                <a:prstGeom prst="rect">
                  <a:avLst/>
                </a:prstGeom>
                <a:noFill/>
              </p:spPr>
              <p:txBody>
                <a:bodyPr wrap="square">
                  <a:spAutoFit/>
                </a:bodyPr>
                <a:lstStyle/>
                <a:p>
                  <a:pPr/>
                  <a14:m>
                    <m:oMathPara xmlns:m="http://schemas.openxmlformats.org/officeDocument/2006/math">
                      <m:oMath>
                        <m:sSub>
                          <m:sSubPr>
                            <m:ctrlPr>
                              <a:rPr lang="de-DE" sz="1400" b="0" i="1" smtClean="0">
                                <a:solidFill>
                                  <a:schemeClr val="bg1"/>
                                </a:solidFill>
                                <a:latin typeface="Cambria Math" panose="02040503050406030204" pitchFamily="18" charset="0"/>
                              </a:rPr>
                            </m:ctrlPr>
                          </m:sSubPr>
                          <m:e>
                            <m:r>
                              <m:rPr>
                                <m:sty m:val="p"/>
                              </m:rPr>
                              <a:rPr lang="de-DE" sz="1400" b="0" i="1" smtClean="0">
                                <a:solidFill>
                                  <a:schemeClr val="bg1"/>
                                </a:solidFill>
                                <a:latin typeface="Cambria Math" panose="02040503050406030204" pitchFamily="18" charset="0"/>
                              </a:rPr>
                              <m:t>r</m:t>
                            </m:r>
                          </m:e>
                          <m:sub>
                            <m:r>
                              <m:rPr>
                                <m:sty m:val="p"/>
                              </m:rPr>
                              <a:rPr lang="de-DE" sz="1400" b="0" i="1" smtClean="0">
                                <a:solidFill>
                                  <a:schemeClr val="bg1"/>
                                </a:solidFill>
                                <a:latin typeface="Cambria Math" panose="02040503050406030204" pitchFamily="18" charset="0"/>
                              </a:rPr>
                              <m:t>Dp</m:t>
                            </m:r>
                          </m:sub>
                        </m:sSub>
                      </m:oMath>
                    </m:oMathPara>
                  </a14:m>
                  <a:endParaRPr lang="en-US" sz="1400" dirty="0">
                    <a:solidFill>
                      <a:schemeClr val="bg1"/>
                    </a:solidFill>
                  </a:endParaRPr>
                </a:p>
              </p:txBody>
            </p:sp>
          </mc:Choice>
          <mc:Fallback xmlns="">
            <p:sp>
              <p:nvSpPr>
                <p:cNvPr id="87" name="TextBox 86">
                  <a:extLst>
                    <a:ext uri="{FF2B5EF4-FFF2-40B4-BE49-F238E27FC236}">
                      <a16:creationId xmlns:a16="http://schemas.microsoft.com/office/drawing/2014/main" id="{943D5DF9-ED1B-D46C-6398-CF42B6F7BDB3}"/>
                    </a:ext>
                  </a:extLst>
                </p:cNvPr>
                <p:cNvSpPr txBox="1">
                  <a:spLocks noRot="1" noChangeAspect="1" noMove="1" noResize="1" noEditPoints="1" noAdjustHandles="1" noChangeArrowheads="1" noChangeShapeType="1" noTextEdit="1"/>
                </p:cNvSpPr>
                <p:nvPr/>
              </p:nvSpPr>
              <p:spPr>
                <a:xfrm>
                  <a:off x="2166526" y="976223"/>
                  <a:ext cx="518558" cy="326949"/>
                </a:xfrm>
                <a:prstGeom prst="rect">
                  <a:avLst/>
                </a:prstGeom>
                <a:blipFill>
                  <a:blip r:embed="rId12"/>
                  <a:stretch>
                    <a:fillRect r="-1587" b="-37500"/>
                  </a:stretch>
                </a:blipFill>
              </p:spPr>
              <p:txBody>
                <a:bodyPr/>
                <a:lstStyle/>
                <a:p>
                  <a:r>
                    <a:rPr lang="en-US">
                      <a:noFill/>
                    </a:rPr>
                    <a:t> </a:t>
                  </a:r>
                </a:p>
              </p:txBody>
            </p:sp>
          </mc:Fallback>
        </mc:AlternateContent>
        <p:cxnSp>
          <p:nvCxnSpPr>
            <p:cNvPr id="89" name="Straight Arrow Connector 88">
              <a:extLst>
                <a:ext uri="{FF2B5EF4-FFF2-40B4-BE49-F238E27FC236}">
                  <a16:creationId xmlns:a16="http://schemas.microsoft.com/office/drawing/2014/main" id="{C306926B-4217-1D49-E196-D8246735E5FA}"/>
                </a:ext>
              </a:extLst>
            </p:cNvPr>
            <p:cNvCxnSpPr>
              <a:cxnSpLocks/>
              <a:stCxn id="67" idx="3"/>
              <a:endCxn id="81" idx="2"/>
            </p:cNvCxnSpPr>
            <p:nvPr/>
          </p:nvCxnSpPr>
          <p:spPr>
            <a:xfrm flipV="1">
              <a:off x="503086" y="1191650"/>
              <a:ext cx="548613" cy="308494"/>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0" name="Straight Arrow Connector 89">
              <a:extLst>
                <a:ext uri="{FF2B5EF4-FFF2-40B4-BE49-F238E27FC236}">
                  <a16:creationId xmlns:a16="http://schemas.microsoft.com/office/drawing/2014/main" id="{66E83254-6950-FE76-5C09-3915AEA6745D}"/>
                </a:ext>
              </a:extLst>
            </p:cNvPr>
            <p:cNvCxnSpPr>
              <a:cxnSpLocks/>
              <a:stCxn id="67" idx="3"/>
              <a:endCxn id="83" idx="2"/>
            </p:cNvCxnSpPr>
            <p:nvPr/>
          </p:nvCxnSpPr>
          <p:spPr>
            <a:xfrm>
              <a:off x="503086" y="1500144"/>
              <a:ext cx="652094" cy="584862"/>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1" name="Straight Arrow Connector 90">
              <a:extLst>
                <a:ext uri="{FF2B5EF4-FFF2-40B4-BE49-F238E27FC236}">
                  <a16:creationId xmlns:a16="http://schemas.microsoft.com/office/drawing/2014/main" id="{7B02C3DE-B7E2-2FB7-0A87-8AEB1C1C6262}"/>
                </a:ext>
              </a:extLst>
            </p:cNvPr>
            <p:cNvCxnSpPr>
              <a:cxnSpLocks/>
              <a:stCxn id="81" idx="6"/>
              <a:endCxn id="86" idx="2"/>
            </p:cNvCxnSpPr>
            <p:nvPr/>
          </p:nvCxnSpPr>
          <p:spPr>
            <a:xfrm>
              <a:off x="1433113" y="1191650"/>
              <a:ext cx="788274" cy="3858"/>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2" name="Straight Arrow Connector 91">
              <a:extLst>
                <a:ext uri="{FF2B5EF4-FFF2-40B4-BE49-F238E27FC236}">
                  <a16:creationId xmlns:a16="http://schemas.microsoft.com/office/drawing/2014/main" id="{7542536A-D764-A202-071B-FFAEA566E6D3}"/>
                </a:ext>
              </a:extLst>
            </p:cNvPr>
            <p:cNvCxnSpPr>
              <a:cxnSpLocks/>
              <a:stCxn id="83" idx="6"/>
              <a:endCxn id="98" idx="2"/>
            </p:cNvCxnSpPr>
            <p:nvPr/>
          </p:nvCxnSpPr>
          <p:spPr>
            <a:xfrm>
              <a:off x="1536594" y="2085006"/>
              <a:ext cx="1447412" cy="33588"/>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3" name="Straight Arrow Connector 92">
              <a:extLst>
                <a:ext uri="{FF2B5EF4-FFF2-40B4-BE49-F238E27FC236}">
                  <a16:creationId xmlns:a16="http://schemas.microsoft.com/office/drawing/2014/main" id="{F712ABEF-0B84-1219-1BCF-595C9A3EDD3D}"/>
                </a:ext>
              </a:extLst>
            </p:cNvPr>
            <p:cNvCxnSpPr>
              <a:cxnSpLocks/>
              <a:stCxn id="86" idx="6"/>
            </p:cNvCxnSpPr>
            <p:nvPr/>
          </p:nvCxnSpPr>
          <p:spPr>
            <a:xfrm>
              <a:off x="2602801" y="1195507"/>
              <a:ext cx="1532016" cy="14542"/>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94" name="TextBox 93">
                  <a:extLst>
                    <a:ext uri="{FF2B5EF4-FFF2-40B4-BE49-F238E27FC236}">
                      <a16:creationId xmlns:a16="http://schemas.microsoft.com/office/drawing/2014/main" id="{52A01B46-209E-8B35-7318-349D40ED7657}"/>
                    </a:ext>
                  </a:extLst>
                </p:cNvPr>
                <p:cNvSpPr txBox="1"/>
                <p:nvPr/>
              </p:nvSpPr>
              <p:spPr>
                <a:xfrm>
                  <a:off x="2910701" y="827267"/>
                  <a:ext cx="507796" cy="307777"/>
                </a:xfrm>
                <a:prstGeom prst="rect">
                  <a:avLst/>
                </a:prstGeom>
                <a:noFill/>
              </p:spPr>
              <p:txBody>
                <a:bodyPr wrap="square">
                  <a:spAutoFit/>
                </a:bodyPr>
                <a:lstStyle/>
                <a:p>
                  <a:pPr/>
                  <a14:m>
                    <m:oMathPara xmlns:m="http://schemas.openxmlformats.org/officeDocument/2006/math">
                      <m:oMath>
                        <m:sSub>
                          <m:sSubPr>
                            <m:ctrlPr>
                              <a:rPr lang="de-DE" sz="1400" b="0" i="0" smtClean="0">
                                <a:solidFill>
                                  <a:schemeClr val="tx1"/>
                                </a:solidFill>
                                <a:latin typeface="Cambria Math" panose="02040503050406030204" pitchFamily="18" charset="0"/>
                              </a:rPr>
                            </m:ctrlPr>
                          </m:sSubPr>
                          <m:e>
                            <m:r>
                              <m:rPr>
                                <m:sty m:val="p"/>
                              </m:rPr>
                              <a:rPr lang="de-DE" sz="1400" b="0" i="0" smtClean="0">
                                <a:solidFill>
                                  <a:schemeClr val="tx1"/>
                                </a:solidFill>
                                <a:latin typeface="Cambria Math" panose="02040503050406030204" pitchFamily="18" charset="0"/>
                              </a:rPr>
                              <m:t>m</m:t>
                            </m:r>
                          </m:e>
                          <m:sub>
                            <m:r>
                              <m:rPr>
                                <m:sty m:val="p"/>
                              </m:rPr>
                              <a:rPr lang="de-DE" sz="1400" b="0" i="1" smtClean="0">
                                <a:solidFill>
                                  <a:schemeClr val="tx1"/>
                                </a:solidFill>
                                <a:latin typeface="Cambria Math" panose="02040503050406030204" pitchFamily="18" charset="0"/>
                              </a:rPr>
                              <m:t>d</m:t>
                            </m:r>
                          </m:sub>
                        </m:sSub>
                      </m:oMath>
                    </m:oMathPara>
                  </a14:m>
                  <a:endParaRPr lang="en-US" sz="1400" dirty="0">
                    <a:solidFill>
                      <a:schemeClr val="tx1"/>
                    </a:solidFill>
                  </a:endParaRPr>
                </a:p>
              </p:txBody>
            </p:sp>
          </mc:Choice>
          <mc:Fallback xmlns="">
            <p:sp>
              <p:nvSpPr>
                <p:cNvPr id="94" name="TextBox 93">
                  <a:extLst>
                    <a:ext uri="{FF2B5EF4-FFF2-40B4-BE49-F238E27FC236}">
                      <a16:creationId xmlns:a16="http://schemas.microsoft.com/office/drawing/2014/main" id="{5F2F7D08-8974-236F-3EBB-17EEE5C6D199}"/>
                    </a:ext>
                  </a:extLst>
                </p:cNvPr>
                <p:cNvSpPr txBox="1">
                  <a:spLocks noRot="1" noChangeAspect="1" noMove="1" noResize="1" noEditPoints="1" noAdjustHandles="1" noChangeArrowheads="1" noChangeShapeType="1" noTextEdit="1"/>
                </p:cNvSpPr>
                <p:nvPr/>
              </p:nvSpPr>
              <p:spPr>
                <a:xfrm>
                  <a:off x="2910701" y="827267"/>
                  <a:ext cx="507796" cy="307777"/>
                </a:xfrm>
                <a:prstGeom prst="rect">
                  <a:avLst/>
                </a:prstGeom>
                <a:blipFill>
                  <a:blip r:embed="rId13"/>
                  <a:stretch>
                    <a:fillRect b="-3243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5" name="TextBox 94">
                  <a:extLst>
                    <a:ext uri="{FF2B5EF4-FFF2-40B4-BE49-F238E27FC236}">
                      <a16:creationId xmlns:a16="http://schemas.microsoft.com/office/drawing/2014/main" id="{86DB5520-E0FF-E35B-2066-7D83C7C98768}"/>
                    </a:ext>
                  </a:extLst>
                </p:cNvPr>
                <p:cNvSpPr txBox="1"/>
                <p:nvPr/>
              </p:nvSpPr>
              <p:spPr>
                <a:xfrm>
                  <a:off x="1551725" y="814672"/>
                  <a:ext cx="507796" cy="307777"/>
                </a:xfrm>
                <a:prstGeom prst="rect">
                  <a:avLst/>
                </a:prstGeom>
                <a:noFill/>
              </p:spPr>
              <p:txBody>
                <a:bodyPr wrap="square">
                  <a:spAutoFit/>
                </a:bodyPr>
                <a:lstStyle/>
                <a:p>
                  <a:pPr/>
                  <a14:m>
                    <m:oMathPara xmlns:m="http://schemas.openxmlformats.org/officeDocument/2006/math">
                      <m:oMath>
                        <m:sSub>
                          <m:sSubPr>
                            <m:ctrlPr>
                              <a:rPr lang="de-DE" sz="1400" b="0" i="0" smtClean="0">
                                <a:solidFill>
                                  <a:schemeClr val="tx1"/>
                                </a:solidFill>
                                <a:latin typeface="Cambria Math" panose="02040503050406030204" pitchFamily="18" charset="0"/>
                              </a:rPr>
                            </m:ctrlPr>
                          </m:sSubPr>
                          <m:e>
                            <m:r>
                              <m:rPr>
                                <m:sty m:val="p"/>
                              </m:rPr>
                              <a:rPr lang="de-DE" sz="1400" b="0" i="0" smtClean="0">
                                <a:solidFill>
                                  <a:schemeClr val="tx1"/>
                                </a:solidFill>
                                <a:latin typeface="Cambria Math" panose="02040503050406030204" pitchFamily="18" charset="0"/>
                              </a:rPr>
                              <m:t>m</m:t>
                            </m:r>
                          </m:e>
                          <m:sub>
                            <m:r>
                              <m:rPr>
                                <m:sty m:val="p"/>
                              </m:rPr>
                              <a:rPr lang="de-DE" sz="1400" b="0" i="1" smtClean="0">
                                <a:solidFill>
                                  <a:schemeClr val="tx1"/>
                                </a:solidFill>
                                <a:latin typeface="Cambria Math" panose="02040503050406030204" pitchFamily="18" charset="0"/>
                              </a:rPr>
                              <m:t>Df</m:t>
                            </m:r>
                          </m:sub>
                        </m:sSub>
                      </m:oMath>
                    </m:oMathPara>
                  </a14:m>
                  <a:endParaRPr lang="en-US" sz="1400" dirty="0">
                    <a:solidFill>
                      <a:schemeClr val="tx1"/>
                    </a:solidFill>
                  </a:endParaRPr>
                </a:p>
              </p:txBody>
            </p:sp>
          </mc:Choice>
          <mc:Fallback xmlns="">
            <p:sp>
              <p:nvSpPr>
                <p:cNvPr id="95" name="TextBox 94">
                  <a:extLst>
                    <a:ext uri="{FF2B5EF4-FFF2-40B4-BE49-F238E27FC236}">
                      <a16:creationId xmlns:a16="http://schemas.microsoft.com/office/drawing/2014/main" id="{B41B64B8-3394-79A1-F25F-3C465A84B35B}"/>
                    </a:ext>
                  </a:extLst>
                </p:cNvPr>
                <p:cNvSpPr txBox="1">
                  <a:spLocks noRot="1" noChangeAspect="1" noMove="1" noResize="1" noEditPoints="1" noAdjustHandles="1" noChangeArrowheads="1" noChangeShapeType="1" noTextEdit="1"/>
                </p:cNvSpPr>
                <p:nvPr/>
              </p:nvSpPr>
              <p:spPr>
                <a:xfrm>
                  <a:off x="1551725" y="814672"/>
                  <a:ext cx="507796" cy="307777"/>
                </a:xfrm>
                <a:prstGeom prst="rect">
                  <a:avLst/>
                </a:prstGeom>
                <a:blipFill>
                  <a:blip r:embed="rId14"/>
                  <a:stretch>
                    <a:fillRect r="-11290" b="-297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7" name="TextBox 96">
                  <a:extLst>
                    <a:ext uri="{FF2B5EF4-FFF2-40B4-BE49-F238E27FC236}">
                      <a16:creationId xmlns:a16="http://schemas.microsoft.com/office/drawing/2014/main" id="{D0FA22CF-870A-BF6A-DE17-DFD11C48B58B}"/>
                    </a:ext>
                  </a:extLst>
                </p:cNvPr>
                <p:cNvSpPr txBox="1"/>
                <p:nvPr/>
              </p:nvSpPr>
              <p:spPr>
                <a:xfrm>
                  <a:off x="1957366" y="2049302"/>
                  <a:ext cx="507796" cy="307777"/>
                </a:xfrm>
                <a:prstGeom prst="rect">
                  <a:avLst/>
                </a:prstGeom>
                <a:noFill/>
              </p:spPr>
              <p:txBody>
                <a:bodyPr wrap="square">
                  <a:spAutoFit/>
                </a:bodyPr>
                <a:lstStyle/>
                <a:p>
                  <a:pPr/>
                  <a14:m>
                    <m:oMathPara xmlns:m="http://schemas.openxmlformats.org/officeDocument/2006/math">
                      <m:oMath>
                        <m:sSub>
                          <m:sSubPr>
                            <m:ctrlPr>
                              <a:rPr lang="de-DE" sz="1400" b="0" i="0" smtClean="0">
                                <a:solidFill>
                                  <a:schemeClr val="tx1"/>
                                </a:solidFill>
                                <a:latin typeface="Cambria Math" panose="02040503050406030204" pitchFamily="18" charset="0"/>
                              </a:rPr>
                            </m:ctrlPr>
                          </m:sSubPr>
                          <m:e>
                            <m:r>
                              <m:rPr>
                                <m:sty m:val="p"/>
                              </m:rPr>
                              <a:rPr lang="de-DE" sz="1400" b="0" i="0" smtClean="0">
                                <a:solidFill>
                                  <a:schemeClr val="tx1"/>
                                </a:solidFill>
                                <a:latin typeface="Cambria Math" panose="02040503050406030204" pitchFamily="18" charset="0"/>
                              </a:rPr>
                              <m:t>m</m:t>
                            </m:r>
                          </m:e>
                          <m:sub>
                            <m:r>
                              <m:rPr>
                                <m:sty m:val="p"/>
                              </m:rPr>
                              <a:rPr lang="de-DE" sz="1400" b="0" i="1" smtClean="0">
                                <a:solidFill>
                                  <a:schemeClr val="tx1"/>
                                </a:solidFill>
                                <a:latin typeface="Cambria Math" panose="02040503050406030204" pitchFamily="18" charset="0"/>
                              </a:rPr>
                              <m:t>Ds</m:t>
                            </m:r>
                          </m:sub>
                        </m:sSub>
                      </m:oMath>
                    </m:oMathPara>
                  </a14:m>
                  <a:endParaRPr lang="en-US" sz="1400" dirty="0">
                    <a:solidFill>
                      <a:schemeClr val="tx1"/>
                    </a:solidFill>
                  </a:endParaRPr>
                </a:p>
              </p:txBody>
            </p:sp>
          </mc:Choice>
          <mc:Fallback xmlns="">
            <p:sp>
              <p:nvSpPr>
                <p:cNvPr id="97" name="TextBox 96">
                  <a:extLst>
                    <a:ext uri="{FF2B5EF4-FFF2-40B4-BE49-F238E27FC236}">
                      <a16:creationId xmlns:a16="http://schemas.microsoft.com/office/drawing/2014/main" id="{64CF2DAF-B4F2-9363-7480-0CF5AE476874}"/>
                    </a:ext>
                  </a:extLst>
                </p:cNvPr>
                <p:cNvSpPr txBox="1">
                  <a:spLocks noRot="1" noChangeAspect="1" noMove="1" noResize="1" noEditPoints="1" noAdjustHandles="1" noChangeArrowheads="1" noChangeShapeType="1" noTextEdit="1"/>
                </p:cNvSpPr>
                <p:nvPr/>
              </p:nvSpPr>
              <p:spPr>
                <a:xfrm>
                  <a:off x="1957366" y="2049302"/>
                  <a:ext cx="507796" cy="307777"/>
                </a:xfrm>
                <a:prstGeom prst="rect">
                  <a:avLst/>
                </a:prstGeom>
                <a:blipFill>
                  <a:blip r:embed="rId15"/>
                  <a:stretch>
                    <a:fillRect r="-16393" b="-26316"/>
                  </a:stretch>
                </a:blipFill>
              </p:spPr>
              <p:txBody>
                <a:bodyPr/>
                <a:lstStyle/>
                <a:p>
                  <a:r>
                    <a:rPr lang="en-US">
                      <a:noFill/>
                    </a:rPr>
                    <a:t> </a:t>
                  </a:r>
                </a:p>
              </p:txBody>
            </p:sp>
          </mc:Fallback>
        </mc:AlternateContent>
        <p:sp>
          <p:nvSpPr>
            <p:cNvPr id="98" name="Oval 97">
              <a:extLst>
                <a:ext uri="{FF2B5EF4-FFF2-40B4-BE49-F238E27FC236}">
                  <a16:creationId xmlns:a16="http://schemas.microsoft.com/office/drawing/2014/main" id="{EBDF347D-E890-DC55-8D6C-E8D69EAC849F}"/>
                </a:ext>
              </a:extLst>
            </p:cNvPr>
            <p:cNvSpPr>
              <a:spLocks noChangeAspect="1"/>
            </p:cNvSpPr>
            <p:nvPr/>
          </p:nvSpPr>
          <p:spPr>
            <a:xfrm>
              <a:off x="2984006" y="1927886"/>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p>
          </p:txBody>
        </p:sp>
        <mc:AlternateContent xmlns:mc="http://schemas.openxmlformats.org/markup-compatibility/2006" xmlns:a14="http://schemas.microsoft.com/office/drawing/2010/main">
          <mc:Choice Requires="a14">
            <p:sp>
              <p:nvSpPr>
                <p:cNvPr id="100" name="TextBox 99">
                  <a:extLst>
                    <a:ext uri="{FF2B5EF4-FFF2-40B4-BE49-F238E27FC236}">
                      <a16:creationId xmlns:a16="http://schemas.microsoft.com/office/drawing/2014/main" id="{37E8CD7B-6F4A-DCE7-1187-E451343B0D4A}"/>
                    </a:ext>
                  </a:extLst>
                </p:cNvPr>
                <p:cNvSpPr txBox="1"/>
                <p:nvPr/>
              </p:nvSpPr>
              <p:spPr>
                <a:xfrm>
                  <a:off x="2918451" y="1889534"/>
                  <a:ext cx="518558" cy="307777"/>
                </a:xfrm>
                <a:prstGeom prst="rect">
                  <a:avLst/>
                </a:prstGeom>
                <a:noFill/>
              </p:spPr>
              <p:txBody>
                <a:bodyPr wrap="square">
                  <a:spAutoFit/>
                </a:bodyPr>
                <a:lstStyle/>
                <a:p>
                  <a:pPr/>
                  <a14:m>
                    <m:oMathPara xmlns:m="http://schemas.openxmlformats.org/officeDocument/2006/math">
                      <m:oMath>
                        <m:sSub>
                          <m:sSubPr>
                            <m:ctrlPr>
                              <a:rPr lang="de-DE" sz="1400" b="0" i="1" smtClean="0">
                                <a:solidFill>
                                  <a:schemeClr val="bg1"/>
                                </a:solidFill>
                                <a:latin typeface="Cambria Math" panose="02040503050406030204" pitchFamily="18" charset="0"/>
                              </a:rPr>
                            </m:ctrlPr>
                          </m:sSubPr>
                          <m:e>
                            <m:r>
                              <m:rPr>
                                <m:sty m:val="p"/>
                              </m:rPr>
                              <a:rPr lang="de-DE" sz="1400" b="0" i="1" smtClean="0">
                                <a:solidFill>
                                  <a:schemeClr val="bg1"/>
                                </a:solidFill>
                                <a:latin typeface="Cambria Math" panose="02040503050406030204" pitchFamily="18" charset="0"/>
                              </a:rPr>
                              <m:t>r</m:t>
                            </m:r>
                          </m:e>
                          <m:sub>
                            <m:r>
                              <m:rPr>
                                <m:sty m:val="p"/>
                              </m:rPr>
                              <a:rPr lang="de-DE" sz="1400" b="0" i="1" smtClean="0">
                                <a:solidFill>
                                  <a:schemeClr val="bg1"/>
                                </a:solidFill>
                                <a:latin typeface="Cambria Math" panose="02040503050406030204" pitchFamily="18" charset="0"/>
                              </a:rPr>
                              <m:t>Di</m:t>
                            </m:r>
                          </m:sub>
                        </m:sSub>
                      </m:oMath>
                    </m:oMathPara>
                  </a14:m>
                  <a:endParaRPr lang="en-US" sz="1400" dirty="0">
                    <a:solidFill>
                      <a:schemeClr val="bg1"/>
                    </a:solidFill>
                  </a:endParaRPr>
                </a:p>
              </p:txBody>
            </p:sp>
          </mc:Choice>
          <mc:Fallback xmlns="">
            <p:sp>
              <p:nvSpPr>
                <p:cNvPr id="100" name="TextBox 99">
                  <a:extLst>
                    <a:ext uri="{FF2B5EF4-FFF2-40B4-BE49-F238E27FC236}">
                      <a16:creationId xmlns:a16="http://schemas.microsoft.com/office/drawing/2014/main" id="{AE371183-99DF-CA2B-E537-A14657AF513F}"/>
                    </a:ext>
                  </a:extLst>
                </p:cNvPr>
                <p:cNvSpPr txBox="1">
                  <a:spLocks noRot="1" noChangeAspect="1" noMove="1" noResize="1" noEditPoints="1" noAdjustHandles="1" noChangeArrowheads="1" noChangeShapeType="1" noTextEdit="1"/>
                </p:cNvSpPr>
                <p:nvPr/>
              </p:nvSpPr>
              <p:spPr>
                <a:xfrm>
                  <a:off x="2918451" y="1889534"/>
                  <a:ext cx="518558" cy="307777"/>
                </a:xfrm>
                <a:prstGeom prst="rect">
                  <a:avLst/>
                </a:prstGeom>
                <a:blipFill>
                  <a:blip r:embed="rId16"/>
                  <a:stretch>
                    <a:fillRect b="-29730"/>
                  </a:stretch>
                </a:blipFill>
              </p:spPr>
              <p:txBody>
                <a:bodyPr/>
                <a:lstStyle/>
                <a:p>
                  <a:r>
                    <a:rPr lang="en-US">
                      <a:noFill/>
                    </a:rPr>
                    <a:t> </a:t>
                  </a:r>
                </a:p>
              </p:txBody>
            </p:sp>
          </mc:Fallback>
        </mc:AlternateContent>
        <p:cxnSp>
          <p:nvCxnSpPr>
            <p:cNvPr id="101" name="Straight Arrow Connector 100">
              <a:extLst>
                <a:ext uri="{FF2B5EF4-FFF2-40B4-BE49-F238E27FC236}">
                  <a16:creationId xmlns:a16="http://schemas.microsoft.com/office/drawing/2014/main" id="{079B341A-83F9-FA66-3246-DAE022F9EA43}"/>
                </a:ext>
              </a:extLst>
            </p:cNvPr>
            <p:cNvCxnSpPr>
              <a:cxnSpLocks/>
              <a:stCxn id="94" idx="2"/>
              <a:endCxn id="98" idx="0"/>
            </p:cNvCxnSpPr>
            <p:nvPr/>
          </p:nvCxnSpPr>
          <p:spPr>
            <a:xfrm>
              <a:off x="3164599" y="1135044"/>
              <a:ext cx="10114" cy="792842"/>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09" name="TextBox 108">
                  <a:extLst>
                    <a:ext uri="{FF2B5EF4-FFF2-40B4-BE49-F238E27FC236}">
                      <a16:creationId xmlns:a16="http://schemas.microsoft.com/office/drawing/2014/main" id="{EFEDBA0A-F84A-08ED-9148-39B2CDBBA8BA}"/>
                    </a:ext>
                  </a:extLst>
                </p:cNvPr>
                <p:cNvSpPr txBox="1"/>
                <p:nvPr/>
              </p:nvSpPr>
              <p:spPr>
                <a:xfrm>
                  <a:off x="3796741" y="718517"/>
                  <a:ext cx="499367" cy="338554"/>
                </a:xfrm>
                <a:prstGeom prst="rect">
                  <a:avLst/>
                </a:prstGeom>
                <a:noFill/>
              </p:spPr>
              <p:txBody>
                <a:bodyPr wrap="none" rtlCol="0">
                  <a:spAutoFit/>
                </a:bodyPr>
                <a:lstStyle/>
                <a:p>
                  <a:pPr/>
                  <a14:m>
                    <m:oMathPara xmlns:m="http://schemas.openxmlformats.org/officeDocument/2006/math">
                      <m:oMath>
                        <m:sSub>
                          <m:sSubPr>
                            <m:ctrlPr>
                              <a:rPr lang="de-DE" sz="1600" b="0" i="1" smtClean="0">
                                <a:latin typeface="Cambria Math" panose="02040503050406030204" pitchFamily="18" charset="0"/>
                              </a:rPr>
                            </m:ctrlPr>
                          </m:sSubPr>
                          <m:e>
                            <m:r>
                              <m:rPr>
                                <m:sty m:val="p"/>
                              </m:rPr>
                              <a:rPr lang="de-DE" sz="1600" b="0" i="1" smtClean="0">
                                <a:latin typeface="Cambria Math" panose="02040503050406030204" pitchFamily="18" charset="0"/>
                              </a:rPr>
                              <m:t>m</m:t>
                            </m:r>
                          </m:e>
                          <m:sub>
                            <m:r>
                              <m:rPr>
                                <m:sty m:val="p"/>
                              </m:rPr>
                              <a:rPr lang="de-DE" sz="1600" b="0" i="1" smtClean="0">
                                <a:latin typeface="Cambria Math" panose="02040503050406030204" pitchFamily="18" charset="0"/>
                              </a:rPr>
                              <m:t>d</m:t>
                            </m:r>
                          </m:sub>
                        </m:sSub>
                      </m:oMath>
                    </m:oMathPara>
                  </a14:m>
                  <a:endParaRPr lang="en-US" sz="1600" dirty="0"/>
                </a:p>
              </p:txBody>
            </p:sp>
          </mc:Choice>
          <mc:Fallback xmlns="">
            <p:sp>
              <p:nvSpPr>
                <p:cNvPr id="109" name="TextBox 108">
                  <a:extLst>
                    <a:ext uri="{FF2B5EF4-FFF2-40B4-BE49-F238E27FC236}">
                      <a16:creationId xmlns:a16="http://schemas.microsoft.com/office/drawing/2014/main" id="{A18FE85C-5E23-040C-DCC0-5CEF9B611679}"/>
                    </a:ext>
                  </a:extLst>
                </p:cNvPr>
                <p:cNvSpPr txBox="1">
                  <a:spLocks noRot="1" noChangeAspect="1" noMove="1" noResize="1" noEditPoints="1" noAdjustHandles="1" noChangeArrowheads="1" noChangeShapeType="1" noTextEdit="1"/>
                </p:cNvSpPr>
                <p:nvPr/>
              </p:nvSpPr>
              <p:spPr>
                <a:xfrm>
                  <a:off x="3796741" y="718517"/>
                  <a:ext cx="499367" cy="338554"/>
                </a:xfrm>
                <a:prstGeom prst="rect">
                  <a:avLst/>
                </a:prstGeom>
                <a:blipFill>
                  <a:blip r:embed="rId17"/>
                  <a:stretch>
                    <a:fillRect r="-10000" b="-3170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2" name="TextBox 111">
                  <a:extLst>
                    <a:ext uri="{FF2B5EF4-FFF2-40B4-BE49-F238E27FC236}">
                      <a16:creationId xmlns:a16="http://schemas.microsoft.com/office/drawing/2014/main" id="{54BEA95A-32BB-BF70-E0BB-F03E5D9ED468}"/>
                    </a:ext>
                  </a:extLst>
                </p:cNvPr>
                <p:cNvSpPr txBox="1"/>
                <p:nvPr/>
              </p:nvSpPr>
              <p:spPr>
                <a:xfrm>
                  <a:off x="7415254" y="175204"/>
                  <a:ext cx="507796" cy="307777"/>
                </a:xfrm>
                <a:prstGeom prst="rect">
                  <a:avLst/>
                </a:prstGeom>
                <a:noFill/>
              </p:spPr>
              <p:txBody>
                <a:bodyPr wrap="square">
                  <a:spAutoFit/>
                </a:bodyPr>
                <a:lstStyle/>
                <a:p>
                  <a:pPr/>
                  <a14:m>
                    <m:oMathPara xmlns:m="http://schemas.openxmlformats.org/officeDocument/2006/math">
                      <m:oMath>
                        <m:sSub>
                          <m:sSubPr>
                            <m:ctrlPr>
                              <a:rPr lang="de-DE" sz="1400" b="0" i="0" smtClean="0">
                                <a:solidFill>
                                  <a:schemeClr val="tx1"/>
                                </a:solidFill>
                                <a:latin typeface="Cambria Math" panose="02040503050406030204" pitchFamily="18" charset="0"/>
                              </a:rPr>
                            </m:ctrlPr>
                          </m:sSubPr>
                          <m:e>
                            <m:r>
                              <m:rPr>
                                <m:sty m:val="p"/>
                              </m:rPr>
                              <a:rPr lang="de-DE" sz="1400" b="0" i="0" smtClean="0">
                                <a:solidFill>
                                  <a:schemeClr val="tx1"/>
                                </a:solidFill>
                                <a:latin typeface="Cambria Math" panose="02040503050406030204" pitchFamily="18" charset="0"/>
                              </a:rPr>
                              <m:t>m</m:t>
                            </m:r>
                          </m:e>
                          <m:sub>
                            <m:r>
                              <m:rPr>
                                <m:sty m:val="p"/>
                              </m:rPr>
                              <a:rPr lang="de-DE" sz="1400" b="0" i="1" smtClean="0">
                                <a:solidFill>
                                  <a:schemeClr val="tx1"/>
                                </a:solidFill>
                                <a:latin typeface="Cambria Math" panose="02040503050406030204" pitchFamily="18" charset="0"/>
                              </a:rPr>
                              <m:t>c</m:t>
                            </m:r>
                          </m:sub>
                        </m:sSub>
                      </m:oMath>
                    </m:oMathPara>
                  </a14:m>
                  <a:endParaRPr lang="en-US" sz="1400" dirty="0">
                    <a:solidFill>
                      <a:schemeClr val="tx1"/>
                    </a:solidFill>
                  </a:endParaRPr>
                </a:p>
              </p:txBody>
            </p:sp>
          </mc:Choice>
          <mc:Fallback xmlns="">
            <p:sp>
              <p:nvSpPr>
                <p:cNvPr id="112" name="TextBox 111">
                  <a:extLst>
                    <a:ext uri="{FF2B5EF4-FFF2-40B4-BE49-F238E27FC236}">
                      <a16:creationId xmlns:a16="http://schemas.microsoft.com/office/drawing/2014/main" id="{40EB7FDD-C7DD-C847-C72F-BB17A68FE08C}"/>
                    </a:ext>
                  </a:extLst>
                </p:cNvPr>
                <p:cNvSpPr txBox="1">
                  <a:spLocks noRot="1" noChangeAspect="1" noMove="1" noResize="1" noEditPoints="1" noAdjustHandles="1" noChangeArrowheads="1" noChangeShapeType="1" noTextEdit="1"/>
                </p:cNvSpPr>
                <p:nvPr/>
              </p:nvSpPr>
              <p:spPr>
                <a:xfrm>
                  <a:off x="7415254" y="175204"/>
                  <a:ext cx="507796" cy="307777"/>
                </a:xfrm>
                <a:prstGeom prst="rect">
                  <a:avLst/>
                </a:prstGeom>
                <a:blipFill>
                  <a:blip r:embed="rId18"/>
                  <a:stretch>
                    <a:fillRect b="-24324"/>
                  </a:stretch>
                </a:blipFill>
              </p:spPr>
              <p:txBody>
                <a:bodyPr/>
                <a:lstStyle/>
                <a:p>
                  <a:r>
                    <a:rPr lang="en-US">
                      <a:noFill/>
                    </a:rPr>
                    <a:t> </a:t>
                  </a:r>
                </a:p>
              </p:txBody>
            </p:sp>
          </mc:Fallback>
        </mc:AlternateContent>
        <p:sp>
          <p:nvSpPr>
            <p:cNvPr id="30" name="Oval 29">
              <a:extLst>
                <a:ext uri="{FF2B5EF4-FFF2-40B4-BE49-F238E27FC236}">
                  <a16:creationId xmlns:a16="http://schemas.microsoft.com/office/drawing/2014/main" id="{05653857-F030-BA8E-2353-91A799900528}"/>
                </a:ext>
              </a:extLst>
            </p:cNvPr>
            <p:cNvSpPr>
              <a:spLocks noChangeAspect="1"/>
            </p:cNvSpPr>
            <p:nvPr/>
          </p:nvSpPr>
          <p:spPr>
            <a:xfrm>
              <a:off x="9575979" y="144458"/>
              <a:ext cx="410141" cy="41014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31" name="Oval 30">
              <a:extLst>
                <a:ext uri="{FF2B5EF4-FFF2-40B4-BE49-F238E27FC236}">
                  <a16:creationId xmlns:a16="http://schemas.microsoft.com/office/drawing/2014/main" id="{F2195A0C-A736-0725-4E3E-676BA0C3D94F}"/>
                </a:ext>
              </a:extLst>
            </p:cNvPr>
            <p:cNvSpPr>
              <a:spLocks noChangeAspect="1"/>
            </p:cNvSpPr>
            <p:nvPr/>
          </p:nvSpPr>
          <p:spPr>
            <a:xfrm>
              <a:off x="9585689" y="2015561"/>
              <a:ext cx="410141" cy="41014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p>
          </p:txBody>
        </p:sp>
        <p:cxnSp>
          <p:nvCxnSpPr>
            <p:cNvPr id="32" name="Straight Arrow Connector 31">
              <a:extLst>
                <a:ext uri="{FF2B5EF4-FFF2-40B4-BE49-F238E27FC236}">
                  <a16:creationId xmlns:a16="http://schemas.microsoft.com/office/drawing/2014/main" id="{AA49FFDB-CAA6-792B-9F45-CF823F2C2341}"/>
                </a:ext>
              </a:extLst>
            </p:cNvPr>
            <p:cNvCxnSpPr>
              <a:cxnSpLocks/>
              <a:stCxn id="31" idx="6"/>
              <a:endCxn id="43" idx="3"/>
            </p:cNvCxnSpPr>
            <p:nvPr/>
          </p:nvCxnSpPr>
          <p:spPr>
            <a:xfrm flipV="1">
              <a:off x="9995830" y="1422412"/>
              <a:ext cx="806857" cy="798219"/>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a16="http://schemas.microsoft.com/office/drawing/2014/main" id="{C070A140-80FB-C4AA-FC01-2D667C595826}"/>
                </a:ext>
              </a:extLst>
            </p:cNvPr>
            <p:cNvCxnSpPr>
              <a:cxnSpLocks/>
              <a:stCxn id="30" idx="6"/>
              <a:endCxn id="43" idx="1"/>
            </p:cNvCxnSpPr>
            <p:nvPr/>
          </p:nvCxnSpPr>
          <p:spPr>
            <a:xfrm>
              <a:off x="9986120" y="349529"/>
              <a:ext cx="816567" cy="78287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E3710A36-94C6-D54E-884D-ADCD7507AC08}"/>
                    </a:ext>
                  </a:extLst>
                </p:cNvPr>
                <p:cNvSpPr txBox="1"/>
                <p:nvPr/>
              </p:nvSpPr>
              <p:spPr>
                <a:xfrm>
                  <a:off x="10078291" y="242332"/>
                  <a:ext cx="855270" cy="307777"/>
                </a:xfrm>
                <a:prstGeom prst="rect">
                  <a:avLst/>
                </a:prstGeom>
                <a:noFill/>
              </p:spPr>
              <p:txBody>
                <a:bodyPr wrap="square">
                  <a:spAutoFit/>
                </a:bodyPr>
                <a:lstStyle/>
                <a:p>
                  <a:pPr/>
                  <a14:m>
                    <m:oMathPara xmlns:m="http://schemas.openxmlformats.org/officeDocument/2006/math">
                      <m:oMath>
                        <m:sSub>
                          <m:sSubPr>
                            <m:ctrlPr>
                              <a:rPr lang="de-DE" sz="1400" b="0" i="0" smtClean="0">
                                <a:solidFill>
                                  <a:schemeClr val="tx1"/>
                                </a:solidFill>
                                <a:latin typeface="Cambria Math" panose="02040503050406030204" pitchFamily="18" charset="0"/>
                              </a:rPr>
                            </m:ctrlPr>
                          </m:sSubPr>
                          <m:e>
                            <m:r>
                              <m:rPr>
                                <m:sty m:val="p"/>
                              </m:rPr>
                              <a:rPr lang="de-DE" sz="1400" b="0" i="0" smtClean="0">
                                <a:solidFill>
                                  <a:schemeClr val="tx1"/>
                                </a:solidFill>
                                <a:latin typeface="Cambria Math" panose="02040503050406030204" pitchFamily="18" charset="0"/>
                              </a:rPr>
                              <m:t>m</m:t>
                            </m:r>
                          </m:e>
                          <m:sub>
                            <m:r>
                              <m:rPr>
                                <m:sty m:val="p"/>
                              </m:rPr>
                              <a:rPr lang="de-DE" sz="1400" b="0" i="1" smtClean="0">
                                <a:solidFill>
                                  <a:schemeClr val="tx1"/>
                                </a:solidFill>
                                <a:latin typeface="Cambria Math" panose="02040503050406030204" pitchFamily="18" charset="0"/>
                              </a:rPr>
                              <m:t>Nc</m:t>
                            </m:r>
                          </m:sub>
                        </m:sSub>
                      </m:oMath>
                    </m:oMathPara>
                  </a14:m>
                  <a:endParaRPr lang="en-US" sz="1400" dirty="0">
                    <a:solidFill>
                      <a:schemeClr val="tx1"/>
                    </a:solidFill>
                  </a:endParaRPr>
                </a:p>
              </p:txBody>
            </p:sp>
          </mc:Choice>
          <mc:Fallback xmlns="">
            <p:sp>
              <p:nvSpPr>
                <p:cNvPr id="34" name="TextBox 33">
                  <a:extLst>
                    <a:ext uri="{FF2B5EF4-FFF2-40B4-BE49-F238E27FC236}">
                      <a16:creationId xmlns:a16="http://schemas.microsoft.com/office/drawing/2014/main" id="{E9AA8908-0283-1075-B3CA-03C6D49F68A8}"/>
                    </a:ext>
                  </a:extLst>
                </p:cNvPr>
                <p:cNvSpPr txBox="1">
                  <a:spLocks noRot="1" noChangeAspect="1" noMove="1" noResize="1" noEditPoints="1" noAdjustHandles="1" noChangeArrowheads="1" noChangeShapeType="1" noTextEdit="1"/>
                </p:cNvSpPr>
                <p:nvPr/>
              </p:nvSpPr>
              <p:spPr>
                <a:xfrm>
                  <a:off x="10078291" y="242332"/>
                  <a:ext cx="855270" cy="307777"/>
                </a:xfrm>
                <a:prstGeom prst="rect">
                  <a:avLst/>
                </a:prstGeom>
                <a:blipFill>
                  <a:blip r:embed="rId19"/>
                  <a:stretch>
                    <a:fillRect b="-297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33C6C82E-95AD-FD6E-AC84-7DF2CB95180A}"/>
                    </a:ext>
                  </a:extLst>
                </p:cNvPr>
                <p:cNvSpPr txBox="1"/>
                <p:nvPr/>
              </p:nvSpPr>
              <p:spPr>
                <a:xfrm>
                  <a:off x="10136554" y="1770391"/>
                  <a:ext cx="855270" cy="307777"/>
                </a:xfrm>
                <a:prstGeom prst="rect">
                  <a:avLst/>
                </a:prstGeom>
                <a:noFill/>
              </p:spPr>
              <p:txBody>
                <a:bodyPr wrap="square">
                  <a:spAutoFit/>
                </a:bodyPr>
                <a:lstStyle/>
                <a:p>
                  <a:pPr/>
                  <a14:m>
                    <m:oMathPara xmlns:m="http://schemas.openxmlformats.org/officeDocument/2006/math">
                      <m:oMath>
                        <m:sSub>
                          <m:sSubPr>
                            <m:ctrlPr>
                              <a:rPr lang="de-DE" sz="1400" b="0" i="0" smtClean="0">
                                <a:solidFill>
                                  <a:schemeClr val="tx1"/>
                                </a:solidFill>
                                <a:latin typeface="Cambria Math" panose="02040503050406030204" pitchFamily="18" charset="0"/>
                              </a:rPr>
                            </m:ctrlPr>
                          </m:sSubPr>
                          <m:e>
                            <m:r>
                              <m:rPr>
                                <m:sty m:val="p"/>
                              </m:rPr>
                              <a:rPr lang="de-DE" sz="1400" b="0" i="0" smtClean="0">
                                <a:solidFill>
                                  <a:schemeClr val="tx1"/>
                                </a:solidFill>
                                <a:latin typeface="Cambria Math" panose="02040503050406030204" pitchFamily="18" charset="0"/>
                              </a:rPr>
                              <m:t>m</m:t>
                            </m:r>
                          </m:e>
                          <m:sub>
                            <m:r>
                              <m:rPr>
                                <m:sty m:val="p"/>
                              </m:rPr>
                              <a:rPr lang="de-DE" sz="1400" b="0" i="1" smtClean="0">
                                <a:solidFill>
                                  <a:schemeClr val="tx1"/>
                                </a:solidFill>
                                <a:latin typeface="Cambria Math" panose="02040503050406030204" pitchFamily="18" charset="0"/>
                              </a:rPr>
                              <m:t>Nc</m:t>
                            </m:r>
                          </m:sub>
                        </m:sSub>
                      </m:oMath>
                    </m:oMathPara>
                  </a14:m>
                  <a:endParaRPr lang="en-US" sz="1400" dirty="0">
                    <a:solidFill>
                      <a:schemeClr val="tx1"/>
                    </a:solidFill>
                  </a:endParaRPr>
                </a:p>
              </p:txBody>
            </p:sp>
          </mc:Choice>
          <mc:Fallback xmlns="">
            <p:sp>
              <p:nvSpPr>
                <p:cNvPr id="35" name="TextBox 34">
                  <a:extLst>
                    <a:ext uri="{FF2B5EF4-FFF2-40B4-BE49-F238E27FC236}">
                      <a16:creationId xmlns:a16="http://schemas.microsoft.com/office/drawing/2014/main" id="{22FEFDF0-B801-9ECE-3BFE-D34591D2D193}"/>
                    </a:ext>
                  </a:extLst>
                </p:cNvPr>
                <p:cNvSpPr txBox="1">
                  <a:spLocks noRot="1" noChangeAspect="1" noMove="1" noResize="1" noEditPoints="1" noAdjustHandles="1" noChangeArrowheads="1" noChangeShapeType="1" noTextEdit="1"/>
                </p:cNvSpPr>
                <p:nvPr/>
              </p:nvSpPr>
              <p:spPr>
                <a:xfrm>
                  <a:off x="10136554" y="1770391"/>
                  <a:ext cx="855270" cy="307777"/>
                </a:xfrm>
                <a:prstGeom prst="rect">
                  <a:avLst/>
                </a:prstGeom>
                <a:blipFill>
                  <a:blip r:embed="rId20"/>
                  <a:stretch>
                    <a:fillRect b="-297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9A02CC37-3AD0-41BB-5C92-FBA6BF47D104}"/>
                    </a:ext>
                  </a:extLst>
                </p:cNvPr>
                <p:cNvSpPr txBox="1"/>
                <p:nvPr/>
              </p:nvSpPr>
              <p:spPr>
                <a:xfrm>
                  <a:off x="8973206" y="595408"/>
                  <a:ext cx="855270" cy="307777"/>
                </a:xfrm>
                <a:prstGeom prst="rect">
                  <a:avLst/>
                </a:prstGeom>
                <a:noFill/>
              </p:spPr>
              <p:txBody>
                <a:bodyPr wrap="square">
                  <a:spAutoFit/>
                </a:bodyPr>
                <a:lstStyle/>
                <a:p>
                  <a:pPr/>
                  <a14:m>
                    <m:oMathPara xmlns:m="http://schemas.openxmlformats.org/officeDocument/2006/math">
                      <m:oMath>
                        <m:sSub>
                          <m:sSubPr>
                            <m:ctrlPr>
                              <a:rPr lang="de-DE" sz="1400" b="0" i="0" smtClean="0">
                                <a:solidFill>
                                  <a:schemeClr val="tx1"/>
                                </a:solidFill>
                                <a:latin typeface="Cambria Math" panose="02040503050406030204" pitchFamily="18" charset="0"/>
                              </a:rPr>
                            </m:ctrlPr>
                          </m:sSubPr>
                          <m:e>
                            <m:r>
                              <m:rPr>
                                <m:sty m:val="p"/>
                              </m:rPr>
                              <a:rPr lang="de-DE" sz="1400" b="0" i="0" smtClean="0">
                                <a:solidFill>
                                  <a:schemeClr val="tx1"/>
                                </a:solidFill>
                                <a:latin typeface="Cambria Math" panose="02040503050406030204" pitchFamily="18" charset="0"/>
                              </a:rPr>
                              <m:t>m</m:t>
                            </m:r>
                          </m:e>
                          <m:sub>
                            <m:r>
                              <m:rPr>
                                <m:sty m:val="p"/>
                              </m:rPr>
                              <a:rPr lang="de-DE" sz="1400" b="0" i="1" smtClean="0">
                                <a:solidFill>
                                  <a:schemeClr val="tx1"/>
                                </a:solidFill>
                                <a:latin typeface="Cambria Math" panose="02040503050406030204" pitchFamily="18" charset="0"/>
                              </a:rPr>
                              <m:t>Na</m:t>
                            </m:r>
                          </m:sub>
                        </m:sSub>
                      </m:oMath>
                    </m:oMathPara>
                  </a14:m>
                  <a:endParaRPr lang="en-US" sz="1400" dirty="0">
                    <a:solidFill>
                      <a:schemeClr val="tx1"/>
                    </a:solidFill>
                  </a:endParaRPr>
                </a:p>
              </p:txBody>
            </p:sp>
          </mc:Choice>
          <mc:Fallback xmlns="">
            <p:sp>
              <p:nvSpPr>
                <p:cNvPr id="36" name="TextBox 35">
                  <a:extLst>
                    <a:ext uri="{FF2B5EF4-FFF2-40B4-BE49-F238E27FC236}">
                      <a16:creationId xmlns:a16="http://schemas.microsoft.com/office/drawing/2014/main" id="{8D8BC479-9AB5-ABFB-7592-9623B653E196}"/>
                    </a:ext>
                  </a:extLst>
                </p:cNvPr>
                <p:cNvSpPr txBox="1">
                  <a:spLocks noRot="1" noChangeAspect="1" noMove="1" noResize="1" noEditPoints="1" noAdjustHandles="1" noChangeArrowheads="1" noChangeShapeType="1" noTextEdit="1"/>
                </p:cNvSpPr>
                <p:nvPr/>
              </p:nvSpPr>
              <p:spPr>
                <a:xfrm>
                  <a:off x="8973206" y="595408"/>
                  <a:ext cx="855270" cy="307777"/>
                </a:xfrm>
                <a:prstGeom prst="rect">
                  <a:avLst/>
                </a:prstGeom>
                <a:blipFill>
                  <a:blip r:embed="rId21"/>
                  <a:stretch>
                    <a:fillRect b="-297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A1215678-149D-9D95-8DD9-A135BD07B160}"/>
                    </a:ext>
                  </a:extLst>
                </p:cNvPr>
                <p:cNvSpPr txBox="1"/>
                <p:nvPr/>
              </p:nvSpPr>
              <p:spPr>
                <a:xfrm>
                  <a:off x="8905458" y="1506194"/>
                  <a:ext cx="855270" cy="307777"/>
                </a:xfrm>
                <a:prstGeom prst="rect">
                  <a:avLst/>
                </a:prstGeom>
                <a:noFill/>
              </p:spPr>
              <p:txBody>
                <a:bodyPr wrap="square">
                  <a:spAutoFit/>
                </a:bodyPr>
                <a:lstStyle/>
                <a:p>
                  <a:pPr/>
                  <a14:m>
                    <m:oMathPara xmlns:m="http://schemas.openxmlformats.org/officeDocument/2006/math">
                      <m:oMath>
                        <m:sSub>
                          <m:sSubPr>
                            <m:ctrlPr>
                              <a:rPr lang="de-DE" sz="1400" b="0" i="0" smtClean="0">
                                <a:solidFill>
                                  <a:schemeClr val="tx1"/>
                                </a:solidFill>
                                <a:latin typeface="Cambria Math" panose="02040503050406030204" pitchFamily="18" charset="0"/>
                              </a:rPr>
                            </m:ctrlPr>
                          </m:sSubPr>
                          <m:e>
                            <m:r>
                              <m:rPr>
                                <m:sty m:val="p"/>
                              </m:rPr>
                              <a:rPr lang="de-DE" sz="1400" b="0" i="0" smtClean="0">
                                <a:solidFill>
                                  <a:schemeClr val="tx1"/>
                                </a:solidFill>
                                <a:latin typeface="Cambria Math" panose="02040503050406030204" pitchFamily="18" charset="0"/>
                              </a:rPr>
                              <m:t>m</m:t>
                            </m:r>
                          </m:e>
                          <m:sub>
                            <m:r>
                              <m:rPr>
                                <m:sty m:val="p"/>
                              </m:rPr>
                              <a:rPr lang="de-DE" sz="1400" b="0" i="1" smtClean="0">
                                <a:solidFill>
                                  <a:schemeClr val="tx1"/>
                                </a:solidFill>
                                <a:latin typeface="Cambria Math" panose="02040503050406030204" pitchFamily="18" charset="0"/>
                              </a:rPr>
                              <m:t>Nb</m:t>
                            </m:r>
                          </m:sub>
                        </m:sSub>
                      </m:oMath>
                    </m:oMathPara>
                  </a14:m>
                  <a:endParaRPr lang="en-US" sz="1400" dirty="0">
                    <a:solidFill>
                      <a:schemeClr val="tx1"/>
                    </a:solidFill>
                  </a:endParaRPr>
                </a:p>
              </p:txBody>
            </p:sp>
          </mc:Choice>
          <mc:Fallback xmlns="">
            <p:sp>
              <p:nvSpPr>
                <p:cNvPr id="37" name="TextBox 36">
                  <a:extLst>
                    <a:ext uri="{FF2B5EF4-FFF2-40B4-BE49-F238E27FC236}">
                      <a16:creationId xmlns:a16="http://schemas.microsoft.com/office/drawing/2014/main" id="{21A08E05-EBCA-14B3-9C4F-0D065981640B}"/>
                    </a:ext>
                  </a:extLst>
                </p:cNvPr>
                <p:cNvSpPr txBox="1">
                  <a:spLocks noRot="1" noChangeAspect="1" noMove="1" noResize="1" noEditPoints="1" noAdjustHandles="1" noChangeArrowheads="1" noChangeShapeType="1" noTextEdit="1"/>
                </p:cNvSpPr>
                <p:nvPr/>
              </p:nvSpPr>
              <p:spPr>
                <a:xfrm>
                  <a:off x="8905458" y="1506194"/>
                  <a:ext cx="855270" cy="307777"/>
                </a:xfrm>
                <a:prstGeom prst="rect">
                  <a:avLst/>
                </a:prstGeom>
                <a:blipFill>
                  <a:blip r:embed="rId22"/>
                  <a:stretch>
                    <a:fillRect b="-29730"/>
                  </a:stretch>
                </a:blipFill>
              </p:spPr>
              <p:txBody>
                <a:bodyPr/>
                <a:lstStyle/>
                <a:p>
                  <a:r>
                    <a:rPr lang="en-US">
                      <a:noFill/>
                    </a:rPr>
                    <a:t> </a:t>
                  </a:r>
                </a:p>
              </p:txBody>
            </p:sp>
          </mc:Fallback>
        </mc:AlternateContent>
        <p:sp>
          <p:nvSpPr>
            <p:cNvPr id="38" name="Oval 37">
              <a:extLst>
                <a:ext uri="{FF2B5EF4-FFF2-40B4-BE49-F238E27FC236}">
                  <a16:creationId xmlns:a16="http://schemas.microsoft.com/office/drawing/2014/main" id="{D9E75704-1D79-E983-9499-F6C53B46E3B9}"/>
                </a:ext>
              </a:extLst>
            </p:cNvPr>
            <p:cNvSpPr>
              <a:spLocks noChangeAspect="1"/>
            </p:cNvSpPr>
            <p:nvPr/>
          </p:nvSpPr>
          <p:spPr>
            <a:xfrm>
              <a:off x="8524898" y="1072335"/>
              <a:ext cx="410141" cy="41014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p>
          </p:txBody>
        </p:sp>
        <p:cxnSp>
          <p:nvCxnSpPr>
            <p:cNvPr id="39" name="Straight Arrow Connector 38">
              <a:extLst>
                <a:ext uri="{FF2B5EF4-FFF2-40B4-BE49-F238E27FC236}">
                  <a16:creationId xmlns:a16="http://schemas.microsoft.com/office/drawing/2014/main" id="{7FB2B305-67A7-D080-51EE-FF9C09B313EE}"/>
                </a:ext>
              </a:extLst>
            </p:cNvPr>
            <p:cNvCxnSpPr>
              <a:cxnSpLocks/>
              <a:stCxn id="38" idx="0"/>
              <a:endCxn id="30" idx="2"/>
            </p:cNvCxnSpPr>
            <p:nvPr/>
          </p:nvCxnSpPr>
          <p:spPr>
            <a:xfrm flipV="1">
              <a:off x="8729969" y="349529"/>
              <a:ext cx="846010" cy="722806"/>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341CC8F4-EF68-E8D5-5001-11DFE5D02648}"/>
                    </a:ext>
                  </a:extLst>
                </p:cNvPr>
                <p:cNvSpPr txBox="1"/>
                <p:nvPr/>
              </p:nvSpPr>
              <p:spPr>
                <a:xfrm>
                  <a:off x="7804966" y="787250"/>
                  <a:ext cx="546041" cy="307777"/>
                </a:xfrm>
                <a:prstGeom prst="rect">
                  <a:avLst/>
                </a:prstGeom>
                <a:noFill/>
              </p:spPr>
              <p:txBody>
                <a:bodyPr wrap="square">
                  <a:spAutoFit/>
                </a:bodyPr>
                <a:lstStyle/>
                <a:p>
                  <a:pPr/>
                  <a14:m>
                    <m:oMathPara xmlns:m="http://schemas.openxmlformats.org/officeDocument/2006/math">
                      <m:oMath>
                        <m:sSub>
                          <m:sSubPr>
                            <m:ctrlPr>
                              <a:rPr lang="de-DE" sz="1400" b="0" i="0" smtClean="0">
                                <a:solidFill>
                                  <a:schemeClr val="tx1"/>
                                </a:solidFill>
                                <a:latin typeface="Cambria Math" panose="02040503050406030204" pitchFamily="18" charset="0"/>
                              </a:rPr>
                            </m:ctrlPr>
                          </m:sSubPr>
                          <m:e>
                            <m:r>
                              <m:rPr>
                                <m:sty m:val="p"/>
                              </m:rPr>
                              <a:rPr lang="de-DE" sz="1400" b="0" i="0" smtClean="0">
                                <a:solidFill>
                                  <a:schemeClr val="tx1"/>
                                </a:solidFill>
                                <a:latin typeface="Cambria Math" panose="02040503050406030204" pitchFamily="18" charset="0"/>
                              </a:rPr>
                              <m:t>m</m:t>
                            </m:r>
                          </m:e>
                          <m:sub>
                            <m:r>
                              <m:rPr>
                                <m:sty m:val="p"/>
                              </m:rPr>
                              <a:rPr lang="de-DE" sz="1400" b="0" i="1" smtClean="0">
                                <a:solidFill>
                                  <a:schemeClr val="tx1"/>
                                </a:solidFill>
                                <a:latin typeface="Cambria Math" panose="02040503050406030204" pitchFamily="18" charset="0"/>
                              </a:rPr>
                              <m:t>c</m:t>
                            </m:r>
                          </m:sub>
                        </m:sSub>
                      </m:oMath>
                    </m:oMathPara>
                  </a14:m>
                  <a:endParaRPr lang="en-US" sz="1400" dirty="0">
                    <a:solidFill>
                      <a:schemeClr val="tx1"/>
                    </a:solidFill>
                  </a:endParaRPr>
                </a:p>
              </p:txBody>
            </p:sp>
          </mc:Choice>
          <mc:Fallback xmlns="">
            <p:sp>
              <p:nvSpPr>
                <p:cNvPr id="40" name="TextBox 39">
                  <a:extLst>
                    <a:ext uri="{FF2B5EF4-FFF2-40B4-BE49-F238E27FC236}">
                      <a16:creationId xmlns:a16="http://schemas.microsoft.com/office/drawing/2014/main" id="{D0F00B93-063D-7E2D-53E4-AED7FB9300FC}"/>
                    </a:ext>
                  </a:extLst>
                </p:cNvPr>
                <p:cNvSpPr txBox="1">
                  <a:spLocks noRot="1" noChangeAspect="1" noMove="1" noResize="1" noEditPoints="1" noAdjustHandles="1" noChangeArrowheads="1" noChangeShapeType="1" noTextEdit="1"/>
                </p:cNvSpPr>
                <p:nvPr/>
              </p:nvSpPr>
              <p:spPr>
                <a:xfrm>
                  <a:off x="7804966" y="787250"/>
                  <a:ext cx="546041" cy="307777"/>
                </a:xfrm>
                <a:prstGeom prst="rect">
                  <a:avLst/>
                </a:prstGeom>
                <a:blipFill>
                  <a:blip r:embed="rId23"/>
                  <a:stretch>
                    <a:fillRect b="-21053"/>
                  </a:stretch>
                </a:blipFill>
              </p:spPr>
              <p:txBody>
                <a:bodyPr/>
                <a:lstStyle/>
                <a:p>
                  <a:r>
                    <a:rPr lang="en-US">
                      <a:noFill/>
                    </a:rPr>
                    <a:t> </a:t>
                  </a:r>
                </a:p>
              </p:txBody>
            </p:sp>
          </mc:Fallback>
        </mc:AlternateContent>
        <p:cxnSp>
          <p:nvCxnSpPr>
            <p:cNvPr id="41" name="Straight Arrow Connector 40">
              <a:extLst>
                <a:ext uri="{FF2B5EF4-FFF2-40B4-BE49-F238E27FC236}">
                  <a16:creationId xmlns:a16="http://schemas.microsoft.com/office/drawing/2014/main" id="{232C7987-0D7E-B5CA-C117-23C56005954A}"/>
                </a:ext>
              </a:extLst>
            </p:cNvPr>
            <p:cNvCxnSpPr>
              <a:cxnSpLocks/>
              <a:endCxn id="49" idx="1"/>
            </p:cNvCxnSpPr>
            <p:nvPr/>
          </p:nvCxnSpPr>
          <p:spPr>
            <a:xfrm flipV="1">
              <a:off x="7765437" y="1204213"/>
              <a:ext cx="740834" cy="29488"/>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42" name="Straight Arrow Connector 41">
              <a:extLst>
                <a:ext uri="{FF2B5EF4-FFF2-40B4-BE49-F238E27FC236}">
                  <a16:creationId xmlns:a16="http://schemas.microsoft.com/office/drawing/2014/main" id="{F482FA3D-BBAF-82DC-C719-591FDAE6E387}"/>
                </a:ext>
              </a:extLst>
            </p:cNvPr>
            <p:cNvCxnSpPr>
              <a:cxnSpLocks/>
              <a:stCxn id="38" idx="4"/>
              <a:endCxn id="31" idx="2"/>
            </p:cNvCxnSpPr>
            <p:nvPr/>
          </p:nvCxnSpPr>
          <p:spPr>
            <a:xfrm>
              <a:off x="8729969" y="1482476"/>
              <a:ext cx="855720" cy="738155"/>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sp>
          <p:nvSpPr>
            <p:cNvPr id="43" name="Oval 42">
              <a:extLst>
                <a:ext uri="{FF2B5EF4-FFF2-40B4-BE49-F238E27FC236}">
                  <a16:creationId xmlns:a16="http://schemas.microsoft.com/office/drawing/2014/main" id="{0C65DE95-FC67-AC7C-F996-DF860AD024C1}"/>
                </a:ext>
              </a:extLst>
            </p:cNvPr>
            <p:cNvSpPr>
              <a:spLocks noChangeAspect="1"/>
            </p:cNvSpPr>
            <p:nvPr/>
          </p:nvSpPr>
          <p:spPr>
            <a:xfrm>
              <a:off x="10742623" y="1072335"/>
              <a:ext cx="410141" cy="41014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p>
          </p:txBody>
        </p:sp>
        <p:cxnSp>
          <p:nvCxnSpPr>
            <p:cNvPr id="44" name="Straight Arrow Connector 43">
              <a:extLst>
                <a:ext uri="{FF2B5EF4-FFF2-40B4-BE49-F238E27FC236}">
                  <a16:creationId xmlns:a16="http://schemas.microsoft.com/office/drawing/2014/main" id="{54EE1BFD-B9F5-FF3B-29C1-BFDF38C73527}"/>
                </a:ext>
              </a:extLst>
            </p:cNvPr>
            <p:cNvCxnSpPr>
              <a:cxnSpLocks/>
            </p:cNvCxnSpPr>
            <p:nvPr/>
          </p:nvCxnSpPr>
          <p:spPr>
            <a:xfrm flipV="1">
              <a:off x="11152764" y="1261123"/>
              <a:ext cx="782058" cy="16282"/>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45B53F97-EE65-3D67-5FA0-BCE6508F196F}"/>
                    </a:ext>
                  </a:extLst>
                </p:cNvPr>
                <p:cNvSpPr txBox="1"/>
                <p:nvPr/>
              </p:nvSpPr>
              <p:spPr>
                <a:xfrm>
                  <a:off x="11375112" y="854140"/>
                  <a:ext cx="524049" cy="307777"/>
                </a:xfrm>
                <a:prstGeom prst="rect">
                  <a:avLst/>
                </a:prstGeom>
                <a:noFill/>
              </p:spPr>
              <p:txBody>
                <a:bodyPr wrap="square">
                  <a:spAutoFit/>
                </a:bodyPr>
                <a:lstStyle/>
                <a:p>
                  <a:pPr/>
                  <a14:m>
                    <m:oMathPara xmlns:m="http://schemas.openxmlformats.org/officeDocument/2006/math">
                      <m:oMath>
                        <m:sSub>
                          <m:sSubPr>
                            <m:ctrlPr>
                              <a:rPr lang="de-DE" sz="1400" b="0" i="1" smtClean="0">
                                <a:latin typeface="Cambria Math" panose="02040503050406030204" pitchFamily="18" charset="0"/>
                              </a:rPr>
                            </m:ctrlPr>
                          </m:sSubPr>
                          <m:e>
                            <m:r>
                              <m:rPr>
                                <m:sty m:val="p"/>
                              </m:rPr>
                              <a:rPr lang="de-DE" sz="1400" b="0" i="1" smtClean="0">
                                <a:latin typeface="Cambria Math" panose="02040503050406030204" pitchFamily="18" charset="0"/>
                              </a:rPr>
                              <m:t>m</m:t>
                            </m:r>
                          </m:e>
                          <m:sub>
                            <m:r>
                              <m:rPr>
                                <m:sty m:val="p"/>
                              </m:rPr>
                              <a:rPr lang="de-DE" sz="1400" b="0" i="1" smtClean="0">
                                <a:latin typeface="Cambria Math" panose="02040503050406030204" pitchFamily="18" charset="0"/>
                              </a:rPr>
                              <m:t>out</m:t>
                            </m:r>
                          </m:sub>
                        </m:sSub>
                      </m:oMath>
                    </m:oMathPara>
                  </a14:m>
                  <a:endParaRPr lang="en-US" sz="1400" dirty="0"/>
                </a:p>
              </p:txBody>
            </p:sp>
          </mc:Choice>
          <mc:Fallback xmlns="">
            <p:sp>
              <p:nvSpPr>
                <p:cNvPr id="45" name="TextBox 44">
                  <a:extLst>
                    <a:ext uri="{FF2B5EF4-FFF2-40B4-BE49-F238E27FC236}">
                      <a16:creationId xmlns:a16="http://schemas.microsoft.com/office/drawing/2014/main" id="{8D895DFD-5FD4-B428-957C-A12D2FC713B8}"/>
                    </a:ext>
                  </a:extLst>
                </p:cNvPr>
                <p:cNvSpPr txBox="1">
                  <a:spLocks noRot="1" noChangeAspect="1" noMove="1" noResize="1" noEditPoints="1" noAdjustHandles="1" noChangeArrowheads="1" noChangeShapeType="1" noTextEdit="1"/>
                </p:cNvSpPr>
                <p:nvPr/>
              </p:nvSpPr>
              <p:spPr>
                <a:xfrm>
                  <a:off x="11375112" y="854140"/>
                  <a:ext cx="524049" cy="307777"/>
                </a:xfrm>
                <a:prstGeom prst="rect">
                  <a:avLst/>
                </a:prstGeom>
                <a:blipFill>
                  <a:blip r:embed="rId24"/>
                  <a:stretch>
                    <a:fillRect r="-26984" b="-263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92767EA7-D22C-1F98-F367-79EED835B095}"/>
                    </a:ext>
                  </a:extLst>
                </p:cNvPr>
                <p:cNvSpPr txBox="1"/>
                <p:nvPr/>
              </p:nvSpPr>
              <p:spPr>
                <a:xfrm>
                  <a:off x="10724745" y="1051777"/>
                  <a:ext cx="448081" cy="307777"/>
                </a:xfrm>
                <a:prstGeom prst="rect">
                  <a:avLst/>
                </a:prstGeom>
                <a:noFill/>
              </p:spPr>
              <p:txBody>
                <a:bodyPr wrap="square">
                  <a:spAutoFit/>
                </a:bodyPr>
                <a:lstStyle/>
                <a:p>
                  <a:pPr/>
                  <a14:m>
                    <m:oMathPara xmlns:m="http://schemas.openxmlformats.org/officeDocument/2006/math">
                      <m:oMath>
                        <m:sSub>
                          <m:sSubPr>
                            <m:ctrlPr>
                              <a:rPr lang="de-DE" sz="1400" b="0" i="1" smtClean="0">
                                <a:solidFill>
                                  <a:schemeClr val="bg1"/>
                                </a:solidFill>
                                <a:latin typeface="Cambria Math" panose="02040503050406030204" pitchFamily="18" charset="0"/>
                              </a:rPr>
                            </m:ctrlPr>
                          </m:sSubPr>
                          <m:e>
                            <m:r>
                              <m:rPr>
                                <m:sty m:val="p"/>
                              </m:rPr>
                              <a:rPr lang="de-DE" sz="1400" b="0" i="1" smtClean="0">
                                <a:solidFill>
                                  <a:schemeClr val="bg1"/>
                                </a:solidFill>
                                <a:latin typeface="Cambria Math" panose="02040503050406030204" pitchFamily="18" charset="0"/>
                              </a:rPr>
                              <m:t>r</m:t>
                            </m:r>
                          </m:e>
                          <m:sub>
                            <m:r>
                              <m:rPr>
                                <m:sty m:val="p"/>
                              </m:rPr>
                              <a:rPr lang="de-DE" sz="1400" b="0" i="1" smtClean="0">
                                <a:solidFill>
                                  <a:schemeClr val="bg1"/>
                                </a:solidFill>
                                <a:latin typeface="Cambria Math" panose="02040503050406030204" pitchFamily="18" charset="0"/>
                              </a:rPr>
                              <m:t>No</m:t>
                            </m:r>
                          </m:sub>
                        </m:sSub>
                      </m:oMath>
                    </m:oMathPara>
                  </a14:m>
                  <a:endParaRPr lang="en-US" sz="1400" dirty="0">
                    <a:solidFill>
                      <a:schemeClr val="bg1"/>
                    </a:solidFill>
                  </a:endParaRPr>
                </a:p>
              </p:txBody>
            </p:sp>
          </mc:Choice>
          <mc:Fallback xmlns="">
            <p:sp>
              <p:nvSpPr>
                <p:cNvPr id="46" name="TextBox 45">
                  <a:extLst>
                    <a:ext uri="{FF2B5EF4-FFF2-40B4-BE49-F238E27FC236}">
                      <a16:creationId xmlns:a16="http://schemas.microsoft.com/office/drawing/2014/main" id="{7FAABFF5-446D-0662-1965-E0455058E22C}"/>
                    </a:ext>
                  </a:extLst>
                </p:cNvPr>
                <p:cNvSpPr txBox="1">
                  <a:spLocks noRot="1" noChangeAspect="1" noMove="1" noResize="1" noEditPoints="1" noAdjustHandles="1" noChangeArrowheads="1" noChangeShapeType="1" noTextEdit="1"/>
                </p:cNvSpPr>
                <p:nvPr/>
              </p:nvSpPr>
              <p:spPr>
                <a:xfrm>
                  <a:off x="10724745" y="1051777"/>
                  <a:ext cx="448081" cy="307777"/>
                </a:xfrm>
                <a:prstGeom prst="rect">
                  <a:avLst/>
                </a:prstGeom>
                <a:blipFill>
                  <a:blip r:embed="rId25"/>
                  <a:stretch>
                    <a:fillRect r="-16667" b="-263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5B77B387-2280-C611-D675-22173026096C}"/>
                    </a:ext>
                  </a:extLst>
                </p:cNvPr>
                <p:cNvSpPr txBox="1"/>
                <p:nvPr/>
              </p:nvSpPr>
              <p:spPr>
                <a:xfrm>
                  <a:off x="9511232" y="111833"/>
                  <a:ext cx="557613" cy="307777"/>
                </a:xfrm>
                <a:prstGeom prst="rect">
                  <a:avLst/>
                </a:prstGeom>
                <a:noFill/>
              </p:spPr>
              <p:txBody>
                <a:bodyPr wrap="square">
                  <a:spAutoFit/>
                </a:bodyPr>
                <a:lstStyle/>
                <a:p>
                  <a:pPr/>
                  <a14:m>
                    <m:oMathPara xmlns:m="http://schemas.openxmlformats.org/officeDocument/2006/math">
                      <m:oMath>
                        <m:sSub>
                          <m:sSubPr>
                            <m:ctrlPr>
                              <a:rPr lang="de-DE" sz="1400" b="0" i="1" smtClean="0">
                                <a:solidFill>
                                  <a:schemeClr val="bg1"/>
                                </a:solidFill>
                                <a:latin typeface="Cambria Math" panose="02040503050406030204" pitchFamily="18" charset="0"/>
                              </a:rPr>
                            </m:ctrlPr>
                          </m:sSubPr>
                          <m:e>
                            <m:r>
                              <m:rPr>
                                <m:sty m:val="p"/>
                              </m:rPr>
                              <a:rPr lang="de-DE" sz="1400" b="0" i="1" smtClean="0">
                                <a:solidFill>
                                  <a:schemeClr val="bg1"/>
                                </a:solidFill>
                                <a:latin typeface="Cambria Math" panose="02040503050406030204" pitchFamily="18" charset="0"/>
                              </a:rPr>
                              <m:t>r</m:t>
                            </m:r>
                          </m:e>
                          <m:sub>
                            <m:r>
                              <m:rPr>
                                <m:sty m:val="p"/>
                              </m:rPr>
                              <a:rPr lang="de-DE" sz="1400" b="0" i="1" smtClean="0">
                                <a:solidFill>
                                  <a:schemeClr val="bg1"/>
                                </a:solidFill>
                                <a:latin typeface="Cambria Math" panose="02040503050406030204" pitchFamily="18" charset="0"/>
                              </a:rPr>
                              <m:t>Na</m:t>
                            </m:r>
                          </m:sub>
                        </m:sSub>
                      </m:oMath>
                    </m:oMathPara>
                  </a14:m>
                  <a:endParaRPr lang="en-US" sz="1400" dirty="0">
                    <a:solidFill>
                      <a:schemeClr val="bg1"/>
                    </a:solidFill>
                  </a:endParaRPr>
                </a:p>
              </p:txBody>
            </p:sp>
          </mc:Choice>
          <mc:Fallback xmlns="">
            <p:sp>
              <p:nvSpPr>
                <p:cNvPr id="47" name="TextBox 46">
                  <a:extLst>
                    <a:ext uri="{FF2B5EF4-FFF2-40B4-BE49-F238E27FC236}">
                      <a16:creationId xmlns:a16="http://schemas.microsoft.com/office/drawing/2014/main" id="{FFBF6754-372B-7363-62F5-6614413DE55B}"/>
                    </a:ext>
                  </a:extLst>
                </p:cNvPr>
                <p:cNvSpPr txBox="1">
                  <a:spLocks noRot="1" noChangeAspect="1" noMove="1" noResize="1" noEditPoints="1" noAdjustHandles="1" noChangeArrowheads="1" noChangeShapeType="1" noTextEdit="1"/>
                </p:cNvSpPr>
                <p:nvPr/>
              </p:nvSpPr>
              <p:spPr>
                <a:xfrm>
                  <a:off x="9511232" y="111833"/>
                  <a:ext cx="557613" cy="307777"/>
                </a:xfrm>
                <a:prstGeom prst="rect">
                  <a:avLst/>
                </a:prstGeom>
                <a:blipFill>
                  <a:blip r:embed="rId26"/>
                  <a:stretch>
                    <a:fillRect b="-263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0762AA94-BFF6-B53E-EEF2-5C0087D6CC54}"/>
                    </a:ext>
                  </a:extLst>
                </p:cNvPr>
                <p:cNvSpPr txBox="1"/>
                <p:nvPr/>
              </p:nvSpPr>
              <p:spPr>
                <a:xfrm>
                  <a:off x="9565904" y="1994059"/>
                  <a:ext cx="421017" cy="307777"/>
                </a:xfrm>
                <a:prstGeom prst="rect">
                  <a:avLst/>
                </a:prstGeom>
                <a:noFill/>
              </p:spPr>
              <p:txBody>
                <a:bodyPr wrap="square">
                  <a:spAutoFit/>
                </a:bodyPr>
                <a:lstStyle/>
                <a:p>
                  <a:pPr/>
                  <a14:m>
                    <m:oMathPara xmlns:m="http://schemas.openxmlformats.org/officeDocument/2006/math">
                      <m:oMath>
                        <m:sSub>
                          <m:sSubPr>
                            <m:ctrlPr>
                              <a:rPr lang="de-DE" sz="1400" b="0" i="1" smtClean="0">
                                <a:solidFill>
                                  <a:schemeClr val="bg1"/>
                                </a:solidFill>
                                <a:latin typeface="Cambria Math" panose="02040503050406030204" pitchFamily="18" charset="0"/>
                              </a:rPr>
                            </m:ctrlPr>
                          </m:sSubPr>
                          <m:e>
                            <m:r>
                              <m:rPr>
                                <m:sty m:val="p"/>
                              </m:rPr>
                              <a:rPr lang="de-DE" sz="1400" b="0" i="1" smtClean="0">
                                <a:solidFill>
                                  <a:schemeClr val="bg1"/>
                                </a:solidFill>
                                <a:latin typeface="Cambria Math" panose="02040503050406030204" pitchFamily="18" charset="0"/>
                              </a:rPr>
                              <m:t>r</m:t>
                            </m:r>
                          </m:e>
                          <m:sub>
                            <m:r>
                              <m:rPr>
                                <m:sty m:val="p"/>
                              </m:rPr>
                              <a:rPr lang="de-DE" sz="1400" b="0" i="1" smtClean="0">
                                <a:solidFill>
                                  <a:schemeClr val="bg1"/>
                                </a:solidFill>
                                <a:latin typeface="Cambria Math" panose="02040503050406030204" pitchFamily="18" charset="0"/>
                              </a:rPr>
                              <m:t>Nb</m:t>
                            </m:r>
                          </m:sub>
                        </m:sSub>
                      </m:oMath>
                    </m:oMathPara>
                  </a14:m>
                  <a:endParaRPr lang="en-US" sz="1400" dirty="0">
                    <a:solidFill>
                      <a:schemeClr val="bg1"/>
                    </a:solidFill>
                  </a:endParaRPr>
                </a:p>
              </p:txBody>
            </p:sp>
          </mc:Choice>
          <mc:Fallback xmlns="">
            <p:sp>
              <p:nvSpPr>
                <p:cNvPr id="48" name="TextBox 47">
                  <a:extLst>
                    <a:ext uri="{FF2B5EF4-FFF2-40B4-BE49-F238E27FC236}">
                      <a16:creationId xmlns:a16="http://schemas.microsoft.com/office/drawing/2014/main" id="{993BD7CC-1F1D-6CF7-F4AB-96992B1693D0}"/>
                    </a:ext>
                  </a:extLst>
                </p:cNvPr>
                <p:cNvSpPr txBox="1">
                  <a:spLocks noRot="1" noChangeAspect="1" noMove="1" noResize="1" noEditPoints="1" noAdjustHandles="1" noChangeArrowheads="1" noChangeShapeType="1" noTextEdit="1"/>
                </p:cNvSpPr>
                <p:nvPr/>
              </p:nvSpPr>
              <p:spPr>
                <a:xfrm>
                  <a:off x="9565904" y="1994059"/>
                  <a:ext cx="421017" cy="307777"/>
                </a:xfrm>
                <a:prstGeom prst="rect">
                  <a:avLst/>
                </a:prstGeom>
                <a:blipFill>
                  <a:blip r:embed="rId27"/>
                  <a:stretch>
                    <a:fillRect r="-25490" b="-297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095CDB83-3B7A-E87F-9924-92062210B74B}"/>
                    </a:ext>
                  </a:extLst>
                </p:cNvPr>
                <p:cNvSpPr txBox="1"/>
                <p:nvPr/>
              </p:nvSpPr>
              <p:spPr>
                <a:xfrm>
                  <a:off x="8506271" y="1050324"/>
                  <a:ext cx="448081" cy="307777"/>
                </a:xfrm>
                <a:prstGeom prst="rect">
                  <a:avLst/>
                </a:prstGeom>
                <a:noFill/>
              </p:spPr>
              <p:txBody>
                <a:bodyPr wrap="square">
                  <a:spAutoFit/>
                </a:bodyPr>
                <a:lstStyle/>
                <a:p>
                  <a:pPr/>
                  <a14:m>
                    <m:oMathPara xmlns:m="http://schemas.openxmlformats.org/officeDocument/2006/math">
                      <m:oMath>
                        <m:sSub>
                          <m:sSubPr>
                            <m:ctrlPr>
                              <a:rPr lang="de-DE" sz="1400" b="0" i="1" smtClean="0">
                                <a:solidFill>
                                  <a:schemeClr val="bg1"/>
                                </a:solidFill>
                                <a:latin typeface="Cambria Math" panose="02040503050406030204" pitchFamily="18" charset="0"/>
                              </a:rPr>
                            </m:ctrlPr>
                          </m:sSubPr>
                          <m:e>
                            <m:r>
                              <m:rPr>
                                <m:sty m:val="p"/>
                              </m:rPr>
                              <a:rPr lang="de-DE" sz="1400" b="0" i="1" smtClean="0">
                                <a:solidFill>
                                  <a:schemeClr val="bg1"/>
                                </a:solidFill>
                                <a:latin typeface="Cambria Math" panose="02040503050406030204" pitchFamily="18" charset="0"/>
                              </a:rPr>
                              <m:t>r</m:t>
                            </m:r>
                          </m:e>
                          <m:sub>
                            <m:r>
                              <m:rPr>
                                <m:sty m:val="p"/>
                              </m:rPr>
                              <a:rPr lang="de-DE" sz="1400" b="0" i="1" smtClean="0">
                                <a:solidFill>
                                  <a:schemeClr val="bg1"/>
                                </a:solidFill>
                                <a:latin typeface="Cambria Math" panose="02040503050406030204" pitchFamily="18" charset="0"/>
                              </a:rPr>
                              <m:t>Ni</m:t>
                            </m:r>
                          </m:sub>
                        </m:sSub>
                      </m:oMath>
                    </m:oMathPara>
                  </a14:m>
                  <a:endParaRPr lang="en-US" sz="1400" dirty="0">
                    <a:solidFill>
                      <a:schemeClr val="bg1"/>
                    </a:solidFill>
                  </a:endParaRPr>
                </a:p>
              </p:txBody>
            </p:sp>
          </mc:Choice>
          <mc:Fallback xmlns="">
            <p:sp>
              <p:nvSpPr>
                <p:cNvPr id="49" name="TextBox 48">
                  <a:extLst>
                    <a:ext uri="{FF2B5EF4-FFF2-40B4-BE49-F238E27FC236}">
                      <a16:creationId xmlns:a16="http://schemas.microsoft.com/office/drawing/2014/main" id="{ADC20493-5371-1632-FE84-35E092D4701F}"/>
                    </a:ext>
                  </a:extLst>
                </p:cNvPr>
                <p:cNvSpPr txBox="1">
                  <a:spLocks noRot="1" noChangeAspect="1" noMove="1" noResize="1" noEditPoints="1" noAdjustHandles="1" noChangeArrowheads="1" noChangeShapeType="1" noTextEdit="1"/>
                </p:cNvSpPr>
                <p:nvPr/>
              </p:nvSpPr>
              <p:spPr>
                <a:xfrm>
                  <a:off x="8506271" y="1050324"/>
                  <a:ext cx="448081" cy="307777"/>
                </a:xfrm>
                <a:prstGeom prst="rect">
                  <a:avLst/>
                </a:prstGeom>
                <a:blipFill>
                  <a:blip r:embed="rId28"/>
                  <a:stretch>
                    <a:fillRect r="-5455" b="-26316"/>
                  </a:stretch>
                </a:blipFill>
              </p:spPr>
              <p:txBody>
                <a:bodyPr/>
                <a:lstStyle/>
                <a:p>
                  <a:r>
                    <a:rPr lang="en-US">
                      <a:noFill/>
                    </a:rPr>
                    <a:t> </a:t>
                  </a:r>
                </a:p>
              </p:txBody>
            </p:sp>
          </mc:Fallback>
        </mc:AlternateContent>
        <p:cxnSp>
          <p:nvCxnSpPr>
            <p:cNvPr id="60" name="Straight Connector 59">
              <a:extLst>
                <a:ext uri="{FF2B5EF4-FFF2-40B4-BE49-F238E27FC236}">
                  <a16:creationId xmlns:a16="http://schemas.microsoft.com/office/drawing/2014/main" id="{E5D2AD1F-2F34-E7CB-0320-D3EE21347DC9}"/>
                </a:ext>
              </a:extLst>
            </p:cNvPr>
            <p:cNvCxnSpPr>
              <a:cxnSpLocks/>
            </p:cNvCxnSpPr>
            <p:nvPr/>
          </p:nvCxnSpPr>
          <p:spPr>
            <a:xfrm>
              <a:off x="7775840" y="596589"/>
              <a:ext cx="0" cy="637112"/>
            </a:xfrm>
            <a:prstGeom prst="line">
              <a:avLst/>
            </a:prstGeom>
          </p:spPr>
          <p:style>
            <a:lnRef idx="2">
              <a:schemeClr val="accent1"/>
            </a:lnRef>
            <a:fillRef idx="0">
              <a:schemeClr val="accent1"/>
            </a:fillRef>
            <a:effectRef idx="1">
              <a:schemeClr val="accent1"/>
            </a:effectRef>
            <a:fontRef idx="minor">
              <a:schemeClr val="tx1"/>
            </a:fontRef>
          </p:style>
        </p:cxnSp>
        <p:sp>
          <p:nvSpPr>
            <p:cNvPr id="113" name="Rectangle 112">
              <a:extLst>
                <a:ext uri="{FF2B5EF4-FFF2-40B4-BE49-F238E27FC236}">
                  <a16:creationId xmlns:a16="http://schemas.microsoft.com/office/drawing/2014/main" id="{708601D6-B9DC-93AB-9A78-AE7D3DFAD310}"/>
                </a:ext>
              </a:extLst>
            </p:cNvPr>
            <p:cNvSpPr/>
            <p:nvPr/>
          </p:nvSpPr>
          <p:spPr>
            <a:xfrm>
              <a:off x="8320022" y="23424"/>
              <a:ext cx="3073000" cy="2537212"/>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115" name="TextBox 114">
              <a:extLst>
                <a:ext uri="{FF2B5EF4-FFF2-40B4-BE49-F238E27FC236}">
                  <a16:creationId xmlns:a16="http://schemas.microsoft.com/office/drawing/2014/main" id="{180AC030-1DE8-B9FF-47D0-7C3407ADFA42}"/>
                </a:ext>
              </a:extLst>
            </p:cNvPr>
            <p:cNvSpPr txBox="1"/>
            <p:nvPr/>
          </p:nvSpPr>
          <p:spPr>
            <a:xfrm>
              <a:off x="8334900" y="53954"/>
              <a:ext cx="402674" cy="276999"/>
            </a:xfrm>
            <a:prstGeom prst="rect">
              <a:avLst/>
            </a:prstGeom>
            <a:noFill/>
          </p:spPr>
          <p:txBody>
            <a:bodyPr wrap="none" rtlCol="0">
              <a:spAutoFit/>
            </a:bodyPr>
            <a:lstStyle/>
            <a:p>
              <a:r>
                <a:rPr lang="en-US" sz="1200" dirty="0"/>
                <a:t>NN</a:t>
              </a:r>
            </a:p>
          </p:txBody>
        </p:sp>
      </p:grpSp>
      <p:sp>
        <p:nvSpPr>
          <p:cNvPr id="3" name="TextBox 2">
            <a:extLst>
              <a:ext uri="{FF2B5EF4-FFF2-40B4-BE49-F238E27FC236}">
                <a16:creationId xmlns:a16="http://schemas.microsoft.com/office/drawing/2014/main" id="{FBCE8D82-29F3-CEFB-3FEF-728281CE4425}"/>
              </a:ext>
            </a:extLst>
          </p:cNvPr>
          <p:cNvSpPr txBox="1"/>
          <p:nvPr/>
        </p:nvSpPr>
        <p:spPr>
          <a:xfrm>
            <a:off x="3144899" y="1921743"/>
            <a:ext cx="986167" cy="369332"/>
          </a:xfrm>
          <a:prstGeom prst="rect">
            <a:avLst/>
          </a:prstGeom>
          <a:noFill/>
        </p:spPr>
        <p:txBody>
          <a:bodyPr wrap="none" rtlCol="0">
            <a:spAutoFit/>
          </a:bodyPr>
          <a:lstStyle/>
          <a:p>
            <a:r>
              <a:rPr lang="en-US" dirty="0"/>
              <a:t>Motif 37</a:t>
            </a:r>
          </a:p>
        </p:txBody>
      </p:sp>
      <p:sp>
        <p:nvSpPr>
          <p:cNvPr id="7" name="Rectangle: Rounded Corners 6">
            <a:extLst>
              <a:ext uri="{FF2B5EF4-FFF2-40B4-BE49-F238E27FC236}">
                <a16:creationId xmlns:a16="http://schemas.microsoft.com/office/drawing/2014/main" id="{C41D6FB0-3F04-FC8B-3250-195BD36A0684}"/>
              </a:ext>
            </a:extLst>
          </p:cNvPr>
          <p:cNvSpPr/>
          <p:nvPr/>
        </p:nvSpPr>
        <p:spPr>
          <a:xfrm>
            <a:off x="10618834" y="887943"/>
            <a:ext cx="1522517" cy="91440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Algorithm </a:t>
            </a:r>
          </a:p>
        </p:txBody>
      </p:sp>
      <p:sp>
        <p:nvSpPr>
          <p:cNvPr id="8" name="Rectangle: Rounded Corners 7">
            <a:extLst>
              <a:ext uri="{FF2B5EF4-FFF2-40B4-BE49-F238E27FC236}">
                <a16:creationId xmlns:a16="http://schemas.microsoft.com/office/drawing/2014/main" id="{38AE8184-1727-3F2E-3482-FB49C767F536}"/>
              </a:ext>
            </a:extLst>
          </p:cNvPr>
          <p:cNvSpPr/>
          <p:nvPr/>
        </p:nvSpPr>
        <p:spPr>
          <a:xfrm>
            <a:off x="10618834" y="2312289"/>
            <a:ext cx="1522517" cy="914400"/>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Chemical Reactions </a:t>
            </a:r>
          </a:p>
        </p:txBody>
      </p:sp>
      <p:sp>
        <p:nvSpPr>
          <p:cNvPr id="9" name="Rectangle: Rounded Corners 8">
            <a:extLst>
              <a:ext uri="{FF2B5EF4-FFF2-40B4-BE49-F238E27FC236}">
                <a16:creationId xmlns:a16="http://schemas.microsoft.com/office/drawing/2014/main" id="{F4799ECF-24C3-90EE-9230-22B1D25A5EFA}"/>
              </a:ext>
            </a:extLst>
          </p:cNvPr>
          <p:cNvSpPr/>
          <p:nvPr/>
        </p:nvSpPr>
        <p:spPr>
          <a:xfrm>
            <a:off x="10618834" y="3736635"/>
            <a:ext cx="1522517" cy="914400"/>
          </a:xfrm>
          <a:prstGeom prst="round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Metabolic Network</a:t>
            </a:r>
          </a:p>
        </p:txBody>
      </p:sp>
      <p:sp>
        <p:nvSpPr>
          <p:cNvPr id="10" name="Rectangle: Rounded Corners 9">
            <a:extLst>
              <a:ext uri="{FF2B5EF4-FFF2-40B4-BE49-F238E27FC236}">
                <a16:creationId xmlns:a16="http://schemas.microsoft.com/office/drawing/2014/main" id="{5A0D316A-BFA7-BDBE-654C-97FF91C4AACF}"/>
              </a:ext>
            </a:extLst>
          </p:cNvPr>
          <p:cNvSpPr/>
          <p:nvPr/>
        </p:nvSpPr>
        <p:spPr>
          <a:xfrm>
            <a:off x="10618834" y="5160981"/>
            <a:ext cx="1522517" cy="91440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THz Actuation</a:t>
            </a:r>
          </a:p>
        </p:txBody>
      </p:sp>
      <p:cxnSp>
        <p:nvCxnSpPr>
          <p:cNvPr id="12" name="Straight Arrow Connector 11">
            <a:extLst>
              <a:ext uri="{FF2B5EF4-FFF2-40B4-BE49-F238E27FC236}">
                <a16:creationId xmlns:a16="http://schemas.microsoft.com/office/drawing/2014/main" id="{C3F6464D-26D9-7AD9-EFD8-FB2D3CC29EF1}"/>
              </a:ext>
            </a:extLst>
          </p:cNvPr>
          <p:cNvCxnSpPr>
            <a:stCxn id="7" idx="2"/>
            <a:endCxn id="8" idx="0"/>
          </p:cNvCxnSpPr>
          <p:nvPr/>
        </p:nvCxnSpPr>
        <p:spPr>
          <a:xfrm>
            <a:off x="11380093" y="1802343"/>
            <a:ext cx="0" cy="509946"/>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615B6936-BF48-5A9A-C92E-812AA4001E0F}"/>
              </a:ext>
            </a:extLst>
          </p:cNvPr>
          <p:cNvCxnSpPr>
            <a:cxnSpLocks/>
            <a:stCxn id="8" idx="2"/>
            <a:endCxn id="9" idx="0"/>
          </p:cNvCxnSpPr>
          <p:nvPr/>
        </p:nvCxnSpPr>
        <p:spPr>
          <a:xfrm>
            <a:off x="11380093" y="3226689"/>
            <a:ext cx="0" cy="509946"/>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351A2A4C-5E7A-DFF4-0FE9-DD7BF2AAA11C}"/>
              </a:ext>
            </a:extLst>
          </p:cNvPr>
          <p:cNvCxnSpPr>
            <a:cxnSpLocks/>
            <a:stCxn id="10" idx="0"/>
          </p:cNvCxnSpPr>
          <p:nvPr/>
        </p:nvCxnSpPr>
        <p:spPr>
          <a:xfrm flipV="1">
            <a:off x="11380093" y="4651035"/>
            <a:ext cx="0" cy="509946"/>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sp>
        <p:nvSpPr>
          <p:cNvPr id="21" name="Rectangle: Rounded Corners 20">
            <a:extLst>
              <a:ext uri="{FF2B5EF4-FFF2-40B4-BE49-F238E27FC236}">
                <a16:creationId xmlns:a16="http://schemas.microsoft.com/office/drawing/2014/main" id="{A493279D-7BFD-085F-94FD-9F14B1751A2E}"/>
              </a:ext>
            </a:extLst>
          </p:cNvPr>
          <p:cNvSpPr/>
          <p:nvPr/>
        </p:nvSpPr>
        <p:spPr>
          <a:xfrm>
            <a:off x="7695950" y="3817597"/>
            <a:ext cx="439293" cy="790576"/>
          </a:xfrm>
          <a:prstGeom prst="roundRect">
            <a:avLst/>
          </a:prstGeom>
          <a:solidFill>
            <a:schemeClr val="accent1">
              <a:alpha val="1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Rounded Corners 22">
            <a:extLst>
              <a:ext uri="{FF2B5EF4-FFF2-40B4-BE49-F238E27FC236}">
                <a16:creationId xmlns:a16="http://schemas.microsoft.com/office/drawing/2014/main" id="{0AEFDE08-5F46-E94B-E0E9-115D23113182}"/>
              </a:ext>
            </a:extLst>
          </p:cNvPr>
          <p:cNvSpPr/>
          <p:nvPr/>
        </p:nvSpPr>
        <p:spPr>
          <a:xfrm>
            <a:off x="5954929" y="3875107"/>
            <a:ext cx="439293" cy="914400"/>
          </a:xfrm>
          <a:prstGeom prst="roundRect">
            <a:avLst/>
          </a:prstGeom>
          <a:solidFill>
            <a:schemeClr val="accent1">
              <a:alpha val="1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Rounded Corners 24">
            <a:extLst>
              <a:ext uri="{FF2B5EF4-FFF2-40B4-BE49-F238E27FC236}">
                <a16:creationId xmlns:a16="http://schemas.microsoft.com/office/drawing/2014/main" id="{AB24ECEF-0841-1284-57BC-62565CA3FF26}"/>
              </a:ext>
            </a:extLst>
          </p:cNvPr>
          <p:cNvSpPr/>
          <p:nvPr/>
        </p:nvSpPr>
        <p:spPr>
          <a:xfrm>
            <a:off x="5363679" y="3609975"/>
            <a:ext cx="439293" cy="914400"/>
          </a:xfrm>
          <a:prstGeom prst="roundRect">
            <a:avLst/>
          </a:prstGeom>
          <a:solidFill>
            <a:schemeClr val="accent1">
              <a:alpha val="1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4DE1ABDA-5A8B-CA71-0BE8-65C8A0D12CCE}"/>
                  </a:ext>
                </a:extLst>
              </p:cNvPr>
              <p:cNvSpPr txBox="1"/>
              <p:nvPr/>
            </p:nvSpPr>
            <p:spPr>
              <a:xfrm>
                <a:off x="7449383" y="3425309"/>
                <a:ext cx="352041" cy="369332"/>
              </a:xfrm>
              <a:prstGeom prst="rect">
                <a:avLst/>
              </a:prstGeom>
              <a:noFill/>
            </p:spPr>
            <p:txBody>
              <a:bodyPr wrap="square">
                <a:spAutoFit/>
              </a:bodyPr>
              <a:lstStyle/>
              <a:p>
                <a:pPr/>
                <a14:m>
                  <m:oMathPara xmlns:m="http://schemas.openxmlformats.org/officeDocument/2006/math">
                    <m:oMath>
                      <m:sSub>
                        <m:sSubPr>
                          <m:ctrlPr>
                            <a:rPr lang="de-DE" sz="1800" b="0" i="1" smtClean="0">
                              <a:solidFill>
                                <a:schemeClr val="tx1"/>
                              </a:solidFill>
                              <a:latin typeface="Cambria Math" panose="02040503050406030204" pitchFamily="18" charset="0"/>
                            </a:rPr>
                          </m:ctrlPr>
                        </m:sSubPr>
                        <m:e>
                          <m:r>
                            <m:rPr>
                              <m:sty m:val="p"/>
                            </m:rPr>
                            <a:rPr lang="de-DE" sz="1800" b="0" i="1" smtClean="0">
                              <a:solidFill>
                                <a:schemeClr val="tx1"/>
                              </a:solidFill>
                              <a:latin typeface="Cambria Math" panose="02040503050406030204" pitchFamily="18" charset="0"/>
                            </a:rPr>
                            <m:t>r</m:t>
                          </m:r>
                        </m:e>
                        <m:sub>
                          <m:r>
                            <m:rPr>
                              <m:sty m:val="p"/>
                            </m:rPr>
                            <a:rPr lang="de-DE" sz="1800" b="0" i="1" smtClean="0">
                              <a:solidFill>
                                <a:schemeClr val="tx1"/>
                              </a:solidFill>
                              <a:latin typeface="Cambria Math" panose="02040503050406030204" pitchFamily="18" charset="0"/>
                            </a:rPr>
                            <m:t>Nb</m:t>
                          </m:r>
                        </m:sub>
                      </m:sSub>
                    </m:oMath>
                  </m:oMathPara>
                </a14:m>
                <a:endParaRPr lang="en-US" dirty="0">
                  <a:solidFill>
                    <a:schemeClr val="tx1"/>
                  </a:solidFill>
                </a:endParaRPr>
              </a:p>
            </p:txBody>
          </p:sp>
        </mc:Choice>
        <mc:Fallback xmlns="">
          <p:sp>
            <p:nvSpPr>
              <p:cNvPr id="27" name="TextBox 26">
                <a:extLst>
                  <a:ext uri="{FF2B5EF4-FFF2-40B4-BE49-F238E27FC236}">
                    <a16:creationId xmlns:a16="http://schemas.microsoft.com/office/drawing/2014/main" id="{E1250E81-9DF2-9CAA-EDF2-F2016CE142C7}"/>
                  </a:ext>
                </a:extLst>
              </p:cNvPr>
              <p:cNvSpPr txBox="1">
                <a:spLocks noRot="1" noChangeAspect="1" noMove="1" noResize="1" noEditPoints="1" noAdjustHandles="1" noChangeArrowheads="1" noChangeShapeType="1" noTextEdit="1"/>
              </p:cNvSpPr>
              <p:nvPr/>
            </p:nvSpPr>
            <p:spPr>
              <a:xfrm>
                <a:off x="7449383" y="3425309"/>
                <a:ext cx="352041" cy="369332"/>
              </a:xfrm>
              <a:prstGeom prst="rect">
                <a:avLst/>
              </a:prstGeom>
              <a:blipFill>
                <a:blip r:embed="rId29"/>
                <a:stretch>
                  <a:fillRect r="-3448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D39192E7-4FE4-F95D-79CE-F42F8514F057}"/>
                  </a:ext>
                </a:extLst>
              </p:cNvPr>
              <p:cNvSpPr txBox="1"/>
              <p:nvPr/>
            </p:nvSpPr>
            <p:spPr>
              <a:xfrm>
                <a:off x="5165317" y="3248025"/>
                <a:ext cx="352041" cy="369332"/>
              </a:xfrm>
              <a:prstGeom prst="rect">
                <a:avLst/>
              </a:prstGeom>
              <a:noFill/>
            </p:spPr>
            <p:txBody>
              <a:bodyPr wrap="square">
                <a:spAutoFit/>
              </a:bodyPr>
              <a:lstStyle/>
              <a:p>
                <a:pPr/>
                <a14:m>
                  <m:oMathPara xmlns:m="http://schemas.openxmlformats.org/officeDocument/2006/math">
                    <m:oMath>
                      <m:sSub>
                        <m:sSubPr>
                          <m:ctrlPr>
                            <a:rPr lang="de-DE" sz="1800" b="0" i="1" smtClean="0">
                              <a:solidFill>
                                <a:schemeClr val="tx1"/>
                              </a:solidFill>
                              <a:latin typeface="Cambria Math" panose="02040503050406030204" pitchFamily="18" charset="0"/>
                            </a:rPr>
                          </m:ctrlPr>
                        </m:sSubPr>
                        <m:e>
                          <m:r>
                            <m:rPr>
                              <m:sty m:val="p"/>
                            </m:rPr>
                            <a:rPr lang="de-DE" sz="1800" b="0" i="1" smtClean="0">
                              <a:solidFill>
                                <a:schemeClr val="tx1"/>
                              </a:solidFill>
                              <a:latin typeface="Cambria Math" panose="02040503050406030204" pitchFamily="18" charset="0"/>
                            </a:rPr>
                            <m:t>r</m:t>
                          </m:r>
                        </m:e>
                        <m:sub>
                          <m:r>
                            <m:rPr>
                              <m:sty m:val="p"/>
                            </m:rPr>
                            <a:rPr lang="de-DE" sz="1800" b="0" i="1" smtClean="0">
                              <a:solidFill>
                                <a:schemeClr val="tx1"/>
                              </a:solidFill>
                              <a:latin typeface="Cambria Math" panose="02040503050406030204" pitchFamily="18" charset="0"/>
                            </a:rPr>
                            <m:t>Na</m:t>
                          </m:r>
                        </m:sub>
                      </m:sSub>
                    </m:oMath>
                  </m:oMathPara>
                </a14:m>
                <a:endParaRPr lang="en-US" dirty="0">
                  <a:solidFill>
                    <a:schemeClr val="tx1"/>
                  </a:solidFill>
                </a:endParaRPr>
              </a:p>
            </p:txBody>
          </p:sp>
        </mc:Choice>
        <mc:Fallback xmlns="">
          <p:sp>
            <p:nvSpPr>
              <p:cNvPr id="29" name="TextBox 28">
                <a:extLst>
                  <a:ext uri="{FF2B5EF4-FFF2-40B4-BE49-F238E27FC236}">
                    <a16:creationId xmlns:a16="http://schemas.microsoft.com/office/drawing/2014/main" id="{EEAAA924-E685-B240-BF0D-ACC1C15BA75D}"/>
                  </a:ext>
                </a:extLst>
              </p:cNvPr>
              <p:cNvSpPr txBox="1">
                <a:spLocks noRot="1" noChangeAspect="1" noMove="1" noResize="1" noEditPoints="1" noAdjustHandles="1" noChangeArrowheads="1" noChangeShapeType="1" noTextEdit="1"/>
              </p:cNvSpPr>
              <p:nvPr/>
            </p:nvSpPr>
            <p:spPr>
              <a:xfrm>
                <a:off x="5165317" y="3248025"/>
                <a:ext cx="352041" cy="369332"/>
              </a:xfrm>
              <a:prstGeom prst="rect">
                <a:avLst/>
              </a:prstGeom>
              <a:blipFill>
                <a:blip r:embed="rId30"/>
                <a:stretch>
                  <a:fillRect r="-3103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E22BBCB8-618E-CF0E-6B6E-FE34D00782E0}"/>
                  </a:ext>
                </a:extLst>
              </p:cNvPr>
              <p:cNvSpPr txBox="1"/>
              <p:nvPr/>
            </p:nvSpPr>
            <p:spPr>
              <a:xfrm>
                <a:off x="6106782" y="3481662"/>
                <a:ext cx="352041" cy="369332"/>
              </a:xfrm>
              <a:prstGeom prst="rect">
                <a:avLst/>
              </a:prstGeom>
              <a:noFill/>
            </p:spPr>
            <p:txBody>
              <a:bodyPr wrap="square">
                <a:spAutoFit/>
              </a:bodyPr>
              <a:lstStyle/>
              <a:p>
                <a:pPr/>
                <a14:m>
                  <m:oMathPara xmlns:m="http://schemas.openxmlformats.org/officeDocument/2006/math">
                    <m:oMath>
                      <m:sSub>
                        <m:sSubPr>
                          <m:ctrlPr>
                            <a:rPr lang="de-DE" sz="1800" b="0" i="1" smtClean="0">
                              <a:solidFill>
                                <a:schemeClr val="tx1"/>
                              </a:solidFill>
                              <a:latin typeface="Cambria Math" panose="02040503050406030204" pitchFamily="18" charset="0"/>
                            </a:rPr>
                          </m:ctrlPr>
                        </m:sSubPr>
                        <m:e>
                          <m:r>
                            <m:rPr>
                              <m:sty m:val="p"/>
                            </m:rPr>
                            <a:rPr lang="de-DE" sz="1800" b="0" i="1" smtClean="0">
                              <a:solidFill>
                                <a:schemeClr val="tx1"/>
                              </a:solidFill>
                              <a:latin typeface="Cambria Math" panose="02040503050406030204" pitchFamily="18" charset="0"/>
                            </a:rPr>
                            <m:t>r</m:t>
                          </m:r>
                        </m:e>
                        <m:sub>
                          <m:r>
                            <m:rPr>
                              <m:sty m:val="p"/>
                            </m:rPr>
                            <a:rPr lang="de-DE" sz="1800" b="0" i="1" smtClean="0">
                              <a:solidFill>
                                <a:schemeClr val="tx1"/>
                              </a:solidFill>
                              <a:latin typeface="Cambria Math" panose="02040503050406030204" pitchFamily="18" charset="0"/>
                            </a:rPr>
                            <m:t>No</m:t>
                          </m:r>
                        </m:sub>
                      </m:sSub>
                    </m:oMath>
                  </m:oMathPara>
                </a14:m>
                <a:endParaRPr lang="en-US" dirty="0">
                  <a:solidFill>
                    <a:schemeClr val="tx1"/>
                  </a:solidFill>
                </a:endParaRPr>
              </a:p>
            </p:txBody>
          </p:sp>
        </mc:Choice>
        <mc:Fallback xmlns="">
          <p:sp>
            <p:nvSpPr>
              <p:cNvPr id="5" name="TextBox 4">
                <a:extLst>
                  <a:ext uri="{FF2B5EF4-FFF2-40B4-BE49-F238E27FC236}">
                    <a16:creationId xmlns:a16="http://schemas.microsoft.com/office/drawing/2014/main" id="{E22BBCB8-618E-CF0E-6B6E-FE34D00782E0}"/>
                  </a:ext>
                </a:extLst>
              </p:cNvPr>
              <p:cNvSpPr txBox="1">
                <a:spLocks noRot="1" noChangeAspect="1" noMove="1" noResize="1" noEditPoints="1" noAdjustHandles="1" noChangeArrowheads="1" noChangeShapeType="1" noTextEdit="1"/>
              </p:cNvSpPr>
              <p:nvPr/>
            </p:nvSpPr>
            <p:spPr>
              <a:xfrm>
                <a:off x="6106782" y="3481662"/>
                <a:ext cx="352041" cy="369332"/>
              </a:xfrm>
              <a:prstGeom prst="rect">
                <a:avLst/>
              </a:prstGeom>
              <a:blipFill>
                <a:blip r:embed="rId31"/>
                <a:stretch>
                  <a:fillRect r="-27586"/>
                </a:stretch>
              </a:blipFill>
            </p:spPr>
            <p:txBody>
              <a:bodyPr/>
              <a:lstStyle/>
              <a:p>
                <a:r>
                  <a:rPr lang="en-US">
                    <a:noFill/>
                  </a:rPr>
                  <a:t> </a:t>
                </a:r>
              </a:p>
            </p:txBody>
          </p:sp>
        </mc:Fallback>
      </mc:AlternateContent>
    </p:spTree>
    <p:extLst>
      <p:ext uri="{BB962C8B-B14F-4D97-AF65-F5344CB8AC3E}">
        <p14:creationId xmlns:p14="http://schemas.microsoft.com/office/powerpoint/2010/main" val="226042851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B6A44FD-3F96-2AE9-5603-415F1AA1A408}"/>
            </a:ext>
          </a:extLst>
        </p:cNvPr>
        <p:cNvGrpSpPr/>
        <p:nvPr/>
      </p:nvGrpSpPr>
      <p:grpSpPr>
        <a:xfrm>
          <a:off x="0" y="0"/>
          <a:ext cx="0" cy="0"/>
          <a:chOff x="0" y="0"/>
          <a:chExt cx="0" cy="0"/>
        </a:xfrm>
      </p:grpSpPr>
      <p:sp>
        <p:nvSpPr>
          <p:cNvPr id="69" name="Oval 68">
            <a:extLst>
              <a:ext uri="{FF2B5EF4-FFF2-40B4-BE49-F238E27FC236}">
                <a16:creationId xmlns:a16="http://schemas.microsoft.com/office/drawing/2014/main" id="{BE05E938-19BC-A8DA-2A94-BDAEA443E65A}"/>
              </a:ext>
            </a:extLst>
          </p:cNvPr>
          <p:cNvSpPr>
            <a:spLocks noChangeAspect="1"/>
          </p:cNvSpPr>
          <p:nvPr/>
        </p:nvSpPr>
        <p:spPr>
          <a:xfrm>
            <a:off x="4944144" y="395606"/>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70" name="TextBox 69">
                <a:extLst>
                  <a:ext uri="{FF2B5EF4-FFF2-40B4-BE49-F238E27FC236}">
                    <a16:creationId xmlns:a16="http://schemas.microsoft.com/office/drawing/2014/main" id="{2651A1DA-588B-49C6-33EA-7C271DF3405B}"/>
                  </a:ext>
                </a:extLst>
              </p:cNvPr>
              <p:cNvSpPr txBox="1"/>
              <p:nvPr/>
            </p:nvSpPr>
            <p:spPr>
              <a:xfrm>
                <a:off x="4889948" y="366883"/>
                <a:ext cx="518558" cy="394019"/>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Cp</m:t>
                          </m:r>
                        </m:sub>
                      </m:sSub>
                    </m:oMath>
                  </m:oMathPara>
                </a14:m>
                <a:endParaRPr lang="en-US" dirty="0">
                  <a:solidFill>
                    <a:schemeClr val="bg1"/>
                  </a:solidFill>
                </a:endParaRPr>
              </a:p>
            </p:txBody>
          </p:sp>
        </mc:Choice>
        <mc:Fallback xmlns="">
          <p:sp>
            <p:nvSpPr>
              <p:cNvPr id="70" name="TextBox 69">
                <a:extLst>
                  <a:ext uri="{FF2B5EF4-FFF2-40B4-BE49-F238E27FC236}">
                    <a16:creationId xmlns:a16="http://schemas.microsoft.com/office/drawing/2014/main" id="{2651A1DA-588B-49C6-33EA-7C271DF3405B}"/>
                  </a:ext>
                </a:extLst>
              </p:cNvPr>
              <p:cNvSpPr txBox="1">
                <a:spLocks noRot="1" noChangeAspect="1" noMove="1" noResize="1" noEditPoints="1" noAdjustHandles="1" noChangeArrowheads="1" noChangeShapeType="1" noTextEdit="1"/>
              </p:cNvSpPr>
              <p:nvPr/>
            </p:nvSpPr>
            <p:spPr>
              <a:xfrm>
                <a:off x="4889948" y="366883"/>
                <a:ext cx="518558" cy="394019"/>
              </a:xfrm>
              <a:prstGeom prst="rect">
                <a:avLst/>
              </a:prstGeom>
              <a:blipFill>
                <a:blip r:embed="rId3"/>
                <a:stretch>
                  <a:fillRect b="-76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1" name="TextBox 70">
                <a:extLst>
                  <a:ext uri="{FF2B5EF4-FFF2-40B4-BE49-F238E27FC236}">
                    <a16:creationId xmlns:a16="http://schemas.microsoft.com/office/drawing/2014/main" id="{C83A27FB-80F4-4424-CA6C-0789BDB18062}"/>
                  </a:ext>
                </a:extLst>
              </p:cNvPr>
              <p:cNvSpPr txBox="1"/>
              <p:nvPr/>
            </p:nvSpPr>
            <p:spPr>
              <a:xfrm>
                <a:off x="6042814" y="220866"/>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c</m:t>
                          </m:r>
                        </m:sub>
                      </m:sSub>
                    </m:oMath>
                  </m:oMathPara>
                </a14:m>
                <a:endParaRPr lang="en-US" dirty="0">
                  <a:solidFill>
                    <a:schemeClr val="tx1"/>
                  </a:solidFill>
                </a:endParaRPr>
              </a:p>
            </p:txBody>
          </p:sp>
        </mc:Choice>
        <mc:Fallback xmlns="">
          <p:sp>
            <p:nvSpPr>
              <p:cNvPr id="71" name="TextBox 70">
                <a:extLst>
                  <a:ext uri="{FF2B5EF4-FFF2-40B4-BE49-F238E27FC236}">
                    <a16:creationId xmlns:a16="http://schemas.microsoft.com/office/drawing/2014/main" id="{C83A27FB-80F4-4424-CA6C-0789BDB18062}"/>
                  </a:ext>
                </a:extLst>
              </p:cNvPr>
              <p:cNvSpPr txBox="1">
                <a:spLocks noRot="1" noChangeAspect="1" noMove="1" noResize="1" noEditPoints="1" noAdjustHandles="1" noChangeArrowheads="1" noChangeShapeType="1" noTextEdit="1"/>
              </p:cNvSpPr>
              <p:nvPr/>
            </p:nvSpPr>
            <p:spPr>
              <a:xfrm>
                <a:off x="6042814" y="220866"/>
                <a:ext cx="507796" cy="369332"/>
              </a:xfrm>
              <a:prstGeom prst="rect">
                <a:avLst/>
              </a:prstGeom>
              <a:blipFill>
                <a:blip r:embed="rId4"/>
                <a:stretch>
                  <a:fillRect/>
                </a:stretch>
              </a:blipFill>
            </p:spPr>
            <p:txBody>
              <a:bodyPr/>
              <a:lstStyle/>
              <a:p>
                <a:r>
                  <a:rPr lang="en-US">
                    <a:noFill/>
                  </a:rPr>
                  <a:t> </a:t>
                </a:r>
              </a:p>
            </p:txBody>
          </p:sp>
        </mc:Fallback>
      </mc:AlternateContent>
      <p:sp>
        <p:nvSpPr>
          <p:cNvPr id="72" name="Oval 71">
            <a:extLst>
              <a:ext uri="{FF2B5EF4-FFF2-40B4-BE49-F238E27FC236}">
                <a16:creationId xmlns:a16="http://schemas.microsoft.com/office/drawing/2014/main" id="{83D11F7B-C631-EFFB-8D5E-AA5E556E5FCB}"/>
              </a:ext>
            </a:extLst>
          </p:cNvPr>
          <p:cNvSpPr>
            <a:spLocks noChangeAspect="1"/>
          </p:cNvSpPr>
          <p:nvPr/>
        </p:nvSpPr>
        <p:spPr>
          <a:xfrm>
            <a:off x="6106961" y="1088928"/>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73" name="TextBox 72">
                <a:extLst>
                  <a:ext uri="{FF2B5EF4-FFF2-40B4-BE49-F238E27FC236}">
                    <a16:creationId xmlns:a16="http://schemas.microsoft.com/office/drawing/2014/main" id="{5A00B3EA-E209-FD6B-E5BB-393C80867455}"/>
                  </a:ext>
                </a:extLst>
              </p:cNvPr>
              <p:cNvSpPr txBox="1"/>
              <p:nvPr/>
            </p:nvSpPr>
            <p:spPr>
              <a:xfrm>
                <a:off x="6048484" y="1064456"/>
                <a:ext cx="518558" cy="395493"/>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Cg</m:t>
                          </m:r>
                        </m:sub>
                      </m:sSub>
                    </m:oMath>
                  </m:oMathPara>
                </a14:m>
                <a:endParaRPr lang="en-US" dirty="0">
                  <a:solidFill>
                    <a:schemeClr val="bg1"/>
                  </a:solidFill>
                </a:endParaRPr>
              </a:p>
            </p:txBody>
          </p:sp>
        </mc:Choice>
        <mc:Fallback xmlns="">
          <p:sp>
            <p:nvSpPr>
              <p:cNvPr id="73" name="TextBox 72">
                <a:extLst>
                  <a:ext uri="{FF2B5EF4-FFF2-40B4-BE49-F238E27FC236}">
                    <a16:creationId xmlns:a16="http://schemas.microsoft.com/office/drawing/2014/main" id="{5A00B3EA-E209-FD6B-E5BB-393C80867455}"/>
                  </a:ext>
                </a:extLst>
              </p:cNvPr>
              <p:cNvSpPr txBox="1">
                <a:spLocks noRot="1" noChangeAspect="1" noMove="1" noResize="1" noEditPoints="1" noAdjustHandles="1" noChangeArrowheads="1" noChangeShapeType="1" noTextEdit="1"/>
              </p:cNvSpPr>
              <p:nvPr/>
            </p:nvSpPr>
            <p:spPr>
              <a:xfrm>
                <a:off x="6048484" y="1064456"/>
                <a:ext cx="518558" cy="395493"/>
              </a:xfrm>
              <a:prstGeom prst="rect">
                <a:avLst/>
              </a:prstGeom>
              <a:blipFill>
                <a:blip r:embed="rId5"/>
                <a:stretch>
                  <a:fillRect b="-937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4" name="TextBox 73">
                <a:extLst>
                  <a:ext uri="{FF2B5EF4-FFF2-40B4-BE49-F238E27FC236}">
                    <a16:creationId xmlns:a16="http://schemas.microsoft.com/office/drawing/2014/main" id="{8BBD7688-93D3-9FC7-0747-5C696468EC46}"/>
                  </a:ext>
                </a:extLst>
              </p:cNvPr>
              <p:cNvSpPr txBox="1"/>
              <p:nvPr/>
            </p:nvSpPr>
            <p:spPr>
              <a:xfrm>
                <a:off x="4902707" y="1099668"/>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Cs</m:t>
                          </m:r>
                        </m:sub>
                      </m:sSub>
                    </m:oMath>
                  </m:oMathPara>
                </a14:m>
                <a:endParaRPr lang="en-US" dirty="0">
                  <a:solidFill>
                    <a:schemeClr val="tx1"/>
                  </a:solidFill>
                </a:endParaRPr>
              </a:p>
            </p:txBody>
          </p:sp>
        </mc:Choice>
        <mc:Fallback xmlns="">
          <p:sp>
            <p:nvSpPr>
              <p:cNvPr id="74" name="TextBox 73">
                <a:extLst>
                  <a:ext uri="{FF2B5EF4-FFF2-40B4-BE49-F238E27FC236}">
                    <a16:creationId xmlns:a16="http://schemas.microsoft.com/office/drawing/2014/main" id="{8BBD7688-93D3-9FC7-0747-5C696468EC46}"/>
                  </a:ext>
                </a:extLst>
              </p:cNvPr>
              <p:cNvSpPr txBox="1">
                <a:spLocks noRot="1" noChangeAspect="1" noMove="1" noResize="1" noEditPoints="1" noAdjustHandles="1" noChangeArrowheads="1" noChangeShapeType="1" noTextEdit="1"/>
              </p:cNvSpPr>
              <p:nvPr/>
            </p:nvSpPr>
            <p:spPr>
              <a:xfrm>
                <a:off x="4902707" y="1099668"/>
                <a:ext cx="507796" cy="369332"/>
              </a:xfrm>
              <a:prstGeom prst="rect">
                <a:avLst/>
              </a:prstGeom>
              <a:blipFill>
                <a:blip r:embed="rId6"/>
                <a:stretch>
                  <a:fillRect r="-3571"/>
                </a:stretch>
              </a:blipFill>
            </p:spPr>
            <p:txBody>
              <a:bodyPr/>
              <a:lstStyle/>
              <a:p>
                <a:r>
                  <a:rPr lang="en-US">
                    <a:noFill/>
                  </a:rPr>
                  <a:t> </a:t>
                </a:r>
              </a:p>
            </p:txBody>
          </p:sp>
        </mc:Fallback>
      </mc:AlternateContent>
      <p:sp>
        <p:nvSpPr>
          <p:cNvPr id="75" name="Oval 74">
            <a:extLst>
              <a:ext uri="{FF2B5EF4-FFF2-40B4-BE49-F238E27FC236}">
                <a16:creationId xmlns:a16="http://schemas.microsoft.com/office/drawing/2014/main" id="{903DACC5-4637-9B9F-C63C-132369EDA2D1}"/>
              </a:ext>
            </a:extLst>
          </p:cNvPr>
          <p:cNvSpPr>
            <a:spLocks noChangeAspect="1"/>
          </p:cNvSpPr>
          <p:nvPr/>
        </p:nvSpPr>
        <p:spPr>
          <a:xfrm>
            <a:off x="4972754" y="1905482"/>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76" name="TextBox 75">
                <a:extLst>
                  <a:ext uri="{FF2B5EF4-FFF2-40B4-BE49-F238E27FC236}">
                    <a16:creationId xmlns:a16="http://schemas.microsoft.com/office/drawing/2014/main" id="{3C094EDA-AD31-A72F-B4FD-A92113471869}"/>
                  </a:ext>
                </a:extLst>
              </p:cNvPr>
              <p:cNvSpPr txBox="1"/>
              <p:nvPr/>
            </p:nvSpPr>
            <p:spPr>
              <a:xfrm>
                <a:off x="4917219" y="1870160"/>
                <a:ext cx="518558"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Cr</m:t>
                          </m:r>
                        </m:sub>
                      </m:sSub>
                    </m:oMath>
                  </m:oMathPara>
                </a14:m>
                <a:endParaRPr lang="en-US" dirty="0">
                  <a:solidFill>
                    <a:schemeClr val="bg1"/>
                  </a:solidFill>
                </a:endParaRPr>
              </a:p>
            </p:txBody>
          </p:sp>
        </mc:Choice>
        <mc:Fallback xmlns="">
          <p:sp>
            <p:nvSpPr>
              <p:cNvPr id="76" name="TextBox 75">
                <a:extLst>
                  <a:ext uri="{FF2B5EF4-FFF2-40B4-BE49-F238E27FC236}">
                    <a16:creationId xmlns:a16="http://schemas.microsoft.com/office/drawing/2014/main" id="{3C094EDA-AD31-A72F-B4FD-A92113471869}"/>
                  </a:ext>
                </a:extLst>
              </p:cNvPr>
              <p:cNvSpPr txBox="1">
                <a:spLocks noRot="1" noChangeAspect="1" noMove="1" noResize="1" noEditPoints="1" noAdjustHandles="1" noChangeArrowheads="1" noChangeShapeType="1" noTextEdit="1"/>
              </p:cNvSpPr>
              <p:nvPr/>
            </p:nvSpPr>
            <p:spPr>
              <a:xfrm>
                <a:off x="4917219" y="1870160"/>
                <a:ext cx="518558" cy="369332"/>
              </a:xfrm>
              <a:prstGeom prst="rect">
                <a:avLst/>
              </a:prstGeom>
              <a:blipFill>
                <a:blip r:embed="rId7"/>
                <a:stretch>
                  <a:fillRect/>
                </a:stretch>
              </a:blipFill>
            </p:spPr>
            <p:txBody>
              <a:bodyPr/>
              <a:lstStyle/>
              <a:p>
                <a:r>
                  <a:rPr lang="en-US">
                    <a:noFill/>
                  </a:rPr>
                  <a:t> </a:t>
                </a:r>
              </a:p>
            </p:txBody>
          </p:sp>
        </mc:Fallback>
      </mc:AlternateContent>
      <p:cxnSp>
        <p:nvCxnSpPr>
          <p:cNvPr id="77" name="Straight Arrow Connector 76">
            <a:extLst>
              <a:ext uri="{FF2B5EF4-FFF2-40B4-BE49-F238E27FC236}">
                <a16:creationId xmlns:a16="http://schemas.microsoft.com/office/drawing/2014/main" id="{750C0F86-3503-9915-F707-4C009B27DE98}"/>
              </a:ext>
            </a:extLst>
          </p:cNvPr>
          <p:cNvCxnSpPr>
            <a:cxnSpLocks/>
            <a:endCxn id="69" idx="3"/>
          </p:cNvCxnSpPr>
          <p:nvPr/>
        </p:nvCxnSpPr>
        <p:spPr>
          <a:xfrm flipV="1">
            <a:off x="4121730" y="721164"/>
            <a:ext cx="878271" cy="488885"/>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80" name="Straight Arrow Connector 79">
            <a:extLst>
              <a:ext uri="{FF2B5EF4-FFF2-40B4-BE49-F238E27FC236}">
                <a16:creationId xmlns:a16="http://schemas.microsoft.com/office/drawing/2014/main" id="{F1589E87-E2D8-4FA4-6058-8BAD37358D07}"/>
              </a:ext>
            </a:extLst>
          </p:cNvPr>
          <p:cNvCxnSpPr>
            <a:cxnSpLocks/>
            <a:endCxn id="75" idx="1"/>
          </p:cNvCxnSpPr>
          <p:nvPr/>
        </p:nvCxnSpPr>
        <p:spPr>
          <a:xfrm>
            <a:off x="4125152" y="1214911"/>
            <a:ext cx="903459" cy="746428"/>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84" name="Straight Arrow Connector 83">
            <a:extLst>
              <a:ext uri="{FF2B5EF4-FFF2-40B4-BE49-F238E27FC236}">
                <a16:creationId xmlns:a16="http://schemas.microsoft.com/office/drawing/2014/main" id="{F7ED18C7-3441-4D25-4AEC-538B59B48F2C}"/>
              </a:ext>
            </a:extLst>
          </p:cNvPr>
          <p:cNvCxnSpPr>
            <a:cxnSpLocks/>
            <a:stCxn id="74" idx="3"/>
            <a:endCxn id="72" idx="2"/>
          </p:cNvCxnSpPr>
          <p:nvPr/>
        </p:nvCxnSpPr>
        <p:spPr>
          <a:xfrm flipV="1">
            <a:off x="5410503" y="1279636"/>
            <a:ext cx="696458" cy="4698"/>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88" name="Straight Arrow Connector 87">
            <a:extLst>
              <a:ext uri="{FF2B5EF4-FFF2-40B4-BE49-F238E27FC236}">
                <a16:creationId xmlns:a16="http://schemas.microsoft.com/office/drawing/2014/main" id="{CBFDEB70-3056-6E4B-D30F-2FD8D3A79E5B}"/>
              </a:ext>
            </a:extLst>
          </p:cNvPr>
          <p:cNvCxnSpPr>
            <a:cxnSpLocks/>
            <a:stCxn id="74" idx="2"/>
            <a:endCxn id="75" idx="0"/>
          </p:cNvCxnSpPr>
          <p:nvPr/>
        </p:nvCxnSpPr>
        <p:spPr>
          <a:xfrm>
            <a:off x="5156605" y="1469000"/>
            <a:ext cx="6856" cy="436482"/>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6" name="Straight Arrow Connector 95">
            <a:extLst>
              <a:ext uri="{FF2B5EF4-FFF2-40B4-BE49-F238E27FC236}">
                <a16:creationId xmlns:a16="http://schemas.microsoft.com/office/drawing/2014/main" id="{9AEF1100-897A-20E3-65BE-AF522DB3B4C4}"/>
              </a:ext>
            </a:extLst>
          </p:cNvPr>
          <p:cNvCxnSpPr>
            <a:cxnSpLocks/>
            <a:stCxn id="69" idx="6"/>
          </p:cNvCxnSpPr>
          <p:nvPr/>
        </p:nvCxnSpPr>
        <p:spPr>
          <a:xfrm>
            <a:off x="5325558" y="586314"/>
            <a:ext cx="2460842" cy="10275"/>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9" name="Straight Arrow Connector 98">
            <a:extLst>
              <a:ext uri="{FF2B5EF4-FFF2-40B4-BE49-F238E27FC236}">
                <a16:creationId xmlns:a16="http://schemas.microsoft.com/office/drawing/2014/main" id="{6B9512FD-F999-6546-F98E-030BD405C659}"/>
              </a:ext>
            </a:extLst>
          </p:cNvPr>
          <p:cNvCxnSpPr>
            <a:cxnSpLocks/>
            <a:stCxn id="71" idx="2"/>
            <a:endCxn id="72" idx="0"/>
          </p:cNvCxnSpPr>
          <p:nvPr/>
        </p:nvCxnSpPr>
        <p:spPr>
          <a:xfrm>
            <a:off x="6296712" y="590198"/>
            <a:ext cx="956" cy="49873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sp>
        <p:nvSpPr>
          <p:cNvPr id="102" name="Rectangle 101">
            <a:extLst>
              <a:ext uri="{FF2B5EF4-FFF2-40B4-BE49-F238E27FC236}">
                <a16:creationId xmlns:a16="http://schemas.microsoft.com/office/drawing/2014/main" id="{6D1AD2E6-101B-9310-7B1D-EDAB745325AD}"/>
              </a:ext>
            </a:extLst>
          </p:cNvPr>
          <p:cNvSpPr/>
          <p:nvPr/>
        </p:nvSpPr>
        <p:spPr>
          <a:xfrm>
            <a:off x="4449950" y="9135"/>
            <a:ext cx="2873133" cy="2407763"/>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03" name="TextBox 102">
            <a:extLst>
              <a:ext uri="{FF2B5EF4-FFF2-40B4-BE49-F238E27FC236}">
                <a16:creationId xmlns:a16="http://schemas.microsoft.com/office/drawing/2014/main" id="{57A96B45-8F84-754A-AA0E-841FA4B67F3E}"/>
              </a:ext>
            </a:extLst>
          </p:cNvPr>
          <p:cNvSpPr txBox="1"/>
          <p:nvPr/>
        </p:nvSpPr>
        <p:spPr>
          <a:xfrm>
            <a:off x="4449950" y="-6886"/>
            <a:ext cx="1774204" cy="338554"/>
          </a:xfrm>
          <a:prstGeom prst="rect">
            <a:avLst/>
          </a:prstGeom>
          <a:noFill/>
        </p:spPr>
        <p:txBody>
          <a:bodyPr wrap="none" rtlCol="0">
            <a:spAutoFit/>
          </a:bodyPr>
          <a:lstStyle/>
          <a:p>
            <a:r>
              <a:rPr lang="en-US" sz="1600" dirty="0"/>
              <a:t>Chemical counter</a:t>
            </a:r>
          </a:p>
        </p:txBody>
      </p:sp>
      <mc:AlternateContent xmlns:mc="http://schemas.openxmlformats.org/markup-compatibility/2006" xmlns:a14="http://schemas.microsoft.com/office/drawing/2010/main">
        <mc:Choice Requires="a14">
          <p:sp>
            <p:nvSpPr>
              <p:cNvPr id="67" name="TextBox 66">
                <a:extLst>
                  <a:ext uri="{FF2B5EF4-FFF2-40B4-BE49-F238E27FC236}">
                    <a16:creationId xmlns:a16="http://schemas.microsoft.com/office/drawing/2014/main" id="{5B687944-27BF-8C93-DAB1-76099607F2B7}"/>
                  </a:ext>
                </a:extLst>
              </p:cNvPr>
              <p:cNvSpPr txBox="1"/>
              <p:nvPr/>
            </p:nvSpPr>
            <p:spPr>
              <a:xfrm>
                <a:off x="0" y="1346255"/>
                <a:ext cx="593368" cy="369332"/>
              </a:xfrm>
              <a:prstGeom prst="rect">
                <a:avLst/>
              </a:prstGeom>
              <a:noFill/>
            </p:spPr>
            <p:txBody>
              <a:bodyPr wrap="none" rtlCol="0">
                <a:spAutoFit/>
              </a:bodyPr>
              <a:lstStyle/>
              <a:p>
                <a:pPr/>
                <a14:m>
                  <m:oMathPara xmlns:m="http://schemas.openxmlformats.org/officeDocument/2006/math">
                    <m:oMath>
                      <m:sSub>
                        <m:sSubPr>
                          <m:ctrlPr>
                            <a:rPr lang="de-DE" b="0" i="1" smtClean="0">
                              <a:latin typeface="Cambria Math" panose="02040503050406030204" pitchFamily="18" charset="0"/>
                            </a:rPr>
                          </m:ctrlPr>
                        </m:sSubPr>
                        <m:e>
                          <m:r>
                            <m:rPr>
                              <m:sty m:val="p"/>
                            </m:rPr>
                            <a:rPr lang="de-DE" b="0" i="1" smtClean="0">
                              <a:latin typeface="Cambria Math" panose="02040503050406030204" pitchFamily="18" charset="0"/>
                            </a:rPr>
                            <m:t>m</m:t>
                          </m:r>
                        </m:e>
                        <m:sub>
                          <m:r>
                            <m:rPr>
                              <m:sty m:val="p"/>
                            </m:rPr>
                            <a:rPr lang="de-DE" b="0" i="1" smtClean="0">
                              <a:latin typeface="Cambria Math" panose="02040503050406030204" pitchFamily="18" charset="0"/>
                            </a:rPr>
                            <m:t>in</m:t>
                          </m:r>
                        </m:sub>
                      </m:sSub>
                    </m:oMath>
                  </m:oMathPara>
                </a14:m>
                <a:endParaRPr lang="en-US" dirty="0"/>
              </a:p>
            </p:txBody>
          </p:sp>
        </mc:Choice>
        <mc:Fallback xmlns="">
          <p:sp>
            <p:nvSpPr>
              <p:cNvPr id="67" name="TextBox 66">
                <a:extLst>
                  <a:ext uri="{FF2B5EF4-FFF2-40B4-BE49-F238E27FC236}">
                    <a16:creationId xmlns:a16="http://schemas.microsoft.com/office/drawing/2014/main" id="{5B687944-27BF-8C93-DAB1-76099607F2B7}"/>
                  </a:ext>
                </a:extLst>
              </p:cNvPr>
              <p:cNvSpPr txBox="1">
                <a:spLocks noRot="1" noChangeAspect="1" noMove="1" noResize="1" noEditPoints="1" noAdjustHandles="1" noChangeArrowheads="1" noChangeShapeType="1" noTextEdit="1"/>
              </p:cNvSpPr>
              <p:nvPr/>
            </p:nvSpPr>
            <p:spPr>
              <a:xfrm>
                <a:off x="0" y="1346255"/>
                <a:ext cx="593368" cy="369332"/>
              </a:xfrm>
              <a:prstGeom prst="rect">
                <a:avLst/>
              </a:prstGeom>
              <a:blipFill>
                <a:blip r:embed="rId8"/>
                <a:stretch>
                  <a:fillRect/>
                </a:stretch>
              </a:blipFill>
            </p:spPr>
            <p:txBody>
              <a:bodyPr/>
              <a:lstStyle/>
              <a:p>
                <a:r>
                  <a:rPr lang="en-US">
                    <a:noFill/>
                  </a:rPr>
                  <a:t> </a:t>
                </a:r>
              </a:p>
            </p:txBody>
          </p:sp>
        </mc:Fallback>
      </mc:AlternateContent>
      <p:sp>
        <p:nvSpPr>
          <p:cNvPr id="78" name="Rectangle 77">
            <a:extLst>
              <a:ext uri="{FF2B5EF4-FFF2-40B4-BE49-F238E27FC236}">
                <a16:creationId xmlns:a16="http://schemas.microsoft.com/office/drawing/2014/main" id="{0EB6DCFD-28DF-2DED-2A78-461D477CAD5B}"/>
              </a:ext>
            </a:extLst>
          </p:cNvPr>
          <p:cNvSpPr/>
          <p:nvPr/>
        </p:nvSpPr>
        <p:spPr>
          <a:xfrm>
            <a:off x="813764" y="212548"/>
            <a:ext cx="2873133" cy="2222154"/>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79" name="TextBox 78">
            <a:extLst>
              <a:ext uri="{FF2B5EF4-FFF2-40B4-BE49-F238E27FC236}">
                <a16:creationId xmlns:a16="http://schemas.microsoft.com/office/drawing/2014/main" id="{086CA712-4404-2C4A-60D8-4C79F956F1ED}"/>
              </a:ext>
            </a:extLst>
          </p:cNvPr>
          <p:cNvSpPr txBox="1"/>
          <p:nvPr/>
        </p:nvSpPr>
        <p:spPr>
          <a:xfrm>
            <a:off x="787440" y="212547"/>
            <a:ext cx="1362617" cy="584775"/>
          </a:xfrm>
          <a:prstGeom prst="rect">
            <a:avLst/>
          </a:prstGeom>
          <a:noFill/>
        </p:spPr>
        <p:txBody>
          <a:bodyPr wrap="none" rtlCol="0">
            <a:spAutoFit/>
          </a:bodyPr>
          <a:lstStyle/>
          <a:p>
            <a:r>
              <a:rPr lang="en-US" sz="1600" dirty="0"/>
              <a:t>Chemical</a:t>
            </a:r>
            <a:br>
              <a:rPr lang="en-US" sz="1600" dirty="0"/>
            </a:br>
            <a:r>
              <a:rPr lang="en-US" sz="1600" dirty="0"/>
              <a:t>Differentiator</a:t>
            </a:r>
          </a:p>
        </p:txBody>
      </p:sp>
      <p:sp>
        <p:nvSpPr>
          <p:cNvPr id="81" name="Oval 80">
            <a:extLst>
              <a:ext uri="{FF2B5EF4-FFF2-40B4-BE49-F238E27FC236}">
                <a16:creationId xmlns:a16="http://schemas.microsoft.com/office/drawing/2014/main" id="{189E0EEC-13AF-3517-E9D0-670DD4A5007B}"/>
              </a:ext>
            </a:extLst>
          </p:cNvPr>
          <p:cNvSpPr>
            <a:spLocks noChangeAspect="1"/>
          </p:cNvSpPr>
          <p:nvPr/>
        </p:nvSpPr>
        <p:spPr>
          <a:xfrm>
            <a:off x="1051699" y="1000942"/>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82" name="TextBox 81">
                <a:extLst>
                  <a:ext uri="{FF2B5EF4-FFF2-40B4-BE49-F238E27FC236}">
                    <a16:creationId xmlns:a16="http://schemas.microsoft.com/office/drawing/2014/main" id="{36A13FDC-CC18-09B3-018D-E0C973A64668}"/>
                  </a:ext>
                </a:extLst>
              </p:cNvPr>
              <p:cNvSpPr txBox="1"/>
              <p:nvPr/>
            </p:nvSpPr>
            <p:spPr>
              <a:xfrm>
                <a:off x="996672" y="976786"/>
                <a:ext cx="518558"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Df</m:t>
                          </m:r>
                        </m:sub>
                      </m:sSub>
                    </m:oMath>
                  </m:oMathPara>
                </a14:m>
                <a:endParaRPr lang="en-US" dirty="0">
                  <a:solidFill>
                    <a:schemeClr val="bg1"/>
                  </a:solidFill>
                </a:endParaRPr>
              </a:p>
            </p:txBody>
          </p:sp>
        </mc:Choice>
        <mc:Fallback xmlns="">
          <p:sp>
            <p:nvSpPr>
              <p:cNvPr id="82" name="TextBox 81">
                <a:extLst>
                  <a:ext uri="{FF2B5EF4-FFF2-40B4-BE49-F238E27FC236}">
                    <a16:creationId xmlns:a16="http://schemas.microsoft.com/office/drawing/2014/main" id="{36A13FDC-CC18-09B3-018D-E0C973A64668}"/>
                  </a:ext>
                </a:extLst>
              </p:cNvPr>
              <p:cNvSpPr txBox="1">
                <a:spLocks noRot="1" noChangeAspect="1" noMove="1" noResize="1" noEditPoints="1" noAdjustHandles="1" noChangeArrowheads="1" noChangeShapeType="1" noTextEdit="1"/>
              </p:cNvSpPr>
              <p:nvPr/>
            </p:nvSpPr>
            <p:spPr>
              <a:xfrm>
                <a:off x="996672" y="976786"/>
                <a:ext cx="518558" cy="369332"/>
              </a:xfrm>
              <a:prstGeom prst="rect">
                <a:avLst/>
              </a:prstGeom>
              <a:blipFill>
                <a:blip r:embed="rId9"/>
                <a:stretch>
                  <a:fillRect/>
                </a:stretch>
              </a:blipFill>
            </p:spPr>
            <p:txBody>
              <a:bodyPr/>
              <a:lstStyle/>
              <a:p>
                <a:r>
                  <a:rPr lang="en-US">
                    <a:noFill/>
                  </a:rPr>
                  <a:t> </a:t>
                </a:r>
              </a:p>
            </p:txBody>
          </p:sp>
        </mc:Fallback>
      </mc:AlternateContent>
      <p:sp>
        <p:nvSpPr>
          <p:cNvPr id="83" name="Oval 82">
            <a:extLst>
              <a:ext uri="{FF2B5EF4-FFF2-40B4-BE49-F238E27FC236}">
                <a16:creationId xmlns:a16="http://schemas.microsoft.com/office/drawing/2014/main" id="{EE687643-AEE4-0F7C-6D06-3E3F9F1902A4}"/>
              </a:ext>
            </a:extLst>
          </p:cNvPr>
          <p:cNvSpPr>
            <a:spLocks noChangeAspect="1"/>
          </p:cNvSpPr>
          <p:nvPr/>
        </p:nvSpPr>
        <p:spPr>
          <a:xfrm>
            <a:off x="1155180" y="1894298"/>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85" name="TextBox 84">
                <a:extLst>
                  <a:ext uri="{FF2B5EF4-FFF2-40B4-BE49-F238E27FC236}">
                    <a16:creationId xmlns:a16="http://schemas.microsoft.com/office/drawing/2014/main" id="{D5B52696-F9BB-67C9-6879-76D4C7803414}"/>
                  </a:ext>
                </a:extLst>
              </p:cNvPr>
              <p:cNvSpPr txBox="1"/>
              <p:nvPr/>
            </p:nvSpPr>
            <p:spPr>
              <a:xfrm>
                <a:off x="1097393" y="1886274"/>
                <a:ext cx="518558"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Ds</m:t>
                          </m:r>
                        </m:sub>
                      </m:sSub>
                    </m:oMath>
                  </m:oMathPara>
                </a14:m>
                <a:endParaRPr lang="en-US" dirty="0">
                  <a:solidFill>
                    <a:schemeClr val="bg1"/>
                  </a:solidFill>
                </a:endParaRPr>
              </a:p>
            </p:txBody>
          </p:sp>
        </mc:Choice>
        <mc:Fallback xmlns="">
          <p:sp>
            <p:nvSpPr>
              <p:cNvPr id="85" name="TextBox 84">
                <a:extLst>
                  <a:ext uri="{FF2B5EF4-FFF2-40B4-BE49-F238E27FC236}">
                    <a16:creationId xmlns:a16="http://schemas.microsoft.com/office/drawing/2014/main" id="{D5B52696-F9BB-67C9-6879-76D4C7803414}"/>
                  </a:ext>
                </a:extLst>
              </p:cNvPr>
              <p:cNvSpPr txBox="1">
                <a:spLocks noRot="1" noChangeAspect="1" noMove="1" noResize="1" noEditPoints="1" noAdjustHandles="1" noChangeArrowheads="1" noChangeShapeType="1" noTextEdit="1"/>
              </p:cNvSpPr>
              <p:nvPr/>
            </p:nvSpPr>
            <p:spPr>
              <a:xfrm>
                <a:off x="1097393" y="1886274"/>
                <a:ext cx="518558" cy="369332"/>
              </a:xfrm>
              <a:prstGeom prst="rect">
                <a:avLst/>
              </a:prstGeom>
              <a:blipFill>
                <a:blip r:embed="rId10"/>
                <a:stretch>
                  <a:fillRect/>
                </a:stretch>
              </a:blipFill>
            </p:spPr>
            <p:txBody>
              <a:bodyPr/>
              <a:lstStyle/>
              <a:p>
                <a:r>
                  <a:rPr lang="en-US">
                    <a:noFill/>
                  </a:rPr>
                  <a:t> </a:t>
                </a:r>
              </a:p>
            </p:txBody>
          </p:sp>
        </mc:Fallback>
      </mc:AlternateContent>
      <p:sp>
        <p:nvSpPr>
          <p:cNvPr id="86" name="Oval 85">
            <a:extLst>
              <a:ext uri="{FF2B5EF4-FFF2-40B4-BE49-F238E27FC236}">
                <a16:creationId xmlns:a16="http://schemas.microsoft.com/office/drawing/2014/main" id="{9DB00FA7-5459-A94B-A0AE-F780E229BD4E}"/>
              </a:ext>
            </a:extLst>
          </p:cNvPr>
          <p:cNvSpPr>
            <a:spLocks noChangeAspect="1"/>
          </p:cNvSpPr>
          <p:nvPr/>
        </p:nvSpPr>
        <p:spPr>
          <a:xfrm>
            <a:off x="2221387" y="1004799"/>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87" name="TextBox 86">
                <a:extLst>
                  <a:ext uri="{FF2B5EF4-FFF2-40B4-BE49-F238E27FC236}">
                    <a16:creationId xmlns:a16="http://schemas.microsoft.com/office/drawing/2014/main" id="{35314BCD-87BA-F7C5-D620-9BCEC059C726}"/>
                  </a:ext>
                </a:extLst>
              </p:cNvPr>
              <p:cNvSpPr txBox="1"/>
              <p:nvPr/>
            </p:nvSpPr>
            <p:spPr>
              <a:xfrm>
                <a:off x="2166526" y="976223"/>
                <a:ext cx="518558" cy="394019"/>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Dp</m:t>
                          </m:r>
                        </m:sub>
                      </m:sSub>
                    </m:oMath>
                  </m:oMathPara>
                </a14:m>
                <a:endParaRPr lang="en-US" dirty="0">
                  <a:solidFill>
                    <a:schemeClr val="bg1"/>
                  </a:solidFill>
                </a:endParaRPr>
              </a:p>
            </p:txBody>
          </p:sp>
        </mc:Choice>
        <mc:Fallback xmlns="">
          <p:sp>
            <p:nvSpPr>
              <p:cNvPr id="87" name="TextBox 86">
                <a:extLst>
                  <a:ext uri="{FF2B5EF4-FFF2-40B4-BE49-F238E27FC236}">
                    <a16:creationId xmlns:a16="http://schemas.microsoft.com/office/drawing/2014/main" id="{35314BCD-87BA-F7C5-D620-9BCEC059C726}"/>
                  </a:ext>
                </a:extLst>
              </p:cNvPr>
              <p:cNvSpPr txBox="1">
                <a:spLocks noRot="1" noChangeAspect="1" noMove="1" noResize="1" noEditPoints="1" noAdjustHandles="1" noChangeArrowheads="1" noChangeShapeType="1" noTextEdit="1"/>
              </p:cNvSpPr>
              <p:nvPr/>
            </p:nvSpPr>
            <p:spPr>
              <a:xfrm>
                <a:off x="2166526" y="976223"/>
                <a:ext cx="518558" cy="394019"/>
              </a:xfrm>
              <a:prstGeom prst="rect">
                <a:avLst/>
              </a:prstGeom>
              <a:blipFill>
                <a:blip r:embed="rId11"/>
                <a:stretch>
                  <a:fillRect b="-7692"/>
                </a:stretch>
              </a:blipFill>
            </p:spPr>
            <p:txBody>
              <a:bodyPr/>
              <a:lstStyle/>
              <a:p>
                <a:r>
                  <a:rPr lang="en-US">
                    <a:noFill/>
                  </a:rPr>
                  <a:t> </a:t>
                </a:r>
              </a:p>
            </p:txBody>
          </p:sp>
        </mc:Fallback>
      </mc:AlternateContent>
      <p:cxnSp>
        <p:nvCxnSpPr>
          <p:cNvPr id="89" name="Straight Arrow Connector 88">
            <a:extLst>
              <a:ext uri="{FF2B5EF4-FFF2-40B4-BE49-F238E27FC236}">
                <a16:creationId xmlns:a16="http://schemas.microsoft.com/office/drawing/2014/main" id="{BB718C12-E555-ABF7-4687-85AD8F34AC92}"/>
              </a:ext>
            </a:extLst>
          </p:cNvPr>
          <p:cNvCxnSpPr>
            <a:cxnSpLocks/>
            <a:stCxn id="67" idx="3"/>
            <a:endCxn id="81" idx="2"/>
          </p:cNvCxnSpPr>
          <p:nvPr/>
        </p:nvCxnSpPr>
        <p:spPr>
          <a:xfrm flipV="1">
            <a:off x="593368" y="1191650"/>
            <a:ext cx="458331" cy="339271"/>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0" name="Straight Arrow Connector 89">
            <a:extLst>
              <a:ext uri="{FF2B5EF4-FFF2-40B4-BE49-F238E27FC236}">
                <a16:creationId xmlns:a16="http://schemas.microsoft.com/office/drawing/2014/main" id="{35AC4D78-2D6A-1A6C-C5E1-86A8178E6503}"/>
              </a:ext>
            </a:extLst>
          </p:cNvPr>
          <p:cNvCxnSpPr>
            <a:cxnSpLocks/>
            <a:stCxn id="67" idx="3"/>
            <a:endCxn id="83" idx="2"/>
          </p:cNvCxnSpPr>
          <p:nvPr/>
        </p:nvCxnSpPr>
        <p:spPr>
          <a:xfrm>
            <a:off x="593368" y="1530921"/>
            <a:ext cx="561812" cy="554085"/>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1" name="Straight Arrow Connector 90">
            <a:extLst>
              <a:ext uri="{FF2B5EF4-FFF2-40B4-BE49-F238E27FC236}">
                <a16:creationId xmlns:a16="http://schemas.microsoft.com/office/drawing/2014/main" id="{0968CE85-5B12-A4EE-82DB-4E659D6392A6}"/>
              </a:ext>
            </a:extLst>
          </p:cNvPr>
          <p:cNvCxnSpPr>
            <a:cxnSpLocks/>
            <a:stCxn id="81" idx="6"/>
            <a:endCxn id="86" idx="2"/>
          </p:cNvCxnSpPr>
          <p:nvPr/>
        </p:nvCxnSpPr>
        <p:spPr>
          <a:xfrm>
            <a:off x="1433113" y="1191650"/>
            <a:ext cx="788274" cy="3858"/>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2" name="Straight Arrow Connector 91">
            <a:extLst>
              <a:ext uri="{FF2B5EF4-FFF2-40B4-BE49-F238E27FC236}">
                <a16:creationId xmlns:a16="http://schemas.microsoft.com/office/drawing/2014/main" id="{D3B33B7F-A4CE-9170-F9B2-94F2D9FB7DBD}"/>
              </a:ext>
            </a:extLst>
          </p:cNvPr>
          <p:cNvCxnSpPr>
            <a:cxnSpLocks/>
            <a:stCxn id="83" idx="6"/>
            <a:endCxn id="98" idx="2"/>
          </p:cNvCxnSpPr>
          <p:nvPr/>
        </p:nvCxnSpPr>
        <p:spPr>
          <a:xfrm>
            <a:off x="1536594" y="2085006"/>
            <a:ext cx="1447412" cy="33588"/>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3" name="Straight Arrow Connector 92">
            <a:extLst>
              <a:ext uri="{FF2B5EF4-FFF2-40B4-BE49-F238E27FC236}">
                <a16:creationId xmlns:a16="http://schemas.microsoft.com/office/drawing/2014/main" id="{5558D976-8A1B-F2C0-B790-F622C63C30D7}"/>
              </a:ext>
            </a:extLst>
          </p:cNvPr>
          <p:cNvCxnSpPr>
            <a:cxnSpLocks/>
            <a:stCxn id="86" idx="6"/>
          </p:cNvCxnSpPr>
          <p:nvPr/>
        </p:nvCxnSpPr>
        <p:spPr>
          <a:xfrm>
            <a:off x="2602801" y="1195507"/>
            <a:ext cx="1532016" cy="14542"/>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94" name="TextBox 93">
                <a:extLst>
                  <a:ext uri="{FF2B5EF4-FFF2-40B4-BE49-F238E27FC236}">
                    <a16:creationId xmlns:a16="http://schemas.microsoft.com/office/drawing/2014/main" id="{CBEA7748-58A2-0A7C-07C3-257ABB4341B4}"/>
                  </a:ext>
                </a:extLst>
              </p:cNvPr>
              <p:cNvSpPr txBox="1"/>
              <p:nvPr/>
            </p:nvSpPr>
            <p:spPr>
              <a:xfrm>
                <a:off x="2910701" y="827267"/>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d</m:t>
                          </m:r>
                        </m:sub>
                      </m:sSub>
                    </m:oMath>
                  </m:oMathPara>
                </a14:m>
                <a:endParaRPr lang="en-US" dirty="0">
                  <a:solidFill>
                    <a:schemeClr val="tx1"/>
                  </a:solidFill>
                </a:endParaRPr>
              </a:p>
            </p:txBody>
          </p:sp>
        </mc:Choice>
        <mc:Fallback xmlns="">
          <p:sp>
            <p:nvSpPr>
              <p:cNvPr id="94" name="TextBox 93">
                <a:extLst>
                  <a:ext uri="{FF2B5EF4-FFF2-40B4-BE49-F238E27FC236}">
                    <a16:creationId xmlns:a16="http://schemas.microsoft.com/office/drawing/2014/main" id="{CBEA7748-58A2-0A7C-07C3-257ABB4341B4}"/>
                  </a:ext>
                </a:extLst>
              </p:cNvPr>
              <p:cNvSpPr txBox="1">
                <a:spLocks noRot="1" noChangeAspect="1" noMove="1" noResize="1" noEditPoints="1" noAdjustHandles="1" noChangeArrowheads="1" noChangeShapeType="1" noTextEdit="1"/>
              </p:cNvSpPr>
              <p:nvPr/>
            </p:nvSpPr>
            <p:spPr>
              <a:xfrm>
                <a:off x="2910701" y="827267"/>
                <a:ext cx="507796" cy="369332"/>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5" name="TextBox 94">
                <a:extLst>
                  <a:ext uri="{FF2B5EF4-FFF2-40B4-BE49-F238E27FC236}">
                    <a16:creationId xmlns:a16="http://schemas.microsoft.com/office/drawing/2014/main" id="{43712196-0542-90A0-AD3B-8AEC301B6051}"/>
                  </a:ext>
                </a:extLst>
              </p:cNvPr>
              <p:cNvSpPr txBox="1"/>
              <p:nvPr/>
            </p:nvSpPr>
            <p:spPr>
              <a:xfrm>
                <a:off x="1551725" y="814672"/>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Df</m:t>
                          </m:r>
                        </m:sub>
                      </m:sSub>
                    </m:oMath>
                  </m:oMathPara>
                </a14:m>
                <a:endParaRPr lang="en-US" dirty="0">
                  <a:solidFill>
                    <a:schemeClr val="tx1"/>
                  </a:solidFill>
                </a:endParaRPr>
              </a:p>
            </p:txBody>
          </p:sp>
        </mc:Choice>
        <mc:Fallback xmlns="">
          <p:sp>
            <p:nvSpPr>
              <p:cNvPr id="95" name="TextBox 94">
                <a:extLst>
                  <a:ext uri="{FF2B5EF4-FFF2-40B4-BE49-F238E27FC236}">
                    <a16:creationId xmlns:a16="http://schemas.microsoft.com/office/drawing/2014/main" id="{43712196-0542-90A0-AD3B-8AEC301B6051}"/>
                  </a:ext>
                </a:extLst>
              </p:cNvPr>
              <p:cNvSpPr txBox="1">
                <a:spLocks noRot="1" noChangeAspect="1" noMove="1" noResize="1" noEditPoints="1" noAdjustHandles="1" noChangeArrowheads="1" noChangeShapeType="1" noTextEdit="1"/>
              </p:cNvSpPr>
              <p:nvPr/>
            </p:nvSpPr>
            <p:spPr>
              <a:xfrm>
                <a:off x="1551725" y="814672"/>
                <a:ext cx="507796" cy="369332"/>
              </a:xfrm>
              <a:prstGeom prst="rect">
                <a:avLst/>
              </a:prstGeom>
              <a:blipFill>
                <a:blip r:embed="rId13"/>
                <a:stretch>
                  <a:fillRect r="-481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7" name="TextBox 96">
                <a:extLst>
                  <a:ext uri="{FF2B5EF4-FFF2-40B4-BE49-F238E27FC236}">
                    <a16:creationId xmlns:a16="http://schemas.microsoft.com/office/drawing/2014/main" id="{A2A7D811-BEE8-AF02-355B-BB377CEA06DB}"/>
                  </a:ext>
                </a:extLst>
              </p:cNvPr>
              <p:cNvSpPr txBox="1"/>
              <p:nvPr/>
            </p:nvSpPr>
            <p:spPr>
              <a:xfrm>
                <a:off x="1957366" y="2049302"/>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Ds</m:t>
                          </m:r>
                        </m:sub>
                      </m:sSub>
                    </m:oMath>
                  </m:oMathPara>
                </a14:m>
                <a:endParaRPr lang="en-US" dirty="0">
                  <a:solidFill>
                    <a:schemeClr val="tx1"/>
                  </a:solidFill>
                </a:endParaRPr>
              </a:p>
            </p:txBody>
          </p:sp>
        </mc:Choice>
        <mc:Fallback xmlns="">
          <p:sp>
            <p:nvSpPr>
              <p:cNvPr id="97" name="TextBox 96">
                <a:extLst>
                  <a:ext uri="{FF2B5EF4-FFF2-40B4-BE49-F238E27FC236}">
                    <a16:creationId xmlns:a16="http://schemas.microsoft.com/office/drawing/2014/main" id="{A2A7D811-BEE8-AF02-355B-BB377CEA06DB}"/>
                  </a:ext>
                </a:extLst>
              </p:cNvPr>
              <p:cNvSpPr txBox="1">
                <a:spLocks noRot="1" noChangeAspect="1" noMove="1" noResize="1" noEditPoints="1" noAdjustHandles="1" noChangeArrowheads="1" noChangeShapeType="1" noTextEdit="1"/>
              </p:cNvSpPr>
              <p:nvPr/>
            </p:nvSpPr>
            <p:spPr>
              <a:xfrm>
                <a:off x="1957366" y="2049302"/>
                <a:ext cx="507796" cy="369332"/>
              </a:xfrm>
              <a:prstGeom prst="rect">
                <a:avLst/>
              </a:prstGeom>
              <a:blipFill>
                <a:blip r:embed="rId14"/>
                <a:stretch>
                  <a:fillRect r="-8434"/>
                </a:stretch>
              </a:blipFill>
            </p:spPr>
            <p:txBody>
              <a:bodyPr/>
              <a:lstStyle/>
              <a:p>
                <a:r>
                  <a:rPr lang="en-US">
                    <a:noFill/>
                  </a:rPr>
                  <a:t> </a:t>
                </a:r>
              </a:p>
            </p:txBody>
          </p:sp>
        </mc:Fallback>
      </mc:AlternateContent>
      <p:sp>
        <p:nvSpPr>
          <p:cNvPr id="98" name="Oval 97">
            <a:extLst>
              <a:ext uri="{FF2B5EF4-FFF2-40B4-BE49-F238E27FC236}">
                <a16:creationId xmlns:a16="http://schemas.microsoft.com/office/drawing/2014/main" id="{B98A7ECF-E151-495F-1C72-50A2931B0CC5}"/>
              </a:ext>
            </a:extLst>
          </p:cNvPr>
          <p:cNvSpPr>
            <a:spLocks noChangeAspect="1"/>
          </p:cNvSpPr>
          <p:nvPr/>
        </p:nvSpPr>
        <p:spPr>
          <a:xfrm>
            <a:off x="2984006" y="1927886"/>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100" name="TextBox 99">
                <a:extLst>
                  <a:ext uri="{FF2B5EF4-FFF2-40B4-BE49-F238E27FC236}">
                    <a16:creationId xmlns:a16="http://schemas.microsoft.com/office/drawing/2014/main" id="{33BE2D1B-EC0F-ED78-64EF-6EBEF79CA17A}"/>
                  </a:ext>
                </a:extLst>
              </p:cNvPr>
              <p:cNvSpPr txBox="1"/>
              <p:nvPr/>
            </p:nvSpPr>
            <p:spPr>
              <a:xfrm>
                <a:off x="2918451" y="1889534"/>
                <a:ext cx="518558"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Di</m:t>
                          </m:r>
                        </m:sub>
                      </m:sSub>
                    </m:oMath>
                  </m:oMathPara>
                </a14:m>
                <a:endParaRPr lang="en-US" dirty="0">
                  <a:solidFill>
                    <a:schemeClr val="bg1"/>
                  </a:solidFill>
                </a:endParaRPr>
              </a:p>
            </p:txBody>
          </p:sp>
        </mc:Choice>
        <mc:Fallback xmlns="">
          <p:sp>
            <p:nvSpPr>
              <p:cNvPr id="100" name="TextBox 99">
                <a:extLst>
                  <a:ext uri="{FF2B5EF4-FFF2-40B4-BE49-F238E27FC236}">
                    <a16:creationId xmlns:a16="http://schemas.microsoft.com/office/drawing/2014/main" id="{33BE2D1B-EC0F-ED78-64EF-6EBEF79CA17A}"/>
                  </a:ext>
                </a:extLst>
              </p:cNvPr>
              <p:cNvSpPr txBox="1">
                <a:spLocks noRot="1" noChangeAspect="1" noMove="1" noResize="1" noEditPoints="1" noAdjustHandles="1" noChangeArrowheads="1" noChangeShapeType="1" noTextEdit="1"/>
              </p:cNvSpPr>
              <p:nvPr/>
            </p:nvSpPr>
            <p:spPr>
              <a:xfrm>
                <a:off x="2918451" y="1889534"/>
                <a:ext cx="518558" cy="369332"/>
              </a:xfrm>
              <a:prstGeom prst="rect">
                <a:avLst/>
              </a:prstGeom>
              <a:blipFill>
                <a:blip r:embed="rId15"/>
                <a:stretch>
                  <a:fillRect/>
                </a:stretch>
              </a:blipFill>
            </p:spPr>
            <p:txBody>
              <a:bodyPr/>
              <a:lstStyle/>
              <a:p>
                <a:r>
                  <a:rPr lang="en-US">
                    <a:noFill/>
                  </a:rPr>
                  <a:t> </a:t>
                </a:r>
              </a:p>
            </p:txBody>
          </p:sp>
        </mc:Fallback>
      </mc:AlternateContent>
      <p:cxnSp>
        <p:nvCxnSpPr>
          <p:cNvPr id="101" name="Straight Arrow Connector 100">
            <a:extLst>
              <a:ext uri="{FF2B5EF4-FFF2-40B4-BE49-F238E27FC236}">
                <a16:creationId xmlns:a16="http://schemas.microsoft.com/office/drawing/2014/main" id="{65536CAD-78D2-FBC1-67EE-820F1857C544}"/>
              </a:ext>
            </a:extLst>
          </p:cNvPr>
          <p:cNvCxnSpPr>
            <a:cxnSpLocks/>
            <a:stCxn id="94" idx="2"/>
            <a:endCxn id="98" idx="0"/>
          </p:cNvCxnSpPr>
          <p:nvPr/>
        </p:nvCxnSpPr>
        <p:spPr>
          <a:xfrm>
            <a:off x="3164599" y="1196599"/>
            <a:ext cx="10114" cy="731287"/>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09" name="TextBox 108">
                <a:extLst>
                  <a:ext uri="{FF2B5EF4-FFF2-40B4-BE49-F238E27FC236}">
                    <a16:creationId xmlns:a16="http://schemas.microsoft.com/office/drawing/2014/main" id="{9F461F3C-F5C2-5935-86E4-0A5E11FDC13F}"/>
                  </a:ext>
                </a:extLst>
              </p:cNvPr>
              <p:cNvSpPr txBox="1"/>
              <p:nvPr/>
            </p:nvSpPr>
            <p:spPr>
              <a:xfrm>
                <a:off x="3796741" y="718517"/>
                <a:ext cx="578427" cy="400110"/>
              </a:xfrm>
              <a:prstGeom prst="rect">
                <a:avLst/>
              </a:prstGeom>
              <a:noFill/>
            </p:spPr>
            <p:txBody>
              <a:bodyPr wrap="none" rtlCol="0">
                <a:spAutoFit/>
              </a:bodyPr>
              <a:lstStyle/>
              <a:p>
                <a:pPr/>
                <a14:m>
                  <m:oMathPara xmlns:m="http://schemas.openxmlformats.org/officeDocument/2006/math">
                    <m:oMath>
                      <m:sSub>
                        <m:sSubPr>
                          <m:ctrlPr>
                            <a:rPr lang="de-DE" sz="2000" b="0" i="1" smtClean="0">
                              <a:latin typeface="Cambria Math" panose="02040503050406030204" pitchFamily="18" charset="0"/>
                            </a:rPr>
                          </m:ctrlPr>
                        </m:sSubPr>
                        <m:e>
                          <m:r>
                            <m:rPr>
                              <m:sty m:val="p"/>
                            </m:rPr>
                            <a:rPr lang="de-DE" sz="2000" b="0" i="1" smtClean="0">
                              <a:latin typeface="Cambria Math" panose="02040503050406030204" pitchFamily="18" charset="0"/>
                            </a:rPr>
                            <m:t>m</m:t>
                          </m:r>
                        </m:e>
                        <m:sub>
                          <m:r>
                            <m:rPr>
                              <m:sty m:val="p"/>
                            </m:rPr>
                            <a:rPr lang="de-DE" sz="2000" b="0" i="1" smtClean="0">
                              <a:latin typeface="Cambria Math" panose="02040503050406030204" pitchFamily="18" charset="0"/>
                            </a:rPr>
                            <m:t>d</m:t>
                          </m:r>
                        </m:sub>
                      </m:sSub>
                    </m:oMath>
                  </m:oMathPara>
                </a14:m>
                <a:endParaRPr lang="en-US" sz="2000" dirty="0"/>
              </a:p>
            </p:txBody>
          </p:sp>
        </mc:Choice>
        <mc:Fallback xmlns="">
          <p:sp>
            <p:nvSpPr>
              <p:cNvPr id="109" name="TextBox 108">
                <a:extLst>
                  <a:ext uri="{FF2B5EF4-FFF2-40B4-BE49-F238E27FC236}">
                    <a16:creationId xmlns:a16="http://schemas.microsoft.com/office/drawing/2014/main" id="{9F461F3C-F5C2-5935-86E4-0A5E11FDC13F}"/>
                  </a:ext>
                </a:extLst>
              </p:cNvPr>
              <p:cNvSpPr txBox="1">
                <a:spLocks noRot="1" noChangeAspect="1" noMove="1" noResize="1" noEditPoints="1" noAdjustHandles="1" noChangeArrowheads="1" noChangeShapeType="1" noTextEdit="1"/>
              </p:cNvSpPr>
              <p:nvPr/>
            </p:nvSpPr>
            <p:spPr>
              <a:xfrm>
                <a:off x="3796741" y="718517"/>
                <a:ext cx="578427" cy="400110"/>
              </a:xfrm>
              <a:prstGeom prst="rect">
                <a:avLst/>
              </a:prstGeom>
              <a:blipFill>
                <a:blip r:embed="rId1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2" name="TextBox 111">
                <a:extLst>
                  <a:ext uri="{FF2B5EF4-FFF2-40B4-BE49-F238E27FC236}">
                    <a16:creationId xmlns:a16="http://schemas.microsoft.com/office/drawing/2014/main" id="{553665F8-D954-EA5E-4652-34595A5B0B3A}"/>
                  </a:ext>
                </a:extLst>
              </p:cNvPr>
              <p:cNvSpPr txBox="1"/>
              <p:nvPr/>
            </p:nvSpPr>
            <p:spPr>
              <a:xfrm>
                <a:off x="7415254" y="175204"/>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c</m:t>
                          </m:r>
                        </m:sub>
                      </m:sSub>
                    </m:oMath>
                  </m:oMathPara>
                </a14:m>
                <a:endParaRPr lang="en-US" dirty="0">
                  <a:solidFill>
                    <a:schemeClr val="tx1"/>
                  </a:solidFill>
                </a:endParaRPr>
              </a:p>
            </p:txBody>
          </p:sp>
        </mc:Choice>
        <mc:Fallback xmlns="">
          <p:sp>
            <p:nvSpPr>
              <p:cNvPr id="112" name="TextBox 111">
                <a:extLst>
                  <a:ext uri="{FF2B5EF4-FFF2-40B4-BE49-F238E27FC236}">
                    <a16:creationId xmlns:a16="http://schemas.microsoft.com/office/drawing/2014/main" id="{553665F8-D954-EA5E-4652-34595A5B0B3A}"/>
                  </a:ext>
                </a:extLst>
              </p:cNvPr>
              <p:cNvSpPr txBox="1">
                <a:spLocks noRot="1" noChangeAspect="1" noMove="1" noResize="1" noEditPoints="1" noAdjustHandles="1" noChangeArrowheads="1" noChangeShapeType="1" noTextEdit="1"/>
              </p:cNvSpPr>
              <p:nvPr/>
            </p:nvSpPr>
            <p:spPr>
              <a:xfrm>
                <a:off x="7415254" y="175204"/>
                <a:ext cx="507796" cy="369332"/>
              </a:xfrm>
              <a:prstGeom prst="rect">
                <a:avLst/>
              </a:prstGeom>
              <a:blipFill>
                <a:blip r:embed="rId17"/>
                <a:stretch>
                  <a:fillRect/>
                </a:stretch>
              </a:blipFill>
            </p:spPr>
            <p:txBody>
              <a:bodyPr/>
              <a:lstStyle/>
              <a:p>
                <a:r>
                  <a:rPr lang="en-US">
                    <a:noFill/>
                  </a:rPr>
                  <a:t> </a:t>
                </a:r>
              </a:p>
            </p:txBody>
          </p:sp>
        </mc:Fallback>
      </mc:AlternateContent>
      <p:sp>
        <p:nvSpPr>
          <p:cNvPr id="30" name="Oval 29">
            <a:extLst>
              <a:ext uri="{FF2B5EF4-FFF2-40B4-BE49-F238E27FC236}">
                <a16:creationId xmlns:a16="http://schemas.microsoft.com/office/drawing/2014/main" id="{0039E400-237A-BF32-194A-7E7423383CED}"/>
              </a:ext>
            </a:extLst>
          </p:cNvPr>
          <p:cNvSpPr>
            <a:spLocks noChangeAspect="1"/>
          </p:cNvSpPr>
          <p:nvPr/>
        </p:nvSpPr>
        <p:spPr>
          <a:xfrm>
            <a:off x="9575979" y="144458"/>
            <a:ext cx="410141" cy="41014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1" name="Oval 30">
            <a:extLst>
              <a:ext uri="{FF2B5EF4-FFF2-40B4-BE49-F238E27FC236}">
                <a16:creationId xmlns:a16="http://schemas.microsoft.com/office/drawing/2014/main" id="{09973629-E0D4-1021-1EE0-B3D21EC75AA6}"/>
              </a:ext>
            </a:extLst>
          </p:cNvPr>
          <p:cNvSpPr>
            <a:spLocks noChangeAspect="1"/>
          </p:cNvSpPr>
          <p:nvPr/>
        </p:nvSpPr>
        <p:spPr>
          <a:xfrm>
            <a:off x="9585689" y="2015561"/>
            <a:ext cx="410141" cy="41014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32" name="Straight Arrow Connector 31">
            <a:extLst>
              <a:ext uri="{FF2B5EF4-FFF2-40B4-BE49-F238E27FC236}">
                <a16:creationId xmlns:a16="http://schemas.microsoft.com/office/drawing/2014/main" id="{38E5A670-7A66-A8F1-2210-404E3AEA8816}"/>
              </a:ext>
            </a:extLst>
          </p:cNvPr>
          <p:cNvCxnSpPr>
            <a:cxnSpLocks/>
            <a:stCxn id="31" idx="6"/>
            <a:endCxn id="43" idx="3"/>
          </p:cNvCxnSpPr>
          <p:nvPr/>
        </p:nvCxnSpPr>
        <p:spPr>
          <a:xfrm flipV="1">
            <a:off x="9995830" y="1422412"/>
            <a:ext cx="806857" cy="798219"/>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a16="http://schemas.microsoft.com/office/drawing/2014/main" id="{C2AA0809-8CA8-6BBC-2C81-C022318053F1}"/>
              </a:ext>
            </a:extLst>
          </p:cNvPr>
          <p:cNvCxnSpPr>
            <a:cxnSpLocks/>
            <a:stCxn id="30" idx="6"/>
            <a:endCxn id="43" idx="1"/>
          </p:cNvCxnSpPr>
          <p:nvPr/>
        </p:nvCxnSpPr>
        <p:spPr>
          <a:xfrm>
            <a:off x="9986120" y="349529"/>
            <a:ext cx="816567" cy="78287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4D5D82B9-8235-71DD-2CD7-3CFB41D9ED4E}"/>
                  </a:ext>
                </a:extLst>
              </p:cNvPr>
              <p:cNvSpPr txBox="1"/>
              <p:nvPr/>
            </p:nvSpPr>
            <p:spPr>
              <a:xfrm>
                <a:off x="10078291" y="242332"/>
                <a:ext cx="855270"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Nc</m:t>
                          </m:r>
                        </m:sub>
                      </m:sSub>
                    </m:oMath>
                  </m:oMathPara>
                </a14:m>
                <a:endParaRPr lang="en-US" dirty="0">
                  <a:solidFill>
                    <a:schemeClr val="tx1"/>
                  </a:solidFill>
                </a:endParaRPr>
              </a:p>
            </p:txBody>
          </p:sp>
        </mc:Choice>
        <mc:Fallback xmlns="">
          <p:sp>
            <p:nvSpPr>
              <p:cNvPr id="34" name="TextBox 33">
                <a:extLst>
                  <a:ext uri="{FF2B5EF4-FFF2-40B4-BE49-F238E27FC236}">
                    <a16:creationId xmlns:a16="http://schemas.microsoft.com/office/drawing/2014/main" id="{4D5D82B9-8235-71DD-2CD7-3CFB41D9ED4E}"/>
                  </a:ext>
                </a:extLst>
              </p:cNvPr>
              <p:cNvSpPr txBox="1">
                <a:spLocks noRot="1" noChangeAspect="1" noMove="1" noResize="1" noEditPoints="1" noAdjustHandles="1" noChangeArrowheads="1" noChangeShapeType="1" noTextEdit="1"/>
              </p:cNvSpPr>
              <p:nvPr/>
            </p:nvSpPr>
            <p:spPr>
              <a:xfrm>
                <a:off x="10078291" y="242332"/>
                <a:ext cx="855270" cy="369332"/>
              </a:xfrm>
              <a:prstGeom prst="rect">
                <a:avLst/>
              </a:prstGeom>
              <a:blipFill>
                <a:blip r:embed="rId1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F0A66980-5F15-515B-BAF2-7F3E8ABA373C}"/>
                  </a:ext>
                </a:extLst>
              </p:cNvPr>
              <p:cNvSpPr txBox="1"/>
              <p:nvPr/>
            </p:nvSpPr>
            <p:spPr>
              <a:xfrm>
                <a:off x="10136554" y="1770391"/>
                <a:ext cx="855270"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Nc</m:t>
                          </m:r>
                        </m:sub>
                      </m:sSub>
                    </m:oMath>
                  </m:oMathPara>
                </a14:m>
                <a:endParaRPr lang="en-US" dirty="0">
                  <a:solidFill>
                    <a:schemeClr val="tx1"/>
                  </a:solidFill>
                </a:endParaRPr>
              </a:p>
            </p:txBody>
          </p:sp>
        </mc:Choice>
        <mc:Fallback xmlns="">
          <p:sp>
            <p:nvSpPr>
              <p:cNvPr id="35" name="TextBox 34">
                <a:extLst>
                  <a:ext uri="{FF2B5EF4-FFF2-40B4-BE49-F238E27FC236}">
                    <a16:creationId xmlns:a16="http://schemas.microsoft.com/office/drawing/2014/main" id="{F0A66980-5F15-515B-BAF2-7F3E8ABA373C}"/>
                  </a:ext>
                </a:extLst>
              </p:cNvPr>
              <p:cNvSpPr txBox="1">
                <a:spLocks noRot="1" noChangeAspect="1" noMove="1" noResize="1" noEditPoints="1" noAdjustHandles="1" noChangeArrowheads="1" noChangeShapeType="1" noTextEdit="1"/>
              </p:cNvSpPr>
              <p:nvPr/>
            </p:nvSpPr>
            <p:spPr>
              <a:xfrm>
                <a:off x="10136554" y="1770391"/>
                <a:ext cx="855270" cy="369332"/>
              </a:xfrm>
              <a:prstGeom prst="rect">
                <a:avLst/>
              </a:prstGeom>
              <a:blipFill>
                <a:blip r:embed="rId1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6FE46C90-1E02-52D9-21C3-C32301ADB4E0}"/>
                  </a:ext>
                </a:extLst>
              </p:cNvPr>
              <p:cNvSpPr txBox="1"/>
              <p:nvPr/>
            </p:nvSpPr>
            <p:spPr>
              <a:xfrm>
                <a:off x="8973206" y="595408"/>
                <a:ext cx="855270"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Na</m:t>
                          </m:r>
                        </m:sub>
                      </m:sSub>
                    </m:oMath>
                  </m:oMathPara>
                </a14:m>
                <a:endParaRPr lang="en-US" dirty="0">
                  <a:solidFill>
                    <a:schemeClr val="tx1"/>
                  </a:solidFill>
                </a:endParaRPr>
              </a:p>
            </p:txBody>
          </p:sp>
        </mc:Choice>
        <mc:Fallback xmlns="">
          <p:sp>
            <p:nvSpPr>
              <p:cNvPr id="36" name="TextBox 35">
                <a:extLst>
                  <a:ext uri="{FF2B5EF4-FFF2-40B4-BE49-F238E27FC236}">
                    <a16:creationId xmlns:a16="http://schemas.microsoft.com/office/drawing/2014/main" id="{6FE46C90-1E02-52D9-21C3-C32301ADB4E0}"/>
                  </a:ext>
                </a:extLst>
              </p:cNvPr>
              <p:cNvSpPr txBox="1">
                <a:spLocks noRot="1" noChangeAspect="1" noMove="1" noResize="1" noEditPoints="1" noAdjustHandles="1" noChangeArrowheads="1" noChangeShapeType="1" noTextEdit="1"/>
              </p:cNvSpPr>
              <p:nvPr/>
            </p:nvSpPr>
            <p:spPr>
              <a:xfrm>
                <a:off x="8973206" y="595408"/>
                <a:ext cx="855270" cy="369332"/>
              </a:xfrm>
              <a:prstGeom prst="rect">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15F6689A-EB0E-0049-8C9B-D0289904379D}"/>
                  </a:ext>
                </a:extLst>
              </p:cNvPr>
              <p:cNvSpPr txBox="1"/>
              <p:nvPr/>
            </p:nvSpPr>
            <p:spPr>
              <a:xfrm>
                <a:off x="8905458" y="1506194"/>
                <a:ext cx="855270"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Nb</m:t>
                          </m:r>
                        </m:sub>
                      </m:sSub>
                    </m:oMath>
                  </m:oMathPara>
                </a14:m>
                <a:endParaRPr lang="en-US" dirty="0">
                  <a:solidFill>
                    <a:schemeClr val="tx1"/>
                  </a:solidFill>
                </a:endParaRPr>
              </a:p>
            </p:txBody>
          </p:sp>
        </mc:Choice>
        <mc:Fallback xmlns="">
          <p:sp>
            <p:nvSpPr>
              <p:cNvPr id="37" name="TextBox 36">
                <a:extLst>
                  <a:ext uri="{FF2B5EF4-FFF2-40B4-BE49-F238E27FC236}">
                    <a16:creationId xmlns:a16="http://schemas.microsoft.com/office/drawing/2014/main" id="{15F6689A-EB0E-0049-8C9B-D0289904379D}"/>
                  </a:ext>
                </a:extLst>
              </p:cNvPr>
              <p:cNvSpPr txBox="1">
                <a:spLocks noRot="1" noChangeAspect="1" noMove="1" noResize="1" noEditPoints="1" noAdjustHandles="1" noChangeArrowheads="1" noChangeShapeType="1" noTextEdit="1"/>
              </p:cNvSpPr>
              <p:nvPr/>
            </p:nvSpPr>
            <p:spPr>
              <a:xfrm>
                <a:off x="8905458" y="1506194"/>
                <a:ext cx="855270" cy="369332"/>
              </a:xfrm>
              <a:prstGeom prst="rect">
                <a:avLst/>
              </a:prstGeom>
              <a:blipFill>
                <a:blip r:embed="rId21"/>
                <a:stretch>
                  <a:fillRect/>
                </a:stretch>
              </a:blipFill>
            </p:spPr>
            <p:txBody>
              <a:bodyPr/>
              <a:lstStyle/>
              <a:p>
                <a:r>
                  <a:rPr lang="en-US">
                    <a:noFill/>
                  </a:rPr>
                  <a:t> </a:t>
                </a:r>
              </a:p>
            </p:txBody>
          </p:sp>
        </mc:Fallback>
      </mc:AlternateContent>
      <p:sp>
        <p:nvSpPr>
          <p:cNvPr id="38" name="Oval 37">
            <a:extLst>
              <a:ext uri="{FF2B5EF4-FFF2-40B4-BE49-F238E27FC236}">
                <a16:creationId xmlns:a16="http://schemas.microsoft.com/office/drawing/2014/main" id="{B3F54691-54C1-55DA-0072-D010BD1B81B4}"/>
              </a:ext>
            </a:extLst>
          </p:cNvPr>
          <p:cNvSpPr>
            <a:spLocks noChangeAspect="1"/>
          </p:cNvSpPr>
          <p:nvPr/>
        </p:nvSpPr>
        <p:spPr>
          <a:xfrm>
            <a:off x="8524898" y="1072335"/>
            <a:ext cx="410141" cy="41014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39" name="Straight Arrow Connector 38">
            <a:extLst>
              <a:ext uri="{FF2B5EF4-FFF2-40B4-BE49-F238E27FC236}">
                <a16:creationId xmlns:a16="http://schemas.microsoft.com/office/drawing/2014/main" id="{BB223592-D50D-E30A-710A-A5B138581AF0}"/>
              </a:ext>
            </a:extLst>
          </p:cNvPr>
          <p:cNvCxnSpPr>
            <a:cxnSpLocks/>
            <a:stCxn id="38" idx="0"/>
            <a:endCxn id="30" idx="2"/>
          </p:cNvCxnSpPr>
          <p:nvPr/>
        </p:nvCxnSpPr>
        <p:spPr>
          <a:xfrm flipV="1">
            <a:off x="8729969" y="349529"/>
            <a:ext cx="846010" cy="722806"/>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7866AA3D-7C61-7C8B-3621-A617FBF76B6E}"/>
                  </a:ext>
                </a:extLst>
              </p:cNvPr>
              <p:cNvSpPr txBox="1"/>
              <p:nvPr/>
            </p:nvSpPr>
            <p:spPr>
              <a:xfrm>
                <a:off x="7804966" y="787250"/>
                <a:ext cx="546041"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c</m:t>
                          </m:r>
                        </m:sub>
                      </m:sSub>
                    </m:oMath>
                  </m:oMathPara>
                </a14:m>
                <a:endParaRPr lang="en-US" dirty="0">
                  <a:solidFill>
                    <a:schemeClr val="tx1"/>
                  </a:solidFill>
                </a:endParaRPr>
              </a:p>
            </p:txBody>
          </p:sp>
        </mc:Choice>
        <mc:Fallback xmlns="">
          <p:sp>
            <p:nvSpPr>
              <p:cNvPr id="40" name="TextBox 39">
                <a:extLst>
                  <a:ext uri="{FF2B5EF4-FFF2-40B4-BE49-F238E27FC236}">
                    <a16:creationId xmlns:a16="http://schemas.microsoft.com/office/drawing/2014/main" id="{7866AA3D-7C61-7C8B-3621-A617FBF76B6E}"/>
                  </a:ext>
                </a:extLst>
              </p:cNvPr>
              <p:cNvSpPr txBox="1">
                <a:spLocks noRot="1" noChangeAspect="1" noMove="1" noResize="1" noEditPoints="1" noAdjustHandles="1" noChangeArrowheads="1" noChangeShapeType="1" noTextEdit="1"/>
              </p:cNvSpPr>
              <p:nvPr/>
            </p:nvSpPr>
            <p:spPr>
              <a:xfrm>
                <a:off x="7804966" y="787250"/>
                <a:ext cx="546041" cy="369332"/>
              </a:xfrm>
              <a:prstGeom prst="rect">
                <a:avLst/>
              </a:prstGeom>
              <a:blipFill>
                <a:blip r:embed="rId22"/>
                <a:stretch>
                  <a:fillRect/>
                </a:stretch>
              </a:blipFill>
            </p:spPr>
            <p:txBody>
              <a:bodyPr/>
              <a:lstStyle/>
              <a:p>
                <a:r>
                  <a:rPr lang="en-US">
                    <a:noFill/>
                  </a:rPr>
                  <a:t> </a:t>
                </a:r>
              </a:p>
            </p:txBody>
          </p:sp>
        </mc:Fallback>
      </mc:AlternateContent>
      <p:cxnSp>
        <p:nvCxnSpPr>
          <p:cNvPr id="41" name="Straight Arrow Connector 40">
            <a:extLst>
              <a:ext uri="{FF2B5EF4-FFF2-40B4-BE49-F238E27FC236}">
                <a16:creationId xmlns:a16="http://schemas.microsoft.com/office/drawing/2014/main" id="{0DB75D15-90CB-02CA-CBCF-5C89B188237C}"/>
              </a:ext>
            </a:extLst>
          </p:cNvPr>
          <p:cNvCxnSpPr>
            <a:cxnSpLocks/>
            <a:endCxn id="49" idx="1"/>
          </p:cNvCxnSpPr>
          <p:nvPr/>
        </p:nvCxnSpPr>
        <p:spPr>
          <a:xfrm>
            <a:off x="7765437" y="1233701"/>
            <a:ext cx="740834" cy="1289"/>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42" name="Straight Arrow Connector 41">
            <a:extLst>
              <a:ext uri="{FF2B5EF4-FFF2-40B4-BE49-F238E27FC236}">
                <a16:creationId xmlns:a16="http://schemas.microsoft.com/office/drawing/2014/main" id="{3A822D7A-C1EC-1AFF-A2F5-7A4C11039D3B}"/>
              </a:ext>
            </a:extLst>
          </p:cNvPr>
          <p:cNvCxnSpPr>
            <a:cxnSpLocks/>
            <a:stCxn id="38" idx="4"/>
            <a:endCxn id="31" idx="2"/>
          </p:cNvCxnSpPr>
          <p:nvPr/>
        </p:nvCxnSpPr>
        <p:spPr>
          <a:xfrm>
            <a:off x="8729969" y="1482476"/>
            <a:ext cx="855720" cy="738155"/>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sp>
        <p:nvSpPr>
          <p:cNvPr id="43" name="Oval 42">
            <a:extLst>
              <a:ext uri="{FF2B5EF4-FFF2-40B4-BE49-F238E27FC236}">
                <a16:creationId xmlns:a16="http://schemas.microsoft.com/office/drawing/2014/main" id="{DBBB2760-8873-B010-8A1C-3A0D0F9BCB6F}"/>
              </a:ext>
            </a:extLst>
          </p:cNvPr>
          <p:cNvSpPr>
            <a:spLocks noChangeAspect="1"/>
          </p:cNvSpPr>
          <p:nvPr/>
        </p:nvSpPr>
        <p:spPr>
          <a:xfrm>
            <a:off x="10742623" y="1072335"/>
            <a:ext cx="410141" cy="41014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44" name="Straight Arrow Connector 43">
            <a:extLst>
              <a:ext uri="{FF2B5EF4-FFF2-40B4-BE49-F238E27FC236}">
                <a16:creationId xmlns:a16="http://schemas.microsoft.com/office/drawing/2014/main" id="{9284217B-E44C-7903-419F-838155ADE337}"/>
              </a:ext>
            </a:extLst>
          </p:cNvPr>
          <p:cNvCxnSpPr>
            <a:cxnSpLocks/>
          </p:cNvCxnSpPr>
          <p:nvPr/>
        </p:nvCxnSpPr>
        <p:spPr>
          <a:xfrm flipV="1">
            <a:off x="11152764" y="1261123"/>
            <a:ext cx="782058" cy="16282"/>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C90049F7-DFCB-1784-6F36-34BE99855192}"/>
                  </a:ext>
                </a:extLst>
              </p:cNvPr>
              <p:cNvSpPr txBox="1"/>
              <p:nvPr/>
            </p:nvSpPr>
            <p:spPr>
              <a:xfrm>
                <a:off x="11375112" y="854140"/>
                <a:ext cx="524049" cy="369332"/>
              </a:xfrm>
              <a:prstGeom prst="rect">
                <a:avLst/>
              </a:prstGeom>
              <a:noFill/>
            </p:spPr>
            <p:txBody>
              <a:bodyPr wrap="square">
                <a:spAutoFit/>
              </a:bodyPr>
              <a:lstStyle/>
              <a:p>
                <a:pPr/>
                <a14:m>
                  <m:oMathPara xmlns:m="http://schemas.openxmlformats.org/officeDocument/2006/math">
                    <m:oMath>
                      <m:sSub>
                        <m:sSubPr>
                          <m:ctrlPr>
                            <a:rPr lang="de-DE" b="0" i="1" smtClean="0">
                              <a:latin typeface="Cambria Math" panose="02040503050406030204" pitchFamily="18" charset="0"/>
                            </a:rPr>
                          </m:ctrlPr>
                        </m:sSubPr>
                        <m:e>
                          <m:r>
                            <m:rPr>
                              <m:sty m:val="p"/>
                            </m:rPr>
                            <a:rPr lang="de-DE" b="0" i="1" smtClean="0">
                              <a:latin typeface="Cambria Math" panose="02040503050406030204" pitchFamily="18" charset="0"/>
                            </a:rPr>
                            <m:t>m</m:t>
                          </m:r>
                        </m:e>
                        <m:sub>
                          <m:r>
                            <m:rPr>
                              <m:sty m:val="p"/>
                            </m:rPr>
                            <a:rPr lang="de-DE" b="0" i="1" smtClean="0">
                              <a:latin typeface="Cambria Math" panose="02040503050406030204" pitchFamily="18" charset="0"/>
                            </a:rPr>
                            <m:t>out</m:t>
                          </m:r>
                        </m:sub>
                      </m:sSub>
                    </m:oMath>
                  </m:oMathPara>
                </a14:m>
                <a:endParaRPr lang="en-US" dirty="0"/>
              </a:p>
            </p:txBody>
          </p:sp>
        </mc:Choice>
        <mc:Fallback xmlns="">
          <p:sp>
            <p:nvSpPr>
              <p:cNvPr id="45" name="TextBox 44">
                <a:extLst>
                  <a:ext uri="{FF2B5EF4-FFF2-40B4-BE49-F238E27FC236}">
                    <a16:creationId xmlns:a16="http://schemas.microsoft.com/office/drawing/2014/main" id="{C90049F7-DFCB-1784-6F36-34BE99855192}"/>
                  </a:ext>
                </a:extLst>
              </p:cNvPr>
              <p:cNvSpPr txBox="1">
                <a:spLocks noRot="1" noChangeAspect="1" noMove="1" noResize="1" noEditPoints="1" noAdjustHandles="1" noChangeArrowheads="1" noChangeShapeType="1" noTextEdit="1"/>
              </p:cNvSpPr>
              <p:nvPr/>
            </p:nvSpPr>
            <p:spPr>
              <a:xfrm>
                <a:off x="11375112" y="854140"/>
                <a:ext cx="524049" cy="369332"/>
              </a:xfrm>
              <a:prstGeom prst="rect">
                <a:avLst/>
              </a:prstGeom>
              <a:blipFill>
                <a:blip r:embed="rId23"/>
                <a:stretch>
                  <a:fillRect r="-151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9C56E690-760F-907A-54C3-2DE5011CC3E4}"/>
                  </a:ext>
                </a:extLst>
              </p:cNvPr>
              <p:cNvSpPr txBox="1"/>
              <p:nvPr/>
            </p:nvSpPr>
            <p:spPr>
              <a:xfrm>
                <a:off x="10724745" y="1051777"/>
                <a:ext cx="448081"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No</m:t>
                          </m:r>
                        </m:sub>
                      </m:sSub>
                    </m:oMath>
                  </m:oMathPara>
                </a14:m>
                <a:endParaRPr lang="en-US" dirty="0">
                  <a:solidFill>
                    <a:schemeClr val="bg1"/>
                  </a:solidFill>
                </a:endParaRPr>
              </a:p>
            </p:txBody>
          </p:sp>
        </mc:Choice>
        <mc:Fallback xmlns="">
          <p:sp>
            <p:nvSpPr>
              <p:cNvPr id="46" name="TextBox 45">
                <a:extLst>
                  <a:ext uri="{FF2B5EF4-FFF2-40B4-BE49-F238E27FC236}">
                    <a16:creationId xmlns:a16="http://schemas.microsoft.com/office/drawing/2014/main" id="{9C56E690-760F-907A-54C3-2DE5011CC3E4}"/>
                  </a:ext>
                </a:extLst>
              </p:cNvPr>
              <p:cNvSpPr txBox="1">
                <a:spLocks noRot="1" noChangeAspect="1" noMove="1" noResize="1" noEditPoints="1" noAdjustHandles="1" noChangeArrowheads="1" noChangeShapeType="1" noTextEdit="1"/>
              </p:cNvSpPr>
              <p:nvPr/>
            </p:nvSpPr>
            <p:spPr>
              <a:xfrm>
                <a:off x="10724745" y="1051777"/>
                <a:ext cx="448081" cy="369332"/>
              </a:xfrm>
              <a:prstGeom prst="rect">
                <a:avLst/>
              </a:prstGeom>
              <a:blipFill>
                <a:blip r:embed="rId24"/>
                <a:stretch>
                  <a:fillRect r="-405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2F3802A3-79CE-2716-0F01-114729E6EDFD}"/>
                  </a:ext>
                </a:extLst>
              </p:cNvPr>
              <p:cNvSpPr txBox="1"/>
              <p:nvPr/>
            </p:nvSpPr>
            <p:spPr>
              <a:xfrm>
                <a:off x="9511232" y="111833"/>
                <a:ext cx="557613"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Na</m:t>
                          </m:r>
                        </m:sub>
                      </m:sSub>
                    </m:oMath>
                  </m:oMathPara>
                </a14:m>
                <a:endParaRPr lang="en-US" dirty="0">
                  <a:solidFill>
                    <a:schemeClr val="bg1"/>
                  </a:solidFill>
                </a:endParaRPr>
              </a:p>
            </p:txBody>
          </p:sp>
        </mc:Choice>
        <mc:Fallback xmlns="">
          <p:sp>
            <p:nvSpPr>
              <p:cNvPr id="47" name="TextBox 46">
                <a:extLst>
                  <a:ext uri="{FF2B5EF4-FFF2-40B4-BE49-F238E27FC236}">
                    <a16:creationId xmlns:a16="http://schemas.microsoft.com/office/drawing/2014/main" id="{2F3802A3-79CE-2716-0F01-114729E6EDFD}"/>
                  </a:ext>
                </a:extLst>
              </p:cNvPr>
              <p:cNvSpPr txBox="1">
                <a:spLocks noRot="1" noChangeAspect="1" noMove="1" noResize="1" noEditPoints="1" noAdjustHandles="1" noChangeArrowheads="1" noChangeShapeType="1" noTextEdit="1"/>
              </p:cNvSpPr>
              <p:nvPr/>
            </p:nvSpPr>
            <p:spPr>
              <a:xfrm>
                <a:off x="9511232" y="111833"/>
                <a:ext cx="557613" cy="369332"/>
              </a:xfrm>
              <a:prstGeom prst="rect">
                <a:avLst/>
              </a:prstGeom>
              <a:blipFill>
                <a:blip r:embed="rId2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026CF2CA-0D04-921E-4483-36FEFC054460}"/>
                  </a:ext>
                </a:extLst>
              </p:cNvPr>
              <p:cNvSpPr txBox="1"/>
              <p:nvPr/>
            </p:nvSpPr>
            <p:spPr>
              <a:xfrm>
                <a:off x="9565904" y="1994059"/>
                <a:ext cx="421017"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Nb</m:t>
                          </m:r>
                        </m:sub>
                      </m:sSub>
                    </m:oMath>
                  </m:oMathPara>
                </a14:m>
                <a:endParaRPr lang="en-US" dirty="0">
                  <a:solidFill>
                    <a:schemeClr val="bg1"/>
                  </a:solidFill>
                </a:endParaRPr>
              </a:p>
            </p:txBody>
          </p:sp>
        </mc:Choice>
        <mc:Fallback xmlns="">
          <p:sp>
            <p:nvSpPr>
              <p:cNvPr id="48" name="TextBox 47">
                <a:extLst>
                  <a:ext uri="{FF2B5EF4-FFF2-40B4-BE49-F238E27FC236}">
                    <a16:creationId xmlns:a16="http://schemas.microsoft.com/office/drawing/2014/main" id="{026CF2CA-0D04-921E-4483-36FEFC054460}"/>
                  </a:ext>
                </a:extLst>
              </p:cNvPr>
              <p:cNvSpPr txBox="1">
                <a:spLocks noRot="1" noChangeAspect="1" noMove="1" noResize="1" noEditPoints="1" noAdjustHandles="1" noChangeArrowheads="1" noChangeShapeType="1" noTextEdit="1"/>
              </p:cNvSpPr>
              <p:nvPr/>
            </p:nvSpPr>
            <p:spPr>
              <a:xfrm>
                <a:off x="9565904" y="1994059"/>
                <a:ext cx="421017" cy="369332"/>
              </a:xfrm>
              <a:prstGeom prst="rect">
                <a:avLst/>
              </a:prstGeom>
              <a:blipFill>
                <a:blip r:embed="rId26"/>
                <a:stretch>
                  <a:fillRect r="-130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F5B4F2E5-C85C-8F72-CE1C-399C881D8AF1}"/>
                  </a:ext>
                </a:extLst>
              </p:cNvPr>
              <p:cNvSpPr txBox="1"/>
              <p:nvPr/>
            </p:nvSpPr>
            <p:spPr>
              <a:xfrm>
                <a:off x="8506271" y="1050324"/>
                <a:ext cx="448081"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Ni</m:t>
                          </m:r>
                        </m:sub>
                      </m:sSub>
                    </m:oMath>
                  </m:oMathPara>
                </a14:m>
                <a:endParaRPr lang="en-US" dirty="0">
                  <a:solidFill>
                    <a:schemeClr val="bg1"/>
                  </a:solidFill>
                </a:endParaRPr>
              </a:p>
            </p:txBody>
          </p:sp>
        </mc:Choice>
        <mc:Fallback xmlns="">
          <p:sp>
            <p:nvSpPr>
              <p:cNvPr id="49" name="TextBox 48">
                <a:extLst>
                  <a:ext uri="{FF2B5EF4-FFF2-40B4-BE49-F238E27FC236}">
                    <a16:creationId xmlns:a16="http://schemas.microsoft.com/office/drawing/2014/main" id="{F5B4F2E5-C85C-8F72-CE1C-399C881D8AF1}"/>
                  </a:ext>
                </a:extLst>
              </p:cNvPr>
              <p:cNvSpPr txBox="1">
                <a:spLocks noRot="1" noChangeAspect="1" noMove="1" noResize="1" noEditPoints="1" noAdjustHandles="1" noChangeArrowheads="1" noChangeShapeType="1" noTextEdit="1"/>
              </p:cNvSpPr>
              <p:nvPr/>
            </p:nvSpPr>
            <p:spPr>
              <a:xfrm>
                <a:off x="8506271" y="1050324"/>
                <a:ext cx="448081" cy="369332"/>
              </a:xfrm>
              <a:prstGeom prst="rect">
                <a:avLst/>
              </a:prstGeom>
              <a:blipFill>
                <a:blip r:embed="rId27"/>
                <a:stretch>
                  <a:fillRect/>
                </a:stretch>
              </a:blipFill>
            </p:spPr>
            <p:txBody>
              <a:bodyPr/>
              <a:lstStyle/>
              <a:p>
                <a:r>
                  <a:rPr lang="en-US">
                    <a:noFill/>
                  </a:rPr>
                  <a:t> </a:t>
                </a:r>
              </a:p>
            </p:txBody>
          </p:sp>
        </mc:Fallback>
      </mc:AlternateContent>
      <p:cxnSp>
        <p:nvCxnSpPr>
          <p:cNvPr id="60" name="Straight Connector 59">
            <a:extLst>
              <a:ext uri="{FF2B5EF4-FFF2-40B4-BE49-F238E27FC236}">
                <a16:creationId xmlns:a16="http://schemas.microsoft.com/office/drawing/2014/main" id="{1F69BD6D-97C4-361F-3F28-DD6705820BB3}"/>
              </a:ext>
            </a:extLst>
          </p:cNvPr>
          <p:cNvCxnSpPr>
            <a:cxnSpLocks/>
          </p:cNvCxnSpPr>
          <p:nvPr/>
        </p:nvCxnSpPr>
        <p:spPr>
          <a:xfrm>
            <a:off x="7775840" y="596589"/>
            <a:ext cx="0" cy="637112"/>
          </a:xfrm>
          <a:prstGeom prst="line">
            <a:avLst/>
          </a:prstGeom>
        </p:spPr>
        <p:style>
          <a:lnRef idx="2">
            <a:schemeClr val="accent1"/>
          </a:lnRef>
          <a:fillRef idx="0">
            <a:schemeClr val="accent1"/>
          </a:fillRef>
          <a:effectRef idx="1">
            <a:schemeClr val="accent1"/>
          </a:effectRef>
          <a:fontRef idx="minor">
            <a:schemeClr val="tx1"/>
          </a:fontRef>
        </p:style>
      </p:cxnSp>
      <p:sp>
        <p:nvSpPr>
          <p:cNvPr id="113" name="Rectangle 112">
            <a:extLst>
              <a:ext uri="{FF2B5EF4-FFF2-40B4-BE49-F238E27FC236}">
                <a16:creationId xmlns:a16="http://schemas.microsoft.com/office/drawing/2014/main" id="{28815C00-3138-1E48-546E-DE302A1B9EF1}"/>
              </a:ext>
            </a:extLst>
          </p:cNvPr>
          <p:cNvSpPr/>
          <p:nvPr/>
        </p:nvSpPr>
        <p:spPr>
          <a:xfrm>
            <a:off x="8320022" y="23424"/>
            <a:ext cx="3073000" cy="2537212"/>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15" name="TextBox 114">
            <a:extLst>
              <a:ext uri="{FF2B5EF4-FFF2-40B4-BE49-F238E27FC236}">
                <a16:creationId xmlns:a16="http://schemas.microsoft.com/office/drawing/2014/main" id="{2D7BB620-3D47-77C0-62CC-8265582D421E}"/>
              </a:ext>
            </a:extLst>
          </p:cNvPr>
          <p:cNvSpPr txBox="1"/>
          <p:nvPr/>
        </p:nvSpPr>
        <p:spPr>
          <a:xfrm>
            <a:off x="8334900" y="53954"/>
            <a:ext cx="473206" cy="338554"/>
          </a:xfrm>
          <a:prstGeom prst="rect">
            <a:avLst/>
          </a:prstGeom>
          <a:noFill/>
        </p:spPr>
        <p:txBody>
          <a:bodyPr wrap="none" rtlCol="0">
            <a:spAutoFit/>
          </a:bodyPr>
          <a:lstStyle/>
          <a:p>
            <a:r>
              <a:rPr lang="en-US" sz="1600" dirty="0"/>
              <a:t>NN</a:t>
            </a:r>
          </a:p>
        </p:txBody>
      </p:sp>
      <p:graphicFrame>
        <p:nvGraphicFramePr>
          <p:cNvPr id="2" name="Table 1">
            <a:extLst>
              <a:ext uri="{FF2B5EF4-FFF2-40B4-BE49-F238E27FC236}">
                <a16:creationId xmlns:a16="http://schemas.microsoft.com/office/drawing/2014/main" id="{B12087C9-4169-19DE-13AC-D66DECED17D4}"/>
              </a:ext>
            </a:extLst>
          </p:cNvPr>
          <p:cNvGraphicFramePr>
            <a:graphicFrameLocks noGrp="1"/>
          </p:cNvGraphicFramePr>
          <p:nvPr/>
        </p:nvGraphicFramePr>
        <p:xfrm>
          <a:off x="822533" y="3008092"/>
          <a:ext cx="9787289" cy="3017520"/>
        </p:xfrm>
        <a:graphic>
          <a:graphicData uri="http://schemas.openxmlformats.org/drawingml/2006/table">
            <a:tbl>
              <a:tblPr firstRow="1" bandRow="1">
                <a:tableStyleId>{C4B1156A-380E-4F78-BDF5-A606A8083BF9}</a:tableStyleId>
              </a:tblPr>
              <a:tblGrid>
                <a:gridCol w="3296165">
                  <a:extLst>
                    <a:ext uri="{9D8B030D-6E8A-4147-A177-3AD203B41FA5}">
                      <a16:colId xmlns:a16="http://schemas.microsoft.com/office/drawing/2014/main" val="2247704463"/>
                    </a:ext>
                  </a:extLst>
                </a:gridCol>
                <a:gridCol w="2517504">
                  <a:extLst>
                    <a:ext uri="{9D8B030D-6E8A-4147-A177-3AD203B41FA5}">
                      <a16:colId xmlns:a16="http://schemas.microsoft.com/office/drawing/2014/main" val="1120151498"/>
                    </a:ext>
                  </a:extLst>
                </a:gridCol>
                <a:gridCol w="2922588">
                  <a:extLst>
                    <a:ext uri="{9D8B030D-6E8A-4147-A177-3AD203B41FA5}">
                      <a16:colId xmlns:a16="http://schemas.microsoft.com/office/drawing/2014/main" val="1328058479"/>
                    </a:ext>
                  </a:extLst>
                </a:gridCol>
                <a:gridCol w="1051032">
                  <a:extLst>
                    <a:ext uri="{9D8B030D-6E8A-4147-A177-3AD203B41FA5}">
                      <a16:colId xmlns:a16="http://schemas.microsoft.com/office/drawing/2014/main" val="2587608585"/>
                    </a:ext>
                  </a:extLst>
                </a:gridCol>
              </a:tblGrid>
              <a:tr h="274320">
                <a:tc>
                  <a:txBody>
                    <a:bodyPr/>
                    <a:lstStyle/>
                    <a:p>
                      <a:r>
                        <a:rPr lang="en-US" sz="1200" dirty="0"/>
                        <a:t>Reaction</a:t>
                      </a:r>
                    </a:p>
                  </a:txBody>
                  <a:tcPr/>
                </a:tc>
                <a:tc>
                  <a:txBody>
                    <a:bodyPr/>
                    <a:lstStyle/>
                    <a:p>
                      <a:r>
                        <a:rPr lang="en-US" sz="1200" b="1" dirty="0"/>
                        <a:t>Genes</a:t>
                      </a:r>
                    </a:p>
                  </a:txBody>
                  <a:tcPr/>
                </a:tc>
                <a:tc>
                  <a:txBody>
                    <a:bodyPr/>
                    <a:lstStyle/>
                    <a:p>
                      <a:r>
                        <a:rPr lang="en-US" sz="1200" b="1" dirty="0"/>
                        <a:t>PDB ID</a:t>
                      </a:r>
                    </a:p>
                  </a:txBody>
                  <a:tcPr/>
                </a:tc>
                <a:tc>
                  <a:txBody>
                    <a:bodyPr/>
                    <a:lstStyle/>
                    <a:p>
                      <a:r>
                        <a:rPr lang="en-US" sz="1200" b="1" dirty="0"/>
                        <a:t>Frequency</a:t>
                      </a:r>
                    </a:p>
                  </a:txBody>
                  <a:tcPr/>
                </a:tc>
                <a:extLst>
                  <a:ext uri="{0D108BD9-81ED-4DB2-BD59-A6C34878D82A}">
                    <a16:rowId xmlns:a16="http://schemas.microsoft.com/office/drawing/2014/main" val="830326239"/>
                  </a:ext>
                </a:extLst>
              </a:tr>
              <a:tr h="274320">
                <a:tc>
                  <a:txBody>
                    <a:bodyPr/>
                    <a:lstStyle/>
                    <a:p>
                      <a:r>
                        <a:rPr lang="pt-BR" sz="1200" b="0" dirty="0"/>
                        <a:t> r_Df (differentiator: fast)</a:t>
                      </a:r>
                      <a:r>
                        <a:rPr lang="pt-BR" sz="1200" dirty="0"/>
                        <a:t> </a:t>
                      </a:r>
                      <a:endParaRPr lang="en-US" sz="1200" dirty="0"/>
                    </a:p>
                  </a:txBody>
                  <a:tcPr/>
                </a:tc>
                <a:tc>
                  <a:txBody>
                    <a:bodyPr/>
                    <a:lstStyle/>
                    <a:p>
                      <a:r>
                        <a:rPr lang="en-US" sz="1200" b="0" dirty="0"/>
                        <a:t>YDL215C</a:t>
                      </a:r>
                    </a:p>
                  </a:txBody>
                  <a:tcPr/>
                </a:tc>
                <a:tc>
                  <a:txBody>
                    <a:bodyPr/>
                    <a:lstStyle/>
                    <a:p>
                      <a:r>
                        <a:rPr lang="en-US" sz="1200" b="0" dirty="0">
                          <a:hlinkClick r:id="rId28"/>
                        </a:rPr>
                        <a:t>AF-P33327-F1-model_v6 (AlphaFold)</a:t>
                      </a:r>
                      <a:endParaRPr lang="en-US" sz="1200" b="0" dirty="0"/>
                    </a:p>
                  </a:txBody>
                  <a:tcPr/>
                </a:tc>
                <a:tc>
                  <a:txBody>
                    <a:bodyPr/>
                    <a:lstStyle/>
                    <a:p>
                      <a:endParaRPr lang="en-US" sz="1200" b="0" dirty="0"/>
                    </a:p>
                  </a:txBody>
                  <a:tcPr/>
                </a:tc>
                <a:extLst>
                  <a:ext uri="{0D108BD9-81ED-4DB2-BD59-A6C34878D82A}">
                    <a16:rowId xmlns:a16="http://schemas.microsoft.com/office/drawing/2014/main" val="4006369147"/>
                  </a:ext>
                </a:extLst>
              </a:tr>
              <a:tr h="274320">
                <a:tc>
                  <a:txBody>
                    <a:bodyPr/>
                    <a:lstStyle/>
                    <a:p>
                      <a:r>
                        <a:rPr lang="en-US" sz="1200" dirty="0" err="1"/>
                        <a:t>r_Ds</a:t>
                      </a:r>
                      <a:r>
                        <a:rPr lang="en-US" sz="1200" dirty="0"/>
                        <a:t> (differentiator: slow)</a:t>
                      </a:r>
                    </a:p>
                  </a:txBody>
                  <a:tcPr/>
                </a:tc>
                <a:tc>
                  <a:txBody>
                    <a:bodyPr/>
                    <a:lstStyle/>
                    <a:p>
                      <a:r>
                        <a:rPr lang="en-US" sz="1200" dirty="0">
                          <a:solidFill>
                            <a:schemeClr val="tx1"/>
                          </a:solidFill>
                        </a:rPr>
                        <a:t>YPR021C</a:t>
                      </a:r>
                    </a:p>
                  </a:txBody>
                  <a:tcPr/>
                </a:tc>
                <a:tc>
                  <a:txBody>
                    <a:bodyPr/>
                    <a:lstStyle/>
                    <a:p>
                      <a:r>
                        <a:rPr lang="en-US" sz="1200" dirty="0">
                          <a:hlinkClick r:id="rId29"/>
                        </a:rPr>
                        <a:t>AF-Q12482-F1-model_v6 (AlphaFold)</a:t>
                      </a:r>
                      <a:endParaRPr lang="en-US" sz="1200" dirty="0"/>
                    </a:p>
                  </a:txBody>
                  <a:tcPr/>
                </a:tc>
                <a:tc>
                  <a:txBody>
                    <a:bodyPr/>
                    <a:lstStyle/>
                    <a:p>
                      <a:endParaRPr lang="en-US" sz="1200" dirty="0"/>
                    </a:p>
                  </a:txBody>
                  <a:tcPr/>
                </a:tc>
                <a:extLst>
                  <a:ext uri="{0D108BD9-81ED-4DB2-BD59-A6C34878D82A}">
                    <a16:rowId xmlns:a16="http://schemas.microsoft.com/office/drawing/2014/main" val="1526051723"/>
                  </a:ext>
                </a:extLst>
              </a:tr>
              <a:tr h="274320">
                <a:tc>
                  <a:txBody>
                    <a:bodyPr/>
                    <a:lstStyle/>
                    <a:p>
                      <a:r>
                        <a:rPr lang="en-US" sz="1200" dirty="0" err="1"/>
                        <a:t>r_Dp</a:t>
                      </a:r>
                      <a:r>
                        <a:rPr lang="en-US" sz="1200" dirty="0"/>
                        <a:t> (differentiator: producer)</a:t>
                      </a:r>
                    </a:p>
                  </a:txBody>
                  <a:tcPr/>
                </a:tc>
                <a:tc>
                  <a:txBody>
                    <a:bodyPr/>
                    <a:lstStyle/>
                    <a:p>
                      <a:r>
                        <a:rPr lang="en-US" sz="1200" dirty="0"/>
                        <a:t>YPR035W</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 sz="1200" b="0" i="0" dirty="0">
                          <a:solidFill>
                            <a:srgbClr val="0A0A0A"/>
                          </a:solidFill>
                          <a:effectLst/>
                          <a:latin typeface="Lato" panose="020F0502020204030203" pitchFamily="34" charset="0"/>
                          <a:hlinkClick r:id="rId30"/>
                        </a:rPr>
                        <a:t>3FKY</a:t>
                      </a:r>
                      <a:endParaRPr lang="en-US" sz="1200" dirty="0"/>
                    </a:p>
                  </a:txBody>
                  <a:tcPr/>
                </a:tc>
                <a:tc>
                  <a:txBody>
                    <a:bodyPr/>
                    <a:lstStyle/>
                    <a:p>
                      <a:endParaRPr lang="en-US" sz="1200" dirty="0"/>
                    </a:p>
                  </a:txBody>
                  <a:tcPr/>
                </a:tc>
                <a:extLst>
                  <a:ext uri="{0D108BD9-81ED-4DB2-BD59-A6C34878D82A}">
                    <a16:rowId xmlns:a16="http://schemas.microsoft.com/office/drawing/2014/main" val="652912411"/>
                  </a:ext>
                </a:extLst>
              </a:tr>
              <a:tr h="274320">
                <a:tc>
                  <a:txBody>
                    <a:bodyPr/>
                    <a:lstStyle/>
                    <a:p>
                      <a:r>
                        <a:rPr lang="en-US" sz="1200" dirty="0" err="1"/>
                        <a:t>r_Di</a:t>
                      </a:r>
                      <a:r>
                        <a:rPr lang="en-US" sz="1200" dirty="0"/>
                        <a:t> (differentiator: integrator)</a:t>
                      </a:r>
                    </a:p>
                  </a:txBody>
                  <a:tcPr/>
                </a:tc>
                <a:tc>
                  <a:txBody>
                    <a:bodyPr/>
                    <a:lstStyle/>
                    <a:p>
                      <a:r>
                        <a:rPr lang="en-US" sz="1200" b="1" dirty="0"/>
                        <a:t>YGR124W</a:t>
                      </a:r>
                      <a:r>
                        <a:rPr lang="en-US" sz="1200" dirty="0"/>
                        <a:t> or YPR145W</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hlinkClick r:id="rId31"/>
                        </a:rPr>
                        <a:t>AF-P49090-F1-model_v6 (AlphaFold)</a:t>
                      </a:r>
                      <a:endParaRPr lang="en-US" sz="1200" dirty="0"/>
                    </a:p>
                  </a:txBody>
                  <a:tcPr/>
                </a:tc>
                <a:tc>
                  <a:txBody>
                    <a:bodyPr/>
                    <a:lstStyle/>
                    <a:p>
                      <a:endParaRPr lang="en-US" sz="1200" dirty="0"/>
                    </a:p>
                  </a:txBody>
                  <a:tcPr/>
                </a:tc>
                <a:extLst>
                  <a:ext uri="{0D108BD9-81ED-4DB2-BD59-A6C34878D82A}">
                    <a16:rowId xmlns:a16="http://schemas.microsoft.com/office/drawing/2014/main" val="2113626482"/>
                  </a:ext>
                </a:extLst>
              </a:tr>
              <a:tr h="274320">
                <a:tc>
                  <a:txBody>
                    <a:bodyPr/>
                    <a:lstStyle/>
                    <a:p>
                      <a:r>
                        <a:rPr lang="en-US" sz="1200" dirty="0" err="1"/>
                        <a:t>r_Cp</a:t>
                      </a:r>
                      <a:r>
                        <a:rPr lang="en-US" sz="1200" dirty="0"/>
                        <a:t> (counter: producer)</a:t>
                      </a:r>
                    </a:p>
                  </a:txBody>
                  <a:tcPr/>
                </a:tc>
                <a:tc>
                  <a:txBody>
                    <a:bodyPr/>
                    <a:lstStyle/>
                    <a:p>
                      <a:r>
                        <a:rPr lang="en-US" sz="1200" dirty="0"/>
                        <a:t>YGR061C</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hlinkClick r:id="rId32"/>
                        </a:rPr>
                        <a:t>AF-P38972-F1-model_v6 (AlphaFold)</a:t>
                      </a:r>
                      <a:endParaRPr lang="en-US" sz="1200" dirty="0"/>
                    </a:p>
                  </a:txBody>
                  <a:tcPr/>
                </a:tc>
                <a:tc>
                  <a:txBody>
                    <a:bodyPr/>
                    <a:lstStyle/>
                    <a:p>
                      <a:endParaRPr lang="en-US" sz="1200" dirty="0"/>
                    </a:p>
                  </a:txBody>
                  <a:tcPr/>
                </a:tc>
                <a:extLst>
                  <a:ext uri="{0D108BD9-81ED-4DB2-BD59-A6C34878D82A}">
                    <a16:rowId xmlns:a16="http://schemas.microsoft.com/office/drawing/2014/main" val="2606163442"/>
                  </a:ext>
                </a:extLst>
              </a:tr>
              <a:tr h="274320">
                <a:tc>
                  <a:txBody>
                    <a:bodyPr/>
                    <a:lstStyle/>
                    <a:p>
                      <a:r>
                        <a:rPr lang="en-US" sz="1200" dirty="0" err="1"/>
                        <a:t>r_Cg</a:t>
                      </a:r>
                      <a:r>
                        <a:rPr lang="en-US" sz="1200" dirty="0"/>
                        <a:t> (counter: gate)</a:t>
                      </a:r>
                    </a:p>
                  </a:txBody>
                  <a:tcPr/>
                </a:tc>
                <a:tc>
                  <a:txBody>
                    <a:bodyPr/>
                    <a:lstStyle/>
                    <a:p>
                      <a:r>
                        <a:rPr lang="en-US" sz="1200" b="1" dirty="0"/>
                        <a:t>YFL060C</a:t>
                      </a:r>
                      <a:r>
                        <a:rPr lang="en-US" sz="1200" dirty="0"/>
                        <a:t> or YNL334C</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hlinkClick r:id="rId33"/>
                        </a:rPr>
                        <a:t>AF-P43544-F1-model_v6 (AlphaFold)</a:t>
                      </a:r>
                      <a:endParaRPr lang="en-US" sz="1200" dirty="0"/>
                    </a:p>
                  </a:txBody>
                  <a:tcPr/>
                </a:tc>
                <a:tc>
                  <a:txBody>
                    <a:bodyPr/>
                    <a:lstStyle/>
                    <a:p>
                      <a:endParaRPr lang="en-US" sz="1200" dirty="0"/>
                    </a:p>
                  </a:txBody>
                  <a:tcPr/>
                </a:tc>
                <a:extLst>
                  <a:ext uri="{0D108BD9-81ED-4DB2-BD59-A6C34878D82A}">
                    <a16:rowId xmlns:a16="http://schemas.microsoft.com/office/drawing/2014/main" val="2438667136"/>
                  </a:ext>
                </a:extLst>
              </a:tr>
              <a:tr h="274320">
                <a:tc>
                  <a:txBody>
                    <a:bodyPr/>
                    <a:lstStyle/>
                    <a:p>
                      <a:r>
                        <a:rPr lang="en-US" sz="1200" dirty="0" err="1"/>
                        <a:t>r_Cr</a:t>
                      </a:r>
                      <a:r>
                        <a:rPr lang="en-US" sz="1200" dirty="0"/>
                        <a:t> (counter: reset)</a:t>
                      </a:r>
                    </a:p>
                  </a:txBody>
                  <a:tcPr/>
                </a:tc>
                <a:tc>
                  <a:txBody>
                    <a:bodyPr/>
                    <a:lstStyle/>
                    <a:p>
                      <a:r>
                        <a:rPr lang="en-US" sz="1200" b="1" dirty="0"/>
                        <a:t>YGR192C</a:t>
                      </a:r>
                      <a:r>
                        <a:rPr lang="en-US" sz="1200" dirty="0"/>
                        <a:t> or YJL052W or YJR009C</a:t>
                      </a:r>
                    </a:p>
                  </a:txBody>
                  <a:tcPr/>
                </a:tc>
                <a:tc>
                  <a:txBody>
                    <a:bodyPr/>
                    <a:lstStyle/>
                    <a:p>
                      <a:r>
                        <a:rPr lang="" sz="1200" b="0" i="0" dirty="0">
                          <a:solidFill>
                            <a:srgbClr val="0A0A0A"/>
                          </a:solidFill>
                          <a:effectLst/>
                          <a:latin typeface="Lato" panose="020F0502020204030203" pitchFamily="34" charset="0"/>
                          <a:hlinkClick r:id="rId34"/>
                        </a:rPr>
                        <a:t>3PYM</a:t>
                      </a:r>
                      <a:endParaRPr lang="en-US" sz="1200" dirty="0"/>
                    </a:p>
                  </a:txBody>
                  <a:tcPr/>
                </a:tc>
                <a:tc>
                  <a:txBody>
                    <a:bodyPr/>
                    <a:lstStyle/>
                    <a:p>
                      <a:endParaRPr lang="en-US" sz="1200" dirty="0"/>
                    </a:p>
                  </a:txBody>
                  <a:tcPr/>
                </a:tc>
                <a:extLst>
                  <a:ext uri="{0D108BD9-81ED-4DB2-BD59-A6C34878D82A}">
                    <a16:rowId xmlns:a16="http://schemas.microsoft.com/office/drawing/2014/main" val="2254960406"/>
                  </a:ext>
                </a:extLst>
              </a:tr>
              <a:tr h="274320">
                <a:tc>
                  <a:txBody>
                    <a:bodyPr/>
                    <a:lstStyle/>
                    <a:p>
                      <a:r>
                        <a:rPr lang="pt-BR" sz="1200" dirty="0"/>
                        <a:t>r_Na (NN: neuron a)</a:t>
                      </a:r>
                      <a:endParaRPr lang="en-US" sz="1200" dirty="0"/>
                    </a:p>
                  </a:txBody>
                  <a:tcPr/>
                </a:tc>
                <a:tc>
                  <a:txBody>
                    <a:bodyPr/>
                    <a:lstStyle/>
                    <a:p>
                      <a:r>
                        <a:rPr lang="en-US" sz="1200" dirty="0"/>
                        <a:t>YLR410W</a:t>
                      </a:r>
                    </a:p>
                  </a:txBody>
                  <a:tcPr/>
                </a:tc>
                <a:tc>
                  <a:txBody>
                    <a:bodyPr/>
                    <a:lstStyle/>
                    <a:p>
                      <a:r>
                        <a:rPr lang="" sz="1200" b="0" i="0" dirty="0">
                          <a:solidFill>
                            <a:srgbClr val="0A0A0A"/>
                          </a:solidFill>
                          <a:effectLst/>
                          <a:latin typeface="Lato" panose="020F0502020204030203" pitchFamily="34" charset="0"/>
                          <a:hlinkClick r:id="rId35"/>
                        </a:rPr>
                        <a:t>9GR8</a:t>
                      </a:r>
                      <a:endParaRPr lang="en-US" sz="1200" dirty="0"/>
                    </a:p>
                  </a:txBody>
                  <a:tcPr/>
                </a:tc>
                <a:tc>
                  <a:txBody>
                    <a:bodyPr/>
                    <a:lstStyle/>
                    <a:p>
                      <a:endParaRPr lang="en-US" sz="1200" dirty="0"/>
                    </a:p>
                  </a:txBody>
                  <a:tcPr/>
                </a:tc>
                <a:extLst>
                  <a:ext uri="{0D108BD9-81ED-4DB2-BD59-A6C34878D82A}">
                    <a16:rowId xmlns:a16="http://schemas.microsoft.com/office/drawing/2014/main" val="1999658234"/>
                  </a:ext>
                </a:extLst>
              </a:tr>
              <a:tr h="274320">
                <a:tc>
                  <a:txBody>
                    <a:bodyPr/>
                    <a:lstStyle/>
                    <a:p>
                      <a:r>
                        <a:rPr lang="de-DE" sz="1200" dirty="0" err="1"/>
                        <a:t>r_Nb</a:t>
                      </a:r>
                      <a:r>
                        <a:rPr lang="de-DE" sz="1200" dirty="0"/>
                        <a:t> (NN: </a:t>
                      </a:r>
                      <a:r>
                        <a:rPr lang="de-DE" sz="1200" dirty="0" err="1"/>
                        <a:t>neuron</a:t>
                      </a:r>
                      <a:r>
                        <a:rPr lang="de-DE" sz="1200" dirty="0"/>
                        <a:t> b)</a:t>
                      </a:r>
                      <a:endParaRPr lang="en-US" sz="1200" dirty="0"/>
                    </a:p>
                  </a:txBody>
                  <a:tcPr/>
                </a:tc>
                <a:tc>
                  <a:txBody>
                    <a:bodyPr/>
                    <a:lstStyle/>
                    <a:p>
                      <a:r>
                        <a:rPr lang="en-US" sz="1200" dirty="0"/>
                        <a:t>YDR017C</a:t>
                      </a:r>
                    </a:p>
                  </a:txBody>
                  <a:tcPr/>
                </a:tc>
                <a:tc>
                  <a:txBody>
                    <a:bodyPr/>
                    <a:lstStyle/>
                    <a:p>
                      <a:r>
                        <a:rPr lang="en-US" sz="1200" dirty="0">
                          <a:hlinkClick r:id="rId36"/>
                        </a:rPr>
                        <a:t>AF-Q12494-F1-model_v6 (AlphaFold)</a:t>
                      </a:r>
                      <a:endParaRPr lang="en-US" sz="1200" dirty="0"/>
                    </a:p>
                  </a:txBody>
                  <a:tcPr/>
                </a:tc>
                <a:tc>
                  <a:txBody>
                    <a:bodyPr/>
                    <a:lstStyle/>
                    <a:p>
                      <a:endParaRPr lang="en-US" sz="1200" dirty="0"/>
                    </a:p>
                  </a:txBody>
                  <a:tcPr/>
                </a:tc>
                <a:extLst>
                  <a:ext uri="{0D108BD9-81ED-4DB2-BD59-A6C34878D82A}">
                    <a16:rowId xmlns:a16="http://schemas.microsoft.com/office/drawing/2014/main" val="3421116653"/>
                  </a:ext>
                </a:extLst>
              </a:tr>
              <a:tr h="274320">
                <a:tc>
                  <a:txBody>
                    <a:bodyPr/>
                    <a:lstStyle/>
                    <a:p>
                      <a:r>
                        <a:rPr lang="pt-BR" sz="1200" dirty="0"/>
                        <a:t> r_No (NN: merge/output) </a:t>
                      </a:r>
                      <a:endParaRPr lang="en-US" sz="1200" dirty="0"/>
                    </a:p>
                  </a:txBody>
                  <a:tcPr/>
                </a:tc>
                <a:tc>
                  <a:txBody>
                    <a:bodyPr/>
                    <a:lstStyle/>
                    <a:p>
                      <a:r>
                        <a:rPr lang="en-US" sz="1200" dirty="0"/>
                        <a:t>YOR163W</a:t>
                      </a:r>
                    </a:p>
                  </a:txBody>
                  <a:tcPr/>
                </a:tc>
                <a:tc>
                  <a:txBody>
                    <a:bodyPr/>
                    <a:lstStyle/>
                    <a:p>
                      <a:r>
                        <a:rPr lang="" sz="1200" b="0" i="0" dirty="0">
                          <a:solidFill>
                            <a:srgbClr val="0A0A0A"/>
                          </a:solidFill>
                          <a:effectLst/>
                          <a:latin typeface="Lato" panose="020F0502020204030203" pitchFamily="34" charset="0"/>
                          <a:hlinkClick r:id="rId37"/>
                        </a:rPr>
                        <a:t>7AUI</a:t>
                      </a:r>
                      <a:endParaRPr lang="en-US" sz="1200" dirty="0"/>
                    </a:p>
                  </a:txBody>
                  <a:tcPr/>
                </a:tc>
                <a:tc>
                  <a:txBody>
                    <a:bodyPr/>
                    <a:lstStyle/>
                    <a:p>
                      <a:endParaRPr lang="en-US" sz="1200" dirty="0"/>
                    </a:p>
                  </a:txBody>
                  <a:tcPr/>
                </a:tc>
                <a:extLst>
                  <a:ext uri="{0D108BD9-81ED-4DB2-BD59-A6C34878D82A}">
                    <a16:rowId xmlns:a16="http://schemas.microsoft.com/office/drawing/2014/main" val="1610077111"/>
                  </a:ext>
                </a:extLst>
              </a:tr>
            </a:tbl>
          </a:graphicData>
        </a:graphic>
      </p:graphicFrame>
      <p:sp>
        <p:nvSpPr>
          <p:cNvPr id="11" name="Rectangle: Rounded Corners 10">
            <a:extLst>
              <a:ext uri="{FF2B5EF4-FFF2-40B4-BE49-F238E27FC236}">
                <a16:creationId xmlns:a16="http://schemas.microsoft.com/office/drawing/2014/main" id="{3873B425-EA69-975C-5A59-4EB8F1FA65B2}"/>
              </a:ext>
            </a:extLst>
          </p:cNvPr>
          <p:cNvSpPr/>
          <p:nvPr/>
        </p:nvSpPr>
        <p:spPr>
          <a:xfrm>
            <a:off x="1462291" y="6126480"/>
            <a:ext cx="1554480" cy="73152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Algorithm </a:t>
            </a:r>
          </a:p>
        </p:txBody>
      </p:sp>
      <p:sp>
        <p:nvSpPr>
          <p:cNvPr id="15" name="Rectangle: Rounded Corners 14">
            <a:extLst>
              <a:ext uri="{FF2B5EF4-FFF2-40B4-BE49-F238E27FC236}">
                <a16:creationId xmlns:a16="http://schemas.microsoft.com/office/drawing/2014/main" id="{192FF8D3-02F6-5F3A-B8EC-338637CE0D96}"/>
              </a:ext>
            </a:extLst>
          </p:cNvPr>
          <p:cNvSpPr/>
          <p:nvPr/>
        </p:nvSpPr>
        <p:spPr>
          <a:xfrm>
            <a:off x="3764816" y="6126480"/>
            <a:ext cx="1554480" cy="731520"/>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Chemical Reactions </a:t>
            </a:r>
          </a:p>
        </p:txBody>
      </p:sp>
      <p:sp>
        <p:nvSpPr>
          <p:cNvPr id="16" name="Rectangle: Rounded Corners 15">
            <a:extLst>
              <a:ext uri="{FF2B5EF4-FFF2-40B4-BE49-F238E27FC236}">
                <a16:creationId xmlns:a16="http://schemas.microsoft.com/office/drawing/2014/main" id="{7AB15F44-B6EB-B8F2-8748-CDEE46009138}"/>
              </a:ext>
            </a:extLst>
          </p:cNvPr>
          <p:cNvSpPr/>
          <p:nvPr/>
        </p:nvSpPr>
        <p:spPr>
          <a:xfrm>
            <a:off x="6067341" y="6126480"/>
            <a:ext cx="1554480" cy="731520"/>
          </a:xfrm>
          <a:prstGeom prst="roundRect">
            <a:avLst/>
          </a:prstGeom>
          <a:solidFill>
            <a:srgbClr val="DCEAF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Metabolic Network</a:t>
            </a:r>
          </a:p>
        </p:txBody>
      </p:sp>
      <p:sp>
        <p:nvSpPr>
          <p:cNvPr id="17" name="Rectangle: Rounded Corners 16">
            <a:extLst>
              <a:ext uri="{FF2B5EF4-FFF2-40B4-BE49-F238E27FC236}">
                <a16:creationId xmlns:a16="http://schemas.microsoft.com/office/drawing/2014/main" id="{59A96FC2-5507-2CB0-D019-C9000036E1C1}"/>
              </a:ext>
            </a:extLst>
          </p:cNvPr>
          <p:cNvSpPr/>
          <p:nvPr/>
        </p:nvSpPr>
        <p:spPr>
          <a:xfrm>
            <a:off x="8369865" y="6126480"/>
            <a:ext cx="1554480" cy="73152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THz Actuation</a:t>
            </a:r>
          </a:p>
        </p:txBody>
      </p:sp>
      <p:cxnSp>
        <p:nvCxnSpPr>
          <p:cNvPr id="18" name="Straight Arrow Connector 17">
            <a:extLst>
              <a:ext uri="{FF2B5EF4-FFF2-40B4-BE49-F238E27FC236}">
                <a16:creationId xmlns:a16="http://schemas.microsoft.com/office/drawing/2014/main" id="{2A13997A-8581-7BB6-2F76-2AAF0D481F3D}"/>
              </a:ext>
            </a:extLst>
          </p:cNvPr>
          <p:cNvCxnSpPr>
            <a:cxnSpLocks/>
            <a:stCxn id="11" idx="3"/>
            <a:endCxn id="15" idx="1"/>
          </p:cNvCxnSpPr>
          <p:nvPr/>
        </p:nvCxnSpPr>
        <p:spPr>
          <a:xfrm>
            <a:off x="3016771" y="6492240"/>
            <a:ext cx="748045" cy="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DD4364FB-65EE-1A5F-71D2-67C7F092D33E}"/>
              </a:ext>
            </a:extLst>
          </p:cNvPr>
          <p:cNvCxnSpPr>
            <a:cxnSpLocks/>
            <a:stCxn id="15" idx="3"/>
            <a:endCxn id="16" idx="1"/>
          </p:cNvCxnSpPr>
          <p:nvPr/>
        </p:nvCxnSpPr>
        <p:spPr>
          <a:xfrm>
            <a:off x="5319296" y="6492240"/>
            <a:ext cx="748045" cy="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46F85750-51A9-6F51-01FD-BE1CA00B52E2}"/>
              </a:ext>
            </a:extLst>
          </p:cNvPr>
          <p:cNvCxnSpPr>
            <a:cxnSpLocks/>
          </p:cNvCxnSpPr>
          <p:nvPr/>
        </p:nvCxnSpPr>
        <p:spPr>
          <a:xfrm>
            <a:off x="7621821" y="6492240"/>
            <a:ext cx="748044" cy="0"/>
          </a:xfrm>
          <a:prstGeom prst="straightConnector1">
            <a:avLst/>
          </a:prstGeom>
          <a:ln>
            <a:headEnd type="triangle" w="lg" len="lg"/>
            <a:tailEnd type="none" w="lg" len="lg"/>
          </a:ln>
        </p:spPr>
        <p:style>
          <a:lnRef idx="2">
            <a:schemeClr val="accent1"/>
          </a:lnRef>
          <a:fillRef idx="0">
            <a:schemeClr val="accent1"/>
          </a:fillRef>
          <a:effectRef idx="1">
            <a:schemeClr val="accent1"/>
          </a:effectRef>
          <a:fontRef idx="minor">
            <a:schemeClr val="tx1"/>
          </a:fontRef>
        </p:style>
      </p:cxnSp>
      <p:sp>
        <p:nvSpPr>
          <p:cNvPr id="3" name="TextBox 2">
            <a:extLst>
              <a:ext uri="{FF2B5EF4-FFF2-40B4-BE49-F238E27FC236}">
                <a16:creationId xmlns:a16="http://schemas.microsoft.com/office/drawing/2014/main" id="{607972EB-CB78-804F-7630-6A4B9758FCDA}"/>
              </a:ext>
            </a:extLst>
          </p:cNvPr>
          <p:cNvSpPr txBox="1"/>
          <p:nvPr/>
        </p:nvSpPr>
        <p:spPr>
          <a:xfrm>
            <a:off x="22471" y="2619368"/>
            <a:ext cx="986167" cy="369332"/>
          </a:xfrm>
          <a:prstGeom prst="rect">
            <a:avLst/>
          </a:prstGeom>
          <a:noFill/>
        </p:spPr>
        <p:txBody>
          <a:bodyPr wrap="none" rtlCol="0">
            <a:spAutoFit/>
          </a:bodyPr>
          <a:lstStyle/>
          <a:p>
            <a:r>
              <a:rPr lang="en-US" dirty="0"/>
              <a:t>Motif 47</a:t>
            </a:r>
          </a:p>
        </p:txBody>
      </p:sp>
    </p:spTree>
    <p:extLst>
      <p:ext uri="{BB962C8B-B14F-4D97-AF65-F5344CB8AC3E}">
        <p14:creationId xmlns:p14="http://schemas.microsoft.com/office/powerpoint/2010/main" val="149021898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4C6AAE-E930-24B8-6FF1-D5AF1F6F78CE}"/>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AC4F8B14-C7BA-10C9-FAAF-83E0234A5785}"/>
              </a:ext>
            </a:extLst>
          </p:cNvPr>
          <p:cNvPicPr>
            <a:picLocks noChangeAspect="1"/>
          </p:cNvPicPr>
          <p:nvPr/>
        </p:nvPicPr>
        <p:blipFill>
          <a:blip r:embed="rId3"/>
          <a:stretch>
            <a:fillRect/>
          </a:stretch>
        </p:blipFill>
        <p:spPr>
          <a:xfrm>
            <a:off x="1602984" y="2048382"/>
            <a:ext cx="6388940" cy="4771487"/>
          </a:xfrm>
          <a:prstGeom prst="rect">
            <a:avLst/>
          </a:prstGeom>
        </p:spPr>
      </p:pic>
      <p:grpSp>
        <p:nvGrpSpPr>
          <p:cNvPr id="6" name="Group 5">
            <a:extLst>
              <a:ext uri="{FF2B5EF4-FFF2-40B4-BE49-F238E27FC236}">
                <a16:creationId xmlns:a16="http://schemas.microsoft.com/office/drawing/2014/main" id="{2D170305-B557-3907-D1A0-BF63D076AE85}"/>
              </a:ext>
            </a:extLst>
          </p:cNvPr>
          <p:cNvGrpSpPr>
            <a:grpSpLocks noChangeAspect="1"/>
          </p:cNvGrpSpPr>
          <p:nvPr/>
        </p:nvGrpSpPr>
        <p:grpSpPr>
          <a:xfrm>
            <a:off x="7" y="-6881"/>
            <a:ext cx="8829908" cy="1899563"/>
            <a:chOff x="0" y="-6886"/>
            <a:chExt cx="11934822" cy="2567522"/>
          </a:xfrm>
        </p:grpSpPr>
        <p:sp>
          <p:nvSpPr>
            <p:cNvPr id="69" name="Oval 68">
              <a:extLst>
                <a:ext uri="{FF2B5EF4-FFF2-40B4-BE49-F238E27FC236}">
                  <a16:creationId xmlns:a16="http://schemas.microsoft.com/office/drawing/2014/main" id="{E1BBB711-0D7C-09DA-B051-53D49A855A37}"/>
                </a:ext>
              </a:extLst>
            </p:cNvPr>
            <p:cNvSpPr>
              <a:spLocks noChangeAspect="1"/>
            </p:cNvSpPr>
            <p:nvPr/>
          </p:nvSpPr>
          <p:spPr>
            <a:xfrm>
              <a:off x="4944144" y="395606"/>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p>
          </p:txBody>
        </p:sp>
        <mc:AlternateContent xmlns:mc="http://schemas.openxmlformats.org/markup-compatibility/2006" xmlns:a14="http://schemas.microsoft.com/office/drawing/2010/main">
          <mc:Choice Requires="a14">
            <p:sp>
              <p:nvSpPr>
                <p:cNvPr id="70" name="TextBox 69">
                  <a:extLst>
                    <a:ext uri="{FF2B5EF4-FFF2-40B4-BE49-F238E27FC236}">
                      <a16:creationId xmlns:a16="http://schemas.microsoft.com/office/drawing/2014/main" id="{6D07565C-25AC-BEE3-9257-E3D5D8CAB145}"/>
                    </a:ext>
                  </a:extLst>
                </p:cNvPr>
                <p:cNvSpPr txBox="1"/>
                <p:nvPr/>
              </p:nvSpPr>
              <p:spPr>
                <a:xfrm>
                  <a:off x="4889948" y="366883"/>
                  <a:ext cx="518558" cy="326949"/>
                </a:xfrm>
                <a:prstGeom prst="rect">
                  <a:avLst/>
                </a:prstGeom>
                <a:noFill/>
              </p:spPr>
              <p:txBody>
                <a:bodyPr wrap="square">
                  <a:spAutoFit/>
                </a:bodyPr>
                <a:lstStyle/>
                <a:p>
                  <a:pPr/>
                  <a14:m>
                    <m:oMathPara xmlns:m="http://schemas.openxmlformats.org/officeDocument/2006/math">
                      <m:oMath>
                        <m:sSub>
                          <m:sSubPr>
                            <m:ctrlPr>
                              <a:rPr lang="de-DE" sz="1400" b="0" i="1" smtClean="0">
                                <a:solidFill>
                                  <a:schemeClr val="bg1"/>
                                </a:solidFill>
                                <a:latin typeface="Cambria Math" panose="02040503050406030204" pitchFamily="18" charset="0"/>
                              </a:rPr>
                            </m:ctrlPr>
                          </m:sSubPr>
                          <m:e>
                            <m:r>
                              <m:rPr>
                                <m:sty m:val="p"/>
                              </m:rPr>
                              <a:rPr lang="de-DE" sz="1400" b="0" i="1" smtClean="0">
                                <a:solidFill>
                                  <a:schemeClr val="bg1"/>
                                </a:solidFill>
                                <a:latin typeface="Cambria Math" panose="02040503050406030204" pitchFamily="18" charset="0"/>
                              </a:rPr>
                              <m:t>r</m:t>
                            </m:r>
                          </m:e>
                          <m:sub>
                            <m:r>
                              <m:rPr>
                                <m:sty m:val="p"/>
                              </m:rPr>
                              <a:rPr lang="de-DE" sz="1400" b="0" i="1" smtClean="0">
                                <a:solidFill>
                                  <a:schemeClr val="bg1"/>
                                </a:solidFill>
                                <a:latin typeface="Cambria Math" panose="02040503050406030204" pitchFamily="18" charset="0"/>
                              </a:rPr>
                              <m:t>Cp</m:t>
                            </m:r>
                          </m:sub>
                        </m:sSub>
                      </m:oMath>
                    </m:oMathPara>
                  </a14:m>
                  <a:endParaRPr lang="en-US" sz="1400" dirty="0">
                    <a:solidFill>
                      <a:schemeClr val="bg1"/>
                    </a:solidFill>
                  </a:endParaRPr>
                </a:p>
              </p:txBody>
            </p:sp>
          </mc:Choice>
          <mc:Fallback xmlns="">
            <p:sp>
              <p:nvSpPr>
                <p:cNvPr id="70" name="TextBox 69">
                  <a:extLst>
                    <a:ext uri="{FF2B5EF4-FFF2-40B4-BE49-F238E27FC236}">
                      <a16:creationId xmlns:a16="http://schemas.microsoft.com/office/drawing/2014/main" id="{6D07565C-25AC-BEE3-9257-E3D5D8CAB145}"/>
                    </a:ext>
                  </a:extLst>
                </p:cNvPr>
                <p:cNvSpPr txBox="1">
                  <a:spLocks noRot="1" noChangeAspect="1" noMove="1" noResize="1" noEditPoints="1" noAdjustHandles="1" noChangeArrowheads="1" noChangeShapeType="1" noTextEdit="1"/>
                </p:cNvSpPr>
                <p:nvPr/>
              </p:nvSpPr>
              <p:spPr>
                <a:xfrm>
                  <a:off x="4889948" y="366883"/>
                  <a:ext cx="518558" cy="326949"/>
                </a:xfrm>
                <a:prstGeom prst="rect">
                  <a:avLst/>
                </a:prstGeom>
                <a:blipFill>
                  <a:blip r:embed="rId4"/>
                  <a:stretch>
                    <a:fillRect b="-37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1" name="TextBox 70">
                  <a:extLst>
                    <a:ext uri="{FF2B5EF4-FFF2-40B4-BE49-F238E27FC236}">
                      <a16:creationId xmlns:a16="http://schemas.microsoft.com/office/drawing/2014/main" id="{E2E95488-0701-8DFE-E224-5DCB0FAADBBC}"/>
                    </a:ext>
                  </a:extLst>
                </p:cNvPr>
                <p:cNvSpPr txBox="1"/>
                <p:nvPr/>
              </p:nvSpPr>
              <p:spPr>
                <a:xfrm>
                  <a:off x="6042814" y="220866"/>
                  <a:ext cx="507796" cy="307777"/>
                </a:xfrm>
                <a:prstGeom prst="rect">
                  <a:avLst/>
                </a:prstGeom>
                <a:noFill/>
              </p:spPr>
              <p:txBody>
                <a:bodyPr wrap="square">
                  <a:spAutoFit/>
                </a:bodyPr>
                <a:lstStyle/>
                <a:p>
                  <a:pPr/>
                  <a14:m>
                    <m:oMathPara xmlns:m="http://schemas.openxmlformats.org/officeDocument/2006/math">
                      <m:oMath>
                        <m:sSub>
                          <m:sSubPr>
                            <m:ctrlPr>
                              <a:rPr lang="de-DE" sz="1400" b="0" i="0" smtClean="0">
                                <a:solidFill>
                                  <a:schemeClr val="tx1"/>
                                </a:solidFill>
                                <a:latin typeface="Cambria Math" panose="02040503050406030204" pitchFamily="18" charset="0"/>
                              </a:rPr>
                            </m:ctrlPr>
                          </m:sSubPr>
                          <m:e>
                            <m:r>
                              <m:rPr>
                                <m:sty m:val="p"/>
                              </m:rPr>
                              <a:rPr lang="de-DE" sz="1400" b="0" i="0" smtClean="0">
                                <a:solidFill>
                                  <a:schemeClr val="tx1"/>
                                </a:solidFill>
                                <a:latin typeface="Cambria Math" panose="02040503050406030204" pitchFamily="18" charset="0"/>
                              </a:rPr>
                              <m:t>m</m:t>
                            </m:r>
                          </m:e>
                          <m:sub>
                            <m:r>
                              <m:rPr>
                                <m:sty m:val="p"/>
                              </m:rPr>
                              <a:rPr lang="de-DE" sz="1400" b="0" i="1" smtClean="0">
                                <a:solidFill>
                                  <a:schemeClr val="tx1"/>
                                </a:solidFill>
                                <a:latin typeface="Cambria Math" panose="02040503050406030204" pitchFamily="18" charset="0"/>
                              </a:rPr>
                              <m:t>c</m:t>
                            </m:r>
                          </m:sub>
                        </m:sSub>
                      </m:oMath>
                    </m:oMathPara>
                  </a14:m>
                  <a:endParaRPr lang="en-US" sz="1400" dirty="0">
                    <a:solidFill>
                      <a:schemeClr val="tx1"/>
                    </a:solidFill>
                  </a:endParaRPr>
                </a:p>
              </p:txBody>
            </p:sp>
          </mc:Choice>
          <mc:Fallback xmlns="">
            <p:sp>
              <p:nvSpPr>
                <p:cNvPr id="71" name="TextBox 70">
                  <a:extLst>
                    <a:ext uri="{FF2B5EF4-FFF2-40B4-BE49-F238E27FC236}">
                      <a16:creationId xmlns:a16="http://schemas.microsoft.com/office/drawing/2014/main" id="{E2E95488-0701-8DFE-E224-5DCB0FAADBBC}"/>
                    </a:ext>
                  </a:extLst>
                </p:cNvPr>
                <p:cNvSpPr txBox="1">
                  <a:spLocks noRot="1" noChangeAspect="1" noMove="1" noResize="1" noEditPoints="1" noAdjustHandles="1" noChangeArrowheads="1" noChangeShapeType="1" noTextEdit="1"/>
                </p:cNvSpPr>
                <p:nvPr/>
              </p:nvSpPr>
              <p:spPr>
                <a:xfrm>
                  <a:off x="6042814" y="220866"/>
                  <a:ext cx="507796" cy="307777"/>
                </a:xfrm>
                <a:prstGeom prst="rect">
                  <a:avLst/>
                </a:prstGeom>
                <a:blipFill>
                  <a:blip r:embed="rId5"/>
                  <a:stretch>
                    <a:fillRect b="-24324"/>
                  </a:stretch>
                </a:blipFill>
              </p:spPr>
              <p:txBody>
                <a:bodyPr/>
                <a:lstStyle/>
                <a:p>
                  <a:r>
                    <a:rPr lang="en-US">
                      <a:noFill/>
                    </a:rPr>
                    <a:t> </a:t>
                  </a:r>
                </a:p>
              </p:txBody>
            </p:sp>
          </mc:Fallback>
        </mc:AlternateContent>
        <p:sp>
          <p:nvSpPr>
            <p:cNvPr id="72" name="Oval 71">
              <a:extLst>
                <a:ext uri="{FF2B5EF4-FFF2-40B4-BE49-F238E27FC236}">
                  <a16:creationId xmlns:a16="http://schemas.microsoft.com/office/drawing/2014/main" id="{7E4BA71B-806F-8D93-EEC6-08C6E86C545A}"/>
                </a:ext>
              </a:extLst>
            </p:cNvPr>
            <p:cNvSpPr>
              <a:spLocks noChangeAspect="1"/>
            </p:cNvSpPr>
            <p:nvPr/>
          </p:nvSpPr>
          <p:spPr>
            <a:xfrm>
              <a:off x="6106961" y="1088928"/>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p>
          </p:txBody>
        </p:sp>
        <mc:AlternateContent xmlns:mc="http://schemas.openxmlformats.org/markup-compatibility/2006" xmlns:a14="http://schemas.microsoft.com/office/drawing/2010/main">
          <mc:Choice Requires="a14">
            <p:sp>
              <p:nvSpPr>
                <p:cNvPr id="73" name="TextBox 72">
                  <a:extLst>
                    <a:ext uri="{FF2B5EF4-FFF2-40B4-BE49-F238E27FC236}">
                      <a16:creationId xmlns:a16="http://schemas.microsoft.com/office/drawing/2014/main" id="{CACA1927-E651-D3A0-DA78-3FAA610FC270}"/>
                    </a:ext>
                  </a:extLst>
                </p:cNvPr>
                <p:cNvSpPr txBox="1"/>
                <p:nvPr/>
              </p:nvSpPr>
              <p:spPr>
                <a:xfrm>
                  <a:off x="6048484" y="1064456"/>
                  <a:ext cx="518558" cy="328103"/>
                </a:xfrm>
                <a:prstGeom prst="rect">
                  <a:avLst/>
                </a:prstGeom>
                <a:noFill/>
              </p:spPr>
              <p:txBody>
                <a:bodyPr wrap="square">
                  <a:spAutoFit/>
                </a:bodyPr>
                <a:lstStyle/>
                <a:p>
                  <a:pPr/>
                  <a14:m>
                    <m:oMathPara xmlns:m="http://schemas.openxmlformats.org/officeDocument/2006/math">
                      <m:oMath>
                        <m:sSub>
                          <m:sSubPr>
                            <m:ctrlPr>
                              <a:rPr lang="de-DE" sz="1400" b="0" i="1" smtClean="0">
                                <a:solidFill>
                                  <a:schemeClr val="bg1"/>
                                </a:solidFill>
                                <a:latin typeface="Cambria Math" panose="02040503050406030204" pitchFamily="18" charset="0"/>
                              </a:rPr>
                            </m:ctrlPr>
                          </m:sSubPr>
                          <m:e>
                            <m:r>
                              <m:rPr>
                                <m:sty m:val="p"/>
                              </m:rPr>
                              <a:rPr lang="de-DE" sz="1400" b="0" i="1" smtClean="0">
                                <a:solidFill>
                                  <a:schemeClr val="bg1"/>
                                </a:solidFill>
                                <a:latin typeface="Cambria Math" panose="02040503050406030204" pitchFamily="18" charset="0"/>
                              </a:rPr>
                              <m:t>r</m:t>
                            </m:r>
                          </m:e>
                          <m:sub>
                            <m:r>
                              <m:rPr>
                                <m:sty m:val="p"/>
                              </m:rPr>
                              <a:rPr lang="de-DE" sz="1400" b="0" i="1" smtClean="0">
                                <a:solidFill>
                                  <a:schemeClr val="bg1"/>
                                </a:solidFill>
                                <a:latin typeface="Cambria Math" panose="02040503050406030204" pitchFamily="18" charset="0"/>
                              </a:rPr>
                              <m:t>Cg</m:t>
                            </m:r>
                          </m:sub>
                        </m:sSub>
                      </m:oMath>
                    </m:oMathPara>
                  </a14:m>
                  <a:endParaRPr lang="en-US" sz="1400" dirty="0">
                    <a:solidFill>
                      <a:schemeClr val="bg1"/>
                    </a:solidFill>
                  </a:endParaRPr>
                </a:p>
              </p:txBody>
            </p:sp>
          </mc:Choice>
          <mc:Fallback xmlns="">
            <p:sp>
              <p:nvSpPr>
                <p:cNvPr id="73" name="TextBox 72">
                  <a:extLst>
                    <a:ext uri="{FF2B5EF4-FFF2-40B4-BE49-F238E27FC236}">
                      <a16:creationId xmlns:a16="http://schemas.microsoft.com/office/drawing/2014/main" id="{CACA1927-E651-D3A0-DA78-3FAA610FC270}"/>
                    </a:ext>
                  </a:extLst>
                </p:cNvPr>
                <p:cNvSpPr txBox="1">
                  <a:spLocks noRot="1" noChangeAspect="1" noMove="1" noResize="1" noEditPoints="1" noAdjustHandles="1" noChangeArrowheads="1" noChangeShapeType="1" noTextEdit="1"/>
                </p:cNvSpPr>
                <p:nvPr/>
              </p:nvSpPr>
              <p:spPr>
                <a:xfrm>
                  <a:off x="6048484" y="1064456"/>
                  <a:ext cx="518558" cy="328103"/>
                </a:xfrm>
                <a:prstGeom prst="rect">
                  <a:avLst/>
                </a:prstGeom>
                <a:blipFill>
                  <a:blip r:embed="rId6"/>
                  <a:stretch>
                    <a:fillRect b="-4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4" name="TextBox 73">
                  <a:extLst>
                    <a:ext uri="{FF2B5EF4-FFF2-40B4-BE49-F238E27FC236}">
                      <a16:creationId xmlns:a16="http://schemas.microsoft.com/office/drawing/2014/main" id="{F6EBFD46-359A-313B-11DD-5F1CED5B6E36}"/>
                    </a:ext>
                  </a:extLst>
                </p:cNvPr>
                <p:cNvSpPr txBox="1"/>
                <p:nvPr/>
              </p:nvSpPr>
              <p:spPr>
                <a:xfrm>
                  <a:off x="4902707" y="1099668"/>
                  <a:ext cx="507796" cy="307777"/>
                </a:xfrm>
                <a:prstGeom prst="rect">
                  <a:avLst/>
                </a:prstGeom>
                <a:noFill/>
              </p:spPr>
              <p:txBody>
                <a:bodyPr wrap="square">
                  <a:spAutoFit/>
                </a:bodyPr>
                <a:lstStyle/>
                <a:p>
                  <a:pPr/>
                  <a14:m>
                    <m:oMathPara xmlns:m="http://schemas.openxmlformats.org/officeDocument/2006/math">
                      <m:oMath>
                        <m:sSub>
                          <m:sSubPr>
                            <m:ctrlPr>
                              <a:rPr lang="de-DE" sz="1400" b="0" i="0" smtClean="0">
                                <a:solidFill>
                                  <a:schemeClr val="tx1"/>
                                </a:solidFill>
                                <a:latin typeface="Cambria Math" panose="02040503050406030204" pitchFamily="18" charset="0"/>
                              </a:rPr>
                            </m:ctrlPr>
                          </m:sSubPr>
                          <m:e>
                            <m:r>
                              <m:rPr>
                                <m:sty m:val="p"/>
                              </m:rPr>
                              <a:rPr lang="de-DE" sz="1400" b="0" i="0" smtClean="0">
                                <a:solidFill>
                                  <a:schemeClr val="tx1"/>
                                </a:solidFill>
                                <a:latin typeface="Cambria Math" panose="02040503050406030204" pitchFamily="18" charset="0"/>
                              </a:rPr>
                              <m:t>m</m:t>
                            </m:r>
                          </m:e>
                          <m:sub>
                            <m:r>
                              <m:rPr>
                                <m:sty m:val="p"/>
                              </m:rPr>
                              <a:rPr lang="de-DE" sz="1400" b="0" i="1" smtClean="0">
                                <a:solidFill>
                                  <a:schemeClr val="tx1"/>
                                </a:solidFill>
                                <a:latin typeface="Cambria Math" panose="02040503050406030204" pitchFamily="18" charset="0"/>
                              </a:rPr>
                              <m:t>Cs</m:t>
                            </m:r>
                          </m:sub>
                        </m:sSub>
                      </m:oMath>
                    </m:oMathPara>
                  </a14:m>
                  <a:endParaRPr lang="en-US" sz="1400" dirty="0">
                    <a:solidFill>
                      <a:schemeClr val="tx1"/>
                    </a:solidFill>
                  </a:endParaRPr>
                </a:p>
              </p:txBody>
            </p:sp>
          </mc:Choice>
          <mc:Fallback xmlns="">
            <p:sp>
              <p:nvSpPr>
                <p:cNvPr id="74" name="TextBox 73">
                  <a:extLst>
                    <a:ext uri="{FF2B5EF4-FFF2-40B4-BE49-F238E27FC236}">
                      <a16:creationId xmlns:a16="http://schemas.microsoft.com/office/drawing/2014/main" id="{F6EBFD46-359A-313B-11DD-5F1CED5B6E36}"/>
                    </a:ext>
                  </a:extLst>
                </p:cNvPr>
                <p:cNvSpPr txBox="1">
                  <a:spLocks noRot="1" noChangeAspect="1" noMove="1" noResize="1" noEditPoints="1" noAdjustHandles="1" noChangeArrowheads="1" noChangeShapeType="1" noTextEdit="1"/>
                </p:cNvSpPr>
                <p:nvPr/>
              </p:nvSpPr>
              <p:spPr>
                <a:xfrm>
                  <a:off x="4902707" y="1099668"/>
                  <a:ext cx="507796" cy="307777"/>
                </a:xfrm>
                <a:prstGeom prst="rect">
                  <a:avLst/>
                </a:prstGeom>
                <a:blipFill>
                  <a:blip r:embed="rId7"/>
                  <a:stretch>
                    <a:fillRect r="-12903" b="-26316"/>
                  </a:stretch>
                </a:blipFill>
              </p:spPr>
              <p:txBody>
                <a:bodyPr/>
                <a:lstStyle/>
                <a:p>
                  <a:r>
                    <a:rPr lang="en-US">
                      <a:noFill/>
                    </a:rPr>
                    <a:t> </a:t>
                  </a:r>
                </a:p>
              </p:txBody>
            </p:sp>
          </mc:Fallback>
        </mc:AlternateContent>
        <p:sp>
          <p:nvSpPr>
            <p:cNvPr id="75" name="Oval 74">
              <a:extLst>
                <a:ext uri="{FF2B5EF4-FFF2-40B4-BE49-F238E27FC236}">
                  <a16:creationId xmlns:a16="http://schemas.microsoft.com/office/drawing/2014/main" id="{0177D833-4DDD-151A-0F10-96CA9DA99A39}"/>
                </a:ext>
              </a:extLst>
            </p:cNvPr>
            <p:cNvSpPr>
              <a:spLocks noChangeAspect="1"/>
            </p:cNvSpPr>
            <p:nvPr/>
          </p:nvSpPr>
          <p:spPr>
            <a:xfrm>
              <a:off x="4972754" y="1905482"/>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p>
          </p:txBody>
        </p:sp>
        <mc:AlternateContent xmlns:mc="http://schemas.openxmlformats.org/markup-compatibility/2006" xmlns:a14="http://schemas.microsoft.com/office/drawing/2010/main">
          <mc:Choice Requires="a14">
            <p:sp>
              <p:nvSpPr>
                <p:cNvPr id="76" name="TextBox 75">
                  <a:extLst>
                    <a:ext uri="{FF2B5EF4-FFF2-40B4-BE49-F238E27FC236}">
                      <a16:creationId xmlns:a16="http://schemas.microsoft.com/office/drawing/2014/main" id="{B5A08864-2FB6-ACEB-325B-BDEED743C2E9}"/>
                    </a:ext>
                  </a:extLst>
                </p:cNvPr>
                <p:cNvSpPr txBox="1"/>
                <p:nvPr/>
              </p:nvSpPr>
              <p:spPr>
                <a:xfrm>
                  <a:off x="4917219" y="1870160"/>
                  <a:ext cx="518558" cy="307777"/>
                </a:xfrm>
                <a:prstGeom prst="rect">
                  <a:avLst/>
                </a:prstGeom>
                <a:noFill/>
              </p:spPr>
              <p:txBody>
                <a:bodyPr wrap="square">
                  <a:spAutoFit/>
                </a:bodyPr>
                <a:lstStyle/>
                <a:p>
                  <a:pPr/>
                  <a14:m>
                    <m:oMathPara xmlns:m="http://schemas.openxmlformats.org/officeDocument/2006/math">
                      <m:oMath>
                        <m:sSub>
                          <m:sSubPr>
                            <m:ctrlPr>
                              <a:rPr lang="de-DE" sz="1400" b="0" i="1" smtClean="0">
                                <a:solidFill>
                                  <a:schemeClr val="bg1"/>
                                </a:solidFill>
                                <a:latin typeface="Cambria Math" panose="02040503050406030204" pitchFamily="18" charset="0"/>
                              </a:rPr>
                            </m:ctrlPr>
                          </m:sSubPr>
                          <m:e>
                            <m:r>
                              <m:rPr>
                                <m:sty m:val="p"/>
                              </m:rPr>
                              <a:rPr lang="de-DE" sz="1400" b="0" i="1" smtClean="0">
                                <a:solidFill>
                                  <a:schemeClr val="bg1"/>
                                </a:solidFill>
                                <a:latin typeface="Cambria Math" panose="02040503050406030204" pitchFamily="18" charset="0"/>
                              </a:rPr>
                              <m:t>r</m:t>
                            </m:r>
                          </m:e>
                          <m:sub>
                            <m:r>
                              <m:rPr>
                                <m:sty m:val="p"/>
                              </m:rPr>
                              <a:rPr lang="de-DE" sz="1400" b="0" i="1" smtClean="0">
                                <a:solidFill>
                                  <a:schemeClr val="bg1"/>
                                </a:solidFill>
                                <a:latin typeface="Cambria Math" panose="02040503050406030204" pitchFamily="18" charset="0"/>
                              </a:rPr>
                              <m:t>Cr</m:t>
                            </m:r>
                          </m:sub>
                        </m:sSub>
                      </m:oMath>
                    </m:oMathPara>
                  </a14:m>
                  <a:endParaRPr lang="en-US" sz="1400" dirty="0">
                    <a:solidFill>
                      <a:schemeClr val="bg1"/>
                    </a:solidFill>
                  </a:endParaRPr>
                </a:p>
              </p:txBody>
            </p:sp>
          </mc:Choice>
          <mc:Fallback xmlns="">
            <p:sp>
              <p:nvSpPr>
                <p:cNvPr id="76" name="TextBox 75">
                  <a:extLst>
                    <a:ext uri="{FF2B5EF4-FFF2-40B4-BE49-F238E27FC236}">
                      <a16:creationId xmlns:a16="http://schemas.microsoft.com/office/drawing/2014/main" id="{B5A08864-2FB6-ACEB-325B-BDEED743C2E9}"/>
                    </a:ext>
                  </a:extLst>
                </p:cNvPr>
                <p:cNvSpPr txBox="1">
                  <a:spLocks noRot="1" noChangeAspect="1" noMove="1" noResize="1" noEditPoints="1" noAdjustHandles="1" noChangeArrowheads="1" noChangeShapeType="1" noTextEdit="1"/>
                </p:cNvSpPr>
                <p:nvPr/>
              </p:nvSpPr>
              <p:spPr>
                <a:xfrm>
                  <a:off x="4917219" y="1870160"/>
                  <a:ext cx="518558" cy="307777"/>
                </a:xfrm>
                <a:prstGeom prst="rect">
                  <a:avLst/>
                </a:prstGeom>
                <a:blipFill>
                  <a:blip r:embed="rId8"/>
                  <a:stretch>
                    <a:fillRect b="-29730"/>
                  </a:stretch>
                </a:blipFill>
              </p:spPr>
              <p:txBody>
                <a:bodyPr/>
                <a:lstStyle/>
                <a:p>
                  <a:r>
                    <a:rPr lang="en-US">
                      <a:noFill/>
                    </a:rPr>
                    <a:t> </a:t>
                  </a:r>
                </a:p>
              </p:txBody>
            </p:sp>
          </mc:Fallback>
        </mc:AlternateContent>
        <p:cxnSp>
          <p:nvCxnSpPr>
            <p:cNvPr id="77" name="Straight Arrow Connector 76">
              <a:extLst>
                <a:ext uri="{FF2B5EF4-FFF2-40B4-BE49-F238E27FC236}">
                  <a16:creationId xmlns:a16="http://schemas.microsoft.com/office/drawing/2014/main" id="{C29B0C27-6710-3B24-4A56-AB1170887A1A}"/>
                </a:ext>
              </a:extLst>
            </p:cNvPr>
            <p:cNvCxnSpPr>
              <a:cxnSpLocks/>
              <a:endCxn id="69" idx="3"/>
            </p:cNvCxnSpPr>
            <p:nvPr/>
          </p:nvCxnSpPr>
          <p:spPr>
            <a:xfrm flipV="1">
              <a:off x="4121730" y="721164"/>
              <a:ext cx="878271" cy="488885"/>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80" name="Straight Arrow Connector 79">
              <a:extLst>
                <a:ext uri="{FF2B5EF4-FFF2-40B4-BE49-F238E27FC236}">
                  <a16:creationId xmlns:a16="http://schemas.microsoft.com/office/drawing/2014/main" id="{8521142C-0036-7323-7C7C-29E38319A74A}"/>
                </a:ext>
              </a:extLst>
            </p:cNvPr>
            <p:cNvCxnSpPr>
              <a:cxnSpLocks/>
              <a:endCxn id="75" idx="1"/>
            </p:cNvCxnSpPr>
            <p:nvPr/>
          </p:nvCxnSpPr>
          <p:spPr>
            <a:xfrm>
              <a:off x="4125152" y="1214911"/>
              <a:ext cx="903459" cy="746428"/>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84" name="Straight Arrow Connector 83">
              <a:extLst>
                <a:ext uri="{FF2B5EF4-FFF2-40B4-BE49-F238E27FC236}">
                  <a16:creationId xmlns:a16="http://schemas.microsoft.com/office/drawing/2014/main" id="{757105BF-E67E-C8AB-5539-23513C51DFF5}"/>
                </a:ext>
              </a:extLst>
            </p:cNvPr>
            <p:cNvCxnSpPr>
              <a:cxnSpLocks/>
              <a:stCxn id="74" idx="3"/>
              <a:endCxn id="72" idx="2"/>
            </p:cNvCxnSpPr>
            <p:nvPr/>
          </p:nvCxnSpPr>
          <p:spPr>
            <a:xfrm>
              <a:off x="5410503" y="1253557"/>
              <a:ext cx="696458" cy="26079"/>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88" name="Straight Arrow Connector 87">
              <a:extLst>
                <a:ext uri="{FF2B5EF4-FFF2-40B4-BE49-F238E27FC236}">
                  <a16:creationId xmlns:a16="http://schemas.microsoft.com/office/drawing/2014/main" id="{9AAC1C69-E58B-E383-2E93-049DA25EBC1E}"/>
                </a:ext>
              </a:extLst>
            </p:cNvPr>
            <p:cNvCxnSpPr>
              <a:cxnSpLocks/>
              <a:stCxn id="74" idx="2"/>
              <a:endCxn id="75" idx="0"/>
            </p:cNvCxnSpPr>
            <p:nvPr/>
          </p:nvCxnSpPr>
          <p:spPr>
            <a:xfrm>
              <a:off x="5156605" y="1407445"/>
              <a:ext cx="6856" cy="498037"/>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6" name="Straight Arrow Connector 95">
              <a:extLst>
                <a:ext uri="{FF2B5EF4-FFF2-40B4-BE49-F238E27FC236}">
                  <a16:creationId xmlns:a16="http://schemas.microsoft.com/office/drawing/2014/main" id="{C159DD7F-748F-A80A-ADF6-443C18CEAC05}"/>
                </a:ext>
              </a:extLst>
            </p:cNvPr>
            <p:cNvCxnSpPr>
              <a:cxnSpLocks/>
              <a:stCxn id="69" idx="6"/>
            </p:cNvCxnSpPr>
            <p:nvPr/>
          </p:nvCxnSpPr>
          <p:spPr>
            <a:xfrm>
              <a:off x="5325558" y="586314"/>
              <a:ext cx="2460842" cy="10275"/>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9" name="Straight Arrow Connector 98">
              <a:extLst>
                <a:ext uri="{FF2B5EF4-FFF2-40B4-BE49-F238E27FC236}">
                  <a16:creationId xmlns:a16="http://schemas.microsoft.com/office/drawing/2014/main" id="{C3DBDBE7-1812-834E-7EE9-7FD87F889E72}"/>
                </a:ext>
              </a:extLst>
            </p:cNvPr>
            <p:cNvCxnSpPr>
              <a:cxnSpLocks/>
              <a:stCxn id="71" idx="2"/>
              <a:endCxn id="72" idx="0"/>
            </p:cNvCxnSpPr>
            <p:nvPr/>
          </p:nvCxnSpPr>
          <p:spPr>
            <a:xfrm>
              <a:off x="6296712" y="528643"/>
              <a:ext cx="956" cy="560285"/>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sp>
          <p:nvSpPr>
            <p:cNvPr id="102" name="Rectangle 101">
              <a:extLst>
                <a:ext uri="{FF2B5EF4-FFF2-40B4-BE49-F238E27FC236}">
                  <a16:creationId xmlns:a16="http://schemas.microsoft.com/office/drawing/2014/main" id="{F37009DC-E081-81AD-EFF5-716DC404FB91}"/>
                </a:ext>
              </a:extLst>
            </p:cNvPr>
            <p:cNvSpPr/>
            <p:nvPr/>
          </p:nvSpPr>
          <p:spPr>
            <a:xfrm>
              <a:off x="4449950" y="9135"/>
              <a:ext cx="2873133" cy="2407763"/>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103" name="TextBox 102">
              <a:extLst>
                <a:ext uri="{FF2B5EF4-FFF2-40B4-BE49-F238E27FC236}">
                  <a16:creationId xmlns:a16="http://schemas.microsoft.com/office/drawing/2014/main" id="{E117B4AA-D8F8-F6ED-3541-D693CDF39D2D}"/>
                </a:ext>
              </a:extLst>
            </p:cNvPr>
            <p:cNvSpPr txBox="1"/>
            <p:nvPr/>
          </p:nvSpPr>
          <p:spPr>
            <a:xfrm>
              <a:off x="4449950" y="-6886"/>
              <a:ext cx="1377237" cy="276999"/>
            </a:xfrm>
            <a:prstGeom prst="rect">
              <a:avLst/>
            </a:prstGeom>
            <a:noFill/>
          </p:spPr>
          <p:txBody>
            <a:bodyPr wrap="none" rtlCol="0">
              <a:spAutoFit/>
            </a:bodyPr>
            <a:lstStyle/>
            <a:p>
              <a:r>
                <a:rPr lang="en-US" sz="1200" dirty="0"/>
                <a:t>Chemical counter</a:t>
              </a:r>
            </a:p>
          </p:txBody>
        </p:sp>
        <mc:AlternateContent xmlns:mc="http://schemas.openxmlformats.org/markup-compatibility/2006" xmlns:a14="http://schemas.microsoft.com/office/drawing/2010/main">
          <mc:Choice Requires="a14">
            <p:sp>
              <p:nvSpPr>
                <p:cNvPr id="67" name="TextBox 66">
                  <a:extLst>
                    <a:ext uri="{FF2B5EF4-FFF2-40B4-BE49-F238E27FC236}">
                      <a16:creationId xmlns:a16="http://schemas.microsoft.com/office/drawing/2014/main" id="{8E7F5D5C-5FD0-9D76-821A-7D69B3ED841E}"/>
                    </a:ext>
                  </a:extLst>
                </p:cNvPr>
                <p:cNvSpPr txBox="1"/>
                <p:nvPr/>
              </p:nvSpPr>
              <p:spPr>
                <a:xfrm>
                  <a:off x="0" y="1346255"/>
                  <a:ext cx="503086" cy="307777"/>
                </a:xfrm>
                <a:prstGeom prst="rect">
                  <a:avLst/>
                </a:prstGeom>
                <a:noFill/>
              </p:spPr>
              <p:txBody>
                <a:bodyPr wrap="none" rtlCol="0">
                  <a:spAutoFit/>
                </a:bodyPr>
                <a:lstStyle/>
                <a:p>
                  <a:pPr/>
                  <a14:m>
                    <m:oMathPara xmlns:m="http://schemas.openxmlformats.org/officeDocument/2006/math">
                      <m:oMath>
                        <m:sSub>
                          <m:sSubPr>
                            <m:ctrlPr>
                              <a:rPr lang="de-DE" sz="1400" b="0" i="1" smtClean="0">
                                <a:latin typeface="Cambria Math" panose="02040503050406030204" pitchFamily="18" charset="0"/>
                              </a:rPr>
                            </m:ctrlPr>
                          </m:sSubPr>
                          <m:e>
                            <m:r>
                              <m:rPr>
                                <m:sty m:val="p"/>
                              </m:rPr>
                              <a:rPr lang="de-DE" sz="1400" b="0" i="1" smtClean="0">
                                <a:latin typeface="Cambria Math" panose="02040503050406030204" pitchFamily="18" charset="0"/>
                              </a:rPr>
                              <m:t>m</m:t>
                            </m:r>
                          </m:e>
                          <m:sub>
                            <m:r>
                              <m:rPr>
                                <m:sty m:val="p"/>
                              </m:rPr>
                              <a:rPr lang="de-DE" sz="1400" b="0" i="1" smtClean="0">
                                <a:latin typeface="Cambria Math" panose="02040503050406030204" pitchFamily="18" charset="0"/>
                              </a:rPr>
                              <m:t>in</m:t>
                            </m:r>
                          </m:sub>
                        </m:sSub>
                      </m:oMath>
                    </m:oMathPara>
                  </a14:m>
                  <a:endParaRPr lang="en-US" sz="1400" dirty="0"/>
                </a:p>
              </p:txBody>
            </p:sp>
          </mc:Choice>
          <mc:Fallback xmlns="">
            <p:sp>
              <p:nvSpPr>
                <p:cNvPr id="67" name="TextBox 66">
                  <a:extLst>
                    <a:ext uri="{FF2B5EF4-FFF2-40B4-BE49-F238E27FC236}">
                      <a16:creationId xmlns:a16="http://schemas.microsoft.com/office/drawing/2014/main" id="{8E7F5D5C-5FD0-9D76-821A-7D69B3ED841E}"/>
                    </a:ext>
                  </a:extLst>
                </p:cNvPr>
                <p:cNvSpPr txBox="1">
                  <a:spLocks noRot="1" noChangeAspect="1" noMove="1" noResize="1" noEditPoints="1" noAdjustHandles="1" noChangeArrowheads="1" noChangeShapeType="1" noTextEdit="1"/>
                </p:cNvSpPr>
                <p:nvPr/>
              </p:nvSpPr>
              <p:spPr>
                <a:xfrm>
                  <a:off x="0" y="1346255"/>
                  <a:ext cx="503086" cy="307777"/>
                </a:xfrm>
                <a:prstGeom prst="rect">
                  <a:avLst/>
                </a:prstGeom>
                <a:blipFill>
                  <a:blip r:embed="rId9"/>
                  <a:stretch>
                    <a:fillRect r="-9836" b="-29730"/>
                  </a:stretch>
                </a:blipFill>
              </p:spPr>
              <p:txBody>
                <a:bodyPr/>
                <a:lstStyle/>
                <a:p>
                  <a:r>
                    <a:rPr lang="en-US">
                      <a:noFill/>
                    </a:rPr>
                    <a:t> </a:t>
                  </a:r>
                </a:p>
              </p:txBody>
            </p:sp>
          </mc:Fallback>
        </mc:AlternateContent>
        <p:sp>
          <p:nvSpPr>
            <p:cNvPr id="78" name="Rectangle 77">
              <a:extLst>
                <a:ext uri="{FF2B5EF4-FFF2-40B4-BE49-F238E27FC236}">
                  <a16:creationId xmlns:a16="http://schemas.microsoft.com/office/drawing/2014/main" id="{1BD3CE64-D6B4-E3C5-8C49-5953D72572D1}"/>
                </a:ext>
              </a:extLst>
            </p:cNvPr>
            <p:cNvSpPr/>
            <p:nvPr/>
          </p:nvSpPr>
          <p:spPr>
            <a:xfrm>
              <a:off x="813764" y="212548"/>
              <a:ext cx="2873133" cy="2222154"/>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79" name="TextBox 78">
              <a:extLst>
                <a:ext uri="{FF2B5EF4-FFF2-40B4-BE49-F238E27FC236}">
                  <a16:creationId xmlns:a16="http://schemas.microsoft.com/office/drawing/2014/main" id="{45232A8A-B8C6-69BC-20E0-FE778D63F699}"/>
                </a:ext>
              </a:extLst>
            </p:cNvPr>
            <p:cNvSpPr txBox="1"/>
            <p:nvPr/>
          </p:nvSpPr>
          <p:spPr>
            <a:xfrm>
              <a:off x="787440" y="212547"/>
              <a:ext cx="1068178" cy="461665"/>
            </a:xfrm>
            <a:prstGeom prst="rect">
              <a:avLst/>
            </a:prstGeom>
            <a:noFill/>
          </p:spPr>
          <p:txBody>
            <a:bodyPr wrap="none" rtlCol="0">
              <a:spAutoFit/>
            </a:bodyPr>
            <a:lstStyle/>
            <a:p>
              <a:r>
                <a:rPr lang="en-US" sz="1200" dirty="0"/>
                <a:t>Chemical</a:t>
              </a:r>
              <a:br>
                <a:rPr lang="en-US" sz="1200" dirty="0"/>
              </a:br>
              <a:r>
                <a:rPr lang="en-US" sz="1200" dirty="0"/>
                <a:t>Differentiator</a:t>
              </a:r>
            </a:p>
          </p:txBody>
        </p:sp>
        <p:sp>
          <p:nvSpPr>
            <p:cNvPr id="81" name="Oval 80">
              <a:extLst>
                <a:ext uri="{FF2B5EF4-FFF2-40B4-BE49-F238E27FC236}">
                  <a16:creationId xmlns:a16="http://schemas.microsoft.com/office/drawing/2014/main" id="{E2B31D8F-5C5C-4EA7-7CCC-8CEFE37EC5F9}"/>
                </a:ext>
              </a:extLst>
            </p:cNvPr>
            <p:cNvSpPr>
              <a:spLocks noChangeAspect="1"/>
            </p:cNvSpPr>
            <p:nvPr/>
          </p:nvSpPr>
          <p:spPr>
            <a:xfrm>
              <a:off x="1051699" y="1000942"/>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p>
          </p:txBody>
        </p:sp>
        <mc:AlternateContent xmlns:mc="http://schemas.openxmlformats.org/markup-compatibility/2006" xmlns:a14="http://schemas.microsoft.com/office/drawing/2010/main">
          <mc:Choice Requires="a14">
            <p:sp>
              <p:nvSpPr>
                <p:cNvPr id="82" name="TextBox 81">
                  <a:extLst>
                    <a:ext uri="{FF2B5EF4-FFF2-40B4-BE49-F238E27FC236}">
                      <a16:creationId xmlns:a16="http://schemas.microsoft.com/office/drawing/2014/main" id="{32EEEF7C-6BCB-B899-75B1-9D7DF2DA4877}"/>
                    </a:ext>
                  </a:extLst>
                </p:cNvPr>
                <p:cNvSpPr txBox="1"/>
                <p:nvPr/>
              </p:nvSpPr>
              <p:spPr>
                <a:xfrm>
                  <a:off x="996672" y="976786"/>
                  <a:ext cx="518558" cy="307777"/>
                </a:xfrm>
                <a:prstGeom prst="rect">
                  <a:avLst/>
                </a:prstGeom>
                <a:noFill/>
              </p:spPr>
              <p:txBody>
                <a:bodyPr wrap="square">
                  <a:spAutoFit/>
                </a:bodyPr>
                <a:lstStyle/>
                <a:p>
                  <a:pPr/>
                  <a14:m>
                    <m:oMathPara xmlns:m="http://schemas.openxmlformats.org/officeDocument/2006/math">
                      <m:oMath>
                        <m:sSub>
                          <m:sSubPr>
                            <m:ctrlPr>
                              <a:rPr lang="de-DE" sz="1400" b="0" i="1" smtClean="0">
                                <a:solidFill>
                                  <a:schemeClr val="bg1"/>
                                </a:solidFill>
                                <a:latin typeface="Cambria Math" panose="02040503050406030204" pitchFamily="18" charset="0"/>
                              </a:rPr>
                            </m:ctrlPr>
                          </m:sSubPr>
                          <m:e>
                            <m:r>
                              <m:rPr>
                                <m:sty m:val="p"/>
                              </m:rPr>
                              <a:rPr lang="de-DE" sz="1400" b="0" i="1" smtClean="0">
                                <a:solidFill>
                                  <a:schemeClr val="bg1"/>
                                </a:solidFill>
                                <a:latin typeface="Cambria Math" panose="02040503050406030204" pitchFamily="18" charset="0"/>
                              </a:rPr>
                              <m:t>r</m:t>
                            </m:r>
                          </m:e>
                          <m:sub>
                            <m:r>
                              <m:rPr>
                                <m:sty m:val="p"/>
                              </m:rPr>
                              <a:rPr lang="de-DE" sz="1400" b="0" i="1" smtClean="0">
                                <a:solidFill>
                                  <a:schemeClr val="bg1"/>
                                </a:solidFill>
                                <a:latin typeface="Cambria Math" panose="02040503050406030204" pitchFamily="18" charset="0"/>
                              </a:rPr>
                              <m:t>Df</m:t>
                            </m:r>
                          </m:sub>
                        </m:sSub>
                      </m:oMath>
                    </m:oMathPara>
                  </a14:m>
                  <a:endParaRPr lang="en-US" sz="1400" dirty="0">
                    <a:solidFill>
                      <a:schemeClr val="bg1"/>
                    </a:solidFill>
                  </a:endParaRPr>
                </a:p>
              </p:txBody>
            </p:sp>
          </mc:Choice>
          <mc:Fallback xmlns="">
            <p:sp>
              <p:nvSpPr>
                <p:cNvPr id="82" name="TextBox 81">
                  <a:extLst>
                    <a:ext uri="{FF2B5EF4-FFF2-40B4-BE49-F238E27FC236}">
                      <a16:creationId xmlns:a16="http://schemas.microsoft.com/office/drawing/2014/main" id="{32EEEF7C-6BCB-B899-75B1-9D7DF2DA4877}"/>
                    </a:ext>
                  </a:extLst>
                </p:cNvPr>
                <p:cNvSpPr txBox="1">
                  <a:spLocks noRot="1" noChangeAspect="1" noMove="1" noResize="1" noEditPoints="1" noAdjustHandles="1" noChangeArrowheads="1" noChangeShapeType="1" noTextEdit="1"/>
                </p:cNvSpPr>
                <p:nvPr/>
              </p:nvSpPr>
              <p:spPr>
                <a:xfrm>
                  <a:off x="996672" y="976786"/>
                  <a:ext cx="518558" cy="307777"/>
                </a:xfrm>
                <a:prstGeom prst="rect">
                  <a:avLst/>
                </a:prstGeom>
                <a:blipFill>
                  <a:blip r:embed="rId10"/>
                  <a:stretch>
                    <a:fillRect b="-28947"/>
                  </a:stretch>
                </a:blipFill>
              </p:spPr>
              <p:txBody>
                <a:bodyPr/>
                <a:lstStyle/>
                <a:p>
                  <a:r>
                    <a:rPr lang="en-US">
                      <a:noFill/>
                    </a:rPr>
                    <a:t> </a:t>
                  </a:r>
                </a:p>
              </p:txBody>
            </p:sp>
          </mc:Fallback>
        </mc:AlternateContent>
        <p:sp>
          <p:nvSpPr>
            <p:cNvPr id="83" name="Oval 82">
              <a:extLst>
                <a:ext uri="{FF2B5EF4-FFF2-40B4-BE49-F238E27FC236}">
                  <a16:creationId xmlns:a16="http://schemas.microsoft.com/office/drawing/2014/main" id="{D01430B7-91CF-7C8B-1569-B62D4580B7E6}"/>
                </a:ext>
              </a:extLst>
            </p:cNvPr>
            <p:cNvSpPr>
              <a:spLocks noChangeAspect="1"/>
            </p:cNvSpPr>
            <p:nvPr/>
          </p:nvSpPr>
          <p:spPr>
            <a:xfrm>
              <a:off x="1155180" y="1894298"/>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p>
          </p:txBody>
        </p:sp>
        <mc:AlternateContent xmlns:mc="http://schemas.openxmlformats.org/markup-compatibility/2006" xmlns:a14="http://schemas.microsoft.com/office/drawing/2010/main">
          <mc:Choice Requires="a14">
            <p:sp>
              <p:nvSpPr>
                <p:cNvPr id="85" name="TextBox 84">
                  <a:extLst>
                    <a:ext uri="{FF2B5EF4-FFF2-40B4-BE49-F238E27FC236}">
                      <a16:creationId xmlns:a16="http://schemas.microsoft.com/office/drawing/2014/main" id="{FFDAFCB5-8F0D-4CE0-98AE-DDF2AB7A4CCD}"/>
                    </a:ext>
                  </a:extLst>
                </p:cNvPr>
                <p:cNvSpPr txBox="1"/>
                <p:nvPr/>
              </p:nvSpPr>
              <p:spPr>
                <a:xfrm>
                  <a:off x="1097393" y="1886274"/>
                  <a:ext cx="518558" cy="307777"/>
                </a:xfrm>
                <a:prstGeom prst="rect">
                  <a:avLst/>
                </a:prstGeom>
                <a:noFill/>
              </p:spPr>
              <p:txBody>
                <a:bodyPr wrap="square">
                  <a:spAutoFit/>
                </a:bodyPr>
                <a:lstStyle/>
                <a:p>
                  <a:pPr/>
                  <a14:m>
                    <m:oMathPara xmlns:m="http://schemas.openxmlformats.org/officeDocument/2006/math">
                      <m:oMath>
                        <m:sSub>
                          <m:sSubPr>
                            <m:ctrlPr>
                              <a:rPr lang="de-DE" sz="1400" b="0" i="1" smtClean="0">
                                <a:solidFill>
                                  <a:schemeClr val="bg1"/>
                                </a:solidFill>
                                <a:latin typeface="Cambria Math" panose="02040503050406030204" pitchFamily="18" charset="0"/>
                              </a:rPr>
                            </m:ctrlPr>
                          </m:sSubPr>
                          <m:e>
                            <m:r>
                              <m:rPr>
                                <m:sty m:val="p"/>
                              </m:rPr>
                              <a:rPr lang="de-DE" sz="1400" b="0" i="1" smtClean="0">
                                <a:solidFill>
                                  <a:schemeClr val="bg1"/>
                                </a:solidFill>
                                <a:latin typeface="Cambria Math" panose="02040503050406030204" pitchFamily="18" charset="0"/>
                              </a:rPr>
                              <m:t>r</m:t>
                            </m:r>
                          </m:e>
                          <m:sub>
                            <m:r>
                              <m:rPr>
                                <m:sty m:val="p"/>
                              </m:rPr>
                              <a:rPr lang="de-DE" sz="1400" b="0" i="1" smtClean="0">
                                <a:solidFill>
                                  <a:schemeClr val="bg1"/>
                                </a:solidFill>
                                <a:latin typeface="Cambria Math" panose="02040503050406030204" pitchFamily="18" charset="0"/>
                              </a:rPr>
                              <m:t>Ds</m:t>
                            </m:r>
                          </m:sub>
                        </m:sSub>
                      </m:oMath>
                    </m:oMathPara>
                  </a14:m>
                  <a:endParaRPr lang="en-US" sz="1400" dirty="0">
                    <a:solidFill>
                      <a:schemeClr val="bg1"/>
                    </a:solidFill>
                  </a:endParaRPr>
                </a:p>
              </p:txBody>
            </p:sp>
          </mc:Choice>
          <mc:Fallback xmlns="">
            <p:sp>
              <p:nvSpPr>
                <p:cNvPr id="85" name="TextBox 84">
                  <a:extLst>
                    <a:ext uri="{FF2B5EF4-FFF2-40B4-BE49-F238E27FC236}">
                      <a16:creationId xmlns:a16="http://schemas.microsoft.com/office/drawing/2014/main" id="{FFDAFCB5-8F0D-4CE0-98AE-DDF2AB7A4CCD}"/>
                    </a:ext>
                  </a:extLst>
                </p:cNvPr>
                <p:cNvSpPr txBox="1">
                  <a:spLocks noRot="1" noChangeAspect="1" noMove="1" noResize="1" noEditPoints="1" noAdjustHandles="1" noChangeArrowheads="1" noChangeShapeType="1" noTextEdit="1"/>
                </p:cNvSpPr>
                <p:nvPr/>
              </p:nvSpPr>
              <p:spPr>
                <a:xfrm>
                  <a:off x="1097393" y="1886274"/>
                  <a:ext cx="518558" cy="307777"/>
                </a:xfrm>
                <a:prstGeom prst="rect">
                  <a:avLst/>
                </a:prstGeom>
                <a:blipFill>
                  <a:blip r:embed="rId11"/>
                  <a:stretch>
                    <a:fillRect b="-29730"/>
                  </a:stretch>
                </a:blipFill>
              </p:spPr>
              <p:txBody>
                <a:bodyPr/>
                <a:lstStyle/>
                <a:p>
                  <a:r>
                    <a:rPr lang="en-US">
                      <a:noFill/>
                    </a:rPr>
                    <a:t> </a:t>
                  </a:r>
                </a:p>
              </p:txBody>
            </p:sp>
          </mc:Fallback>
        </mc:AlternateContent>
        <p:sp>
          <p:nvSpPr>
            <p:cNvPr id="86" name="Oval 85">
              <a:extLst>
                <a:ext uri="{FF2B5EF4-FFF2-40B4-BE49-F238E27FC236}">
                  <a16:creationId xmlns:a16="http://schemas.microsoft.com/office/drawing/2014/main" id="{5A8D74F3-6002-2CCE-42EC-90CDBFAA0132}"/>
                </a:ext>
              </a:extLst>
            </p:cNvPr>
            <p:cNvSpPr>
              <a:spLocks noChangeAspect="1"/>
            </p:cNvSpPr>
            <p:nvPr/>
          </p:nvSpPr>
          <p:spPr>
            <a:xfrm>
              <a:off x="2221387" y="1004799"/>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p>
          </p:txBody>
        </p:sp>
        <mc:AlternateContent xmlns:mc="http://schemas.openxmlformats.org/markup-compatibility/2006" xmlns:a14="http://schemas.microsoft.com/office/drawing/2010/main">
          <mc:Choice Requires="a14">
            <p:sp>
              <p:nvSpPr>
                <p:cNvPr id="87" name="TextBox 86">
                  <a:extLst>
                    <a:ext uri="{FF2B5EF4-FFF2-40B4-BE49-F238E27FC236}">
                      <a16:creationId xmlns:a16="http://schemas.microsoft.com/office/drawing/2014/main" id="{15F3DD86-E7D0-8DFB-3D76-3DA1CA4A98E3}"/>
                    </a:ext>
                  </a:extLst>
                </p:cNvPr>
                <p:cNvSpPr txBox="1"/>
                <p:nvPr/>
              </p:nvSpPr>
              <p:spPr>
                <a:xfrm>
                  <a:off x="2166526" y="976223"/>
                  <a:ext cx="518558" cy="326949"/>
                </a:xfrm>
                <a:prstGeom prst="rect">
                  <a:avLst/>
                </a:prstGeom>
                <a:noFill/>
              </p:spPr>
              <p:txBody>
                <a:bodyPr wrap="square">
                  <a:spAutoFit/>
                </a:bodyPr>
                <a:lstStyle/>
                <a:p>
                  <a:pPr/>
                  <a14:m>
                    <m:oMathPara xmlns:m="http://schemas.openxmlformats.org/officeDocument/2006/math">
                      <m:oMath>
                        <m:sSub>
                          <m:sSubPr>
                            <m:ctrlPr>
                              <a:rPr lang="de-DE" sz="1400" b="0" i="1" smtClean="0">
                                <a:solidFill>
                                  <a:schemeClr val="bg1"/>
                                </a:solidFill>
                                <a:latin typeface="Cambria Math" panose="02040503050406030204" pitchFamily="18" charset="0"/>
                              </a:rPr>
                            </m:ctrlPr>
                          </m:sSubPr>
                          <m:e>
                            <m:r>
                              <m:rPr>
                                <m:sty m:val="p"/>
                              </m:rPr>
                              <a:rPr lang="de-DE" sz="1400" b="0" i="1" smtClean="0">
                                <a:solidFill>
                                  <a:schemeClr val="bg1"/>
                                </a:solidFill>
                                <a:latin typeface="Cambria Math" panose="02040503050406030204" pitchFamily="18" charset="0"/>
                              </a:rPr>
                              <m:t>r</m:t>
                            </m:r>
                          </m:e>
                          <m:sub>
                            <m:r>
                              <m:rPr>
                                <m:sty m:val="p"/>
                              </m:rPr>
                              <a:rPr lang="de-DE" sz="1400" b="0" i="1" smtClean="0">
                                <a:solidFill>
                                  <a:schemeClr val="bg1"/>
                                </a:solidFill>
                                <a:latin typeface="Cambria Math" panose="02040503050406030204" pitchFamily="18" charset="0"/>
                              </a:rPr>
                              <m:t>Dp</m:t>
                            </m:r>
                          </m:sub>
                        </m:sSub>
                      </m:oMath>
                    </m:oMathPara>
                  </a14:m>
                  <a:endParaRPr lang="en-US" sz="1400" dirty="0">
                    <a:solidFill>
                      <a:schemeClr val="bg1"/>
                    </a:solidFill>
                  </a:endParaRPr>
                </a:p>
              </p:txBody>
            </p:sp>
          </mc:Choice>
          <mc:Fallback xmlns="">
            <p:sp>
              <p:nvSpPr>
                <p:cNvPr id="87" name="TextBox 86">
                  <a:extLst>
                    <a:ext uri="{FF2B5EF4-FFF2-40B4-BE49-F238E27FC236}">
                      <a16:creationId xmlns:a16="http://schemas.microsoft.com/office/drawing/2014/main" id="{15F3DD86-E7D0-8DFB-3D76-3DA1CA4A98E3}"/>
                    </a:ext>
                  </a:extLst>
                </p:cNvPr>
                <p:cNvSpPr txBox="1">
                  <a:spLocks noRot="1" noChangeAspect="1" noMove="1" noResize="1" noEditPoints="1" noAdjustHandles="1" noChangeArrowheads="1" noChangeShapeType="1" noTextEdit="1"/>
                </p:cNvSpPr>
                <p:nvPr/>
              </p:nvSpPr>
              <p:spPr>
                <a:xfrm>
                  <a:off x="2166526" y="976223"/>
                  <a:ext cx="518558" cy="326949"/>
                </a:xfrm>
                <a:prstGeom prst="rect">
                  <a:avLst/>
                </a:prstGeom>
                <a:blipFill>
                  <a:blip r:embed="rId12"/>
                  <a:stretch>
                    <a:fillRect r="-1587" b="-37500"/>
                  </a:stretch>
                </a:blipFill>
              </p:spPr>
              <p:txBody>
                <a:bodyPr/>
                <a:lstStyle/>
                <a:p>
                  <a:r>
                    <a:rPr lang="en-US">
                      <a:noFill/>
                    </a:rPr>
                    <a:t> </a:t>
                  </a:r>
                </a:p>
              </p:txBody>
            </p:sp>
          </mc:Fallback>
        </mc:AlternateContent>
        <p:cxnSp>
          <p:nvCxnSpPr>
            <p:cNvPr id="89" name="Straight Arrow Connector 88">
              <a:extLst>
                <a:ext uri="{FF2B5EF4-FFF2-40B4-BE49-F238E27FC236}">
                  <a16:creationId xmlns:a16="http://schemas.microsoft.com/office/drawing/2014/main" id="{753EF1A2-3B52-D6AB-9E9C-B5548890B093}"/>
                </a:ext>
              </a:extLst>
            </p:cNvPr>
            <p:cNvCxnSpPr>
              <a:cxnSpLocks/>
              <a:stCxn id="67" idx="3"/>
              <a:endCxn id="81" idx="2"/>
            </p:cNvCxnSpPr>
            <p:nvPr/>
          </p:nvCxnSpPr>
          <p:spPr>
            <a:xfrm flipV="1">
              <a:off x="503086" y="1191650"/>
              <a:ext cx="548613" cy="308494"/>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0" name="Straight Arrow Connector 89">
              <a:extLst>
                <a:ext uri="{FF2B5EF4-FFF2-40B4-BE49-F238E27FC236}">
                  <a16:creationId xmlns:a16="http://schemas.microsoft.com/office/drawing/2014/main" id="{261646FB-41C4-0621-D018-986C38B8A00D}"/>
                </a:ext>
              </a:extLst>
            </p:cNvPr>
            <p:cNvCxnSpPr>
              <a:cxnSpLocks/>
              <a:stCxn id="67" idx="3"/>
              <a:endCxn id="83" idx="2"/>
            </p:cNvCxnSpPr>
            <p:nvPr/>
          </p:nvCxnSpPr>
          <p:spPr>
            <a:xfrm>
              <a:off x="503086" y="1500144"/>
              <a:ext cx="652094" cy="584862"/>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1" name="Straight Arrow Connector 90">
              <a:extLst>
                <a:ext uri="{FF2B5EF4-FFF2-40B4-BE49-F238E27FC236}">
                  <a16:creationId xmlns:a16="http://schemas.microsoft.com/office/drawing/2014/main" id="{41BAD838-6A8C-601F-560F-9F4A74636839}"/>
                </a:ext>
              </a:extLst>
            </p:cNvPr>
            <p:cNvCxnSpPr>
              <a:cxnSpLocks/>
              <a:stCxn id="81" idx="6"/>
              <a:endCxn id="86" idx="2"/>
            </p:cNvCxnSpPr>
            <p:nvPr/>
          </p:nvCxnSpPr>
          <p:spPr>
            <a:xfrm>
              <a:off x="1433113" y="1191650"/>
              <a:ext cx="788274" cy="3858"/>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2" name="Straight Arrow Connector 91">
              <a:extLst>
                <a:ext uri="{FF2B5EF4-FFF2-40B4-BE49-F238E27FC236}">
                  <a16:creationId xmlns:a16="http://schemas.microsoft.com/office/drawing/2014/main" id="{3A786609-945B-71B6-DB28-4ECC20DC3C99}"/>
                </a:ext>
              </a:extLst>
            </p:cNvPr>
            <p:cNvCxnSpPr>
              <a:cxnSpLocks/>
              <a:stCxn id="83" idx="6"/>
              <a:endCxn id="98" idx="2"/>
            </p:cNvCxnSpPr>
            <p:nvPr/>
          </p:nvCxnSpPr>
          <p:spPr>
            <a:xfrm>
              <a:off x="1536594" y="2085006"/>
              <a:ext cx="1447412" cy="33588"/>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3" name="Straight Arrow Connector 92">
              <a:extLst>
                <a:ext uri="{FF2B5EF4-FFF2-40B4-BE49-F238E27FC236}">
                  <a16:creationId xmlns:a16="http://schemas.microsoft.com/office/drawing/2014/main" id="{5B7C24DB-BBA7-A101-1F99-BCE4570E442A}"/>
                </a:ext>
              </a:extLst>
            </p:cNvPr>
            <p:cNvCxnSpPr>
              <a:cxnSpLocks/>
              <a:stCxn id="86" idx="6"/>
            </p:cNvCxnSpPr>
            <p:nvPr/>
          </p:nvCxnSpPr>
          <p:spPr>
            <a:xfrm>
              <a:off x="2602801" y="1195507"/>
              <a:ext cx="1532016" cy="14542"/>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94" name="TextBox 93">
                  <a:extLst>
                    <a:ext uri="{FF2B5EF4-FFF2-40B4-BE49-F238E27FC236}">
                      <a16:creationId xmlns:a16="http://schemas.microsoft.com/office/drawing/2014/main" id="{D5CAEBAA-952C-B9F6-A428-79EE7A95304D}"/>
                    </a:ext>
                  </a:extLst>
                </p:cNvPr>
                <p:cNvSpPr txBox="1"/>
                <p:nvPr/>
              </p:nvSpPr>
              <p:spPr>
                <a:xfrm>
                  <a:off x="2910701" y="827267"/>
                  <a:ext cx="507796" cy="307777"/>
                </a:xfrm>
                <a:prstGeom prst="rect">
                  <a:avLst/>
                </a:prstGeom>
                <a:noFill/>
              </p:spPr>
              <p:txBody>
                <a:bodyPr wrap="square">
                  <a:spAutoFit/>
                </a:bodyPr>
                <a:lstStyle/>
                <a:p>
                  <a:pPr/>
                  <a14:m>
                    <m:oMathPara xmlns:m="http://schemas.openxmlformats.org/officeDocument/2006/math">
                      <m:oMath>
                        <m:sSub>
                          <m:sSubPr>
                            <m:ctrlPr>
                              <a:rPr lang="de-DE" sz="1400" b="0" i="0" smtClean="0">
                                <a:solidFill>
                                  <a:schemeClr val="tx1"/>
                                </a:solidFill>
                                <a:latin typeface="Cambria Math" panose="02040503050406030204" pitchFamily="18" charset="0"/>
                              </a:rPr>
                            </m:ctrlPr>
                          </m:sSubPr>
                          <m:e>
                            <m:r>
                              <m:rPr>
                                <m:sty m:val="p"/>
                              </m:rPr>
                              <a:rPr lang="de-DE" sz="1400" b="0" i="0" smtClean="0">
                                <a:solidFill>
                                  <a:schemeClr val="tx1"/>
                                </a:solidFill>
                                <a:latin typeface="Cambria Math" panose="02040503050406030204" pitchFamily="18" charset="0"/>
                              </a:rPr>
                              <m:t>m</m:t>
                            </m:r>
                          </m:e>
                          <m:sub>
                            <m:r>
                              <m:rPr>
                                <m:sty m:val="p"/>
                              </m:rPr>
                              <a:rPr lang="de-DE" sz="1400" b="0" i="1" smtClean="0">
                                <a:solidFill>
                                  <a:schemeClr val="tx1"/>
                                </a:solidFill>
                                <a:latin typeface="Cambria Math" panose="02040503050406030204" pitchFamily="18" charset="0"/>
                              </a:rPr>
                              <m:t>d</m:t>
                            </m:r>
                          </m:sub>
                        </m:sSub>
                      </m:oMath>
                    </m:oMathPara>
                  </a14:m>
                  <a:endParaRPr lang="en-US" sz="1400" dirty="0">
                    <a:solidFill>
                      <a:schemeClr val="tx1"/>
                    </a:solidFill>
                  </a:endParaRPr>
                </a:p>
              </p:txBody>
            </p:sp>
          </mc:Choice>
          <mc:Fallback xmlns="">
            <p:sp>
              <p:nvSpPr>
                <p:cNvPr id="94" name="TextBox 93">
                  <a:extLst>
                    <a:ext uri="{FF2B5EF4-FFF2-40B4-BE49-F238E27FC236}">
                      <a16:creationId xmlns:a16="http://schemas.microsoft.com/office/drawing/2014/main" id="{D5CAEBAA-952C-B9F6-A428-79EE7A95304D}"/>
                    </a:ext>
                  </a:extLst>
                </p:cNvPr>
                <p:cNvSpPr txBox="1">
                  <a:spLocks noRot="1" noChangeAspect="1" noMove="1" noResize="1" noEditPoints="1" noAdjustHandles="1" noChangeArrowheads="1" noChangeShapeType="1" noTextEdit="1"/>
                </p:cNvSpPr>
                <p:nvPr/>
              </p:nvSpPr>
              <p:spPr>
                <a:xfrm>
                  <a:off x="2910701" y="827267"/>
                  <a:ext cx="507796" cy="307777"/>
                </a:xfrm>
                <a:prstGeom prst="rect">
                  <a:avLst/>
                </a:prstGeom>
                <a:blipFill>
                  <a:blip r:embed="rId13"/>
                  <a:stretch>
                    <a:fillRect b="-3243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5" name="TextBox 94">
                  <a:extLst>
                    <a:ext uri="{FF2B5EF4-FFF2-40B4-BE49-F238E27FC236}">
                      <a16:creationId xmlns:a16="http://schemas.microsoft.com/office/drawing/2014/main" id="{13CD022C-39BF-16D6-F472-CC71D5EE8B68}"/>
                    </a:ext>
                  </a:extLst>
                </p:cNvPr>
                <p:cNvSpPr txBox="1"/>
                <p:nvPr/>
              </p:nvSpPr>
              <p:spPr>
                <a:xfrm>
                  <a:off x="1551725" y="814672"/>
                  <a:ext cx="507796" cy="307777"/>
                </a:xfrm>
                <a:prstGeom prst="rect">
                  <a:avLst/>
                </a:prstGeom>
                <a:noFill/>
              </p:spPr>
              <p:txBody>
                <a:bodyPr wrap="square">
                  <a:spAutoFit/>
                </a:bodyPr>
                <a:lstStyle/>
                <a:p>
                  <a:pPr/>
                  <a14:m>
                    <m:oMathPara xmlns:m="http://schemas.openxmlformats.org/officeDocument/2006/math">
                      <m:oMath>
                        <m:sSub>
                          <m:sSubPr>
                            <m:ctrlPr>
                              <a:rPr lang="de-DE" sz="1400" b="0" i="0" smtClean="0">
                                <a:solidFill>
                                  <a:schemeClr val="tx1"/>
                                </a:solidFill>
                                <a:latin typeface="Cambria Math" panose="02040503050406030204" pitchFamily="18" charset="0"/>
                              </a:rPr>
                            </m:ctrlPr>
                          </m:sSubPr>
                          <m:e>
                            <m:r>
                              <m:rPr>
                                <m:sty m:val="p"/>
                              </m:rPr>
                              <a:rPr lang="de-DE" sz="1400" b="0" i="0" smtClean="0">
                                <a:solidFill>
                                  <a:schemeClr val="tx1"/>
                                </a:solidFill>
                                <a:latin typeface="Cambria Math" panose="02040503050406030204" pitchFamily="18" charset="0"/>
                              </a:rPr>
                              <m:t>m</m:t>
                            </m:r>
                          </m:e>
                          <m:sub>
                            <m:r>
                              <m:rPr>
                                <m:sty m:val="p"/>
                              </m:rPr>
                              <a:rPr lang="de-DE" sz="1400" b="0" i="1" smtClean="0">
                                <a:solidFill>
                                  <a:schemeClr val="tx1"/>
                                </a:solidFill>
                                <a:latin typeface="Cambria Math" panose="02040503050406030204" pitchFamily="18" charset="0"/>
                              </a:rPr>
                              <m:t>Df</m:t>
                            </m:r>
                          </m:sub>
                        </m:sSub>
                      </m:oMath>
                    </m:oMathPara>
                  </a14:m>
                  <a:endParaRPr lang="en-US" sz="1400" dirty="0">
                    <a:solidFill>
                      <a:schemeClr val="tx1"/>
                    </a:solidFill>
                  </a:endParaRPr>
                </a:p>
              </p:txBody>
            </p:sp>
          </mc:Choice>
          <mc:Fallback xmlns="">
            <p:sp>
              <p:nvSpPr>
                <p:cNvPr id="95" name="TextBox 94">
                  <a:extLst>
                    <a:ext uri="{FF2B5EF4-FFF2-40B4-BE49-F238E27FC236}">
                      <a16:creationId xmlns:a16="http://schemas.microsoft.com/office/drawing/2014/main" id="{13CD022C-39BF-16D6-F472-CC71D5EE8B68}"/>
                    </a:ext>
                  </a:extLst>
                </p:cNvPr>
                <p:cNvSpPr txBox="1">
                  <a:spLocks noRot="1" noChangeAspect="1" noMove="1" noResize="1" noEditPoints="1" noAdjustHandles="1" noChangeArrowheads="1" noChangeShapeType="1" noTextEdit="1"/>
                </p:cNvSpPr>
                <p:nvPr/>
              </p:nvSpPr>
              <p:spPr>
                <a:xfrm>
                  <a:off x="1551725" y="814672"/>
                  <a:ext cx="507796" cy="307777"/>
                </a:xfrm>
                <a:prstGeom prst="rect">
                  <a:avLst/>
                </a:prstGeom>
                <a:blipFill>
                  <a:blip r:embed="rId14"/>
                  <a:stretch>
                    <a:fillRect r="-11290" b="-297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7" name="TextBox 96">
                  <a:extLst>
                    <a:ext uri="{FF2B5EF4-FFF2-40B4-BE49-F238E27FC236}">
                      <a16:creationId xmlns:a16="http://schemas.microsoft.com/office/drawing/2014/main" id="{3CFEF357-5CFF-7484-D929-99722252DD53}"/>
                    </a:ext>
                  </a:extLst>
                </p:cNvPr>
                <p:cNvSpPr txBox="1"/>
                <p:nvPr/>
              </p:nvSpPr>
              <p:spPr>
                <a:xfrm>
                  <a:off x="1957366" y="2049302"/>
                  <a:ext cx="507796" cy="307777"/>
                </a:xfrm>
                <a:prstGeom prst="rect">
                  <a:avLst/>
                </a:prstGeom>
                <a:noFill/>
              </p:spPr>
              <p:txBody>
                <a:bodyPr wrap="square">
                  <a:spAutoFit/>
                </a:bodyPr>
                <a:lstStyle/>
                <a:p>
                  <a:pPr/>
                  <a14:m>
                    <m:oMathPara xmlns:m="http://schemas.openxmlformats.org/officeDocument/2006/math">
                      <m:oMath>
                        <m:sSub>
                          <m:sSubPr>
                            <m:ctrlPr>
                              <a:rPr lang="de-DE" sz="1400" b="0" i="0" smtClean="0">
                                <a:solidFill>
                                  <a:schemeClr val="tx1"/>
                                </a:solidFill>
                                <a:latin typeface="Cambria Math" panose="02040503050406030204" pitchFamily="18" charset="0"/>
                              </a:rPr>
                            </m:ctrlPr>
                          </m:sSubPr>
                          <m:e>
                            <m:r>
                              <m:rPr>
                                <m:sty m:val="p"/>
                              </m:rPr>
                              <a:rPr lang="de-DE" sz="1400" b="0" i="0" smtClean="0">
                                <a:solidFill>
                                  <a:schemeClr val="tx1"/>
                                </a:solidFill>
                                <a:latin typeface="Cambria Math" panose="02040503050406030204" pitchFamily="18" charset="0"/>
                              </a:rPr>
                              <m:t>m</m:t>
                            </m:r>
                          </m:e>
                          <m:sub>
                            <m:r>
                              <m:rPr>
                                <m:sty m:val="p"/>
                              </m:rPr>
                              <a:rPr lang="de-DE" sz="1400" b="0" i="1" smtClean="0">
                                <a:solidFill>
                                  <a:schemeClr val="tx1"/>
                                </a:solidFill>
                                <a:latin typeface="Cambria Math" panose="02040503050406030204" pitchFamily="18" charset="0"/>
                              </a:rPr>
                              <m:t>Ds</m:t>
                            </m:r>
                          </m:sub>
                        </m:sSub>
                      </m:oMath>
                    </m:oMathPara>
                  </a14:m>
                  <a:endParaRPr lang="en-US" sz="1400" dirty="0">
                    <a:solidFill>
                      <a:schemeClr val="tx1"/>
                    </a:solidFill>
                  </a:endParaRPr>
                </a:p>
              </p:txBody>
            </p:sp>
          </mc:Choice>
          <mc:Fallback xmlns="">
            <p:sp>
              <p:nvSpPr>
                <p:cNvPr id="97" name="TextBox 96">
                  <a:extLst>
                    <a:ext uri="{FF2B5EF4-FFF2-40B4-BE49-F238E27FC236}">
                      <a16:creationId xmlns:a16="http://schemas.microsoft.com/office/drawing/2014/main" id="{3CFEF357-5CFF-7484-D929-99722252DD53}"/>
                    </a:ext>
                  </a:extLst>
                </p:cNvPr>
                <p:cNvSpPr txBox="1">
                  <a:spLocks noRot="1" noChangeAspect="1" noMove="1" noResize="1" noEditPoints="1" noAdjustHandles="1" noChangeArrowheads="1" noChangeShapeType="1" noTextEdit="1"/>
                </p:cNvSpPr>
                <p:nvPr/>
              </p:nvSpPr>
              <p:spPr>
                <a:xfrm>
                  <a:off x="1957366" y="2049302"/>
                  <a:ext cx="507796" cy="307777"/>
                </a:xfrm>
                <a:prstGeom prst="rect">
                  <a:avLst/>
                </a:prstGeom>
                <a:blipFill>
                  <a:blip r:embed="rId15"/>
                  <a:stretch>
                    <a:fillRect r="-16393" b="-26316"/>
                  </a:stretch>
                </a:blipFill>
              </p:spPr>
              <p:txBody>
                <a:bodyPr/>
                <a:lstStyle/>
                <a:p>
                  <a:r>
                    <a:rPr lang="en-US">
                      <a:noFill/>
                    </a:rPr>
                    <a:t> </a:t>
                  </a:r>
                </a:p>
              </p:txBody>
            </p:sp>
          </mc:Fallback>
        </mc:AlternateContent>
        <p:sp>
          <p:nvSpPr>
            <p:cNvPr id="98" name="Oval 97">
              <a:extLst>
                <a:ext uri="{FF2B5EF4-FFF2-40B4-BE49-F238E27FC236}">
                  <a16:creationId xmlns:a16="http://schemas.microsoft.com/office/drawing/2014/main" id="{B464044F-5D33-40E7-7E50-540A9D74C616}"/>
                </a:ext>
              </a:extLst>
            </p:cNvPr>
            <p:cNvSpPr>
              <a:spLocks noChangeAspect="1"/>
            </p:cNvSpPr>
            <p:nvPr/>
          </p:nvSpPr>
          <p:spPr>
            <a:xfrm>
              <a:off x="2984006" y="1927886"/>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p>
          </p:txBody>
        </p:sp>
        <mc:AlternateContent xmlns:mc="http://schemas.openxmlformats.org/markup-compatibility/2006" xmlns:a14="http://schemas.microsoft.com/office/drawing/2010/main">
          <mc:Choice Requires="a14">
            <p:sp>
              <p:nvSpPr>
                <p:cNvPr id="100" name="TextBox 99">
                  <a:extLst>
                    <a:ext uri="{FF2B5EF4-FFF2-40B4-BE49-F238E27FC236}">
                      <a16:creationId xmlns:a16="http://schemas.microsoft.com/office/drawing/2014/main" id="{328C7CDF-4E22-D3DB-42B6-175140AF7C0C}"/>
                    </a:ext>
                  </a:extLst>
                </p:cNvPr>
                <p:cNvSpPr txBox="1"/>
                <p:nvPr/>
              </p:nvSpPr>
              <p:spPr>
                <a:xfrm>
                  <a:off x="2918451" y="1889534"/>
                  <a:ext cx="518558" cy="307777"/>
                </a:xfrm>
                <a:prstGeom prst="rect">
                  <a:avLst/>
                </a:prstGeom>
                <a:noFill/>
              </p:spPr>
              <p:txBody>
                <a:bodyPr wrap="square">
                  <a:spAutoFit/>
                </a:bodyPr>
                <a:lstStyle/>
                <a:p>
                  <a:pPr/>
                  <a14:m>
                    <m:oMathPara xmlns:m="http://schemas.openxmlformats.org/officeDocument/2006/math">
                      <m:oMath>
                        <m:sSub>
                          <m:sSubPr>
                            <m:ctrlPr>
                              <a:rPr lang="de-DE" sz="1400" b="0" i="1" smtClean="0">
                                <a:solidFill>
                                  <a:schemeClr val="bg1"/>
                                </a:solidFill>
                                <a:latin typeface="Cambria Math" panose="02040503050406030204" pitchFamily="18" charset="0"/>
                              </a:rPr>
                            </m:ctrlPr>
                          </m:sSubPr>
                          <m:e>
                            <m:r>
                              <m:rPr>
                                <m:sty m:val="p"/>
                              </m:rPr>
                              <a:rPr lang="de-DE" sz="1400" b="0" i="1" smtClean="0">
                                <a:solidFill>
                                  <a:schemeClr val="bg1"/>
                                </a:solidFill>
                                <a:latin typeface="Cambria Math" panose="02040503050406030204" pitchFamily="18" charset="0"/>
                              </a:rPr>
                              <m:t>r</m:t>
                            </m:r>
                          </m:e>
                          <m:sub>
                            <m:r>
                              <m:rPr>
                                <m:sty m:val="p"/>
                              </m:rPr>
                              <a:rPr lang="de-DE" sz="1400" b="0" i="1" smtClean="0">
                                <a:solidFill>
                                  <a:schemeClr val="bg1"/>
                                </a:solidFill>
                                <a:latin typeface="Cambria Math" panose="02040503050406030204" pitchFamily="18" charset="0"/>
                              </a:rPr>
                              <m:t>Di</m:t>
                            </m:r>
                          </m:sub>
                        </m:sSub>
                      </m:oMath>
                    </m:oMathPara>
                  </a14:m>
                  <a:endParaRPr lang="en-US" sz="1400" dirty="0">
                    <a:solidFill>
                      <a:schemeClr val="bg1"/>
                    </a:solidFill>
                  </a:endParaRPr>
                </a:p>
              </p:txBody>
            </p:sp>
          </mc:Choice>
          <mc:Fallback xmlns="">
            <p:sp>
              <p:nvSpPr>
                <p:cNvPr id="100" name="TextBox 99">
                  <a:extLst>
                    <a:ext uri="{FF2B5EF4-FFF2-40B4-BE49-F238E27FC236}">
                      <a16:creationId xmlns:a16="http://schemas.microsoft.com/office/drawing/2014/main" id="{328C7CDF-4E22-D3DB-42B6-175140AF7C0C}"/>
                    </a:ext>
                  </a:extLst>
                </p:cNvPr>
                <p:cNvSpPr txBox="1">
                  <a:spLocks noRot="1" noChangeAspect="1" noMove="1" noResize="1" noEditPoints="1" noAdjustHandles="1" noChangeArrowheads="1" noChangeShapeType="1" noTextEdit="1"/>
                </p:cNvSpPr>
                <p:nvPr/>
              </p:nvSpPr>
              <p:spPr>
                <a:xfrm>
                  <a:off x="2918451" y="1889534"/>
                  <a:ext cx="518558" cy="307777"/>
                </a:xfrm>
                <a:prstGeom prst="rect">
                  <a:avLst/>
                </a:prstGeom>
                <a:blipFill>
                  <a:blip r:embed="rId16"/>
                  <a:stretch>
                    <a:fillRect b="-29730"/>
                  </a:stretch>
                </a:blipFill>
              </p:spPr>
              <p:txBody>
                <a:bodyPr/>
                <a:lstStyle/>
                <a:p>
                  <a:r>
                    <a:rPr lang="en-US">
                      <a:noFill/>
                    </a:rPr>
                    <a:t> </a:t>
                  </a:r>
                </a:p>
              </p:txBody>
            </p:sp>
          </mc:Fallback>
        </mc:AlternateContent>
        <p:cxnSp>
          <p:nvCxnSpPr>
            <p:cNvPr id="101" name="Straight Arrow Connector 100">
              <a:extLst>
                <a:ext uri="{FF2B5EF4-FFF2-40B4-BE49-F238E27FC236}">
                  <a16:creationId xmlns:a16="http://schemas.microsoft.com/office/drawing/2014/main" id="{05ABFE9E-69FF-03BE-FFBC-1972BBEE91AB}"/>
                </a:ext>
              </a:extLst>
            </p:cNvPr>
            <p:cNvCxnSpPr>
              <a:cxnSpLocks/>
              <a:stCxn id="94" idx="2"/>
              <a:endCxn id="98" idx="0"/>
            </p:cNvCxnSpPr>
            <p:nvPr/>
          </p:nvCxnSpPr>
          <p:spPr>
            <a:xfrm>
              <a:off x="3164599" y="1135044"/>
              <a:ext cx="10114" cy="792842"/>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09" name="TextBox 108">
                  <a:extLst>
                    <a:ext uri="{FF2B5EF4-FFF2-40B4-BE49-F238E27FC236}">
                      <a16:creationId xmlns:a16="http://schemas.microsoft.com/office/drawing/2014/main" id="{797BFD04-647E-28D7-CB62-74063FC56AC8}"/>
                    </a:ext>
                  </a:extLst>
                </p:cNvPr>
                <p:cNvSpPr txBox="1"/>
                <p:nvPr/>
              </p:nvSpPr>
              <p:spPr>
                <a:xfrm>
                  <a:off x="3796741" y="718517"/>
                  <a:ext cx="499367" cy="338554"/>
                </a:xfrm>
                <a:prstGeom prst="rect">
                  <a:avLst/>
                </a:prstGeom>
                <a:noFill/>
              </p:spPr>
              <p:txBody>
                <a:bodyPr wrap="none" rtlCol="0">
                  <a:spAutoFit/>
                </a:bodyPr>
                <a:lstStyle/>
                <a:p>
                  <a:pPr/>
                  <a14:m>
                    <m:oMathPara xmlns:m="http://schemas.openxmlformats.org/officeDocument/2006/math">
                      <m:oMath>
                        <m:sSub>
                          <m:sSubPr>
                            <m:ctrlPr>
                              <a:rPr lang="de-DE" sz="1600" b="0" i="1" smtClean="0">
                                <a:latin typeface="Cambria Math" panose="02040503050406030204" pitchFamily="18" charset="0"/>
                              </a:rPr>
                            </m:ctrlPr>
                          </m:sSubPr>
                          <m:e>
                            <m:r>
                              <m:rPr>
                                <m:sty m:val="p"/>
                              </m:rPr>
                              <a:rPr lang="de-DE" sz="1600" b="0" i="1" smtClean="0">
                                <a:latin typeface="Cambria Math" panose="02040503050406030204" pitchFamily="18" charset="0"/>
                              </a:rPr>
                              <m:t>m</m:t>
                            </m:r>
                          </m:e>
                          <m:sub>
                            <m:r>
                              <m:rPr>
                                <m:sty m:val="p"/>
                              </m:rPr>
                              <a:rPr lang="de-DE" sz="1600" b="0" i="1" smtClean="0">
                                <a:latin typeface="Cambria Math" panose="02040503050406030204" pitchFamily="18" charset="0"/>
                              </a:rPr>
                              <m:t>d</m:t>
                            </m:r>
                          </m:sub>
                        </m:sSub>
                      </m:oMath>
                    </m:oMathPara>
                  </a14:m>
                  <a:endParaRPr lang="en-US" sz="1600" dirty="0"/>
                </a:p>
              </p:txBody>
            </p:sp>
          </mc:Choice>
          <mc:Fallback xmlns="">
            <p:sp>
              <p:nvSpPr>
                <p:cNvPr id="109" name="TextBox 108">
                  <a:extLst>
                    <a:ext uri="{FF2B5EF4-FFF2-40B4-BE49-F238E27FC236}">
                      <a16:creationId xmlns:a16="http://schemas.microsoft.com/office/drawing/2014/main" id="{797BFD04-647E-28D7-CB62-74063FC56AC8}"/>
                    </a:ext>
                  </a:extLst>
                </p:cNvPr>
                <p:cNvSpPr txBox="1">
                  <a:spLocks noRot="1" noChangeAspect="1" noMove="1" noResize="1" noEditPoints="1" noAdjustHandles="1" noChangeArrowheads="1" noChangeShapeType="1" noTextEdit="1"/>
                </p:cNvSpPr>
                <p:nvPr/>
              </p:nvSpPr>
              <p:spPr>
                <a:xfrm>
                  <a:off x="3796741" y="718517"/>
                  <a:ext cx="499367" cy="338554"/>
                </a:xfrm>
                <a:prstGeom prst="rect">
                  <a:avLst/>
                </a:prstGeom>
                <a:blipFill>
                  <a:blip r:embed="rId17"/>
                  <a:stretch>
                    <a:fillRect r="-10000" b="-3170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2" name="TextBox 111">
                  <a:extLst>
                    <a:ext uri="{FF2B5EF4-FFF2-40B4-BE49-F238E27FC236}">
                      <a16:creationId xmlns:a16="http://schemas.microsoft.com/office/drawing/2014/main" id="{54B1430D-1548-C586-9117-013111E2604D}"/>
                    </a:ext>
                  </a:extLst>
                </p:cNvPr>
                <p:cNvSpPr txBox="1"/>
                <p:nvPr/>
              </p:nvSpPr>
              <p:spPr>
                <a:xfrm>
                  <a:off x="7415254" y="175204"/>
                  <a:ext cx="507796" cy="307777"/>
                </a:xfrm>
                <a:prstGeom prst="rect">
                  <a:avLst/>
                </a:prstGeom>
                <a:noFill/>
              </p:spPr>
              <p:txBody>
                <a:bodyPr wrap="square">
                  <a:spAutoFit/>
                </a:bodyPr>
                <a:lstStyle/>
                <a:p>
                  <a:pPr/>
                  <a14:m>
                    <m:oMathPara xmlns:m="http://schemas.openxmlformats.org/officeDocument/2006/math">
                      <m:oMath>
                        <m:sSub>
                          <m:sSubPr>
                            <m:ctrlPr>
                              <a:rPr lang="de-DE" sz="1400" b="0" i="0" smtClean="0">
                                <a:solidFill>
                                  <a:schemeClr val="tx1"/>
                                </a:solidFill>
                                <a:latin typeface="Cambria Math" panose="02040503050406030204" pitchFamily="18" charset="0"/>
                              </a:rPr>
                            </m:ctrlPr>
                          </m:sSubPr>
                          <m:e>
                            <m:r>
                              <m:rPr>
                                <m:sty m:val="p"/>
                              </m:rPr>
                              <a:rPr lang="de-DE" sz="1400" b="0" i="0" smtClean="0">
                                <a:solidFill>
                                  <a:schemeClr val="tx1"/>
                                </a:solidFill>
                                <a:latin typeface="Cambria Math" panose="02040503050406030204" pitchFamily="18" charset="0"/>
                              </a:rPr>
                              <m:t>m</m:t>
                            </m:r>
                          </m:e>
                          <m:sub>
                            <m:r>
                              <m:rPr>
                                <m:sty m:val="p"/>
                              </m:rPr>
                              <a:rPr lang="de-DE" sz="1400" b="0" i="1" smtClean="0">
                                <a:solidFill>
                                  <a:schemeClr val="tx1"/>
                                </a:solidFill>
                                <a:latin typeface="Cambria Math" panose="02040503050406030204" pitchFamily="18" charset="0"/>
                              </a:rPr>
                              <m:t>c</m:t>
                            </m:r>
                          </m:sub>
                        </m:sSub>
                      </m:oMath>
                    </m:oMathPara>
                  </a14:m>
                  <a:endParaRPr lang="en-US" sz="1400" dirty="0">
                    <a:solidFill>
                      <a:schemeClr val="tx1"/>
                    </a:solidFill>
                  </a:endParaRPr>
                </a:p>
              </p:txBody>
            </p:sp>
          </mc:Choice>
          <mc:Fallback xmlns="">
            <p:sp>
              <p:nvSpPr>
                <p:cNvPr id="112" name="TextBox 111">
                  <a:extLst>
                    <a:ext uri="{FF2B5EF4-FFF2-40B4-BE49-F238E27FC236}">
                      <a16:creationId xmlns:a16="http://schemas.microsoft.com/office/drawing/2014/main" id="{54B1430D-1548-C586-9117-013111E2604D}"/>
                    </a:ext>
                  </a:extLst>
                </p:cNvPr>
                <p:cNvSpPr txBox="1">
                  <a:spLocks noRot="1" noChangeAspect="1" noMove="1" noResize="1" noEditPoints="1" noAdjustHandles="1" noChangeArrowheads="1" noChangeShapeType="1" noTextEdit="1"/>
                </p:cNvSpPr>
                <p:nvPr/>
              </p:nvSpPr>
              <p:spPr>
                <a:xfrm>
                  <a:off x="7415254" y="175204"/>
                  <a:ext cx="507796" cy="307777"/>
                </a:xfrm>
                <a:prstGeom prst="rect">
                  <a:avLst/>
                </a:prstGeom>
                <a:blipFill>
                  <a:blip r:embed="rId18"/>
                  <a:stretch>
                    <a:fillRect b="-24324"/>
                  </a:stretch>
                </a:blipFill>
              </p:spPr>
              <p:txBody>
                <a:bodyPr/>
                <a:lstStyle/>
                <a:p>
                  <a:r>
                    <a:rPr lang="en-US">
                      <a:noFill/>
                    </a:rPr>
                    <a:t> </a:t>
                  </a:r>
                </a:p>
              </p:txBody>
            </p:sp>
          </mc:Fallback>
        </mc:AlternateContent>
        <p:sp>
          <p:nvSpPr>
            <p:cNvPr id="30" name="Oval 29">
              <a:extLst>
                <a:ext uri="{FF2B5EF4-FFF2-40B4-BE49-F238E27FC236}">
                  <a16:creationId xmlns:a16="http://schemas.microsoft.com/office/drawing/2014/main" id="{AA7E7C6A-62D9-7144-D5EA-A6810290BF1A}"/>
                </a:ext>
              </a:extLst>
            </p:cNvPr>
            <p:cNvSpPr>
              <a:spLocks noChangeAspect="1"/>
            </p:cNvSpPr>
            <p:nvPr/>
          </p:nvSpPr>
          <p:spPr>
            <a:xfrm>
              <a:off x="9575979" y="144458"/>
              <a:ext cx="410141" cy="41014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31" name="Oval 30">
              <a:extLst>
                <a:ext uri="{FF2B5EF4-FFF2-40B4-BE49-F238E27FC236}">
                  <a16:creationId xmlns:a16="http://schemas.microsoft.com/office/drawing/2014/main" id="{19D6A8CC-2771-EDB7-2601-34D21CA56F36}"/>
                </a:ext>
              </a:extLst>
            </p:cNvPr>
            <p:cNvSpPr>
              <a:spLocks noChangeAspect="1"/>
            </p:cNvSpPr>
            <p:nvPr/>
          </p:nvSpPr>
          <p:spPr>
            <a:xfrm>
              <a:off x="9585689" y="2015561"/>
              <a:ext cx="410141" cy="41014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p>
          </p:txBody>
        </p:sp>
        <p:cxnSp>
          <p:nvCxnSpPr>
            <p:cNvPr id="32" name="Straight Arrow Connector 31">
              <a:extLst>
                <a:ext uri="{FF2B5EF4-FFF2-40B4-BE49-F238E27FC236}">
                  <a16:creationId xmlns:a16="http://schemas.microsoft.com/office/drawing/2014/main" id="{0C2B6104-EA54-CB68-0D27-F7BCFF338017}"/>
                </a:ext>
              </a:extLst>
            </p:cNvPr>
            <p:cNvCxnSpPr>
              <a:cxnSpLocks/>
              <a:stCxn id="31" idx="6"/>
              <a:endCxn id="43" idx="3"/>
            </p:cNvCxnSpPr>
            <p:nvPr/>
          </p:nvCxnSpPr>
          <p:spPr>
            <a:xfrm flipV="1">
              <a:off x="9995830" y="1422412"/>
              <a:ext cx="806857" cy="798219"/>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a16="http://schemas.microsoft.com/office/drawing/2014/main" id="{CA97D09E-BEEF-DB2A-B996-9971A85A8380}"/>
                </a:ext>
              </a:extLst>
            </p:cNvPr>
            <p:cNvCxnSpPr>
              <a:cxnSpLocks/>
              <a:stCxn id="30" idx="6"/>
              <a:endCxn id="43" idx="1"/>
            </p:cNvCxnSpPr>
            <p:nvPr/>
          </p:nvCxnSpPr>
          <p:spPr>
            <a:xfrm>
              <a:off x="9986120" y="349529"/>
              <a:ext cx="816567" cy="78287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46A657EA-680E-F35F-947D-2836C07FCE06}"/>
                    </a:ext>
                  </a:extLst>
                </p:cNvPr>
                <p:cNvSpPr txBox="1"/>
                <p:nvPr/>
              </p:nvSpPr>
              <p:spPr>
                <a:xfrm>
                  <a:off x="10078291" y="242332"/>
                  <a:ext cx="855270" cy="307777"/>
                </a:xfrm>
                <a:prstGeom prst="rect">
                  <a:avLst/>
                </a:prstGeom>
                <a:noFill/>
              </p:spPr>
              <p:txBody>
                <a:bodyPr wrap="square">
                  <a:spAutoFit/>
                </a:bodyPr>
                <a:lstStyle/>
                <a:p>
                  <a:pPr/>
                  <a14:m>
                    <m:oMathPara xmlns:m="http://schemas.openxmlformats.org/officeDocument/2006/math">
                      <m:oMath>
                        <m:sSub>
                          <m:sSubPr>
                            <m:ctrlPr>
                              <a:rPr lang="de-DE" sz="1400" b="0" i="0" smtClean="0">
                                <a:solidFill>
                                  <a:schemeClr val="tx1"/>
                                </a:solidFill>
                                <a:latin typeface="Cambria Math" panose="02040503050406030204" pitchFamily="18" charset="0"/>
                              </a:rPr>
                            </m:ctrlPr>
                          </m:sSubPr>
                          <m:e>
                            <m:r>
                              <m:rPr>
                                <m:sty m:val="p"/>
                              </m:rPr>
                              <a:rPr lang="de-DE" sz="1400" b="0" i="0" smtClean="0">
                                <a:solidFill>
                                  <a:schemeClr val="tx1"/>
                                </a:solidFill>
                                <a:latin typeface="Cambria Math" panose="02040503050406030204" pitchFamily="18" charset="0"/>
                              </a:rPr>
                              <m:t>m</m:t>
                            </m:r>
                          </m:e>
                          <m:sub>
                            <m:r>
                              <m:rPr>
                                <m:sty m:val="p"/>
                              </m:rPr>
                              <a:rPr lang="de-DE" sz="1400" b="0" i="1" smtClean="0">
                                <a:solidFill>
                                  <a:schemeClr val="tx1"/>
                                </a:solidFill>
                                <a:latin typeface="Cambria Math" panose="02040503050406030204" pitchFamily="18" charset="0"/>
                              </a:rPr>
                              <m:t>Nc</m:t>
                            </m:r>
                          </m:sub>
                        </m:sSub>
                      </m:oMath>
                    </m:oMathPara>
                  </a14:m>
                  <a:endParaRPr lang="en-US" sz="1400" dirty="0">
                    <a:solidFill>
                      <a:schemeClr val="tx1"/>
                    </a:solidFill>
                  </a:endParaRPr>
                </a:p>
              </p:txBody>
            </p:sp>
          </mc:Choice>
          <mc:Fallback xmlns="">
            <p:sp>
              <p:nvSpPr>
                <p:cNvPr id="34" name="TextBox 33">
                  <a:extLst>
                    <a:ext uri="{FF2B5EF4-FFF2-40B4-BE49-F238E27FC236}">
                      <a16:creationId xmlns:a16="http://schemas.microsoft.com/office/drawing/2014/main" id="{46A657EA-680E-F35F-947D-2836C07FCE06}"/>
                    </a:ext>
                  </a:extLst>
                </p:cNvPr>
                <p:cNvSpPr txBox="1">
                  <a:spLocks noRot="1" noChangeAspect="1" noMove="1" noResize="1" noEditPoints="1" noAdjustHandles="1" noChangeArrowheads="1" noChangeShapeType="1" noTextEdit="1"/>
                </p:cNvSpPr>
                <p:nvPr/>
              </p:nvSpPr>
              <p:spPr>
                <a:xfrm>
                  <a:off x="10078291" y="242332"/>
                  <a:ext cx="855270" cy="307777"/>
                </a:xfrm>
                <a:prstGeom prst="rect">
                  <a:avLst/>
                </a:prstGeom>
                <a:blipFill>
                  <a:blip r:embed="rId19"/>
                  <a:stretch>
                    <a:fillRect b="-297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39291AA7-B2FD-2E5D-289F-545C96C61618}"/>
                    </a:ext>
                  </a:extLst>
                </p:cNvPr>
                <p:cNvSpPr txBox="1"/>
                <p:nvPr/>
              </p:nvSpPr>
              <p:spPr>
                <a:xfrm>
                  <a:off x="10136554" y="1770391"/>
                  <a:ext cx="855270" cy="307777"/>
                </a:xfrm>
                <a:prstGeom prst="rect">
                  <a:avLst/>
                </a:prstGeom>
                <a:noFill/>
              </p:spPr>
              <p:txBody>
                <a:bodyPr wrap="square">
                  <a:spAutoFit/>
                </a:bodyPr>
                <a:lstStyle/>
                <a:p>
                  <a:pPr/>
                  <a14:m>
                    <m:oMathPara xmlns:m="http://schemas.openxmlformats.org/officeDocument/2006/math">
                      <m:oMath>
                        <m:sSub>
                          <m:sSubPr>
                            <m:ctrlPr>
                              <a:rPr lang="de-DE" sz="1400" b="0" i="0" smtClean="0">
                                <a:solidFill>
                                  <a:schemeClr val="tx1"/>
                                </a:solidFill>
                                <a:latin typeface="Cambria Math" panose="02040503050406030204" pitchFamily="18" charset="0"/>
                              </a:rPr>
                            </m:ctrlPr>
                          </m:sSubPr>
                          <m:e>
                            <m:r>
                              <m:rPr>
                                <m:sty m:val="p"/>
                              </m:rPr>
                              <a:rPr lang="de-DE" sz="1400" b="0" i="0" smtClean="0">
                                <a:solidFill>
                                  <a:schemeClr val="tx1"/>
                                </a:solidFill>
                                <a:latin typeface="Cambria Math" panose="02040503050406030204" pitchFamily="18" charset="0"/>
                              </a:rPr>
                              <m:t>m</m:t>
                            </m:r>
                          </m:e>
                          <m:sub>
                            <m:r>
                              <m:rPr>
                                <m:sty m:val="p"/>
                              </m:rPr>
                              <a:rPr lang="de-DE" sz="1400" b="0" i="1" smtClean="0">
                                <a:solidFill>
                                  <a:schemeClr val="tx1"/>
                                </a:solidFill>
                                <a:latin typeface="Cambria Math" panose="02040503050406030204" pitchFamily="18" charset="0"/>
                              </a:rPr>
                              <m:t>Nc</m:t>
                            </m:r>
                          </m:sub>
                        </m:sSub>
                      </m:oMath>
                    </m:oMathPara>
                  </a14:m>
                  <a:endParaRPr lang="en-US" sz="1400" dirty="0">
                    <a:solidFill>
                      <a:schemeClr val="tx1"/>
                    </a:solidFill>
                  </a:endParaRPr>
                </a:p>
              </p:txBody>
            </p:sp>
          </mc:Choice>
          <mc:Fallback xmlns="">
            <p:sp>
              <p:nvSpPr>
                <p:cNvPr id="35" name="TextBox 34">
                  <a:extLst>
                    <a:ext uri="{FF2B5EF4-FFF2-40B4-BE49-F238E27FC236}">
                      <a16:creationId xmlns:a16="http://schemas.microsoft.com/office/drawing/2014/main" id="{39291AA7-B2FD-2E5D-289F-545C96C61618}"/>
                    </a:ext>
                  </a:extLst>
                </p:cNvPr>
                <p:cNvSpPr txBox="1">
                  <a:spLocks noRot="1" noChangeAspect="1" noMove="1" noResize="1" noEditPoints="1" noAdjustHandles="1" noChangeArrowheads="1" noChangeShapeType="1" noTextEdit="1"/>
                </p:cNvSpPr>
                <p:nvPr/>
              </p:nvSpPr>
              <p:spPr>
                <a:xfrm>
                  <a:off x="10136554" y="1770391"/>
                  <a:ext cx="855270" cy="307777"/>
                </a:xfrm>
                <a:prstGeom prst="rect">
                  <a:avLst/>
                </a:prstGeom>
                <a:blipFill>
                  <a:blip r:embed="rId20"/>
                  <a:stretch>
                    <a:fillRect b="-297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F6487893-3821-E1B7-78D1-EF185E267A90}"/>
                    </a:ext>
                  </a:extLst>
                </p:cNvPr>
                <p:cNvSpPr txBox="1"/>
                <p:nvPr/>
              </p:nvSpPr>
              <p:spPr>
                <a:xfrm>
                  <a:off x="8973206" y="595408"/>
                  <a:ext cx="855270" cy="307777"/>
                </a:xfrm>
                <a:prstGeom prst="rect">
                  <a:avLst/>
                </a:prstGeom>
                <a:noFill/>
              </p:spPr>
              <p:txBody>
                <a:bodyPr wrap="square">
                  <a:spAutoFit/>
                </a:bodyPr>
                <a:lstStyle/>
                <a:p>
                  <a:pPr/>
                  <a14:m>
                    <m:oMathPara xmlns:m="http://schemas.openxmlformats.org/officeDocument/2006/math">
                      <m:oMath>
                        <m:sSub>
                          <m:sSubPr>
                            <m:ctrlPr>
                              <a:rPr lang="de-DE" sz="1400" b="0" i="0" smtClean="0">
                                <a:solidFill>
                                  <a:schemeClr val="tx1"/>
                                </a:solidFill>
                                <a:latin typeface="Cambria Math" panose="02040503050406030204" pitchFamily="18" charset="0"/>
                              </a:rPr>
                            </m:ctrlPr>
                          </m:sSubPr>
                          <m:e>
                            <m:r>
                              <m:rPr>
                                <m:sty m:val="p"/>
                              </m:rPr>
                              <a:rPr lang="de-DE" sz="1400" b="0" i="0" smtClean="0">
                                <a:solidFill>
                                  <a:schemeClr val="tx1"/>
                                </a:solidFill>
                                <a:latin typeface="Cambria Math" panose="02040503050406030204" pitchFamily="18" charset="0"/>
                              </a:rPr>
                              <m:t>m</m:t>
                            </m:r>
                          </m:e>
                          <m:sub>
                            <m:r>
                              <m:rPr>
                                <m:sty m:val="p"/>
                              </m:rPr>
                              <a:rPr lang="de-DE" sz="1400" b="0" i="1" smtClean="0">
                                <a:solidFill>
                                  <a:schemeClr val="tx1"/>
                                </a:solidFill>
                                <a:latin typeface="Cambria Math" panose="02040503050406030204" pitchFamily="18" charset="0"/>
                              </a:rPr>
                              <m:t>Na</m:t>
                            </m:r>
                          </m:sub>
                        </m:sSub>
                      </m:oMath>
                    </m:oMathPara>
                  </a14:m>
                  <a:endParaRPr lang="en-US" sz="1400" dirty="0">
                    <a:solidFill>
                      <a:schemeClr val="tx1"/>
                    </a:solidFill>
                  </a:endParaRPr>
                </a:p>
              </p:txBody>
            </p:sp>
          </mc:Choice>
          <mc:Fallback xmlns="">
            <p:sp>
              <p:nvSpPr>
                <p:cNvPr id="36" name="TextBox 35">
                  <a:extLst>
                    <a:ext uri="{FF2B5EF4-FFF2-40B4-BE49-F238E27FC236}">
                      <a16:creationId xmlns:a16="http://schemas.microsoft.com/office/drawing/2014/main" id="{F6487893-3821-E1B7-78D1-EF185E267A90}"/>
                    </a:ext>
                  </a:extLst>
                </p:cNvPr>
                <p:cNvSpPr txBox="1">
                  <a:spLocks noRot="1" noChangeAspect="1" noMove="1" noResize="1" noEditPoints="1" noAdjustHandles="1" noChangeArrowheads="1" noChangeShapeType="1" noTextEdit="1"/>
                </p:cNvSpPr>
                <p:nvPr/>
              </p:nvSpPr>
              <p:spPr>
                <a:xfrm>
                  <a:off x="8973206" y="595408"/>
                  <a:ext cx="855270" cy="307777"/>
                </a:xfrm>
                <a:prstGeom prst="rect">
                  <a:avLst/>
                </a:prstGeom>
                <a:blipFill>
                  <a:blip r:embed="rId21"/>
                  <a:stretch>
                    <a:fillRect b="-297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57148150-3D1C-8AB1-0ABE-9F8C1252C980}"/>
                    </a:ext>
                  </a:extLst>
                </p:cNvPr>
                <p:cNvSpPr txBox="1"/>
                <p:nvPr/>
              </p:nvSpPr>
              <p:spPr>
                <a:xfrm>
                  <a:off x="8905458" y="1506194"/>
                  <a:ext cx="855270" cy="307777"/>
                </a:xfrm>
                <a:prstGeom prst="rect">
                  <a:avLst/>
                </a:prstGeom>
                <a:noFill/>
              </p:spPr>
              <p:txBody>
                <a:bodyPr wrap="square">
                  <a:spAutoFit/>
                </a:bodyPr>
                <a:lstStyle/>
                <a:p>
                  <a:pPr/>
                  <a14:m>
                    <m:oMathPara xmlns:m="http://schemas.openxmlformats.org/officeDocument/2006/math">
                      <m:oMath>
                        <m:sSub>
                          <m:sSubPr>
                            <m:ctrlPr>
                              <a:rPr lang="de-DE" sz="1400" b="0" i="0" smtClean="0">
                                <a:solidFill>
                                  <a:schemeClr val="tx1"/>
                                </a:solidFill>
                                <a:latin typeface="Cambria Math" panose="02040503050406030204" pitchFamily="18" charset="0"/>
                              </a:rPr>
                            </m:ctrlPr>
                          </m:sSubPr>
                          <m:e>
                            <m:r>
                              <m:rPr>
                                <m:sty m:val="p"/>
                              </m:rPr>
                              <a:rPr lang="de-DE" sz="1400" b="0" i="0" smtClean="0">
                                <a:solidFill>
                                  <a:schemeClr val="tx1"/>
                                </a:solidFill>
                                <a:latin typeface="Cambria Math" panose="02040503050406030204" pitchFamily="18" charset="0"/>
                              </a:rPr>
                              <m:t>m</m:t>
                            </m:r>
                          </m:e>
                          <m:sub>
                            <m:r>
                              <m:rPr>
                                <m:sty m:val="p"/>
                              </m:rPr>
                              <a:rPr lang="de-DE" sz="1400" b="0" i="1" smtClean="0">
                                <a:solidFill>
                                  <a:schemeClr val="tx1"/>
                                </a:solidFill>
                                <a:latin typeface="Cambria Math" panose="02040503050406030204" pitchFamily="18" charset="0"/>
                              </a:rPr>
                              <m:t>Nb</m:t>
                            </m:r>
                          </m:sub>
                        </m:sSub>
                      </m:oMath>
                    </m:oMathPara>
                  </a14:m>
                  <a:endParaRPr lang="en-US" sz="1400" dirty="0">
                    <a:solidFill>
                      <a:schemeClr val="tx1"/>
                    </a:solidFill>
                  </a:endParaRPr>
                </a:p>
              </p:txBody>
            </p:sp>
          </mc:Choice>
          <mc:Fallback xmlns="">
            <p:sp>
              <p:nvSpPr>
                <p:cNvPr id="37" name="TextBox 36">
                  <a:extLst>
                    <a:ext uri="{FF2B5EF4-FFF2-40B4-BE49-F238E27FC236}">
                      <a16:creationId xmlns:a16="http://schemas.microsoft.com/office/drawing/2014/main" id="{57148150-3D1C-8AB1-0ABE-9F8C1252C980}"/>
                    </a:ext>
                  </a:extLst>
                </p:cNvPr>
                <p:cNvSpPr txBox="1">
                  <a:spLocks noRot="1" noChangeAspect="1" noMove="1" noResize="1" noEditPoints="1" noAdjustHandles="1" noChangeArrowheads="1" noChangeShapeType="1" noTextEdit="1"/>
                </p:cNvSpPr>
                <p:nvPr/>
              </p:nvSpPr>
              <p:spPr>
                <a:xfrm>
                  <a:off x="8905458" y="1506194"/>
                  <a:ext cx="855270" cy="307777"/>
                </a:xfrm>
                <a:prstGeom prst="rect">
                  <a:avLst/>
                </a:prstGeom>
                <a:blipFill>
                  <a:blip r:embed="rId22"/>
                  <a:stretch>
                    <a:fillRect b="-29730"/>
                  </a:stretch>
                </a:blipFill>
              </p:spPr>
              <p:txBody>
                <a:bodyPr/>
                <a:lstStyle/>
                <a:p>
                  <a:r>
                    <a:rPr lang="en-US">
                      <a:noFill/>
                    </a:rPr>
                    <a:t> </a:t>
                  </a:r>
                </a:p>
              </p:txBody>
            </p:sp>
          </mc:Fallback>
        </mc:AlternateContent>
        <p:sp>
          <p:nvSpPr>
            <p:cNvPr id="38" name="Oval 37">
              <a:extLst>
                <a:ext uri="{FF2B5EF4-FFF2-40B4-BE49-F238E27FC236}">
                  <a16:creationId xmlns:a16="http://schemas.microsoft.com/office/drawing/2014/main" id="{DB379349-7CB8-8BAF-0376-BA7FB5C2173D}"/>
                </a:ext>
              </a:extLst>
            </p:cNvPr>
            <p:cNvSpPr>
              <a:spLocks noChangeAspect="1"/>
            </p:cNvSpPr>
            <p:nvPr/>
          </p:nvSpPr>
          <p:spPr>
            <a:xfrm>
              <a:off x="8524898" y="1072335"/>
              <a:ext cx="410141" cy="41014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p>
          </p:txBody>
        </p:sp>
        <p:cxnSp>
          <p:nvCxnSpPr>
            <p:cNvPr id="39" name="Straight Arrow Connector 38">
              <a:extLst>
                <a:ext uri="{FF2B5EF4-FFF2-40B4-BE49-F238E27FC236}">
                  <a16:creationId xmlns:a16="http://schemas.microsoft.com/office/drawing/2014/main" id="{B9A84D26-F451-5CA5-EA09-208B71FC6585}"/>
                </a:ext>
              </a:extLst>
            </p:cNvPr>
            <p:cNvCxnSpPr>
              <a:cxnSpLocks/>
              <a:stCxn id="38" idx="0"/>
              <a:endCxn id="30" idx="2"/>
            </p:cNvCxnSpPr>
            <p:nvPr/>
          </p:nvCxnSpPr>
          <p:spPr>
            <a:xfrm flipV="1">
              <a:off x="8729969" y="349529"/>
              <a:ext cx="846010" cy="722806"/>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E5E53F5F-D819-860D-AF86-0D9D0001FDF1}"/>
                    </a:ext>
                  </a:extLst>
                </p:cNvPr>
                <p:cNvSpPr txBox="1"/>
                <p:nvPr/>
              </p:nvSpPr>
              <p:spPr>
                <a:xfrm>
                  <a:off x="7804966" y="787250"/>
                  <a:ext cx="546041" cy="307777"/>
                </a:xfrm>
                <a:prstGeom prst="rect">
                  <a:avLst/>
                </a:prstGeom>
                <a:noFill/>
              </p:spPr>
              <p:txBody>
                <a:bodyPr wrap="square">
                  <a:spAutoFit/>
                </a:bodyPr>
                <a:lstStyle/>
                <a:p>
                  <a:pPr/>
                  <a14:m>
                    <m:oMathPara xmlns:m="http://schemas.openxmlformats.org/officeDocument/2006/math">
                      <m:oMath>
                        <m:sSub>
                          <m:sSubPr>
                            <m:ctrlPr>
                              <a:rPr lang="de-DE" sz="1400" b="0" i="0" smtClean="0">
                                <a:solidFill>
                                  <a:schemeClr val="tx1"/>
                                </a:solidFill>
                                <a:latin typeface="Cambria Math" panose="02040503050406030204" pitchFamily="18" charset="0"/>
                              </a:rPr>
                            </m:ctrlPr>
                          </m:sSubPr>
                          <m:e>
                            <m:r>
                              <m:rPr>
                                <m:sty m:val="p"/>
                              </m:rPr>
                              <a:rPr lang="de-DE" sz="1400" b="0" i="0" smtClean="0">
                                <a:solidFill>
                                  <a:schemeClr val="tx1"/>
                                </a:solidFill>
                                <a:latin typeface="Cambria Math" panose="02040503050406030204" pitchFamily="18" charset="0"/>
                              </a:rPr>
                              <m:t>m</m:t>
                            </m:r>
                          </m:e>
                          <m:sub>
                            <m:r>
                              <m:rPr>
                                <m:sty m:val="p"/>
                              </m:rPr>
                              <a:rPr lang="de-DE" sz="1400" b="0" i="1" smtClean="0">
                                <a:solidFill>
                                  <a:schemeClr val="tx1"/>
                                </a:solidFill>
                                <a:latin typeface="Cambria Math" panose="02040503050406030204" pitchFamily="18" charset="0"/>
                              </a:rPr>
                              <m:t>c</m:t>
                            </m:r>
                          </m:sub>
                        </m:sSub>
                      </m:oMath>
                    </m:oMathPara>
                  </a14:m>
                  <a:endParaRPr lang="en-US" sz="1400" dirty="0">
                    <a:solidFill>
                      <a:schemeClr val="tx1"/>
                    </a:solidFill>
                  </a:endParaRPr>
                </a:p>
              </p:txBody>
            </p:sp>
          </mc:Choice>
          <mc:Fallback xmlns="">
            <p:sp>
              <p:nvSpPr>
                <p:cNvPr id="40" name="TextBox 39">
                  <a:extLst>
                    <a:ext uri="{FF2B5EF4-FFF2-40B4-BE49-F238E27FC236}">
                      <a16:creationId xmlns:a16="http://schemas.microsoft.com/office/drawing/2014/main" id="{E5E53F5F-D819-860D-AF86-0D9D0001FDF1}"/>
                    </a:ext>
                  </a:extLst>
                </p:cNvPr>
                <p:cNvSpPr txBox="1">
                  <a:spLocks noRot="1" noChangeAspect="1" noMove="1" noResize="1" noEditPoints="1" noAdjustHandles="1" noChangeArrowheads="1" noChangeShapeType="1" noTextEdit="1"/>
                </p:cNvSpPr>
                <p:nvPr/>
              </p:nvSpPr>
              <p:spPr>
                <a:xfrm>
                  <a:off x="7804966" y="787250"/>
                  <a:ext cx="546041" cy="307777"/>
                </a:xfrm>
                <a:prstGeom prst="rect">
                  <a:avLst/>
                </a:prstGeom>
                <a:blipFill>
                  <a:blip r:embed="rId23"/>
                  <a:stretch>
                    <a:fillRect b="-21053"/>
                  </a:stretch>
                </a:blipFill>
              </p:spPr>
              <p:txBody>
                <a:bodyPr/>
                <a:lstStyle/>
                <a:p>
                  <a:r>
                    <a:rPr lang="en-US">
                      <a:noFill/>
                    </a:rPr>
                    <a:t> </a:t>
                  </a:r>
                </a:p>
              </p:txBody>
            </p:sp>
          </mc:Fallback>
        </mc:AlternateContent>
        <p:cxnSp>
          <p:nvCxnSpPr>
            <p:cNvPr id="41" name="Straight Arrow Connector 40">
              <a:extLst>
                <a:ext uri="{FF2B5EF4-FFF2-40B4-BE49-F238E27FC236}">
                  <a16:creationId xmlns:a16="http://schemas.microsoft.com/office/drawing/2014/main" id="{3E34AF2C-9B4C-09A5-B49C-4236F1D08F04}"/>
                </a:ext>
              </a:extLst>
            </p:cNvPr>
            <p:cNvCxnSpPr>
              <a:cxnSpLocks/>
              <a:endCxn id="49" idx="1"/>
            </p:cNvCxnSpPr>
            <p:nvPr/>
          </p:nvCxnSpPr>
          <p:spPr>
            <a:xfrm flipV="1">
              <a:off x="7765437" y="1204213"/>
              <a:ext cx="740834" cy="29488"/>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42" name="Straight Arrow Connector 41">
              <a:extLst>
                <a:ext uri="{FF2B5EF4-FFF2-40B4-BE49-F238E27FC236}">
                  <a16:creationId xmlns:a16="http://schemas.microsoft.com/office/drawing/2014/main" id="{5ADC3D89-A0E0-6AA1-B34C-84FC01F733BA}"/>
                </a:ext>
              </a:extLst>
            </p:cNvPr>
            <p:cNvCxnSpPr>
              <a:cxnSpLocks/>
              <a:stCxn id="38" idx="4"/>
              <a:endCxn id="31" idx="2"/>
            </p:cNvCxnSpPr>
            <p:nvPr/>
          </p:nvCxnSpPr>
          <p:spPr>
            <a:xfrm>
              <a:off x="8729969" y="1482476"/>
              <a:ext cx="855720" cy="738155"/>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sp>
          <p:nvSpPr>
            <p:cNvPr id="43" name="Oval 42">
              <a:extLst>
                <a:ext uri="{FF2B5EF4-FFF2-40B4-BE49-F238E27FC236}">
                  <a16:creationId xmlns:a16="http://schemas.microsoft.com/office/drawing/2014/main" id="{B70A5652-3100-F107-11FF-A5C69DE1D37F}"/>
                </a:ext>
              </a:extLst>
            </p:cNvPr>
            <p:cNvSpPr>
              <a:spLocks noChangeAspect="1"/>
            </p:cNvSpPr>
            <p:nvPr/>
          </p:nvSpPr>
          <p:spPr>
            <a:xfrm>
              <a:off x="10742623" y="1072335"/>
              <a:ext cx="410141" cy="41014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p>
          </p:txBody>
        </p:sp>
        <p:cxnSp>
          <p:nvCxnSpPr>
            <p:cNvPr id="44" name="Straight Arrow Connector 43">
              <a:extLst>
                <a:ext uri="{FF2B5EF4-FFF2-40B4-BE49-F238E27FC236}">
                  <a16:creationId xmlns:a16="http://schemas.microsoft.com/office/drawing/2014/main" id="{2207DAE3-1D70-CF60-33EA-27BBB6F28E1D}"/>
                </a:ext>
              </a:extLst>
            </p:cNvPr>
            <p:cNvCxnSpPr>
              <a:cxnSpLocks/>
            </p:cNvCxnSpPr>
            <p:nvPr/>
          </p:nvCxnSpPr>
          <p:spPr>
            <a:xfrm flipV="1">
              <a:off x="11152764" y="1261123"/>
              <a:ext cx="782058" cy="16282"/>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CCC85C7A-16B0-D341-34C8-3CEBF74685CC}"/>
                    </a:ext>
                  </a:extLst>
                </p:cNvPr>
                <p:cNvSpPr txBox="1"/>
                <p:nvPr/>
              </p:nvSpPr>
              <p:spPr>
                <a:xfrm>
                  <a:off x="11375112" y="854140"/>
                  <a:ext cx="524049" cy="307777"/>
                </a:xfrm>
                <a:prstGeom prst="rect">
                  <a:avLst/>
                </a:prstGeom>
                <a:noFill/>
              </p:spPr>
              <p:txBody>
                <a:bodyPr wrap="square">
                  <a:spAutoFit/>
                </a:bodyPr>
                <a:lstStyle/>
                <a:p>
                  <a:pPr/>
                  <a14:m>
                    <m:oMathPara xmlns:m="http://schemas.openxmlformats.org/officeDocument/2006/math">
                      <m:oMath>
                        <m:sSub>
                          <m:sSubPr>
                            <m:ctrlPr>
                              <a:rPr lang="de-DE" sz="1400" b="0" i="1" smtClean="0">
                                <a:latin typeface="Cambria Math" panose="02040503050406030204" pitchFamily="18" charset="0"/>
                              </a:rPr>
                            </m:ctrlPr>
                          </m:sSubPr>
                          <m:e>
                            <m:r>
                              <m:rPr>
                                <m:sty m:val="p"/>
                              </m:rPr>
                              <a:rPr lang="de-DE" sz="1400" b="0" i="1" smtClean="0">
                                <a:latin typeface="Cambria Math" panose="02040503050406030204" pitchFamily="18" charset="0"/>
                              </a:rPr>
                              <m:t>m</m:t>
                            </m:r>
                          </m:e>
                          <m:sub>
                            <m:r>
                              <m:rPr>
                                <m:sty m:val="p"/>
                              </m:rPr>
                              <a:rPr lang="de-DE" sz="1400" b="0" i="1" smtClean="0">
                                <a:latin typeface="Cambria Math" panose="02040503050406030204" pitchFamily="18" charset="0"/>
                              </a:rPr>
                              <m:t>out</m:t>
                            </m:r>
                          </m:sub>
                        </m:sSub>
                      </m:oMath>
                    </m:oMathPara>
                  </a14:m>
                  <a:endParaRPr lang="en-US" sz="1400" dirty="0"/>
                </a:p>
              </p:txBody>
            </p:sp>
          </mc:Choice>
          <mc:Fallback xmlns="">
            <p:sp>
              <p:nvSpPr>
                <p:cNvPr id="45" name="TextBox 44">
                  <a:extLst>
                    <a:ext uri="{FF2B5EF4-FFF2-40B4-BE49-F238E27FC236}">
                      <a16:creationId xmlns:a16="http://schemas.microsoft.com/office/drawing/2014/main" id="{CCC85C7A-16B0-D341-34C8-3CEBF74685CC}"/>
                    </a:ext>
                  </a:extLst>
                </p:cNvPr>
                <p:cNvSpPr txBox="1">
                  <a:spLocks noRot="1" noChangeAspect="1" noMove="1" noResize="1" noEditPoints="1" noAdjustHandles="1" noChangeArrowheads="1" noChangeShapeType="1" noTextEdit="1"/>
                </p:cNvSpPr>
                <p:nvPr/>
              </p:nvSpPr>
              <p:spPr>
                <a:xfrm>
                  <a:off x="11375112" y="854140"/>
                  <a:ext cx="524049" cy="307777"/>
                </a:xfrm>
                <a:prstGeom prst="rect">
                  <a:avLst/>
                </a:prstGeom>
                <a:blipFill>
                  <a:blip r:embed="rId24"/>
                  <a:stretch>
                    <a:fillRect r="-26984" b="-263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337D2861-0F3B-30AF-3B57-D9C14D3D0EF0}"/>
                    </a:ext>
                  </a:extLst>
                </p:cNvPr>
                <p:cNvSpPr txBox="1"/>
                <p:nvPr/>
              </p:nvSpPr>
              <p:spPr>
                <a:xfrm>
                  <a:off x="10724745" y="1051777"/>
                  <a:ext cx="448081" cy="307777"/>
                </a:xfrm>
                <a:prstGeom prst="rect">
                  <a:avLst/>
                </a:prstGeom>
                <a:noFill/>
              </p:spPr>
              <p:txBody>
                <a:bodyPr wrap="square">
                  <a:spAutoFit/>
                </a:bodyPr>
                <a:lstStyle/>
                <a:p>
                  <a:pPr/>
                  <a14:m>
                    <m:oMathPara xmlns:m="http://schemas.openxmlformats.org/officeDocument/2006/math">
                      <m:oMath>
                        <m:sSub>
                          <m:sSubPr>
                            <m:ctrlPr>
                              <a:rPr lang="de-DE" sz="1400" b="0" i="1" smtClean="0">
                                <a:solidFill>
                                  <a:schemeClr val="bg1"/>
                                </a:solidFill>
                                <a:latin typeface="Cambria Math" panose="02040503050406030204" pitchFamily="18" charset="0"/>
                              </a:rPr>
                            </m:ctrlPr>
                          </m:sSubPr>
                          <m:e>
                            <m:r>
                              <m:rPr>
                                <m:sty m:val="p"/>
                              </m:rPr>
                              <a:rPr lang="de-DE" sz="1400" b="0" i="1" smtClean="0">
                                <a:solidFill>
                                  <a:schemeClr val="bg1"/>
                                </a:solidFill>
                                <a:latin typeface="Cambria Math" panose="02040503050406030204" pitchFamily="18" charset="0"/>
                              </a:rPr>
                              <m:t>r</m:t>
                            </m:r>
                          </m:e>
                          <m:sub>
                            <m:r>
                              <m:rPr>
                                <m:sty m:val="p"/>
                              </m:rPr>
                              <a:rPr lang="de-DE" sz="1400" b="0" i="1" smtClean="0">
                                <a:solidFill>
                                  <a:schemeClr val="bg1"/>
                                </a:solidFill>
                                <a:latin typeface="Cambria Math" panose="02040503050406030204" pitchFamily="18" charset="0"/>
                              </a:rPr>
                              <m:t>No</m:t>
                            </m:r>
                          </m:sub>
                        </m:sSub>
                      </m:oMath>
                    </m:oMathPara>
                  </a14:m>
                  <a:endParaRPr lang="en-US" sz="1400" dirty="0">
                    <a:solidFill>
                      <a:schemeClr val="bg1"/>
                    </a:solidFill>
                  </a:endParaRPr>
                </a:p>
              </p:txBody>
            </p:sp>
          </mc:Choice>
          <mc:Fallback xmlns="">
            <p:sp>
              <p:nvSpPr>
                <p:cNvPr id="46" name="TextBox 45">
                  <a:extLst>
                    <a:ext uri="{FF2B5EF4-FFF2-40B4-BE49-F238E27FC236}">
                      <a16:creationId xmlns:a16="http://schemas.microsoft.com/office/drawing/2014/main" id="{337D2861-0F3B-30AF-3B57-D9C14D3D0EF0}"/>
                    </a:ext>
                  </a:extLst>
                </p:cNvPr>
                <p:cNvSpPr txBox="1">
                  <a:spLocks noRot="1" noChangeAspect="1" noMove="1" noResize="1" noEditPoints="1" noAdjustHandles="1" noChangeArrowheads="1" noChangeShapeType="1" noTextEdit="1"/>
                </p:cNvSpPr>
                <p:nvPr/>
              </p:nvSpPr>
              <p:spPr>
                <a:xfrm>
                  <a:off x="10724745" y="1051777"/>
                  <a:ext cx="448081" cy="307777"/>
                </a:xfrm>
                <a:prstGeom prst="rect">
                  <a:avLst/>
                </a:prstGeom>
                <a:blipFill>
                  <a:blip r:embed="rId25"/>
                  <a:stretch>
                    <a:fillRect r="-16667" b="-263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DE87511B-CEEB-4D1B-35A1-63903127A625}"/>
                    </a:ext>
                  </a:extLst>
                </p:cNvPr>
                <p:cNvSpPr txBox="1"/>
                <p:nvPr/>
              </p:nvSpPr>
              <p:spPr>
                <a:xfrm>
                  <a:off x="9511232" y="111833"/>
                  <a:ext cx="557613" cy="307777"/>
                </a:xfrm>
                <a:prstGeom prst="rect">
                  <a:avLst/>
                </a:prstGeom>
                <a:noFill/>
              </p:spPr>
              <p:txBody>
                <a:bodyPr wrap="square">
                  <a:spAutoFit/>
                </a:bodyPr>
                <a:lstStyle/>
                <a:p>
                  <a:pPr/>
                  <a14:m>
                    <m:oMathPara xmlns:m="http://schemas.openxmlformats.org/officeDocument/2006/math">
                      <m:oMath>
                        <m:sSub>
                          <m:sSubPr>
                            <m:ctrlPr>
                              <a:rPr lang="de-DE" sz="1400" b="0" i="1" smtClean="0">
                                <a:solidFill>
                                  <a:schemeClr val="bg1"/>
                                </a:solidFill>
                                <a:latin typeface="Cambria Math" panose="02040503050406030204" pitchFamily="18" charset="0"/>
                              </a:rPr>
                            </m:ctrlPr>
                          </m:sSubPr>
                          <m:e>
                            <m:r>
                              <m:rPr>
                                <m:sty m:val="p"/>
                              </m:rPr>
                              <a:rPr lang="de-DE" sz="1400" b="0" i="1" smtClean="0">
                                <a:solidFill>
                                  <a:schemeClr val="bg1"/>
                                </a:solidFill>
                                <a:latin typeface="Cambria Math" panose="02040503050406030204" pitchFamily="18" charset="0"/>
                              </a:rPr>
                              <m:t>r</m:t>
                            </m:r>
                          </m:e>
                          <m:sub>
                            <m:r>
                              <m:rPr>
                                <m:sty m:val="p"/>
                              </m:rPr>
                              <a:rPr lang="de-DE" sz="1400" b="0" i="1" smtClean="0">
                                <a:solidFill>
                                  <a:schemeClr val="bg1"/>
                                </a:solidFill>
                                <a:latin typeface="Cambria Math" panose="02040503050406030204" pitchFamily="18" charset="0"/>
                              </a:rPr>
                              <m:t>Na</m:t>
                            </m:r>
                          </m:sub>
                        </m:sSub>
                      </m:oMath>
                    </m:oMathPara>
                  </a14:m>
                  <a:endParaRPr lang="en-US" sz="1400" dirty="0">
                    <a:solidFill>
                      <a:schemeClr val="bg1"/>
                    </a:solidFill>
                  </a:endParaRPr>
                </a:p>
              </p:txBody>
            </p:sp>
          </mc:Choice>
          <mc:Fallback xmlns="">
            <p:sp>
              <p:nvSpPr>
                <p:cNvPr id="47" name="TextBox 46">
                  <a:extLst>
                    <a:ext uri="{FF2B5EF4-FFF2-40B4-BE49-F238E27FC236}">
                      <a16:creationId xmlns:a16="http://schemas.microsoft.com/office/drawing/2014/main" id="{DE87511B-CEEB-4D1B-35A1-63903127A625}"/>
                    </a:ext>
                  </a:extLst>
                </p:cNvPr>
                <p:cNvSpPr txBox="1">
                  <a:spLocks noRot="1" noChangeAspect="1" noMove="1" noResize="1" noEditPoints="1" noAdjustHandles="1" noChangeArrowheads="1" noChangeShapeType="1" noTextEdit="1"/>
                </p:cNvSpPr>
                <p:nvPr/>
              </p:nvSpPr>
              <p:spPr>
                <a:xfrm>
                  <a:off x="9511232" y="111833"/>
                  <a:ext cx="557613" cy="307777"/>
                </a:xfrm>
                <a:prstGeom prst="rect">
                  <a:avLst/>
                </a:prstGeom>
                <a:blipFill>
                  <a:blip r:embed="rId26"/>
                  <a:stretch>
                    <a:fillRect b="-263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44942E22-4EB4-B738-4AE4-266E2E867A87}"/>
                    </a:ext>
                  </a:extLst>
                </p:cNvPr>
                <p:cNvSpPr txBox="1"/>
                <p:nvPr/>
              </p:nvSpPr>
              <p:spPr>
                <a:xfrm>
                  <a:off x="9565904" y="1994059"/>
                  <a:ext cx="421017" cy="307777"/>
                </a:xfrm>
                <a:prstGeom prst="rect">
                  <a:avLst/>
                </a:prstGeom>
                <a:noFill/>
              </p:spPr>
              <p:txBody>
                <a:bodyPr wrap="square">
                  <a:spAutoFit/>
                </a:bodyPr>
                <a:lstStyle/>
                <a:p>
                  <a:pPr/>
                  <a14:m>
                    <m:oMathPara xmlns:m="http://schemas.openxmlformats.org/officeDocument/2006/math">
                      <m:oMath>
                        <m:sSub>
                          <m:sSubPr>
                            <m:ctrlPr>
                              <a:rPr lang="de-DE" sz="1400" b="0" i="1" smtClean="0">
                                <a:solidFill>
                                  <a:schemeClr val="bg1"/>
                                </a:solidFill>
                                <a:latin typeface="Cambria Math" panose="02040503050406030204" pitchFamily="18" charset="0"/>
                              </a:rPr>
                            </m:ctrlPr>
                          </m:sSubPr>
                          <m:e>
                            <m:r>
                              <m:rPr>
                                <m:sty m:val="p"/>
                              </m:rPr>
                              <a:rPr lang="de-DE" sz="1400" b="0" i="1" smtClean="0">
                                <a:solidFill>
                                  <a:schemeClr val="bg1"/>
                                </a:solidFill>
                                <a:latin typeface="Cambria Math" panose="02040503050406030204" pitchFamily="18" charset="0"/>
                              </a:rPr>
                              <m:t>r</m:t>
                            </m:r>
                          </m:e>
                          <m:sub>
                            <m:r>
                              <m:rPr>
                                <m:sty m:val="p"/>
                              </m:rPr>
                              <a:rPr lang="de-DE" sz="1400" b="0" i="1" smtClean="0">
                                <a:solidFill>
                                  <a:schemeClr val="bg1"/>
                                </a:solidFill>
                                <a:latin typeface="Cambria Math" panose="02040503050406030204" pitchFamily="18" charset="0"/>
                              </a:rPr>
                              <m:t>Nb</m:t>
                            </m:r>
                          </m:sub>
                        </m:sSub>
                      </m:oMath>
                    </m:oMathPara>
                  </a14:m>
                  <a:endParaRPr lang="en-US" sz="1400" dirty="0">
                    <a:solidFill>
                      <a:schemeClr val="bg1"/>
                    </a:solidFill>
                  </a:endParaRPr>
                </a:p>
              </p:txBody>
            </p:sp>
          </mc:Choice>
          <mc:Fallback xmlns="">
            <p:sp>
              <p:nvSpPr>
                <p:cNvPr id="48" name="TextBox 47">
                  <a:extLst>
                    <a:ext uri="{FF2B5EF4-FFF2-40B4-BE49-F238E27FC236}">
                      <a16:creationId xmlns:a16="http://schemas.microsoft.com/office/drawing/2014/main" id="{44942E22-4EB4-B738-4AE4-266E2E867A87}"/>
                    </a:ext>
                  </a:extLst>
                </p:cNvPr>
                <p:cNvSpPr txBox="1">
                  <a:spLocks noRot="1" noChangeAspect="1" noMove="1" noResize="1" noEditPoints="1" noAdjustHandles="1" noChangeArrowheads="1" noChangeShapeType="1" noTextEdit="1"/>
                </p:cNvSpPr>
                <p:nvPr/>
              </p:nvSpPr>
              <p:spPr>
                <a:xfrm>
                  <a:off x="9565904" y="1994059"/>
                  <a:ext cx="421017" cy="307777"/>
                </a:xfrm>
                <a:prstGeom prst="rect">
                  <a:avLst/>
                </a:prstGeom>
                <a:blipFill>
                  <a:blip r:embed="rId27"/>
                  <a:stretch>
                    <a:fillRect r="-25490" b="-297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627179B8-06C4-925A-F6DB-501CDE2DC47A}"/>
                    </a:ext>
                  </a:extLst>
                </p:cNvPr>
                <p:cNvSpPr txBox="1"/>
                <p:nvPr/>
              </p:nvSpPr>
              <p:spPr>
                <a:xfrm>
                  <a:off x="8506271" y="1050324"/>
                  <a:ext cx="448081" cy="307777"/>
                </a:xfrm>
                <a:prstGeom prst="rect">
                  <a:avLst/>
                </a:prstGeom>
                <a:noFill/>
              </p:spPr>
              <p:txBody>
                <a:bodyPr wrap="square">
                  <a:spAutoFit/>
                </a:bodyPr>
                <a:lstStyle/>
                <a:p>
                  <a:pPr/>
                  <a14:m>
                    <m:oMathPara xmlns:m="http://schemas.openxmlformats.org/officeDocument/2006/math">
                      <m:oMath>
                        <m:sSub>
                          <m:sSubPr>
                            <m:ctrlPr>
                              <a:rPr lang="de-DE" sz="1400" b="0" i="1" smtClean="0">
                                <a:solidFill>
                                  <a:schemeClr val="bg1"/>
                                </a:solidFill>
                                <a:latin typeface="Cambria Math" panose="02040503050406030204" pitchFamily="18" charset="0"/>
                              </a:rPr>
                            </m:ctrlPr>
                          </m:sSubPr>
                          <m:e>
                            <m:r>
                              <m:rPr>
                                <m:sty m:val="p"/>
                              </m:rPr>
                              <a:rPr lang="de-DE" sz="1400" b="0" i="1" smtClean="0">
                                <a:solidFill>
                                  <a:schemeClr val="bg1"/>
                                </a:solidFill>
                                <a:latin typeface="Cambria Math" panose="02040503050406030204" pitchFamily="18" charset="0"/>
                              </a:rPr>
                              <m:t>r</m:t>
                            </m:r>
                          </m:e>
                          <m:sub>
                            <m:r>
                              <m:rPr>
                                <m:sty m:val="p"/>
                              </m:rPr>
                              <a:rPr lang="de-DE" sz="1400" b="0" i="1" smtClean="0">
                                <a:solidFill>
                                  <a:schemeClr val="bg1"/>
                                </a:solidFill>
                                <a:latin typeface="Cambria Math" panose="02040503050406030204" pitchFamily="18" charset="0"/>
                              </a:rPr>
                              <m:t>Ni</m:t>
                            </m:r>
                          </m:sub>
                        </m:sSub>
                      </m:oMath>
                    </m:oMathPara>
                  </a14:m>
                  <a:endParaRPr lang="en-US" sz="1400" dirty="0">
                    <a:solidFill>
                      <a:schemeClr val="bg1"/>
                    </a:solidFill>
                  </a:endParaRPr>
                </a:p>
              </p:txBody>
            </p:sp>
          </mc:Choice>
          <mc:Fallback xmlns="">
            <p:sp>
              <p:nvSpPr>
                <p:cNvPr id="49" name="TextBox 48">
                  <a:extLst>
                    <a:ext uri="{FF2B5EF4-FFF2-40B4-BE49-F238E27FC236}">
                      <a16:creationId xmlns:a16="http://schemas.microsoft.com/office/drawing/2014/main" id="{627179B8-06C4-925A-F6DB-501CDE2DC47A}"/>
                    </a:ext>
                  </a:extLst>
                </p:cNvPr>
                <p:cNvSpPr txBox="1">
                  <a:spLocks noRot="1" noChangeAspect="1" noMove="1" noResize="1" noEditPoints="1" noAdjustHandles="1" noChangeArrowheads="1" noChangeShapeType="1" noTextEdit="1"/>
                </p:cNvSpPr>
                <p:nvPr/>
              </p:nvSpPr>
              <p:spPr>
                <a:xfrm>
                  <a:off x="8506271" y="1050324"/>
                  <a:ext cx="448081" cy="307777"/>
                </a:xfrm>
                <a:prstGeom prst="rect">
                  <a:avLst/>
                </a:prstGeom>
                <a:blipFill>
                  <a:blip r:embed="rId28"/>
                  <a:stretch>
                    <a:fillRect r="-5455" b="-26316"/>
                  </a:stretch>
                </a:blipFill>
              </p:spPr>
              <p:txBody>
                <a:bodyPr/>
                <a:lstStyle/>
                <a:p>
                  <a:r>
                    <a:rPr lang="en-US">
                      <a:noFill/>
                    </a:rPr>
                    <a:t> </a:t>
                  </a:r>
                </a:p>
              </p:txBody>
            </p:sp>
          </mc:Fallback>
        </mc:AlternateContent>
        <p:cxnSp>
          <p:nvCxnSpPr>
            <p:cNvPr id="60" name="Straight Connector 59">
              <a:extLst>
                <a:ext uri="{FF2B5EF4-FFF2-40B4-BE49-F238E27FC236}">
                  <a16:creationId xmlns:a16="http://schemas.microsoft.com/office/drawing/2014/main" id="{DCBDB59F-4A84-2826-0BE4-7A8183A48C11}"/>
                </a:ext>
              </a:extLst>
            </p:cNvPr>
            <p:cNvCxnSpPr>
              <a:cxnSpLocks/>
            </p:cNvCxnSpPr>
            <p:nvPr/>
          </p:nvCxnSpPr>
          <p:spPr>
            <a:xfrm>
              <a:off x="7775840" y="596589"/>
              <a:ext cx="0" cy="637112"/>
            </a:xfrm>
            <a:prstGeom prst="line">
              <a:avLst/>
            </a:prstGeom>
          </p:spPr>
          <p:style>
            <a:lnRef idx="2">
              <a:schemeClr val="accent1"/>
            </a:lnRef>
            <a:fillRef idx="0">
              <a:schemeClr val="accent1"/>
            </a:fillRef>
            <a:effectRef idx="1">
              <a:schemeClr val="accent1"/>
            </a:effectRef>
            <a:fontRef idx="minor">
              <a:schemeClr val="tx1"/>
            </a:fontRef>
          </p:style>
        </p:cxnSp>
        <p:sp>
          <p:nvSpPr>
            <p:cNvPr id="113" name="Rectangle 112">
              <a:extLst>
                <a:ext uri="{FF2B5EF4-FFF2-40B4-BE49-F238E27FC236}">
                  <a16:creationId xmlns:a16="http://schemas.microsoft.com/office/drawing/2014/main" id="{2A1BA992-520C-1993-58BE-27637862FAF4}"/>
                </a:ext>
              </a:extLst>
            </p:cNvPr>
            <p:cNvSpPr/>
            <p:nvPr/>
          </p:nvSpPr>
          <p:spPr>
            <a:xfrm>
              <a:off x="8320022" y="23424"/>
              <a:ext cx="3073000" cy="2537212"/>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115" name="TextBox 114">
              <a:extLst>
                <a:ext uri="{FF2B5EF4-FFF2-40B4-BE49-F238E27FC236}">
                  <a16:creationId xmlns:a16="http://schemas.microsoft.com/office/drawing/2014/main" id="{CB4101EA-1D6C-ABBB-0E69-15991F7B19D1}"/>
                </a:ext>
              </a:extLst>
            </p:cNvPr>
            <p:cNvSpPr txBox="1"/>
            <p:nvPr/>
          </p:nvSpPr>
          <p:spPr>
            <a:xfrm>
              <a:off x="8334900" y="53954"/>
              <a:ext cx="402674" cy="276999"/>
            </a:xfrm>
            <a:prstGeom prst="rect">
              <a:avLst/>
            </a:prstGeom>
            <a:noFill/>
          </p:spPr>
          <p:txBody>
            <a:bodyPr wrap="none" rtlCol="0">
              <a:spAutoFit/>
            </a:bodyPr>
            <a:lstStyle/>
            <a:p>
              <a:r>
                <a:rPr lang="en-US" sz="1200" dirty="0"/>
                <a:t>NN</a:t>
              </a:r>
            </a:p>
          </p:txBody>
        </p:sp>
      </p:grpSp>
      <p:sp>
        <p:nvSpPr>
          <p:cNvPr id="3" name="TextBox 2">
            <a:extLst>
              <a:ext uri="{FF2B5EF4-FFF2-40B4-BE49-F238E27FC236}">
                <a16:creationId xmlns:a16="http://schemas.microsoft.com/office/drawing/2014/main" id="{ADF2F9D9-2B3F-8A40-FF33-0A77EB18C6CC}"/>
              </a:ext>
            </a:extLst>
          </p:cNvPr>
          <p:cNvSpPr txBox="1"/>
          <p:nvPr/>
        </p:nvSpPr>
        <p:spPr>
          <a:xfrm>
            <a:off x="2160047" y="1956969"/>
            <a:ext cx="986167" cy="369332"/>
          </a:xfrm>
          <a:prstGeom prst="rect">
            <a:avLst/>
          </a:prstGeom>
          <a:noFill/>
        </p:spPr>
        <p:txBody>
          <a:bodyPr wrap="none" rtlCol="0">
            <a:spAutoFit/>
          </a:bodyPr>
          <a:lstStyle/>
          <a:p>
            <a:r>
              <a:rPr lang="en-US" dirty="0"/>
              <a:t>Motif 47</a:t>
            </a:r>
          </a:p>
        </p:txBody>
      </p:sp>
      <p:sp>
        <p:nvSpPr>
          <p:cNvPr id="7" name="Rectangle: Rounded Corners 6">
            <a:extLst>
              <a:ext uri="{FF2B5EF4-FFF2-40B4-BE49-F238E27FC236}">
                <a16:creationId xmlns:a16="http://schemas.microsoft.com/office/drawing/2014/main" id="{7F261501-B5A9-6784-088C-19393B420885}"/>
              </a:ext>
            </a:extLst>
          </p:cNvPr>
          <p:cNvSpPr/>
          <p:nvPr/>
        </p:nvSpPr>
        <p:spPr>
          <a:xfrm>
            <a:off x="10618834" y="887943"/>
            <a:ext cx="1522517" cy="91440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Algorithm </a:t>
            </a:r>
          </a:p>
        </p:txBody>
      </p:sp>
      <p:sp>
        <p:nvSpPr>
          <p:cNvPr id="8" name="Rectangle: Rounded Corners 7">
            <a:extLst>
              <a:ext uri="{FF2B5EF4-FFF2-40B4-BE49-F238E27FC236}">
                <a16:creationId xmlns:a16="http://schemas.microsoft.com/office/drawing/2014/main" id="{7FFB87D5-99A2-2651-3E19-AEC6BC9A0EEA}"/>
              </a:ext>
            </a:extLst>
          </p:cNvPr>
          <p:cNvSpPr/>
          <p:nvPr/>
        </p:nvSpPr>
        <p:spPr>
          <a:xfrm>
            <a:off x="10618834" y="2312289"/>
            <a:ext cx="1522517" cy="914400"/>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Chemical Reactions </a:t>
            </a:r>
          </a:p>
        </p:txBody>
      </p:sp>
      <p:sp>
        <p:nvSpPr>
          <p:cNvPr id="9" name="Rectangle: Rounded Corners 8">
            <a:extLst>
              <a:ext uri="{FF2B5EF4-FFF2-40B4-BE49-F238E27FC236}">
                <a16:creationId xmlns:a16="http://schemas.microsoft.com/office/drawing/2014/main" id="{253FC677-2833-9D0B-5000-58EBBFAEB959}"/>
              </a:ext>
            </a:extLst>
          </p:cNvPr>
          <p:cNvSpPr/>
          <p:nvPr/>
        </p:nvSpPr>
        <p:spPr>
          <a:xfrm>
            <a:off x="10618834" y="3736635"/>
            <a:ext cx="1522517" cy="914400"/>
          </a:xfrm>
          <a:prstGeom prst="round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Metabolic Network</a:t>
            </a:r>
          </a:p>
        </p:txBody>
      </p:sp>
      <p:sp>
        <p:nvSpPr>
          <p:cNvPr id="10" name="Rectangle: Rounded Corners 9">
            <a:extLst>
              <a:ext uri="{FF2B5EF4-FFF2-40B4-BE49-F238E27FC236}">
                <a16:creationId xmlns:a16="http://schemas.microsoft.com/office/drawing/2014/main" id="{15F89C92-E035-8D63-443A-923BCE3B3C1D}"/>
              </a:ext>
            </a:extLst>
          </p:cNvPr>
          <p:cNvSpPr/>
          <p:nvPr/>
        </p:nvSpPr>
        <p:spPr>
          <a:xfrm>
            <a:off x="10618834" y="5160981"/>
            <a:ext cx="1522517" cy="91440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THz Actuation</a:t>
            </a:r>
          </a:p>
        </p:txBody>
      </p:sp>
      <p:cxnSp>
        <p:nvCxnSpPr>
          <p:cNvPr id="12" name="Straight Arrow Connector 11">
            <a:extLst>
              <a:ext uri="{FF2B5EF4-FFF2-40B4-BE49-F238E27FC236}">
                <a16:creationId xmlns:a16="http://schemas.microsoft.com/office/drawing/2014/main" id="{2533CE14-BB44-7DA6-96DE-CD7A9DA7AA08}"/>
              </a:ext>
            </a:extLst>
          </p:cNvPr>
          <p:cNvCxnSpPr>
            <a:stCxn id="7" idx="2"/>
            <a:endCxn id="8" idx="0"/>
          </p:cNvCxnSpPr>
          <p:nvPr/>
        </p:nvCxnSpPr>
        <p:spPr>
          <a:xfrm>
            <a:off x="11380093" y="1802343"/>
            <a:ext cx="0" cy="509946"/>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5105A3C9-ACD2-966D-7B29-AD55BE33C875}"/>
              </a:ext>
            </a:extLst>
          </p:cNvPr>
          <p:cNvCxnSpPr>
            <a:cxnSpLocks/>
            <a:stCxn id="8" idx="2"/>
            <a:endCxn id="9" idx="0"/>
          </p:cNvCxnSpPr>
          <p:nvPr/>
        </p:nvCxnSpPr>
        <p:spPr>
          <a:xfrm>
            <a:off x="11380093" y="3226689"/>
            <a:ext cx="0" cy="509946"/>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235C499B-EEC3-CEEF-9F6D-6C51B8F8713E}"/>
              </a:ext>
            </a:extLst>
          </p:cNvPr>
          <p:cNvCxnSpPr>
            <a:cxnSpLocks/>
            <a:stCxn id="10" idx="0"/>
          </p:cNvCxnSpPr>
          <p:nvPr/>
        </p:nvCxnSpPr>
        <p:spPr>
          <a:xfrm flipV="1">
            <a:off x="11380093" y="4651035"/>
            <a:ext cx="0" cy="509946"/>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sp>
        <p:nvSpPr>
          <p:cNvPr id="21" name="Rectangle: Rounded Corners 20">
            <a:extLst>
              <a:ext uri="{FF2B5EF4-FFF2-40B4-BE49-F238E27FC236}">
                <a16:creationId xmlns:a16="http://schemas.microsoft.com/office/drawing/2014/main" id="{16DF979C-1A0A-58EB-0537-4888AFA2801B}"/>
              </a:ext>
            </a:extLst>
          </p:cNvPr>
          <p:cNvSpPr/>
          <p:nvPr/>
        </p:nvSpPr>
        <p:spPr>
          <a:xfrm>
            <a:off x="3961257" y="3609975"/>
            <a:ext cx="439293" cy="790576"/>
          </a:xfrm>
          <a:prstGeom prst="roundRect">
            <a:avLst/>
          </a:prstGeom>
          <a:solidFill>
            <a:schemeClr val="accent1">
              <a:alpha val="1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Rounded Corners 22">
            <a:extLst>
              <a:ext uri="{FF2B5EF4-FFF2-40B4-BE49-F238E27FC236}">
                <a16:creationId xmlns:a16="http://schemas.microsoft.com/office/drawing/2014/main" id="{334B9BEB-01F8-9043-AF0B-DC2A2703F88D}"/>
              </a:ext>
            </a:extLst>
          </p:cNvPr>
          <p:cNvSpPr/>
          <p:nvPr/>
        </p:nvSpPr>
        <p:spPr>
          <a:xfrm>
            <a:off x="5111954" y="3856056"/>
            <a:ext cx="439293" cy="1704975"/>
          </a:xfrm>
          <a:prstGeom prst="roundRect">
            <a:avLst/>
          </a:prstGeom>
          <a:solidFill>
            <a:schemeClr val="accent1">
              <a:alpha val="1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Rounded Corners 24">
            <a:extLst>
              <a:ext uri="{FF2B5EF4-FFF2-40B4-BE49-F238E27FC236}">
                <a16:creationId xmlns:a16="http://schemas.microsoft.com/office/drawing/2014/main" id="{1010E9BC-400A-5024-24B9-A77FB1722A99}"/>
              </a:ext>
            </a:extLst>
          </p:cNvPr>
          <p:cNvSpPr/>
          <p:nvPr/>
        </p:nvSpPr>
        <p:spPr>
          <a:xfrm>
            <a:off x="3400041" y="3676650"/>
            <a:ext cx="439293" cy="914400"/>
          </a:xfrm>
          <a:prstGeom prst="roundRect">
            <a:avLst/>
          </a:prstGeom>
          <a:solidFill>
            <a:schemeClr val="accent1">
              <a:alpha val="1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5F34B09-C1EC-B1C5-635C-5C3A0DD08260}"/>
                  </a:ext>
                </a:extLst>
              </p:cNvPr>
              <p:cNvSpPr txBox="1"/>
              <p:nvPr/>
            </p:nvSpPr>
            <p:spPr>
              <a:xfrm>
                <a:off x="5284350" y="3540368"/>
                <a:ext cx="352041" cy="369332"/>
              </a:xfrm>
              <a:prstGeom prst="rect">
                <a:avLst/>
              </a:prstGeom>
              <a:noFill/>
            </p:spPr>
            <p:txBody>
              <a:bodyPr wrap="square">
                <a:spAutoFit/>
              </a:bodyPr>
              <a:lstStyle/>
              <a:p>
                <a:pPr/>
                <a14:m>
                  <m:oMathPara xmlns:m="http://schemas.openxmlformats.org/officeDocument/2006/math">
                    <m:oMath>
                      <m:sSub>
                        <m:sSubPr>
                          <m:ctrlPr>
                            <a:rPr lang="de-DE" sz="1800" b="0" i="1" smtClean="0">
                              <a:solidFill>
                                <a:schemeClr val="tx1"/>
                              </a:solidFill>
                              <a:latin typeface="Cambria Math" panose="02040503050406030204" pitchFamily="18" charset="0"/>
                            </a:rPr>
                          </m:ctrlPr>
                        </m:sSubPr>
                        <m:e>
                          <m:r>
                            <m:rPr>
                              <m:sty m:val="p"/>
                            </m:rPr>
                            <a:rPr lang="de-DE" sz="1800" b="0" i="1" smtClean="0">
                              <a:solidFill>
                                <a:schemeClr val="tx1"/>
                              </a:solidFill>
                              <a:latin typeface="Cambria Math" panose="02040503050406030204" pitchFamily="18" charset="0"/>
                            </a:rPr>
                            <m:t>r</m:t>
                          </m:r>
                        </m:e>
                        <m:sub>
                          <m:r>
                            <m:rPr>
                              <m:sty m:val="p"/>
                            </m:rPr>
                            <a:rPr lang="de-DE" sz="1800" b="0" i="1" smtClean="0">
                              <a:solidFill>
                                <a:schemeClr val="tx1"/>
                              </a:solidFill>
                              <a:latin typeface="Cambria Math" panose="02040503050406030204" pitchFamily="18" charset="0"/>
                            </a:rPr>
                            <m:t>Nb</m:t>
                          </m:r>
                        </m:sub>
                      </m:sSub>
                    </m:oMath>
                  </m:oMathPara>
                </a14:m>
                <a:endParaRPr lang="en-US" dirty="0">
                  <a:solidFill>
                    <a:schemeClr val="tx1"/>
                  </a:solidFill>
                </a:endParaRPr>
              </a:p>
            </p:txBody>
          </p:sp>
        </mc:Choice>
        <mc:Fallback xmlns="">
          <p:sp>
            <p:nvSpPr>
              <p:cNvPr id="27" name="TextBox 26">
                <a:extLst>
                  <a:ext uri="{FF2B5EF4-FFF2-40B4-BE49-F238E27FC236}">
                    <a16:creationId xmlns:a16="http://schemas.microsoft.com/office/drawing/2014/main" id="{15F34B09-C1EC-B1C5-635C-5C3A0DD08260}"/>
                  </a:ext>
                </a:extLst>
              </p:cNvPr>
              <p:cNvSpPr txBox="1">
                <a:spLocks noRot="1" noChangeAspect="1" noMove="1" noResize="1" noEditPoints="1" noAdjustHandles="1" noChangeArrowheads="1" noChangeShapeType="1" noTextEdit="1"/>
              </p:cNvSpPr>
              <p:nvPr/>
            </p:nvSpPr>
            <p:spPr>
              <a:xfrm>
                <a:off x="5284350" y="3540368"/>
                <a:ext cx="352041" cy="369332"/>
              </a:xfrm>
              <a:prstGeom prst="rect">
                <a:avLst/>
              </a:prstGeom>
              <a:blipFill>
                <a:blip r:embed="rId29"/>
                <a:stretch>
                  <a:fillRect r="-3448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6C19AC92-62E4-A735-2ECB-8ED7508F2715}"/>
                  </a:ext>
                </a:extLst>
              </p:cNvPr>
              <p:cNvSpPr txBox="1"/>
              <p:nvPr/>
            </p:nvSpPr>
            <p:spPr>
              <a:xfrm>
                <a:off x="3178458" y="3341912"/>
                <a:ext cx="352041" cy="369332"/>
              </a:xfrm>
              <a:prstGeom prst="rect">
                <a:avLst/>
              </a:prstGeom>
              <a:noFill/>
            </p:spPr>
            <p:txBody>
              <a:bodyPr wrap="square">
                <a:spAutoFit/>
              </a:bodyPr>
              <a:lstStyle/>
              <a:p>
                <a:pPr/>
                <a14:m>
                  <m:oMathPara xmlns:m="http://schemas.openxmlformats.org/officeDocument/2006/math">
                    <m:oMath>
                      <m:sSub>
                        <m:sSubPr>
                          <m:ctrlPr>
                            <a:rPr lang="de-DE" sz="1800" b="0" i="1" smtClean="0">
                              <a:solidFill>
                                <a:schemeClr val="tx1"/>
                              </a:solidFill>
                              <a:latin typeface="Cambria Math" panose="02040503050406030204" pitchFamily="18" charset="0"/>
                            </a:rPr>
                          </m:ctrlPr>
                        </m:sSubPr>
                        <m:e>
                          <m:r>
                            <m:rPr>
                              <m:sty m:val="p"/>
                            </m:rPr>
                            <a:rPr lang="de-DE" sz="1800" b="0" i="1" smtClean="0">
                              <a:solidFill>
                                <a:schemeClr val="tx1"/>
                              </a:solidFill>
                              <a:latin typeface="Cambria Math" panose="02040503050406030204" pitchFamily="18" charset="0"/>
                            </a:rPr>
                            <m:t>r</m:t>
                          </m:r>
                        </m:e>
                        <m:sub>
                          <m:r>
                            <m:rPr>
                              <m:sty m:val="p"/>
                            </m:rPr>
                            <a:rPr lang="de-DE" sz="1800" b="0" i="1" smtClean="0">
                              <a:solidFill>
                                <a:schemeClr val="tx1"/>
                              </a:solidFill>
                              <a:latin typeface="Cambria Math" panose="02040503050406030204" pitchFamily="18" charset="0"/>
                            </a:rPr>
                            <m:t>Na</m:t>
                          </m:r>
                        </m:sub>
                      </m:sSub>
                    </m:oMath>
                  </m:oMathPara>
                </a14:m>
                <a:endParaRPr lang="en-US" dirty="0">
                  <a:solidFill>
                    <a:schemeClr val="tx1"/>
                  </a:solidFill>
                </a:endParaRPr>
              </a:p>
            </p:txBody>
          </p:sp>
        </mc:Choice>
        <mc:Fallback xmlns="">
          <p:sp>
            <p:nvSpPr>
              <p:cNvPr id="29" name="TextBox 28">
                <a:extLst>
                  <a:ext uri="{FF2B5EF4-FFF2-40B4-BE49-F238E27FC236}">
                    <a16:creationId xmlns:a16="http://schemas.microsoft.com/office/drawing/2014/main" id="{6C19AC92-62E4-A735-2ECB-8ED7508F2715}"/>
                  </a:ext>
                </a:extLst>
              </p:cNvPr>
              <p:cNvSpPr txBox="1">
                <a:spLocks noRot="1" noChangeAspect="1" noMove="1" noResize="1" noEditPoints="1" noAdjustHandles="1" noChangeArrowheads="1" noChangeShapeType="1" noTextEdit="1"/>
              </p:cNvSpPr>
              <p:nvPr/>
            </p:nvSpPr>
            <p:spPr>
              <a:xfrm>
                <a:off x="3178458" y="3341912"/>
                <a:ext cx="352041" cy="369332"/>
              </a:xfrm>
              <a:prstGeom prst="rect">
                <a:avLst/>
              </a:prstGeom>
              <a:blipFill>
                <a:blip r:embed="rId30"/>
                <a:stretch>
                  <a:fillRect r="-3103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D2CED1D5-4146-3C48-7634-B9785FDDFD1B}"/>
                  </a:ext>
                </a:extLst>
              </p:cNvPr>
              <p:cNvSpPr txBox="1"/>
              <p:nvPr/>
            </p:nvSpPr>
            <p:spPr>
              <a:xfrm>
                <a:off x="4135196" y="3210458"/>
                <a:ext cx="352041" cy="369332"/>
              </a:xfrm>
              <a:prstGeom prst="rect">
                <a:avLst/>
              </a:prstGeom>
              <a:noFill/>
            </p:spPr>
            <p:txBody>
              <a:bodyPr wrap="square">
                <a:spAutoFit/>
              </a:bodyPr>
              <a:lstStyle/>
              <a:p>
                <a:pPr/>
                <a14:m>
                  <m:oMathPara xmlns:m="http://schemas.openxmlformats.org/officeDocument/2006/math">
                    <m:oMath>
                      <m:sSub>
                        <m:sSubPr>
                          <m:ctrlPr>
                            <a:rPr lang="de-DE" sz="1800" b="0" i="1" smtClean="0">
                              <a:solidFill>
                                <a:schemeClr val="tx1"/>
                              </a:solidFill>
                              <a:latin typeface="Cambria Math" panose="02040503050406030204" pitchFamily="18" charset="0"/>
                            </a:rPr>
                          </m:ctrlPr>
                        </m:sSubPr>
                        <m:e>
                          <m:r>
                            <m:rPr>
                              <m:sty m:val="p"/>
                            </m:rPr>
                            <a:rPr lang="de-DE" sz="1800" b="0" i="1" smtClean="0">
                              <a:solidFill>
                                <a:schemeClr val="tx1"/>
                              </a:solidFill>
                              <a:latin typeface="Cambria Math" panose="02040503050406030204" pitchFamily="18" charset="0"/>
                            </a:rPr>
                            <m:t>r</m:t>
                          </m:r>
                        </m:e>
                        <m:sub>
                          <m:r>
                            <m:rPr>
                              <m:sty m:val="p"/>
                            </m:rPr>
                            <a:rPr lang="de-DE" sz="1800" b="0" i="1" smtClean="0">
                              <a:solidFill>
                                <a:schemeClr val="tx1"/>
                              </a:solidFill>
                              <a:latin typeface="Cambria Math" panose="02040503050406030204" pitchFamily="18" charset="0"/>
                            </a:rPr>
                            <m:t>No</m:t>
                          </m:r>
                        </m:sub>
                      </m:sSub>
                    </m:oMath>
                  </m:oMathPara>
                </a14:m>
                <a:endParaRPr lang="en-US" dirty="0">
                  <a:solidFill>
                    <a:schemeClr val="tx1"/>
                  </a:solidFill>
                </a:endParaRPr>
              </a:p>
            </p:txBody>
          </p:sp>
        </mc:Choice>
        <mc:Fallback xmlns="">
          <p:sp>
            <p:nvSpPr>
              <p:cNvPr id="5" name="TextBox 4">
                <a:extLst>
                  <a:ext uri="{FF2B5EF4-FFF2-40B4-BE49-F238E27FC236}">
                    <a16:creationId xmlns:a16="http://schemas.microsoft.com/office/drawing/2014/main" id="{D2CED1D5-4146-3C48-7634-B9785FDDFD1B}"/>
                  </a:ext>
                </a:extLst>
              </p:cNvPr>
              <p:cNvSpPr txBox="1">
                <a:spLocks noRot="1" noChangeAspect="1" noMove="1" noResize="1" noEditPoints="1" noAdjustHandles="1" noChangeArrowheads="1" noChangeShapeType="1" noTextEdit="1"/>
              </p:cNvSpPr>
              <p:nvPr/>
            </p:nvSpPr>
            <p:spPr>
              <a:xfrm>
                <a:off x="4135196" y="3210458"/>
                <a:ext cx="352041" cy="369332"/>
              </a:xfrm>
              <a:prstGeom prst="rect">
                <a:avLst/>
              </a:prstGeom>
              <a:blipFill>
                <a:blip r:embed="rId31"/>
                <a:stretch>
                  <a:fillRect r="-32759"/>
                </a:stretch>
              </a:blipFill>
            </p:spPr>
            <p:txBody>
              <a:bodyPr/>
              <a:lstStyle/>
              <a:p>
                <a:r>
                  <a:rPr lang="en-US">
                    <a:noFill/>
                  </a:rPr>
                  <a:t> </a:t>
                </a:r>
              </a:p>
            </p:txBody>
          </p:sp>
        </mc:Fallback>
      </mc:AlternateContent>
    </p:spTree>
    <p:extLst>
      <p:ext uri="{BB962C8B-B14F-4D97-AF65-F5344CB8AC3E}">
        <p14:creationId xmlns:p14="http://schemas.microsoft.com/office/powerpoint/2010/main" val="410438299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CF296B-4053-DF04-130E-28BD61F9B9BB}"/>
            </a:ext>
          </a:extLst>
        </p:cNvPr>
        <p:cNvGrpSpPr/>
        <p:nvPr/>
      </p:nvGrpSpPr>
      <p:grpSpPr>
        <a:xfrm>
          <a:off x="0" y="0"/>
          <a:ext cx="0" cy="0"/>
          <a:chOff x="0" y="0"/>
          <a:chExt cx="0" cy="0"/>
        </a:xfrm>
      </p:grpSpPr>
      <p:sp>
        <p:nvSpPr>
          <p:cNvPr id="69" name="Oval 68">
            <a:extLst>
              <a:ext uri="{FF2B5EF4-FFF2-40B4-BE49-F238E27FC236}">
                <a16:creationId xmlns:a16="http://schemas.microsoft.com/office/drawing/2014/main" id="{CBF10092-D63E-A7E1-08E0-59259722B9F5}"/>
              </a:ext>
            </a:extLst>
          </p:cNvPr>
          <p:cNvSpPr>
            <a:spLocks noChangeAspect="1"/>
          </p:cNvSpPr>
          <p:nvPr/>
        </p:nvSpPr>
        <p:spPr>
          <a:xfrm>
            <a:off x="4944144" y="471022"/>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70" name="TextBox 69">
                <a:extLst>
                  <a:ext uri="{FF2B5EF4-FFF2-40B4-BE49-F238E27FC236}">
                    <a16:creationId xmlns:a16="http://schemas.microsoft.com/office/drawing/2014/main" id="{6BF36507-793E-F654-D318-94E80E2AE42C}"/>
                  </a:ext>
                </a:extLst>
              </p:cNvPr>
              <p:cNvSpPr txBox="1"/>
              <p:nvPr/>
            </p:nvSpPr>
            <p:spPr>
              <a:xfrm>
                <a:off x="4889948" y="442299"/>
                <a:ext cx="518558" cy="394019"/>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Cp</m:t>
                          </m:r>
                        </m:sub>
                      </m:sSub>
                    </m:oMath>
                  </m:oMathPara>
                </a14:m>
                <a:endParaRPr lang="en-US" dirty="0">
                  <a:solidFill>
                    <a:schemeClr val="bg1"/>
                  </a:solidFill>
                </a:endParaRPr>
              </a:p>
            </p:txBody>
          </p:sp>
        </mc:Choice>
        <mc:Fallback xmlns="">
          <p:sp>
            <p:nvSpPr>
              <p:cNvPr id="70" name="TextBox 69">
                <a:extLst>
                  <a:ext uri="{FF2B5EF4-FFF2-40B4-BE49-F238E27FC236}">
                    <a16:creationId xmlns:a16="http://schemas.microsoft.com/office/drawing/2014/main" id="{3912AF6C-A014-8D13-915E-FE6E5D1521DB}"/>
                  </a:ext>
                </a:extLst>
              </p:cNvPr>
              <p:cNvSpPr txBox="1">
                <a:spLocks noRot="1" noChangeAspect="1" noMove="1" noResize="1" noEditPoints="1" noAdjustHandles="1" noChangeArrowheads="1" noChangeShapeType="1" noTextEdit="1"/>
              </p:cNvSpPr>
              <p:nvPr/>
            </p:nvSpPr>
            <p:spPr>
              <a:xfrm>
                <a:off x="4889948" y="442299"/>
                <a:ext cx="518558" cy="394019"/>
              </a:xfrm>
              <a:prstGeom prst="rect">
                <a:avLst/>
              </a:prstGeom>
              <a:blipFill>
                <a:blip r:embed="rId3"/>
                <a:stretch>
                  <a:fillRect b="-937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1" name="TextBox 70">
                <a:extLst>
                  <a:ext uri="{FF2B5EF4-FFF2-40B4-BE49-F238E27FC236}">
                    <a16:creationId xmlns:a16="http://schemas.microsoft.com/office/drawing/2014/main" id="{CF0B1DDF-7E8E-E7BA-86B1-49508E776AD7}"/>
                  </a:ext>
                </a:extLst>
              </p:cNvPr>
              <p:cNvSpPr txBox="1"/>
              <p:nvPr/>
            </p:nvSpPr>
            <p:spPr>
              <a:xfrm>
                <a:off x="6042814" y="296282"/>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c</m:t>
                          </m:r>
                        </m:sub>
                      </m:sSub>
                    </m:oMath>
                  </m:oMathPara>
                </a14:m>
                <a:endParaRPr lang="en-US" dirty="0">
                  <a:solidFill>
                    <a:schemeClr val="tx1"/>
                  </a:solidFill>
                </a:endParaRPr>
              </a:p>
            </p:txBody>
          </p:sp>
        </mc:Choice>
        <mc:Fallback xmlns="">
          <p:sp>
            <p:nvSpPr>
              <p:cNvPr id="71" name="TextBox 70">
                <a:extLst>
                  <a:ext uri="{FF2B5EF4-FFF2-40B4-BE49-F238E27FC236}">
                    <a16:creationId xmlns:a16="http://schemas.microsoft.com/office/drawing/2014/main" id="{8074B41B-3ED7-1FFD-2567-E69B90F8FB4E}"/>
                  </a:ext>
                </a:extLst>
              </p:cNvPr>
              <p:cNvSpPr txBox="1">
                <a:spLocks noRot="1" noChangeAspect="1" noMove="1" noResize="1" noEditPoints="1" noAdjustHandles="1" noChangeArrowheads="1" noChangeShapeType="1" noTextEdit="1"/>
              </p:cNvSpPr>
              <p:nvPr/>
            </p:nvSpPr>
            <p:spPr>
              <a:xfrm>
                <a:off x="6042814" y="296282"/>
                <a:ext cx="507796" cy="369332"/>
              </a:xfrm>
              <a:prstGeom prst="rect">
                <a:avLst/>
              </a:prstGeom>
              <a:blipFill>
                <a:blip r:embed="rId4"/>
                <a:stretch>
                  <a:fillRect/>
                </a:stretch>
              </a:blipFill>
            </p:spPr>
            <p:txBody>
              <a:bodyPr/>
              <a:lstStyle/>
              <a:p>
                <a:r>
                  <a:rPr lang="en-US">
                    <a:noFill/>
                  </a:rPr>
                  <a:t> </a:t>
                </a:r>
              </a:p>
            </p:txBody>
          </p:sp>
        </mc:Fallback>
      </mc:AlternateContent>
      <p:sp>
        <p:nvSpPr>
          <p:cNvPr id="72" name="Oval 71">
            <a:extLst>
              <a:ext uri="{FF2B5EF4-FFF2-40B4-BE49-F238E27FC236}">
                <a16:creationId xmlns:a16="http://schemas.microsoft.com/office/drawing/2014/main" id="{350B7D07-7D53-03C7-549E-3A2485421FD5}"/>
              </a:ext>
            </a:extLst>
          </p:cNvPr>
          <p:cNvSpPr>
            <a:spLocks noChangeAspect="1"/>
          </p:cNvSpPr>
          <p:nvPr/>
        </p:nvSpPr>
        <p:spPr>
          <a:xfrm>
            <a:off x="6106961" y="1164344"/>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73" name="TextBox 72">
                <a:extLst>
                  <a:ext uri="{FF2B5EF4-FFF2-40B4-BE49-F238E27FC236}">
                    <a16:creationId xmlns:a16="http://schemas.microsoft.com/office/drawing/2014/main" id="{05DF845F-67B6-A6DF-9B99-5C56F598D9AF}"/>
                  </a:ext>
                </a:extLst>
              </p:cNvPr>
              <p:cNvSpPr txBox="1"/>
              <p:nvPr/>
            </p:nvSpPr>
            <p:spPr>
              <a:xfrm>
                <a:off x="6048484" y="1139872"/>
                <a:ext cx="518558" cy="395493"/>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Cg</m:t>
                          </m:r>
                        </m:sub>
                      </m:sSub>
                    </m:oMath>
                  </m:oMathPara>
                </a14:m>
                <a:endParaRPr lang="en-US" dirty="0">
                  <a:solidFill>
                    <a:schemeClr val="bg1"/>
                  </a:solidFill>
                </a:endParaRPr>
              </a:p>
            </p:txBody>
          </p:sp>
        </mc:Choice>
        <mc:Fallback xmlns="">
          <p:sp>
            <p:nvSpPr>
              <p:cNvPr id="73" name="TextBox 72">
                <a:extLst>
                  <a:ext uri="{FF2B5EF4-FFF2-40B4-BE49-F238E27FC236}">
                    <a16:creationId xmlns:a16="http://schemas.microsoft.com/office/drawing/2014/main" id="{0FF1BBBB-BFFB-87DE-CBDB-90F50DCA1A4E}"/>
                  </a:ext>
                </a:extLst>
              </p:cNvPr>
              <p:cNvSpPr txBox="1">
                <a:spLocks noRot="1" noChangeAspect="1" noMove="1" noResize="1" noEditPoints="1" noAdjustHandles="1" noChangeArrowheads="1" noChangeShapeType="1" noTextEdit="1"/>
              </p:cNvSpPr>
              <p:nvPr/>
            </p:nvSpPr>
            <p:spPr>
              <a:xfrm>
                <a:off x="6048484" y="1139872"/>
                <a:ext cx="518558" cy="395493"/>
              </a:xfrm>
              <a:prstGeom prst="rect">
                <a:avLst/>
              </a:prstGeom>
              <a:blipFill>
                <a:blip r:embed="rId5"/>
                <a:stretch>
                  <a:fillRect b="-76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4" name="TextBox 73">
                <a:extLst>
                  <a:ext uri="{FF2B5EF4-FFF2-40B4-BE49-F238E27FC236}">
                    <a16:creationId xmlns:a16="http://schemas.microsoft.com/office/drawing/2014/main" id="{9E78EAEA-D84E-01BD-03B2-27EE17574B4D}"/>
                  </a:ext>
                </a:extLst>
              </p:cNvPr>
              <p:cNvSpPr txBox="1"/>
              <p:nvPr/>
            </p:nvSpPr>
            <p:spPr>
              <a:xfrm>
                <a:off x="4902707" y="1175084"/>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Cs</m:t>
                          </m:r>
                        </m:sub>
                      </m:sSub>
                    </m:oMath>
                  </m:oMathPara>
                </a14:m>
                <a:endParaRPr lang="en-US" dirty="0">
                  <a:solidFill>
                    <a:schemeClr val="tx1"/>
                  </a:solidFill>
                </a:endParaRPr>
              </a:p>
            </p:txBody>
          </p:sp>
        </mc:Choice>
        <mc:Fallback xmlns="">
          <p:sp>
            <p:nvSpPr>
              <p:cNvPr id="74" name="TextBox 73">
                <a:extLst>
                  <a:ext uri="{FF2B5EF4-FFF2-40B4-BE49-F238E27FC236}">
                    <a16:creationId xmlns:a16="http://schemas.microsoft.com/office/drawing/2014/main" id="{826A2422-841F-67F5-B6B6-7B71A610FC40}"/>
                  </a:ext>
                </a:extLst>
              </p:cNvPr>
              <p:cNvSpPr txBox="1">
                <a:spLocks noRot="1" noChangeAspect="1" noMove="1" noResize="1" noEditPoints="1" noAdjustHandles="1" noChangeArrowheads="1" noChangeShapeType="1" noTextEdit="1"/>
              </p:cNvSpPr>
              <p:nvPr/>
            </p:nvSpPr>
            <p:spPr>
              <a:xfrm>
                <a:off x="4902707" y="1175084"/>
                <a:ext cx="507796" cy="369332"/>
              </a:xfrm>
              <a:prstGeom prst="rect">
                <a:avLst/>
              </a:prstGeom>
              <a:blipFill>
                <a:blip r:embed="rId6"/>
                <a:stretch>
                  <a:fillRect r="-3571"/>
                </a:stretch>
              </a:blipFill>
            </p:spPr>
            <p:txBody>
              <a:bodyPr/>
              <a:lstStyle/>
              <a:p>
                <a:r>
                  <a:rPr lang="en-US">
                    <a:noFill/>
                  </a:rPr>
                  <a:t> </a:t>
                </a:r>
              </a:p>
            </p:txBody>
          </p:sp>
        </mc:Fallback>
      </mc:AlternateContent>
      <p:sp>
        <p:nvSpPr>
          <p:cNvPr id="75" name="Oval 74">
            <a:extLst>
              <a:ext uri="{FF2B5EF4-FFF2-40B4-BE49-F238E27FC236}">
                <a16:creationId xmlns:a16="http://schemas.microsoft.com/office/drawing/2014/main" id="{426975D2-3255-57E9-F6D6-63A78CFF0369}"/>
              </a:ext>
            </a:extLst>
          </p:cNvPr>
          <p:cNvSpPr>
            <a:spLocks noChangeAspect="1"/>
          </p:cNvSpPr>
          <p:nvPr/>
        </p:nvSpPr>
        <p:spPr>
          <a:xfrm>
            <a:off x="4972754" y="1980898"/>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76" name="TextBox 75">
                <a:extLst>
                  <a:ext uri="{FF2B5EF4-FFF2-40B4-BE49-F238E27FC236}">
                    <a16:creationId xmlns:a16="http://schemas.microsoft.com/office/drawing/2014/main" id="{66AC005F-AF18-2DB1-D374-A6CC95F805CA}"/>
                  </a:ext>
                </a:extLst>
              </p:cNvPr>
              <p:cNvSpPr txBox="1"/>
              <p:nvPr/>
            </p:nvSpPr>
            <p:spPr>
              <a:xfrm>
                <a:off x="4917219" y="1945576"/>
                <a:ext cx="518558"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Cr</m:t>
                          </m:r>
                        </m:sub>
                      </m:sSub>
                    </m:oMath>
                  </m:oMathPara>
                </a14:m>
                <a:endParaRPr lang="en-US" dirty="0">
                  <a:solidFill>
                    <a:schemeClr val="bg1"/>
                  </a:solidFill>
                </a:endParaRPr>
              </a:p>
            </p:txBody>
          </p:sp>
        </mc:Choice>
        <mc:Fallback xmlns="">
          <p:sp>
            <p:nvSpPr>
              <p:cNvPr id="76" name="TextBox 75">
                <a:extLst>
                  <a:ext uri="{FF2B5EF4-FFF2-40B4-BE49-F238E27FC236}">
                    <a16:creationId xmlns:a16="http://schemas.microsoft.com/office/drawing/2014/main" id="{4EC97A76-859E-35F9-EF4C-16A336397C41}"/>
                  </a:ext>
                </a:extLst>
              </p:cNvPr>
              <p:cNvSpPr txBox="1">
                <a:spLocks noRot="1" noChangeAspect="1" noMove="1" noResize="1" noEditPoints="1" noAdjustHandles="1" noChangeArrowheads="1" noChangeShapeType="1" noTextEdit="1"/>
              </p:cNvSpPr>
              <p:nvPr/>
            </p:nvSpPr>
            <p:spPr>
              <a:xfrm>
                <a:off x="4917219" y="1945576"/>
                <a:ext cx="518558" cy="369332"/>
              </a:xfrm>
              <a:prstGeom prst="rect">
                <a:avLst/>
              </a:prstGeom>
              <a:blipFill>
                <a:blip r:embed="rId7"/>
                <a:stretch>
                  <a:fillRect/>
                </a:stretch>
              </a:blipFill>
            </p:spPr>
            <p:txBody>
              <a:bodyPr/>
              <a:lstStyle/>
              <a:p>
                <a:r>
                  <a:rPr lang="en-US">
                    <a:noFill/>
                  </a:rPr>
                  <a:t> </a:t>
                </a:r>
              </a:p>
            </p:txBody>
          </p:sp>
        </mc:Fallback>
      </mc:AlternateContent>
      <p:cxnSp>
        <p:nvCxnSpPr>
          <p:cNvPr id="77" name="Straight Arrow Connector 76">
            <a:extLst>
              <a:ext uri="{FF2B5EF4-FFF2-40B4-BE49-F238E27FC236}">
                <a16:creationId xmlns:a16="http://schemas.microsoft.com/office/drawing/2014/main" id="{376A49C0-A947-60FB-61BF-6CA6A40213B4}"/>
              </a:ext>
            </a:extLst>
          </p:cNvPr>
          <p:cNvCxnSpPr>
            <a:cxnSpLocks/>
            <a:endCxn id="69" idx="3"/>
          </p:cNvCxnSpPr>
          <p:nvPr/>
        </p:nvCxnSpPr>
        <p:spPr>
          <a:xfrm flipV="1">
            <a:off x="4121730" y="796580"/>
            <a:ext cx="878271" cy="488885"/>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80" name="Straight Arrow Connector 79">
            <a:extLst>
              <a:ext uri="{FF2B5EF4-FFF2-40B4-BE49-F238E27FC236}">
                <a16:creationId xmlns:a16="http://schemas.microsoft.com/office/drawing/2014/main" id="{D82A8479-D3C8-D80F-6234-2FCA98B1A967}"/>
              </a:ext>
            </a:extLst>
          </p:cNvPr>
          <p:cNvCxnSpPr>
            <a:cxnSpLocks/>
            <a:endCxn id="75" idx="1"/>
          </p:cNvCxnSpPr>
          <p:nvPr/>
        </p:nvCxnSpPr>
        <p:spPr>
          <a:xfrm>
            <a:off x="4125152" y="1290327"/>
            <a:ext cx="903459" cy="746428"/>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84" name="Straight Arrow Connector 83">
            <a:extLst>
              <a:ext uri="{FF2B5EF4-FFF2-40B4-BE49-F238E27FC236}">
                <a16:creationId xmlns:a16="http://schemas.microsoft.com/office/drawing/2014/main" id="{C5B7E867-0185-E8DE-E8A3-19EDEA7466B2}"/>
              </a:ext>
            </a:extLst>
          </p:cNvPr>
          <p:cNvCxnSpPr>
            <a:cxnSpLocks/>
            <a:stCxn id="74" idx="3"/>
            <a:endCxn id="72" idx="2"/>
          </p:cNvCxnSpPr>
          <p:nvPr/>
        </p:nvCxnSpPr>
        <p:spPr>
          <a:xfrm flipV="1">
            <a:off x="5410503" y="1355052"/>
            <a:ext cx="696458" cy="4698"/>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88" name="Straight Arrow Connector 87">
            <a:extLst>
              <a:ext uri="{FF2B5EF4-FFF2-40B4-BE49-F238E27FC236}">
                <a16:creationId xmlns:a16="http://schemas.microsoft.com/office/drawing/2014/main" id="{50F4A1AC-F13A-F3B6-9CA9-EF3D107EC20F}"/>
              </a:ext>
            </a:extLst>
          </p:cNvPr>
          <p:cNvCxnSpPr>
            <a:cxnSpLocks/>
            <a:stCxn id="74" idx="2"/>
            <a:endCxn id="75" idx="0"/>
          </p:cNvCxnSpPr>
          <p:nvPr/>
        </p:nvCxnSpPr>
        <p:spPr>
          <a:xfrm>
            <a:off x="5156605" y="1544416"/>
            <a:ext cx="6856" cy="436482"/>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6" name="Straight Arrow Connector 95">
            <a:extLst>
              <a:ext uri="{FF2B5EF4-FFF2-40B4-BE49-F238E27FC236}">
                <a16:creationId xmlns:a16="http://schemas.microsoft.com/office/drawing/2014/main" id="{0EC4518F-EA46-BDC0-457B-FC1E53DCB4EB}"/>
              </a:ext>
            </a:extLst>
          </p:cNvPr>
          <p:cNvCxnSpPr>
            <a:cxnSpLocks/>
            <a:stCxn id="69" idx="6"/>
          </p:cNvCxnSpPr>
          <p:nvPr/>
        </p:nvCxnSpPr>
        <p:spPr>
          <a:xfrm>
            <a:off x="5325558" y="661730"/>
            <a:ext cx="2460842" cy="10275"/>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9" name="Straight Arrow Connector 98">
            <a:extLst>
              <a:ext uri="{FF2B5EF4-FFF2-40B4-BE49-F238E27FC236}">
                <a16:creationId xmlns:a16="http://schemas.microsoft.com/office/drawing/2014/main" id="{FC90657E-417C-F3FC-DE0A-14A00A6870A7}"/>
              </a:ext>
            </a:extLst>
          </p:cNvPr>
          <p:cNvCxnSpPr>
            <a:cxnSpLocks/>
            <a:stCxn id="71" idx="2"/>
            <a:endCxn id="72" idx="0"/>
          </p:cNvCxnSpPr>
          <p:nvPr/>
        </p:nvCxnSpPr>
        <p:spPr>
          <a:xfrm>
            <a:off x="6296712" y="665614"/>
            <a:ext cx="956" cy="49873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sp>
        <p:nvSpPr>
          <p:cNvPr id="102" name="Rectangle 101">
            <a:extLst>
              <a:ext uri="{FF2B5EF4-FFF2-40B4-BE49-F238E27FC236}">
                <a16:creationId xmlns:a16="http://schemas.microsoft.com/office/drawing/2014/main" id="{6B9B8061-8C53-8E71-A6DE-EBE31B41C130}"/>
              </a:ext>
            </a:extLst>
          </p:cNvPr>
          <p:cNvSpPr/>
          <p:nvPr/>
        </p:nvSpPr>
        <p:spPr>
          <a:xfrm>
            <a:off x="4449950" y="84551"/>
            <a:ext cx="2873133" cy="2407763"/>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03" name="TextBox 102">
            <a:extLst>
              <a:ext uri="{FF2B5EF4-FFF2-40B4-BE49-F238E27FC236}">
                <a16:creationId xmlns:a16="http://schemas.microsoft.com/office/drawing/2014/main" id="{50ACD926-FB03-3457-E388-CA589D49263D}"/>
              </a:ext>
            </a:extLst>
          </p:cNvPr>
          <p:cNvSpPr txBox="1"/>
          <p:nvPr/>
        </p:nvSpPr>
        <p:spPr>
          <a:xfrm>
            <a:off x="4449950" y="68530"/>
            <a:ext cx="1774204" cy="338554"/>
          </a:xfrm>
          <a:prstGeom prst="rect">
            <a:avLst/>
          </a:prstGeom>
          <a:noFill/>
        </p:spPr>
        <p:txBody>
          <a:bodyPr wrap="none" rtlCol="0">
            <a:spAutoFit/>
          </a:bodyPr>
          <a:lstStyle/>
          <a:p>
            <a:r>
              <a:rPr lang="en-US" sz="1600" dirty="0"/>
              <a:t>Chemical counter</a:t>
            </a:r>
          </a:p>
        </p:txBody>
      </p:sp>
      <mc:AlternateContent xmlns:mc="http://schemas.openxmlformats.org/markup-compatibility/2006" xmlns:a14="http://schemas.microsoft.com/office/drawing/2010/main">
        <mc:Choice Requires="a14">
          <p:sp>
            <p:nvSpPr>
              <p:cNvPr id="67" name="TextBox 66">
                <a:extLst>
                  <a:ext uri="{FF2B5EF4-FFF2-40B4-BE49-F238E27FC236}">
                    <a16:creationId xmlns:a16="http://schemas.microsoft.com/office/drawing/2014/main" id="{765C4412-6813-6240-5206-89EEC5357A1F}"/>
                  </a:ext>
                </a:extLst>
              </p:cNvPr>
              <p:cNvSpPr txBox="1"/>
              <p:nvPr/>
            </p:nvSpPr>
            <p:spPr>
              <a:xfrm>
                <a:off x="0" y="1421671"/>
                <a:ext cx="593368" cy="369332"/>
              </a:xfrm>
              <a:prstGeom prst="rect">
                <a:avLst/>
              </a:prstGeom>
              <a:noFill/>
            </p:spPr>
            <p:txBody>
              <a:bodyPr wrap="none" rtlCol="0">
                <a:spAutoFit/>
              </a:bodyPr>
              <a:lstStyle/>
              <a:p>
                <a:pPr/>
                <a14:m>
                  <m:oMathPara xmlns:m="http://schemas.openxmlformats.org/officeDocument/2006/math">
                    <m:oMath>
                      <m:sSub>
                        <m:sSubPr>
                          <m:ctrlPr>
                            <a:rPr lang="de-DE" b="0" i="1" smtClean="0">
                              <a:latin typeface="Cambria Math" panose="02040503050406030204" pitchFamily="18" charset="0"/>
                            </a:rPr>
                          </m:ctrlPr>
                        </m:sSubPr>
                        <m:e>
                          <m:r>
                            <m:rPr>
                              <m:sty m:val="p"/>
                            </m:rPr>
                            <a:rPr lang="de-DE" b="0" i="1" smtClean="0">
                              <a:latin typeface="Cambria Math" panose="02040503050406030204" pitchFamily="18" charset="0"/>
                            </a:rPr>
                            <m:t>m</m:t>
                          </m:r>
                        </m:e>
                        <m:sub>
                          <m:r>
                            <m:rPr>
                              <m:sty m:val="p"/>
                            </m:rPr>
                            <a:rPr lang="de-DE" b="0" i="1" smtClean="0">
                              <a:latin typeface="Cambria Math" panose="02040503050406030204" pitchFamily="18" charset="0"/>
                            </a:rPr>
                            <m:t>in</m:t>
                          </m:r>
                        </m:sub>
                      </m:sSub>
                    </m:oMath>
                  </m:oMathPara>
                </a14:m>
                <a:endParaRPr lang="en-US" dirty="0"/>
              </a:p>
            </p:txBody>
          </p:sp>
        </mc:Choice>
        <mc:Fallback xmlns="">
          <p:sp>
            <p:nvSpPr>
              <p:cNvPr id="67" name="TextBox 66">
                <a:extLst>
                  <a:ext uri="{FF2B5EF4-FFF2-40B4-BE49-F238E27FC236}">
                    <a16:creationId xmlns:a16="http://schemas.microsoft.com/office/drawing/2014/main" id="{6D05F682-D5C5-80F3-026F-A0166A1E2F71}"/>
                  </a:ext>
                </a:extLst>
              </p:cNvPr>
              <p:cNvSpPr txBox="1">
                <a:spLocks noRot="1" noChangeAspect="1" noMove="1" noResize="1" noEditPoints="1" noAdjustHandles="1" noChangeArrowheads="1" noChangeShapeType="1" noTextEdit="1"/>
              </p:cNvSpPr>
              <p:nvPr/>
            </p:nvSpPr>
            <p:spPr>
              <a:xfrm>
                <a:off x="0" y="1421671"/>
                <a:ext cx="593368" cy="369332"/>
              </a:xfrm>
              <a:prstGeom prst="rect">
                <a:avLst/>
              </a:prstGeom>
              <a:blipFill>
                <a:blip r:embed="rId8"/>
                <a:stretch>
                  <a:fillRect/>
                </a:stretch>
              </a:blipFill>
            </p:spPr>
            <p:txBody>
              <a:bodyPr/>
              <a:lstStyle/>
              <a:p>
                <a:r>
                  <a:rPr lang="en-US">
                    <a:noFill/>
                  </a:rPr>
                  <a:t> </a:t>
                </a:r>
              </a:p>
            </p:txBody>
          </p:sp>
        </mc:Fallback>
      </mc:AlternateContent>
      <p:sp>
        <p:nvSpPr>
          <p:cNvPr id="78" name="Rectangle 77">
            <a:extLst>
              <a:ext uri="{FF2B5EF4-FFF2-40B4-BE49-F238E27FC236}">
                <a16:creationId xmlns:a16="http://schemas.microsoft.com/office/drawing/2014/main" id="{D1651D5D-541B-3420-A3FA-115D803B7DE1}"/>
              </a:ext>
            </a:extLst>
          </p:cNvPr>
          <p:cNvSpPr/>
          <p:nvPr/>
        </p:nvSpPr>
        <p:spPr>
          <a:xfrm>
            <a:off x="813764" y="287964"/>
            <a:ext cx="2873133" cy="2222154"/>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79" name="TextBox 78">
            <a:extLst>
              <a:ext uri="{FF2B5EF4-FFF2-40B4-BE49-F238E27FC236}">
                <a16:creationId xmlns:a16="http://schemas.microsoft.com/office/drawing/2014/main" id="{957FEABB-7F23-DB23-F90E-54F05E87B86A}"/>
              </a:ext>
            </a:extLst>
          </p:cNvPr>
          <p:cNvSpPr txBox="1"/>
          <p:nvPr/>
        </p:nvSpPr>
        <p:spPr>
          <a:xfrm>
            <a:off x="787440" y="287963"/>
            <a:ext cx="1362617" cy="584775"/>
          </a:xfrm>
          <a:prstGeom prst="rect">
            <a:avLst/>
          </a:prstGeom>
          <a:noFill/>
        </p:spPr>
        <p:txBody>
          <a:bodyPr wrap="none" rtlCol="0">
            <a:spAutoFit/>
          </a:bodyPr>
          <a:lstStyle/>
          <a:p>
            <a:r>
              <a:rPr lang="en-US" sz="1600" dirty="0"/>
              <a:t>Chemical</a:t>
            </a:r>
            <a:br>
              <a:rPr lang="en-US" sz="1600" dirty="0"/>
            </a:br>
            <a:r>
              <a:rPr lang="en-US" sz="1600" dirty="0"/>
              <a:t>Differentiator</a:t>
            </a:r>
          </a:p>
        </p:txBody>
      </p:sp>
      <p:sp>
        <p:nvSpPr>
          <p:cNvPr id="81" name="Oval 80">
            <a:extLst>
              <a:ext uri="{FF2B5EF4-FFF2-40B4-BE49-F238E27FC236}">
                <a16:creationId xmlns:a16="http://schemas.microsoft.com/office/drawing/2014/main" id="{1D2655F4-B0C2-2692-3316-F025FB1FEBD0}"/>
              </a:ext>
            </a:extLst>
          </p:cNvPr>
          <p:cNvSpPr>
            <a:spLocks noChangeAspect="1"/>
          </p:cNvSpPr>
          <p:nvPr/>
        </p:nvSpPr>
        <p:spPr>
          <a:xfrm>
            <a:off x="1051699" y="1076358"/>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82" name="TextBox 81">
                <a:extLst>
                  <a:ext uri="{FF2B5EF4-FFF2-40B4-BE49-F238E27FC236}">
                    <a16:creationId xmlns:a16="http://schemas.microsoft.com/office/drawing/2014/main" id="{772157E1-D5A8-580D-2476-02D5493546EB}"/>
                  </a:ext>
                </a:extLst>
              </p:cNvPr>
              <p:cNvSpPr txBox="1"/>
              <p:nvPr/>
            </p:nvSpPr>
            <p:spPr>
              <a:xfrm>
                <a:off x="996672" y="1052202"/>
                <a:ext cx="518558"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Df</m:t>
                          </m:r>
                        </m:sub>
                      </m:sSub>
                    </m:oMath>
                  </m:oMathPara>
                </a14:m>
                <a:endParaRPr lang="en-US" dirty="0">
                  <a:solidFill>
                    <a:schemeClr val="bg1"/>
                  </a:solidFill>
                </a:endParaRPr>
              </a:p>
            </p:txBody>
          </p:sp>
        </mc:Choice>
        <mc:Fallback xmlns="">
          <p:sp>
            <p:nvSpPr>
              <p:cNvPr id="82" name="TextBox 81">
                <a:extLst>
                  <a:ext uri="{FF2B5EF4-FFF2-40B4-BE49-F238E27FC236}">
                    <a16:creationId xmlns:a16="http://schemas.microsoft.com/office/drawing/2014/main" id="{1FA540D2-9DFB-3B13-1A1F-18E74C17C88D}"/>
                  </a:ext>
                </a:extLst>
              </p:cNvPr>
              <p:cNvSpPr txBox="1">
                <a:spLocks noRot="1" noChangeAspect="1" noMove="1" noResize="1" noEditPoints="1" noAdjustHandles="1" noChangeArrowheads="1" noChangeShapeType="1" noTextEdit="1"/>
              </p:cNvSpPr>
              <p:nvPr/>
            </p:nvSpPr>
            <p:spPr>
              <a:xfrm>
                <a:off x="996672" y="1052202"/>
                <a:ext cx="518558" cy="369332"/>
              </a:xfrm>
              <a:prstGeom prst="rect">
                <a:avLst/>
              </a:prstGeom>
              <a:blipFill>
                <a:blip r:embed="rId9"/>
                <a:stretch>
                  <a:fillRect/>
                </a:stretch>
              </a:blipFill>
            </p:spPr>
            <p:txBody>
              <a:bodyPr/>
              <a:lstStyle/>
              <a:p>
                <a:r>
                  <a:rPr lang="en-US">
                    <a:noFill/>
                  </a:rPr>
                  <a:t> </a:t>
                </a:r>
              </a:p>
            </p:txBody>
          </p:sp>
        </mc:Fallback>
      </mc:AlternateContent>
      <p:sp>
        <p:nvSpPr>
          <p:cNvPr id="83" name="Oval 82">
            <a:extLst>
              <a:ext uri="{FF2B5EF4-FFF2-40B4-BE49-F238E27FC236}">
                <a16:creationId xmlns:a16="http://schemas.microsoft.com/office/drawing/2014/main" id="{A596468F-0CD3-A256-21A1-E41E97C4DCAD}"/>
              </a:ext>
            </a:extLst>
          </p:cNvPr>
          <p:cNvSpPr>
            <a:spLocks noChangeAspect="1"/>
          </p:cNvSpPr>
          <p:nvPr/>
        </p:nvSpPr>
        <p:spPr>
          <a:xfrm>
            <a:off x="1155180" y="1969714"/>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85" name="TextBox 84">
                <a:extLst>
                  <a:ext uri="{FF2B5EF4-FFF2-40B4-BE49-F238E27FC236}">
                    <a16:creationId xmlns:a16="http://schemas.microsoft.com/office/drawing/2014/main" id="{A8EE80CB-9B1D-91EC-A919-F26745E2BDD1}"/>
                  </a:ext>
                </a:extLst>
              </p:cNvPr>
              <p:cNvSpPr txBox="1"/>
              <p:nvPr/>
            </p:nvSpPr>
            <p:spPr>
              <a:xfrm>
                <a:off x="1097393" y="1961690"/>
                <a:ext cx="518558"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Ds</m:t>
                          </m:r>
                        </m:sub>
                      </m:sSub>
                    </m:oMath>
                  </m:oMathPara>
                </a14:m>
                <a:endParaRPr lang="en-US" dirty="0">
                  <a:solidFill>
                    <a:schemeClr val="bg1"/>
                  </a:solidFill>
                </a:endParaRPr>
              </a:p>
            </p:txBody>
          </p:sp>
        </mc:Choice>
        <mc:Fallback xmlns="">
          <p:sp>
            <p:nvSpPr>
              <p:cNvPr id="85" name="TextBox 84">
                <a:extLst>
                  <a:ext uri="{FF2B5EF4-FFF2-40B4-BE49-F238E27FC236}">
                    <a16:creationId xmlns:a16="http://schemas.microsoft.com/office/drawing/2014/main" id="{5A1030A4-ADC9-3F29-B78C-E63769BC7FA5}"/>
                  </a:ext>
                </a:extLst>
              </p:cNvPr>
              <p:cNvSpPr txBox="1">
                <a:spLocks noRot="1" noChangeAspect="1" noMove="1" noResize="1" noEditPoints="1" noAdjustHandles="1" noChangeArrowheads="1" noChangeShapeType="1" noTextEdit="1"/>
              </p:cNvSpPr>
              <p:nvPr/>
            </p:nvSpPr>
            <p:spPr>
              <a:xfrm>
                <a:off x="1097393" y="1961690"/>
                <a:ext cx="518558" cy="369332"/>
              </a:xfrm>
              <a:prstGeom prst="rect">
                <a:avLst/>
              </a:prstGeom>
              <a:blipFill>
                <a:blip r:embed="rId10"/>
                <a:stretch>
                  <a:fillRect/>
                </a:stretch>
              </a:blipFill>
            </p:spPr>
            <p:txBody>
              <a:bodyPr/>
              <a:lstStyle/>
              <a:p>
                <a:r>
                  <a:rPr lang="en-US">
                    <a:noFill/>
                  </a:rPr>
                  <a:t> </a:t>
                </a:r>
              </a:p>
            </p:txBody>
          </p:sp>
        </mc:Fallback>
      </mc:AlternateContent>
      <p:sp>
        <p:nvSpPr>
          <p:cNvPr id="86" name="Oval 85">
            <a:extLst>
              <a:ext uri="{FF2B5EF4-FFF2-40B4-BE49-F238E27FC236}">
                <a16:creationId xmlns:a16="http://schemas.microsoft.com/office/drawing/2014/main" id="{DD52BE60-7DC4-1721-F87B-859B63BEBCE3}"/>
              </a:ext>
            </a:extLst>
          </p:cNvPr>
          <p:cNvSpPr>
            <a:spLocks noChangeAspect="1"/>
          </p:cNvSpPr>
          <p:nvPr/>
        </p:nvSpPr>
        <p:spPr>
          <a:xfrm>
            <a:off x="2221387" y="1080215"/>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87" name="TextBox 86">
                <a:extLst>
                  <a:ext uri="{FF2B5EF4-FFF2-40B4-BE49-F238E27FC236}">
                    <a16:creationId xmlns:a16="http://schemas.microsoft.com/office/drawing/2014/main" id="{F6412A1E-7D71-B5AB-2039-6871A7BE6E3E}"/>
                  </a:ext>
                </a:extLst>
              </p:cNvPr>
              <p:cNvSpPr txBox="1"/>
              <p:nvPr/>
            </p:nvSpPr>
            <p:spPr>
              <a:xfrm>
                <a:off x="2166526" y="1051639"/>
                <a:ext cx="518558" cy="394019"/>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Dp</m:t>
                          </m:r>
                        </m:sub>
                      </m:sSub>
                    </m:oMath>
                  </m:oMathPara>
                </a14:m>
                <a:endParaRPr lang="en-US" dirty="0">
                  <a:solidFill>
                    <a:schemeClr val="bg1"/>
                  </a:solidFill>
                </a:endParaRPr>
              </a:p>
            </p:txBody>
          </p:sp>
        </mc:Choice>
        <mc:Fallback xmlns="">
          <p:sp>
            <p:nvSpPr>
              <p:cNvPr id="87" name="TextBox 86">
                <a:extLst>
                  <a:ext uri="{FF2B5EF4-FFF2-40B4-BE49-F238E27FC236}">
                    <a16:creationId xmlns:a16="http://schemas.microsoft.com/office/drawing/2014/main" id="{9BB32D3A-4D31-C52F-0B37-50089890CFF4}"/>
                  </a:ext>
                </a:extLst>
              </p:cNvPr>
              <p:cNvSpPr txBox="1">
                <a:spLocks noRot="1" noChangeAspect="1" noMove="1" noResize="1" noEditPoints="1" noAdjustHandles="1" noChangeArrowheads="1" noChangeShapeType="1" noTextEdit="1"/>
              </p:cNvSpPr>
              <p:nvPr/>
            </p:nvSpPr>
            <p:spPr>
              <a:xfrm>
                <a:off x="2166526" y="1051639"/>
                <a:ext cx="518558" cy="394019"/>
              </a:xfrm>
              <a:prstGeom prst="rect">
                <a:avLst/>
              </a:prstGeom>
              <a:blipFill>
                <a:blip r:embed="rId11"/>
                <a:stretch>
                  <a:fillRect b="-9375"/>
                </a:stretch>
              </a:blipFill>
            </p:spPr>
            <p:txBody>
              <a:bodyPr/>
              <a:lstStyle/>
              <a:p>
                <a:r>
                  <a:rPr lang="en-US">
                    <a:noFill/>
                  </a:rPr>
                  <a:t> </a:t>
                </a:r>
              </a:p>
            </p:txBody>
          </p:sp>
        </mc:Fallback>
      </mc:AlternateContent>
      <p:cxnSp>
        <p:nvCxnSpPr>
          <p:cNvPr id="89" name="Straight Arrow Connector 88">
            <a:extLst>
              <a:ext uri="{FF2B5EF4-FFF2-40B4-BE49-F238E27FC236}">
                <a16:creationId xmlns:a16="http://schemas.microsoft.com/office/drawing/2014/main" id="{5B6B2994-53A6-EE3A-1EB9-F9FD5A6FCA05}"/>
              </a:ext>
            </a:extLst>
          </p:cNvPr>
          <p:cNvCxnSpPr>
            <a:cxnSpLocks/>
            <a:stCxn id="67" idx="3"/>
            <a:endCxn id="81" idx="2"/>
          </p:cNvCxnSpPr>
          <p:nvPr/>
        </p:nvCxnSpPr>
        <p:spPr>
          <a:xfrm flipV="1">
            <a:off x="593368" y="1267066"/>
            <a:ext cx="458331" cy="339271"/>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0" name="Straight Arrow Connector 89">
            <a:extLst>
              <a:ext uri="{FF2B5EF4-FFF2-40B4-BE49-F238E27FC236}">
                <a16:creationId xmlns:a16="http://schemas.microsoft.com/office/drawing/2014/main" id="{7FC03FAD-208C-ED7B-D115-C00A309201A8}"/>
              </a:ext>
            </a:extLst>
          </p:cNvPr>
          <p:cNvCxnSpPr>
            <a:cxnSpLocks/>
            <a:stCxn id="67" idx="3"/>
            <a:endCxn id="83" idx="2"/>
          </p:cNvCxnSpPr>
          <p:nvPr/>
        </p:nvCxnSpPr>
        <p:spPr>
          <a:xfrm>
            <a:off x="593368" y="1606337"/>
            <a:ext cx="561812" cy="554085"/>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1" name="Straight Arrow Connector 90">
            <a:extLst>
              <a:ext uri="{FF2B5EF4-FFF2-40B4-BE49-F238E27FC236}">
                <a16:creationId xmlns:a16="http://schemas.microsoft.com/office/drawing/2014/main" id="{D6C29A05-B23D-BD4A-AB32-3520D5FC8AC3}"/>
              </a:ext>
            </a:extLst>
          </p:cNvPr>
          <p:cNvCxnSpPr>
            <a:cxnSpLocks/>
            <a:stCxn id="81" idx="6"/>
            <a:endCxn id="86" idx="2"/>
          </p:cNvCxnSpPr>
          <p:nvPr/>
        </p:nvCxnSpPr>
        <p:spPr>
          <a:xfrm>
            <a:off x="1433113" y="1267066"/>
            <a:ext cx="788274" cy="3858"/>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2" name="Straight Arrow Connector 91">
            <a:extLst>
              <a:ext uri="{FF2B5EF4-FFF2-40B4-BE49-F238E27FC236}">
                <a16:creationId xmlns:a16="http://schemas.microsoft.com/office/drawing/2014/main" id="{E24CA8D5-CE94-0071-A6AE-EA7ECA03A151}"/>
              </a:ext>
            </a:extLst>
          </p:cNvPr>
          <p:cNvCxnSpPr>
            <a:cxnSpLocks/>
            <a:stCxn id="83" idx="6"/>
            <a:endCxn id="98" idx="2"/>
          </p:cNvCxnSpPr>
          <p:nvPr/>
        </p:nvCxnSpPr>
        <p:spPr>
          <a:xfrm>
            <a:off x="1536594" y="2160422"/>
            <a:ext cx="1447412" cy="33588"/>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3" name="Straight Arrow Connector 92">
            <a:extLst>
              <a:ext uri="{FF2B5EF4-FFF2-40B4-BE49-F238E27FC236}">
                <a16:creationId xmlns:a16="http://schemas.microsoft.com/office/drawing/2014/main" id="{B38381C9-D4BF-E2D8-F3A2-24F9EDC485E8}"/>
              </a:ext>
            </a:extLst>
          </p:cNvPr>
          <p:cNvCxnSpPr>
            <a:cxnSpLocks/>
            <a:stCxn id="86" idx="6"/>
          </p:cNvCxnSpPr>
          <p:nvPr/>
        </p:nvCxnSpPr>
        <p:spPr>
          <a:xfrm>
            <a:off x="2602801" y="1270923"/>
            <a:ext cx="1532016" cy="14542"/>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94" name="TextBox 93">
                <a:extLst>
                  <a:ext uri="{FF2B5EF4-FFF2-40B4-BE49-F238E27FC236}">
                    <a16:creationId xmlns:a16="http://schemas.microsoft.com/office/drawing/2014/main" id="{866ABEAE-0108-07A9-5D19-CA36A2AB07CD}"/>
                  </a:ext>
                </a:extLst>
              </p:cNvPr>
              <p:cNvSpPr txBox="1"/>
              <p:nvPr/>
            </p:nvSpPr>
            <p:spPr>
              <a:xfrm>
                <a:off x="2910701" y="902683"/>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d</m:t>
                          </m:r>
                        </m:sub>
                      </m:sSub>
                    </m:oMath>
                  </m:oMathPara>
                </a14:m>
                <a:endParaRPr lang="en-US" dirty="0">
                  <a:solidFill>
                    <a:schemeClr val="tx1"/>
                  </a:solidFill>
                </a:endParaRPr>
              </a:p>
            </p:txBody>
          </p:sp>
        </mc:Choice>
        <mc:Fallback xmlns="">
          <p:sp>
            <p:nvSpPr>
              <p:cNvPr id="94" name="TextBox 93">
                <a:extLst>
                  <a:ext uri="{FF2B5EF4-FFF2-40B4-BE49-F238E27FC236}">
                    <a16:creationId xmlns:a16="http://schemas.microsoft.com/office/drawing/2014/main" id="{88396017-2785-0A81-8190-5D36870170FD}"/>
                  </a:ext>
                </a:extLst>
              </p:cNvPr>
              <p:cNvSpPr txBox="1">
                <a:spLocks noRot="1" noChangeAspect="1" noMove="1" noResize="1" noEditPoints="1" noAdjustHandles="1" noChangeArrowheads="1" noChangeShapeType="1" noTextEdit="1"/>
              </p:cNvSpPr>
              <p:nvPr/>
            </p:nvSpPr>
            <p:spPr>
              <a:xfrm>
                <a:off x="2910701" y="902683"/>
                <a:ext cx="507796" cy="369332"/>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5" name="TextBox 94">
                <a:extLst>
                  <a:ext uri="{FF2B5EF4-FFF2-40B4-BE49-F238E27FC236}">
                    <a16:creationId xmlns:a16="http://schemas.microsoft.com/office/drawing/2014/main" id="{8E66148B-423E-0078-474C-C41CABB95158}"/>
                  </a:ext>
                </a:extLst>
              </p:cNvPr>
              <p:cNvSpPr txBox="1"/>
              <p:nvPr/>
            </p:nvSpPr>
            <p:spPr>
              <a:xfrm>
                <a:off x="1551725" y="890088"/>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Df</m:t>
                          </m:r>
                        </m:sub>
                      </m:sSub>
                    </m:oMath>
                  </m:oMathPara>
                </a14:m>
                <a:endParaRPr lang="en-US" dirty="0">
                  <a:solidFill>
                    <a:schemeClr val="tx1"/>
                  </a:solidFill>
                </a:endParaRPr>
              </a:p>
            </p:txBody>
          </p:sp>
        </mc:Choice>
        <mc:Fallback xmlns="">
          <p:sp>
            <p:nvSpPr>
              <p:cNvPr id="95" name="TextBox 94">
                <a:extLst>
                  <a:ext uri="{FF2B5EF4-FFF2-40B4-BE49-F238E27FC236}">
                    <a16:creationId xmlns:a16="http://schemas.microsoft.com/office/drawing/2014/main" id="{10FFCC80-7311-553B-113D-2B01AB99C628}"/>
                  </a:ext>
                </a:extLst>
              </p:cNvPr>
              <p:cNvSpPr txBox="1">
                <a:spLocks noRot="1" noChangeAspect="1" noMove="1" noResize="1" noEditPoints="1" noAdjustHandles="1" noChangeArrowheads="1" noChangeShapeType="1" noTextEdit="1"/>
              </p:cNvSpPr>
              <p:nvPr/>
            </p:nvSpPr>
            <p:spPr>
              <a:xfrm>
                <a:off x="1551725" y="890088"/>
                <a:ext cx="507796" cy="369332"/>
              </a:xfrm>
              <a:prstGeom prst="rect">
                <a:avLst/>
              </a:prstGeom>
              <a:blipFill>
                <a:blip r:embed="rId13"/>
                <a:stretch>
                  <a:fillRect r="-481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7" name="TextBox 96">
                <a:extLst>
                  <a:ext uri="{FF2B5EF4-FFF2-40B4-BE49-F238E27FC236}">
                    <a16:creationId xmlns:a16="http://schemas.microsoft.com/office/drawing/2014/main" id="{025B93F4-D393-1ECB-4215-E4D73CBE3FC5}"/>
                  </a:ext>
                </a:extLst>
              </p:cNvPr>
              <p:cNvSpPr txBox="1"/>
              <p:nvPr/>
            </p:nvSpPr>
            <p:spPr>
              <a:xfrm>
                <a:off x="1957366" y="2124718"/>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Ds</m:t>
                          </m:r>
                        </m:sub>
                      </m:sSub>
                    </m:oMath>
                  </m:oMathPara>
                </a14:m>
                <a:endParaRPr lang="en-US" dirty="0">
                  <a:solidFill>
                    <a:schemeClr val="tx1"/>
                  </a:solidFill>
                </a:endParaRPr>
              </a:p>
            </p:txBody>
          </p:sp>
        </mc:Choice>
        <mc:Fallback xmlns="">
          <p:sp>
            <p:nvSpPr>
              <p:cNvPr id="97" name="TextBox 96">
                <a:extLst>
                  <a:ext uri="{FF2B5EF4-FFF2-40B4-BE49-F238E27FC236}">
                    <a16:creationId xmlns:a16="http://schemas.microsoft.com/office/drawing/2014/main" id="{0007722B-24B2-BDC5-F0FF-A0BBAAD5797D}"/>
                  </a:ext>
                </a:extLst>
              </p:cNvPr>
              <p:cNvSpPr txBox="1">
                <a:spLocks noRot="1" noChangeAspect="1" noMove="1" noResize="1" noEditPoints="1" noAdjustHandles="1" noChangeArrowheads="1" noChangeShapeType="1" noTextEdit="1"/>
              </p:cNvSpPr>
              <p:nvPr/>
            </p:nvSpPr>
            <p:spPr>
              <a:xfrm>
                <a:off x="1957366" y="2124718"/>
                <a:ext cx="507796" cy="369332"/>
              </a:xfrm>
              <a:prstGeom prst="rect">
                <a:avLst/>
              </a:prstGeom>
              <a:blipFill>
                <a:blip r:embed="rId14"/>
                <a:stretch>
                  <a:fillRect r="-8434"/>
                </a:stretch>
              </a:blipFill>
            </p:spPr>
            <p:txBody>
              <a:bodyPr/>
              <a:lstStyle/>
              <a:p>
                <a:r>
                  <a:rPr lang="en-US">
                    <a:noFill/>
                  </a:rPr>
                  <a:t> </a:t>
                </a:r>
              </a:p>
            </p:txBody>
          </p:sp>
        </mc:Fallback>
      </mc:AlternateContent>
      <p:sp>
        <p:nvSpPr>
          <p:cNvPr id="98" name="Oval 97">
            <a:extLst>
              <a:ext uri="{FF2B5EF4-FFF2-40B4-BE49-F238E27FC236}">
                <a16:creationId xmlns:a16="http://schemas.microsoft.com/office/drawing/2014/main" id="{168BB4E2-9D5C-3079-E177-792F817619E7}"/>
              </a:ext>
            </a:extLst>
          </p:cNvPr>
          <p:cNvSpPr>
            <a:spLocks noChangeAspect="1"/>
          </p:cNvSpPr>
          <p:nvPr/>
        </p:nvSpPr>
        <p:spPr>
          <a:xfrm>
            <a:off x="2984006" y="2003302"/>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100" name="TextBox 99">
                <a:extLst>
                  <a:ext uri="{FF2B5EF4-FFF2-40B4-BE49-F238E27FC236}">
                    <a16:creationId xmlns:a16="http://schemas.microsoft.com/office/drawing/2014/main" id="{9742DD50-E6BE-A9AF-F2F8-61DE84BEA321}"/>
                  </a:ext>
                </a:extLst>
              </p:cNvPr>
              <p:cNvSpPr txBox="1"/>
              <p:nvPr/>
            </p:nvSpPr>
            <p:spPr>
              <a:xfrm>
                <a:off x="2918451" y="1964950"/>
                <a:ext cx="518558"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Di</m:t>
                          </m:r>
                        </m:sub>
                      </m:sSub>
                    </m:oMath>
                  </m:oMathPara>
                </a14:m>
                <a:endParaRPr lang="en-US" dirty="0">
                  <a:solidFill>
                    <a:schemeClr val="bg1"/>
                  </a:solidFill>
                </a:endParaRPr>
              </a:p>
            </p:txBody>
          </p:sp>
        </mc:Choice>
        <mc:Fallback xmlns="">
          <p:sp>
            <p:nvSpPr>
              <p:cNvPr id="100" name="TextBox 99">
                <a:extLst>
                  <a:ext uri="{FF2B5EF4-FFF2-40B4-BE49-F238E27FC236}">
                    <a16:creationId xmlns:a16="http://schemas.microsoft.com/office/drawing/2014/main" id="{8621C98D-7C01-E6DF-F0E7-DCE48D3531AF}"/>
                  </a:ext>
                </a:extLst>
              </p:cNvPr>
              <p:cNvSpPr txBox="1">
                <a:spLocks noRot="1" noChangeAspect="1" noMove="1" noResize="1" noEditPoints="1" noAdjustHandles="1" noChangeArrowheads="1" noChangeShapeType="1" noTextEdit="1"/>
              </p:cNvSpPr>
              <p:nvPr/>
            </p:nvSpPr>
            <p:spPr>
              <a:xfrm>
                <a:off x="2918451" y="1964950"/>
                <a:ext cx="518558" cy="369332"/>
              </a:xfrm>
              <a:prstGeom prst="rect">
                <a:avLst/>
              </a:prstGeom>
              <a:blipFill>
                <a:blip r:embed="rId15"/>
                <a:stretch>
                  <a:fillRect/>
                </a:stretch>
              </a:blipFill>
            </p:spPr>
            <p:txBody>
              <a:bodyPr/>
              <a:lstStyle/>
              <a:p>
                <a:r>
                  <a:rPr lang="en-US">
                    <a:noFill/>
                  </a:rPr>
                  <a:t> </a:t>
                </a:r>
              </a:p>
            </p:txBody>
          </p:sp>
        </mc:Fallback>
      </mc:AlternateContent>
      <p:cxnSp>
        <p:nvCxnSpPr>
          <p:cNvPr id="101" name="Straight Arrow Connector 100">
            <a:extLst>
              <a:ext uri="{FF2B5EF4-FFF2-40B4-BE49-F238E27FC236}">
                <a16:creationId xmlns:a16="http://schemas.microsoft.com/office/drawing/2014/main" id="{AB826279-FF51-33A8-4D7E-A4FE47E38A54}"/>
              </a:ext>
            </a:extLst>
          </p:cNvPr>
          <p:cNvCxnSpPr>
            <a:cxnSpLocks/>
            <a:stCxn id="94" idx="2"/>
            <a:endCxn id="98" idx="0"/>
          </p:cNvCxnSpPr>
          <p:nvPr/>
        </p:nvCxnSpPr>
        <p:spPr>
          <a:xfrm>
            <a:off x="3164599" y="1272015"/>
            <a:ext cx="10114" cy="731287"/>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09" name="TextBox 108">
                <a:extLst>
                  <a:ext uri="{FF2B5EF4-FFF2-40B4-BE49-F238E27FC236}">
                    <a16:creationId xmlns:a16="http://schemas.microsoft.com/office/drawing/2014/main" id="{772DBA97-C8C8-E72A-10E5-781905E6068E}"/>
                  </a:ext>
                </a:extLst>
              </p:cNvPr>
              <p:cNvSpPr txBox="1"/>
              <p:nvPr/>
            </p:nvSpPr>
            <p:spPr>
              <a:xfrm>
                <a:off x="3796741" y="793933"/>
                <a:ext cx="578427" cy="400110"/>
              </a:xfrm>
              <a:prstGeom prst="rect">
                <a:avLst/>
              </a:prstGeom>
              <a:noFill/>
            </p:spPr>
            <p:txBody>
              <a:bodyPr wrap="none" rtlCol="0">
                <a:spAutoFit/>
              </a:bodyPr>
              <a:lstStyle/>
              <a:p>
                <a:pPr/>
                <a14:m>
                  <m:oMathPara xmlns:m="http://schemas.openxmlformats.org/officeDocument/2006/math">
                    <m:oMath>
                      <m:sSub>
                        <m:sSubPr>
                          <m:ctrlPr>
                            <a:rPr lang="de-DE" sz="2000" b="0" i="1" smtClean="0">
                              <a:latin typeface="Cambria Math" panose="02040503050406030204" pitchFamily="18" charset="0"/>
                            </a:rPr>
                          </m:ctrlPr>
                        </m:sSubPr>
                        <m:e>
                          <m:r>
                            <m:rPr>
                              <m:sty m:val="p"/>
                            </m:rPr>
                            <a:rPr lang="de-DE" sz="2000" b="0" i="1" smtClean="0">
                              <a:latin typeface="Cambria Math" panose="02040503050406030204" pitchFamily="18" charset="0"/>
                            </a:rPr>
                            <m:t>m</m:t>
                          </m:r>
                        </m:e>
                        <m:sub>
                          <m:r>
                            <m:rPr>
                              <m:sty m:val="p"/>
                            </m:rPr>
                            <a:rPr lang="de-DE" sz="2000" b="0" i="1" smtClean="0">
                              <a:latin typeface="Cambria Math" panose="02040503050406030204" pitchFamily="18" charset="0"/>
                            </a:rPr>
                            <m:t>d</m:t>
                          </m:r>
                        </m:sub>
                      </m:sSub>
                    </m:oMath>
                  </m:oMathPara>
                </a14:m>
                <a:endParaRPr lang="en-US" sz="2000" dirty="0"/>
              </a:p>
            </p:txBody>
          </p:sp>
        </mc:Choice>
        <mc:Fallback xmlns="">
          <p:sp>
            <p:nvSpPr>
              <p:cNvPr id="109" name="TextBox 108">
                <a:extLst>
                  <a:ext uri="{FF2B5EF4-FFF2-40B4-BE49-F238E27FC236}">
                    <a16:creationId xmlns:a16="http://schemas.microsoft.com/office/drawing/2014/main" id="{A3D14B75-0FAD-E097-E960-5ADAE059DE5D}"/>
                  </a:ext>
                </a:extLst>
              </p:cNvPr>
              <p:cNvSpPr txBox="1">
                <a:spLocks noRot="1" noChangeAspect="1" noMove="1" noResize="1" noEditPoints="1" noAdjustHandles="1" noChangeArrowheads="1" noChangeShapeType="1" noTextEdit="1"/>
              </p:cNvSpPr>
              <p:nvPr/>
            </p:nvSpPr>
            <p:spPr>
              <a:xfrm>
                <a:off x="3796741" y="793933"/>
                <a:ext cx="578427" cy="400110"/>
              </a:xfrm>
              <a:prstGeom prst="rect">
                <a:avLst/>
              </a:prstGeom>
              <a:blipFill>
                <a:blip r:embed="rId16"/>
                <a:stretch>
                  <a:fillRect b="-151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2" name="TextBox 111">
                <a:extLst>
                  <a:ext uri="{FF2B5EF4-FFF2-40B4-BE49-F238E27FC236}">
                    <a16:creationId xmlns:a16="http://schemas.microsoft.com/office/drawing/2014/main" id="{94F5987A-8333-BF07-A219-AA3F42CAEF23}"/>
                  </a:ext>
                </a:extLst>
              </p:cNvPr>
              <p:cNvSpPr txBox="1"/>
              <p:nvPr/>
            </p:nvSpPr>
            <p:spPr>
              <a:xfrm>
                <a:off x="7415254" y="250620"/>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c</m:t>
                          </m:r>
                        </m:sub>
                      </m:sSub>
                    </m:oMath>
                  </m:oMathPara>
                </a14:m>
                <a:endParaRPr lang="en-US" dirty="0">
                  <a:solidFill>
                    <a:schemeClr val="tx1"/>
                  </a:solidFill>
                </a:endParaRPr>
              </a:p>
            </p:txBody>
          </p:sp>
        </mc:Choice>
        <mc:Fallback xmlns="">
          <p:sp>
            <p:nvSpPr>
              <p:cNvPr id="112" name="TextBox 111">
                <a:extLst>
                  <a:ext uri="{FF2B5EF4-FFF2-40B4-BE49-F238E27FC236}">
                    <a16:creationId xmlns:a16="http://schemas.microsoft.com/office/drawing/2014/main" id="{222CF62C-B0EC-8707-6F72-554FC5C4336B}"/>
                  </a:ext>
                </a:extLst>
              </p:cNvPr>
              <p:cNvSpPr txBox="1">
                <a:spLocks noRot="1" noChangeAspect="1" noMove="1" noResize="1" noEditPoints="1" noAdjustHandles="1" noChangeArrowheads="1" noChangeShapeType="1" noTextEdit="1"/>
              </p:cNvSpPr>
              <p:nvPr/>
            </p:nvSpPr>
            <p:spPr>
              <a:xfrm>
                <a:off x="7415254" y="250620"/>
                <a:ext cx="507796" cy="369332"/>
              </a:xfrm>
              <a:prstGeom prst="rect">
                <a:avLst/>
              </a:prstGeom>
              <a:blipFill>
                <a:blip r:embed="rId17"/>
                <a:stretch>
                  <a:fillRect/>
                </a:stretch>
              </a:blipFill>
            </p:spPr>
            <p:txBody>
              <a:bodyPr/>
              <a:lstStyle/>
              <a:p>
                <a:r>
                  <a:rPr lang="en-US">
                    <a:noFill/>
                  </a:rPr>
                  <a:t> </a:t>
                </a:r>
              </a:p>
            </p:txBody>
          </p:sp>
        </mc:Fallback>
      </mc:AlternateContent>
      <p:sp>
        <p:nvSpPr>
          <p:cNvPr id="30" name="Oval 29">
            <a:extLst>
              <a:ext uri="{FF2B5EF4-FFF2-40B4-BE49-F238E27FC236}">
                <a16:creationId xmlns:a16="http://schemas.microsoft.com/office/drawing/2014/main" id="{21005C52-ECAD-235F-85D2-FEA0757034FD}"/>
              </a:ext>
            </a:extLst>
          </p:cNvPr>
          <p:cNvSpPr>
            <a:spLocks noChangeAspect="1"/>
          </p:cNvSpPr>
          <p:nvPr/>
        </p:nvSpPr>
        <p:spPr>
          <a:xfrm>
            <a:off x="9575979" y="142755"/>
            <a:ext cx="410141" cy="41014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1" name="Oval 30">
            <a:extLst>
              <a:ext uri="{FF2B5EF4-FFF2-40B4-BE49-F238E27FC236}">
                <a16:creationId xmlns:a16="http://schemas.microsoft.com/office/drawing/2014/main" id="{062E5CBA-8CF3-0D86-4884-689D27904D53}"/>
              </a:ext>
            </a:extLst>
          </p:cNvPr>
          <p:cNvSpPr>
            <a:spLocks noChangeAspect="1"/>
          </p:cNvSpPr>
          <p:nvPr/>
        </p:nvSpPr>
        <p:spPr>
          <a:xfrm>
            <a:off x="9585689" y="2013858"/>
            <a:ext cx="410141" cy="41014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32" name="Straight Arrow Connector 31">
            <a:extLst>
              <a:ext uri="{FF2B5EF4-FFF2-40B4-BE49-F238E27FC236}">
                <a16:creationId xmlns:a16="http://schemas.microsoft.com/office/drawing/2014/main" id="{8FE270CD-7B53-B367-1BC9-37704E3738FD}"/>
              </a:ext>
            </a:extLst>
          </p:cNvPr>
          <p:cNvCxnSpPr>
            <a:cxnSpLocks/>
            <a:stCxn id="31" idx="6"/>
            <a:endCxn id="43" idx="3"/>
          </p:cNvCxnSpPr>
          <p:nvPr/>
        </p:nvCxnSpPr>
        <p:spPr>
          <a:xfrm flipV="1">
            <a:off x="9995830" y="1420709"/>
            <a:ext cx="806857" cy="798219"/>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a16="http://schemas.microsoft.com/office/drawing/2014/main" id="{0F009E33-8DE1-F634-8915-769E4C4EBA5B}"/>
              </a:ext>
            </a:extLst>
          </p:cNvPr>
          <p:cNvCxnSpPr>
            <a:cxnSpLocks/>
            <a:stCxn id="30" idx="6"/>
            <a:endCxn id="43" idx="1"/>
          </p:cNvCxnSpPr>
          <p:nvPr/>
        </p:nvCxnSpPr>
        <p:spPr>
          <a:xfrm>
            <a:off x="9986120" y="347826"/>
            <a:ext cx="816567" cy="78287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1BECC9FC-23FB-4A24-AE47-9893B57359FD}"/>
                  </a:ext>
                </a:extLst>
              </p:cNvPr>
              <p:cNvSpPr txBox="1"/>
              <p:nvPr/>
            </p:nvSpPr>
            <p:spPr>
              <a:xfrm>
                <a:off x="10078291" y="240629"/>
                <a:ext cx="855270"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Nc</m:t>
                          </m:r>
                        </m:sub>
                      </m:sSub>
                    </m:oMath>
                  </m:oMathPara>
                </a14:m>
                <a:endParaRPr lang="en-US" dirty="0">
                  <a:solidFill>
                    <a:schemeClr val="tx1"/>
                  </a:solidFill>
                </a:endParaRPr>
              </a:p>
            </p:txBody>
          </p:sp>
        </mc:Choice>
        <mc:Fallback xmlns="">
          <p:sp>
            <p:nvSpPr>
              <p:cNvPr id="34" name="TextBox 33">
                <a:extLst>
                  <a:ext uri="{FF2B5EF4-FFF2-40B4-BE49-F238E27FC236}">
                    <a16:creationId xmlns:a16="http://schemas.microsoft.com/office/drawing/2014/main" id="{D84997EB-3E76-6EBE-5EAF-E0DD7C089139}"/>
                  </a:ext>
                </a:extLst>
              </p:cNvPr>
              <p:cNvSpPr txBox="1">
                <a:spLocks noRot="1" noChangeAspect="1" noMove="1" noResize="1" noEditPoints="1" noAdjustHandles="1" noChangeArrowheads="1" noChangeShapeType="1" noTextEdit="1"/>
              </p:cNvSpPr>
              <p:nvPr/>
            </p:nvSpPr>
            <p:spPr>
              <a:xfrm>
                <a:off x="10078291" y="240629"/>
                <a:ext cx="855270" cy="369332"/>
              </a:xfrm>
              <a:prstGeom prst="rect">
                <a:avLst/>
              </a:prstGeom>
              <a:blipFill>
                <a:blip r:embed="rId1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37D0F418-9BB6-DF9F-DD1E-D130179BDCE3}"/>
                  </a:ext>
                </a:extLst>
              </p:cNvPr>
              <p:cNvSpPr txBox="1"/>
              <p:nvPr/>
            </p:nvSpPr>
            <p:spPr>
              <a:xfrm>
                <a:off x="10136554" y="1768688"/>
                <a:ext cx="855270"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Nc</m:t>
                          </m:r>
                        </m:sub>
                      </m:sSub>
                    </m:oMath>
                  </m:oMathPara>
                </a14:m>
                <a:endParaRPr lang="en-US" dirty="0">
                  <a:solidFill>
                    <a:schemeClr val="tx1"/>
                  </a:solidFill>
                </a:endParaRPr>
              </a:p>
            </p:txBody>
          </p:sp>
        </mc:Choice>
        <mc:Fallback xmlns="">
          <p:sp>
            <p:nvSpPr>
              <p:cNvPr id="35" name="TextBox 34">
                <a:extLst>
                  <a:ext uri="{FF2B5EF4-FFF2-40B4-BE49-F238E27FC236}">
                    <a16:creationId xmlns:a16="http://schemas.microsoft.com/office/drawing/2014/main" id="{190CA432-9E79-083A-5C5A-BAC422D433AD}"/>
                  </a:ext>
                </a:extLst>
              </p:cNvPr>
              <p:cNvSpPr txBox="1">
                <a:spLocks noRot="1" noChangeAspect="1" noMove="1" noResize="1" noEditPoints="1" noAdjustHandles="1" noChangeArrowheads="1" noChangeShapeType="1" noTextEdit="1"/>
              </p:cNvSpPr>
              <p:nvPr/>
            </p:nvSpPr>
            <p:spPr>
              <a:xfrm>
                <a:off x="10136554" y="1768688"/>
                <a:ext cx="855270" cy="369332"/>
              </a:xfrm>
              <a:prstGeom prst="rect">
                <a:avLst/>
              </a:prstGeom>
              <a:blipFill>
                <a:blip r:embed="rId19"/>
                <a:stretch>
                  <a:fillRect/>
                </a:stretch>
              </a:blipFill>
            </p:spPr>
            <p:txBody>
              <a:bodyPr/>
              <a:lstStyle/>
              <a:p>
                <a:r>
                  <a:rPr lang="en-US">
                    <a:noFill/>
                  </a:rPr>
                  <a:t> </a:t>
                </a:r>
              </a:p>
            </p:txBody>
          </p:sp>
        </mc:Fallback>
      </mc:AlternateContent>
      <p:cxnSp>
        <p:nvCxnSpPr>
          <p:cNvPr id="39" name="Straight Arrow Connector 38">
            <a:extLst>
              <a:ext uri="{FF2B5EF4-FFF2-40B4-BE49-F238E27FC236}">
                <a16:creationId xmlns:a16="http://schemas.microsoft.com/office/drawing/2014/main" id="{A1254C49-2520-928F-CDC7-A092AB6E8050}"/>
              </a:ext>
            </a:extLst>
          </p:cNvPr>
          <p:cNvCxnSpPr>
            <a:cxnSpLocks/>
            <a:endCxn id="30" idx="2"/>
          </p:cNvCxnSpPr>
          <p:nvPr/>
        </p:nvCxnSpPr>
        <p:spPr>
          <a:xfrm flipV="1">
            <a:off x="8504116" y="347826"/>
            <a:ext cx="1071863" cy="884172"/>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406339E3-359A-037C-6C89-3774C092BE54}"/>
                  </a:ext>
                </a:extLst>
              </p:cNvPr>
              <p:cNvSpPr txBox="1"/>
              <p:nvPr/>
            </p:nvSpPr>
            <p:spPr>
              <a:xfrm>
                <a:off x="7804966" y="862666"/>
                <a:ext cx="546041"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c</m:t>
                          </m:r>
                        </m:sub>
                      </m:sSub>
                    </m:oMath>
                  </m:oMathPara>
                </a14:m>
                <a:endParaRPr lang="en-US" dirty="0">
                  <a:solidFill>
                    <a:schemeClr val="tx1"/>
                  </a:solidFill>
                </a:endParaRPr>
              </a:p>
            </p:txBody>
          </p:sp>
        </mc:Choice>
        <mc:Fallback xmlns="">
          <p:sp>
            <p:nvSpPr>
              <p:cNvPr id="40" name="TextBox 39">
                <a:extLst>
                  <a:ext uri="{FF2B5EF4-FFF2-40B4-BE49-F238E27FC236}">
                    <a16:creationId xmlns:a16="http://schemas.microsoft.com/office/drawing/2014/main" id="{784936B6-7E91-7C6C-5093-863F37199D8B}"/>
                  </a:ext>
                </a:extLst>
              </p:cNvPr>
              <p:cNvSpPr txBox="1">
                <a:spLocks noRot="1" noChangeAspect="1" noMove="1" noResize="1" noEditPoints="1" noAdjustHandles="1" noChangeArrowheads="1" noChangeShapeType="1" noTextEdit="1"/>
              </p:cNvSpPr>
              <p:nvPr/>
            </p:nvSpPr>
            <p:spPr>
              <a:xfrm>
                <a:off x="7804966" y="862666"/>
                <a:ext cx="546041" cy="369332"/>
              </a:xfrm>
              <a:prstGeom prst="rect">
                <a:avLst/>
              </a:prstGeom>
              <a:blipFill>
                <a:blip r:embed="rId22"/>
                <a:stretch>
                  <a:fillRect/>
                </a:stretch>
              </a:blipFill>
            </p:spPr>
            <p:txBody>
              <a:bodyPr/>
              <a:lstStyle/>
              <a:p>
                <a:r>
                  <a:rPr lang="en-US">
                    <a:noFill/>
                  </a:rPr>
                  <a:t> </a:t>
                </a:r>
              </a:p>
            </p:txBody>
          </p:sp>
        </mc:Fallback>
      </mc:AlternateContent>
      <p:cxnSp>
        <p:nvCxnSpPr>
          <p:cNvPr id="41" name="Straight Arrow Connector 40">
            <a:extLst>
              <a:ext uri="{FF2B5EF4-FFF2-40B4-BE49-F238E27FC236}">
                <a16:creationId xmlns:a16="http://schemas.microsoft.com/office/drawing/2014/main" id="{6D16B179-42AF-5020-0F6A-561E3F8A1BEE}"/>
              </a:ext>
            </a:extLst>
          </p:cNvPr>
          <p:cNvCxnSpPr>
            <a:cxnSpLocks/>
          </p:cNvCxnSpPr>
          <p:nvPr/>
        </p:nvCxnSpPr>
        <p:spPr>
          <a:xfrm>
            <a:off x="7765437" y="1231998"/>
            <a:ext cx="740834" cy="1289"/>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42" name="Straight Arrow Connector 41">
            <a:extLst>
              <a:ext uri="{FF2B5EF4-FFF2-40B4-BE49-F238E27FC236}">
                <a16:creationId xmlns:a16="http://schemas.microsoft.com/office/drawing/2014/main" id="{E7DBB092-635D-0296-4051-738551222286}"/>
              </a:ext>
            </a:extLst>
          </p:cNvPr>
          <p:cNvCxnSpPr>
            <a:cxnSpLocks/>
            <a:endCxn id="31" idx="2"/>
          </p:cNvCxnSpPr>
          <p:nvPr/>
        </p:nvCxnSpPr>
        <p:spPr>
          <a:xfrm>
            <a:off x="8515103" y="1246961"/>
            <a:ext cx="1070586" cy="971968"/>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sp>
        <p:nvSpPr>
          <p:cNvPr id="43" name="Oval 42">
            <a:extLst>
              <a:ext uri="{FF2B5EF4-FFF2-40B4-BE49-F238E27FC236}">
                <a16:creationId xmlns:a16="http://schemas.microsoft.com/office/drawing/2014/main" id="{C5AA9909-7174-945A-5CE8-FBDA0F4181A1}"/>
              </a:ext>
            </a:extLst>
          </p:cNvPr>
          <p:cNvSpPr>
            <a:spLocks noChangeAspect="1"/>
          </p:cNvSpPr>
          <p:nvPr/>
        </p:nvSpPr>
        <p:spPr>
          <a:xfrm>
            <a:off x="10742623" y="1070632"/>
            <a:ext cx="410141" cy="41014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44" name="Straight Arrow Connector 43">
            <a:extLst>
              <a:ext uri="{FF2B5EF4-FFF2-40B4-BE49-F238E27FC236}">
                <a16:creationId xmlns:a16="http://schemas.microsoft.com/office/drawing/2014/main" id="{CF8AD52B-CA93-9078-51D0-5D77776EFE7A}"/>
              </a:ext>
            </a:extLst>
          </p:cNvPr>
          <p:cNvCxnSpPr>
            <a:cxnSpLocks/>
          </p:cNvCxnSpPr>
          <p:nvPr/>
        </p:nvCxnSpPr>
        <p:spPr>
          <a:xfrm flipV="1">
            <a:off x="11152764" y="1259420"/>
            <a:ext cx="782058" cy="16282"/>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EAB32F99-D9E4-4BDD-4398-8098DD1B7600}"/>
                  </a:ext>
                </a:extLst>
              </p:cNvPr>
              <p:cNvSpPr txBox="1"/>
              <p:nvPr/>
            </p:nvSpPr>
            <p:spPr>
              <a:xfrm>
                <a:off x="11375112" y="852437"/>
                <a:ext cx="524049" cy="369332"/>
              </a:xfrm>
              <a:prstGeom prst="rect">
                <a:avLst/>
              </a:prstGeom>
              <a:noFill/>
            </p:spPr>
            <p:txBody>
              <a:bodyPr wrap="square">
                <a:spAutoFit/>
              </a:bodyPr>
              <a:lstStyle/>
              <a:p>
                <a:pPr/>
                <a14:m>
                  <m:oMathPara xmlns:m="http://schemas.openxmlformats.org/officeDocument/2006/math">
                    <m:oMath>
                      <m:sSub>
                        <m:sSubPr>
                          <m:ctrlPr>
                            <a:rPr lang="de-DE" b="0" i="1" smtClean="0">
                              <a:latin typeface="Cambria Math" panose="02040503050406030204" pitchFamily="18" charset="0"/>
                            </a:rPr>
                          </m:ctrlPr>
                        </m:sSubPr>
                        <m:e>
                          <m:r>
                            <m:rPr>
                              <m:sty m:val="p"/>
                            </m:rPr>
                            <a:rPr lang="de-DE" b="0" i="1" smtClean="0">
                              <a:latin typeface="Cambria Math" panose="02040503050406030204" pitchFamily="18" charset="0"/>
                            </a:rPr>
                            <m:t>m</m:t>
                          </m:r>
                        </m:e>
                        <m:sub>
                          <m:r>
                            <m:rPr>
                              <m:sty m:val="p"/>
                            </m:rPr>
                            <a:rPr lang="de-DE" b="0" i="1" smtClean="0">
                              <a:latin typeface="Cambria Math" panose="02040503050406030204" pitchFamily="18" charset="0"/>
                            </a:rPr>
                            <m:t>out</m:t>
                          </m:r>
                        </m:sub>
                      </m:sSub>
                    </m:oMath>
                  </m:oMathPara>
                </a14:m>
                <a:endParaRPr lang="en-US" dirty="0"/>
              </a:p>
            </p:txBody>
          </p:sp>
        </mc:Choice>
        <mc:Fallback xmlns="">
          <p:sp>
            <p:nvSpPr>
              <p:cNvPr id="45" name="TextBox 44">
                <a:extLst>
                  <a:ext uri="{FF2B5EF4-FFF2-40B4-BE49-F238E27FC236}">
                    <a16:creationId xmlns:a16="http://schemas.microsoft.com/office/drawing/2014/main" id="{0779C142-E8D5-86F9-2A03-EFF8BDEF2062}"/>
                  </a:ext>
                </a:extLst>
              </p:cNvPr>
              <p:cNvSpPr txBox="1">
                <a:spLocks noRot="1" noChangeAspect="1" noMove="1" noResize="1" noEditPoints="1" noAdjustHandles="1" noChangeArrowheads="1" noChangeShapeType="1" noTextEdit="1"/>
              </p:cNvSpPr>
              <p:nvPr/>
            </p:nvSpPr>
            <p:spPr>
              <a:xfrm>
                <a:off x="11375112" y="852437"/>
                <a:ext cx="524049" cy="369332"/>
              </a:xfrm>
              <a:prstGeom prst="rect">
                <a:avLst/>
              </a:prstGeom>
              <a:blipFill>
                <a:blip r:embed="rId23"/>
                <a:stretch>
                  <a:fillRect r="-151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D0BFEB9C-23E2-EB6A-7166-645B117CC66C}"/>
                  </a:ext>
                </a:extLst>
              </p:cNvPr>
              <p:cNvSpPr txBox="1"/>
              <p:nvPr/>
            </p:nvSpPr>
            <p:spPr>
              <a:xfrm>
                <a:off x="10724745" y="1050074"/>
                <a:ext cx="448081"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No</m:t>
                          </m:r>
                        </m:sub>
                      </m:sSub>
                    </m:oMath>
                  </m:oMathPara>
                </a14:m>
                <a:endParaRPr lang="en-US" dirty="0">
                  <a:solidFill>
                    <a:schemeClr val="bg1"/>
                  </a:solidFill>
                </a:endParaRPr>
              </a:p>
            </p:txBody>
          </p:sp>
        </mc:Choice>
        <mc:Fallback xmlns="">
          <p:sp>
            <p:nvSpPr>
              <p:cNvPr id="46" name="TextBox 45">
                <a:extLst>
                  <a:ext uri="{FF2B5EF4-FFF2-40B4-BE49-F238E27FC236}">
                    <a16:creationId xmlns:a16="http://schemas.microsoft.com/office/drawing/2014/main" id="{B009A5F7-2C31-8836-8FCC-571EC964528F}"/>
                  </a:ext>
                </a:extLst>
              </p:cNvPr>
              <p:cNvSpPr txBox="1">
                <a:spLocks noRot="1" noChangeAspect="1" noMove="1" noResize="1" noEditPoints="1" noAdjustHandles="1" noChangeArrowheads="1" noChangeShapeType="1" noTextEdit="1"/>
              </p:cNvSpPr>
              <p:nvPr/>
            </p:nvSpPr>
            <p:spPr>
              <a:xfrm>
                <a:off x="10724745" y="1050074"/>
                <a:ext cx="448081" cy="369332"/>
              </a:xfrm>
              <a:prstGeom prst="rect">
                <a:avLst/>
              </a:prstGeom>
              <a:blipFill>
                <a:blip r:embed="rId24"/>
                <a:stretch>
                  <a:fillRect r="-405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260F0986-E98B-5533-4491-2AA067037BBC}"/>
                  </a:ext>
                </a:extLst>
              </p:cNvPr>
              <p:cNvSpPr txBox="1"/>
              <p:nvPr/>
            </p:nvSpPr>
            <p:spPr>
              <a:xfrm>
                <a:off x="9511232" y="110130"/>
                <a:ext cx="557613"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Na</m:t>
                          </m:r>
                        </m:sub>
                      </m:sSub>
                    </m:oMath>
                  </m:oMathPara>
                </a14:m>
                <a:endParaRPr lang="en-US" dirty="0">
                  <a:solidFill>
                    <a:schemeClr val="bg1"/>
                  </a:solidFill>
                </a:endParaRPr>
              </a:p>
            </p:txBody>
          </p:sp>
        </mc:Choice>
        <mc:Fallback xmlns="">
          <p:sp>
            <p:nvSpPr>
              <p:cNvPr id="47" name="TextBox 46">
                <a:extLst>
                  <a:ext uri="{FF2B5EF4-FFF2-40B4-BE49-F238E27FC236}">
                    <a16:creationId xmlns:a16="http://schemas.microsoft.com/office/drawing/2014/main" id="{D15EBECB-0459-10CC-CD27-2B8F4CC6EFBF}"/>
                  </a:ext>
                </a:extLst>
              </p:cNvPr>
              <p:cNvSpPr txBox="1">
                <a:spLocks noRot="1" noChangeAspect="1" noMove="1" noResize="1" noEditPoints="1" noAdjustHandles="1" noChangeArrowheads="1" noChangeShapeType="1" noTextEdit="1"/>
              </p:cNvSpPr>
              <p:nvPr/>
            </p:nvSpPr>
            <p:spPr>
              <a:xfrm>
                <a:off x="9511232" y="110130"/>
                <a:ext cx="557613" cy="369332"/>
              </a:xfrm>
              <a:prstGeom prst="rect">
                <a:avLst/>
              </a:prstGeom>
              <a:blipFill>
                <a:blip r:embed="rId2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8F45BD43-1F54-5430-AF77-431E34D81371}"/>
                  </a:ext>
                </a:extLst>
              </p:cNvPr>
              <p:cNvSpPr txBox="1"/>
              <p:nvPr/>
            </p:nvSpPr>
            <p:spPr>
              <a:xfrm>
                <a:off x="9565904" y="1992356"/>
                <a:ext cx="421017"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Nb</m:t>
                          </m:r>
                        </m:sub>
                      </m:sSub>
                    </m:oMath>
                  </m:oMathPara>
                </a14:m>
                <a:endParaRPr lang="en-US" dirty="0">
                  <a:solidFill>
                    <a:schemeClr val="bg1"/>
                  </a:solidFill>
                </a:endParaRPr>
              </a:p>
            </p:txBody>
          </p:sp>
        </mc:Choice>
        <mc:Fallback xmlns="">
          <p:sp>
            <p:nvSpPr>
              <p:cNvPr id="48" name="TextBox 47">
                <a:extLst>
                  <a:ext uri="{FF2B5EF4-FFF2-40B4-BE49-F238E27FC236}">
                    <a16:creationId xmlns:a16="http://schemas.microsoft.com/office/drawing/2014/main" id="{51E4F124-BE5E-B4B6-4A04-EC6B298BAEF8}"/>
                  </a:ext>
                </a:extLst>
              </p:cNvPr>
              <p:cNvSpPr txBox="1">
                <a:spLocks noRot="1" noChangeAspect="1" noMove="1" noResize="1" noEditPoints="1" noAdjustHandles="1" noChangeArrowheads="1" noChangeShapeType="1" noTextEdit="1"/>
              </p:cNvSpPr>
              <p:nvPr/>
            </p:nvSpPr>
            <p:spPr>
              <a:xfrm>
                <a:off x="9565904" y="1992356"/>
                <a:ext cx="421017" cy="369332"/>
              </a:xfrm>
              <a:prstGeom prst="rect">
                <a:avLst/>
              </a:prstGeom>
              <a:blipFill>
                <a:blip r:embed="rId26"/>
                <a:stretch>
                  <a:fillRect r="-13043"/>
                </a:stretch>
              </a:blipFill>
            </p:spPr>
            <p:txBody>
              <a:bodyPr/>
              <a:lstStyle/>
              <a:p>
                <a:r>
                  <a:rPr lang="en-US">
                    <a:noFill/>
                  </a:rPr>
                  <a:t> </a:t>
                </a:r>
              </a:p>
            </p:txBody>
          </p:sp>
        </mc:Fallback>
      </mc:AlternateContent>
      <p:cxnSp>
        <p:nvCxnSpPr>
          <p:cNvPr id="60" name="Straight Connector 59">
            <a:extLst>
              <a:ext uri="{FF2B5EF4-FFF2-40B4-BE49-F238E27FC236}">
                <a16:creationId xmlns:a16="http://schemas.microsoft.com/office/drawing/2014/main" id="{65558028-6272-D0F6-7A6D-1E89D03408FB}"/>
              </a:ext>
            </a:extLst>
          </p:cNvPr>
          <p:cNvCxnSpPr>
            <a:cxnSpLocks/>
          </p:cNvCxnSpPr>
          <p:nvPr/>
        </p:nvCxnSpPr>
        <p:spPr>
          <a:xfrm>
            <a:off x="7775840" y="672005"/>
            <a:ext cx="8451" cy="559993"/>
          </a:xfrm>
          <a:prstGeom prst="line">
            <a:avLst/>
          </a:prstGeom>
        </p:spPr>
        <p:style>
          <a:lnRef idx="2">
            <a:schemeClr val="accent1"/>
          </a:lnRef>
          <a:fillRef idx="0">
            <a:schemeClr val="accent1"/>
          </a:fillRef>
          <a:effectRef idx="1">
            <a:schemeClr val="accent1"/>
          </a:effectRef>
          <a:fontRef idx="minor">
            <a:schemeClr val="tx1"/>
          </a:fontRef>
        </p:style>
      </p:cxnSp>
      <p:sp>
        <p:nvSpPr>
          <p:cNvPr id="113" name="Rectangle 112">
            <a:extLst>
              <a:ext uri="{FF2B5EF4-FFF2-40B4-BE49-F238E27FC236}">
                <a16:creationId xmlns:a16="http://schemas.microsoft.com/office/drawing/2014/main" id="{687A3837-1025-FCE3-5A68-16B4E785C421}"/>
              </a:ext>
            </a:extLst>
          </p:cNvPr>
          <p:cNvSpPr/>
          <p:nvPr/>
        </p:nvSpPr>
        <p:spPr>
          <a:xfrm>
            <a:off x="8320022" y="21721"/>
            <a:ext cx="3073000" cy="2537212"/>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15" name="TextBox 114">
            <a:extLst>
              <a:ext uri="{FF2B5EF4-FFF2-40B4-BE49-F238E27FC236}">
                <a16:creationId xmlns:a16="http://schemas.microsoft.com/office/drawing/2014/main" id="{1421944D-F9F4-FB3B-3F3F-F6D8DB57D315}"/>
              </a:ext>
            </a:extLst>
          </p:cNvPr>
          <p:cNvSpPr txBox="1"/>
          <p:nvPr/>
        </p:nvSpPr>
        <p:spPr>
          <a:xfrm>
            <a:off x="8334900" y="52251"/>
            <a:ext cx="473206" cy="338554"/>
          </a:xfrm>
          <a:prstGeom prst="rect">
            <a:avLst/>
          </a:prstGeom>
          <a:noFill/>
        </p:spPr>
        <p:txBody>
          <a:bodyPr wrap="none" rtlCol="0">
            <a:spAutoFit/>
          </a:bodyPr>
          <a:lstStyle/>
          <a:p>
            <a:r>
              <a:rPr lang="en-US" sz="1600" dirty="0"/>
              <a:t>NN</a:t>
            </a:r>
          </a:p>
        </p:txBody>
      </p:sp>
      <p:graphicFrame>
        <p:nvGraphicFramePr>
          <p:cNvPr id="2" name="Table 1">
            <a:extLst>
              <a:ext uri="{FF2B5EF4-FFF2-40B4-BE49-F238E27FC236}">
                <a16:creationId xmlns:a16="http://schemas.microsoft.com/office/drawing/2014/main" id="{32F929E5-82F4-68AC-C535-A5D764B280D7}"/>
              </a:ext>
            </a:extLst>
          </p:cNvPr>
          <p:cNvGraphicFramePr>
            <a:graphicFrameLocks noGrp="1"/>
          </p:cNvGraphicFramePr>
          <p:nvPr>
            <p:extLst>
              <p:ext uri="{D42A27DB-BD31-4B8C-83A1-F6EECF244321}">
                <p14:modId xmlns:p14="http://schemas.microsoft.com/office/powerpoint/2010/main" val="2514519703"/>
              </p:ext>
            </p:extLst>
          </p:nvPr>
        </p:nvGraphicFramePr>
        <p:xfrm>
          <a:off x="421481" y="2709747"/>
          <a:ext cx="11701389" cy="3566160"/>
        </p:xfrm>
        <a:graphic>
          <a:graphicData uri="http://schemas.openxmlformats.org/drawingml/2006/table">
            <a:tbl>
              <a:tblPr firstRow="1" bandRow="1">
                <a:tableStyleId>{C4B1156A-380E-4F78-BDF5-A606A8083BF9}</a:tableStyleId>
              </a:tblPr>
              <a:tblGrid>
                <a:gridCol w="2322630">
                  <a:extLst>
                    <a:ext uri="{9D8B030D-6E8A-4147-A177-3AD203B41FA5}">
                      <a16:colId xmlns:a16="http://schemas.microsoft.com/office/drawing/2014/main" val="2247704463"/>
                    </a:ext>
                  </a:extLst>
                </a:gridCol>
                <a:gridCol w="7644227">
                  <a:extLst>
                    <a:ext uri="{9D8B030D-6E8A-4147-A177-3AD203B41FA5}">
                      <a16:colId xmlns:a16="http://schemas.microsoft.com/office/drawing/2014/main" val="1120151498"/>
                    </a:ext>
                  </a:extLst>
                </a:gridCol>
                <a:gridCol w="1734532">
                  <a:extLst>
                    <a:ext uri="{9D8B030D-6E8A-4147-A177-3AD203B41FA5}">
                      <a16:colId xmlns:a16="http://schemas.microsoft.com/office/drawing/2014/main" val="2587608585"/>
                    </a:ext>
                  </a:extLst>
                </a:gridCol>
              </a:tblGrid>
              <a:tr h="274320">
                <a:tc>
                  <a:txBody>
                    <a:bodyPr/>
                    <a:lstStyle/>
                    <a:p>
                      <a:r>
                        <a:rPr lang="en-US" sz="1200" dirty="0"/>
                        <a:t>Element</a:t>
                      </a:r>
                    </a:p>
                  </a:txBody>
                  <a:tcPr/>
                </a:tc>
                <a:tc>
                  <a:txBody>
                    <a:bodyPr/>
                    <a:lstStyle/>
                    <a:p>
                      <a:r>
                        <a:rPr lang="en-US" sz="1200" b="1" dirty="0"/>
                        <a:t>Reaction</a:t>
                      </a:r>
                    </a:p>
                  </a:txBody>
                  <a:tcPr/>
                </a:tc>
                <a:tc>
                  <a:txBody>
                    <a:bodyPr/>
                    <a:lstStyle/>
                    <a:p>
                      <a:r>
                        <a:rPr lang="en-US" sz="1200" b="1" dirty="0"/>
                        <a:t>Genes</a:t>
                      </a:r>
                    </a:p>
                  </a:txBody>
                  <a:tcPr/>
                </a:tc>
                <a:extLst>
                  <a:ext uri="{0D108BD9-81ED-4DB2-BD59-A6C34878D82A}">
                    <a16:rowId xmlns:a16="http://schemas.microsoft.com/office/drawing/2014/main" val="830326239"/>
                  </a:ext>
                </a:extLst>
              </a:tr>
              <a:tr h="274320">
                <a:tc>
                  <a:txBody>
                    <a:bodyPr/>
                    <a:lstStyle/>
                    <a:p>
                      <a:r>
                        <a:rPr lang="pt-BR" sz="1200" b="0" dirty="0"/>
                        <a:t> r_Df (differentiator: fast)</a:t>
                      </a:r>
                      <a:r>
                        <a:rPr lang="pt-BR" sz="1200" dirty="0"/>
                        <a:t> </a:t>
                      </a:r>
                      <a:endParaRPr lang="en-US" sz="1200" dirty="0"/>
                    </a:p>
                  </a:txBody>
                  <a:tcPr/>
                </a:tc>
                <a:tc>
                  <a:txBody>
                    <a:bodyPr/>
                    <a:lstStyle/>
                    <a:p>
                      <a:r>
                        <a:rPr lang="pt-BR" sz="1200" b="0" dirty="0"/>
                        <a:t>10-formyl-THF(m_in) + 5-phospho-ribosyl-glycineamide  -&gt;  5'-phosphoribosyl-N-formylglycineamide(m_Df) + H+ + THF(m_Ds)</a:t>
                      </a:r>
                      <a:endParaRPr lang="en-US" sz="1200" b="0" dirty="0"/>
                    </a:p>
                  </a:txBody>
                  <a:tcPr/>
                </a:tc>
                <a:tc>
                  <a:txBody>
                    <a:bodyPr/>
                    <a:lstStyle/>
                    <a:p>
                      <a:r>
                        <a:rPr lang="en-US" sz="1200" b="0" dirty="0"/>
                        <a:t>YDR408C</a:t>
                      </a:r>
                    </a:p>
                  </a:txBody>
                  <a:tcPr/>
                </a:tc>
                <a:extLst>
                  <a:ext uri="{0D108BD9-81ED-4DB2-BD59-A6C34878D82A}">
                    <a16:rowId xmlns:a16="http://schemas.microsoft.com/office/drawing/2014/main" val="4006369147"/>
                  </a:ext>
                </a:extLst>
              </a:tr>
              <a:tr h="274320">
                <a:tc>
                  <a:txBody>
                    <a:bodyPr/>
                    <a:lstStyle/>
                    <a:p>
                      <a:r>
                        <a:rPr lang="en-US" sz="1200" dirty="0" err="1"/>
                        <a:t>r_Ds</a:t>
                      </a:r>
                      <a:r>
                        <a:rPr lang="en-US" sz="1200" dirty="0"/>
                        <a:t> (differentiator: slow)</a:t>
                      </a:r>
                    </a:p>
                  </a:txBody>
                  <a:tcPr/>
                </a:tc>
                <a:tc>
                  <a:txBody>
                    <a:bodyPr/>
                    <a:lstStyle/>
                    <a:p>
                      <a:r>
                        <a:rPr lang="pt-BR" sz="1200" dirty="0"/>
                        <a:t>10-formyl-THF(m_in) + L-tyrosine  -&gt;  H+ + N-formyl-L-tyrosine + THF(m_Ds)</a:t>
                      </a:r>
                      <a:endParaRPr lang="en-US" sz="1200" dirty="0"/>
                    </a:p>
                  </a:txBody>
                  <a:tcPr/>
                </a:tc>
                <a:tc>
                  <a:txBody>
                    <a:bodyPr/>
                    <a:lstStyle/>
                    <a:p>
                      <a:r>
                        <a:rPr lang="en-US" sz="1200" dirty="0"/>
                        <a:t>YDR403W</a:t>
                      </a:r>
                    </a:p>
                  </a:txBody>
                  <a:tcPr/>
                </a:tc>
                <a:extLst>
                  <a:ext uri="{0D108BD9-81ED-4DB2-BD59-A6C34878D82A}">
                    <a16:rowId xmlns:a16="http://schemas.microsoft.com/office/drawing/2014/main" val="1526051723"/>
                  </a:ext>
                </a:extLst>
              </a:tr>
              <a:tr h="274320">
                <a:tc>
                  <a:txBody>
                    <a:bodyPr/>
                    <a:lstStyle/>
                    <a:p>
                      <a:r>
                        <a:rPr lang="en-US" sz="1200" dirty="0" err="1"/>
                        <a:t>r_Dp</a:t>
                      </a:r>
                      <a:r>
                        <a:rPr lang="en-US" sz="1200" dirty="0"/>
                        <a:t> (differentiator: producer)</a:t>
                      </a:r>
                    </a:p>
                  </a:txBody>
                  <a:tcPr/>
                </a:tc>
                <a:tc>
                  <a:txBody>
                    <a:bodyPr/>
                    <a:lstStyle/>
                    <a:p>
                      <a:r>
                        <a:rPr lang="pt-BR" sz="1200" dirty="0"/>
                        <a:t>5'-phosphoribosyl-N-formylglycineamide(m_Df) + ATP + H2O + L-glutamine  -&gt;  5'-phosphoribosyl-N-formylglycineamidine + ADP + H+ + L-glutamate(m_d) + phosphate</a:t>
                      </a:r>
                      <a:endParaRPr lang="en-US" sz="1200" dirty="0"/>
                    </a:p>
                  </a:txBody>
                  <a:tcPr/>
                </a:tc>
                <a:tc>
                  <a:txBody>
                    <a:bodyPr/>
                    <a:lstStyle/>
                    <a:p>
                      <a:r>
                        <a:rPr lang="en-US" sz="1200" dirty="0"/>
                        <a:t>YGR061C</a:t>
                      </a:r>
                    </a:p>
                  </a:txBody>
                  <a:tcPr/>
                </a:tc>
                <a:extLst>
                  <a:ext uri="{0D108BD9-81ED-4DB2-BD59-A6C34878D82A}">
                    <a16:rowId xmlns:a16="http://schemas.microsoft.com/office/drawing/2014/main" val="652912411"/>
                  </a:ext>
                </a:extLst>
              </a:tr>
              <a:tr h="274320">
                <a:tc>
                  <a:txBody>
                    <a:bodyPr/>
                    <a:lstStyle/>
                    <a:p>
                      <a:r>
                        <a:rPr lang="en-US" sz="1200" dirty="0" err="1"/>
                        <a:t>r_Di</a:t>
                      </a:r>
                      <a:r>
                        <a:rPr lang="en-US" sz="1200" dirty="0"/>
                        <a:t> (differentiator: integrator)</a:t>
                      </a:r>
                    </a:p>
                  </a:txBody>
                  <a:tcPr/>
                </a:tc>
                <a:tc>
                  <a:txBody>
                    <a:bodyPr/>
                    <a:lstStyle/>
                    <a:p>
                      <a:r>
                        <a:rPr lang="pt-BR" sz="1200" dirty="0"/>
                        <a:t>ATP + L-glutamate(m_d) + THF(m_Ds)  -&gt;  5,6,7,8-tetrahydrofolyl-L-glutamic acid + ADP + H+ + phosphate</a:t>
                      </a:r>
                      <a:endParaRPr lang="en-US" sz="1200" dirty="0"/>
                    </a:p>
                  </a:txBody>
                  <a:tcPr/>
                </a:tc>
                <a:tc>
                  <a:txBody>
                    <a:bodyPr/>
                    <a:lstStyle/>
                    <a:p>
                      <a:r>
                        <a:rPr lang="en-US" sz="1200" dirty="0"/>
                        <a:t>YKL132C or YOR241W</a:t>
                      </a:r>
                    </a:p>
                  </a:txBody>
                  <a:tcPr/>
                </a:tc>
                <a:extLst>
                  <a:ext uri="{0D108BD9-81ED-4DB2-BD59-A6C34878D82A}">
                    <a16:rowId xmlns:a16="http://schemas.microsoft.com/office/drawing/2014/main" val="2113626482"/>
                  </a:ext>
                </a:extLst>
              </a:tr>
              <a:tr h="274320">
                <a:tc>
                  <a:txBody>
                    <a:bodyPr/>
                    <a:lstStyle/>
                    <a:p>
                      <a:r>
                        <a:rPr lang="en-US" sz="1200" dirty="0" err="1"/>
                        <a:t>r_Cp</a:t>
                      </a:r>
                      <a:r>
                        <a:rPr lang="en-US" sz="1200" dirty="0"/>
                        <a:t> (counter: producer)</a:t>
                      </a:r>
                    </a:p>
                  </a:txBody>
                  <a:tcPr/>
                </a:tc>
                <a:tc>
                  <a:txBody>
                    <a:bodyPr/>
                    <a:lstStyle/>
                    <a:p>
                      <a:r>
                        <a:rPr lang="pt-BR" sz="1200" dirty="0"/>
                        <a:t>2-oxoadipic acid + L-glutamate(m_d)  -&gt;  2-oxoglutarate(m_c) + L-2-aminoadipate</a:t>
                      </a:r>
                      <a:endParaRPr lang="en-US" sz="1200" dirty="0"/>
                    </a:p>
                  </a:txBody>
                  <a:tcPr/>
                </a:tc>
                <a:tc>
                  <a:txBody>
                    <a:bodyPr/>
                    <a:lstStyle/>
                    <a:p>
                      <a:r>
                        <a:rPr lang="en-US" sz="1200" dirty="0"/>
                        <a:t>YER152C or YGL202W or YJL060W</a:t>
                      </a:r>
                    </a:p>
                  </a:txBody>
                  <a:tcPr/>
                </a:tc>
                <a:extLst>
                  <a:ext uri="{0D108BD9-81ED-4DB2-BD59-A6C34878D82A}">
                    <a16:rowId xmlns:a16="http://schemas.microsoft.com/office/drawing/2014/main" val="2606163442"/>
                  </a:ext>
                </a:extLst>
              </a:tr>
              <a:tr h="274320">
                <a:tc>
                  <a:txBody>
                    <a:bodyPr/>
                    <a:lstStyle/>
                    <a:p>
                      <a:r>
                        <a:rPr lang="en-US" sz="1200" dirty="0" err="1"/>
                        <a:t>r_Cg</a:t>
                      </a:r>
                      <a:r>
                        <a:rPr lang="en-US" sz="1200" dirty="0"/>
                        <a:t> (counter: gate)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200" dirty="0"/>
                        <a:t>2-oxoglutarate(m_c) + ammonium(m_Cs) + H+ + NADPH  -&gt;  H2O + L-glutamate(m_d) + NADP(+)</a:t>
                      </a:r>
                      <a:endParaRPr lang="en-US" sz="1200" dirty="0"/>
                    </a:p>
                  </a:txBody>
                  <a:tcPr/>
                </a:tc>
                <a:tc>
                  <a:txBody>
                    <a:bodyPr/>
                    <a:lstStyle/>
                    <a:p>
                      <a:r>
                        <a:rPr lang="en-US" sz="1200" dirty="0"/>
                        <a:t>YAL062W or YOR375C</a:t>
                      </a:r>
                    </a:p>
                  </a:txBody>
                  <a:tcPr/>
                </a:tc>
                <a:extLst>
                  <a:ext uri="{0D108BD9-81ED-4DB2-BD59-A6C34878D82A}">
                    <a16:rowId xmlns:a16="http://schemas.microsoft.com/office/drawing/2014/main" val="2438667136"/>
                  </a:ext>
                </a:extLst>
              </a:tr>
              <a:tr h="274320">
                <a:tc>
                  <a:txBody>
                    <a:bodyPr/>
                    <a:lstStyle/>
                    <a:p>
                      <a:r>
                        <a:rPr lang="en-US" sz="1200" dirty="0" err="1"/>
                        <a:t>r_Cr</a:t>
                      </a:r>
                      <a:r>
                        <a:rPr lang="en-US" sz="1200" dirty="0"/>
                        <a:t> (counter: reset)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200" b="0" dirty="0">
                          <a:solidFill>
                            <a:schemeClr val="tx1"/>
                          </a:solidFill>
                        </a:rPr>
                        <a:t>ammonium(m_Cs) + ATP + L-glutamate(m_d)  -&gt;  ADP + H+ + L-glutamine + phosphate</a:t>
                      </a:r>
                      <a:endParaRPr lang="en-US" sz="1200" b="0" dirty="0">
                        <a:solidFill>
                          <a:schemeClr val="tx1"/>
                        </a:solidFill>
                      </a:endParaRPr>
                    </a:p>
                  </a:txBody>
                  <a:tcPr/>
                </a:tc>
                <a:tc>
                  <a:txBody>
                    <a:bodyPr/>
                    <a:lstStyle/>
                    <a:p>
                      <a:r>
                        <a:rPr lang="en-US" sz="1200" dirty="0"/>
                        <a:t>YPR035W</a:t>
                      </a:r>
                    </a:p>
                  </a:txBody>
                  <a:tcPr/>
                </a:tc>
                <a:extLst>
                  <a:ext uri="{0D108BD9-81ED-4DB2-BD59-A6C34878D82A}">
                    <a16:rowId xmlns:a16="http://schemas.microsoft.com/office/drawing/2014/main" val="2254960406"/>
                  </a:ext>
                </a:extLst>
              </a:tr>
              <a:tr h="274320">
                <a:tc>
                  <a:txBody>
                    <a:bodyPr/>
                    <a:lstStyle/>
                    <a:p>
                      <a:r>
                        <a:rPr lang="pt-BR" sz="1200" dirty="0"/>
                        <a:t>r_Na (NN: neuron a)</a:t>
                      </a:r>
                      <a:endParaRPr lang="en-US" sz="1200" dirty="0"/>
                    </a:p>
                  </a:txBody>
                  <a:tcPr/>
                </a:tc>
                <a:tc>
                  <a:txBody>
                    <a:bodyPr/>
                    <a:lstStyle/>
                    <a:p>
                      <a:r>
                        <a:rPr lang="pt-BR" sz="1200" dirty="0"/>
                        <a:t>2-oxoadipic acid + 2-oxoglutarate(m_c)  -&gt;  2-oxoadipic acid + 2-oxoglutarate(m_Nc)</a:t>
                      </a:r>
                      <a:endParaRPr lang="en-US" sz="1200" dirty="0"/>
                    </a:p>
                  </a:txBody>
                  <a:tcPr/>
                </a:tc>
                <a:tc>
                  <a:txBody>
                    <a:bodyPr/>
                    <a:lstStyle/>
                    <a:p>
                      <a:r>
                        <a:rPr lang="en-US" sz="1200" dirty="0"/>
                        <a:t>YOR222W or YPL134C</a:t>
                      </a:r>
                    </a:p>
                  </a:txBody>
                  <a:tcPr/>
                </a:tc>
                <a:extLst>
                  <a:ext uri="{0D108BD9-81ED-4DB2-BD59-A6C34878D82A}">
                    <a16:rowId xmlns:a16="http://schemas.microsoft.com/office/drawing/2014/main" val="1999658234"/>
                  </a:ext>
                </a:extLst>
              </a:tr>
              <a:tr h="274320">
                <a:tc>
                  <a:txBody>
                    <a:bodyPr/>
                    <a:lstStyle/>
                    <a:p>
                      <a:r>
                        <a:rPr lang="de-DE" sz="1200" dirty="0" err="1"/>
                        <a:t>r_Nb</a:t>
                      </a:r>
                      <a:r>
                        <a:rPr lang="de-DE" sz="1200" dirty="0"/>
                        <a:t> (NN: </a:t>
                      </a:r>
                      <a:r>
                        <a:rPr lang="de-DE" sz="1200" dirty="0" err="1"/>
                        <a:t>neuron</a:t>
                      </a:r>
                      <a:r>
                        <a:rPr lang="de-DE" sz="1200" dirty="0"/>
                        <a:t> b)</a:t>
                      </a:r>
                      <a:endParaRPr lang="en-US" sz="1200" dirty="0"/>
                    </a:p>
                  </a:txBody>
                  <a:tcPr/>
                </a:tc>
                <a:tc>
                  <a:txBody>
                    <a:bodyPr/>
                    <a:lstStyle/>
                    <a:p>
                      <a:r>
                        <a:rPr lang="it-IT" sz="1200" dirty="0"/>
                        <a:t>2-oxoglutarate(</a:t>
                      </a:r>
                      <a:r>
                        <a:rPr lang="it-IT" sz="1200" dirty="0" err="1"/>
                        <a:t>m_c</a:t>
                      </a:r>
                      <a:r>
                        <a:rPr lang="it-IT" sz="1200" dirty="0"/>
                        <a:t>) + </a:t>
                      </a:r>
                      <a:r>
                        <a:rPr lang="it-IT" sz="1200" dirty="0" err="1"/>
                        <a:t>citrate</a:t>
                      </a:r>
                      <a:r>
                        <a:rPr lang="it-IT" sz="1200" dirty="0"/>
                        <a:t>  -&gt;  2-oxoglutarate(</a:t>
                      </a:r>
                      <a:r>
                        <a:rPr lang="it-IT" sz="1200" dirty="0" err="1"/>
                        <a:t>m_Nc</a:t>
                      </a:r>
                      <a:r>
                        <a:rPr lang="it-IT" sz="1200" dirty="0"/>
                        <a:t>) + </a:t>
                      </a:r>
                      <a:r>
                        <a:rPr lang="it-IT" sz="1200" dirty="0" err="1"/>
                        <a:t>citrate</a:t>
                      </a:r>
                      <a:endParaRPr lang="en-US" sz="1200" dirty="0"/>
                    </a:p>
                  </a:txBody>
                  <a:tcPr/>
                </a:tc>
                <a:tc>
                  <a:txBody>
                    <a:bodyPr/>
                    <a:lstStyle/>
                    <a:p>
                      <a:r>
                        <a:rPr lang="en-US" sz="1200" dirty="0"/>
                        <a:t>YMR241W</a:t>
                      </a:r>
                    </a:p>
                  </a:txBody>
                  <a:tcPr/>
                </a:tc>
                <a:extLst>
                  <a:ext uri="{0D108BD9-81ED-4DB2-BD59-A6C34878D82A}">
                    <a16:rowId xmlns:a16="http://schemas.microsoft.com/office/drawing/2014/main" val="3421116653"/>
                  </a:ext>
                </a:extLst>
              </a:tr>
              <a:tr h="274320">
                <a:tc>
                  <a:txBody>
                    <a:bodyPr/>
                    <a:lstStyle/>
                    <a:p>
                      <a:r>
                        <a:rPr lang="pt-BR" sz="1200" dirty="0"/>
                        <a:t> r_No (NN: merge/output) </a:t>
                      </a:r>
                      <a:endParaRPr lang="en-US" sz="1200" dirty="0"/>
                    </a:p>
                  </a:txBody>
                  <a:tcPr/>
                </a:tc>
                <a:tc>
                  <a:txBody>
                    <a:bodyPr/>
                    <a:lstStyle/>
                    <a:p>
                      <a:r>
                        <a:rPr lang="pt-BR" sz="1200" dirty="0"/>
                        <a:t> </a:t>
                      </a:r>
                      <a:r>
                        <a:rPr lang="fi-FI" sz="1200" dirty="0"/>
                        <a:t>2-oxoglutarate(m_Nc) + L-alanine  -&gt;  L-glutamate + pyruvate</a:t>
                      </a:r>
                      <a:endParaRPr lang="en-US" sz="1200" dirty="0"/>
                    </a:p>
                  </a:txBody>
                  <a:tcPr/>
                </a:tc>
                <a:tc>
                  <a:txBody>
                    <a:bodyPr/>
                    <a:lstStyle/>
                    <a:p>
                      <a:r>
                        <a:rPr lang="en-US" sz="1200" dirty="0"/>
                        <a:t>YLR089C</a:t>
                      </a:r>
                    </a:p>
                  </a:txBody>
                  <a:tcPr/>
                </a:tc>
                <a:extLst>
                  <a:ext uri="{0D108BD9-81ED-4DB2-BD59-A6C34878D82A}">
                    <a16:rowId xmlns:a16="http://schemas.microsoft.com/office/drawing/2014/main" val="1610077111"/>
                  </a:ext>
                </a:extLst>
              </a:tr>
            </a:tbl>
          </a:graphicData>
        </a:graphic>
      </p:graphicFrame>
      <p:grpSp>
        <p:nvGrpSpPr>
          <p:cNvPr id="5" name="Group 4">
            <a:extLst>
              <a:ext uri="{FF2B5EF4-FFF2-40B4-BE49-F238E27FC236}">
                <a16:creationId xmlns:a16="http://schemas.microsoft.com/office/drawing/2014/main" id="{BBE64D03-D5A1-E123-182E-42A1CF4CA187}"/>
              </a:ext>
            </a:extLst>
          </p:cNvPr>
          <p:cNvGrpSpPr/>
          <p:nvPr/>
        </p:nvGrpSpPr>
        <p:grpSpPr>
          <a:xfrm>
            <a:off x="1462291" y="6386978"/>
            <a:ext cx="7568587" cy="471022"/>
            <a:chOff x="1462291" y="6126480"/>
            <a:chExt cx="8462054" cy="731520"/>
          </a:xfrm>
        </p:grpSpPr>
        <p:sp>
          <p:nvSpPr>
            <p:cNvPr id="11" name="Rectangle: Rounded Corners 10">
              <a:extLst>
                <a:ext uri="{FF2B5EF4-FFF2-40B4-BE49-F238E27FC236}">
                  <a16:creationId xmlns:a16="http://schemas.microsoft.com/office/drawing/2014/main" id="{C9E53768-A140-9762-AB89-A420AC4F4523}"/>
                </a:ext>
              </a:extLst>
            </p:cNvPr>
            <p:cNvSpPr/>
            <p:nvPr/>
          </p:nvSpPr>
          <p:spPr>
            <a:xfrm>
              <a:off x="1462291" y="6126480"/>
              <a:ext cx="1554480" cy="73152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Algorithm </a:t>
              </a:r>
            </a:p>
          </p:txBody>
        </p:sp>
        <p:sp>
          <p:nvSpPr>
            <p:cNvPr id="15" name="Rectangle: Rounded Corners 14">
              <a:extLst>
                <a:ext uri="{FF2B5EF4-FFF2-40B4-BE49-F238E27FC236}">
                  <a16:creationId xmlns:a16="http://schemas.microsoft.com/office/drawing/2014/main" id="{FB0A6DBB-5FB9-857B-50AE-38E3019276CD}"/>
                </a:ext>
              </a:extLst>
            </p:cNvPr>
            <p:cNvSpPr/>
            <p:nvPr/>
          </p:nvSpPr>
          <p:spPr>
            <a:xfrm>
              <a:off x="3764816" y="6126480"/>
              <a:ext cx="1554480" cy="731520"/>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Chemical Reactions </a:t>
              </a:r>
            </a:p>
          </p:txBody>
        </p:sp>
        <p:sp>
          <p:nvSpPr>
            <p:cNvPr id="16" name="Rectangle: Rounded Corners 15">
              <a:extLst>
                <a:ext uri="{FF2B5EF4-FFF2-40B4-BE49-F238E27FC236}">
                  <a16:creationId xmlns:a16="http://schemas.microsoft.com/office/drawing/2014/main" id="{D65D0EC3-6C55-D812-0F18-C65F5CC7A8FC}"/>
                </a:ext>
              </a:extLst>
            </p:cNvPr>
            <p:cNvSpPr/>
            <p:nvPr/>
          </p:nvSpPr>
          <p:spPr>
            <a:xfrm>
              <a:off x="6067341" y="6126480"/>
              <a:ext cx="1554480" cy="731520"/>
            </a:xfrm>
            <a:prstGeom prst="roundRect">
              <a:avLst/>
            </a:prstGeom>
            <a:solidFill>
              <a:srgbClr val="DCEAF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Metabolic Network</a:t>
              </a:r>
            </a:p>
          </p:txBody>
        </p:sp>
        <p:sp>
          <p:nvSpPr>
            <p:cNvPr id="17" name="Rectangle: Rounded Corners 16">
              <a:extLst>
                <a:ext uri="{FF2B5EF4-FFF2-40B4-BE49-F238E27FC236}">
                  <a16:creationId xmlns:a16="http://schemas.microsoft.com/office/drawing/2014/main" id="{ABEBF668-A3C0-1250-4561-6BFC520DF1CC}"/>
                </a:ext>
              </a:extLst>
            </p:cNvPr>
            <p:cNvSpPr/>
            <p:nvPr/>
          </p:nvSpPr>
          <p:spPr>
            <a:xfrm>
              <a:off x="8369865" y="6126480"/>
              <a:ext cx="1554480" cy="73152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THz Actuation</a:t>
              </a:r>
            </a:p>
          </p:txBody>
        </p:sp>
        <p:cxnSp>
          <p:nvCxnSpPr>
            <p:cNvPr id="18" name="Straight Arrow Connector 17">
              <a:extLst>
                <a:ext uri="{FF2B5EF4-FFF2-40B4-BE49-F238E27FC236}">
                  <a16:creationId xmlns:a16="http://schemas.microsoft.com/office/drawing/2014/main" id="{CE17D7EB-8EBA-90A2-8F7B-3695E93F963B}"/>
                </a:ext>
              </a:extLst>
            </p:cNvPr>
            <p:cNvCxnSpPr>
              <a:cxnSpLocks/>
              <a:stCxn id="11" idx="3"/>
              <a:endCxn id="15" idx="1"/>
            </p:cNvCxnSpPr>
            <p:nvPr/>
          </p:nvCxnSpPr>
          <p:spPr>
            <a:xfrm>
              <a:off x="3016771" y="6492240"/>
              <a:ext cx="748045" cy="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5D9C7C24-2B47-F0DB-D5B4-009A3F9FF78A}"/>
                </a:ext>
              </a:extLst>
            </p:cNvPr>
            <p:cNvCxnSpPr>
              <a:cxnSpLocks/>
              <a:stCxn id="15" idx="3"/>
              <a:endCxn id="16" idx="1"/>
            </p:cNvCxnSpPr>
            <p:nvPr/>
          </p:nvCxnSpPr>
          <p:spPr>
            <a:xfrm>
              <a:off x="5319296" y="6492240"/>
              <a:ext cx="748045" cy="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AA39C1D7-1359-AD5C-F038-3425D57C9ED2}"/>
                </a:ext>
              </a:extLst>
            </p:cNvPr>
            <p:cNvCxnSpPr>
              <a:cxnSpLocks/>
            </p:cNvCxnSpPr>
            <p:nvPr/>
          </p:nvCxnSpPr>
          <p:spPr>
            <a:xfrm>
              <a:off x="7621821" y="6492240"/>
              <a:ext cx="748044" cy="0"/>
            </a:xfrm>
            <a:prstGeom prst="straightConnector1">
              <a:avLst/>
            </a:prstGeom>
            <a:ln>
              <a:headEnd type="triangle" w="lg" len="lg"/>
              <a:tailEnd type="none" w="lg" len="lg"/>
            </a:ln>
          </p:spPr>
          <p:style>
            <a:lnRef idx="2">
              <a:schemeClr val="accent1"/>
            </a:lnRef>
            <a:fillRef idx="0">
              <a:schemeClr val="accent1"/>
            </a:fillRef>
            <a:effectRef idx="1">
              <a:schemeClr val="accent1"/>
            </a:effectRef>
            <a:fontRef idx="minor">
              <a:schemeClr val="tx1"/>
            </a:fontRef>
          </p:style>
        </p:cxnSp>
      </p:grpSp>
      <p:sp>
        <p:nvSpPr>
          <p:cNvPr id="4" name="TextBox 3">
            <a:extLst>
              <a:ext uri="{FF2B5EF4-FFF2-40B4-BE49-F238E27FC236}">
                <a16:creationId xmlns:a16="http://schemas.microsoft.com/office/drawing/2014/main" id="{E2A8C252-E086-100C-5907-D766AC7AE928}"/>
              </a:ext>
            </a:extLst>
          </p:cNvPr>
          <p:cNvSpPr txBox="1"/>
          <p:nvPr/>
        </p:nvSpPr>
        <p:spPr>
          <a:xfrm>
            <a:off x="-80875" y="2325452"/>
            <a:ext cx="1021433" cy="369332"/>
          </a:xfrm>
          <a:prstGeom prst="rect">
            <a:avLst/>
          </a:prstGeom>
          <a:noFill/>
        </p:spPr>
        <p:txBody>
          <a:bodyPr wrap="none" rtlCol="0">
            <a:spAutoFit/>
          </a:bodyPr>
          <a:lstStyle/>
          <a:p>
            <a:r>
              <a:rPr lang="en-US" b="1" dirty="0">
                <a:solidFill>
                  <a:srgbClr val="C00000"/>
                </a:solidFill>
              </a:rPr>
              <a:t>Motif 48</a:t>
            </a:r>
          </a:p>
        </p:txBody>
      </p:sp>
      <p:cxnSp>
        <p:nvCxnSpPr>
          <p:cNvPr id="3" name="Straight Arrow Connector 2">
            <a:extLst>
              <a:ext uri="{FF2B5EF4-FFF2-40B4-BE49-F238E27FC236}">
                <a16:creationId xmlns:a16="http://schemas.microsoft.com/office/drawing/2014/main" id="{1673E97E-410E-4035-8D6E-23EAC5B168C0}"/>
              </a:ext>
            </a:extLst>
          </p:cNvPr>
          <p:cNvCxnSpPr>
            <a:cxnSpLocks/>
          </p:cNvCxnSpPr>
          <p:nvPr/>
        </p:nvCxnSpPr>
        <p:spPr>
          <a:xfrm>
            <a:off x="1459877" y="1390902"/>
            <a:ext cx="1428434" cy="582288"/>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4311714D-5EAE-494D-3C5D-01FEAB83CB05}"/>
                  </a:ext>
                </a:extLst>
              </p:cNvPr>
              <p:cNvSpPr txBox="1"/>
              <p:nvPr/>
            </p:nvSpPr>
            <p:spPr>
              <a:xfrm>
                <a:off x="1815342" y="1608898"/>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Ds</m:t>
                          </m:r>
                        </m:sub>
                      </m:sSub>
                    </m:oMath>
                  </m:oMathPara>
                </a14:m>
                <a:endParaRPr lang="en-US" dirty="0">
                  <a:solidFill>
                    <a:schemeClr val="tx1"/>
                  </a:solidFill>
                </a:endParaRPr>
              </a:p>
            </p:txBody>
          </p:sp>
        </mc:Choice>
        <mc:Fallback xmlns="">
          <p:sp>
            <p:nvSpPr>
              <p:cNvPr id="8" name="TextBox 7">
                <a:extLst>
                  <a:ext uri="{FF2B5EF4-FFF2-40B4-BE49-F238E27FC236}">
                    <a16:creationId xmlns:a16="http://schemas.microsoft.com/office/drawing/2014/main" id="{4311714D-5EAE-494D-3C5D-01FEAB83CB05}"/>
                  </a:ext>
                </a:extLst>
              </p:cNvPr>
              <p:cNvSpPr txBox="1">
                <a:spLocks noRot="1" noChangeAspect="1" noMove="1" noResize="1" noEditPoints="1" noAdjustHandles="1" noChangeArrowheads="1" noChangeShapeType="1" noTextEdit="1"/>
              </p:cNvSpPr>
              <p:nvPr/>
            </p:nvSpPr>
            <p:spPr>
              <a:xfrm>
                <a:off x="1815342" y="1608898"/>
                <a:ext cx="507796" cy="369332"/>
              </a:xfrm>
              <a:prstGeom prst="rect">
                <a:avLst/>
              </a:prstGeom>
              <a:blipFill>
                <a:blip r:embed="rId27"/>
                <a:stretch>
                  <a:fillRect r="-7229"/>
                </a:stretch>
              </a:blipFill>
            </p:spPr>
            <p:txBody>
              <a:bodyPr/>
              <a:lstStyle/>
              <a:p>
                <a:r>
                  <a:rPr lang="en-US">
                    <a:noFill/>
                  </a:rPr>
                  <a:t> </a:t>
                </a:r>
              </a:p>
            </p:txBody>
          </p:sp>
        </mc:Fallback>
      </mc:AlternateContent>
    </p:spTree>
    <p:extLst>
      <p:ext uri="{BB962C8B-B14F-4D97-AF65-F5344CB8AC3E}">
        <p14:creationId xmlns:p14="http://schemas.microsoft.com/office/powerpoint/2010/main" val="172866229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614B15E-8FB2-487C-70D0-D8134A6E76CD}"/>
            </a:ext>
          </a:extLst>
        </p:cNvPr>
        <p:cNvGrpSpPr/>
        <p:nvPr/>
      </p:nvGrpSpPr>
      <p:grpSpPr>
        <a:xfrm>
          <a:off x="0" y="0"/>
          <a:ext cx="0" cy="0"/>
          <a:chOff x="0" y="0"/>
          <a:chExt cx="0" cy="0"/>
        </a:xfrm>
      </p:grpSpPr>
      <p:sp>
        <p:nvSpPr>
          <p:cNvPr id="69" name="Oval 68">
            <a:extLst>
              <a:ext uri="{FF2B5EF4-FFF2-40B4-BE49-F238E27FC236}">
                <a16:creationId xmlns:a16="http://schemas.microsoft.com/office/drawing/2014/main" id="{C9556259-5CAA-486C-DDDE-C59F8F04CE9B}"/>
              </a:ext>
            </a:extLst>
          </p:cNvPr>
          <p:cNvSpPr>
            <a:spLocks noChangeAspect="1"/>
          </p:cNvSpPr>
          <p:nvPr/>
        </p:nvSpPr>
        <p:spPr>
          <a:xfrm>
            <a:off x="4944144" y="395606"/>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70" name="TextBox 69">
                <a:extLst>
                  <a:ext uri="{FF2B5EF4-FFF2-40B4-BE49-F238E27FC236}">
                    <a16:creationId xmlns:a16="http://schemas.microsoft.com/office/drawing/2014/main" id="{04018D9B-B6A5-1B79-806D-2C78FFE0A3A4}"/>
                  </a:ext>
                </a:extLst>
              </p:cNvPr>
              <p:cNvSpPr txBox="1"/>
              <p:nvPr/>
            </p:nvSpPr>
            <p:spPr>
              <a:xfrm>
                <a:off x="4889948" y="366883"/>
                <a:ext cx="518558" cy="394019"/>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Cp</m:t>
                          </m:r>
                        </m:sub>
                      </m:sSub>
                    </m:oMath>
                  </m:oMathPara>
                </a14:m>
                <a:endParaRPr lang="en-US" dirty="0">
                  <a:solidFill>
                    <a:schemeClr val="bg1"/>
                  </a:solidFill>
                </a:endParaRPr>
              </a:p>
            </p:txBody>
          </p:sp>
        </mc:Choice>
        <mc:Fallback xmlns="">
          <p:sp>
            <p:nvSpPr>
              <p:cNvPr id="70" name="TextBox 69">
                <a:extLst>
                  <a:ext uri="{FF2B5EF4-FFF2-40B4-BE49-F238E27FC236}">
                    <a16:creationId xmlns:a16="http://schemas.microsoft.com/office/drawing/2014/main" id="{04018D9B-B6A5-1B79-806D-2C78FFE0A3A4}"/>
                  </a:ext>
                </a:extLst>
              </p:cNvPr>
              <p:cNvSpPr txBox="1">
                <a:spLocks noRot="1" noChangeAspect="1" noMove="1" noResize="1" noEditPoints="1" noAdjustHandles="1" noChangeArrowheads="1" noChangeShapeType="1" noTextEdit="1"/>
              </p:cNvSpPr>
              <p:nvPr/>
            </p:nvSpPr>
            <p:spPr>
              <a:xfrm>
                <a:off x="4889948" y="366883"/>
                <a:ext cx="518558" cy="394019"/>
              </a:xfrm>
              <a:prstGeom prst="rect">
                <a:avLst/>
              </a:prstGeom>
              <a:blipFill>
                <a:blip r:embed="rId3"/>
                <a:stretch>
                  <a:fillRect b="-76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1" name="TextBox 70">
                <a:extLst>
                  <a:ext uri="{FF2B5EF4-FFF2-40B4-BE49-F238E27FC236}">
                    <a16:creationId xmlns:a16="http://schemas.microsoft.com/office/drawing/2014/main" id="{E057C2D8-131F-BB89-E320-FC13AA409373}"/>
                  </a:ext>
                </a:extLst>
              </p:cNvPr>
              <p:cNvSpPr txBox="1"/>
              <p:nvPr/>
            </p:nvSpPr>
            <p:spPr>
              <a:xfrm>
                <a:off x="6042814" y="220866"/>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c</m:t>
                          </m:r>
                        </m:sub>
                      </m:sSub>
                    </m:oMath>
                  </m:oMathPara>
                </a14:m>
                <a:endParaRPr lang="en-US" dirty="0">
                  <a:solidFill>
                    <a:schemeClr val="tx1"/>
                  </a:solidFill>
                </a:endParaRPr>
              </a:p>
            </p:txBody>
          </p:sp>
        </mc:Choice>
        <mc:Fallback xmlns="">
          <p:sp>
            <p:nvSpPr>
              <p:cNvPr id="71" name="TextBox 70">
                <a:extLst>
                  <a:ext uri="{FF2B5EF4-FFF2-40B4-BE49-F238E27FC236}">
                    <a16:creationId xmlns:a16="http://schemas.microsoft.com/office/drawing/2014/main" id="{E057C2D8-131F-BB89-E320-FC13AA409373}"/>
                  </a:ext>
                </a:extLst>
              </p:cNvPr>
              <p:cNvSpPr txBox="1">
                <a:spLocks noRot="1" noChangeAspect="1" noMove="1" noResize="1" noEditPoints="1" noAdjustHandles="1" noChangeArrowheads="1" noChangeShapeType="1" noTextEdit="1"/>
              </p:cNvSpPr>
              <p:nvPr/>
            </p:nvSpPr>
            <p:spPr>
              <a:xfrm>
                <a:off x="6042814" y="220866"/>
                <a:ext cx="507796" cy="369332"/>
              </a:xfrm>
              <a:prstGeom prst="rect">
                <a:avLst/>
              </a:prstGeom>
              <a:blipFill>
                <a:blip r:embed="rId4"/>
                <a:stretch>
                  <a:fillRect/>
                </a:stretch>
              </a:blipFill>
            </p:spPr>
            <p:txBody>
              <a:bodyPr/>
              <a:lstStyle/>
              <a:p>
                <a:r>
                  <a:rPr lang="en-US">
                    <a:noFill/>
                  </a:rPr>
                  <a:t> </a:t>
                </a:r>
              </a:p>
            </p:txBody>
          </p:sp>
        </mc:Fallback>
      </mc:AlternateContent>
      <p:sp>
        <p:nvSpPr>
          <p:cNvPr id="72" name="Oval 71">
            <a:extLst>
              <a:ext uri="{FF2B5EF4-FFF2-40B4-BE49-F238E27FC236}">
                <a16:creationId xmlns:a16="http://schemas.microsoft.com/office/drawing/2014/main" id="{99841425-A03D-B634-0D3C-55FFEB32B5DE}"/>
              </a:ext>
            </a:extLst>
          </p:cNvPr>
          <p:cNvSpPr>
            <a:spLocks noChangeAspect="1"/>
          </p:cNvSpPr>
          <p:nvPr/>
        </p:nvSpPr>
        <p:spPr>
          <a:xfrm>
            <a:off x="6106961" y="1088928"/>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73" name="TextBox 72">
                <a:extLst>
                  <a:ext uri="{FF2B5EF4-FFF2-40B4-BE49-F238E27FC236}">
                    <a16:creationId xmlns:a16="http://schemas.microsoft.com/office/drawing/2014/main" id="{2237F081-3ADB-C162-3F22-8C6E91104055}"/>
                  </a:ext>
                </a:extLst>
              </p:cNvPr>
              <p:cNvSpPr txBox="1"/>
              <p:nvPr/>
            </p:nvSpPr>
            <p:spPr>
              <a:xfrm>
                <a:off x="6048484" y="1064456"/>
                <a:ext cx="518558" cy="395493"/>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Cg</m:t>
                          </m:r>
                        </m:sub>
                      </m:sSub>
                    </m:oMath>
                  </m:oMathPara>
                </a14:m>
                <a:endParaRPr lang="en-US" dirty="0">
                  <a:solidFill>
                    <a:schemeClr val="bg1"/>
                  </a:solidFill>
                </a:endParaRPr>
              </a:p>
            </p:txBody>
          </p:sp>
        </mc:Choice>
        <mc:Fallback xmlns="">
          <p:sp>
            <p:nvSpPr>
              <p:cNvPr id="73" name="TextBox 72">
                <a:extLst>
                  <a:ext uri="{FF2B5EF4-FFF2-40B4-BE49-F238E27FC236}">
                    <a16:creationId xmlns:a16="http://schemas.microsoft.com/office/drawing/2014/main" id="{2237F081-3ADB-C162-3F22-8C6E91104055}"/>
                  </a:ext>
                </a:extLst>
              </p:cNvPr>
              <p:cNvSpPr txBox="1">
                <a:spLocks noRot="1" noChangeAspect="1" noMove="1" noResize="1" noEditPoints="1" noAdjustHandles="1" noChangeArrowheads="1" noChangeShapeType="1" noTextEdit="1"/>
              </p:cNvSpPr>
              <p:nvPr/>
            </p:nvSpPr>
            <p:spPr>
              <a:xfrm>
                <a:off x="6048484" y="1064456"/>
                <a:ext cx="518558" cy="395493"/>
              </a:xfrm>
              <a:prstGeom prst="rect">
                <a:avLst/>
              </a:prstGeom>
              <a:blipFill>
                <a:blip r:embed="rId5"/>
                <a:stretch>
                  <a:fillRect b="-937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4" name="TextBox 73">
                <a:extLst>
                  <a:ext uri="{FF2B5EF4-FFF2-40B4-BE49-F238E27FC236}">
                    <a16:creationId xmlns:a16="http://schemas.microsoft.com/office/drawing/2014/main" id="{DDCFE432-3056-A18C-93DB-0CE13441F515}"/>
                  </a:ext>
                </a:extLst>
              </p:cNvPr>
              <p:cNvSpPr txBox="1"/>
              <p:nvPr/>
            </p:nvSpPr>
            <p:spPr>
              <a:xfrm>
                <a:off x="4902707" y="1099668"/>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Cs</m:t>
                          </m:r>
                        </m:sub>
                      </m:sSub>
                    </m:oMath>
                  </m:oMathPara>
                </a14:m>
                <a:endParaRPr lang="en-US" dirty="0">
                  <a:solidFill>
                    <a:schemeClr val="tx1"/>
                  </a:solidFill>
                </a:endParaRPr>
              </a:p>
            </p:txBody>
          </p:sp>
        </mc:Choice>
        <mc:Fallback xmlns="">
          <p:sp>
            <p:nvSpPr>
              <p:cNvPr id="74" name="TextBox 73">
                <a:extLst>
                  <a:ext uri="{FF2B5EF4-FFF2-40B4-BE49-F238E27FC236}">
                    <a16:creationId xmlns:a16="http://schemas.microsoft.com/office/drawing/2014/main" id="{DDCFE432-3056-A18C-93DB-0CE13441F515}"/>
                  </a:ext>
                </a:extLst>
              </p:cNvPr>
              <p:cNvSpPr txBox="1">
                <a:spLocks noRot="1" noChangeAspect="1" noMove="1" noResize="1" noEditPoints="1" noAdjustHandles="1" noChangeArrowheads="1" noChangeShapeType="1" noTextEdit="1"/>
              </p:cNvSpPr>
              <p:nvPr/>
            </p:nvSpPr>
            <p:spPr>
              <a:xfrm>
                <a:off x="4902707" y="1099668"/>
                <a:ext cx="507796" cy="369332"/>
              </a:xfrm>
              <a:prstGeom prst="rect">
                <a:avLst/>
              </a:prstGeom>
              <a:blipFill>
                <a:blip r:embed="rId6"/>
                <a:stretch>
                  <a:fillRect r="-3571"/>
                </a:stretch>
              </a:blipFill>
            </p:spPr>
            <p:txBody>
              <a:bodyPr/>
              <a:lstStyle/>
              <a:p>
                <a:r>
                  <a:rPr lang="en-US">
                    <a:noFill/>
                  </a:rPr>
                  <a:t> </a:t>
                </a:r>
              </a:p>
            </p:txBody>
          </p:sp>
        </mc:Fallback>
      </mc:AlternateContent>
      <p:sp>
        <p:nvSpPr>
          <p:cNvPr id="75" name="Oval 74">
            <a:extLst>
              <a:ext uri="{FF2B5EF4-FFF2-40B4-BE49-F238E27FC236}">
                <a16:creationId xmlns:a16="http://schemas.microsoft.com/office/drawing/2014/main" id="{CE8A0893-0140-05BA-5C48-BA0ABB55A68F}"/>
              </a:ext>
            </a:extLst>
          </p:cNvPr>
          <p:cNvSpPr>
            <a:spLocks noChangeAspect="1"/>
          </p:cNvSpPr>
          <p:nvPr/>
        </p:nvSpPr>
        <p:spPr>
          <a:xfrm>
            <a:off x="4972754" y="1905482"/>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76" name="TextBox 75">
                <a:extLst>
                  <a:ext uri="{FF2B5EF4-FFF2-40B4-BE49-F238E27FC236}">
                    <a16:creationId xmlns:a16="http://schemas.microsoft.com/office/drawing/2014/main" id="{CD402E72-17B9-B380-1F42-C5F828CF8E88}"/>
                  </a:ext>
                </a:extLst>
              </p:cNvPr>
              <p:cNvSpPr txBox="1"/>
              <p:nvPr/>
            </p:nvSpPr>
            <p:spPr>
              <a:xfrm>
                <a:off x="4917219" y="1870160"/>
                <a:ext cx="518558"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Cr</m:t>
                          </m:r>
                        </m:sub>
                      </m:sSub>
                    </m:oMath>
                  </m:oMathPara>
                </a14:m>
                <a:endParaRPr lang="en-US" dirty="0">
                  <a:solidFill>
                    <a:schemeClr val="bg1"/>
                  </a:solidFill>
                </a:endParaRPr>
              </a:p>
            </p:txBody>
          </p:sp>
        </mc:Choice>
        <mc:Fallback xmlns="">
          <p:sp>
            <p:nvSpPr>
              <p:cNvPr id="76" name="TextBox 75">
                <a:extLst>
                  <a:ext uri="{FF2B5EF4-FFF2-40B4-BE49-F238E27FC236}">
                    <a16:creationId xmlns:a16="http://schemas.microsoft.com/office/drawing/2014/main" id="{CD402E72-17B9-B380-1F42-C5F828CF8E88}"/>
                  </a:ext>
                </a:extLst>
              </p:cNvPr>
              <p:cNvSpPr txBox="1">
                <a:spLocks noRot="1" noChangeAspect="1" noMove="1" noResize="1" noEditPoints="1" noAdjustHandles="1" noChangeArrowheads="1" noChangeShapeType="1" noTextEdit="1"/>
              </p:cNvSpPr>
              <p:nvPr/>
            </p:nvSpPr>
            <p:spPr>
              <a:xfrm>
                <a:off x="4917219" y="1870160"/>
                <a:ext cx="518558" cy="369332"/>
              </a:xfrm>
              <a:prstGeom prst="rect">
                <a:avLst/>
              </a:prstGeom>
              <a:blipFill>
                <a:blip r:embed="rId7"/>
                <a:stretch>
                  <a:fillRect/>
                </a:stretch>
              </a:blipFill>
            </p:spPr>
            <p:txBody>
              <a:bodyPr/>
              <a:lstStyle/>
              <a:p>
                <a:r>
                  <a:rPr lang="en-US">
                    <a:noFill/>
                  </a:rPr>
                  <a:t> </a:t>
                </a:r>
              </a:p>
            </p:txBody>
          </p:sp>
        </mc:Fallback>
      </mc:AlternateContent>
      <p:cxnSp>
        <p:nvCxnSpPr>
          <p:cNvPr id="77" name="Straight Arrow Connector 76">
            <a:extLst>
              <a:ext uri="{FF2B5EF4-FFF2-40B4-BE49-F238E27FC236}">
                <a16:creationId xmlns:a16="http://schemas.microsoft.com/office/drawing/2014/main" id="{401F29C2-F05D-7844-5992-5A2C29154721}"/>
              </a:ext>
            </a:extLst>
          </p:cNvPr>
          <p:cNvCxnSpPr>
            <a:cxnSpLocks/>
            <a:endCxn id="69" idx="3"/>
          </p:cNvCxnSpPr>
          <p:nvPr/>
        </p:nvCxnSpPr>
        <p:spPr>
          <a:xfrm flipV="1">
            <a:off x="4121730" y="721164"/>
            <a:ext cx="878271" cy="488885"/>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80" name="Straight Arrow Connector 79">
            <a:extLst>
              <a:ext uri="{FF2B5EF4-FFF2-40B4-BE49-F238E27FC236}">
                <a16:creationId xmlns:a16="http://schemas.microsoft.com/office/drawing/2014/main" id="{D338F716-08D8-F050-1738-95ECD4C7EED9}"/>
              </a:ext>
            </a:extLst>
          </p:cNvPr>
          <p:cNvCxnSpPr>
            <a:cxnSpLocks/>
            <a:endCxn id="75" idx="1"/>
          </p:cNvCxnSpPr>
          <p:nvPr/>
        </p:nvCxnSpPr>
        <p:spPr>
          <a:xfrm>
            <a:off x="4125152" y="1214911"/>
            <a:ext cx="903459" cy="746428"/>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84" name="Straight Arrow Connector 83">
            <a:extLst>
              <a:ext uri="{FF2B5EF4-FFF2-40B4-BE49-F238E27FC236}">
                <a16:creationId xmlns:a16="http://schemas.microsoft.com/office/drawing/2014/main" id="{D009BFBE-169E-44EF-1A9D-B9C7CD9437F1}"/>
              </a:ext>
            </a:extLst>
          </p:cNvPr>
          <p:cNvCxnSpPr>
            <a:cxnSpLocks/>
            <a:stCxn id="74" idx="3"/>
            <a:endCxn id="72" idx="2"/>
          </p:cNvCxnSpPr>
          <p:nvPr/>
        </p:nvCxnSpPr>
        <p:spPr>
          <a:xfrm flipV="1">
            <a:off x="5410503" y="1279636"/>
            <a:ext cx="696458" cy="4698"/>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88" name="Straight Arrow Connector 87">
            <a:extLst>
              <a:ext uri="{FF2B5EF4-FFF2-40B4-BE49-F238E27FC236}">
                <a16:creationId xmlns:a16="http://schemas.microsoft.com/office/drawing/2014/main" id="{5B6F6279-7226-1299-41B8-B9FD7DDCB69E}"/>
              </a:ext>
            </a:extLst>
          </p:cNvPr>
          <p:cNvCxnSpPr>
            <a:cxnSpLocks/>
            <a:stCxn id="74" idx="2"/>
            <a:endCxn id="75" idx="0"/>
          </p:cNvCxnSpPr>
          <p:nvPr/>
        </p:nvCxnSpPr>
        <p:spPr>
          <a:xfrm>
            <a:off x="5156605" y="1469000"/>
            <a:ext cx="6856" cy="436482"/>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6" name="Straight Arrow Connector 95">
            <a:extLst>
              <a:ext uri="{FF2B5EF4-FFF2-40B4-BE49-F238E27FC236}">
                <a16:creationId xmlns:a16="http://schemas.microsoft.com/office/drawing/2014/main" id="{759CBCEE-00E3-9B92-502F-63DE37D72881}"/>
              </a:ext>
            </a:extLst>
          </p:cNvPr>
          <p:cNvCxnSpPr>
            <a:cxnSpLocks/>
            <a:stCxn id="69" idx="6"/>
          </p:cNvCxnSpPr>
          <p:nvPr/>
        </p:nvCxnSpPr>
        <p:spPr>
          <a:xfrm>
            <a:off x="5325558" y="586314"/>
            <a:ext cx="2460842" cy="10275"/>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9" name="Straight Arrow Connector 98">
            <a:extLst>
              <a:ext uri="{FF2B5EF4-FFF2-40B4-BE49-F238E27FC236}">
                <a16:creationId xmlns:a16="http://schemas.microsoft.com/office/drawing/2014/main" id="{3A48BF14-0458-7AD8-8CE2-6114BF69F4A4}"/>
              </a:ext>
            </a:extLst>
          </p:cNvPr>
          <p:cNvCxnSpPr>
            <a:cxnSpLocks/>
            <a:stCxn id="71" idx="2"/>
            <a:endCxn id="72" idx="0"/>
          </p:cNvCxnSpPr>
          <p:nvPr/>
        </p:nvCxnSpPr>
        <p:spPr>
          <a:xfrm>
            <a:off x="6296712" y="590198"/>
            <a:ext cx="956" cy="49873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sp>
        <p:nvSpPr>
          <p:cNvPr id="102" name="Rectangle 101">
            <a:extLst>
              <a:ext uri="{FF2B5EF4-FFF2-40B4-BE49-F238E27FC236}">
                <a16:creationId xmlns:a16="http://schemas.microsoft.com/office/drawing/2014/main" id="{A9426345-D30C-4191-5E62-E36123FA13E6}"/>
              </a:ext>
            </a:extLst>
          </p:cNvPr>
          <p:cNvSpPr/>
          <p:nvPr/>
        </p:nvSpPr>
        <p:spPr>
          <a:xfrm>
            <a:off x="4449950" y="9135"/>
            <a:ext cx="2873133" cy="2407763"/>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03" name="TextBox 102">
            <a:extLst>
              <a:ext uri="{FF2B5EF4-FFF2-40B4-BE49-F238E27FC236}">
                <a16:creationId xmlns:a16="http://schemas.microsoft.com/office/drawing/2014/main" id="{7FB8C101-3BAA-D1AF-9174-097484D419DF}"/>
              </a:ext>
            </a:extLst>
          </p:cNvPr>
          <p:cNvSpPr txBox="1"/>
          <p:nvPr/>
        </p:nvSpPr>
        <p:spPr>
          <a:xfrm>
            <a:off x="4449950" y="-6886"/>
            <a:ext cx="1774204" cy="338554"/>
          </a:xfrm>
          <a:prstGeom prst="rect">
            <a:avLst/>
          </a:prstGeom>
          <a:noFill/>
        </p:spPr>
        <p:txBody>
          <a:bodyPr wrap="none" rtlCol="0">
            <a:spAutoFit/>
          </a:bodyPr>
          <a:lstStyle/>
          <a:p>
            <a:r>
              <a:rPr lang="en-US" sz="1600" dirty="0"/>
              <a:t>Chemical counter</a:t>
            </a:r>
          </a:p>
        </p:txBody>
      </p:sp>
      <mc:AlternateContent xmlns:mc="http://schemas.openxmlformats.org/markup-compatibility/2006" xmlns:a14="http://schemas.microsoft.com/office/drawing/2010/main">
        <mc:Choice Requires="a14">
          <p:sp>
            <p:nvSpPr>
              <p:cNvPr id="67" name="TextBox 66">
                <a:extLst>
                  <a:ext uri="{FF2B5EF4-FFF2-40B4-BE49-F238E27FC236}">
                    <a16:creationId xmlns:a16="http://schemas.microsoft.com/office/drawing/2014/main" id="{14B0F092-9C18-A775-5569-4A873BA0DF81}"/>
                  </a:ext>
                </a:extLst>
              </p:cNvPr>
              <p:cNvSpPr txBox="1"/>
              <p:nvPr/>
            </p:nvSpPr>
            <p:spPr>
              <a:xfrm>
                <a:off x="0" y="1346255"/>
                <a:ext cx="593368" cy="369332"/>
              </a:xfrm>
              <a:prstGeom prst="rect">
                <a:avLst/>
              </a:prstGeom>
              <a:noFill/>
            </p:spPr>
            <p:txBody>
              <a:bodyPr wrap="none" rtlCol="0">
                <a:spAutoFit/>
              </a:bodyPr>
              <a:lstStyle/>
              <a:p>
                <a:pPr/>
                <a14:m>
                  <m:oMathPara xmlns:m="http://schemas.openxmlformats.org/officeDocument/2006/math">
                    <m:oMath>
                      <m:sSub>
                        <m:sSubPr>
                          <m:ctrlPr>
                            <a:rPr lang="de-DE" b="0" i="1" smtClean="0">
                              <a:latin typeface="Cambria Math" panose="02040503050406030204" pitchFamily="18" charset="0"/>
                            </a:rPr>
                          </m:ctrlPr>
                        </m:sSubPr>
                        <m:e>
                          <m:r>
                            <m:rPr>
                              <m:sty m:val="p"/>
                            </m:rPr>
                            <a:rPr lang="de-DE" b="0" i="1" smtClean="0">
                              <a:latin typeface="Cambria Math" panose="02040503050406030204" pitchFamily="18" charset="0"/>
                            </a:rPr>
                            <m:t>m</m:t>
                          </m:r>
                        </m:e>
                        <m:sub>
                          <m:r>
                            <m:rPr>
                              <m:sty m:val="p"/>
                            </m:rPr>
                            <a:rPr lang="de-DE" b="0" i="1" smtClean="0">
                              <a:latin typeface="Cambria Math" panose="02040503050406030204" pitchFamily="18" charset="0"/>
                            </a:rPr>
                            <m:t>in</m:t>
                          </m:r>
                        </m:sub>
                      </m:sSub>
                    </m:oMath>
                  </m:oMathPara>
                </a14:m>
                <a:endParaRPr lang="en-US" dirty="0"/>
              </a:p>
            </p:txBody>
          </p:sp>
        </mc:Choice>
        <mc:Fallback xmlns="">
          <p:sp>
            <p:nvSpPr>
              <p:cNvPr id="67" name="TextBox 66">
                <a:extLst>
                  <a:ext uri="{FF2B5EF4-FFF2-40B4-BE49-F238E27FC236}">
                    <a16:creationId xmlns:a16="http://schemas.microsoft.com/office/drawing/2014/main" id="{14B0F092-9C18-A775-5569-4A873BA0DF81}"/>
                  </a:ext>
                </a:extLst>
              </p:cNvPr>
              <p:cNvSpPr txBox="1">
                <a:spLocks noRot="1" noChangeAspect="1" noMove="1" noResize="1" noEditPoints="1" noAdjustHandles="1" noChangeArrowheads="1" noChangeShapeType="1" noTextEdit="1"/>
              </p:cNvSpPr>
              <p:nvPr/>
            </p:nvSpPr>
            <p:spPr>
              <a:xfrm>
                <a:off x="0" y="1346255"/>
                <a:ext cx="593368" cy="369332"/>
              </a:xfrm>
              <a:prstGeom prst="rect">
                <a:avLst/>
              </a:prstGeom>
              <a:blipFill>
                <a:blip r:embed="rId8"/>
                <a:stretch>
                  <a:fillRect/>
                </a:stretch>
              </a:blipFill>
            </p:spPr>
            <p:txBody>
              <a:bodyPr/>
              <a:lstStyle/>
              <a:p>
                <a:r>
                  <a:rPr lang="en-US">
                    <a:noFill/>
                  </a:rPr>
                  <a:t> </a:t>
                </a:r>
              </a:p>
            </p:txBody>
          </p:sp>
        </mc:Fallback>
      </mc:AlternateContent>
      <p:sp>
        <p:nvSpPr>
          <p:cNvPr id="78" name="Rectangle 77">
            <a:extLst>
              <a:ext uri="{FF2B5EF4-FFF2-40B4-BE49-F238E27FC236}">
                <a16:creationId xmlns:a16="http://schemas.microsoft.com/office/drawing/2014/main" id="{8DBA623C-E697-95E3-78FC-A3CC7558CEDB}"/>
              </a:ext>
            </a:extLst>
          </p:cNvPr>
          <p:cNvSpPr/>
          <p:nvPr/>
        </p:nvSpPr>
        <p:spPr>
          <a:xfrm>
            <a:off x="813764" y="212548"/>
            <a:ext cx="2873133" cy="2222154"/>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79" name="TextBox 78">
            <a:extLst>
              <a:ext uri="{FF2B5EF4-FFF2-40B4-BE49-F238E27FC236}">
                <a16:creationId xmlns:a16="http://schemas.microsoft.com/office/drawing/2014/main" id="{192F334C-1622-45A1-692C-6730AB797ADB}"/>
              </a:ext>
            </a:extLst>
          </p:cNvPr>
          <p:cNvSpPr txBox="1"/>
          <p:nvPr/>
        </p:nvSpPr>
        <p:spPr>
          <a:xfrm>
            <a:off x="787440" y="212547"/>
            <a:ext cx="1362617" cy="584775"/>
          </a:xfrm>
          <a:prstGeom prst="rect">
            <a:avLst/>
          </a:prstGeom>
          <a:noFill/>
        </p:spPr>
        <p:txBody>
          <a:bodyPr wrap="none" rtlCol="0">
            <a:spAutoFit/>
          </a:bodyPr>
          <a:lstStyle/>
          <a:p>
            <a:r>
              <a:rPr lang="en-US" sz="1600" dirty="0"/>
              <a:t>Chemical</a:t>
            </a:r>
            <a:br>
              <a:rPr lang="en-US" sz="1600" dirty="0"/>
            </a:br>
            <a:r>
              <a:rPr lang="en-US" sz="1600" dirty="0"/>
              <a:t>Differentiator</a:t>
            </a:r>
          </a:p>
        </p:txBody>
      </p:sp>
      <p:sp>
        <p:nvSpPr>
          <p:cNvPr id="81" name="Oval 80">
            <a:extLst>
              <a:ext uri="{FF2B5EF4-FFF2-40B4-BE49-F238E27FC236}">
                <a16:creationId xmlns:a16="http://schemas.microsoft.com/office/drawing/2014/main" id="{91D29F41-577D-2093-F773-C95A8D74A74F}"/>
              </a:ext>
            </a:extLst>
          </p:cNvPr>
          <p:cNvSpPr>
            <a:spLocks noChangeAspect="1"/>
          </p:cNvSpPr>
          <p:nvPr/>
        </p:nvSpPr>
        <p:spPr>
          <a:xfrm>
            <a:off x="1051699" y="1000942"/>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82" name="TextBox 81">
                <a:extLst>
                  <a:ext uri="{FF2B5EF4-FFF2-40B4-BE49-F238E27FC236}">
                    <a16:creationId xmlns:a16="http://schemas.microsoft.com/office/drawing/2014/main" id="{C4FED3CA-0553-747B-9633-21D6D7C197E3}"/>
                  </a:ext>
                </a:extLst>
              </p:cNvPr>
              <p:cNvSpPr txBox="1"/>
              <p:nvPr/>
            </p:nvSpPr>
            <p:spPr>
              <a:xfrm>
                <a:off x="996672" y="976786"/>
                <a:ext cx="518558"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Df</m:t>
                          </m:r>
                        </m:sub>
                      </m:sSub>
                    </m:oMath>
                  </m:oMathPara>
                </a14:m>
                <a:endParaRPr lang="en-US" dirty="0">
                  <a:solidFill>
                    <a:schemeClr val="bg1"/>
                  </a:solidFill>
                </a:endParaRPr>
              </a:p>
            </p:txBody>
          </p:sp>
        </mc:Choice>
        <mc:Fallback xmlns="">
          <p:sp>
            <p:nvSpPr>
              <p:cNvPr id="82" name="TextBox 81">
                <a:extLst>
                  <a:ext uri="{FF2B5EF4-FFF2-40B4-BE49-F238E27FC236}">
                    <a16:creationId xmlns:a16="http://schemas.microsoft.com/office/drawing/2014/main" id="{C4FED3CA-0553-747B-9633-21D6D7C197E3}"/>
                  </a:ext>
                </a:extLst>
              </p:cNvPr>
              <p:cNvSpPr txBox="1">
                <a:spLocks noRot="1" noChangeAspect="1" noMove="1" noResize="1" noEditPoints="1" noAdjustHandles="1" noChangeArrowheads="1" noChangeShapeType="1" noTextEdit="1"/>
              </p:cNvSpPr>
              <p:nvPr/>
            </p:nvSpPr>
            <p:spPr>
              <a:xfrm>
                <a:off x="996672" y="976786"/>
                <a:ext cx="518558" cy="369332"/>
              </a:xfrm>
              <a:prstGeom prst="rect">
                <a:avLst/>
              </a:prstGeom>
              <a:blipFill>
                <a:blip r:embed="rId9"/>
                <a:stretch>
                  <a:fillRect/>
                </a:stretch>
              </a:blipFill>
            </p:spPr>
            <p:txBody>
              <a:bodyPr/>
              <a:lstStyle/>
              <a:p>
                <a:r>
                  <a:rPr lang="en-US">
                    <a:noFill/>
                  </a:rPr>
                  <a:t> </a:t>
                </a:r>
              </a:p>
            </p:txBody>
          </p:sp>
        </mc:Fallback>
      </mc:AlternateContent>
      <p:sp>
        <p:nvSpPr>
          <p:cNvPr id="83" name="Oval 82">
            <a:extLst>
              <a:ext uri="{FF2B5EF4-FFF2-40B4-BE49-F238E27FC236}">
                <a16:creationId xmlns:a16="http://schemas.microsoft.com/office/drawing/2014/main" id="{3BA114CC-3E23-D256-471D-C06B9F14A01C}"/>
              </a:ext>
            </a:extLst>
          </p:cNvPr>
          <p:cNvSpPr>
            <a:spLocks noChangeAspect="1"/>
          </p:cNvSpPr>
          <p:nvPr/>
        </p:nvSpPr>
        <p:spPr>
          <a:xfrm>
            <a:off x="1155180" y="1894298"/>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85" name="TextBox 84">
                <a:extLst>
                  <a:ext uri="{FF2B5EF4-FFF2-40B4-BE49-F238E27FC236}">
                    <a16:creationId xmlns:a16="http://schemas.microsoft.com/office/drawing/2014/main" id="{8C3C7D88-2853-E58A-9F27-2F6D87E8E14A}"/>
                  </a:ext>
                </a:extLst>
              </p:cNvPr>
              <p:cNvSpPr txBox="1"/>
              <p:nvPr/>
            </p:nvSpPr>
            <p:spPr>
              <a:xfrm>
                <a:off x="1097393" y="1886274"/>
                <a:ext cx="518558"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Ds</m:t>
                          </m:r>
                        </m:sub>
                      </m:sSub>
                    </m:oMath>
                  </m:oMathPara>
                </a14:m>
                <a:endParaRPr lang="en-US" dirty="0">
                  <a:solidFill>
                    <a:schemeClr val="bg1"/>
                  </a:solidFill>
                </a:endParaRPr>
              </a:p>
            </p:txBody>
          </p:sp>
        </mc:Choice>
        <mc:Fallback xmlns="">
          <p:sp>
            <p:nvSpPr>
              <p:cNvPr id="85" name="TextBox 84">
                <a:extLst>
                  <a:ext uri="{FF2B5EF4-FFF2-40B4-BE49-F238E27FC236}">
                    <a16:creationId xmlns:a16="http://schemas.microsoft.com/office/drawing/2014/main" id="{8C3C7D88-2853-E58A-9F27-2F6D87E8E14A}"/>
                  </a:ext>
                </a:extLst>
              </p:cNvPr>
              <p:cNvSpPr txBox="1">
                <a:spLocks noRot="1" noChangeAspect="1" noMove="1" noResize="1" noEditPoints="1" noAdjustHandles="1" noChangeArrowheads="1" noChangeShapeType="1" noTextEdit="1"/>
              </p:cNvSpPr>
              <p:nvPr/>
            </p:nvSpPr>
            <p:spPr>
              <a:xfrm>
                <a:off x="1097393" y="1886274"/>
                <a:ext cx="518558" cy="369332"/>
              </a:xfrm>
              <a:prstGeom prst="rect">
                <a:avLst/>
              </a:prstGeom>
              <a:blipFill>
                <a:blip r:embed="rId10"/>
                <a:stretch>
                  <a:fillRect/>
                </a:stretch>
              </a:blipFill>
            </p:spPr>
            <p:txBody>
              <a:bodyPr/>
              <a:lstStyle/>
              <a:p>
                <a:r>
                  <a:rPr lang="en-US">
                    <a:noFill/>
                  </a:rPr>
                  <a:t> </a:t>
                </a:r>
              </a:p>
            </p:txBody>
          </p:sp>
        </mc:Fallback>
      </mc:AlternateContent>
      <p:sp>
        <p:nvSpPr>
          <p:cNvPr id="86" name="Oval 85">
            <a:extLst>
              <a:ext uri="{FF2B5EF4-FFF2-40B4-BE49-F238E27FC236}">
                <a16:creationId xmlns:a16="http://schemas.microsoft.com/office/drawing/2014/main" id="{AE4A6B5D-3A8D-EA30-E49B-225885049A5A}"/>
              </a:ext>
            </a:extLst>
          </p:cNvPr>
          <p:cNvSpPr>
            <a:spLocks noChangeAspect="1"/>
          </p:cNvSpPr>
          <p:nvPr/>
        </p:nvSpPr>
        <p:spPr>
          <a:xfrm>
            <a:off x="2221387" y="1004799"/>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87" name="TextBox 86">
                <a:extLst>
                  <a:ext uri="{FF2B5EF4-FFF2-40B4-BE49-F238E27FC236}">
                    <a16:creationId xmlns:a16="http://schemas.microsoft.com/office/drawing/2014/main" id="{58DBC075-9C06-C425-A1DC-8B4B5B176DAD}"/>
                  </a:ext>
                </a:extLst>
              </p:cNvPr>
              <p:cNvSpPr txBox="1"/>
              <p:nvPr/>
            </p:nvSpPr>
            <p:spPr>
              <a:xfrm>
                <a:off x="2166526" y="976223"/>
                <a:ext cx="518558" cy="394019"/>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Dp</m:t>
                          </m:r>
                        </m:sub>
                      </m:sSub>
                    </m:oMath>
                  </m:oMathPara>
                </a14:m>
                <a:endParaRPr lang="en-US" dirty="0">
                  <a:solidFill>
                    <a:schemeClr val="bg1"/>
                  </a:solidFill>
                </a:endParaRPr>
              </a:p>
            </p:txBody>
          </p:sp>
        </mc:Choice>
        <mc:Fallback xmlns="">
          <p:sp>
            <p:nvSpPr>
              <p:cNvPr id="87" name="TextBox 86">
                <a:extLst>
                  <a:ext uri="{FF2B5EF4-FFF2-40B4-BE49-F238E27FC236}">
                    <a16:creationId xmlns:a16="http://schemas.microsoft.com/office/drawing/2014/main" id="{58DBC075-9C06-C425-A1DC-8B4B5B176DAD}"/>
                  </a:ext>
                </a:extLst>
              </p:cNvPr>
              <p:cNvSpPr txBox="1">
                <a:spLocks noRot="1" noChangeAspect="1" noMove="1" noResize="1" noEditPoints="1" noAdjustHandles="1" noChangeArrowheads="1" noChangeShapeType="1" noTextEdit="1"/>
              </p:cNvSpPr>
              <p:nvPr/>
            </p:nvSpPr>
            <p:spPr>
              <a:xfrm>
                <a:off x="2166526" y="976223"/>
                <a:ext cx="518558" cy="394019"/>
              </a:xfrm>
              <a:prstGeom prst="rect">
                <a:avLst/>
              </a:prstGeom>
              <a:blipFill>
                <a:blip r:embed="rId11"/>
                <a:stretch>
                  <a:fillRect b="-7692"/>
                </a:stretch>
              </a:blipFill>
            </p:spPr>
            <p:txBody>
              <a:bodyPr/>
              <a:lstStyle/>
              <a:p>
                <a:r>
                  <a:rPr lang="en-US">
                    <a:noFill/>
                  </a:rPr>
                  <a:t> </a:t>
                </a:r>
              </a:p>
            </p:txBody>
          </p:sp>
        </mc:Fallback>
      </mc:AlternateContent>
      <p:cxnSp>
        <p:nvCxnSpPr>
          <p:cNvPr id="89" name="Straight Arrow Connector 88">
            <a:extLst>
              <a:ext uri="{FF2B5EF4-FFF2-40B4-BE49-F238E27FC236}">
                <a16:creationId xmlns:a16="http://schemas.microsoft.com/office/drawing/2014/main" id="{8C07BC58-3E2E-75E2-07F6-750E8DA34F7C}"/>
              </a:ext>
            </a:extLst>
          </p:cNvPr>
          <p:cNvCxnSpPr>
            <a:cxnSpLocks/>
            <a:stCxn id="67" idx="3"/>
            <a:endCxn id="81" idx="2"/>
          </p:cNvCxnSpPr>
          <p:nvPr/>
        </p:nvCxnSpPr>
        <p:spPr>
          <a:xfrm flipV="1">
            <a:off x="593368" y="1191650"/>
            <a:ext cx="458331" cy="339271"/>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0" name="Straight Arrow Connector 89">
            <a:extLst>
              <a:ext uri="{FF2B5EF4-FFF2-40B4-BE49-F238E27FC236}">
                <a16:creationId xmlns:a16="http://schemas.microsoft.com/office/drawing/2014/main" id="{8F82EDF4-7214-5B6D-E266-F91524184FF9}"/>
              </a:ext>
            </a:extLst>
          </p:cNvPr>
          <p:cNvCxnSpPr>
            <a:cxnSpLocks/>
            <a:stCxn id="67" idx="3"/>
            <a:endCxn id="83" idx="2"/>
          </p:cNvCxnSpPr>
          <p:nvPr/>
        </p:nvCxnSpPr>
        <p:spPr>
          <a:xfrm>
            <a:off x="593368" y="1530921"/>
            <a:ext cx="561812" cy="554085"/>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1" name="Straight Arrow Connector 90">
            <a:extLst>
              <a:ext uri="{FF2B5EF4-FFF2-40B4-BE49-F238E27FC236}">
                <a16:creationId xmlns:a16="http://schemas.microsoft.com/office/drawing/2014/main" id="{A7DE3134-1FF1-78D2-4805-D23BAFF22611}"/>
              </a:ext>
            </a:extLst>
          </p:cNvPr>
          <p:cNvCxnSpPr>
            <a:cxnSpLocks/>
            <a:stCxn id="81" idx="6"/>
            <a:endCxn id="86" idx="2"/>
          </p:cNvCxnSpPr>
          <p:nvPr/>
        </p:nvCxnSpPr>
        <p:spPr>
          <a:xfrm>
            <a:off x="1433113" y="1191650"/>
            <a:ext cx="788274" cy="3858"/>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2" name="Straight Arrow Connector 91">
            <a:extLst>
              <a:ext uri="{FF2B5EF4-FFF2-40B4-BE49-F238E27FC236}">
                <a16:creationId xmlns:a16="http://schemas.microsoft.com/office/drawing/2014/main" id="{2CAC403B-846F-A177-899B-04348636904E}"/>
              </a:ext>
            </a:extLst>
          </p:cNvPr>
          <p:cNvCxnSpPr>
            <a:cxnSpLocks/>
            <a:stCxn id="83" idx="6"/>
            <a:endCxn id="98" idx="2"/>
          </p:cNvCxnSpPr>
          <p:nvPr/>
        </p:nvCxnSpPr>
        <p:spPr>
          <a:xfrm>
            <a:off x="1536594" y="2085006"/>
            <a:ext cx="1447412" cy="33588"/>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3" name="Straight Arrow Connector 92">
            <a:extLst>
              <a:ext uri="{FF2B5EF4-FFF2-40B4-BE49-F238E27FC236}">
                <a16:creationId xmlns:a16="http://schemas.microsoft.com/office/drawing/2014/main" id="{771FA6D4-7CF2-9F17-2BC6-B791E2B5DBDD}"/>
              </a:ext>
            </a:extLst>
          </p:cNvPr>
          <p:cNvCxnSpPr>
            <a:cxnSpLocks/>
            <a:stCxn id="86" idx="6"/>
          </p:cNvCxnSpPr>
          <p:nvPr/>
        </p:nvCxnSpPr>
        <p:spPr>
          <a:xfrm>
            <a:off x="2602801" y="1195507"/>
            <a:ext cx="1532016" cy="14542"/>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94" name="TextBox 93">
                <a:extLst>
                  <a:ext uri="{FF2B5EF4-FFF2-40B4-BE49-F238E27FC236}">
                    <a16:creationId xmlns:a16="http://schemas.microsoft.com/office/drawing/2014/main" id="{5F2D7987-BA2D-3C58-6A64-24D7B6CC3968}"/>
                  </a:ext>
                </a:extLst>
              </p:cNvPr>
              <p:cNvSpPr txBox="1"/>
              <p:nvPr/>
            </p:nvSpPr>
            <p:spPr>
              <a:xfrm>
                <a:off x="2910701" y="827267"/>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d</m:t>
                          </m:r>
                        </m:sub>
                      </m:sSub>
                    </m:oMath>
                  </m:oMathPara>
                </a14:m>
                <a:endParaRPr lang="en-US" dirty="0">
                  <a:solidFill>
                    <a:schemeClr val="tx1"/>
                  </a:solidFill>
                </a:endParaRPr>
              </a:p>
            </p:txBody>
          </p:sp>
        </mc:Choice>
        <mc:Fallback xmlns="">
          <p:sp>
            <p:nvSpPr>
              <p:cNvPr id="94" name="TextBox 93">
                <a:extLst>
                  <a:ext uri="{FF2B5EF4-FFF2-40B4-BE49-F238E27FC236}">
                    <a16:creationId xmlns:a16="http://schemas.microsoft.com/office/drawing/2014/main" id="{5F2D7987-BA2D-3C58-6A64-24D7B6CC3968}"/>
                  </a:ext>
                </a:extLst>
              </p:cNvPr>
              <p:cNvSpPr txBox="1">
                <a:spLocks noRot="1" noChangeAspect="1" noMove="1" noResize="1" noEditPoints="1" noAdjustHandles="1" noChangeArrowheads="1" noChangeShapeType="1" noTextEdit="1"/>
              </p:cNvSpPr>
              <p:nvPr/>
            </p:nvSpPr>
            <p:spPr>
              <a:xfrm>
                <a:off x="2910701" y="827267"/>
                <a:ext cx="507796" cy="369332"/>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5" name="TextBox 94">
                <a:extLst>
                  <a:ext uri="{FF2B5EF4-FFF2-40B4-BE49-F238E27FC236}">
                    <a16:creationId xmlns:a16="http://schemas.microsoft.com/office/drawing/2014/main" id="{5E30B819-F259-88EC-6AC2-139B4246AB91}"/>
                  </a:ext>
                </a:extLst>
              </p:cNvPr>
              <p:cNvSpPr txBox="1"/>
              <p:nvPr/>
            </p:nvSpPr>
            <p:spPr>
              <a:xfrm>
                <a:off x="1551725" y="814672"/>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Df</m:t>
                          </m:r>
                        </m:sub>
                      </m:sSub>
                    </m:oMath>
                  </m:oMathPara>
                </a14:m>
                <a:endParaRPr lang="en-US" dirty="0">
                  <a:solidFill>
                    <a:schemeClr val="tx1"/>
                  </a:solidFill>
                </a:endParaRPr>
              </a:p>
            </p:txBody>
          </p:sp>
        </mc:Choice>
        <mc:Fallback xmlns="">
          <p:sp>
            <p:nvSpPr>
              <p:cNvPr id="95" name="TextBox 94">
                <a:extLst>
                  <a:ext uri="{FF2B5EF4-FFF2-40B4-BE49-F238E27FC236}">
                    <a16:creationId xmlns:a16="http://schemas.microsoft.com/office/drawing/2014/main" id="{5E30B819-F259-88EC-6AC2-139B4246AB91}"/>
                  </a:ext>
                </a:extLst>
              </p:cNvPr>
              <p:cNvSpPr txBox="1">
                <a:spLocks noRot="1" noChangeAspect="1" noMove="1" noResize="1" noEditPoints="1" noAdjustHandles="1" noChangeArrowheads="1" noChangeShapeType="1" noTextEdit="1"/>
              </p:cNvSpPr>
              <p:nvPr/>
            </p:nvSpPr>
            <p:spPr>
              <a:xfrm>
                <a:off x="1551725" y="814672"/>
                <a:ext cx="507796" cy="369332"/>
              </a:xfrm>
              <a:prstGeom prst="rect">
                <a:avLst/>
              </a:prstGeom>
              <a:blipFill>
                <a:blip r:embed="rId13"/>
                <a:stretch>
                  <a:fillRect r="-481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7" name="TextBox 96">
                <a:extLst>
                  <a:ext uri="{FF2B5EF4-FFF2-40B4-BE49-F238E27FC236}">
                    <a16:creationId xmlns:a16="http://schemas.microsoft.com/office/drawing/2014/main" id="{0EF3A8F1-8677-C379-9213-8841A449A506}"/>
                  </a:ext>
                </a:extLst>
              </p:cNvPr>
              <p:cNvSpPr txBox="1"/>
              <p:nvPr/>
            </p:nvSpPr>
            <p:spPr>
              <a:xfrm>
                <a:off x="1957366" y="2049302"/>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Ds</m:t>
                          </m:r>
                        </m:sub>
                      </m:sSub>
                    </m:oMath>
                  </m:oMathPara>
                </a14:m>
                <a:endParaRPr lang="en-US" dirty="0">
                  <a:solidFill>
                    <a:schemeClr val="tx1"/>
                  </a:solidFill>
                </a:endParaRPr>
              </a:p>
            </p:txBody>
          </p:sp>
        </mc:Choice>
        <mc:Fallback xmlns="">
          <p:sp>
            <p:nvSpPr>
              <p:cNvPr id="97" name="TextBox 96">
                <a:extLst>
                  <a:ext uri="{FF2B5EF4-FFF2-40B4-BE49-F238E27FC236}">
                    <a16:creationId xmlns:a16="http://schemas.microsoft.com/office/drawing/2014/main" id="{0EF3A8F1-8677-C379-9213-8841A449A506}"/>
                  </a:ext>
                </a:extLst>
              </p:cNvPr>
              <p:cNvSpPr txBox="1">
                <a:spLocks noRot="1" noChangeAspect="1" noMove="1" noResize="1" noEditPoints="1" noAdjustHandles="1" noChangeArrowheads="1" noChangeShapeType="1" noTextEdit="1"/>
              </p:cNvSpPr>
              <p:nvPr/>
            </p:nvSpPr>
            <p:spPr>
              <a:xfrm>
                <a:off x="1957366" y="2049302"/>
                <a:ext cx="507796" cy="369332"/>
              </a:xfrm>
              <a:prstGeom prst="rect">
                <a:avLst/>
              </a:prstGeom>
              <a:blipFill>
                <a:blip r:embed="rId14"/>
                <a:stretch>
                  <a:fillRect r="-8434"/>
                </a:stretch>
              </a:blipFill>
            </p:spPr>
            <p:txBody>
              <a:bodyPr/>
              <a:lstStyle/>
              <a:p>
                <a:r>
                  <a:rPr lang="en-US">
                    <a:noFill/>
                  </a:rPr>
                  <a:t> </a:t>
                </a:r>
              </a:p>
            </p:txBody>
          </p:sp>
        </mc:Fallback>
      </mc:AlternateContent>
      <p:sp>
        <p:nvSpPr>
          <p:cNvPr id="98" name="Oval 97">
            <a:extLst>
              <a:ext uri="{FF2B5EF4-FFF2-40B4-BE49-F238E27FC236}">
                <a16:creationId xmlns:a16="http://schemas.microsoft.com/office/drawing/2014/main" id="{273EFA54-5302-C456-2E4B-02668BB7BEDE}"/>
              </a:ext>
            </a:extLst>
          </p:cNvPr>
          <p:cNvSpPr>
            <a:spLocks noChangeAspect="1"/>
          </p:cNvSpPr>
          <p:nvPr/>
        </p:nvSpPr>
        <p:spPr>
          <a:xfrm>
            <a:off x="2984006" y="1927886"/>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100" name="TextBox 99">
                <a:extLst>
                  <a:ext uri="{FF2B5EF4-FFF2-40B4-BE49-F238E27FC236}">
                    <a16:creationId xmlns:a16="http://schemas.microsoft.com/office/drawing/2014/main" id="{50063377-996C-6E7C-5D02-973E92737C60}"/>
                  </a:ext>
                </a:extLst>
              </p:cNvPr>
              <p:cNvSpPr txBox="1"/>
              <p:nvPr/>
            </p:nvSpPr>
            <p:spPr>
              <a:xfrm>
                <a:off x="2918451" y="1889534"/>
                <a:ext cx="518558"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Di</m:t>
                          </m:r>
                        </m:sub>
                      </m:sSub>
                    </m:oMath>
                  </m:oMathPara>
                </a14:m>
                <a:endParaRPr lang="en-US" dirty="0">
                  <a:solidFill>
                    <a:schemeClr val="bg1"/>
                  </a:solidFill>
                </a:endParaRPr>
              </a:p>
            </p:txBody>
          </p:sp>
        </mc:Choice>
        <mc:Fallback xmlns="">
          <p:sp>
            <p:nvSpPr>
              <p:cNvPr id="100" name="TextBox 99">
                <a:extLst>
                  <a:ext uri="{FF2B5EF4-FFF2-40B4-BE49-F238E27FC236}">
                    <a16:creationId xmlns:a16="http://schemas.microsoft.com/office/drawing/2014/main" id="{50063377-996C-6E7C-5D02-973E92737C60}"/>
                  </a:ext>
                </a:extLst>
              </p:cNvPr>
              <p:cNvSpPr txBox="1">
                <a:spLocks noRot="1" noChangeAspect="1" noMove="1" noResize="1" noEditPoints="1" noAdjustHandles="1" noChangeArrowheads="1" noChangeShapeType="1" noTextEdit="1"/>
              </p:cNvSpPr>
              <p:nvPr/>
            </p:nvSpPr>
            <p:spPr>
              <a:xfrm>
                <a:off x="2918451" y="1889534"/>
                <a:ext cx="518558" cy="369332"/>
              </a:xfrm>
              <a:prstGeom prst="rect">
                <a:avLst/>
              </a:prstGeom>
              <a:blipFill>
                <a:blip r:embed="rId15"/>
                <a:stretch>
                  <a:fillRect/>
                </a:stretch>
              </a:blipFill>
            </p:spPr>
            <p:txBody>
              <a:bodyPr/>
              <a:lstStyle/>
              <a:p>
                <a:r>
                  <a:rPr lang="en-US">
                    <a:noFill/>
                  </a:rPr>
                  <a:t> </a:t>
                </a:r>
              </a:p>
            </p:txBody>
          </p:sp>
        </mc:Fallback>
      </mc:AlternateContent>
      <p:cxnSp>
        <p:nvCxnSpPr>
          <p:cNvPr id="101" name="Straight Arrow Connector 100">
            <a:extLst>
              <a:ext uri="{FF2B5EF4-FFF2-40B4-BE49-F238E27FC236}">
                <a16:creationId xmlns:a16="http://schemas.microsoft.com/office/drawing/2014/main" id="{1B1E7B7F-3879-E9AD-E0C0-8DDCC21EF677}"/>
              </a:ext>
            </a:extLst>
          </p:cNvPr>
          <p:cNvCxnSpPr>
            <a:cxnSpLocks/>
            <a:stCxn id="94" idx="2"/>
            <a:endCxn id="98" idx="0"/>
          </p:cNvCxnSpPr>
          <p:nvPr/>
        </p:nvCxnSpPr>
        <p:spPr>
          <a:xfrm>
            <a:off x="3164599" y="1196599"/>
            <a:ext cx="10114" cy="731287"/>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09" name="TextBox 108">
                <a:extLst>
                  <a:ext uri="{FF2B5EF4-FFF2-40B4-BE49-F238E27FC236}">
                    <a16:creationId xmlns:a16="http://schemas.microsoft.com/office/drawing/2014/main" id="{B0E218D2-645D-915B-00D0-AB00333B909E}"/>
                  </a:ext>
                </a:extLst>
              </p:cNvPr>
              <p:cNvSpPr txBox="1"/>
              <p:nvPr/>
            </p:nvSpPr>
            <p:spPr>
              <a:xfrm>
                <a:off x="3796741" y="718517"/>
                <a:ext cx="578427" cy="400110"/>
              </a:xfrm>
              <a:prstGeom prst="rect">
                <a:avLst/>
              </a:prstGeom>
              <a:noFill/>
            </p:spPr>
            <p:txBody>
              <a:bodyPr wrap="none" rtlCol="0">
                <a:spAutoFit/>
              </a:bodyPr>
              <a:lstStyle/>
              <a:p>
                <a:pPr/>
                <a14:m>
                  <m:oMathPara xmlns:m="http://schemas.openxmlformats.org/officeDocument/2006/math">
                    <m:oMath>
                      <m:sSub>
                        <m:sSubPr>
                          <m:ctrlPr>
                            <a:rPr lang="de-DE" sz="2000" b="0" i="1" smtClean="0">
                              <a:latin typeface="Cambria Math" panose="02040503050406030204" pitchFamily="18" charset="0"/>
                            </a:rPr>
                          </m:ctrlPr>
                        </m:sSubPr>
                        <m:e>
                          <m:r>
                            <m:rPr>
                              <m:sty m:val="p"/>
                            </m:rPr>
                            <a:rPr lang="de-DE" sz="2000" b="0" i="1" smtClean="0">
                              <a:latin typeface="Cambria Math" panose="02040503050406030204" pitchFamily="18" charset="0"/>
                            </a:rPr>
                            <m:t>m</m:t>
                          </m:r>
                        </m:e>
                        <m:sub>
                          <m:r>
                            <m:rPr>
                              <m:sty m:val="p"/>
                            </m:rPr>
                            <a:rPr lang="de-DE" sz="2000" b="0" i="1" smtClean="0">
                              <a:latin typeface="Cambria Math" panose="02040503050406030204" pitchFamily="18" charset="0"/>
                            </a:rPr>
                            <m:t>d</m:t>
                          </m:r>
                        </m:sub>
                      </m:sSub>
                    </m:oMath>
                  </m:oMathPara>
                </a14:m>
                <a:endParaRPr lang="en-US" sz="2000" dirty="0"/>
              </a:p>
            </p:txBody>
          </p:sp>
        </mc:Choice>
        <mc:Fallback xmlns="">
          <p:sp>
            <p:nvSpPr>
              <p:cNvPr id="109" name="TextBox 108">
                <a:extLst>
                  <a:ext uri="{FF2B5EF4-FFF2-40B4-BE49-F238E27FC236}">
                    <a16:creationId xmlns:a16="http://schemas.microsoft.com/office/drawing/2014/main" id="{B0E218D2-645D-915B-00D0-AB00333B909E}"/>
                  </a:ext>
                </a:extLst>
              </p:cNvPr>
              <p:cNvSpPr txBox="1">
                <a:spLocks noRot="1" noChangeAspect="1" noMove="1" noResize="1" noEditPoints="1" noAdjustHandles="1" noChangeArrowheads="1" noChangeShapeType="1" noTextEdit="1"/>
              </p:cNvSpPr>
              <p:nvPr/>
            </p:nvSpPr>
            <p:spPr>
              <a:xfrm>
                <a:off x="3796741" y="718517"/>
                <a:ext cx="578427" cy="400110"/>
              </a:xfrm>
              <a:prstGeom prst="rect">
                <a:avLst/>
              </a:prstGeom>
              <a:blipFill>
                <a:blip r:embed="rId1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2" name="TextBox 111">
                <a:extLst>
                  <a:ext uri="{FF2B5EF4-FFF2-40B4-BE49-F238E27FC236}">
                    <a16:creationId xmlns:a16="http://schemas.microsoft.com/office/drawing/2014/main" id="{13670147-FD72-6C55-897E-0BE5CBBCF04F}"/>
                  </a:ext>
                </a:extLst>
              </p:cNvPr>
              <p:cNvSpPr txBox="1"/>
              <p:nvPr/>
            </p:nvSpPr>
            <p:spPr>
              <a:xfrm>
                <a:off x="7415254" y="175204"/>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c</m:t>
                          </m:r>
                        </m:sub>
                      </m:sSub>
                    </m:oMath>
                  </m:oMathPara>
                </a14:m>
                <a:endParaRPr lang="en-US" dirty="0">
                  <a:solidFill>
                    <a:schemeClr val="tx1"/>
                  </a:solidFill>
                </a:endParaRPr>
              </a:p>
            </p:txBody>
          </p:sp>
        </mc:Choice>
        <mc:Fallback xmlns="">
          <p:sp>
            <p:nvSpPr>
              <p:cNvPr id="112" name="TextBox 111">
                <a:extLst>
                  <a:ext uri="{FF2B5EF4-FFF2-40B4-BE49-F238E27FC236}">
                    <a16:creationId xmlns:a16="http://schemas.microsoft.com/office/drawing/2014/main" id="{13670147-FD72-6C55-897E-0BE5CBBCF04F}"/>
                  </a:ext>
                </a:extLst>
              </p:cNvPr>
              <p:cNvSpPr txBox="1">
                <a:spLocks noRot="1" noChangeAspect="1" noMove="1" noResize="1" noEditPoints="1" noAdjustHandles="1" noChangeArrowheads="1" noChangeShapeType="1" noTextEdit="1"/>
              </p:cNvSpPr>
              <p:nvPr/>
            </p:nvSpPr>
            <p:spPr>
              <a:xfrm>
                <a:off x="7415254" y="175204"/>
                <a:ext cx="507796" cy="369332"/>
              </a:xfrm>
              <a:prstGeom prst="rect">
                <a:avLst/>
              </a:prstGeom>
              <a:blipFill>
                <a:blip r:embed="rId17"/>
                <a:stretch>
                  <a:fillRect/>
                </a:stretch>
              </a:blipFill>
            </p:spPr>
            <p:txBody>
              <a:bodyPr/>
              <a:lstStyle/>
              <a:p>
                <a:r>
                  <a:rPr lang="en-US">
                    <a:noFill/>
                  </a:rPr>
                  <a:t> </a:t>
                </a:r>
              </a:p>
            </p:txBody>
          </p:sp>
        </mc:Fallback>
      </mc:AlternateContent>
      <p:sp>
        <p:nvSpPr>
          <p:cNvPr id="30" name="Oval 29">
            <a:extLst>
              <a:ext uri="{FF2B5EF4-FFF2-40B4-BE49-F238E27FC236}">
                <a16:creationId xmlns:a16="http://schemas.microsoft.com/office/drawing/2014/main" id="{ACE9EF1A-3C0D-91C2-4BCA-6B2F61147F3D}"/>
              </a:ext>
            </a:extLst>
          </p:cNvPr>
          <p:cNvSpPr>
            <a:spLocks noChangeAspect="1"/>
          </p:cNvSpPr>
          <p:nvPr/>
        </p:nvSpPr>
        <p:spPr>
          <a:xfrm>
            <a:off x="9575979" y="144458"/>
            <a:ext cx="410141" cy="41014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1" name="Oval 30">
            <a:extLst>
              <a:ext uri="{FF2B5EF4-FFF2-40B4-BE49-F238E27FC236}">
                <a16:creationId xmlns:a16="http://schemas.microsoft.com/office/drawing/2014/main" id="{BFCFE26E-0410-3A4E-0A23-D00257A65DF9}"/>
              </a:ext>
            </a:extLst>
          </p:cNvPr>
          <p:cNvSpPr>
            <a:spLocks noChangeAspect="1"/>
          </p:cNvSpPr>
          <p:nvPr/>
        </p:nvSpPr>
        <p:spPr>
          <a:xfrm>
            <a:off x="9585689" y="2015561"/>
            <a:ext cx="410141" cy="41014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32" name="Straight Arrow Connector 31">
            <a:extLst>
              <a:ext uri="{FF2B5EF4-FFF2-40B4-BE49-F238E27FC236}">
                <a16:creationId xmlns:a16="http://schemas.microsoft.com/office/drawing/2014/main" id="{72B10242-6C9F-6FF7-1897-9D03B527C0D7}"/>
              </a:ext>
            </a:extLst>
          </p:cNvPr>
          <p:cNvCxnSpPr>
            <a:cxnSpLocks/>
            <a:stCxn id="31" idx="6"/>
            <a:endCxn id="43" idx="3"/>
          </p:cNvCxnSpPr>
          <p:nvPr/>
        </p:nvCxnSpPr>
        <p:spPr>
          <a:xfrm flipV="1">
            <a:off x="9995830" y="1422412"/>
            <a:ext cx="806857" cy="798219"/>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a16="http://schemas.microsoft.com/office/drawing/2014/main" id="{3A6E7938-867C-6171-0CB9-591ED423379A}"/>
              </a:ext>
            </a:extLst>
          </p:cNvPr>
          <p:cNvCxnSpPr>
            <a:cxnSpLocks/>
            <a:stCxn id="30" idx="6"/>
            <a:endCxn id="43" idx="1"/>
          </p:cNvCxnSpPr>
          <p:nvPr/>
        </p:nvCxnSpPr>
        <p:spPr>
          <a:xfrm>
            <a:off x="9986120" y="349529"/>
            <a:ext cx="816567" cy="78287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04A9039A-014C-DF0E-09DD-2E74E455B839}"/>
                  </a:ext>
                </a:extLst>
              </p:cNvPr>
              <p:cNvSpPr txBox="1"/>
              <p:nvPr/>
            </p:nvSpPr>
            <p:spPr>
              <a:xfrm>
                <a:off x="10078291" y="242332"/>
                <a:ext cx="855270"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Nc</m:t>
                          </m:r>
                        </m:sub>
                      </m:sSub>
                    </m:oMath>
                  </m:oMathPara>
                </a14:m>
                <a:endParaRPr lang="en-US" dirty="0">
                  <a:solidFill>
                    <a:schemeClr val="tx1"/>
                  </a:solidFill>
                </a:endParaRPr>
              </a:p>
            </p:txBody>
          </p:sp>
        </mc:Choice>
        <mc:Fallback xmlns="">
          <p:sp>
            <p:nvSpPr>
              <p:cNvPr id="34" name="TextBox 33">
                <a:extLst>
                  <a:ext uri="{FF2B5EF4-FFF2-40B4-BE49-F238E27FC236}">
                    <a16:creationId xmlns:a16="http://schemas.microsoft.com/office/drawing/2014/main" id="{04A9039A-014C-DF0E-09DD-2E74E455B839}"/>
                  </a:ext>
                </a:extLst>
              </p:cNvPr>
              <p:cNvSpPr txBox="1">
                <a:spLocks noRot="1" noChangeAspect="1" noMove="1" noResize="1" noEditPoints="1" noAdjustHandles="1" noChangeArrowheads="1" noChangeShapeType="1" noTextEdit="1"/>
              </p:cNvSpPr>
              <p:nvPr/>
            </p:nvSpPr>
            <p:spPr>
              <a:xfrm>
                <a:off x="10078291" y="242332"/>
                <a:ext cx="855270" cy="369332"/>
              </a:xfrm>
              <a:prstGeom prst="rect">
                <a:avLst/>
              </a:prstGeom>
              <a:blipFill>
                <a:blip r:embed="rId1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ADC659E3-2971-14E2-BA7B-A78DE8A778AB}"/>
                  </a:ext>
                </a:extLst>
              </p:cNvPr>
              <p:cNvSpPr txBox="1"/>
              <p:nvPr/>
            </p:nvSpPr>
            <p:spPr>
              <a:xfrm>
                <a:off x="10136554" y="1770391"/>
                <a:ext cx="855270"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Nc</m:t>
                          </m:r>
                        </m:sub>
                      </m:sSub>
                    </m:oMath>
                  </m:oMathPara>
                </a14:m>
                <a:endParaRPr lang="en-US" dirty="0">
                  <a:solidFill>
                    <a:schemeClr val="tx1"/>
                  </a:solidFill>
                </a:endParaRPr>
              </a:p>
            </p:txBody>
          </p:sp>
        </mc:Choice>
        <mc:Fallback xmlns="">
          <p:sp>
            <p:nvSpPr>
              <p:cNvPr id="35" name="TextBox 34">
                <a:extLst>
                  <a:ext uri="{FF2B5EF4-FFF2-40B4-BE49-F238E27FC236}">
                    <a16:creationId xmlns:a16="http://schemas.microsoft.com/office/drawing/2014/main" id="{ADC659E3-2971-14E2-BA7B-A78DE8A778AB}"/>
                  </a:ext>
                </a:extLst>
              </p:cNvPr>
              <p:cNvSpPr txBox="1">
                <a:spLocks noRot="1" noChangeAspect="1" noMove="1" noResize="1" noEditPoints="1" noAdjustHandles="1" noChangeArrowheads="1" noChangeShapeType="1" noTextEdit="1"/>
              </p:cNvSpPr>
              <p:nvPr/>
            </p:nvSpPr>
            <p:spPr>
              <a:xfrm>
                <a:off x="10136554" y="1770391"/>
                <a:ext cx="855270" cy="369332"/>
              </a:xfrm>
              <a:prstGeom prst="rect">
                <a:avLst/>
              </a:prstGeom>
              <a:blipFill>
                <a:blip r:embed="rId1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A2133CF0-E626-1257-F97C-978553D65600}"/>
                  </a:ext>
                </a:extLst>
              </p:cNvPr>
              <p:cNvSpPr txBox="1"/>
              <p:nvPr/>
            </p:nvSpPr>
            <p:spPr>
              <a:xfrm>
                <a:off x="8973206" y="595408"/>
                <a:ext cx="855270"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Na</m:t>
                          </m:r>
                        </m:sub>
                      </m:sSub>
                    </m:oMath>
                  </m:oMathPara>
                </a14:m>
                <a:endParaRPr lang="en-US" dirty="0">
                  <a:solidFill>
                    <a:schemeClr val="tx1"/>
                  </a:solidFill>
                </a:endParaRPr>
              </a:p>
            </p:txBody>
          </p:sp>
        </mc:Choice>
        <mc:Fallback xmlns="">
          <p:sp>
            <p:nvSpPr>
              <p:cNvPr id="36" name="TextBox 35">
                <a:extLst>
                  <a:ext uri="{FF2B5EF4-FFF2-40B4-BE49-F238E27FC236}">
                    <a16:creationId xmlns:a16="http://schemas.microsoft.com/office/drawing/2014/main" id="{A2133CF0-E626-1257-F97C-978553D65600}"/>
                  </a:ext>
                </a:extLst>
              </p:cNvPr>
              <p:cNvSpPr txBox="1">
                <a:spLocks noRot="1" noChangeAspect="1" noMove="1" noResize="1" noEditPoints="1" noAdjustHandles="1" noChangeArrowheads="1" noChangeShapeType="1" noTextEdit="1"/>
              </p:cNvSpPr>
              <p:nvPr/>
            </p:nvSpPr>
            <p:spPr>
              <a:xfrm>
                <a:off x="8973206" y="595408"/>
                <a:ext cx="855270" cy="369332"/>
              </a:xfrm>
              <a:prstGeom prst="rect">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2E44B191-E199-D861-FE32-EABEF2E39F48}"/>
                  </a:ext>
                </a:extLst>
              </p:cNvPr>
              <p:cNvSpPr txBox="1"/>
              <p:nvPr/>
            </p:nvSpPr>
            <p:spPr>
              <a:xfrm>
                <a:off x="8905458" y="1506194"/>
                <a:ext cx="855270"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Nb</m:t>
                          </m:r>
                        </m:sub>
                      </m:sSub>
                    </m:oMath>
                  </m:oMathPara>
                </a14:m>
                <a:endParaRPr lang="en-US" dirty="0">
                  <a:solidFill>
                    <a:schemeClr val="tx1"/>
                  </a:solidFill>
                </a:endParaRPr>
              </a:p>
            </p:txBody>
          </p:sp>
        </mc:Choice>
        <mc:Fallback xmlns="">
          <p:sp>
            <p:nvSpPr>
              <p:cNvPr id="37" name="TextBox 36">
                <a:extLst>
                  <a:ext uri="{FF2B5EF4-FFF2-40B4-BE49-F238E27FC236}">
                    <a16:creationId xmlns:a16="http://schemas.microsoft.com/office/drawing/2014/main" id="{2E44B191-E199-D861-FE32-EABEF2E39F48}"/>
                  </a:ext>
                </a:extLst>
              </p:cNvPr>
              <p:cNvSpPr txBox="1">
                <a:spLocks noRot="1" noChangeAspect="1" noMove="1" noResize="1" noEditPoints="1" noAdjustHandles="1" noChangeArrowheads="1" noChangeShapeType="1" noTextEdit="1"/>
              </p:cNvSpPr>
              <p:nvPr/>
            </p:nvSpPr>
            <p:spPr>
              <a:xfrm>
                <a:off x="8905458" y="1506194"/>
                <a:ext cx="855270" cy="369332"/>
              </a:xfrm>
              <a:prstGeom prst="rect">
                <a:avLst/>
              </a:prstGeom>
              <a:blipFill>
                <a:blip r:embed="rId21"/>
                <a:stretch>
                  <a:fillRect/>
                </a:stretch>
              </a:blipFill>
            </p:spPr>
            <p:txBody>
              <a:bodyPr/>
              <a:lstStyle/>
              <a:p>
                <a:r>
                  <a:rPr lang="en-US">
                    <a:noFill/>
                  </a:rPr>
                  <a:t> </a:t>
                </a:r>
              </a:p>
            </p:txBody>
          </p:sp>
        </mc:Fallback>
      </mc:AlternateContent>
      <p:sp>
        <p:nvSpPr>
          <p:cNvPr id="38" name="Oval 37">
            <a:extLst>
              <a:ext uri="{FF2B5EF4-FFF2-40B4-BE49-F238E27FC236}">
                <a16:creationId xmlns:a16="http://schemas.microsoft.com/office/drawing/2014/main" id="{8A19BB60-ECDF-68DF-C2D1-97B0FA992D9F}"/>
              </a:ext>
            </a:extLst>
          </p:cNvPr>
          <p:cNvSpPr>
            <a:spLocks noChangeAspect="1"/>
          </p:cNvSpPr>
          <p:nvPr/>
        </p:nvSpPr>
        <p:spPr>
          <a:xfrm>
            <a:off x="8524898" y="1072335"/>
            <a:ext cx="410141" cy="41014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39" name="Straight Arrow Connector 38">
            <a:extLst>
              <a:ext uri="{FF2B5EF4-FFF2-40B4-BE49-F238E27FC236}">
                <a16:creationId xmlns:a16="http://schemas.microsoft.com/office/drawing/2014/main" id="{E8FE41D7-E440-6968-7C93-F6E83BDDD182}"/>
              </a:ext>
            </a:extLst>
          </p:cNvPr>
          <p:cNvCxnSpPr>
            <a:cxnSpLocks/>
            <a:stCxn id="38" idx="0"/>
            <a:endCxn id="30" idx="2"/>
          </p:cNvCxnSpPr>
          <p:nvPr/>
        </p:nvCxnSpPr>
        <p:spPr>
          <a:xfrm flipV="1">
            <a:off x="8729969" y="349529"/>
            <a:ext cx="846010" cy="722806"/>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A8255EA8-A020-346E-005C-D0B1E5E32342}"/>
                  </a:ext>
                </a:extLst>
              </p:cNvPr>
              <p:cNvSpPr txBox="1"/>
              <p:nvPr/>
            </p:nvSpPr>
            <p:spPr>
              <a:xfrm>
                <a:off x="7804966" y="787250"/>
                <a:ext cx="546041"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c</m:t>
                          </m:r>
                        </m:sub>
                      </m:sSub>
                    </m:oMath>
                  </m:oMathPara>
                </a14:m>
                <a:endParaRPr lang="en-US" dirty="0">
                  <a:solidFill>
                    <a:schemeClr val="tx1"/>
                  </a:solidFill>
                </a:endParaRPr>
              </a:p>
            </p:txBody>
          </p:sp>
        </mc:Choice>
        <mc:Fallback xmlns="">
          <p:sp>
            <p:nvSpPr>
              <p:cNvPr id="40" name="TextBox 39">
                <a:extLst>
                  <a:ext uri="{FF2B5EF4-FFF2-40B4-BE49-F238E27FC236}">
                    <a16:creationId xmlns:a16="http://schemas.microsoft.com/office/drawing/2014/main" id="{A8255EA8-A020-346E-005C-D0B1E5E32342}"/>
                  </a:ext>
                </a:extLst>
              </p:cNvPr>
              <p:cNvSpPr txBox="1">
                <a:spLocks noRot="1" noChangeAspect="1" noMove="1" noResize="1" noEditPoints="1" noAdjustHandles="1" noChangeArrowheads="1" noChangeShapeType="1" noTextEdit="1"/>
              </p:cNvSpPr>
              <p:nvPr/>
            </p:nvSpPr>
            <p:spPr>
              <a:xfrm>
                <a:off x="7804966" y="787250"/>
                <a:ext cx="546041" cy="369332"/>
              </a:xfrm>
              <a:prstGeom prst="rect">
                <a:avLst/>
              </a:prstGeom>
              <a:blipFill>
                <a:blip r:embed="rId22"/>
                <a:stretch>
                  <a:fillRect/>
                </a:stretch>
              </a:blipFill>
            </p:spPr>
            <p:txBody>
              <a:bodyPr/>
              <a:lstStyle/>
              <a:p>
                <a:r>
                  <a:rPr lang="en-US">
                    <a:noFill/>
                  </a:rPr>
                  <a:t> </a:t>
                </a:r>
              </a:p>
            </p:txBody>
          </p:sp>
        </mc:Fallback>
      </mc:AlternateContent>
      <p:cxnSp>
        <p:nvCxnSpPr>
          <p:cNvPr id="41" name="Straight Arrow Connector 40">
            <a:extLst>
              <a:ext uri="{FF2B5EF4-FFF2-40B4-BE49-F238E27FC236}">
                <a16:creationId xmlns:a16="http://schemas.microsoft.com/office/drawing/2014/main" id="{AC7803F4-4D7F-8E47-809D-1805457E7871}"/>
              </a:ext>
            </a:extLst>
          </p:cNvPr>
          <p:cNvCxnSpPr>
            <a:cxnSpLocks/>
            <a:endCxn id="49" idx="1"/>
          </p:cNvCxnSpPr>
          <p:nvPr/>
        </p:nvCxnSpPr>
        <p:spPr>
          <a:xfrm>
            <a:off x="7765437" y="1233701"/>
            <a:ext cx="740834" cy="1289"/>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42" name="Straight Arrow Connector 41">
            <a:extLst>
              <a:ext uri="{FF2B5EF4-FFF2-40B4-BE49-F238E27FC236}">
                <a16:creationId xmlns:a16="http://schemas.microsoft.com/office/drawing/2014/main" id="{966EDC1B-7F5B-1059-B318-5B179EA1C38C}"/>
              </a:ext>
            </a:extLst>
          </p:cNvPr>
          <p:cNvCxnSpPr>
            <a:cxnSpLocks/>
            <a:stCxn id="38" idx="4"/>
            <a:endCxn id="31" idx="2"/>
          </p:cNvCxnSpPr>
          <p:nvPr/>
        </p:nvCxnSpPr>
        <p:spPr>
          <a:xfrm>
            <a:off x="8729969" y="1482476"/>
            <a:ext cx="855720" cy="738155"/>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sp>
        <p:nvSpPr>
          <p:cNvPr id="43" name="Oval 42">
            <a:extLst>
              <a:ext uri="{FF2B5EF4-FFF2-40B4-BE49-F238E27FC236}">
                <a16:creationId xmlns:a16="http://schemas.microsoft.com/office/drawing/2014/main" id="{1953047A-7CD2-0A0B-1593-4A2314BA8B5F}"/>
              </a:ext>
            </a:extLst>
          </p:cNvPr>
          <p:cNvSpPr>
            <a:spLocks noChangeAspect="1"/>
          </p:cNvSpPr>
          <p:nvPr/>
        </p:nvSpPr>
        <p:spPr>
          <a:xfrm>
            <a:off x="10742623" y="1072335"/>
            <a:ext cx="410141" cy="41014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44" name="Straight Arrow Connector 43">
            <a:extLst>
              <a:ext uri="{FF2B5EF4-FFF2-40B4-BE49-F238E27FC236}">
                <a16:creationId xmlns:a16="http://schemas.microsoft.com/office/drawing/2014/main" id="{5E33C4B3-AD4C-E3E0-E456-51B7DB430F09}"/>
              </a:ext>
            </a:extLst>
          </p:cNvPr>
          <p:cNvCxnSpPr>
            <a:cxnSpLocks/>
          </p:cNvCxnSpPr>
          <p:nvPr/>
        </p:nvCxnSpPr>
        <p:spPr>
          <a:xfrm flipV="1">
            <a:off x="11152764" y="1261123"/>
            <a:ext cx="782058" cy="16282"/>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5CA166A7-C25B-0FBC-B2AC-CC8CE2658EB7}"/>
                  </a:ext>
                </a:extLst>
              </p:cNvPr>
              <p:cNvSpPr txBox="1"/>
              <p:nvPr/>
            </p:nvSpPr>
            <p:spPr>
              <a:xfrm>
                <a:off x="11375112" y="854140"/>
                <a:ext cx="524049" cy="369332"/>
              </a:xfrm>
              <a:prstGeom prst="rect">
                <a:avLst/>
              </a:prstGeom>
              <a:noFill/>
            </p:spPr>
            <p:txBody>
              <a:bodyPr wrap="square">
                <a:spAutoFit/>
              </a:bodyPr>
              <a:lstStyle/>
              <a:p>
                <a:pPr/>
                <a14:m>
                  <m:oMathPara xmlns:m="http://schemas.openxmlformats.org/officeDocument/2006/math">
                    <m:oMath>
                      <m:sSub>
                        <m:sSubPr>
                          <m:ctrlPr>
                            <a:rPr lang="de-DE" b="0" i="1" smtClean="0">
                              <a:latin typeface="Cambria Math" panose="02040503050406030204" pitchFamily="18" charset="0"/>
                            </a:rPr>
                          </m:ctrlPr>
                        </m:sSubPr>
                        <m:e>
                          <m:r>
                            <m:rPr>
                              <m:sty m:val="p"/>
                            </m:rPr>
                            <a:rPr lang="de-DE" b="0" i="1" smtClean="0">
                              <a:latin typeface="Cambria Math" panose="02040503050406030204" pitchFamily="18" charset="0"/>
                            </a:rPr>
                            <m:t>m</m:t>
                          </m:r>
                        </m:e>
                        <m:sub>
                          <m:r>
                            <m:rPr>
                              <m:sty m:val="p"/>
                            </m:rPr>
                            <a:rPr lang="de-DE" b="0" i="1" smtClean="0">
                              <a:latin typeface="Cambria Math" panose="02040503050406030204" pitchFamily="18" charset="0"/>
                            </a:rPr>
                            <m:t>out</m:t>
                          </m:r>
                        </m:sub>
                      </m:sSub>
                    </m:oMath>
                  </m:oMathPara>
                </a14:m>
                <a:endParaRPr lang="en-US" dirty="0"/>
              </a:p>
            </p:txBody>
          </p:sp>
        </mc:Choice>
        <mc:Fallback xmlns="">
          <p:sp>
            <p:nvSpPr>
              <p:cNvPr id="45" name="TextBox 44">
                <a:extLst>
                  <a:ext uri="{FF2B5EF4-FFF2-40B4-BE49-F238E27FC236}">
                    <a16:creationId xmlns:a16="http://schemas.microsoft.com/office/drawing/2014/main" id="{5CA166A7-C25B-0FBC-B2AC-CC8CE2658EB7}"/>
                  </a:ext>
                </a:extLst>
              </p:cNvPr>
              <p:cNvSpPr txBox="1">
                <a:spLocks noRot="1" noChangeAspect="1" noMove="1" noResize="1" noEditPoints="1" noAdjustHandles="1" noChangeArrowheads="1" noChangeShapeType="1" noTextEdit="1"/>
              </p:cNvSpPr>
              <p:nvPr/>
            </p:nvSpPr>
            <p:spPr>
              <a:xfrm>
                <a:off x="11375112" y="854140"/>
                <a:ext cx="524049" cy="369332"/>
              </a:xfrm>
              <a:prstGeom prst="rect">
                <a:avLst/>
              </a:prstGeom>
              <a:blipFill>
                <a:blip r:embed="rId23"/>
                <a:stretch>
                  <a:fillRect r="-151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D3734C4E-852F-40F9-8909-2C0119B2F867}"/>
                  </a:ext>
                </a:extLst>
              </p:cNvPr>
              <p:cNvSpPr txBox="1"/>
              <p:nvPr/>
            </p:nvSpPr>
            <p:spPr>
              <a:xfrm>
                <a:off x="10724745" y="1051777"/>
                <a:ext cx="448081"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No</m:t>
                          </m:r>
                        </m:sub>
                      </m:sSub>
                    </m:oMath>
                  </m:oMathPara>
                </a14:m>
                <a:endParaRPr lang="en-US" dirty="0">
                  <a:solidFill>
                    <a:schemeClr val="bg1"/>
                  </a:solidFill>
                </a:endParaRPr>
              </a:p>
            </p:txBody>
          </p:sp>
        </mc:Choice>
        <mc:Fallback xmlns="">
          <p:sp>
            <p:nvSpPr>
              <p:cNvPr id="46" name="TextBox 45">
                <a:extLst>
                  <a:ext uri="{FF2B5EF4-FFF2-40B4-BE49-F238E27FC236}">
                    <a16:creationId xmlns:a16="http://schemas.microsoft.com/office/drawing/2014/main" id="{D3734C4E-852F-40F9-8909-2C0119B2F867}"/>
                  </a:ext>
                </a:extLst>
              </p:cNvPr>
              <p:cNvSpPr txBox="1">
                <a:spLocks noRot="1" noChangeAspect="1" noMove="1" noResize="1" noEditPoints="1" noAdjustHandles="1" noChangeArrowheads="1" noChangeShapeType="1" noTextEdit="1"/>
              </p:cNvSpPr>
              <p:nvPr/>
            </p:nvSpPr>
            <p:spPr>
              <a:xfrm>
                <a:off x="10724745" y="1051777"/>
                <a:ext cx="448081" cy="369332"/>
              </a:xfrm>
              <a:prstGeom prst="rect">
                <a:avLst/>
              </a:prstGeom>
              <a:blipFill>
                <a:blip r:embed="rId24"/>
                <a:stretch>
                  <a:fillRect r="-405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821A5545-1C9C-6C6F-178F-6E0E278E290E}"/>
                  </a:ext>
                </a:extLst>
              </p:cNvPr>
              <p:cNvSpPr txBox="1"/>
              <p:nvPr/>
            </p:nvSpPr>
            <p:spPr>
              <a:xfrm>
                <a:off x="9511232" y="111833"/>
                <a:ext cx="557613"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Na</m:t>
                          </m:r>
                        </m:sub>
                      </m:sSub>
                    </m:oMath>
                  </m:oMathPara>
                </a14:m>
                <a:endParaRPr lang="en-US" dirty="0">
                  <a:solidFill>
                    <a:schemeClr val="bg1"/>
                  </a:solidFill>
                </a:endParaRPr>
              </a:p>
            </p:txBody>
          </p:sp>
        </mc:Choice>
        <mc:Fallback xmlns="">
          <p:sp>
            <p:nvSpPr>
              <p:cNvPr id="47" name="TextBox 46">
                <a:extLst>
                  <a:ext uri="{FF2B5EF4-FFF2-40B4-BE49-F238E27FC236}">
                    <a16:creationId xmlns:a16="http://schemas.microsoft.com/office/drawing/2014/main" id="{821A5545-1C9C-6C6F-178F-6E0E278E290E}"/>
                  </a:ext>
                </a:extLst>
              </p:cNvPr>
              <p:cNvSpPr txBox="1">
                <a:spLocks noRot="1" noChangeAspect="1" noMove="1" noResize="1" noEditPoints="1" noAdjustHandles="1" noChangeArrowheads="1" noChangeShapeType="1" noTextEdit="1"/>
              </p:cNvSpPr>
              <p:nvPr/>
            </p:nvSpPr>
            <p:spPr>
              <a:xfrm>
                <a:off x="9511232" y="111833"/>
                <a:ext cx="557613" cy="369332"/>
              </a:xfrm>
              <a:prstGeom prst="rect">
                <a:avLst/>
              </a:prstGeom>
              <a:blipFill>
                <a:blip r:embed="rId2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ED499661-02FD-130E-5404-68CFE18A6FB3}"/>
                  </a:ext>
                </a:extLst>
              </p:cNvPr>
              <p:cNvSpPr txBox="1"/>
              <p:nvPr/>
            </p:nvSpPr>
            <p:spPr>
              <a:xfrm>
                <a:off x="9565904" y="1994059"/>
                <a:ext cx="421017"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Nb</m:t>
                          </m:r>
                        </m:sub>
                      </m:sSub>
                    </m:oMath>
                  </m:oMathPara>
                </a14:m>
                <a:endParaRPr lang="en-US" dirty="0">
                  <a:solidFill>
                    <a:schemeClr val="bg1"/>
                  </a:solidFill>
                </a:endParaRPr>
              </a:p>
            </p:txBody>
          </p:sp>
        </mc:Choice>
        <mc:Fallback xmlns="">
          <p:sp>
            <p:nvSpPr>
              <p:cNvPr id="48" name="TextBox 47">
                <a:extLst>
                  <a:ext uri="{FF2B5EF4-FFF2-40B4-BE49-F238E27FC236}">
                    <a16:creationId xmlns:a16="http://schemas.microsoft.com/office/drawing/2014/main" id="{ED499661-02FD-130E-5404-68CFE18A6FB3}"/>
                  </a:ext>
                </a:extLst>
              </p:cNvPr>
              <p:cNvSpPr txBox="1">
                <a:spLocks noRot="1" noChangeAspect="1" noMove="1" noResize="1" noEditPoints="1" noAdjustHandles="1" noChangeArrowheads="1" noChangeShapeType="1" noTextEdit="1"/>
              </p:cNvSpPr>
              <p:nvPr/>
            </p:nvSpPr>
            <p:spPr>
              <a:xfrm>
                <a:off x="9565904" y="1994059"/>
                <a:ext cx="421017" cy="369332"/>
              </a:xfrm>
              <a:prstGeom prst="rect">
                <a:avLst/>
              </a:prstGeom>
              <a:blipFill>
                <a:blip r:embed="rId26"/>
                <a:stretch>
                  <a:fillRect r="-130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4795C186-7819-E1A2-B2CF-05848BC601CE}"/>
                  </a:ext>
                </a:extLst>
              </p:cNvPr>
              <p:cNvSpPr txBox="1"/>
              <p:nvPr/>
            </p:nvSpPr>
            <p:spPr>
              <a:xfrm>
                <a:off x="8506271" y="1050324"/>
                <a:ext cx="448081"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Ni</m:t>
                          </m:r>
                        </m:sub>
                      </m:sSub>
                    </m:oMath>
                  </m:oMathPara>
                </a14:m>
                <a:endParaRPr lang="en-US" dirty="0">
                  <a:solidFill>
                    <a:schemeClr val="bg1"/>
                  </a:solidFill>
                </a:endParaRPr>
              </a:p>
            </p:txBody>
          </p:sp>
        </mc:Choice>
        <mc:Fallback xmlns="">
          <p:sp>
            <p:nvSpPr>
              <p:cNvPr id="49" name="TextBox 48">
                <a:extLst>
                  <a:ext uri="{FF2B5EF4-FFF2-40B4-BE49-F238E27FC236}">
                    <a16:creationId xmlns:a16="http://schemas.microsoft.com/office/drawing/2014/main" id="{4795C186-7819-E1A2-B2CF-05848BC601CE}"/>
                  </a:ext>
                </a:extLst>
              </p:cNvPr>
              <p:cNvSpPr txBox="1">
                <a:spLocks noRot="1" noChangeAspect="1" noMove="1" noResize="1" noEditPoints="1" noAdjustHandles="1" noChangeArrowheads="1" noChangeShapeType="1" noTextEdit="1"/>
              </p:cNvSpPr>
              <p:nvPr/>
            </p:nvSpPr>
            <p:spPr>
              <a:xfrm>
                <a:off x="8506271" y="1050324"/>
                <a:ext cx="448081" cy="369332"/>
              </a:xfrm>
              <a:prstGeom prst="rect">
                <a:avLst/>
              </a:prstGeom>
              <a:blipFill>
                <a:blip r:embed="rId27"/>
                <a:stretch>
                  <a:fillRect/>
                </a:stretch>
              </a:blipFill>
            </p:spPr>
            <p:txBody>
              <a:bodyPr/>
              <a:lstStyle/>
              <a:p>
                <a:r>
                  <a:rPr lang="en-US">
                    <a:noFill/>
                  </a:rPr>
                  <a:t> </a:t>
                </a:r>
              </a:p>
            </p:txBody>
          </p:sp>
        </mc:Fallback>
      </mc:AlternateContent>
      <p:cxnSp>
        <p:nvCxnSpPr>
          <p:cNvPr id="60" name="Straight Connector 59">
            <a:extLst>
              <a:ext uri="{FF2B5EF4-FFF2-40B4-BE49-F238E27FC236}">
                <a16:creationId xmlns:a16="http://schemas.microsoft.com/office/drawing/2014/main" id="{31BDED59-D370-D63B-FAEF-BF8CA05F8E6F}"/>
              </a:ext>
            </a:extLst>
          </p:cNvPr>
          <p:cNvCxnSpPr>
            <a:cxnSpLocks/>
          </p:cNvCxnSpPr>
          <p:nvPr/>
        </p:nvCxnSpPr>
        <p:spPr>
          <a:xfrm>
            <a:off x="7775840" y="596589"/>
            <a:ext cx="0" cy="637112"/>
          </a:xfrm>
          <a:prstGeom prst="line">
            <a:avLst/>
          </a:prstGeom>
        </p:spPr>
        <p:style>
          <a:lnRef idx="2">
            <a:schemeClr val="accent1"/>
          </a:lnRef>
          <a:fillRef idx="0">
            <a:schemeClr val="accent1"/>
          </a:fillRef>
          <a:effectRef idx="1">
            <a:schemeClr val="accent1"/>
          </a:effectRef>
          <a:fontRef idx="minor">
            <a:schemeClr val="tx1"/>
          </a:fontRef>
        </p:style>
      </p:cxnSp>
      <p:sp>
        <p:nvSpPr>
          <p:cNvPr id="113" name="Rectangle 112">
            <a:extLst>
              <a:ext uri="{FF2B5EF4-FFF2-40B4-BE49-F238E27FC236}">
                <a16:creationId xmlns:a16="http://schemas.microsoft.com/office/drawing/2014/main" id="{8950F508-455E-CC5A-3717-99F10AAE61F3}"/>
              </a:ext>
            </a:extLst>
          </p:cNvPr>
          <p:cNvSpPr/>
          <p:nvPr/>
        </p:nvSpPr>
        <p:spPr>
          <a:xfrm>
            <a:off x="8320022" y="23424"/>
            <a:ext cx="3073000" cy="2537212"/>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15" name="TextBox 114">
            <a:extLst>
              <a:ext uri="{FF2B5EF4-FFF2-40B4-BE49-F238E27FC236}">
                <a16:creationId xmlns:a16="http://schemas.microsoft.com/office/drawing/2014/main" id="{D0E140E0-AB6C-4952-1E61-8FF809B8EC98}"/>
              </a:ext>
            </a:extLst>
          </p:cNvPr>
          <p:cNvSpPr txBox="1"/>
          <p:nvPr/>
        </p:nvSpPr>
        <p:spPr>
          <a:xfrm>
            <a:off x="8334900" y="53954"/>
            <a:ext cx="473206" cy="338554"/>
          </a:xfrm>
          <a:prstGeom prst="rect">
            <a:avLst/>
          </a:prstGeom>
          <a:noFill/>
        </p:spPr>
        <p:txBody>
          <a:bodyPr wrap="none" rtlCol="0">
            <a:spAutoFit/>
          </a:bodyPr>
          <a:lstStyle/>
          <a:p>
            <a:r>
              <a:rPr lang="en-US" sz="1600" dirty="0"/>
              <a:t>NN</a:t>
            </a:r>
          </a:p>
        </p:txBody>
      </p:sp>
      <p:graphicFrame>
        <p:nvGraphicFramePr>
          <p:cNvPr id="2" name="Table 1">
            <a:extLst>
              <a:ext uri="{FF2B5EF4-FFF2-40B4-BE49-F238E27FC236}">
                <a16:creationId xmlns:a16="http://schemas.microsoft.com/office/drawing/2014/main" id="{18929263-41E7-38F5-51D9-D86CC4D947E4}"/>
              </a:ext>
            </a:extLst>
          </p:cNvPr>
          <p:cNvGraphicFramePr>
            <a:graphicFrameLocks noGrp="1"/>
          </p:cNvGraphicFramePr>
          <p:nvPr>
            <p:extLst>
              <p:ext uri="{D42A27DB-BD31-4B8C-83A1-F6EECF244321}">
                <p14:modId xmlns:p14="http://schemas.microsoft.com/office/powerpoint/2010/main" val="2938853279"/>
              </p:ext>
            </p:extLst>
          </p:nvPr>
        </p:nvGraphicFramePr>
        <p:xfrm>
          <a:off x="822533" y="3008092"/>
          <a:ext cx="9787289" cy="3017520"/>
        </p:xfrm>
        <a:graphic>
          <a:graphicData uri="http://schemas.openxmlformats.org/drawingml/2006/table">
            <a:tbl>
              <a:tblPr firstRow="1" bandRow="1">
                <a:tableStyleId>{C4B1156A-380E-4F78-BDF5-A606A8083BF9}</a:tableStyleId>
              </a:tblPr>
              <a:tblGrid>
                <a:gridCol w="3063667">
                  <a:extLst>
                    <a:ext uri="{9D8B030D-6E8A-4147-A177-3AD203B41FA5}">
                      <a16:colId xmlns:a16="http://schemas.microsoft.com/office/drawing/2014/main" val="2247704463"/>
                    </a:ext>
                  </a:extLst>
                </a:gridCol>
                <a:gridCol w="2750002">
                  <a:extLst>
                    <a:ext uri="{9D8B030D-6E8A-4147-A177-3AD203B41FA5}">
                      <a16:colId xmlns:a16="http://schemas.microsoft.com/office/drawing/2014/main" val="1120151498"/>
                    </a:ext>
                  </a:extLst>
                </a:gridCol>
                <a:gridCol w="2922588">
                  <a:extLst>
                    <a:ext uri="{9D8B030D-6E8A-4147-A177-3AD203B41FA5}">
                      <a16:colId xmlns:a16="http://schemas.microsoft.com/office/drawing/2014/main" val="1328058479"/>
                    </a:ext>
                  </a:extLst>
                </a:gridCol>
                <a:gridCol w="1051032">
                  <a:extLst>
                    <a:ext uri="{9D8B030D-6E8A-4147-A177-3AD203B41FA5}">
                      <a16:colId xmlns:a16="http://schemas.microsoft.com/office/drawing/2014/main" val="2587608585"/>
                    </a:ext>
                  </a:extLst>
                </a:gridCol>
              </a:tblGrid>
              <a:tr h="274320">
                <a:tc>
                  <a:txBody>
                    <a:bodyPr/>
                    <a:lstStyle/>
                    <a:p>
                      <a:r>
                        <a:rPr lang="en-US" sz="1200" dirty="0"/>
                        <a:t>Reaction</a:t>
                      </a:r>
                    </a:p>
                  </a:txBody>
                  <a:tcPr/>
                </a:tc>
                <a:tc>
                  <a:txBody>
                    <a:bodyPr/>
                    <a:lstStyle/>
                    <a:p>
                      <a:r>
                        <a:rPr lang="en-US" sz="1200" b="1" dirty="0"/>
                        <a:t>Genes</a:t>
                      </a:r>
                    </a:p>
                  </a:txBody>
                  <a:tcPr/>
                </a:tc>
                <a:tc>
                  <a:txBody>
                    <a:bodyPr/>
                    <a:lstStyle/>
                    <a:p>
                      <a:r>
                        <a:rPr lang="en-US" sz="1200" b="1" dirty="0"/>
                        <a:t>PDB ID</a:t>
                      </a:r>
                    </a:p>
                  </a:txBody>
                  <a:tcPr/>
                </a:tc>
                <a:tc>
                  <a:txBody>
                    <a:bodyPr/>
                    <a:lstStyle/>
                    <a:p>
                      <a:r>
                        <a:rPr lang="en-US" sz="1200" b="1" dirty="0"/>
                        <a:t>Frequency</a:t>
                      </a:r>
                    </a:p>
                  </a:txBody>
                  <a:tcPr/>
                </a:tc>
                <a:extLst>
                  <a:ext uri="{0D108BD9-81ED-4DB2-BD59-A6C34878D82A}">
                    <a16:rowId xmlns:a16="http://schemas.microsoft.com/office/drawing/2014/main" val="830326239"/>
                  </a:ext>
                </a:extLst>
              </a:tr>
              <a:tr h="274320">
                <a:tc>
                  <a:txBody>
                    <a:bodyPr/>
                    <a:lstStyle/>
                    <a:p>
                      <a:r>
                        <a:rPr lang="pt-BR" sz="1200" b="0" dirty="0"/>
                        <a:t> r_Df (differentiator: fast)</a:t>
                      </a:r>
                      <a:r>
                        <a:rPr lang="pt-BR" sz="1200" dirty="0"/>
                        <a:t> </a:t>
                      </a:r>
                      <a:endParaRPr lang="en-US" sz="1200" dirty="0"/>
                    </a:p>
                  </a:txBody>
                  <a:tcPr/>
                </a:tc>
                <a:tc>
                  <a:txBody>
                    <a:bodyPr/>
                    <a:lstStyle/>
                    <a:p>
                      <a:r>
                        <a:rPr lang="en-US" sz="1200" b="0" dirty="0"/>
                        <a:t>YDL215C</a:t>
                      </a:r>
                    </a:p>
                  </a:txBody>
                  <a:tcPr/>
                </a:tc>
                <a:tc>
                  <a:txBody>
                    <a:bodyPr/>
                    <a:lstStyle/>
                    <a:p>
                      <a:r>
                        <a:rPr lang="en-US" sz="1200" b="0" dirty="0">
                          <a:hlinkClick r:id="rId28"/>
                        </a:rPr>
                        <a:t>AF-P33327-F1-model_v6.pdb (AlphaFold)</a:t>
                      </a:r>
                      <a:endParaRPr lang="en-US" sz="1200" b="0" dirty="0"/>
                    </a:p>
                  </a:txBody>
                  <a:tcPr/>
                </a:tc>
                <a:tc>
                  <a:txBody>
                    <a:bodyPr/>
                    <a:lstStyle/>
                    <a:p>
                      <a:endParaRPr lang="en-US" sz="1200" b="0" dirty="0"/>
                    </a:p>
                  </a:txBody>
                  <a:tcPr/>
                </a:tc>
                <a:extLst>
                  <a:ext uri="{0D108BD9-81ED-4DB2-BD59-A6C34878D82A}">
                    <a16:rowId xmlns:a16="http://schemas.microsoft.com/office/drawing/2014/main" val="4006369147"/>
                  </a:ext>
                </a:extLst>
              </a:tr>
              <a:tr h="274320">
                <a:tc>
                  <a:txBody>
                    <a:bodyPr/>
                    <a:lstStyle/>
                    <a:p>
                      <a:r>
                        <a:rPr lang="en-US" sz="1200" dirty="0" err="1"/>
                        <a:t>r_Ds</a:t>
                      </a:r>
                      <a:r>
                        <a:rPr lang="en-US" sz="1200" dirty="0"/>
                        <a:t> (differentiator: slow)</a:t>
                      </a:r>
                    </a:p>
                  </a:txBody>
                  <a:tcPr/>
                </a:tc>
                <a:tc>
                  <a:txBody>
                    <a:bodyPr/>
                    <a:lstStyle/>
                    <a:p>
                      <a:r>
                        <a:rPr lang="en-US" sz="1200" dirty="0">
                          <a:solidFill>
                            <a:schemeClr val="tx1"/>
                          </a:solidFill>
                        </a:rPr>
                        <a:t>YPR021C</a:t>
                      </a:r>
                    </a:p>
                  </a:txBody>
                  <a:tcPr/>
                </a:tc>
                <a:tc>
                  <a:txBody>
                    <a:bodyPr/>
                    <a:lstStyle/>
                    <a:p>
                      <a:r>
                        <a:rPr lang="en-US" sz="1200" dirty="0">
                          <a:hlinkClick r:id="rId29"/>
                        </a:rPr>
                        <a:t>AF-Q12482-F1-model_v6.pdb (AlphaFold)</a:t>
                      </a:r>
                      <a:endParaRPr lang="en-US" sz="1200" dirty="0"/>
                    </a:p>
                  </a:txBody>
                  <a:tcPr/>
                </a:tc>
                <a:tc>
                  <a:txBody>
                    <a:bodyPr/>
                    <a:lstStyle/>
                    <a:p>
                      <a:endParaRPr lang="en-US" sz="1200" dirty="0"/>
                    </a:p>
                  </a:txBody>
                  <a:tcPr/>
                </a:tc>
                <a:extLst>
                  <a:ext uri="{0D108BD9-81ED-4DB2-BD59-A6C34878D82A}">
                    <a16:rowId xmlns:a16="http://schemas.microsoft.com/office/drawing/2014/main" val="1526051723"/>
                  </a:ext>
                </a:extLst>
              </a:tr>
              <a:tr h="274320">
                <a:tc>
                  <a:txBody>
                    <a:bodyPr/>
                    <a:lstStyle/>
                    <a:p>
                      <a:r>
                        <a:rPr lang="en-US" sz="1200" dirty="0" err="1"/>
                        <a:t>r_Dp</a:t>
                      </a:r>
                      <a:r>
                        <a:rPr lang="en-US" sz="1200" dirty="0"/>
                        <a:t> (differentiator: producer)</a:t>
                      </a:r>
                    </a:p>
                  </a:txBody>
                  <a:tcPr/>
                </a:tc>
                <a:tc>
                  <a:txBody>
                    <a:bodyPr/>
                    <a:lstStyle/>
                    <a:p>
                      <a:r>
                        <a:rPr lang="en-US" sz="1200" dirty="0"/>
                        <a:t>YPR035W</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hlinkClick r:id="rId30"/>
                        </a:rPr>
                        <a:t>3FKY</a:t>
                      </a:r>
                      <a:endParaRPr lang="en-US" sz="1200" dirty="0"/>
                    </a:p>
                  </a:txBody>
                  <a:tcPr/>
                </a:tc>
                <a:tc>
                  <a:txBody>
                    <a:bodyPr/>
                    <a:lstStyle/>
                    <a:p>
                      <a:endParaRPr lang="en-US" sz="1200" dirty="0"/>
                    </a:p>
                  </a:txBody>
                  <a:tcPr/>
                </a:tc>
                <a:extLst>
                  <a:ext uri="{0D108BD9-81ED-4DB2-BD59-A6C34878D82A}">
                    <a16:rowId xmlns:a16="http://schemas.microsoft.com/office/drawing/2014/main" val="652912411"/>
                  </a:ext>
                </a:extLst>
              </a:tr>
              <a:tr h="274320">
                <a:tc>
                  <a:txBody>
                    <a:bodyPr/>
                    <a:lstStyle/>
                    <a:p>
                      <a:r>
                        <a:rPr lang="en-US" sz="1200" dirty="0" err="1"/>
                        <a:t>r_Di</a:t>
                      </a:r>
                      <a:r>
                        <a:rPr lang="en-US" sz="1200" dirty="0"/>
                        <a:t> (differentiator: integrator)</a:t>
                      </a:r>
                    </a:p>
                  </a:txBody>
                  <a:tcPr/>
                </a:tc>
                <a:tc>
                  <a:txBody>
                    <a:bodyPr/>
                    <a:lstStyle/>
                    <a:p>
                      <a:r>
                        <a:rPr lang="en-US" sz="1200" b="1" dirty="0"/>
                        <a:t>YGR124W</a:t>
                      </a:r>
                      <a:r>
                        <a:rPr lang="en-US" sz="1200" dirty="0"/>
                        <a:t> or YPR145W</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hlinkClick r:id="rId31"/>
                        </a:rPr>
                        <a:t>AF-P49090-F1-model_v6.pdb (AlphaFold)</a:t>
                      </a:r>
                      <a:endParaRPr lang="en-US" sz="1200" dirty="0"/>
                    </a:p>
                  </a:txBody>
                  <a:tcPr/>
                </a:tc>
                <a:tc>
                  <a:txBody>
                    <a:bodyPr/>
                    <a:lstStyle/>
                    <a:p>
                      <a:endParaRPr lang="en-US" sz="1200" dirty="0"/>
                    </a:p>
                  </a:txBody>
                  <a:tcPr/>
                </a:tc>
                <a:extLst>
                  <a:ext uri="{0D108BD9-81ED-4DB2-BD59-A6C34878D82A}">
                    <a16:rowId xmlns:a16="http://schemas.microsoft.com/office/drawing/2014/main" val="2113626482"/>
                  </a:ext>
                </a:extLst>
              </a:tr>
              <a:tr h="274320">
                <a:tc>
                  <a:txBody>
                    <a:bodyPr/>
                    <a:lstStyle/>
                    <a:p>
                      <a:r>
                        <a:rPr lang="en-US" sz="1200" dirty="0" err="1"/>
                        <a:t>r_Cp</a:t>
                      </a:r>
                      <a:r>
                        <a:rPr lang="en-US" sz="1200" dirty="0"/>
                        <a:t> (counter: producer)</a:t>
                      </a:r>
                    </a:p>
                  </a:txBody>
                  <a:tcPr/>
                </a:tc>
                <a:tc>
                  <a:txBody>
                    <a:bodyPr/>
                    <a:lstStyle/>
                    <a:p>
                      <a:r>
                        <a:rPr lang="en-US" sz="1200" dirty="0"/>
                        <a:t>YGR061C</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hlinkClick r:id="rId32"/>
                        </a:rPr>
                        <a:t>AF-P38972-F1-model_v6.pdb (AlphaFold)</a:t>
                      </a:r>
                      <a:endParaRPr lang="en-US" sz="1200" dirty="0"/>
                    </a:p>
                  </a:txBody>
                  <a:tcPr/>
                </a:tc>
                <a:tc>
                  <a:txBody>
                    <a:bodyPr/>
                    <a:lstStyle/>
                    <a:p>
                      <a:endParaRPr lang="en-US" sz="1200" dirty="0"/>
                    </a:p>
                  </a:txBody>
                  <a:tcPr/>
                </a:tc>
                <a:extLst>
                  <a:ext uri="{0D108BD9-81ED-4DB2-BD59-A6C34878D82A}">
                    <a16:rowId xmlns:a16="http://schemas.microsoft.com/office/drawing/2014/main" val="2606163442"/>
                  </a:ext>
                </a:extLst>
              </a:tr>
              <a:tr h="274320">
                <a:tc>
                  <a:txBody>
                    <a:bodyPr/>
                    <a:lstStyle/>
                    <a:p>
                      <a:r>
                        <a:rPr lang="en-US" sz="1200" dirty="0" err="1"/>
                        <a:t>r_Cg</a:t>
                      </a:r>
                      <a:r>
                        <a:rPr lang="en-US" sz="1200" dirty="0"/>
                        <a:t> (counter: gate)</a:t>
                      </a:r>
                    </a:p>
                  </a:txBody>
                  <a:tcPr/>
                </a:tc>
                <a:tc>
                  <a:txBody>
                    <a:bodyPr/>
                    <a:lstStyle/>
                    <a:p>
                      <a:r>
                        <a:rPr lang="en-US" sz="1200" b="1" dirty="0"/>
                        <a:t>YFL060C</a:t>
                      </a:r>
                      <a:r>
                        <a:rPr lang="en-US" sz="1200" dirty="0"/>
                        <a:t> or YNL334C</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hlinkClick r:id="rId33"/>
                        </a:rPr>
                        <a:t>AF-P43544-F1-model_v6.pdb (AlphaFold)</a:t>
                      </a:r>
                      <a:endParaRPr lang="en-US" sz="1200" dirty="0"/>
                    </a:p>
                  </a:txBody>
                  <a:tcPr/>
                </a:tc>
                <a:tc>
                  <a:txBody>
                    <a:bodyPr/>
                    <a:lstStyle/>
                    <a:p>
                      <a:endParaRPr lang="en-US" sz="1200" dirty="0"/>
                    </a:p>
                  </a:txBody>
                  <a:tcPr/>
                </a:tc>
                <a:extLst>
                  <a:ext uri="{0D108BD9-81ED-4DB2-BD59-A6C34878D82A}">
                    <a16:rowId xmlns:a16="http://schemas.microsoft.com/office/drawing/2014/main" val="2438667136"/>
                  </a:ext>
                </a:extLst>
              </a:tr>
              <a:tr h="274320">
                <a:tc>
                  <a:txBody>
                    <a:bodyPr/>
                    <a:lstStyle/>
                    <a:p>
                      <a:r>
                        <a:rPr lang="en-US" sz="1200" dirty="0" err="1"/>
                        <a:t>r_Cr</a:t>
                      </a:r>
                      <a:r>
                        <a:rPr lang="en-US" sz="1200" dirty="0"/>
                        <a:t> (counter: reset)</a:t>
                      </a:r>
                    </a:p>
                  </a:txBody>
                  <a:tcPr/>
                </a:tc>
                <a:tc>
                  <a:txBody>
                    <a:bodyPr/>
                    <a:lstStyle/>
                    <a:p>
                      <a:r>
                        <a:rPr lang="" sz="1200" b="1" kern="1200" dirty="0">
                          <a:solidFill>
                            <a:schemeClr val="dk1"/>
                          </a:solidFill>
                          <a:latin typeface="+mn-lt"/>
                          <a:ea typeface="+mn-ea"/>
                          <a:cs typeface="+mn-cs"/>
                        </a:rPr>
                        <a:t>YGR192C</a:t>
                      </a:r>
                      <a:r>
                        <a:rPr lang="" sz="1200" kern="1200" dirty="0">
                          <a:solidFill>
                            <a:schemeClr val="dk1"/>
                          </a:solidFill>
                          <a:latin typeface="+mn-lt"/>
                          <a:ea typeface="+mn-ea"/>
                          <a:cs typeface="+mn-cs"/>
                        </a:rPr>
                        <a:t> or YJL052W or YJR009C</a:t>
                      </a:r>
                      <a:endParaRPr lang="en-US" sz="1200" kern="1200" dirty="0">
                        <a:solidFill>
                          <a:schemeClr val="dk1"/>
                        </a:solidFill>
                        <a:latin typeface="+mn-lt"/>
                        <a:ea typeface="+mn-ea"/>
                        <a:cs typeface="+mn-cs"/>
                      </a:endParaRPr>
                    </a:p>
                  </a:txBody>
                  <a:tcPr/>
                </a:tc>
                <a:tc>
                  <a:txBody>
                    <a:bodyPr/>
                    <a:lstStyle/>
                    <a:p>
                      <a:r>
                        <a:rPr lang="" sz="1200" b="0" i="0" dirty="0">
                          <a:solidFill>
                            <a:srgbClr val="0A0A0A"/>
                          </a:solidFill>
                          <a:effectLst/>
                          <a:latin typeface="Lato" panose="020F0502020204030203" pitchFamily="34" charset="0"/>
                          <a:hlinkClick r:id="rId34"/>
                        </a:rPr>
                        <a:t>3PYM</a:t>
                      </a:r>
                      <a:endParaRPr lang="en-US" sz="1200" dirty="0"/>
                    </a:p>
                  </a:txBody>
                  <a:tcPr/>
                </a:tc>
                <a:tc>
                  <a:txBody>
                    <a:bodyPr/>
                    <a:lstStyle/>
                    <a:p>
                      <a:endParaRPr lang="en-US" sz="1200" dirty="0"/>
                    </a:p>
                  </a:txBody>
                  <a:tcPr/>
                </a:tc>
                <a:extLst>
                  <a:ext uri="{0D108BD9-81ED-4DB2-BD59-A6C34878D82A}">
                    <a16:rowId xmlns:a16="http://schemas.microsoft.com/office/drawing/2014/main" val="2254960406"/>
                  </a:ext>
                </a:extLst>
              </a:tr>
              <a:tr h="274320">
                <a:tc>
                  <a:txBody>
                    <a:bodyPr/>
                    <a:lstStyle/>
                    <a:p>
                      <a:r>
                        <a:rPr lang="pt-BR" sz="1200" dirty="0"/>
                        <a:t>r_Na (NN: neuron a)</a:t>
                      </a:r>
                      <a:endParaRPr lang="en-US" sz="1200" dirty="0"/>
                    </a:p>
                  </a:txBody>
                  <a:tcPr/>
                </a:tc>
                <a:tc>
                  <a:txBody>
                    <a:bodyPr/>
                    <a:lstStyle/>
                    <a:p>
                      <a:r>
                        <a:rPr lang="" sz="1200" b="0" i="0" dirty="0">
                          <a:solidFill>
                            <a:schemeClr val="tx1"/>
                          </a:solidFill>
                          <a:effectLst/>
                          <a:latin typeface="Menlo"/>
                        </a:rPr>
                        <a:t>YLR017W</a:t>
                      </a:r>
                      <a:endParaRPr lang="en-US" sz="1200" dirty="0">
                        <a:solidFill>
                          <a:schemeClr val="tx1"/>
                        </a:solidFill>
                      </a:endParaRPr>
                    </a:p>
                  </a:txBody>
                  <a:tcPr/>
                </a:tc>
                <a:tc>
                  <a:txBody>
                    <a:bodyPr/>
                    <a:lstStyle/>
                    <a:p>
                      <a:r>
                        <a:rPr lang="en-US" sz="1200" dirty="0">
                          <a:hlinkClick r:id="rId35"/>
                        </a:rPr>
                        <a:t>AF-Q07938-F1-model_v6.pdb (AlphaFold)</a:t>
                      </a:r>
                      <a:endParaRPr lang="en-US" sz="1200" dirty="0"/>
                    </a:p>
                  </a:txBody>
                  <a:tcPr/>
                </a:tc>
                <a:tc>
                  <a:txBody>
                    <a:bodyPr/>
                    <a:lstStyle/>
                    <a:p>
                      <a:endParaRPr lang="en-US" sz="1200" dirty="0"/>
                    </a:p>
                  </a:txBody>
                  <a:tcPr/>
                </a:tc>
                <a:extLst>
                  <a:ext uri="{0D108BD9-81ED-4DB2-BD59-A6C34878D82A}">
                    <a16:rowId xmlns:a16="http://schemas.microsoft.com/office/drawing/2014/main" val="1999658234"/>
                  </a:ext>
                </a:extLst>
              </a:tr>
              <a:tr h="274320">
                <a:tc>
                  <a:txBody>
                    <a:bodyPr/>
                    <a:lstStyle/>
                    <a:p>
                      <a:r>
                        <a:rPr lang="de-DE" sz="1200" dirty="0" err="1"/>
                        <a:t>r_Nb</a:t>
                      </a:r>
                      <a:r>
                        <a:rPr lang="de-DE" sz="1200" dirty="0"/>
                        <a:t> (NN: </a:t>
                      </a:r>
                      <a:r>
                        <a:rPr lang="de-DE" sz="1200" dirty="0" err="1"/>
                        <a:t>neuron</a:t>
                      </a:r>
                      <a:r>
                        <a:rPr lang="de-DE" sz="1200" dirty="0"/>
                        <a:t> b)</a:t>
                      </a:r>
                      <a:endParaRPr lang="en-US" sz="1200" dirty="0"/>
                    </a:p>
                  </a:txBody>
                  <a:tcPr/>
                </a:tc>
                <a:tc>
                  <a:txBody>
                    <a:bodyPr/>
                    <a:lstStyle/>
                    <a:p>
                      <a:r>
                        <a:rPr lang="en-US" sz="1200" dirty="0"/>
                        <a:t>YLR209C</a:t>
                      </a:r>
                    </a:p>
                  </a:txBody>
                  <a:tcPr/>
                </a:tc>
                <a:tc>
                  <a:txBody>
                    <a:bodyPr/>
                    <a:lstStyle/>
                    <a:p>
                      <a:r>
                        <a:rPr lang="en-US" sz="1200" dirty="0">
                          <a:hlinkClick r:id="rId36"/>
                        </a:rPr>
                        <a:t>AF-Q05788-F1-model_v6.pdb (AlphaFold)</a:t>
                      </a:r>
                      <a:endParaRPr lang="en-US" sz="1200" dirty="0"/>
                    </a:p>
                  </a:txBody>
                  <a:tcPr/>
                </a:tc>
                <a:tc>
                  <a:txBody>
                    <a:bodyPr/>
                    <a:lstStyle/>
                    <a:p>
                      <a:endParaRPr lang="en-US" sz="1200" dirty="0"/>
                    </a:p>
                  </a:txBody>
                  <a:tcPr/>
                </a:tc>
                <a:extLst>
                  <a:ext uri="{0D108BD9-81ED-4DB2-BD59-A6C34878D82A}">
                    <a16:rowId xmlns:a16="http://schemas.microsoft.com/office/drawing/2014/main" val="3421116653"/>
                  </a:ext>
                </a:extLst>
              </a:tr>
              <a:tr h="274320">
                <a:tc>
                  <a:txBody>
                    <a:bodyPr/>
                    <a:lstStyle/>
                    <a:p>
                      <a:r>
                        <a:rPr lang="pt-BR" sz="1200" dirty="0"/>
                        <a:t> r_No (NN: merge/output) </a:t>
                      </a:r>
                      <a:endParaRPr lang="en-US" sz="1200" dirty="0"/>
                    </a:p>
                  </a:txBody>
                  <a:tcPr/>
                </a:tc>
                <a:tc>
                  <a:txBody>
                    <a:bodyPr/>
                    <a:lstStyle/>
                    <a:p>
                      <a:r>
                        <a:rPr lang="en-US" sz="1200" b="1" dirty="0"/>
                        <a:t>YDR441C</a:t>
                      </a:r>
                      <a:r>
                        <a:rPr lang="en-US" sz="1200" dirty="0"/>
                        <a:t> or YML022W</a:t>
                      </a:r>
                    </a:p>
                  </a:txBody>
                  <a:tcPr/>
                </a:tc>
                <a:tc>
                  <a:txBody>
                    <a:bodyPr/>
                    <a:lstStyle/>
                    <a:p>
                      <a:r>
                        <a:rPr lang="en-US" sz="1200" dirty="0">
                          <a:hlinkClick r:id="rId37"/>
                        </a:rPr>
                        <a:t>AF-P36973-F1-model_v6.pdb (AlphaFold)</a:t>
                      </a:r>
                      <a:endParaRPr lang="en-US" sz="1200" dirty="0"/>
                    </a:p>
                  </a:txBody>
                  <a:tcPr/>
                </a:tc>
                <a:tc>
                  <a:txBody>
                    <a:bodyPr/>
                    <a:lstStyle/>
                    <a:p>
                      <a:endParaRPr lang="en-US" sz="1200" dirty="0"/>
                    </a:p>
                  </a:txBody>
                  <a:tcPr/>
                </a:tc>
                <a:extLst>
                  <a:ext uri="{0D108BD9-81ED-4DB2-BD59-A6C34878D82A}">
                    <a16:rowId xmlns:a16="http://schemas.microsoft.com/office/drawing/2014/main" val="1610077111"/>
                  </a:ext>
                </a:extLst>
              </a:tr>
            </a:tbl>
          </a:graphicData>
        </a:graphic>
      </p:graphicFrame>
      <p:sp>
        <p:nvSpPr>
          <p:cNvPr id="11" name="Rectangle: Rounded Corners 10">
            <a:extLst>
              <a:ext uri="{FF2B5EF4-FFF2-40B4-BE49-F238E27FC236}">
                <a16:creationId xmlns:a16="http://schemas.microsoft.com/office/drawing/2014/main" id="{DCC306F7-E768-584B-2809-D5D958A90036}"/>
              </a:ext>
            </a:extLst>
          </p:cNvPr>
          <p:cNvSpPr/>
          <p:nvPr/>
        </p:nvSpPr>
        <p:spPr>
          <a:xfrm>
            <a:off x="1462291" y="6126480"/>
            <a:ext cx="1554480" cy="73152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Algorithm </a:t>
            </a:r>
          </a:p>
        </p:txBody>
      </p:sp>
      <p:sp>
        <p:nvSpPr>
          <p:cNvPr id="15" name="Rectangle: Rounded Corners 14">
            <a:extLst>
              <a:ext uri="{FF2B5EF4-FFF2-40B4-BE49-F238E27FC236}">
                <a16:creationId xmlns:a16="http://schemas.microsoft.com/office/drawing/2014/main" id="{32A02A20-7705-CD24-5E9B-58E881DBA539}"/>
              </a:ext>
            </a:extLst>
          </p:cNvPr>
          <p:cNvSpPr/>
          <p:nvPr/>
        </p:nvSpPr>
        <p:spPr>
          <a:xfrm>
            <a:off x="3764816" y="6126480"/>
            <a:ext cx="1554480" cy="731520"/>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Chemical Reactions </a:t>
            </a:r>
          </a:p>
        </p:txBody>
      </p:sp>
      <p:sp>
        <p:nvSpPr>
          <p:cNvPr id="16" name="Rectangle: Rounded Corners 15">
            <a:extLst>
              <a:ext uri="{FF2B5EF4-FFF2-40B4-BE49-F238E27FC236}">
                <a16:creationId xmlns:a16="http://schemas.microsoft.com/office/drawing/2014/main" id="{5A62A5E6-7C21-EA47-E69F-918AD0E55303}"/>
              </a:ext>
            </a:extLst>
          </p:cNvPr>
          <p:cNvSpPr/>
          <p:nvPr/>
        </p:nvSpPr>
        <p:spPr>
          <a:xfrm>
            <a:off x="6067341" y="6126480"/>
            <a:ext cx="1554480" cy="731520"/>
          </a:xfrm>
          <a:prstGeom prst="roundRect">
            <a:avLst/>
          </a:prstGeom>
          <a:solidFill>
            <a:srgbClr val="DCEAF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Metabolic Network</a:t>
            </a:r>
          </a:p>
        </p:txBody>
      </p:sp>
      <p:sp>
        <p:nvSpPr>
          <p:cNvPr id="17" name="Rectangle: Rounded Corners 16">
            <a:extLst>
              <a:ext uri="{FF2B5EF4-FFF2-40B4-BE49-F238E27FC236}">
                <a16:creationId xmlns:a16="http://schemas.microsoft.com/office/drawing/2014/main" id="{066BC810-15DE-2683-50E0-F58048713DB6}"/>
              </a:ext>
            </a:extLst>
          </p:cNvPr>
          <p:cNvSpPr/>
          <p:nvPr/>
        </p:nvSpPr>
        <p:spPr>
          <a:xfrm>
            <a:off x="8369865" y="6126480"/>
            <a:ext cx="1554480" cy="73152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THz Actuation</a:t>
            </a:r>
          </a:p>
        </p:txBody>
      </p:sp>
      <p:cxnSp>
        <p:nvCxnSpPr>
          <p:cNvPr id="18" name="Straight Arrow Connector 17">
            <a:extLst>
              <a:ext uri="{FF2B5EF4-FFF2-40B4-BE49-F238E27FC236}">
                <a16:creationId xmlns:a16="http://schemas.microsoft.com/office/drawing/2014/main" id="{07A2F946-91A7-A4E0-E975-E38D46B5810A}"/>
              </a:ext>
            </a:extLst>
          </p:cNvPr>
          <p:cNvCxnSpPr>
            <a:cxnSpLocks/>
            <a:stCxn id="11" idx="3"/>
            <a:endCxn id="15" idx="1"/>
          </p:cNvCxnSpPr>
          <p:nvPr/>
        </p:nvCxnSpPr>
        <p:spPr>
          <a:xfrm>
            <a:off x="3016771" y="6492240"/>
            <a:ext cx="748045" cy="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010072A3-6EBE-B910-F02F-E35C9D344CE5}"/>
              </a:ext>
            </a:extLst>
          </p:cNvPr>
          <p:cNvCxnSpPr>
            <a:cxnSpLocks/>
            <a:stCxn id="15" idx="3"/>
            <a:endCxn id="16" idx="1"/>
          </p:cNvCxnSpPr>
          <p:nvPr/>
        </p:nvCxnSpPr>
        <p:spPr>
          <a:xfrm>
            <a:off x="5319296" y="6492240"/>
            <a:ext cx="748045" cy="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BC5F3A62-F3A9-F6F1-8E5E-C4FBFFCA0023}"/>
              </a:ext>
            </a:extLst>
          </p:cNvPr>
          <p:cNvCxnSpPr>
            <a:cxnSpLocks/>
          </p:cNvCxnSpPr>
          <p:nvPr/>
        </p:nvCxnSpPr>
        <p:spPr>
          <a:xfrm>
            <a:off x="7621821" y="6492240"/>
            <a:ext cx="748044" cy="0"/>
          </a:xfrm>
          <a:prstGeom prst="straightConnector1">
            <a:avLst/>
          </a:prstGeom>
          <a:ln>
            <a:headEnd type="triangle" w="lg" len="lg"/>
            <a:tailEnd type="none" w="lg" len="lg"/>
          </a:ln>
        </p:spPr>
        <p:style>
          <a:lnRef idx="2">
            <a:schemeClr val="accent1"/>
          </a:lnRef>
          <a:fillRef idx="0">
            <a:schemeClr val="accent1"/>
          </a:fillRef>
          <a:effectRef idx="1">
            <a:schemeClr val="accent1"/>
          </a:effectRef>
          <a:fontRef idx="minor">
            <a:schemeClr val="tx1"/>
          </a:fontRef>
        </p:style>
      </p:cxnSp>
      <p:sp>
        <p:nvSpPr>
          <p:cNvPr id="3" name="TextBox 2">
            <a:extLst>
              <a:ext uri="{FF2B5EF4-FFF2-40B4-BE49-F238E27FC236}">
                <a16:creationId xmlns:a16="http://schemas.microsoft.com/office/drawing/2014/main" id="{715BFA4F-A071-C888-50A3-12454E6638B1}"/>
              </a:ext>
            </a:extLst>
          </p:cNvPr>
          <p:cNvSpPr txBox="1"/>
          <p:nvPr/>
        </p:nvSpPr>
        <p:spPr>
          <a:xfrm>
            <a:off x="22471" y="2619368"/>
            <a:ext cx="986167" cy="369332"/>
          </a:xfrm>
          <a:prstGeom prst="rect">
            <a:avLst/>
          </a:prstGeom>
          <a:noFill/>
        </p:spPr>
        <p:txBody>
          <a:bodyPr wrap="none" rtlCol="0">
            <a:spAutoFit/>
          </a:bodyPr>
          <a:lstStyle/>
          <a:p>
            <a:r>
              <a:rPr lang="en-US" dirty="0"/>
              <a:t>Motif 50</a:t>
            </a:r>
          </a:p>
        </p:txBody>
      </p:sp>
    </p:spTree>
    <p:extLst>
      <p:ext uri="{BB962C8B-B14F-4D97-AF65-F5344CB8AC3E}">
        <p14:creationId xmlns:p14="http://schemas.microsoft.com/office/powerpoint/2010/main" val="21097126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875EDDB-A7CA-22BA-75DB-D38B8C5A25D1}"/>
            </a:ext>
          </a:extLst>
        </p:cNvPr>
        <p:cNvGrpSpPr/>
        <p:nvPr/>
      </p:nvGrpSpPr>
      <p:grpSpPr>
        <a:xfrm>
          <a:off x="0" y="0"/>
          <a:ext cx="0" cy="0"/>
          <a:chOff x="0" y="0"/>
          <a:chExt cx="0" cy="0"/>
        </a:xfrm>
      </p:grpSpPr>
      <p:grpSp>
        <p:nvGrpSpPr>
          <p:cNvPr id="6" name="Group 5">
            <a:extLst>
              <a:ext uri="{FF2B5EF4-FFF2-40B4-BE49-F238E27FC236}">
                <a16:creationId xmlns:a16="http://schemas.microsoft.com/office/drawing/2014/main" id="{8243FE26-CCE0-42AD-2302-9A9FDF5B61EC}"/>
              </a:ext>
            </a:extLst>
          </p:cNvPr>
          <p:cNvGrpSpPr>
            <a:grpSpLocks noChangeAspect="1"/>
          </p:cNvGrpSpPr>
          <p:nvPr/>
        </p:nvGrpSpPr>
        <p:grpSpPr>
          <a:xfrm>
            <a:off x="7" y="-6881"/>
            <a:ext cx="8829908" cy="1899563"/>
            <a:chOff x="0" y="-6886"/>
            <a:chExt cx="11934822" cy="2567522"/>
          </a:xfrm>
        </p:grpSpPr>
        <p:sp>
          <p:nvSpPr>
            <p:cNvPr id="69" name="Oval 68">
              <a:extLst>
                <a:ext uri="{FF2B5EF4-FFF2-40B4-BE49-F238E27FC236}">
                  <a16:creationId xmlns:a16="http://schemas.microsoft.com/office/drawing/2014/main" id="{EF94690D-B93D-A83A-A563-04302CA84709}"/>
                </a:ext>
              </a:extLst>
            </p:cNvPr>
            <p:cNvSpPr>
              <a:spLocks noChangeAspect="1"/>
            </p:cNvSpPr>
            <p:nvPr/>
          </p:nvSpPr>
          <p:spPr>
            <a:xfrm>
              <a:off x="4944144" y="395606"/>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p>
          </p:txBody>
        </p:sp>
        <mc:AlternateContent xmlns:mc="http://schemas.openxmlformats.org/markup-compatibility/2006" xmlns:a14="http://schemas.microsoft.com/office/drawing/2010/main">
          <mc:Choice Requires="a14">
            <p:sp>
              <p:nvSpPr>
                <p:cNvPr id="70" name="TextBox 69">
                  <a:extLst>
                    <a:ext uri="{FF2B5EF4-FFF2-40B4-BE49-F238E27FC236}">
                      <a16:creationId xmlns:a16="http://schemas.microsoft.com/office/drawing/2014/main" id="{AC352750-FBB5-8C85-C49E-59E0500A913C}"/>
                    </a:ext>
                  </a:extLst>
                </p:cNvPr>
                <p:cNvSpPr txBox="1"/>
                <p:nvPr/>
              </p:nvSpPr>
              <p:spPr>
                <a:xfrm>
                  <a:off x="4889948" y="366883"/>
                  <a:ext cx="518558" cy="326949"/>
                </a:xfrm>
                <a:prstGeom prst="rect">
                  <a:avLst/>
                </a:prstGeom>
                <a:noFill/>
              </p:spPr>
              <p:txBody>
                <a:bodyPr wrap="square">
                  <a:spAutoFit/>
                </a:bodyPr>
                <a:lstStyle/>
                <a:p>
                  <a:pPr/>
                  <a14:m>
                    <m:oMathPara xmlns:m="http://schemas.openxmlformats.org/officeDocument/2006/math">
                      <m:oMath>
                        <m:sSub>
                          <m:sSubPr>
                            <m:ctrlPr>
                              <a:rPr lang="de-DE" sz="1400" b="0" i="1" smtClean="0">
                                <a:solidFill>
                                  <a:schemeClr val="bg1"/>
                                </a:solidFill>
                                <a:latin typeface="Cambria Math" panose="02040503050406030204" pitchFamily="18" charset="0"/>
                              </a:rPr>
                            </m:ctrlPr>
                          </m:sSubPr>
                          <m:e>
                            <m:r>
                              <m:rPr>
                                <m:sty m:val="p"/>
                              </m:rPr>
                              <a:rPr lang="de-DE" sz="1400" b="0" i="1" smtClean="0">
                                <a:solidFill>
                                  <a:schemeClr val="bg1"/>
                                </a:solidFill>
                                <a:latin typeface="Cambria Math" panose="02040503050406030204" pitchFamily="18" charset="0"/>
                              </a:rPr>
                              <m:t>r</m:t>
                            </m:r>
                          </m:e>
                          <m:sub>
                            <m:r>
                              <m:rPr>
                                <m:sty m:val="p"/>
                              </m:rPr>
                              <a:rPr lang="de-DE" sz="1400" b="0" i="1" smtClean="0">
                                <a:solidFill>
                                  <a:schemeClr val="bg1"/>
                                </a:solidFill>
                                <a:latin typeface="Cambria Math" panose="02040503050406030204" pitchFamily="18" charset="0"/>
                              </a:rPr>
                              <m:t>Cp</m:t>
                            </m:r>
                          </m:sub>
                        </m:sSub>
                      </m:oMath>
                    </m:oMathPara>
                  </a14:m>
                  <a:endParaRPr lang="en-US" sz="1400" dirty="0">
                    <a:solidFill>
                      <a:schemeClr val="bg1"/>
                    </a:solidFill>
                  </a:endParaRPr>
                </a:p>
              </p:txBody>
            </p:sp>
          </mc:Choice>
          <mc:Fallback xmlns="">
            <p:sp>
              <p:nvSpPr>
                <p:cNvPr id="70" name="TextBox 69">
                  <a:extLst>
                    <a:ext uri="{FF2B5EF4-FFF2-40B4-BE49-F238E27FC236}">
                      <a16:creationId xmlns:a16="http://schemas.microsoft.com/office/drawing/2014/main" id="{AC352750-FBB5-8C85-C49E-59E0500A913C}"/>
                    </a:ext>
                  </a:extLst>
                </p:cNvPr>
                <p:cNvSpPr txBox="1">
                  <a:spLocks noRot="1" noChangeAspect="1" noMove="1" noResize="1" noEditPoints="1" noAdjustHandles="1" noChangeArrowheads="1" noChangeShapeType="1" noTextEdit="1"/>
                </p:cNvSpPr>
                <p:nvPr/>
              </p:nvSpPr>
              <p:spPr>
                <a:xfrm>
                  <a:off x="4889948" y="366883"/>
                  <a:ext cx="518558" cy="326949"/>
                </a:xfrm>
                <a:prstGeom prst="rect">
                  <a:avLst/>
                </a:prstGeom>
                <a:blipFill>
                  <a:blip r:embed="rId3"/>
                  <a:stretch>
                    <a:fillRect b="-37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1" name="TextBox 70">
                  <a:extLst>
                    <a:ext uri="{FF2B5EF4-FFF2-40B4-BE49-F238E27FC236}">
                      <a16:creationId xmlns:a16="http://schemas.microsoft.com/office/drawing/2014/main" id="{4BFA4249-25D8-A8E0-A19D-B4C5E1D5BBC3}"/>
                    </a:ext>
                  </a:extLst>
                </p:cNvPr>
                <p:cNvSpPr txBox="1"/>
                <p:nvPr/>
              </p:nvSpPr>
              <p:spPr>
                <a:xfrm>
                  <a:off x="6042814" y="220866"/>
                  <a:ext cx="507796" cy="307777"/>
                </a:xfrm>
                <a:prstGeom prst="rect">
                  <a:avLst/>
                </a:prstGeom>
                <a:noFill/>
              </p:spPr>
              <p:txBody>
                <a:bodyPr wrap="square">
                  <a:spAutoFit/>
                </a:bodyPr>
                <a:lstStyle/>
                <a:p>
                  <a:pPr/>
                  <a14:m>
                    <m:oMathPara xmlns:m="http://schemas.openxmlformats.org/officeDocument/2006/math">
                      <m:oMath>
                        <m:sSub>
                          <m:sSubPr>
                            <m:ctrlPr>
                              <a:rPr lang="de-DE" sz="1400" b="0" i="0" smtClean="0">
                                <a:solidFill>
                                  <a:schemeClr val="tx1"/>
                                </a:solidFill>
                                <a:latin typeface="Cambria Math" panose="02040503050406030204" pitchFamily="18" charset="0"/>
                              </a:rPr>
                            </m:ctrlPr>
                          </m:sSubPr>
                          <m:e>
                            <m:r>
                              <m:rPr>
                                <m:sty m:val="p"/>
                              </m:rPr>
                              <a:rPr lang="de-DE" sz="1400" b="0" i="0" smtClean="0">
                                <a:solidFill>
                                  <a:schemeClr val="tx1"/>
                                </a:solidFill>
                                <a:latin typeface="Cambria Math" panose="02040503050406030204" pitchFamily="18" charset="0"/>
                              </a:rPr>
                              <m:t>m</m:t>
                            </m:r>
                          </m:e>
                          <m:sub>
                            <m:r>
                              <m:rPr>
                                <m:sty m:val="p"/>
                              </m:rPr>
                              <a:rPr lang="de-DE" sz="1400" b="0" i="1" smtClean="0">
                                <a:solidFill>
                                  <a:schemeClr val="tx1"/>
                                </a:solidFill>
                                <a:latin typeface="Cambria Math" panose="02040503050406030204" pitchFamily="18" charset="0"/>
                              </a:rPr>
                              <m:t>c</m:t>
                            </m:r>
                          </m:sub>
                        </m:sSub>
                      </m:oMath>
                    </m:oMathPara>
                  </a14:m>
                  <a:endParaRPr lang="en-US" sz="1400" dirty="0">
                    <a:solidFill>
                      <a:schemeClr val="tx1"/>
                    </a:solidFill>
                  </a:endParaRPr>
                </a:p>
              </p:txBody>
            </p:sp>
          </mc:Choice>
          <mc:Fallback xmlns="">
            <p:sp>
              <p:nvSpPr>
                <p:cNvPr id="71" name="TextBox 70">
                  <a:extLst>
                    <a:ext uri="{FF2B5EF4-FFF2-40B4-BE49-F238E27FC236}">
                      <a16:creationId xmlns:a16="http://schemas.microsoft.com/office/drawing/2014/main" id="{4BFA4249-25D8-A8E0-A19D-B4C5E1D5BBC3}"/>
                    </a:ext>
                  </a:extLst>
                </p:cNvPr>
                <p:cNvSpPr txBox="1">
                  <a:spLocks noRot="1" noChangeAspect="1" noMove="1" noResize="1" noEditPoints="1" noAdjustHandles="1" noChangeArrowheads="1" noChangeShapeType="1" noTextEdit="1"/>
                </p:cNvSpPr>
                <p:nvPr/>
              </p:nvSpPr>
              <p:spPr>
                <a:xfrm>
                  <a:off x="6042814" y="220866"/>
                  <a:ext cx="507796" cy="307777"/>
                </a:xfrm>
                <a:prstGeom prst="rect">
                  <a:avLst/>
                </a:prstGeom>
                <a:blipFill>
                  <a:blip r:embed="rId4"/>
                  <a:stretch>
                    <a:fillRect b="-24324"/>
                  </a:stretch>
                </a:blipFill>
              </p:spPr>
              <p:txBody>
                <a:bodyPr/>
                <a:lstStyle/>
                <a:p>
                  <a:r>
                    <a:rPr lang="en-US">
                      <a:noFill/>
                    </a:rPr>
                    <a:t> </a:t>
                  </a:r>
                </a:p>
              </p:txBody>
            </p:sp>
          </mc:Fallback>
        </mc:AlternateContent>
        <p:sp>
          <p:nvSpPr>
            <p:cNvPr id="72" name="Oval 71">
              <a:extLst>
                <a:ext uri="{FF2B5EF4-FFF2-40B4-BE49-F238E27FC236}">
                  <a16:creationId xmlns:a16="http://schemas.microsoft.com/office/drawing/2014/main" id="{D6DC48C2-E531-3ADF-D179-F0D50F86E56A}"/>
                </a:ext>
              </a:extLst>
            </p:cNvPr>
            <p:cNvSpPr>
              <a:spLocks noChangeAspect="1"/>
            </p:cNvSpPr>
            <p:nvPr/>
          </p:nvSpPr>
          <p:spPr>
            <a:xfrm>
              <a:off x="6106961" y="1088928"/>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p>
          </p:txBody>
        </p:sp>
        <mc:AlternateContent xmlns:mc="http://schemas.openxmlformats.org/markup-compatibility/2006" xmlns:a14="http://schemas.microsoft.com/office/drawing/2010/main">
          <mc:Choice Requires="a14">
            <p:sp>
              <p:nvSpPr>
                <p:cNvPr id="73" name="TextBox 72">
                  <a:extLst>
                    <a:ext uri="{FF2B5EF4-FFF2-40B4-BE49-F238E27FC236}">
                      <a16:creationId xmlns:a16="http://schemas.microsoft.com/office/drawing/2014/main" id="{FB041CAF-A816-BAF4-8F2B-1EF1F2638DB7}"/>
                    </a:ext>
                  </a:extLst>
                </p:cNvPr>
                <p:cNvSpPr txBox="1"/>
                <p:nvPr/>
              </p:nvSpPr>
              <p:spPr>
                <a:xfrm>
                  <a:off x="6048484" y="1064456"/>
                  <a:ext cx="518558" cy="328103"/>
                </a:xfrm>
                <a:prstGeom prst="rect">
                  <a:avLst/>
                </a:prstGeom>
                <a:noFill/>
              </p:spPr>
              <p:txBody>
                <a:bodyPr wrap="square">
                  <a:spAutoFit/>
                </a:bodyPr>
                <a:lstStyle/>
                <a:p>
                  <a:pPr/>
                  <a14:m>
                    <m:oMathPara xmlns:m="http://schemas.openxmlformats.org/officeDocument/2006/math">
                      <m:oMath>
                        <m:sSub>
                          <m:sSubPr>
                            <m:ctrlPr>
                              <a:rPr lang="de-DE" sz="1400" b="0" i="1" smtClean="0">
                                <a:solidFill>
                                  <a:schemeClr val="bg1"/>
                                </a:solidFill>
                                <a:latin typeface="Cambria Math" panose="02040503050406030204" pitchFamily="18" charset="0"/>
                              </a:rPr>
                            </m:ctrlPr>
                          </m:sSubPr>
                          <m:e>
                            <m:r>
                              <m:rPr>
                                <m:sty m:val="p"/>
                              </m:rPr>
                              <a:rPr lang="de-DE" sz="1400" b="0" i="1" smtClean="0">
                                <a:solidFill>
                                  <a:schemeClr val="bg1"/>
                                </a:solidFill>
                                <a:latin typeface="Cambria Math" panose="02040503050406030204" pitchFamily="18" charset="0"/>
                              </a:rPr>
                              <m:t>r</m:t>
                            </m:r>
                          </m:e>
                          <m:sub>
                            <m:r>
                              <m:rPr>
                                <m:sty m:val="p"/>
                              </m:rPr>
                              <a:rPr lang="de-DE" sz="1400" b="0" i="1" smtClean="0">
                                <a:solidFill>
                                  <a:schemeClr val="bg1"/>
                                </a:solidFill>
                                <a:latin typeface="Cambria Math" panose="02040503050406030204" pitchFamily="18" charset="0"/>
                              </a:rPr>
                              <m:t>Cg</m:t>
                            </m:r>
                          </m:sub>
                        </m:sSub>
                      </m:oMath>
                    </m:oMathPara>
                  </a14:m>
                  <a:endParaRPr lang="en-US" sz="1400" dirty="0">
                    <a:solidFill>
                      <a:schemeClr val="bg1"/>
                    </a:solidFill>
                  </a:endParaRPr>
                </a:p>
              </p:txBody>
            </p:sp>
          </mc:Choice>
          <mc:Fallback xmlns="">
            <p:sp>
              <p:nvSpPr>
                <p:cNvPr id="73" name="TextBox 72">
                  <a:extLst>
                    <a:ext uri="{FF2B5EF4-FFF2-40B4-BE49-F238E27FC236}">
                      <a16:creationId xmlns:a16="http://schemas.microsoft.com/office/drawing/2014/main" id="{FB041CAF-A816-BAF4-8F2B-1EF1F2638DB7}"/>
                    </a:ext>
                  </a:extLst>
                </p:cNvPr>
                <p:cNvSpPr txBox="1">
                  <a:spLocks noRot="1" noChangeAspect="1" noMove="1" noResize="1" noEditPoints="1" noAdjustHandles="1" noChangeArrowheads="1" noChangeShapeType="1" noTextEdit="1"/>
                </p:cNvSpPr>
                <p:nvPr/>
              </p:nvSpPr>
              <p:spPr>
                <a:xfrm>
                  <a:off x="6048484" y="1064456"/>
                  <a:ext cx="518558" cy="328103"/>
                </a:xfrm>
                <a:prstGeom prst="rect">
                  <a:avLst/>
                </a:prstGeom>
                <a:blipFill>
                  <a:blip r:embed="rId5"/>
                  <a:stretch>
                    <a:fillRect b="-4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4" name="TextBox 73">
                  <a:extLst>
                    <a:ext uri="{FF2B5EF4-FFF2-40B4-BE49-F238E27FC236}">
                      <a16:creationId xmlns:a16="http://schemas.microsoft.com/office/drawing/2014/main" id="{D9B20ECB-0893-E88F-718C-23089B120868}"/>
                    </a:ext>
                  </a:extLst>
                </p:cNvPr>
                <p:cNvSpPr txBox="1"/>
                <p:nvPr/>
              </p:nvSpPr>
              <p:spPr>
                <a:xfrm>
                  <a:off x="4902707" y="1099668"/>
                  <a:ext cx="507796" cy="307777"/>
                </a:xfrm>
                <a:prstGeom prst="rect">
                  <a:avLst/>
                </a:prstGeom>
                <a:noFill/>
              </p:spPr>
              <p:txBody>
                <a:bodyPr wrap="square">
                  <a:spAutoFit/>
                </a:bodyPr>
                <a:lstStyle/>
                <a:p>
                  <a:pPr/>
                  <a14:m>
                    <m:oMathPara xmlns:m="http://schemas.openxmlformats.org/officeDocument/2006/math">
                      <m:oMath>
                        <m:sSub>
                          <m:sSubPr>
                            <m:ctrlPr>
                              <a:rPr lang="de-DE" sz="1400" b="0" i="0" smtClean="0">
                                <a:solidFill>
                                  <a:schemeClr val="tx1"/>
                                </a:solidFill>
                                <a:latin typeface="Cambria Math" panose="02040503050406030204" pitchFamily="18" charset="0"/>
                              </a:rPr>
                            </m:ctrlPr>
                          </m:sSubPr>
                          <m:e>
                            <m:r>
                              <m:rPr>
                                <m:sty m:val="p"/>
                              </m:rPr>
                              <a:rPr lang="de-DE" sz="1400" b="0" i="0" smtClean="0">
                                <a:solidFill>
                                  <a:schemeClr val="tx1"/>
                                </a:solidFill>
                                <a:latin typeface="Cambria Math" panose="02040503050406030204" pitchFamily="18" charset="0"/>
                              </a:rPr>
                              <m:t>m</m:t>
                            </m:r>
                          </m:e>
                          <m:sub>
                            <m:r>
                              <m:rPr>
                                <m:sty m:val="p"/>
                              </m:rPr>
                              <a:rPr lang="de-DE" sz="1400" b="0" i="1" smtClean="0">
                                <a:solidFill>
                                  <a:schemeClr val="tx1"/>
                                </a:solidFill>
                                <a:latin typeface="Cambria Math" panose="02040503050406030204" pitchFamily="18" charset="0"/>
                              </a:rPr>
                              <m:t>Cs</m:t>
                            </m:r>
                          </m:sub>
                        </m:sSub>
                      </m:oMath>
                    </m:oMathPara>
                  </a14:m>
                  <a:endParaRPr lang="en-US" sz="1400" dirty="0">
                    <a:solidFill>
                      <a:schemeClr val="tx1"/>
                    </a:solidFill>
                  </a:endParaRPr>
                </a:p>
              </p:txBody>
            </p:sp>
          </mc:Choice>
          <mc:Fallback xmlns="">
            <p:sp>
              <p:nvSpPr>
                <p:cNvPr id="74" name="TextBox 73">
                  <a:extLst>
                    <a:ext uri="{FF2B5EF4-FFF2-40B4-BE49-F238E27FC236}">
                      <a16:creationId xmlns:a16="http://schemas.microsoft.com/office/drawing/2014/main" id="{D9B20ECB-0893-E88F-718C-23089B120868}"/>
                    </a:ext>
                  </a:extLst>
                </p:cNvPr>
                <p:cNvSpPr txBox="1">
                  <a:spLocks noRot="1" noChangeAspect="1" noMove="1" noResize="1" noEditPoints="1" noAdjustHandles="1" noChangeArrowheads="1" noChangeShapeType="1" noTextEdit="1"/>
                </p:cNvSpPr>
                <p:nvPr/>
              </p:nvSpPr>
              <p:spPr>
                <a:xfrm>
                  <a:off x="4902707" y="1099668"/>
                  <a:ext cx="507796" cy="307777"/>
                </a:xfrm>
                <a:prstGeom prst="rect">
                  <a:avLst/>
                </a:prstGeom>
                <a:blipFill>
                  <a:blip r:embed="rId6"/>
                  <a:stretch>
                    <a:fillRect r="-12903" b="-26316"/>
                  </a:stretch>
                </a:blipFill>
              </p:spPr>
              <p:txBody>
                <a:bodyPr/>
                <a:lstStyle/>
                <a:p>
                  <a:r>
                    <a:rPr lang="en-US">
                      <a:noFill/>
                    </a:rPr>
                    <a:t> </a:t>
                  </a:r>
                </a:p>
              </p:txBody>
            </p:sp>
          </mc:Fallback>
        </mc:AlternateContent>
        <p:sp>
          <p:nvSpPr>
            <p:cNvPr id="75" name="Oval 74">
              <a:extLst>
                <a:ext uri="{FF2B5EF4-FFF2-40B4-BE49-F238E27FC236}">
                  <a16:creationId xmlns:a16="http://schemas.microsoft.com/office/drawing/2014/main" id="{BB1CB6A3-CA18-AEC6-19AF-F66A7117BE30}"/>
                </a:ext>
              </a:extLst>
            </p:cNvPr>
            <p:cNvSpPr>
              <a:spLocks noChangeAspect="1"/>
            </p:cNvSpPr>
            <p:nvPr/>
          </p:nvSpPr>
          <p:spPr>
            <a:xfrm>
              <a:off x="4972754" y="1905482"/>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p>
          </p:txBody>
        </p:sp>
        <mc:AlternateContent xmlns:mc="http://schemas.openxmlformats.org/markup-compatibility/2006" xmlns:a14="http://schemas.microsoft.com/office/drawing/2010/main">
          <mc:Choice Requires="a14">
            <p:sp>
              <p:nvSpPr>
                <p:cNvPr id="76" name="TextBox 75">
                  <a:extLst>
                    <a:ext uri="{FF2B5EF4-FFF2-40B4-BE49-F238E27FC236}">
                      <a16:creationId xmlns:a16="http://schemas.microsoft.com/office/drawing/2014/main" id="{9EE032CF-5B46-F053-776F-540457328E44}"/>
                    </a:ext>
                  </a:extLst>
                </p:cNvPr>
                <p:cNvSpPr txBox="1"/>
                <p:nvPr/>
              </p:nvSpPr>
              <p:spPr>
                <a:xfrm>
                  <a:off x="4917219" y="1870160"/>
                  <a:ext cx="518558" cy="307777"/>
                </a:xfrm>
                <a:prstGeom prst="rect">
                  <a:avLst/>
                </a:prstGeom>
                <a:noFill/>
              </p:spPr>
              <p:txBody>
                <a:bodyPr wrap="square">
                  <a:spAutoFit/>
                </a:bodyPr>
                <a:lstStyle/>
                <a:p>
                  <a:pPr/>
                  <a14:m>
                    <m:oMathPara xmlns:m="http://schemas.openxmlformats.org/officeDocument/2006/math">
                      <m:oMath>
                        <m:sSub>
                          <m:sSubPr>
                            <m:ctrlPr>
                              <a:rPr lang="de-DE" sz="1400" b="0" i="1" smtClean="0">
                                <a:solidFill>
                                  <a:schemeClr val="bg1"/>
                                </a:solidFill>
                                <a:latin typeface="Cambria Math" panose="02040503050406030204" pitchFamily="18" charset="0"/>
                              </a:rPr>
                            </m:ctrlPr>
                          </m:sSubPr>
                          <m:e>
                            <m:r>
                              <m:rPr>
                                <m:sty m:val="p"/>
                              </m:rPr>
                              <a:rPr lang="de-DE" sz="1400" b="0" i="1" smtClean="0">
                                <a:solidFill>
                                  <a:schemeClr val="bg1"/>
                                </a:solidFill>
                                <a:latin typeface="Cambria Math" panose="02040503050406030204" pitchFamily="18" charset="0"/>
                              </a:rPr>
                              <m:t>r</m:t>
                            </m:r>
                          </m:e>
                          <m:sub>
                            <m:r>
                              <m:rPr>
                                <m:sty m:val="p"/>
                              </m:rPr>
                              <a:rPr lang="de-DE" sz="1400" b="0" i="1" smtClean="0">
                                <a:solidFill>
                                  <a:schemeClr val="bg1"/>
                                </a:solidFill>
                                <a:latin typeface="Cambria Math" panose="02040503050406030204" pitchFamily="18" charset="0"/>
                              </a:rPr>
                              <m:t>Cr</m:t>
                            </m:r>
                          </m:sub>
                        </m:sSub>
                      </m:oMath>
                    </m:oMathPara>
                  </a14:m>
                  <a:endParaRPr lang="en-US" sz="1400" dirty="0">
                    <a:solidFill>
                      <a:schemeClr val="bg1"/>
                    </a:solidFill>
                  </a:endParaRPr>
                </a:p>
              </p:txBody>
            </p:sp>
          </mc:Choice>
          <mc:Fallback xmlns="">
            <p:sp>
              <p:nvSpPr>
                <p:cNvPr id="76" name="TextBox 75">
                  <a:extLst>
                    <a:ext uri="{FF2B5EF4-FFF2-40B4-BE49-F238E27FC236}">
                      <a16:creationId xmlns:a16="http://schemas.microsoft.com/office/drawing/2014/main" id="{9EE032CF-5B46-F053-776F-540457328E44}"/>
                    </a:ext>
                  </a:extLst>
                </p:cNvPr>
                <p:cNvSpPr txBox="1">
                  <a:spLocks noRot="1" noChangeAspect="1" noMove="1" noResize="1" noEditPoints="1" noAdjustHandles="1" noChangeArrowheads="1" noChangeShapeType="1" noTextEdit="1"/>
                </p:cNvSpPr>
                <p:nvPr/>
              </p:nvSpPr>
              <p:spPr>
                <a:xfrm>
                  <a:off x="4917219" y="1870160"/>
                  <a:ext cx="518558" cy="307777"/>
                </a:xfrm>
                <a:prstGeom prst="rect">
                  <a:avLst/>
                </a:prstGeom>
                <a:blipFill>
                  <a:blip r:embed="rId7"/>
                  <a:stretch>
                    <a:fillRect b="-29730"/>
                  </a:stretch>
                </a:blipFill>
              </p:spPr>
              <p:txBody>
                <a:bodyPr/>
                <a:lstStyle/>
                <a:p>
                  <a:r>
                    <a:rPr lang="en-US">
                      <a:noFill/>
                    </a:rPr>
                    <a:t> </a:t>
                  </a:r>
                </a:p>
              </p:txBody>
            </p:sp>
          </mc:Fallback>
        </mc:AlternateContent>
        <p:cxnSp>
          <p:nvCxnSpPr>
            <p:cNvPr id="77" name="Straight Arrow Connector 76">
              <a:extLst>
                <a:ext uri="{FF2B5EF4-FFF2-40B4-BE49-F238E27FC236}">
                  <a16:creationId xmlns:a16="http://schemas.microsoft.com/office/drawing/2014/main" id="{590D1242-9286-2773-F34B-3633D66A5B2A}"/>
                </a:ext>
              </a:extLst>
            </p:cNvPr>
            <p:cNvCxnSpPr>
              <a:cxnSpLocks/>
              <a:endCxn id="69" idx="3"/>
            </p:cNvCxnSpPr>
            <p:nvPr/>
          </p:nvCxnSpPr>
          <p:spPr>
            <a:xfrm flipV="1">
              <a:off x="4121730" y="721164"/>
              <a:ext cx="878271" cy="488885"/>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80" name="Straight Arrow Connector 79">
              <a:extLst>
                <a:ext uri="{FF2B5EF4-FFF2-40B4-BE49-F238E27FC236}">
                  <a16:creationId xmlns:a16="http://schemas.microsoft.com/office/drawing/2014/main" id="{973803C9-B91A-6957-A91E-7AFF643CFC2F}"/>
                </a:ext>
              </a:extLst>
            </p:cNvPr>
            <p:cNvCxnSpPr>
              <a:cxnSpLocks/>
              <a:endCxn id="75" idx="1"/>
            </p:cNvCxnSpPr>
            <p:nvPr/>
          </p:nvCxnSpPr>
          <p:spPr>
            <a:xfrm>
              <a:off x="4125152" y="1214911"/>
              <a:ext cx="903459" cy="746428"/>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84" name="Straight Arrow Connector 83">
              <a:extLst>
                <a:ext uri="{FF2B5EF4-FFF2-40B4-BE49-F238E27FC236}">
                  <a16:creationId xmlns:a16="http://schemas.microsoft.com/office/drawing/2014/main" id="{8ACA308E-FF70-04EE-EFE4-88D7DE9283C2}"/>
                </a:ext>
              </a:extLst>
            </p:cNvPr>
            <p:cNvCxnSpPr>
              <a:cxnSpLocks/>
              <a:stCxn id="74" idx="3"/>
              <a:endCxn id="72" idx="2"/>
            </p:cNvCxnSpPr>
            <p:nvPr/>
          </p:nvCxnSpPr>
          <p:spPr>
            <a:xfrm>
              <a:off x="5410503" y="1253557"/>
              <a:ext cx="696458" cy="26079"/>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88" name="Straight Arrow Connector 87">
              <a:extLst>
                <a:ext uri="{FF2B5EF4-FFF2-40B4-BE49-F238E27FC236}">
                  <a16:creationId xmlns:a16="http://schemas.microsoft.com/office/drawing/2014/main" id="{01D60881-DC29-B534-FC45-52488BEAE9AF}"/>
                </a:ext>
              </a:extLst>
            </p:cNvPr>
            <p:cNvCxnSpPr>
              <a:cxnSpLocks/>
              <a:stCxn id="74" idx="2"/>
              <a:endCxn id="75" idx="0"/>
            </p:cNvCxnSpPr>
            <p:nvPr/>
          </p:nvCxnSpPr>
          <p:spPr>
            <a:xfrm>
              <a:off x="5156605" y="1407445"/>
              <a:ext cx="6856" cy="498037"/>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6" name="Straight Arrow Connector 95">
              <a:extLst>
                <a:ext uri="{FF2B5EF4-FFF2-40B4-BE49-F238E27FC236}">
                  <a16:creationId xmlns:a16="http://schemas.microsoft.com/office/drawing/2014/main" id="{E0472F6F-AF05-73F9-3A88-A70881009A89}"/>
                </a:ext>
              </a:extLst>
            </p:cNvPr>
            <p:cNvCxnSpPr>
              <a:cxnSpLocks/>
              <a:stCxn id="69" idx="6"/>
            </p:cNvCxnSpPr>
            <p:nvPr/>
          </p:nvCxnSpPr>
          <p:spPr>
            <a:xfrm>
              <a:off x="5325558" y="586314"/>
              <a:ext cx="2460842" cy="10275"/>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9" name="Straight Arrow Connector 98">
              <a:extLst>
                <a:ext uri="{FF2B5EF4-FFF2-40B4-BE49-F238E27FC236}">
                  <a16:creationId xmlns:a16="http://schemas.microsoft.com/office/drawing/2014/main" id="{C94F6114-0C07-A5B3-AAA2-9D079115A70C}"/>
                </a:ext>
              </a:extLst>
            </p:cNvPr>
            <p:cNvCxnSpPr>
              <a:cxnSpLocks/>
              <a:stCxn id="71" idx="2"/>
              <a:endCxn id="72" idx="0"/>
            </p:cNvCxnSpPr>
            <p:nvPr/>
          </p:nvCxnSpPr>
          <p:spPr>
            <a:xfrm>
              <a:off x="6296712" y="528643"/>
              <a:ext cx="956" cy="560285"/>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sp>
          <p:nvSpPr>
            <p:cNvPr id="102" name="Rectangle 101">
              <a:extLst>
                <a:ext uri="{FF2B5EF4-FFF2-40B4-BE49-F238E27FC236}">
                  <a16:creationId xmlns:a16="http://schemas.microsoft.com/office/drawing/2014/main" id="{F08BAEBA-73E8-47F6-862A-D52691DEBB14}"/>
                </a:ext>
              </a:extLst>
            </p:cNvPr>
            <p:cNvSpPr/>
            <p:nvPr/>
          </p:nvSpPr>
          <p:spPr>
            <a:xfrm>
              <a:off x="4449950" y="9135"/>
              <a:ext cx="2873133" cy="2407763"/>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103" name="TextBox 102">
              <a:extLst>
                <a:ext uri="{FF2B5EF4-FFF2-40B4-BE49-F238E27FC236}">
                  <a16:creationId xmlns:a16="http://schemas.microsoft.com/office/drawing/2014/main" id="{62920FC2-DAEE-9AA7-3E04-723416D8968C}"/>
                </a:ext>
              </a:extLst>
            </p:cNvPr>
            <p:cNvSpPr txBox="1"/>
            <p:nvPr/>
          </p:nvSpPr>
          <p:spPr>
            <a:xfrm>
              <a:off x="4449950" y="-6886"/>
              <a:ext cx="1377237" cy="276999"/>
            </a:xfrm>
            <a:prstGeom prst="rect">
              <a:avLst/>
            </a:prstGeom>
            <a:noFill/>
          </p:spPr>
          <p:txBody>
            <a:bodyPr wrap="none" rtlCol="0">
              <a:spAutoFit/>
            </a:bodyPr>
            <a:lstStyle/>
            <a:p>
              <a:r>
                <a:rPr lang="en-US" sz="1200" dirty="0"/>
                <a:t>Chemical counter</a:t>
              </a:r>
            </a:p>
          </p:txBody>
        </p:sp>
        <mc:AlternateContent xmlns:mc="http://schemas.openxmlformats.org/markup-compatibility/2006" xmlns:a14="http://schemas.microsoft.com/office/drawing/2010/main">
          <mc:Choice Requires="a14">
            <p:sp>
              <p:nvSpPr>
                <p:cNvPr id="67" name="TextBox 66">
                  <a:extLst>
                    <a:ext uri="{FF2B5EF4-FFF2-40B4-BE49-F238E27FC236}">
                      <a16:creationId xmlns:a16="http://schemas.microsoft.com/office/drawing/2014/main" id="{69E670DA-9B0E-7BF8-9096-FC0DC2CA92AD}"/>
                    </a:ext>
                  </a:extLst>
                </p:cNvPr>
                <p:cNvSpPr txBox="1"/>
                <p:nvPr/>
              </p:nvSpPr>
              <p:spPr>
                <a:xfrm>
                  <a:off x="0" y="1346255"/>
                  <a:ext cx="503086" cy="307777"/>
                </a:xfrm>
                <a:prstGeom prst="rect">
                  <a:avLst/>
                </a:prstGeom>
                <a:noFill/>
              </p:spPr>
              <p:txBody>
                <a:bodyPr wrap="none" rtlCol="0">
                  <a:spAutoFit/>
                </a:bodyPr>
                <a:lstStyle/>
                <a:p>
                  <a:pPr/>
                  <a14:m>
                    <m:oMathPara xmlns:m="http://schemas.openxmlformats.org/officeDocument/2006/math">
                      <m:oMath>
                        <m:sSub>
                          <m:sSubPr>
                            <m:ctrlPr>
                              <a:rPr lang="de-DE" sz="1400" b="0" i="1" smtClean="0">
                                <a:latin typeface="Cambria Math" panose="02040503050406030204" pitchFamily="18" charset="0"/>
                              </a:rPr>
                            </m:ctrlPr>
                          </m:sSubPr>
                          <m:e>
                            <m:r>
                              <m:rPr>
                                <m:sty m:val="p"/>
                              </m:rPr>
                              <a:rPr lang="de-DE" sz="1400" b="0" i="1" smtClean="0">
                                <a:latin typeface="Cambria Math" panose="02040503050406030204" pitchFamily="18" charset="0"/>
                              </a:rPr>
                              <m:t>m</m:t>
                            </m:r>
                          </m:e>
                          <m:sub>
                            <m:r>
                              <m:rPr>
                                <m:sty m:val="p"/>
                              </m:rPr>
                              <a:rPr lang="de-DE" sz="1400" b="0" i="1" smtClean="0">
                                <a:latin typeface="Cambria Math" panose="02040503050406030204" pitchFamily="18" charset="0"/>
                              </a:rPr>
                              <m:t>in</m:t>
                            </m:r>
                          </m:sub>
                        </m:sSub>
                      </m:oMath>
                    </m:oMathPara>
                  </a14:m>
                  <a:endParaRPr lang="en-US" sz="1400" dirty="0"/>
                </a:p>
              </p:txBody>
            </p:sp>
          </mc:Choice>
          <mc:Fallback xmlns="">
            <p:sp>
              <p:nvSpPr>
                <p:cNvPr id="67" name="TextBox 66">
                  <a:extLst>
                    <a:ext uri="{FF2B5EF4-FFF2-40B4-BE49-F238E27FC236}">
                      <a16:creationId xmlns:a16="http://schemas.microsoft.com/office/drawing/2014/main" id="{69E670DA-9B0E-7BF8-9096-FC0DC2CA92AD}"/>
                    </a:ext>
                  </a:extLst>
                </p:cNvPr>
                <p:cNvSpPr txBox="1">
                  <a:spLocks noRot="1" noChangeAspect="1" noMove="1" noResize="1" noEditPoints="1" noAdjustHandles="1" noChangeArrowheads="1" noChangeShapeType="1" noTextEdit="1"/>
                </p:cNvSpPr>
                <p:nvPr/>
              </p:nvSpPr>
              <p:spPr>
                <a:xfrm>
                  <a:off x="0" y="1346255"/>
                  <a:ext cx="503086" cy="307777"/>
                </a:xfrm>
                <a:prstGeom prst="rect">
                  <a:avLst/>
                </a:prstGeom>
                <a:blipFill>
                  <a:blip r:embed="rId8"/>
                  <a:stretch>
                    <a:fillRect r="-9836" b="-29730"/>
                  </a:stretch>
                </a:blipFill>
              </p:spPr>
              <p:txBody>
                <a:bodyPr/>
                <a:lstStyle/>
                <a:p>
                  <a:r>
                    <a:rPr lang="en-US">
                      <a:noFill/>
                    </a:rPr>
                    <a:t> </a:t>
                  </a:r>
                </a:p>
              </p:txBody>
            </p:sp>
          </mc:Fallback>
        </mc:AlternateContent>
        <p:sp>
          <p:nvSpPr>
            <p:cNvPr id="78" name="Rectangle 77">
              <a:extLst>
                <a:ext uri="{FF2B5EF4-FFF2-40B4-BE49-F238E27FC236}">
                  <a16:creationId xmlns:a16="http://schemas.microsoft.com/office/drawing/2014/main" id="{9F3EA353-9B2F-C8DA-CD80-D144EBF227D3}"/>
                </a:ext>
              </a:extLst>
            </p:cNvPr>
            <p:cNvSpPr/>
            <p:nvPr/>
          </p:nvSpPr>
          <p:spPr>
            <a:xfrm>
              <a:off x="813764" y="212548"/>
              <a:ext cx="2873133" cy="2222154"/>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79" name="TextBox 78">
              <a:extLst>
                <a:ext uri="{FF2B5EF4-FFF2-40B4-BE49-F238E27FC236}">
                  <a16:creationId xmlns:a16="http://schemas.microsoft.com/office/drawing/2014/main" id="{B6F3A957-56C0-A68B-2F53-FBAC3F2B9380}"/>
                </a:ext>
              </a:extLst>
            </p:cNvPr>
            <p:cNvSpPr txBox="1"/>
            <p:nvPr/>
          </p:nvSpPr>
          <p:spPr>
            <a:xfrm>
              <a:off x="787440" y="212547"/>
              <a:ext cx="1068178" cy="461665"/>
            </a:xfrm>
            <a:prstGeom prst="rect">
              <a:avLst/>
            </a:prstGeom>
            <a:noFill/>
          </p:spPr>
          <p:txBody>
            <a:bodyPr wrap="none" rtlCol="0">
              <a:spAutoFit/>
            </a:bodyPr>
            <a:lstStyle/>
            <a:p>
              <a:r>
                <a:rPr lang="en-US" sz="1200" dirty="0"/>
                <a:t>Chemical</a:t>
              </a:r>
              <a:br>
                <a:rPr lang="en-US" sz="1200" dirty="0"/>
              </a:br>
              <a:r>
                <a:rPr lang="en-US" sz="1200" dirty="0"/>
                <a:t>Differentiator</a:t>
              </a:r>
            </a:p>
          </p:txBody>
        </p:sp>
        <p:sp>
          <p:nvSpPr>
            <p:cNvPr id="81" name="Oval 80">
              <a:extLst>
                <a:ext uri="{FF2B5EF4-FFF2-40B4-BE49-F238E27FC236}">
                  <a16:creationId xmlns:a16="http://schemas.microsoft.com/office/drawing/2014/main" id="{725E955B-AFCF-05D5-9C7F-4848E25670AB}"/>
                </a:ext>
              </a:extLst>
            </p:cNvPr>
            <p:cNvSpPr>
              <a:spLocks noChangeAspect="1"/>
            </p:cNvSpPr>
            <p:nvPr/>
          </p:nvSpPr>
          <p:spPr>
            <a:xfrm>
              <a:off x="1051699" y="1000942"/>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p>
          </p:txBody>
        </p:sp>
        <mc:AlternateContent xmlns:mc="http://schemas.openxmlformats.org/markup-compatibility/2006" xmlns:a14="http://schemas.microsoft.com/office/drawing/2010/main">
          <mc:Choice Requires="a14">
            <p:sp>
              <p:nvSpPr>
                <p:cNvPr id="82" name="TextBox 81">
                  <a:extLst>
                    <a:ext uri="{FF2B5EF4-FFF2-40B4-BE49-F238E27FC236}">
                      <a16:creationId xmlns:a16="http://schemas.microsoft.com/office/drawing/2014/main" id="{1D6B309C-03E1-2CE7-2B0B-5A3676D96D8D}"/>
                    </a:ext>
                  </a:extLst>
                </p:cNvPr>
                <p:cNvSpPr txBox="1"/>
                <p:nvPr/>
              </p:nvSpPr>
              <p:spPr>
                <a:xfrm>
                  <a:off x="996672" y="976786"/>
                  <a:ext cx="518558" cy="307777"/>
                </a:xfrm>
                <a:prstGeom prst="rect">
                  <a:avLst/>
                </a:prstGeom>
                <a:noFill/>
              </p:spPr>
              <p:txBody>
                <a:bodyPr wrap="square">
                  <a:spAutoFit/>
                </a:bodyPr>
                <a:lstStyle/>
                <a:p>
                  <a:pPr/>
                  <a14:m>
                    <m:oMathPara xmlns:m="http://schemas.openxmlformats.org/officeDocument/2006/math">
                      <m:oMath>
                        <m:sSub>
                          <m:sSubPr>
                            <m:ctrlPr>
                              <a:rPr lang="de-DE" sz="1400" b="0" i="1" smtClean="0">
                                <a:solidFill>
                                  <a:schemeClr val="bg1"/>
                                </a:solidFill>
                                <a:latin typeface="Cambria Math" panose="02040503050406030204" pitchFamily="18" charset="0"/>
                              </a:rPr>
                            </m:ctrlPr>
                          </m:sSubPr>
                          <m:e>
                            <m:r>
                              <m:rPr>
                                <m:sty m:val="p"/>
                              </m:rPr>
                              <a:rPr lang="de-DE" sz="1400" b="0" i="1" smtClean="0">
                                <a:solidFill>
                                  <a:schemeClr val="bg1"/>
                                </a:solidFill>
                                <a:latin typeface="Cambria Math" panose="02040503050406030204" pitchFamily="18" charset="0"/>
                              </a:rPr>
                              <m:t>r</m:t>
                            </m:r>
                          </m:e>
                          <m:sub>
                            <m:r>
                              <m:rPr>
                                <m:sty m:val="p"/>
                              </m:rPr>
                              <a:rPr lang="de-DE" sz="1400" b="0" i="1" smtClean="0">
                                <a:solidFill>
                                  <a:schemeClr val="bg1"/>
                                </a:solidFill>
                                <a:latin typeface="Cambria Math" panose="02040503050406030204" pitchFamily="18" charset="0"/>
                              </a:rPr>
                              <m:t>Df</m:t>
                            </m:r>
                          </m:sub>
                        </m:sSub>
                      </m:oMath>
                    </m:oMathPara>
                  </a14:m>
                  <a:endParaRPr lang="en-US" sz="1400" dirty="0">
                    <a:solidFill>
                      <a:schemeClr val="bg1"/>
                    </a:solidFill>
                  </a:endParaRPr>
                </a:p>
              </p:txBody>
            </p:sp>
          </mc:Choice>
          <mc:Fallback xmlns="">
            <p:sp>
              <p:nvSpPr>
                <p:cNvPr id="82" name="TextBox 81">
                  <a:extLst>
                    <a:ext uri="{FF2B5EF4-FFF2-40B4-BE49-F238E27FC236}">
                      <a16:creationId xmlns:a16="http://schemas.microsoft.com/office/drawing/2014/main" id="{1D6B309C-03E1-2CE7-2B0B-5A3676D96D8D}"/>
                    </a:ext>
                  </a:extLst>
                </p:cNvPr>
                <p:cNvSpPr txBox="1">
                  <a:spLocks noRot="1" noChangeAspect="1" noMove="1" noResize="1" noEditPoints="1" noAdjustHandles="1" noChangeArrowheads="1" noChangeShapeType="1" noTextEdit="1"/>
                </p:cNvSpPr>
                <p:nvPr/>
              </p:nvSpPr>
              <p:spPr>
                <a:xfrm>
                  <a:off x="996672" y="976786"/>
                  <a:ext cx="518558" cy="307777"/>
                </a:xfrm>
                <a:prstGeom prst="rect">
                  <a:avLst/>
                </a:prstGeom>
                <a:blipFill>
                  <a:blip r:embed="rId9"/>
                  <a:stretch>
                    <a:fillRect b="-28947"/>
                  </a:stretch>
                </a:blipFill>
              </p:spPr>
              <p:txBody>
                <a:bodyPr/>
                <a:lstStyle/>
                <a:p>
                  <a:r>
                    <a:rPr lang="en-US">
                      <a:noFill/>
                    </a:rPr>
                    <a:t> </a:t>
                  </a:r>
                </a:p>
              </p:txBody>
            </p:sp>
          </mc:Fallback>
        </mc:AlternateContent>
        <p:sp>
          <p:nvSpPr>
            <p:cNvPr id="83" name="Oval 82">
              <a:extLst>
                <a:ext uri="{FF2B5EF4-FFF2-40B4-BE49-F238E27FC236}">
                  <a16:creationId xmlns:a16="http://schemas.microsoft.com/office/drawing/2014/main" id="{4709A2A7-C00E-0DC9-B4B4-8C2560E1CD01}"/>
                </a:ext>
              </a:extLst>
            </p:cNvPr>
            <p:cNvSpPr>
              <a:spLocks noChangeAspect="1"/>
            </p:cNvSpPr>
            <p:nvPr/>
          </p:nvSpPr>
          <p:spPr>
            <a:xfrm>
              <a:off x="1155180" y="1894298"/>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p>
          </p:txBody>
        </p:sp>
        <mc:AlternateContent xmlns:mc="http://schemas.openxmlformats.org/markup-compatibility/2006" xmlns:a14="http://schemas.microsoft.com/office/drawing/2010/main">
          <mc:Choice Requires="a14">
            <p:sp>
              <p:nvSpPr>
                <p:cNvPr id="85" name="TextBox 84">
                  <a:extLst>
                    <a:ext uri="{FF2B5EF4-FFF2-40B4-BE49-F238E27FC236}">
                      <a16:creationId xmlns:a16="http://schemas.microsoft.com/office/drawing/2014/main" id="{31F8FA4F-C7E1-44F9-049F-3A56804BC635}"/>
                    </a:ext>
                  </a:extLst>
                </p:cNvPr>
                <p:cNvSpPr txBox="1"/>
                <p:nvPr/>
              </p:nvSpPr>
              <p:spPr>
                <a:xfrm>
                  <a:off x="1097393" y="1886274"/>
                  <a:ext cx="518558" cy="307777"/>
                </a:xfrm>
                <a:prstGeom prst="rect">
                  <a:avLst/>
                </a:prstGeom>
                <a:noFill/>
              </p:spPr>
              <p:txBody>
                <a:bodyPr wrap="square">
                  <a:spAutoFit/>
                </a:bodyPr>
                <a:lstStyle/>
                <a:p>
                  <a:pPr/>
                  <a14:m>
                    <m:oMathPara xmlns:m="http://schemas.openxmlformats.org/officeDocument/2006/math">
                      <m:oMath>
                        <m:sSub>
                          <m:sSubPr>
                            <m:ctrlPr>
                              <a:rPr lang="de-DE" sz="1400" b="0" i="1" smtClean="0">
                                <a:solidFill>
                                  <a:schemeClr val="bg1"/>
                                </a:solidFill>
                                <a:latin typeface="Cambria Math" panose="02040503050406030204" pitchFamily="18" charset="0"/>
                              </a:rPr>
                            </m:ctrlPr>
                          </m:sSubPr>
                          <m:e>
                            <m:r>
                              <m:rPr>
                                <m:sty m:val="p"/>
                              </m:rPr>
                              <a:rPr lang="de-DE" sz="1400" b="0" i="1" smtClean="0">
                                <a:solidFill>
                                  <a:schemeClr val="bg1"/>
                                </a:solidFill>
                                <a:latin typeface="Cambria Math" panose="02040503050406030204" pitchFamily="18" charset="0"/>
                              </a:rPr>
                              <m:t>r</m:t>
                            </m:r>
                          </m:e>
                          <m:sub>
                            <m:r>
                              <m:rPr>
                                <m:sty m:val="p"/>
                              </m:rPr>
                              <a:rPr lang="de-DE" sz="1400" b="0" i="1" smtClean="0">
                                <a:solidFill>
                                  <a:schemeClr val="bg1"/>
                                </a:solidFill>
                                <a:latin typeface="Cambria Math" panose="02040503050406030204" pitchFamily="18" charset="0"/>
                              </a:rPr>
                              <m:t>Ds</m:t>
                            </m:r>
                          </m:sub>
                        </m:sSub>
                      </m:oMath>
                    </m:oMathPara>
                  </a14:m>
                  <a:endParaRPr lang="en-US" sz="1400" dirty="0">
                    <a:solidFill>
                      <a:schemeClr val="bg1"/>
                    </a:solidFill>
                  </a:endParaRPr>
                </a:p>
              </p:txBody>
            </p:sp>
          </mc:Choice>
          <mc:Fallback xmlns="">
            <p:sp>
              <p:nvSpPr>
                <p:cNvPr id="85" name="TextBox 84">
                  <a:extLst>
                    <a:ext uri="{FF2B5EF4-FFF2-40B4-BE49-F238E27FC236}">
                      <a16:creationId xmlns:a16="http://schemas.microsoft.com/office/drawing/2014/main" id="{31F8FA4F-C7E1-44F9-049F-3A56804BC635}"/>
                    </a:ext>
                  </a:extLst>
                </p:cNvPr>
                <p:cNvSpPr txBox="1">
                  <a:spLocks noRot="1" noChangeAspect="1" noMove="1" noResize="1" noEditPoints="1" noAdjustHandles="1" noChangeArrowheads="1" noChangeShapeType="1" noTextEdit="1"/>
                </p:cNvSpPr>
                <p:nvPr/>
              </p:nvSpPr>
              <p:spPr>
                <a:xfrm>
                  <a:off x="1097393" y="1886274"/>
                  <a:ext cx="518558" cy="307777"/>
                </a:xfrm>
                <a:prstGeom prst="rect">
                  <a:avLst/>
                </a:prstGeom>
                <a:blipFill>
                  <a:blip r:embed="rId10"/>
                  <a:stretch>
                    <a:fillRect b="-29730"/>
                  </a:stretch>
                </a:blipFill>
              </p:spPr>
              <p:txBody>
                <a:bodyPr/>
                <a:lstStyle/>
                <a:p>
                  <a:r>
                    <a:rPr lang="en-US">
                      <a:noFill/>
                    </a:rPr>
                    <a:t> </a:t>
                  </a:r>
                </a:p>
              </p:txBody>
            </p:sp>
          </mc:Fallback>
        </mc:AlternateContent>
        <p:sp>
          <p:nvSpPr>
            <p:cNvPr id="86" name="Oval 85">
              <a:extLst>
                <a:ext uri="{FF2B5EF4-FFF2-40B4-BE49-F238E27FC236}">
                  <a16:creationId xmlns:a16="http://schemas.microsoft.com/office/drawing/2014/main" id="{7752287E-1ED5-3D6F-4511-1F9FED94C7EE}"/>
                </a:ext>
              </a:extLst>
            </p:cNvPr>
            <p:cNvSpPr>
              <a:spLocks noChangeAspect="1"/>
            </p:cNvSpPr>
            <p:nvPr/>
          </p:nvSpPr>
          <p:spPr>
            <a:xfrm>
              <a:off x="2221387" y="1004799"/>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p>
          </p:txBody>
        </p:sp>
        <mc:AlternateContent xmlns:mc="http://schemas.openxmlformats.org/markup-compatibility/2006" xmlns:a14="http://schemas.microsoft.com/office/drawing/2010/main">
          <mc:Choice Requires="a14">
            <p:sp>
              <p:nvSpPr>
                <p:cNvPr id="87" name="TextBox 86">
                  <a:extLst>
                    <a:ext uri="{FF2B5EF4-FFF2-40B4-BE49-F238E27FC236}">
                      <a16:creationId xmlns:a16="http://schemas.microsoft.com/office/drawing/2014/main" id="{FB0B380F-61AA-179B-F796-E230F23D1BE4}"/>
                    </a:ext>
                  </a:extLst>
                </p:cNvPr>
                <p:cNvSpPr txBox="1"/>
                <p:nvPr/>
              </p:nvSpPr>
              <p:spPr>
                <a:xfrm>
                  <a:off x="2166526" y="976223"/>
                  <a:ext cx="518558" cy="326949"/>
                </a:xfrm>
                <a:prstGeom prst="rect">
                  <a:avLst/>
                </a:prstGeom>
                <a:noFill/>
              </p:spPr>
              <p:txBody>
                <a:bodyPr wrap="square">
                  <a:spAutoFit/>
                </a:bodyPr>
                <a:lstStyle/>
                <a:p>
                  <a:pPr/>
                  <a14:m>
                    <m:oMathPara xmlns:m="http://schemas.openxmlformats.org/officeDocument/2006/math">
                      <m:oMath>
                        <m:sSub>
                          <m:sSubPr>
                            <m:ctrlPr>
                              <a:rPr lang="de-DE" sz="1400" b="0" i="1" smtClean="0">
                                <a:solidFill>
                                  <a:schemeClr val="bg1"/>
                                </a:solidFill>
                                <a:latin typeface="Cambria Math" panose="02040503050406030204" pitchFamily="18" charset="0"/>
                              </a:rPr>
                            </m:ctrlPr>
                          </m:sSubPr>
                          <m:e>
                            <m:r>
                              <m:rPr>
                                <m:sty m:val="p"/>
                              </m:rPr>
                              <a:rPr lang="de-DE" sz="1400" b="0" i="1" smtClean="0">
                                <a:solidFill>
                                  <a:schemeClr val="bg1"/>
                                </a:solidFill>
                                <a:latin typeface="Cambria Math" panose="02040503050406030204" pitchFamily="18" charset="0"/>
                              </a:rPr>
                              <m:t>r</m:t>
                            </m:r>
                          </m:e>
                          <m:sub>
                            <m:r>
                              <m:rPr>
                                <m:sty m:val="p"/>
                              </m:rPr>
                              <a:rPr lang="de-DE" sz="1400" b="0" i="1" smtClean="0">
                                <a:solidFill>
                                  <a:schemeClr val="bg1"/>
                                </a:solidFill>
                                <a:latin typeface="Cambria Math" panose="02040503050406030204" pitchFamily="18" charset="0"/>
                              </a:rPr>
                              <m:t>Dp</m:t>
                            </m:r>
                          </m:sub>
                        </m:sSub>
                      </m:oMath>
                    </m:oMathPara>
                  </a14:m>
                  <a:endParaRPr lang="en-US" sz="1400" dirty="0">
                    <a:solidFill>
                      <a:schemeClr val="bg1"/>
                    </a:solidFill>
                  </a:endParaRPr>
                </a:p>
              </p:txBody>
            </p:sp>
          </mc:Choice>
          <mc:Fallback xmlns="">
            <p:sp>
              <p:nvSpPr>
                <p:cNvPr id="87" name="TextBox 86">
                  <a:extLst>
                    <a:ext uri="{FF2B5EF4-FFF2-40B4-BE49-F238E27FC236}">
                      <a16:creationId xmlns:a16="http://schemas.microsoft.com/office/drawing/2014/main" id="{FB0B380F-61AA-179B-F796-E230F23D1BE4}"/>
                    </a:ext>
                  </a:extLst>
                </p:cNvPr>
                <p:cNvSpPr txBox="1">
                  <a:spLocks noRot="1" noChangeAspect="1" noMove="1" noResize="1" noEditPoints="1" noAdjustHandles="1" noChangeArrowheads="1" noChangeShapeType="1" noTextEdit="1"/>
                </p:cNvSpPr>
                <p:nvPr/>
              </p:nvSpPr>
              <p:spPr>
                <a:xfrm>
                  <a:off x="2166526" y="976223"/>
                  <a:ext cx="518558" cy="326949"/>
                </a:xfrm>
                <a:prstGeom prst="rect">
                  <a:avLst/>
                </a:prstGeom>
                <a:blipFill>
                  <a:blip r:embed="rId11"/>
                  <a:stretch>
                    <a:fillRect r="-1587" b="-37500"/>
                  </a:stretch>
                </a:blipFill>
              </p:spPr>
              <p:txBody>
                <a:bodyPr/>
                <a:lstStyle/>
                <a:p>
                  <a:r>
                    <a:rPr lang="en-US">
                      <a:noFill/>
                    </a:rPr>
                    <a:t> </a:t>
                  </a:r>
                </a:p>
              </p:txBody>
            </p:sp>
          </mc:Fallback>
        </mc:AlternateContent>
        <p:cxnSp>
          <p:nvCxnSpPr>
            <p:cNvPr id="89" name="Straight Arrow Connector 88">
              <a:extLst>
                <a:ext uri="{FF2B5EF4-FFF2-40B4-BE49-F238E27FC236}">
                  <a16:creationId xmlns:a16="http://schemas.microsoft.com/office/drawing/2014/main" id="{8C0CBF3E-5FC4-4904-59E2-5B6EB7DDAA6C}"/>
                </a:ext>
              </a:extLst>
            </p:cNvPr>
            <p:cNvCxnSpPr>
              <a:cxnSpLocks/>
              <a:stCxn id="67" idx="3"/>
              <a:endCxn id="81" idx="2"/>
            </p:cNvCxnSpPr>
            <p:nvPr/>
          </p:nvCxnSpPr>
          <p:spPr>
            <a:xfrm flipV="1">
              <a:off x="503086" y="1191650"/>
              <a:ext cx="548613" cy="308494"/>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0" name="Straight Arrow Connector 89">
              <a:extLst>
                <a:ext uri="{FF2B5EF4-FFF2-40B4-BE49-F238E27FC236}">
                  <a16:creationId xmlns:a16="http://schemas.microsoft.com/office/drawing/2014/main" id="{39D0FC5D-12C6-B0C7-9C8D-2BF36E6AEE06}"/>
                </a:ext>
              </a:extLst>
            </p:cNvPr>
            <p:cNvCxnSpPr>
              <a:cxnSpLocks/>
              <a:stCxn id="67" idx="3"/>
              <a:endCxn id="83" idx="2"/>
            </p:cNvCxnSpPr>
            <p:nvPr/>
          </p:nvCxnSpPr>
          <p:spPr>
            <a:xfrm>
              <a:off x="503086" y="1500144"/>
              <a:ext cx="652094" cy="584862"/>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1" name="Straight Arrow Connector 90">
              <a:extLst>
                <a:ext uri="{FF2B5EF4-FFF2-40B4-BE49-F238E27FC236}">
                  <a16:creationId xmlns:a16="http://schemas.microsoft.com/office/drawing/2014/main" id="{D13F22A8-BFE6-8EC3-C92F-41AFAA297CAF}"/>
                </a:ext>
              </a:extLst>
            </p:cNvPr>
            <p:cNvCxnSpPr>
              <a:cxnSpLocks/>
              <a:stCxn id="81" idx="6"/>
              <a:endCxn id="86" idx="2"/>
            </p:cNvCxnSpPr>
            <p:nvPr/>
          </p:nvCxnSpPr>
          <p:spPr>
            <a:xfrm>
              <a:off x="1433113" y="1191650"/>
              <a:ext cx="788274" cy="3858"/>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2" name="Straight Arrow Connector 91">
              <a:extLst>
                <a:ext uri="{FF2B5EF4-FFF2-40B4-BE49-F238E27FC236}">
                  <a16:creationId xmlns:a16="http://schemas.microsoft.com/office/drawing/2014/main" id="{BF817D99-CCA4-9E2A-0B93-1938BB86602C}"/>
                </a:ext>
              </a:extLst>
            </p:cNvPr>
            <p:cNvCxnSpPr>
              <a:cxnSpLocks/>
              <a:stCxn id="83" idx="6"/>
              <a:endCxn id="98" idx="2"/>
            </p:cNvCxnSpPr>
            <p:nvPr/>
          </p:nvCxnSpPr>
          <p:spPr>
            <a:xfrm>
              <a:off x="1536594" y="2085006"/>
              <a:ext cx="1447412" cy="33588"/>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3" name="Straight Arrow Connector 92">
              <a:extLst>
                <a:ext uri="{FF2B5EF4-FFF2-40B4-BE49-F238E27FC236}">
                  <a16:creationId xmlns:a16="http://schemas.microsoft.com/office/drawing/2014/main" id="{F1293471-2072-8909-ADC5-CF8D4F334EDA}"/>
                </a:ext>
              </a:extLst>
            </p:cNvPr>
            <p:cNvCxnSpPr>
              <a:cxnSpLocks/>
              <a:stCxn id="86" idx="6"/>
            </p:cNvCxnSpPr>
            <p:nvPr/>
          </p:nvCxnSpPr>
          <p:spPr>
            <a:xfrm>
              <a:off x="2602801" y="1195507"/>
              <a:ext cx="1532016" cy="14542"/>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94" name="TextBox 93">
                  <a:extLst>
                    <a:ext uri="{FF2B5EF4-FFF2-40B4-BE49-F238E27FC236}">
                      <a16:creationId xmlns:a16="http://schemas.microsoft.com/office/drawing/2014/main" id="{2557C018-DFFC-1C7C-6561-87CDAEA120C8}"/>
                    </a:ext>
                  </a:extLst>
                </p:cNvPr>
                <p:cNvSpPr txBox="1"/>
                <p:nvPr/>
              </p:nvSpPr>
              <p:spPr>
                <a:xfrm>
                  <a:off x="2910701" y="827267"/>
                  <a:ext cx="507796" cy="307777"/>
                </a:xfrm>
                <a:prstGeom prst="rect">
                  <a:avLst/>
                </a:prstGeom>
                <a:noFill/>
              </p:spPr>
              <p:txBody>
                <a:bodyPr wrap="square">
                  <a:spAutoFit/>
                </a:bodyPr>
                <a:lstStyle/>
                <a:p>
                  <a:pPr/>
                  <a14:m>
                    <m:oMathPara xmlns:m="http://schemas.openxmlformats.org/officeDocument/2006/math">
                      <m:oMath>
                        <m:sSub>
                          <m:sSubPr>
                            <m:ctrlPr>
                              <a:rPr lang="de-DE" sz="1400" b="0" i="0" smtClean="0">
                                <a:solidFill>
                                  <a:schemeClr val="tx1"/>
                                </a:solidFill>
                                <a:latin typeface="Cambria Math" panose="02040503050406030204" pitchFamily="18" charset="0"/>
                              </a:rPr>
                            </m:ctrlPr>
                          </m:sSubPr>
                          <m:e>
                            <m:r>
                              <m:rPr>
                                <m:sty m:val="p"/>
                              </m:rPr>
                              <a:rPr lang="de-DE" sz="1400" b="0" i="0" smtClean="0">
                                <a:solidFill>
                                  <a:schemeClr val="tx1"/>
                                </a:solidFill>
                                <a:latin typeface="Cambria Math" panose="02040503050406030204" pitchFamily="18" charset="0"/>
                              </a:rPr>
                              <m:t>m</m:t>
                            </m:r>
                          </m:e>
                          <m:sub>
                            <m:r>
                              <m:rPr>
                                <m:sty m:val="p"/>
                              </m:rPr>
                              <a:rPr lang="de-DE" sz="1400" b="0" i="1" smtClean="0">
                                <a:solidFill>
                                  <a:schemeClr val="tx1"/>
                                </a:solidFill>
                                <a:latin typeface="Cambria Math" panose="02040503050406030204" pitchFamily="18" charset="0"/>
                              </a:rPr>
                              <m:t>d</m:t>
                            </m:r>
                          </m:sub>
                        </m:sSub>
                      </m:oMath>
                    </m:oMathPara>
                  </a14:m>
                  <a:endParaRPr lang="en-US" sz="1400" dirty="0">
                    <a:solidFill>
                      <a:schemeClr val="tx1"/>
                    </a:solidFill>
                  </a:endParaRPr>
                </a:p>
              </p:txBody>
            </p:sp>
          </mc:Choice>
          <mc:Fallback xmlns="">
            <p:sp>
              <p:nvSpPr>
                <p:cNvPr id="94" name="TextBox 93">
                  <a:extLst>
                    <a:ext uri="{FF2B5EF4-FFF2-40B4-BE49-F238E27FC236}">
                      <a16:creationId xmlns:a16="http://schemas.microsoft.com/office/drawing/2014/main" id="{2557C018-DFFC-1C7C-6561-87CDAEA120C8}"/>
                    </a:ext>
                  </a:extLst>
                </p:cNvPr>
                <p:cNvSpPr txBox="1">
                  <a:spLocks noRot="1" noChangeAspect="1" noMove="1" noResize="1" noEditPoints="1" noAdjustHandles="1" noChangeArrowheads="1" noChangeShapeType="1" noTextEdit="1"/>
                </p:cNvSpPr>
                <p:nvPr/>
              </p:nvSpPr>
              <p:spPr>
                <a:xfrm>
                  <a:off x="2910701" y="827267"/>
                  <a:ext cx="507796" cy="307777"/>
                </a:xfrm>
                <a:prstGeom prst="rect">
                  <a:avLst/>
                </a:prstGeom>
                <a:blipFill>
                  <a:blip r:embed="rId12"/>
                  <a:stretch>
                    <a:fillRect b="-3243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5" name="TextBox 94">
                  <a:extLst>
                    <a:ext uri="{FF2B5EF4-FFF2-40B4-BE49-F238E27FC236}">
                      <a16:creationId xmlns:a16="http://schemas.microsoft.com/office/drawing/2014/main" id="{12C21ACA-406B-C953-31AB-CF1B4AED9DB6}"/>
                    </a:ext>
                  </a:extLst>
                </p:cNvPr>
                <p:cNvSpPr txBox="1"/>
                <p:nvPr/>
              </p:nvSpPr>
              <p:spPr>
                <a:xfrm>
                  <a:off x="1551725" y="814672"/>
                  <a:ext cx="507796" cy="307777"/>
                </a:xfrm>
                <a:prstGeom prst="rect">
                  <a:avLst/>
                </a:prstGeom>
                <a:noFill/>
              </p:spPr>
              <p:txBody>
                <a:bodyPr wrap="square">
                  <a:spAutoFit/>
                </a:bodyPr>
                <a:lstStyle/>
                <a:p>
                  <a:pPr/>
                  <a14:m>
                    <m:oMathPara xmlns:m="http://schemas.openxmlformats.org/officeDocument/2006/math">
                      <m:oMath>
                        <m:sSub>
                          <m:sSubPr>
                            <m:ctrlPr>
                              <a:rPr lang="de-DE" sz="1400" b="0" i="0" smtClean="0">
                                <a:solidFill>
                                  <a:schemeClr val="tx1"/>
                                </a:solidFill>
                                <a:latin typeface="Cambria Math" panose="02040503050406030204" pitchFamily="18" charset="0"/>
                              </a:rPr>
                            </m:ctrlPr>
                          </m:sSubPr>
                          <m:e>
                            <m:r>
                              <m:rPr>
                                <m:sty m:val="p"/>
                              </m:rPr>
                              <a:rPr lang="de-DE" sz="1400" b="0" i="0" smtClean="0">
                                <a:solidFill>
                                  <a:schemeClr val="tx1"/>
                                </a:solidFill>
                                <a:latin typeface="Cambria Math" panose="02040503050406030204" pitchFamily="18" charset="0"/>
                              </a:rPr>
                              <m:t>m</m:t>
                            </m:r>
                          </m:e>
                          <m:sub>
                            <m:r>
                              <m:rPr>
                                <m:sty m:val="p"/>
                              </m:rPr>
                              <a:rPr lang="de-DE" sz="1400" b="0" i="1" smtClean="0">
                                <a:solidFill>
                                  <a:schemeClr val="tx1"/>
                                </a:solidFill>
                                <a:latin typeface="Cambria Math" panose="02040503050406030204" pitchFamily="18" charset="0"/>
                              </a:rPr>
                              <m:t>Df</m:t>
                            </m:r>
                          </m:sub>
                        </m:sSub>
                      </m:oMath>
                    </m:oMathPara>
                  </a14:m>
                  <a:endParaRPr lang="en-US" sz="1400" dirty="0">
                    <a:solidFill>
                      <a:schemeClr val="tx1"/>
                    </a:solidFill>
                  </a:endParaRPr>
                </a:p>
              </p:txBody>
            </p:sp>
          </mc:Choice>
          <mc:Fallback xmlns="">
            <p:sp>
              <p:nvSpPr>
                <p:cNvPr id="95" name="TextBox 94">
                  <a:extLst>
                    <a:ext uri="{FF2B5EF4-FFF2-40B4-BE49-F238E27FC236}">
                      <a16:creationId xmlns:a16="http://schemas.microsoft.com/office/drawing/2014/main" id="{12C21ACA-406B-C953-31AB-CF1B4AED9DB6}"/>
                    </a:ext>
                  </a:extLst>
                </p:cNvPr>
                <p:cNvSpPr txBox="1">
                  <a:spLocks noRot="1" noChangeAspect="1" noMove="1" noResize="1" noEditPoints="1" noAdjustHandles="1" noChangeArrowheads="1" noChangeShapeType="1" noTextEdit="1"/>
                </p:cNvSpPr>
                <p:nvPr/>
              </p:nvSpPr>
              <p:spPr>
                <a:xfrm>
                  <a:off x="1551725" y="814672"/>
                  <a:ext cx="507796" cy="307777"/>
                </a:xfrm>
                <a:prstGeom prst="rect">
                  <a:avLst/>
                </a:prstGeom>
                <a:blipFill>
                  <a:blip r:embed="rId13"/>
                  <a:stretch>
                    <a:fillRect r="-11290" b="-297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7" name="TextBox 96">
                  <a:extLst>
                    <a:ext uri="{FF2B5EF4-FFF2-40B4-BE49-F238E27FC236}">
                      <a16:creationId xmlns:a16="http://schemas.microsoft.com/office/drawing/2014/main" id="{08E6436D-158E-19A5-09C1-B55DA8D51ACE}"/>
                    </a:ext>
                  </a:extLst>
                </p:cNvPr>
                <p:cNvSpPr txBox="1"/>
                <p:nvPr/>
              </p:nvSpPr>
              <p:spPr>
                <a:xfrm>
                  <a:off x="1957366" y="2049302"/>
                  <a:ext cx="507796" cy="307777"/>
                </a:xfrm>
                <a:prstGeom prst="rect">
                  <a:avLst/>
                </a:prstGeom>
                <a:noFill/>
              </p:spPr>
              <p:txBody>
                <a:bodyPr wrap="square">
                  <a:spAutoFit/>
                </a:bodyPr>
                <a:lstStyle/>
                <a:p>
                  <a:pPr/>
                  <a14:m>
                    <m:oMathPara xmlns:m="http://schemas.openxmlformats.org/officeDocument/2006/math">
                      <m:oMath>
                        <m:sSub>
                          <m:sSubPr>
                            <m:ctrlPr>
                              <a:rPr lang="de-DE" sz="1400" b="0" i="0" smtClean="0">
                                <a:solidFill>
                                  <a:schemeClr val="tx1"/>
                                </a:solidFill>
                                <a:latin typeface="Cambria Math" panose="02040503050406030204" pitchFamily="18" charset="0"/>
                              </a:rPr>
                            </m:ctrlPr>
                          </m:sSubPr>
                          <m:e>
                            <m:r>
                              <m:rPr>
                                <m:sty m:val="p"/>
                              </m:rPr>
                              <a:rPr lang="de-DE" sz="1400" b="0" i="0" smtClean="0">
                                <a:solidFill>
                                  <a:schemeClr val="tx1"/>
                                </a:solidFill>
                                <a:latin typeface="Cambria Math" panose="02040503050406030204" pitchFamily="18" charset="0"/>
                              </a:rPr>
                              <m:t>m</m:t>
                            </m:r>
                          </m:e>
                          <m:sub>
                            <m:r>
                              <m:rPr>
                                <m:sty m:val="p"/>
                              </m:rPr>
                              <a:rPr lang="de-DE" sz="1400" b="0" i="1" smtClean="0">
                                <a:solidFill>
                                  <a:schemeClr val="tx1"/>
                                </a:solidFill>
                                <a:latin typeface="Cambria Math" panose="02040503050406030204" pitchFamily="18" charset="0"/>
                              </a:rPr>
                              <m:t>Ds</m:t>
                            </m:r>
                          </m:sub>
                        </m:sSub>
                      </m:oMath>
                    </m:oMathPara>
                  </a14:m>
                  <a:endParaRPr lang="en-US" sz="1400" dirty="0">
                    <a:solidFill>
                      <a:schemeClr val="tx1"/>
                    </a:solidFill>
                  </a:endParaRPr>
                </a:p>
              </p:txBody>
            </p:sp>
          </mc:Choice>
          <mc:Fallback xmlns="">
            <p:sp>
              <p:nvSpPr>
                <p:cNvPr id="97" name="TextBox 96">
                  <a:extLst>
                    <a:ext uri="{FF2B5EF4-FFF2-40B4-BE49-F238E27FC236}">
                      <a16:creationId xmlns:a16="http://schemas.microsoft.com/office/drawing/2014/main" id="{08E6436D-158E-19A5-09C1-B55DA8D51ACE}"/>
                    </a:ext>
                  </a:extLst>
                </p:cNvPr>
                <p:cNvSpPr txBox="1">
                  <a:spLocks noRot="1" noChangeAspect="1" noMove="1" noResize="1" noEditPoints="1" noAdjustHandles="1" noChangeArrowheads="1" noChangeShapeType="1" noTextEdit="1"/>
                </p:cNvSpPr>
                <p:nvPr/>
              </p:nvSpPr>
              <p:spPr>
                <a:xfrm>
                  <a:off x="1957366" y="2049302"/>
                  <a:ext cx="507796" cy="307777"/>
                </a:xfrm>
                <a:prstGeom prst="rect">
                  <a:avLst/>
                </a:prstGeom>
                <a:blipFill>
                  <a:blip r:embed="rId14"/>
                  <a:stretch>
                    <a:fillRect r="-16393" b="-26316"/>
                  </a:stretch>
                </a:blipFill>
              </p:spPr>
              <p:txBody>
                <a:bodyPr/>
                <a:lstStyle/>
                <a:p>
                  <a:r>
                    <a:rPr lang="en-US">
                      <a:noFill/>
                    </a:rPr>
                    <a:t> </a:t>
                  </a:r>
                </a:p>
              </p:txBody>
            </p:sp>
          </mc:Fallback>
        </mc:AlternateContent>
        <p:sp>
          <p:nvSpPr>
            <p:cNvPr id="98" name="Oval 97">
              <a:extLst>
                <a:ext uri="{FF2B5EF4-FFF2-40B4-BE49-F238E27FC236}">
                  <a16:creationId xmlns:a16="http://schemas.microsoft.com/office/drawing/2014/main" id="{4AC7209D-82F5-4EAF-3D8D-BF6040D44734}"/>
                </a:ext>
              </a:extLst>
            </p:cNvPr>
            <p:cNvSpPr>
              <a:spLocks noChangeAspect="1"/>
            </p:cNvSpPr>
            <p:nvPr/>
          </p:nvSpPr>
          <p:spPr>
            <a:xfrm>
              <a:off x="2984006" y="1927886"/>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p>
          </p:txBody>
        </p:sp>
        <mc:AlternateContent xmlns:mc="http://schemas.openxmlformats.org/markup-compatibility/2006" xmlns:a14="http://schemas.microsoft.com/office/drawing/2010/main">
          <mc:Choice Requires="a14">
            <p:sp>
              <p:nvSpPr>
                <p:cNvPr id="100" name="TextBox 99">
                  <a:extLst>
                    <a:ext uri="{FF2B5EF4-FFF2-40B4-BE49-F238E27FC236}">
                      <a16:creationId xmlns:a16="http://schemas.microsoft.com/office/drawing/2014/main" id="{DC2256F4-5F65-3A46-01D2-E5822656A28D}"/>
                    </a:ext>
                  </a:extLst>
                </p:cNvPr>
                <p:cNvSpPr txBox="1"/>
                <p:nvPr/>
              </p:nvSpPr>
              <p:spPr>
                <a:xfrm>
                  <a:off x="2918451" y="1889534"/>
                  <a:ext cx="518558" cy="307777"/>
                </a:xfrm>
                <a:prstGeom prst="rect">
                  <a:avLst/>
                </a:prstGeom>
                <a:noFill/>
              </p:spPr>
              <p:txBody>
                <a:bodyPr wrap="square">
                  <a:spAutoFit/>
                </a:bodyPr>
                <a:lstStyle/>
                <a:p>
                  <a:pPr/>
                  <a14:m>
                    <m:oMathPara xmlns:m="http://schemas.openxmlformats.org/officeDocument/2006/math">
                      <m:oMath>
                        <m:sSub>
                          <m:sSubPr>
                            <m:ctrlPr>
                              <a:rPr lang="de-DE" sz="1400" b="0" i="1" smtClean="0">
                                <a:solidFill>
                                  <a:schemeClr val="bg1"/>
                                </a:solidFill>
                                <a:latin typeface="Cambria Math" panose="02040503050406030204" pitchFamily="18" charset="0"/>
                              </a:rPr>
                            </m:ctrlPr>
                          </m:sSubPr>
                          <m:e>
                            <m:r>
                              <m:rPr>
                                <m:sty m:val="p"/>
                              </m:rPr>
                              <a:rPr lang="de-DE" sz="1400" b="0" i="1" smtClean="0">
                                <a:solidFill>
                                  <a:schemeClr val="bg1"/>
                                </a:solidFill>
                                <a:latin typeface="Cambria Math" panose="02040503050406030204" pitchFamily="18" charset="0"/>
                              </a:rPr>
                              <m:t>r</m:t>
                            </m:r>
                          </m:e>
                          <m:sub>
                            <m:r>
                              <m:rPr>
                                <m:sty m:val="p"/>
                              </m:rPr>
                              <a:rPr lang="de-DE" sz="1400" b="0" i="1" smtClean="0">
                                <a:solidFill>
                                  <a:schemeClr val="bg1"/>
                                </a:solidFill>
                                <a:latin typeface="Cambria Math" panose="02040503050406030204" pitchFamily="18" charset="0"/>
                              </a:rPr>
                              <m:t>Di</m:t>
                            </m:r>
                          </m:sub>
                        </m:sSub>
                      </m:oMath>
                    </m:oMathPara>
                  </a14:m>
                  <a:endParaRPr lang="en-US" sz="1400" dirty="0">
                    <a:solidFill>
                      <a:schemeClr val="bg1"/>
                    </a:solidFill>
                  </a:endParaRPr>
                </a:p>
              </p:txBody>
            </p:sp>
          </mc:Choice>
          <mc:Fallback xmlns="">
            <p:sp>
              <p:nvSpPr>
                <p:cNvPr id="100" name="TextBox 99">
                  <a:extLst>
                    <a:ext uri="{FF2B5EF4-FFF2-40B4-BE49-F238E27FC236}">
                      <a16:creationId xmlns:a16="http://schemas.microsoft.com/office/drawing/2014/main" id="{DC2256F4-5F65-3A46-01D2-E5822656A28D}"/>
                    </a:ext>
                  </a:extLst>
                </p:cNvPr>
                <p:cNvSpPr txBox="1">
                  <a:spLocks noRot="1" noChangeAspect="1" noMove="1" noResize="1" noEditPoints="1" noAdjustHandles="1" noChangeArrowheads="1" noChangeShapeType="1" noTextEdit="1"/>
                </p:cNvSpPr>
                <p:nvPr/>
              </p:nvSpPr>
              <p:spPr>
                <a:xfrm>
                  <a:off x="2918451" y="1889534"/>
                  <a:ext cx="518558" cy="307777"/>
                </a:xfrm>
                <a:prstGeom prst="rect">
                  <a:avLst/>
                </a:prstGeom>
                <a:blipFill>
                  <a:blip r:embed="rId15"/>
                  <a:stretch>
                    <a:fillRect b="-29730"/>
                  </a:stretch>
                </a:blipFill>
              </p:spPr>
              <p:txBody>
                <a:bodyPr/>
                <a:lstStyle/>
                <a:p>
                  <a:r>
                    <a:rPr lang="en-US">
                      <a:noFill/>
                    </a:rPr>
                    <a:t> </a:t>
                  </a:r>
                </a:p>
              </p:txBody>
            </p:sp>
          </mc:Fallback>
        </mc:AlternateContent>
        <p:cxnSp>
          <p:nvCxnSpPr>
            <p:cNvPr id="101" name="Straight Arrow Connector 100">
              <a:extLst>
                <a:ext uri="{FF2B5EF4-FFF2-40B4-BE49-F238E27FC236}">
                  <a16:creationId xmlns:a16="http://schemas.microsoft.com/office/drawing/2014/main" id="{62540A30-C97F-C673-47EA-77FAFC5C3AA9}"/>
                </a:ext>
              </a:extLst>
            </p:cNvPr>
            <p:cNvCxnSpPr>
              <a:cxnSpLocks/>
              <a:stCxn id="94" idx="2"/>
              <a:endCxn id="98" idx="0"/>
            </p:cNvCxnSpPr>
            <p:nvPr/>
          </p:nvCxnSpPr>
          <p:spPr>
            <a:xfrm>
              <a:off x="3164599" y="1135044"/>
              <a:ext cx="10114" cy="792842"/>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09" name="TextBox 108">
                  <a:extLst>
                    <a:ext uri="{FF2B5EF4-FFF2-40B4-BE49-F238E27FC236}">
                      <a16:creationId xmlns:a16="http://schemas.microsoft.com/office/drawing/2014/main" id="{BBD9F0F3-7FA1-C458-3B15-E541C081C7ED}"/>
                    </a:ext>
                  </a:extLst>
                </p:cNvPr>
                <p:cNvSpPr txBox="1"/>
                <p:nvPr/>
              </p:nvSpPr>
              <p:spPr>
                <a:xfrm>
                  <a:off x="3796741" y="718517"/>
                  <a:ext cx="499367" cy="338554"/>
                </a:xfrm>
                <a:prstGeom prst="rect">
                  <a:avLst/>
                </a:prstGeom>
                <a:noFill/>
              </p:spPr>
              <p:txBody>
                <a:bodyPr wrap="none" rtlCol="0">
                  <a:spAutoFit/>
                </a:bodyPr>
                <a:lstStyle/>
                <a:p>
                  <a:pPr/>
                  <a14:m>
                    <m:oMathPara xmlns:m="http://schemas.openxmlformats.org/officeDocument/2006/math">
                      <m:oMath>
                        <m:sSub>
                          <m:sSubPr>
                            <m:ctrlPr>
                              <a:rPr lang="de-DE" sz="1600" b="0" i="1" smtClean="0">
                                <a:latin typeface="Cambria Math" panose="02040503050406030204" pitchFamily="18" charset="0"/>
                              </a:rPr>
                            </m:ctrlPr>
                          </m:sSubPr>
                          <m:e>
                            <m:r>
                              <m:rPr>
                                <m:sty m:val="p"/>
                              </m:rPr>
                              <a:rPr lang="de-DE" sz="1600" b="0" i="1" smtClean="0">
                                <a:latin typeface="Cambria Math" panose="02040503050406030204" pitchFamily="18" charset="0"/>
                              </a:rPr>
                              <m:t>m</m:t>
                            </m:r>
                          </m:e>
                          <m:sub>
                            <m:r>
                              <m:rPr>
                                <m:sty m:val="p"/>
                              </m:rPr>
                              <a:rPr lang="de-DE" sz="1600" b="0" i="1" smtClean="0">
                                <a:latin typeface="Cambria Math" panose="02040503050406030204" pitchFamily="18" charset="0"/>
                              </a:rPr>
                              <m:t>d</m:t>
                            </m:r>
                          </m:sub>
                        </m:sSub>
                      </m:oMath>
                    </m:oMathPara>
                  </a14:m>
                  <a:endParaRPr lang="en-US" sz="1600" dirty="0"/>
                </a:p>
              </p:txBody>
            </p:sp>
          </mc:Choice>
          <mc:Fallback xmlns="">
            <p:sp>
              <p:nvSpPr>
                <p:cNvPr id="109" name="TextBox 108">
                  <a:extLst>
                    <a:ext uri="{FF2B5EF4-FFF2-40B4-BE49-F238E27FC236}">
                      <a16:creationId xmlns:a16="http://schemas.microsoft.com/office/drawing/2014/main" id="{BBD9F0F3-7FA1-C458-3B15-E541C081C7ED}"/>
                    </a:ext>
                  </a:extLst>
                </p:cNvPr>
                <p:cNvSpPr txBox="1">
                  <a:spLocks noRot="1" noChangeAspect="1" noMove="1" noResize="1" noEditPoints="1" noAdjustHandles="1" noChangeArrowheads="1" noChangeShapeType="1" noTextEdit="1"/>
                </p:cNvSpPr>
                <p:nvPr/>
              </p:nvSpPr>
              <p:spPr>
                <a:xfrm>
                  <a:off x="3796741" y="718517"/>
                  <a:ext cx="499367" cy="338554"/>
                </a:xfrm>
                <a:prstGeom prst="rect">
                  <a:avLst/>
                </a:prstGeom>
                <a:blipFill>
                  <a:blip r:embed="rId16"/>
                  <a:stretch>
                    <a:fillRect r="-10000" b="-3170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2" name="TextBox 111">
                  <a:extLst>
                    <a:ext uri="{FF2B5EF4-FFF2-40B4-BE49-F238E27FC236}">
                      <a16:creationId xmlns:a16="http://schemas.microsoft.com/office/drawing/2014/main" id="{8B291935-7191-9441-0D7E-F9AE0E41AB70}"/>
                    </a:ext>
                  </a:extLst>
                </p:cNvPr>
                <p:cNvSpPr txBox="1"/>
                <p:nvPr/>
              </p:nvSpPr>
              <p:spPr>
                <a:xfrm>
                  <a:off x="7415254" y="175204"/>
                  <a:ext cx="507796" cy="307777"/>
                </a:xfrm>
                <a:prstGeom prst="rect">
                  <a:avLst/>
                </a:prstGeom>
                <a:noFill/>
              </p:spPr>
              <p:txBody>
                <a:bodyPr wrap="square">
                  <a:spAutoFit/>
                </a:bodyPr>
                <a:lstStyle/>
                <a:p>
                  <a:pPr/>
                  <a14:m>
                    <m:oMathPara xmlns:m="http://schemas.openxmlformats.org/officeDocument/2006/math">
                      <m:oMath>
                        <m:sSub>
                          <m:sSubPr>
                            <m:ctrlPr>
                              <a:rPr lang="de-DE" sz="1400" b="0" i="0" smtClean="0">
                                <a:solidFill>
                                  <a:schemeClr val="tx1"/>
                                </a:solidFill>
                                <a:latin typeface="Cambria Math" panose="02040503050406030204" pitchFamily="18" charset="0"/>
                              </a:rPr>
                            </m:ctrlPr>
                          </m:sSubPr>
                          <m:e>
                            <m:r>
                              <m:rPr>
                                <m:sty m:val="p"/>
                              </m:rPr>
                              <a:rPr lang="de-DE" sz="1400" b="0" i="0" smtClean="0">
                                <a:solidFill>
                                  <a:schemeClr val="tx1"/>
                                </a:solidFill>
                                <a:latin typeface="Cambria Math" panose="02040503050406030204" pitchFamily="18" charset="0"/>
                              </a:rPr>
                              <m:t>m</m:t>
                            </m:r>
                          </m:e>
                          <m:sub>
                            <m:r>
                              <m:rPr>
                                <m:sty m:val="p"/>
                              </m:rPr>
                              <a:rPr lang="de-DE" sz="1400" b="0" i="1" smtClean="0">
                                <a:solidFill>
                                  <a:schemeClr val="tx1"/>
                                </a:solidFill>
                                <a:latin typeface="Cambria Math" panose="02040503050406030204" pitchFamily="18" charset="0"/>
                              </a:rPr>
                              <m:t>c</m:t>
                            </m:r>
                          </m:sub>
                        </m:sSub>
                      </m:oMath>
                    </m:oMathPara>
                  </a14:m>
                  <a:endParaRPr lang="en-US" sz="1400" dirty="0">
                    <a:solidFill>
                      <a:schemeClr val="tx1"/>
                    </a:solidFill>
                  </a:endParaRPr>
                </a:p>
              </p:txBody>
            </p:sp>
          </mc:Choice>
          <mc:Fallback xmlns="">
            <p:sp>
              <p:nvSpPr>
                <p:cNvPr id="112" name="TextBox 111">
                  <a:extLst>
                    <a:ext uri="{FF2B5EF4-FFF2-40B4-BE49-F238E27FC236}">
                      <a16:creationId xmlns:a16="http://schemas.microsoft.com/office/drawing/2014/main" id="{8B291935-7191-9441-0D7E-F9AE0E41AB70}"/>
                    </a:ext>
                  </a:extLst>
                </p:cNvPr>
                <p:cNvSpPr txBox="1">
                  <a:spLocks noRot="1" noChangeAspect="1" noMove="1" noResize="1" noEditPoints="1" noAdjustHandles="1" noChangeArrowheads="1" noChangeShapeType="1" noTextEdit="1"/>
                </p:cNvSpPr>
                <p:nvPr/>
              </p:nvSpPr>
              <p:spPr>
                <a:xfrm>
                  <a:off x="7415254" y="175204"/>
                  <a:ext cx="507796" cy="307777"/>
                </a:xfrm>
                <a:prstGeom prst="rect">
                  <a:avLst/>
                </a:prstGeom>
                <a:blipFill>
                  <a:blip r:embed="rId17"/>
                  <a:stretch>
                    <a:fillRect b="-24324"/>
                  </a:stretch>
                </a:blipFill>
              </p:spPr>
              <p:txBody>
                <a:bodyPr/>
                <a:lstStyle/>
                <a:p>
                  <a:r>
                    <a:rPr lang="en-US">
                      <a:noFill/>
                    </a:rPr>
                    <a:t> </a:t>
                  </a:r>
                </a:p>
              </p:txBody>
            </p:sp>
          </mc:Fallback>
        </mc:AlternateContent>
        <p:sp>
          <p:nvSpPr>
            <p:cNvPr id="30" name="Oval 29">
              <a:extLst>
                <a:ext uri="{FF2B5EF4-FFF2-40B4-BE49-F238E27FC236}">
                  <a16:creationId xmlns:a16="http://schemas.microsoft.com/office/drawing/2014/main" id="{58E11602-B656-EACC-CB10-CA7A3ECF04D9}"/>
                </a:ext>
              </a:extLst>
            </p:cNvPr>
            <p:cNvSpPr>
              <a:spLocks noChangeAspect="1"/>
            </p:cNvSpPr>
            <p:nvPr/>
          </p:nvSpPr>
          <p:spPr>
            <a:xfrm>
              <a:off x="9575979" y="144458"/>
              <a:ext cx="410141" cy="41014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31" name="Oval 30">
              <a:extLst>
                <a:ext uri="{FF2B5EF4-FFF2-40B4-BE49-F238E27FC236}">
                  <a16:creationId xmlns:a16="http://schemas.microsoft.com/office/drawing/2014/main" id="{B2AF0F54-0B88-ACF1-5F93-A5CD96966BF4}"/>
                </a:ext>
              </a:extLst>
            </p:cNvPr>
            <p:cNvSpPr>
              <a:spLocks noChangeAspect="1"/>
            </p:cNvSpPr>
            <p:nvPr/>
          </p:nvSpPr>
          <p:spPr>
            <a:xfrm>
              <a:off x="9585689" y="2015561"/>
              <a:ext cx="410141" cy="41014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p>
          </p:txBody>
        </p:sp>
        <p:cxnSp>
          <p:nvCxnSpPr>
            <p:cNvPr id="32" name="Straight Arrow Connector 31">
              <a:extLst>
                <a:ext uri="{FF2B5EF4-FFF2-40B4-BE49-F238E27FC236}">
                  <a16:creationId xmlns:a16="http://schemas.microsoft.com/office/drawing/2014/main" id="{F5281F1D-E99A-168F-AAF4-C0E6A90B41E6}"/>
                </a:ext>
              </a:extLst>
            </p:cNvPr>
            <p:cNvCxnSpPr>
              <a:cxnSpLocks/>
              <a:stCxn id="31" idx="6"/>
              <a:endCxn id="43" idx="3"/>
            </p:cNvCxnSpPr>
            <p:nvPr/>
          </p:nvCxnSpPr>
          <p:spPr>
            <a:xfrm flipV="1">
              <a:off x="9995830" y="1422412"/>
              <a:ext cx="806857" cy="798219"/>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a16="http://schemas.microsoft.com/office/drawing/2014/main" id="{743E01D1-A824-EBAF-1A0D-D6D869F91FEE}"/>
                </a:ext>
              </a:extLst>
            </p:cNvPr>
            <p:cNvCxnSpPr>
              <a:cxnSpLocks/>
              <a:stCxn id="30" idx="6"/>
              <a:endCxn id="43" idx="1"/>
            </p:cNvCxnSpPr>
            <p:nvPr/>
          </p:nvCxnSpPr>
          <p:spPr>
            <a:xfrm>
              <a:off x="9986120" y="349529"/>
              <a:ext cx="816567" cy="78287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07017F5D-E635-EC68-5B38-CB2816592891}"/>
                    </a:ext>
                  </a:extLst>
                </p:cNvPr>
                <p:cNvSpPr txBox="1"/>
                <p:nvPr/>
              </p:nvSpPr>
              <p:spPr>
                <a:xfrm>
                  <a:off x="10078291" y="242332"/>
                  <a:ext cx="855270" cy="307777"/>
                </a:xfrm>
                <a:prstGeom prst="rect">
                  <a:avLst/>
                </a:prstGeom>
                <a:noFill/>
              </p:spPr>
              <p:txBody>
                <a:bodyPr wrap="square">
                  <a:spAutoFit/>
                </a:bodyPr>
                <a:lstStyle/>
                <a:p>
                  <a:pPr/>
                  <a14:m>
                    <m:oMathPara xmlns:m="http://schemas.openxmlformats.org/officeDocument/2006/math">
                      <m:oMath>
                        <m:sSub>
                          <m:sSubPr>
                            <m:ctrlPr>
                              <a:rPr lang="de-DE" sz="1400" b="0" i="0" smtClean="0">
                                <a:solidFill>
                                  <a:schemeClr val="tx1"/>
                                </a:solidFill>
                                <a:latin typeface="Cambria Math" panose="02040503050406030204" pitchFamily="18" charset="0"/>
                              </a:rPr>
                            </m:ctrlPr>
                          </m:sSubPr>
                          <m:e>
                            <m:r>
                              <m:rPr>
                                <m:sty m:val="p"/>
                              </m:rPr>
                              <a:rPr lang="de-DE" sz="1400" b="0" i="0" smtClean="0">
                                <a:solidFill>
                                  <a:schemeClr val="tx1"/>
                                </a:solidFill>
                                <a:latin typeface="Cambria Math" panose="02040503050406030204" pitchFamily="18" charset="0"/>
                              </a:rPr>
                              <m:t>m</m:t>
                            </m:r>
                          </m:e>
                          <m:sub>
                            <m:r>
                              <m:rPr>
                                <m:sty m:val="p"/>
                              </m:rPr>
                              <a:rPr lang="de-DE" sz="1400" b="0" i="1" smtClean="0">
                                <a:solidFill>
                                  <a:schemeClr val="tx1"/>
                                </a:solidFill>
                                <a:latin typeface="Cambria Math" panose="02040503050406030204" pitchFamily="18" charset="0"/>
                              </a:rPr>
                              <m:t>Nc</m:t>
                            </m:r>
                          </m:sub>
                        </m:sSub>
                      </m:oMath>
                    </m:oMathPara>
                  </a14:m>
                  <a:endParaRPr lang="en-US" sz="1400" dirty="0">
                    <a:solidFill>
                      <a:schemeClr val="tx1"/>
                    </a:solidFill>
                  </a:endParaRPr>
                </a:p>
              </p:txBody>
            </p:sp>
          </mc:Choice>
          <mc:Fallback xmlns="">
            <p:sp>
              <p:nvSpPr>
                <p:cNvPr id="34" name="TextBox 33">
                  <a:extLst>
                    <a:ext uri="{FF2B5EF4-FFF2-40B4-BE49-F238E27FC236}">
                      <a16:creationId xmlns:a16="http://schemas.microsoft.com/office/drawing/2014/main" id="{07017F5D-E635-EC68-5B38-CB2816592891}"/>
                    </a:ext>
                  </a:extLst>
                </p:cNvPr>
                <p:cNvSpPr txBox="1">
                  <a:spLocks noRot="1" noChangeAspect="1" noMove="1" noResize="1" noEditPoints="1" noAdjustHandles="1" noChangeArrowheads="1" noChangeShapeType="1" noTextEdit="1"/>
                </p:cNvSpPr>
                <p:nvPr/>
              </p:nvSpPr>
              <p:spPr>
                <a:xfrm>
                  <a:off x="10078291" y="242332"/>
                  <a:ext cx="855270" cy="307777"/>
                </a:xfrm>
                <a:prstGeom prst="rect">
                  <a:avLst/>
                </a:prstGeom>
                <a:blipFill>
                  <a:blip r:embed="rId18"/>
                  <a:stretch>
                    <a:fillRect b="-297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EBD5ADF2-6ED7-DEEA-6C84-6C0FCCA73A29}"/>
                    </a:ext>
                  </a:extLst>
                </p:cNvPr>
                <p:cNvSpPr txBox="1"/>
                <p:nvPr/>
              </p:nvSpPr>
              <p:spPr>
                <a:xfrm>
                  <a:off x="10136554" y="1770391"/>
                  <a:ext cx="855270" cy="307777"/>
                </a:xfrm>
                <a:prstGeom prst="rect">
                  <a:avLst/>
                </a:prstGeom>
                <a:noFill/>
              </p:spPr>
              <p:txBody>
                <a:bodyPr wrap="square">
                  <a:spAutoFit/>
                </a:bodyPr>
                <a:lstStyle/>
                <a:p>
                  <a:pPr/>
                  <a14:m>
                    <m:oMathPara xmlns:m="http://schemas.openxmlformats.org/officeDocument/2006/math">
                      <m:oMath>
                        <m:sSub>
                          <m:sSubPr>
                            <m:ctrlPr>
                              <a:rPr lang="de-DE" sz="1400" b="0" i="0" smtClean="0">
                                <a:solidFill>
                                  <a:schemeClr val="tx1"/>
                                </a:solidFill>
                                <a:latin typeface="Cambria Math" panose="02040503050406030204" pitchFamily="18" charset="0"/>
                              </a:rPr>
                            </m:ctrlPr>
                          </m:sSubPr>
                          <m:e>
                            <m:r>
                              <m:rPr>
                                <m:sty m:val="p"/>
                              </m:rPr>
                              <a:rPr lang="de-DE" sz="1400" b="0" i="0" smtClean="0">
                                <a:solidFill>
                                  <a:schemeClr val="tx1"/>
                                </a:solidFill>
                                <a:latin typeface="Cambria Math" panose="02040503050406030204" pitchFamily="18" charset="0"/>
                              </a:rPr>
                              <m:t>m</m:t>
                            </m:r>
                          </m:e>
                          <m:sub>
                            <m:r>
                              <m:rPr>
                                <m:sty m:val="p"/>
                              </m:rPr>
                              <a:rPr lang="de-DE" sz="1400" b="0" i="1" smtClean="0">
                                <a:solidFill>
                                  <a:schemeClr val="tx1"/>
                                </a:solidFill>
                                <a:latin typeface="Cambria Math" panose="02040503050406030204" pitchFamily="18" charset="0"/>
                              </a:rPr>
                              <m:t>Nc</m:t>
                            </m:r>
                          </m:sub>
                        </m:sSub>
                      </m:oMath>
                    </m:oMathPara>
                  </a14:m>
                  <a:endParaRPr lang="en-US" sz="1400" dirty="0">
                    <a:solidFill>
                      <a:schemeClr val="tx1"/>
                    </a:solidFill>
                  </a:endParaRPr>
                </a:p>
              </p:txBody>
            </p:sp>
          </mc:Choice>
          <mc:Fallback xmlns="">
            <p:sp>
              <p:nvSpPr>
                <p:cNvPr id="35" name="TextBox 34">
                  <a:extLst>
                    <a:ext uri="{FF2B5EF4-FFF2-40B4-BE49-F238E27FC236}">
                      <a16:creationId xmlns:a16="http://schemas.microsoft.com/office/drawing/2014/main" id="{EBD5ADF2-6ED7-DEEA-6C84-6C0FCCA73A29}"/>
                    </a:ext>
                  </a:extLst>
                </p:cNvPr>
                <p:cNvSpPr txBox="1">
                  <a:spLocks noRot="1" noChangeAspect="1" noMove="1" noResize="1" noEditPoints="1" noAdjustHandles="1" noChangeArrowheads="1" noChangeShapeType="1" noTextEdit="1"/>
                </p:cNvSpPr>
                <p:nvPr/>
              </p:nvSpPr>
              <p:spPr>
                <a:xfrm>
                  <a:off x="10136554" y="1770391"/>
                  <a:ext cx="855270" cy="307777"/>
                </a:xfrm>
                <a:prstGeom prst="rect">
                  <a:avLst/>
                </a:prstGeom>
                <a:blipFill>
                  <a:blip r:embed="rId19"/>
                  <a:stretch>
                    <a:fillRect b="-297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BCC568C5-0885-625F-DFB1-563FF68D29A7}"/>
                    </a:ext>
                  </a:extLst>
                </p:cNvPr>
                <p:cNvSpPr txBox="1"/>
                <p:nvPr/>
              </p:nvSpPr>
              <p:spPr>
                <a:xfrm>
                  <a:off x="8973206" y="595408"/>
                  <a:ext cx="855270" cy="307777"/>
                </a:xfrm>
                <a:prstGeom prst="rect">
                  <a:avLst/>
                </a:prstGeom>
                <a:noFill/>
              </p:spPr>
              <p:txBody>
                <a:bodyPr wrap="square">
                  <a:spAutoFit/>
                </a:bodyPr>
                <a:lstStyle/>
                <a:p>
                  <a:pPr/>
                  <a14:m>
                    <m:oMathPara xmlns:m="http://schemas.openxmlformats.org/officeDocument/2006/math">
                      <m:oMath>
                        <m:sSub>
                          <m:sSubPr>
                            <m:ctrlPr>
                              <a:rPr lang="de-DE" sz="1400" b="0" i="0" smtClean="0">
                                <a:solidFill>
                                  <a:schemeClr val="tx1"/>
                                </a:solidFill>
                                <a:latin typeface="Cambria Math" panose="02040503050406030204" pitchFamily="18" charset="0"/>
                              </a:rPr>
                            </m:ctrlPr>
                          </m:sSubPr>
                          <m:e>
                            <m:r>
                              <m:rPr>
                                <m:sty m:val="p"/>
                              </m:rPr>
                              <a:rPr lang="de-DE" sz="1400" b="0" i="0" smtClean="0">
                                <a:solidFill>
                                  <a:schemeClr val="tx1"/>
                                </a:solidFill>
                                <a:latin typeface="Cambria Math" panose="02040503050406030204" pitchFamily="18" charset="0"/>
                              </a:rPr>
                              <m:t>m</m:t>
                            </m:r>
                          </m:e>
                          <m:sub>
                            <m:r>
                              <m:rPr>
                                <m:sty m:val="p"/>
                              </m:rPr>
                              <a:rPr lang="de-DE" sz="1400" b="0" i="1" smtClean="0">
                                <a:solidFill>
                                  <a:schemeClr val="tx1"/>
                                </a:solidFill>
                                <a:latin typeface="Cambria Math" panose="02040503050406030204" pitchFamily="18" charset="0"/>
                              </a:rPr>
                              <m:t>Na</m:t>
                            </m:r>
                          </m:sub>
                        </m:sSub>
                      </m:oMath>
                    </m:oMathPara>
                  </a14:m>
                  <a:endParaRPr lang="en-US" sz="1400" dirty="0">
                    <a:solidFill>
                      <a:schemeClr val="tx1"/>
                    </a:solidFill>
                  </a:endParaRPr>
                </a:p>
              </p:txBody>
            </p:sp>
          </mc:Choice>
          <mc:Fallback xmlns="">
            <p:sp>
              <p:nvSpPr>
                <p:cNvPr id="36" name="TextBox 35">
                  <a:extLst>
                    <a:ext uri="{FF2B5EF4-FFF2-40B4-BE49-F238E27FC236}">
                      <a16:creationId xmlns:a16="http://schemas.microsoft.com/office/drawing/2014/main" id="{BCC568C5-0885-625F-DFB1-563FF68D29A7}"/>
                    </a:ext>
                  </a:extLst>
                </p:cNvPr>
                <p:cNvSpPr txBox="1">
                  <a:spLocks noRot="1" noChangeAspect="1" noMove="1" noResize="1" noEditPoints="1" noAdjustHandles="1" noChangeArrowheads="1" noChangeShapeType="1" noTextEdit="1"/>
                </p:cNvSpPr>
                <p:nvPr/>
              </p:nvSpPr>
              <p:spPr>
                <a:xfrm>
                  <a:off x="8973206" y="595408"/>
                  <a:ext cx="855270" cy="307777"/>
                </a:xfrm>
                <a:prstGeom prst="rect">
                  <a:avLst/>
                </a:prstGeom>
                <a:blipFill>
                  <a:blip r:embed="rId20"/>
                  <a:stretch>
                    <a:fillRect b="-297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466B6B2A-95DA-EDFD-E8BE-D8AF26894238}"/>
                    </a:ext>
                  </a:extLst>
                </p:cNvPr>
                <p:cNvSpPr txBox="1"/>
                <p:nvPr/>
              </p:nvSpPr>
              <p:spPr>
                <a:xfrm>
                  <a:off x="8905458" y="1506194"/>
                  <a:ext cx="855270" cy="307777"/>
                </a:xfrm>
                <a:prstGeom prst="rect">
                  <a:avLst/>
                </a:prstGeom>
                <a:noFill/>
              </p:spPr>
              <p:txBody>
                <a:bodyPr wrap="square">
                  <a:spAutoFit/>
                </a:bodyPr>
                <a:lstStyle/>
                <a:p>
                  <a:pPr/>
                  <a14:m>
                    <m:oMathPara xmlns:m="http://schemas.openxmlformats.org/officeDocument/2006/math">
                      <m:oMath>
                        <m:sSub>
                          <m:sSubPr>
                            <m:ctrlPr>
                              <a:rPr lang="de-DE" sz="1400" b="0" i="0" smtClean="0">
                                <a:solidFill>
                                  <a:schemeClr val="tx1"/>
                                </a:solidFill>
                                <a:latin typeface="Cambria Math" panose="02040503050406030204" pitchFamily="18" charset="0"/>
                              </a:rPr>
                            </m:ctrlPr>
                          </m:sSubPr>
                          <m:e>
                            <m:r>
                              <m:rPr>
                                <m:sty m:val="p"/>
                              </m:rPr>
                              <a:rPr lang="de-DE" sz="1400" b="0" i="0" smtClean="0">
                                <a:solidFill>
                                  <a:schemeClr val="tx1"/>
                                </a:solidFill>
                                <a:latin typeface="Cambria Math" panose="02040503050406030204" pitchFamily="18" charset="0"/>
                              </a:rPr>
                              <m:t>m</m:t>
                            </m:r>
                          </m:e>
                          <m:sub>
                            <m:r>
                              <m:rPr>
                                <m:sty m:val="p"/>
                              </m:rPr>
                              <a:rPr lang="de-DE" sz="1400" b="0" i="1" smtClean="0">
                                <a:solidFill>
                                  <a:schemeClr val="tx1"/>
                                </a:solidFill>
                                <a:latin typeface="Cambria Math" panose="02040503050406030204" pitchFamily="18" charset="0"/>
                              </a:rPr>
                              <m:t>Nb</m:t>
                            </m:r>
                          </m:sub>
                        </m:sSub>
                      </m:oMath>
                    </m:oMathPara>
                  </a14:m>
                  <a:endParaRPr lang="en-US" sz="1400" dirty="0">
                    <a:solidFill>
                      <a:schemeClr val="tx1"/>
                    </a:solidFill>
                  </a:endParaRPr>
                </a:p>
              </p:txBody>
            </p:sp>
          </mc:Choice>
          <mc:Fallback xmlns="">
            <p:sp>
              <p:nvSpPr>
                <p:cNvPr id="37" name="TextBox 36">
                  <a:extLst>
                    <a:ext uri="{FF2B5EF4-FFF2-40B4-BE49-F238E27FC236}">
                      <a16:creationId xmlns:a16="http://schemas.microsoft.com/office/drawing/2014/main" id="{466B6B2A-95DA-EDFD-E8BE-D8AF26894238}"/>
                    </a:ext>
                  </a:extLst>
                </p:cNvPr>
                <p:cNvSpPr txBox="1">
                  <a:spLocks noRot="1" noChangeAspect="1" noMove="1" noResize="1" noEditPoints="1" noAdjustHandles="1" noChangeArrowheads="1" noChangeShapeType="1" noTextEdit="1"/>
                </p:cNvSpPr>
                <p:nvPr/>
              </p:nvSpPr>
              <p:spPr>
                <a:xfrm>
                  <a:off x="8905458" y="1506194"/>
                  <a:ext cx="855270" cy="307777"/>
                </a:xfrm>
                <a:prstGeom prst="rect">
                  <a:avLst/>
                </a:prstGeom>
                <a:blipFill>
                  <a:blip r:embed="rId21"/>
                  <a:stretch>
                    <a:fillRect b="-29730"/>
                  </a:stretch>
                </a:blipFill>
              </p:spPr>
              <p:txBody>
                <a:bodyPr/>
                <a:lstStyle/>
                <a:p>
                  <a:r>
                    <a:rPr lang="en-US">
                      <a:noFill/>
                    </a:rPr>
                    <a:t> </a:t>
                  </a:r>
                </a:p>
              </p:txBody>
            </p:sp>
          </mc:Fallback>
        </mc:AlternateContent>
        <p:sp>
          <p:nvSpPr>
            <p:cNvPr id="38" name="Oval 37">
              <a:extLst>
                <a:ext uri="{FF2B5EF4-FFF2-40B4-BE49-F238E27FC236}">
                  <a16:creationId xmlns:a16="http://schemas.microsoft.com/office/drawing/2014/main" id="{ADAC6C37-7895-CA05-8055-016B9FCF2739}"/>
                </a:ext>
              </a:extLst>
            </p:cNvPr>
            <p:cNvSpPr>
              <a:spLocks noChangeAspect="1"/>
            </p:cNvSpPr>
            <p:nvPr/>
          </p:nvSpPr>
          <p:spPr>
            <a:xfrm>
              <a:off x="8524898" y="1072335"/>
              <a:ext cx="410141" cy="41014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p>
          </p:txBody>
        </p:sp>
        <p:cxnSp>
          <p:nvCxnSpPr>
            <p:cNvPr id="39" name="Straight Arrow Connector 38">
              <a:extLst>
                <a:ext uri="{FF2B5EF4-FFF2-40B4-BE49-F238E27FC236}">
                  <a16:creationId xmlns:a16="http://schemas.microsoft.com/office/drawing/2014/main" id="{BFA7B4BB-5C07-05BA-494F-FD722A51D766}"/>
                </a:ext>
              </a:extLst>
            </p:cNvPr>
            <p:cNvCxnSpPr>
              <a:cxnSpLocks/>
              <a:stCxn id="38" idx="0"/>
              <a:endCxn id="30" idx="2"/>
            </p:cNvCxnSpPr>
            <p:nvPr/>
          </p:nvCxnSpPr>
          <p:spPr>
            <a:xfrm flipV="1">
              <a:off x="8729969" y="349529"/>
              <a:ext cx="846010" cy="722806"/>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C7B26F9A-3E89-58BA-2714-B872829D0EC7}"/>
                    </a:ext>
                  </a:extLst>
                </p:cNvPr>
                <p:cNvSpPr txBox="1"/>
                <p:nvPr/>
              </p:nvSpPr>
              <p:spPr>
                <a:xfrm>
                  <a:off x="7804966" y="787250"/>
                  <a:ext cx="546041" cy="307777"/>
                </a:xfrm>
                <a:prstGeom prst="rect">
                  <a:avLst/>
                </a:prstGeom>
                <a:noFill/>
              </p:spPr>
              <p:txBody>
                <a:bodyPr wrap="square">
                  <a:spAutoFit/>
                </a:bodyPr>
                <a:lstStyle/>
                <a:p>
                  <a:pPr/>
                  <a14:m>
                    <m:oMathPara xmlns:m="http://schemas.openxmlformats.org/officeDocument/2006/math">
                      <m:oMath>
                        <m:sSub>
                          <m:sSubPr>
                            <m:ctrlPr>
                              <a:rPr lang="de-DE" sz="1400" b="0" i="0" smtClean="0">
                                <a:solidFill>
                                  <a:schemeClr val="tx1"/>
                                </a:solidFill>
                                <a:latin typeface="Cambria Math" panose="02040503050406030204" pitchFamily="18" charset="0"/>
                              </a:rPr>
                            </m:ctrlPr>
                          </m:sSubPr>
                          <m:e>
                            <m:r>
                              <m:rPr>
                                <m:sty m:val="p"/>
                              </m:rPr>
                              <a:rPr lang="de-DE" sz="1400" b="0" i="0" smtClean="0">
                                <a:solidFill>
                                  <a:schemeClr val="tx1"/>
                                </a:solidFill>
                                <a:latin typeface="Cambria Math" panose="02040503050406030204" pitchFamily="18" charset="0"/>
                              </a:rPr>
                              <m:t>m</m:t>
                            </m:r>
                          </m:e>
                          <m:sub>
                            <m:r>
                              <m:rPr>
                                <m:sty m:val="p"/>
                              </m:rPr>
                              <a:rPr lang="de-DE" sz="1400" b="0" i="1" smtClean="0">
                                <a:solidFill>
                                  <a:schemeClr val="tx1"/>
                                </a:solidFill>
                                <a:latin typeface="Cambria Math" panose="02040503050406030204" pitchFamily="18" charset="0"/>
                              </a:rPr>
                              <m:t>c</m:t>
                            </m:r>
                          </m:sub>
                        </m:sSub>
                      </m:oMath>
                    </m:oMathPara>
                  </a14:m>
                  <a:endParaRPr lang="en-US" sz="1400" dirty="0">
                    <a:solidFill>
                      <a:schemeClr val="tx1"/>
                    </a:solidFill>
                  </a:endParaRPr>
                </a:p>
              </p:txBody>
            </p:sp>
          </mc:Choice>
          <mc:Fallback xmlns="">
            <p:sp>
              <p:nvSpPr>
                <p:cNvPr id="40" name="TextBox 39">
                  <a:extLst>
                    <a:ext uri="{FF2B5EF4-FFF2-40B4-BE49-F238E27FC236}">
                      <a16:creationId xmlns:a16="http://schemas.microsoft.com/office/drawing/2014/main" id="{C7B26F9A-3E89-58BA-2714-B872829D0EC7}"/>
                    </a:ext>
                  </a:extLst>
                </p:cNvPr>
                <p:cNvSpPr txBox="1">
                  <a:spLocks noRot="1" noChangeAspect="1" noMove="1" noResize="1" noEditPoints="1" noAdjustHandles="1" noChangeArrowheads="1" noChangeShapeType="1" noTextEdit="1"/>
                </p:cNvSpPr>
                <p:nvPr/>
              </p:nvSpPr>
              <p:spPr>
                <a:xfrm>
                  <a:off x="7804966" y="787250"/>
                  <a:ext cx="546041" cy="307777"/>
                </a:xfrm>
                <a:prstGeom prst="rect">
                  <a:avLst/>
                </a:prstGeom>
                <a:blipFill>
                  <a:blip r:embed="rId22"/>
                  <a:stretch>
                    <a:fillRect b="-21053"/>
                  </a:stretch>
                </a:blipFill>
              </p:spPr>
              <p:txBody>
                <a:bodyPr/>
                <a:lstStyle/>
                <a:p>
                  <a:r>
                    <a:rPr lang="en-US">
                      <a:noFill/>
                    </a:rPr>
                    <a:t> </a:t>
                  </a:r>
                </a:p>
              </p:txBody>
            </p:sp>
          </mc:Fallback>
        </mc:AlternateContent>
        <p:cxnSp>
          <p:nvCxnSpPr>
            <p:cNvPr id="41" name="Straight Arrow Connector 40">
              <a:extLst>
                <a:ext uri="{FF2B5EF4-FFF2-40B4-BE49-F238E27FC236}">
                  <a16:creationId xmlns:a16="http://schemas.microsoft.com/office/drawing/2014/main" id="{31770802-A549-1B03-CE7F-7AFB770EBD5E}"/>
                </a:ext>
              </a:extLst>
            </p:cNvPr>
            <p:cNvCxnSpPr>
              <a:cxnSpLocks/>
              <a:endCxn id="49" idx="1"/>
            </p:cNvCxnSpPr>
            <p:nvPr/>
          </p:nvCxnSpPr>
          <p:spPr>
            <a:xfrm flipV="1">
              <a:off x="7765437" y="1204213"/>
              <a:ext cx="740834" cy="29488"/>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42" name="Straight Arrow Connector 41">
              <a:extLst>
                <a:ext uri="{FF2B5EF4-FFF2-40B4-BE49-F238E27FC236}">
                  <a16:creationId xmlns:a16="http://schemas.microsoft.com/office/drawing/2014/main" id="{B1CBCA7D-4185-E65E-80C4-5F12AC7DE503}"/>
                </a:ext>
              </a:extLst>
            </p:cNvPr>
            <p:cNvCxnSpPr>
              <a:cxnSpLocks/>
              <a:stCxn id="38" idx="4"/>
              <a:endCxn id="31" idx="2"/>
            </p:cNvCxnSpPr>
            <p:nvPr/>
          </p:nvCxnSpPr>
          <p:spPr>
            <a:xfrm>
              <a:off x="8729969" y="1482476"/>
              <a:ext cx="855720" cy="738155"/>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sp>
          <p:nvSpPr>
            <p:cNvPr id="43" name="Oval 42">
              <a:extLst>
                <a:ext uri="{FF2B5EF4-FFF2-40B4-BE49-F238E27FC236}">
                  <a16:creationId xmlns:a16="http://schemas.microsoft.com/office/drawing/2014/main" id="{4822C949-C64F-45E3-E5D6-1ED7E93B3A01}"/>
                </a:ext>
              </a:extLst>
            </p:cNvPr>
            <p:cNvSpPr>
              <a:spLocks noChangeAspect="1"/>
            </p:cNvSpPr>
            <p:nvPr/>
          </p:nvSpPr>
          <p:spPr>
            <a:xfrm>
              <a:off x="10742623" y="1072335"/>
              <a:ext cx="410141" cy="41014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p>
          </p:txBody>
        </p:sp>
        <p:cxnSp>
          <p:nvCxnSpPr>
            <p:cNvPr id="44" name="Straight Arrow Connector 43">
              <a:extLst>
                <a:ext uri="{FF2B5EF4-FFF2-40B4-BE49-F238E27FC236}">
                  <a16:creationId xmlns:a16="http://schemas.microsoft.com/office/drawing/2014/main" id="{1B40B276-647A-E013-D78F-E037EF77B60B}"/>
                </a:ext>
              </a:extLst>
            </p:cNvPr>
            <p:cNvCxnSpPr>
              <a:cxnSpLocks/>
            </p:cNvCxnSpPr>
            <p:nvPr/>
          </p:nvCxnSpPr>
          <p:spPr>
            <a:xfrm flipV="1">
              <a:off x="11152764" y="1261123"/>
              <a:ext cx="782058" cy="16282"/>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0AD7F492-8748-470F-4E16-45D321DA71D0}"/>
                    </a:ext>
                  </a:extLst>
                </p:cNvPr>
                <p:cNvSpPr txBox="1"/>
                <p:nvPr/>
              </p:nvSpPr>
              <p:spPr>
                <a:xfrm>
                  <a:off x="11375112" y="854140"/>
                  <a:ext cx="524049" cy="307777"/>
                </a:xfrm>
                <a:prstGeom prst="rect">
                  <a:avLst/>
                </a:prstGeom>
                <a:noFill/>
              </p:spPr>
              <p:txBody>
                <a:bodyPr wrap="square">
                  <a:spAutoFit/>
                </a:bodyPr>
                <a:lstStyle/>
                <a:p>
                  <a:pPr/>
                  <a14:m>
                    <m:oMathPara xmlns:m="http://schemas.openxmlformats.org/officeDocument/2006/math">
                      <m:oMath>
                        <m:sSub>
                          <m:sSubPr>
                            <m:ctrlPr>
                              <a:rPr lang="de-DE" sz="1400" b="0" i="1" smtClean="0">
                                <a:latin typeface="Cambria Math" panose="02040503050406030204" pitchFamily="18" charset="0"/>
                              </a:rPr>
                            </m:ctrlPr>
                          </m:sSubPr>
                          <m:e>
                            <m:r>
                              <m:rPr>
                                <m:sty m:val="p"/>
                              </m:rPr>
                              <a:rPr lang="de-DE" sz="1400" b="0" i="1" smtClean="0">
                                <a:latin typeface="Cambria Math" panose="02040503050406030204" pitchFamily="18" charset="0"/>
                              </a:rPr>
                              <m:t>m</m:t>
                            </m:r>
                          </m:e>
                          <m:sub>
                            <m:r>
                              <m:rPr>
                                <m:sty m:val="p"/>
                              </m:rPr>
                              <a:rPr lang="de-DE" sz="1400" b="0" i="1" smtClean="0">
                                <a:latin typeface="Cambria Math" panose="02040503050406030204" pitchFamily="18" charset="0"/>
                              </a:rPr>
                              <m:t>out</m:t>
                            </m:r>
                          </m:sub>
                        </m:sSub>
                      </m:oMath>
                    </m:oMathPara>
                  </a14:m>
                  <a:endParaRPr lang="en-US" sz="1400" dirty="0"/>
                </a:p>
              </p:txBody>
            </p:sp>
          </mc:Choice>
          <mc:Fallback xmlns="">
            <p:sp>
              <p:nvSpPr>
                <p:cNvPr id="45" name="TextBox 44">
                  <a:extLst>
                    <a:ext uri="{FF2B5EF4-FFF2-40B4-BE49-F238E27FC236}">
                      <a16:creationId xmlns:a16="http://schemas.microsoft.com/office/drawing/2014/main" id="{0AD7F492-8748-470F-4E16-45D321DA71D0}"/>
                    </a:ext>
                  </a:extLst>
                </p:cNvPr>
                <p:cNvSpPr txBox="1">
                  <a:spLocks noRot="1" noChangeAspect="1" noMove="1" noResize="1" noEditPoints="1" noAdjustHandles="1" noChangeArrowheads="1" noChangeShapeType="1" noTextEdit="1"/>
                </p:cNvSpPr>
                <p:nvPr/>
              </p:nvSpPr>
              <p:spPr>
                <a:xfrm>
                  <a:off x="11375112" y="854140"/>
                  <a:ext cx="524049" cy="307777"/>
                </a:xfrm>
                <a:prstGeom prst="rect">
                  <a:avLst/>
                </a:prstGeom>
                <a:blipFill>
                  <a:blip r:embed="rId23"/>
                  <a:stretch>
                    <a:fillRect r="-26984" b="-263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A4E210CE-3DD6-66EB-201D-E628A6AE849F}"/>
                    </a:ext>
                  </a:extLst>
                </p:cNvPr>
                <p:cNvSpPr txBox="1"/>
                <p:nvPr/>
              </p:nvSpPr>
              <p:spPr>
                <a:xfrm>
                  <a:off x="10724745" y="1051777"/>
                  <a:ext cx="448081" cy="307777"/>
                </a:xfrm>
                <a:prstGeom prst="rect">
                  <a:avLst/>
                </a:prstGeom>
                <a:noFill/>
              </p:spPr>
              <p:txBody>
                <a:bodyPr wrap="square">
                  <a:spAutoFit/>
                </a:bodyPr>
                <a:lstStyle/>
                <a:p>
                  <a:pPr/>
                  <a14:m>
                    <m:oMathPara xmlns:m="http://schemas.openxmlformats.org/officeDocument/2006/math">
                      <m:oMath>
                        <m:sSub>
                          <m:sSubPr>
                            <m:ctrlPr>
                              <a:rPr lang="de-DE" sz="1400" b="0" i="1" smtClean="0">
                                <a:solidFill>
                                  <a:schemeClr val="bg1"/>
                                </a:solidFill>
                                <a:latin typeface="Cambria Math" panose="02040503050406030204" pitchFamily="18" charset="0"/>
                              </a:rPr>
                            </m:ctrlPr>
                          </m:sSubPr>
                          <m:e>
                            <m:r>
                              <m:rPr>
                                <m:sty m:val="p"/>
                              </m:rPr>
                              <a:rPr lang="de-DE" sz="1400" b="0" i="1" smtClean="0">
                                <a:solidFill>
                                  <a:schemeClr val="bg1"/>
                                </a:solidFill>
                                <a:latin typeface="Cambria Math" panose="02040503050406030204" pitchFamily="18" charset="0"/>
                              </a:rPr>
                              <m:t>r</m:t>
                            </m:r>
                          </m:e>
                          <m:sub>
                            <m:r>
                              <m:rPr>
                                <m:sty m:val="p"/>
                              </m:rPr>
                              <a:rPr lang="de-DE" sz="1400" b="0" i="1" smtClean="0">
                                <a:solidFill>
                                  <a:schemeClr val="bg1"/>
                                </a:solidFill>
                                <a:latin typeface="Cambria Math" panose="02040503050406030204" pitchFamily="18" charset="0"/>
                              </a:rPr>
                              <m:t>No</m:t>
                            </m:r>
                          </m:sub>
                        </m:sSub>
                      </m:oMath>
                    </m:oMathPara>
                  </a14:m>
                  <a:endParaRPr lang="en-US" sz="1400" dirty="0">
                    <a:solidFill>
                      <a:schemeClr val="bg1"/>
                    </a:solidFill>
                  </a:endParaRPr>
                </a:p>
              </p:txBody>
            </p:sp>
          </mc:Choice>
          <mc:Fallback xmlns="">
            <p:sp>
              <p:nvSpPr>
                <p:cNvPr id="46" name="TextBox 45">
                  <a:extLst>
                    <a:ext uri="{FF2B5EF4-FFF2-40B4-BE49-F238E27FC236}">
                      <a16:creationId xmlns:a16="http://schemas.microsoft.com/office/drawing/2014/main" id="{A4E210CE-3DD6-66EB-201D-E628A6AE849F}"/>
                    </a:ext>
                  </a:extLst>
                </p:cNvPr>
                <p:cNvSpPr txBox="1">
                  <a:spLocks noRot="1" noChangeAspect="1" noMove="1" noResize="1" noEditPoints="1" noAdjustHandles="1" noChangeArrowheads="1" noChangeShapeType="1" noTextEdit="1"/>
                </p:cNvSpPr>
                <p:nvPr/>
              </p:nvSpPr>
              <p:spPr>
                <a:xfrm>
                  <a:off x="10724745" y="1051777"/>
                  <a:ext cx="448081" cy="307777"/>
                </a:xfrm>
                <a:prstGeom prst="rect">
                  <a:avLst/>
                </a:prstGeom>
                <a:blipFill>
                  <a:blip r:embed="rId24"/>
                  <a:stretch>
                    <a:fillRect r="-16667" b="-263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A4A8E44A-7E5A-550D-5F49-2D283B6B8813}"/>
                    </a:ext>
                  </a:extLst>
                </p:cNvPr>
                <p:cNvSpPr txBox="1"/>
                <p:nvPr/>
              </p:nvSpPr>
              <p:spPr>
                <a:xfrm>
                  <a:off x="9511232" y="111833"/>
                  <a:ext cx="557613" cy="307777"/>
                </a:xfrm>
                <a:prstGeom prst="rect">
                  <a:avLst/>
                </a:prstGeom>
                <a:noFill/>
              </p:spPr>
              <p:txBody>
                <a:bodyPr wrap="square">
                  <a:spAutoFit/>
                </a:bodyPr>
                <a:lstStyle/>
                <a:p>
                  <a:pPr/>
                  <a14:m>
                    <m:oMathPara xmlns:m="http://schemas.openxmlformats.org/officeDocument/2006/math">
                      <m:oMath>
                        <m:sSub>
                          <m:sSubPr>
                            <m:ctrlPr>
                              <a:rPr lang="de-DE" sz="1400" b="0" i="1" smtClean="0">
                                <a:solidFill>
                                  <a:schemeClr val="bg1"/>
                                </a:solidFill>
                                <a:latin typeface="Cambria Math" panose="02040503050406030204" pitchFamily="18" charset="0"/>
                              </a:rPr>
                            </m:ctrlPr>
                          </m:sSubPr>
                          <m:e>
                            <m:r>
                              <m:rPr>
                                <m:sty m:val="p"/>
                              </m:rPr>
                              <a:rPr lang="de-DE" sz="1400" b="0" i="1" smtClean="0">
                                <a:solidFill>
                                  <a:schemeClr val="bg1"/>
                                </a:solidFill>
                                <a:latin typeface="Cambria Math" panose="02040503050406030204" pitchFamily="18" charset="0"/>
                              </a:rPr>
                              <m:t>r</m:t>
                            </m:r>
                          </m:e>
                          <m:sub>
                            <m:r>
                              <m:rPr>
                                <m:sty m:val="p"/>
                              </m:rPr>
                              <a:rPr lang="de-DE" sz="1400" b="0" i="1" smtClean="0">
                                <a:solidFill>
                                  <a:schemeClr val="bg1"/>
                                </a:solidFill>
                                <a:latin typeface="Cambria Math" panose="02040503050406030204" pitchFamily="18" charset="0"/>
                              </a:rPr>
                              <m:t>Na</m:t>
                            </m:r>
                          </m:sub>
                        </m:sSub>
                      </m:oMath>
                    </m:oMathPara>
                  </a14:m>
                  <a:endParaRPr lang="en-US" sz="1400" dirty="0">
                    <a:solidFill>
                      <a:schemeClr val="bg1"/>
                    </a:solidFill>
                  </a:endParaRPr>
                </a:p>
              </p:txBody>
            </p:sp>
          </mc:Choice>
          <mc:Fallback xmlns="">
            <p:sp>
              <p:nvSpPr>
                <p:cNvPr id="47" name="TextBox 46">
                  <a:extLst>
                    <a:ext uri="{FF2B5EF4-FFF2-40B4-BE49-F238E27FC236}">
                      <a16:creationId xmlns:a16="http://schemas.microsoft.com/office/drawing/2014/main" id="{A4A8E44A-7E5A-550D-5F49-2D283B6B8813}"/>
                    </a:ext>
                  </a:extLst>
                </p:cNvPr>
                <p:cNvSpPr txBox="1">
                  <a:spLocks noRot="1" noChangeAspect="1" noMove="1" noResize="1" noEditPoints="1" noAdjustHandles="1" noChangeArrowheads="1" noChangeShapeType="1" noTextEdit="1"/>
                </p:cNvSpPr>
                <p:nvPr/>
              </p:nvSpPr>
              <p:spPr>
                <a:xfrm>
                  <a:off x="9511232" y="111833"/>
                  <a:ext cx="557613" cy="307777"/>
                </a:xfrm>
                <a:prstGeom prst="rect">
                  <a:avLst/>
                </a:prstGeom>
                <a:blipFill>
                  <a:blip r:embed="rId25"/>
                  <a:stretch>
                    <a:fillRect b="-263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C9D979C3-FABA-3E0B-A95D-E2D05CD56BE3}"/>
                    </a:ext>
                  </a:extLst>
                </p:cNvPr>
                <p:cNvSpPr txBox="1"/>
                <p:nvPr/>
              </p:nvSpPr>
              <p:spPr>
                <a:xfrm>
                  <a:off x="9565904" y="1994059"/>
                  <a:ext cx="421017" cy="307777"/>
                </a:xfrm>
                <a:prstGeom prst="rect">
                  <a:avLst/>
                </a:prstGeom>
                <a:noFill/>
              </p:spPr>
              <p:txBody>
                <a:bodyPr wrap="square">
                  <a:spAutoFit/>
                </a:bodyPr>
                <a:lstStyle/>
                <a:p>
                  <a:pPr/>
                  <a14:m>
                    <m:oMathPara xmlns:m="http://schemas.openxmlformats.org/officeDocument/2006/math">
                      <m:oMath>
                        <m:sSub>
                          <m:sSubPr>
                            <m:ctrlPr>
                              <a:rPr lang="de-DE" sz="1400" b="0" i="1" smtClean="0">
                                <a:solidFill>
                                  <a:schemeClr val="bg1"/>
                                </a:solidFill>
                                <a:latin typeface="Cambria Math" panose="02040503050406030204" pitchFamily="18" charset="0"/>
                              </a:rPr>
                            </m:ctrlPr>
                          </m:sSubPr>
                          <m:e>
                            <m:r>
                              <m:rPr>
                                <m:sty m:val="p"/>
                              </m:rPr>
                              <a:rPr lang="de-DE" sz="1400" b="0" i="1" smtClean="0">
                                <a:solidFill>
                                  <a:schemeClr val="bg1"/>
                                </a:solidFill>
                                <a:latin typeface="Cambria Math" panose="02040503050406030204" pitchFamily="18" charset="0"/>
                              </a:rPr>
                              <m:t>r</m:t>
                            </m:r>
                          </m:e>
                          <m:sub>
                            <m:r>
                              <m:rPr>
                                <m:sty m:val="p"/>
                              </m:rPr>
                              <a:rPr lang="de-DE" sz="1400" b="0" i="1" smtClean="0">
                                <a:solidFill>
                                  <a:schemeClr val="bg1"/>
                                </a:solidFill>
                                <a:latin typeface="Cambria Math" panose="02040503050406030204" pitchFamily="18" charset="0"/>
                              </a:rPr>
                              <m:t>Nb</m:t>
                            </m:r>
                          </m:sub>
                        </m:sSub>
                      </m:oMath>
                    </m:oMathPara>
                  </a14:m>
                  <a:endParaRPr lang="en-US" sz="1400" dirty="0">
                    <a:solidFill>
                      <a:schemeClr val="bg1"/>
                    </a:solidFill>
                  </a:endParaRPr>
                </a:p>
              </p:txBody>
            </p:sp>
          </mc:Choice>
          <mc:Fallback xmlns="">
            <p:sp>
              <p:nvSpPr>
                <p:cNvPr id="48" name="TextBox 47">
                  <a:extLst>
                    <a:ext uri="{FF2B5EF4-FFF2-40B4-BE49-F238E27FC236}">
                      <a16:creationId xmlns:a16="http://schemas.microsoft.com/office/drawing/2014/main" id="{C9D979C3-FABA-3E0B-A95D-E2D05CD56BE3}"/>
                    </a:ext>
                  </a:extLst>
                </p:cNvPr>
                <p:cNvSpPr txBox="1">
                  <a:spLocks noRot="1" noChangeAspect="1" noMove="1" noResize="1" noEditPoints="1" noAdjustHandles="1" noChangeArrowheads="1" noChangeShapeType="1" noTextEdit="1"/>
                </p:cNvSpPr>
                <p:nvPr/>
              </p:nvSpPr>
              <p:spPr>
                <a:xfrm>
                  <a:off x="9565904" y="1994059"/>
                  <a:ext cx="421017" cy="307777"/>
                </a:xfrm>
                <a:prstGeom prst="rect">
                  <a:avLst/>
                </a:prstGeom>
                <a:blipFill>
                  <a:blip r:embed="rId26"/>
                  <a:stretch>
                    <a:fillRect r="-25490" b="-297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EE9A3300-DC16-0A2E-B38B-51999F2DC145}"/>
                    </a:ext>
                  </a:extLst>
                </p:cNvPr>
                <p:cNvSpPr txBox="1"/>
                <p:nvPr/>
              </p:nvSpPr>
              <p:spPr>
                <a:xfrm>
                  <a:off x="8506271" y="1050324"/>
                  <a:ext cx="448081" cy="307777"/>
                </a:xfrm>
                <a:prstGeom prst="rect">
                  <a:avLst/>
                </a:prstGeom>
                <a:noFill/>
              </p:spPr>
              <p:txBody>
                <a:bodyPr wrap="square">
                  <a:spAutoFit/>
                </a:bodyPr>
                <a:lstStyle/>
                <a:p>
                  <a:pPr/>
                  <a14:m>
                    <m:oMathPara xmlns:m="http://schemas.openxmlformats.org/officeDocument/2006/math">
                      <m:oMath>
                        <m:sSub>
                          <m:sSubPr>
                            <m:ctrlPr>
                              <a:rPr lang="de-DE" sz="1400" b="0" i="1" smtClean="0">
                                <a:solidFill>
                                  <a:schemeClr val="bg1"/>
                                </a:solidFill>
                                <a:latin typeface="Cambria Math" panose="02040503050406030204" pitchFamily="18" charset="0"/>
                              </a:rPr>
                            </m:ctrlPr>
                          </m:sSubPr>
                          <m:e>
                            <m:r>
                              <m:rPr>
                                <m:sty m:val="p"/>
                              </m:rPr>
                              <a:rPr lang="de-DE" sz="1400" b="0" i="1" smtClean="0">
                                <a:solidFill>
                                  <a:schemeClr val="bg1"/>
                                </a:solidFill>
                                <a:latin typeface="Cambria Math" panose="02040503050406030204" pitchFamily="18" charset="0"/>
                              </a:rPr>
                              <m:t>r</m:t>
                            </m:r>
                          </m:e>
                          <m:sub>
                            <m:r>
                              <m:rPr>
                                <m:sty m:val="p"/>
                              </m:rPr>
                              <a:rPr lang="de-DE" sz="1400" b="0" i="1" smtClean="0">
                                <a:solidFill>
                                  <a:schemeClr val="bg1"/>
                                </a:solidFill>
                                <a:latin typeface="Cambria Math" panose="02040503050406030204" pitchFamily="18" charset="0"/>
                              </a:rPr>
                              <m:t>Ni</m:t>
                            </m:r>
                          </m:sub>
                        </m:sSub>
                      </m:oMath>
                    </m:oMathPara>
                  </a14:m>
                  <a:endParaRPr lang="en-US" sz="1400" dirty="0">
                    <a:solidFill>
                      <a:schemeClr val="bg1"/>
                    </a:solidFill>
                  </a:endParaRPr>
                </a:p>
              </p:txBody>
            </p:sp>
          </mc:Choice>
          <mc:Fallback xmlns="">
            <p:sp>
              <p:nvSpPr>
                <p:cNvPr id="49" name="TextBox 48">
                  <a:extLst>
                    <a:ext uri="{FF2B5EF4-FFF2-40B4-BE49-F238E27FC236}">
                      <a16:creationId xmlns:a16="http://schemas.microsoft.com/office/drawing/2014/main" id="{EE9A3300-DC16-0A2E-B38B-51999F2DC145}"/>
                    </a:ext>
                  </a:extLst>
                </p:cNvPr>
                <p:cNvSpPr txBox="1">
                  <a:spLocks noRot="1" noChangeAspect="1" noMove="1" noResize="1" noEditPoints="1" noAdjustHandles="1" noChangeArrowheads="1" noChangeShapeType="1" noTextEdit="1"/>
                </p:cNvSpPr>
                <p:nvPr/>
              </p:nvSpPr>
              <p:spPr>
                <a:xfrm>
                  <a:off x="8506271" y="1050324"/>
                  <a:ext cx="448081" cy="307777"/>
                </a:xfrm>
                <a:prstGeom prst="rect">
                  <a:avLst/>
                </a:prstGeom>
                <a:blipFill>
                  <a:blip r:embed="rId27"/>
                  <a:stretch>
                    <a:fillRect r="-5455" b="-26316"/>
                  </a:stretch>
                </a:blipFill>
              </p:spPr>
              <p:txBody>
                <a:bodyPr/>
                <a:lstStyle/>
                <a:p>
                  <a:r>
                    <a:rPr lang="en-US">
                      <a:noFill/>
                    </a:rPr>
                    <a:t> </a:t>
                  </a:r>
                </a:p>
              </p:txBody>
            </p:sp>
          </mc:Fallback>
        </mc:AlternateContent>
        <p:cxnSp>
          <p:nvCxnSpPr>
            <p:cNvPr id="60" name="Straight Connector 59">
              <a:extLst>
                <a:ext uri="{FF2B5EF4-FFF2-40B4-BE49-F238E27FC236}">
                  <a16:creationId xmlns:a16="http://schemas.microsoft.com/office/drawing/2014/main" id="{F2DBBA50-2131-0EA5-0462-4EC1F75E5A86}"/>
                </a:ext>
              </a:extLst>
            </p:cNvPr>
            <p:cNvCxnSpPr>
              <a:cxnSpLocks/>
            </p:cNvCxnSpPr>
            <p:nvPr/>
          </p:nvCxnSpPr>
          <p:spPr>
            <a:xfrm>
              <a:off x="7775840" y="596589"/>
              <a:ext cx="0" cy="637112"/>
            </a:xfrm>
            <a:prstGeom prst="line">
              <a:avLst/>
            </a:prstGeom>
          </p:spPr>
          <p:style>
            <a:lnRef idx="2">
              <a:schemeClr val="accent1"/>
            </a:lnRef>
            <a:fillRef idx="0">
              <a:schemeClr val="accent1"/>
            </a:fillRef>
            <a:effectRef idx="1">
              <a:schemeClr val="accent1"/>
            </a:effectRef>
            <a:fontRef idx="minor">
              <a:schemeClr val="tx1"/>
            </a:fontRef>
          </p:style>
        </p:cxnSp>
        <p:sp>
          <p:nvSpPr>
            <p:cNvPr id="113" name="Rectangle 112">
              <a:extLst>
                <a:ext uri="{FF2B5EF4-FFF2-40B4-BE49-F238E27FC236}">
                  <a16:creationId xmlns:a16="http://schemas.microsoft.com/office/drawing/2014/main" id="{CBB29994-8EB6-DEA9-1A3E-FC7363F9DEA5}"/>
                </a:ext>
              </a:extLst>
            </p:cNvPr>
            <p:cNvSpPr/>
            <p:nvPr/>
          </p:nvSpPr>
          <p:spPr>
            <a:xfrm>
              <a:off x="8320022" y="23424"/>
              <a:ext cx="3073000" cy="2537212"/>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115" name="TextBox 114">
              <a:extLst>
                <a:ext uri="{FF2B5EF4-FFF2-40B4-BE49-F238E27FC236}">
                  <a16:creationId xmlns:a16="http://schemas.microsoft.com/office/drawing/2014/main" id="{1ED64CA3-BC32-708F-46D5-1857FBCA4E83}"/>
                </a:ext>
              </a:extLst>
            </p:cNvPr>
            <p:cNvSpPr txBox="1"/>
            <p:nvPr/>
          </p:nvSpPr>
          <p:spPr>
            <a:xfrm>
              <a:off x="8334900" y="53954"/>
              <a:ext cx="402674" cy="276999"/>
            </a:xfrm>
            <a:prstGeom prst="rect">
              <a:avLst/>
            </a:prstGeom>
            <a:noFill/>
          </p:spPr>
          <p:txBody>
            <a:bodyPr wrap="none" rtlCol="0">
              <a:spAutoFit/>
            </a:bodyPr>
            <a:lstStyle/>
            <a:p>
              <a:r>
                <a:rPr lang="en-US" sz="1200" dirty="0"/>
                <a:t>NN</a:t>
              </a:r>
            </a:p>
          </p:txBody>
        </p:sp>
      </p:grpSp>
      <p:sp>
        <p:nvSpPr>
          <p:cNvPr id="3" name="TextBox 2">
            <a:extLst>
              <a:ext uri="{FF2B5EF4-FFF2-40B4-BE49-F238E27FC236}">
                <a16:creationId xmlns:a16="http://schemas.microsoft.com/office/drawing/2014/main" id="{BF3EA168-C718-7E06-D8E8-855632CA971E}"/>
              </a:ext>
            </a:extLst>
          </p:cNvPr>
          <p:cNvSpPr txBox="1"/>
          <p:nvPr/>
        </p:nvSpPr>
        <p:spPr>
          <a:xfrm>
            <a:off x="2160047" y="1956969"/>
            <a:ext cx="986167" cy="369332"/>
          </a:xfrm>
          <a:prstGeom prst="rect">
            <a:avLst/>
          </a:prstGeom>
          <a:noFill/>
        </p:spPr>
        <p:txBody>
          <a:bodyPr wrap="none" rtlCol="0">
            <a:spAutoFit/>
          </a:bodyPr>
          <a:lstStyle/>
          <a:p>
            <a:r>
              <a:rPr lang="en-US" dirty="0"/>
              <a:t>Motif 50</a:t>
            </a:r>
          </a:p>
        </p:txBody>
      </p:sp>
      <p:sp>
        <p:nvSpPr>
          <p:cNvPr id="7" name="Rectangle: Rounded Corners 6">
            <a:extLst>
              <a:ext uri="{FF2B5EF4-FFF2-40B4-BE49-F238E27FC236}">
                <a16:creationId xmlns:a16="http://schemas.microsoft.com/office/drawing/2014/main" id="{DDD1974A-0BEC-6951-7FFE-9F66B9079D02}"/>
              </a:ext>
            </a:extLst>
          </p:cNvPr>
          <p:cNvSpPr/>
          <p:nvPr/>
        </p:nvSpPr>
        <p:spPr>
          <a:xfrm>
            <a:off x="10618834" y="887943"/>
            <a:ext cx="1522517" cy="91440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Algorithm </a:t>
            </a:r>
          </a:p>
        </p:txBody>
      </p:sp>
      <p:sp>
        <p:nvSpPr>
          <p:cNvPr id="8" name="Rectangle: Rounded Corners 7">
            <a:extLst>
              <a:ext uri="{FF2B5EF4-FFF2-40B4-BE49-F238E27FC236}">
                <a16:creationId xmlns:a16="http://schemas.microsoft.com/office/drawing/2014/main" id="{2F3D0449-BD61-9D67-E3AE-5AF621834EAC}"/>
              </a:ext>
            </a:extLst>
          </p:cNvPr>
          <p:cNvSpPr/>
          <p:nvPr/>
        </p:nvSpPr>
        <p:spPr>
          <a:xfrm>
            <a:off x="10618834" y="2312289"/>
            <a:ext cx="1522517" cy="914400"/>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Chemical Reactions </a:t>
            </a:r>
          </a:p>
        </p:txBody>
      </p:sp>
      <p:sp>
        <p:nvSpPr>
          <p:cNvPr id="9" name="Rectangle: Rounded Corners 8">
            <a:extLst>
              <a:ext uri="{FF2B5EF4-FFF2-40B4-BE49-F238E27FC236}">
                <a16:creationId xmlns:a16="http://schemas.microsoft.com/office/drawing/2014/main" id="{28C677D4-564A-8E84-2536-799A24091C33}"/>
              </a:ext>
            </a:extLst>
          </p:cNvPr>
          <p:cNvSpPr/>
          <p:nvPr/>
        </p:nvSpPr>
        <p:spPr>
          <a:xfrm>
            <a:off x="10618834" y="3736635"/>
            <a:ext cx="1522517" cy="914400"/>
          </a:xfrm>
          <a:prstGeom prst="round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Metabolic Network</a:t>
            </a:r>
          </a:p>
        </p:txBody>
      </p:sp>
      <p:sp>
        <p:nvSpPr>
          <p:cNvPr id="10" name="Rectangle: Rounded Corners 9">
            <a:extLst>
              <a:ext uri="{FF2B5EF4-FFF2-40B4-BE49-F238E27FC236}">
                <a16:creationId xmlns:a16="http://schemas.microsoft.com/office/drawing/2014/main" id="{F0A4D7D1-CC37-2864-6A82-6C3AD6AD4E09}"/>
              </a:ext>
            </a:extLst>
          </p:cNvPr>
          <p:cNvSpPr/>
          <p:nvPr/>
        </p:nvSpPr>
        <p:spPr>
          <a:xfrm>
            <a:off x="10618834" y="5160981"/>
            <a:ext cx="1522517" cy="91440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THz Actuation</a:t>
            </a:r>
          </a:p>
        </p:txBody>
      </p:sp>
      <p:cxnSp>
        <p:nvCxnSpPr>
          <p:cNvPr id="12" name="Straight Arrow Connector 11">
            <a:extLst>
              <a:ext uri="{FF2B5EF4-FFF2-40B4-BE49-F238E27FC236}">
                <a16:creationId xmlns:a16="http://schemas.microsoft.com/office/drawing/2014/main" id="{76CAF50E-9CA2-16A2-2E03-EC22D49C2295}"/>
              </a:ext>
            </a:extLst>
          </p:cNvPr>
          <p:cNvCxnSpPr>
            <a:stCxn id="7" idx="2"/>
            <a:endCxn id="8" idx="0"/>
          </p:cNvCxnSpPr>
          <p:nvPr/>
        </p:nvCxnSpPr>
        <p:spPr>
          <a:xfrm>
            <a:off x="11380093" y="1802343"/>
            <a:ext cx="0" cy="509946"/>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83BD2B48-FBC2-73DD-B436-53B38BFC66FE}"/>
              </a:ext>
            </a:extLst>
          </p:cNvPr>
          <p:cNvCxnSpPr>
            <a:cxnSpLocks/>
            <a:stCxn id="8" idx="2"/>
            <a:endCxn id="9" idx="0"/>
          </p:cNvCxnSpPr>
          <p:nvPr/>
        </p:nvCxnSpPr>
        <p:spPr>
          <a:xfrm>
            <a:off x="11380093" y="3226689"/>
            <a:ext cx="0" cy="509946"/>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7CC665AE-F4CD-3798-44FE-0ACFEF7D986D}"/>
              </a:ext>
            </a:extLst>
          </p:cNvPr>
          <p:cNvCxnSpPr>
            <a:cxnSpLocks/>
            <a:stCxn id="10" idx="0"/>
          </p:cNvCxnSpPr>
          <p:nvPr/>
        </p:nvCxnSpPr>
        <p:spPr>
          <a:xfrm flipV="1">
            <a:off x="11380093" y="4651035"/>
            <a:ext cx="0" cy="509946"/>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sp>
        <p:nvSpPr>
          <p:cNvPr id="21" name="Rectangle: Rounded Corners 20">
            <a:extLst>
              <a:ext uri="{FF2B5EF4-FFF2-40B4-BE49-F238E27FC236}">
                <a16:creationId xmlns:a16="http://schemas.microsoft.com/office/drawing/2014/main" id="{50BC0995-1DA4-0A2B-BBC5-934702929B5F}"/>
              </a:ext>
            </a:extLst>
          </p:cNvPr>
          <p:cNvSpPr/>
          <p:nvPr/>
        </p:nvSpPr>
        <p:spPr>
          <a:xfrm>
            <a:off x="3961257" y="3609975"/>
            <a:ext cx="439293" cy="790576"/>
          </a:xfrm>
          <a:prstGeom prst="roundRect">
            <a:avLst/>
          </a:prstGeom>
          <a:solidFill>
            <a:schemeClr val="accent1">
              <a:alpha val="1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Rounded Corners 22">
            <a:extLst>
              <a:ext uri="{FF2B5EF4-FFF2-40B4-BE49-F238E27FC236}">
                <a16:creationId xmlns:a16="http://schemas.microsoft.com/office/drawing/2014/main" id="{EBEC749D-2656-C862-A348-AB5D0D399FE5}"/>
              </a:ext>
            </a:extLst>
          </p:cNvPr>
          <p:cNvSpPr/>
          <p:nvPr/>
        </p:nvSpPr>
        <p:spPr>
          <a:xfrm>
            <a:off x="5111954" y="3856056"/>
            <a:ext cx="439293" cy="1704975"/>
          </a:xfrm>
          <a:prstGeom prst="roundRect">
            <a:avLst/>
          </a:prstGeom>
          <a:solidFill>
            <a:schemeClr val="accent1">
              <a:alpha val="1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Rounded Corners 24">
            <a:extLst>
              <a:ext uri="{FF2B5EF4-FFF2-40B4-BE49-F238E27FC236}">
                <a16:creationId xmlns:a16="http://schemas.microsoft.com/office/drawing/2014/main" id="{1475DADB-A6A6-A782-E613-F4380BDDDEAA}"/>
              </a:ext>
            </a:extLst>
          </p:cNvPr>
          <p:cNvSpPr/>
          <p:nvPr/>
        </p:nvSpPr>
        <p:spPr>
          <a:xfrm>
            <a:off x="3400041" y="3676650"/>
            <a:ext cx="439293" cy="914400"/>
          </a:xfrm>
          <a:prstGeom prst="roundRect">
            <a:avLst/>
          </a:prstGeom>
          <a:solidFill>
            <a:schemeClr val="accent1">
              <a:alpha val="1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8239284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1584B1-AF49-5B0C-2238-5014BB62FA94}"/>
            </a:ext>
          </a:extLst>
        </p:cNvPr>
        <p:cNvGrpSpPr/>
        <p:nvPr/>
      </p:nvGrpSpPr>
      <p:grpSpPr>
        <a:xfrm>
          <a:off x="0" y="0"/>
          <a:ext cx="0" cy="0"/>
          <a:chOff x="0" y="0"/>
          <a:chExt cx="0" cy="0"/>
        </a:xfrm>
      </p:grpSpPr>
      <p:sp>
        <p:nvSpPr>
          <p:cNvPr id="69" name="Oval 68">
            <a:extLst>
              <a:ext uri="{FF2B5EF4-FFF2-40B4-BE49-F238E27FC236}">
                <a16:creationId xmlns:a16="http://schemas.microsoft.com/office/drawing/2014/main" id="{BCAE79A1-17EE-5C89-CF0A-801759524AB8}"/>
              </a:ext>
            </a:extLst>
          </p:cNvPr>
          <p:cNvSpPr>
            <a:spLocks noChangeAspect="1"/>
          </p:cNvSpPr>
          <p:nvPr/>
        </p:nvSpPr>
        <p:spPr>
          <a:xfrm>
            <a:off x="4944144" y="395606"/>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70" name="TextBox 69">
                <a:extLst>
                  <a:ext uri="{FF2B5EF4-FFF2-40B4-BE49-F238E27FC236}">
                    <a16:creationId xmlns:a16="http://schemas.microsoft.com/office/drawing/2014/main" id="{3BCA8154-ECDB-F028-51A0-DA21A91F6AD0}"/>
                  </a:ext>
                </a:extLst>
              </p:cNvPr>
              <p:cNvSpPr txBox="1"/>
              <p:nvPr/>
            </p:nvSpPr>
            <p:spPr>
              <a:xfrm>
                <a:off x="4889948" y="366883"/>
                <a:ext cx="518558" cy="394019"/>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Cp</m:t>
                          </m:r>
                        </m:sub>
                      </m:sSub>
                    </m:oMath>
                  </m:oMathPara>
                </a14:m>
                <a:endParaRPr lang="en-US" dirty="0">
                  <a:solidFill>
                    <a:schemeClr val="bg1"/>
                  </a:solidFill>
                </a:endParaRPr>
              </a:p>
            </p:txBody>
          </p:sp>
        </mc:Choice>
        <mc:Fallback xmlns="">
          <p:sp>
            <p:nvSpPr>
              <p:cNvPr id="70" name="TextBox 69">
                <a:extLst>
                  <a:ext uri="{FF2B5EF4-FFF2-40B4-BE49-F238E27FC236}">
                    <a16:creationId xmlns:a16="http://schemas.microsoft.com/office/drawing/2014/main" id="{3BCA8154-ECDB-F028-51A0-DA21A91F6AD0}"/>
                  </a:ext>
                </a:extLst>
              </p:cNvPr>
              <p:cNvSpPr txBox="1">
                <a:spLocks noRot="1" noChangeAspect="1" noMove="1" noResize="1" noEditPoints="1" noAdjustHandles="1" noChangeArrowheads="1" noChangeShapeType="1" noTextEdit="1"/>
              </p:cNvSpPr>
              <p:nvPr/>
            </p:nvSpPr>
            <p:spPr>
              <a:xfrm>
                <a:off x="4889948" y="366883"/>
                <a:ext cx="518558" cy="394019"/>
              </a:xfrm>
              <a:prstGeom prst="rect">
                <a:avLst/>
              </a:prstGeom>
              <a:blipFill>
                <a:blip r:embed="rId3"/>
                <a:stretch>
                  <a:fillRect b="-76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1" name="TextBox 70">
                <a:extLst>
                  <a:ext uri="{FF2B5EF4-FFF2-40B4-BE49-F238E27FC236}">
                    <a16:creationId xmlns:a16="http://schemas.microsoft.com/office/drawing/2014/main" id="{94DF1778-2053-BEB8-2F2C-901F25E87CBF}"/>
                  </a:ext>
                </a:extLst>
              </p:cNvPr>
              <p:cNvSpPr txBox="1"/>
              <p:nvPr/>
            </p:nvSpPr>
            <p:spPr>
              <a:xfrm>
                <a:off x="6042814" y="220866"/>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c</m:t>
                          </m:r>
                        </m:sub>
                      </m:sSub>
                    </m:oMath>
                  </m:oMathPara>
                </a14:m>
                <a:endParaRPr lang="en-US" dirty="0">
                  <a:solidFill>
                    <a:schemeClr val="tx1"/>
                  </a:solidFill>
                </a:endParaRPr>
              </a:p>
            </p:txBody>
          </p:sp>
        </mc:Choice>
        <mc:Fallback xmlns="">
          <p:sp>
            <p:nvSpPr>
              <p:cNvPr id="71" name="TextBox 70">
                <a:extLst>
                  <a:ext uri="{FF2B5EF4-FFF2-40B4-BE49-F238E27FC236}">
                    <a16:creationId xmlns:a16="http://schemas.microsoft.com/office/drawing/2014/main" id="{94DF1778-2053-BEB8-2F2C-901F25E87CBF}"/>
                  </a:ext>
                </a:extLst>
              </p:cNvPr>
              <p:cNvSpPr txBox="1">
                <a:spLocks noRot="1" noChangeAspect="1" noMove="1" noResize="1" noEditPoints="1" noAdjustHandles="1" noChangeArrowheads="1" noChangeShapeType="1" noTextEdit="1"/>
              </p:cNvSpPr>
              <p:nvPr/>
            </p:nvSpPr>
            <p:spPr>
              <a:xfrm>
                <a:off x="6042814" y="220866"/>
                <a:ext cx="507796" cy="369332"/>
              </a:xfrm>
              <a:prstGeom prst="rect">
                <a:avLst/>
              </a:prstGeom>
              <a:blipFill>
                <a:blip r:embed="rId4"/>
                <a:stretch>
                  <a:fillRect/>
                </a:stretch>
              </a:blipFill>
            </p:spPr>
            <p:txBody>
              <a:bodyPr/>
              <a:lstStyle/>
              <a:p>
                <a:r>
                  <a:rPr lang="en-US">
                    <a:noFill/>
                  </a:rPr>
                  <a:t> </a:t>
                </a:r>
              </a:p>
            </p:txBody>
          </p:sp>
        </mc:Fallback>
      </mc:AlternateContent>
      <p:sp>
        <p:nvSpPr>
          <p:cNvPr id="72" name="Oval 71">
            <a:extLst>
              <a:ext uri="{FF2B5EF4-FFF2-40B4-BE49-F238E27FC236}">
                <a16:creationId xmlns:a16="http://schemas.microsoft.com/office/drawing/2014/main" id="{772EB9B1-FF40-7456-CB95-7A2D219D806B}"/>
              </a:ext>
            </a:extLst>
          </p:cNvPr>
          <p:cNvSpPr>
            <a:spLocks noChangeAspect="1"/>
          </p:cNvSpPr>
          <p:nvPr/>
        </p:nvSpPr>
        <p:spPr>
          <a:xfrm>
            <a:off x="6106961" y="1088928"/>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73" name="TextBox 72">
                <a:extLst>
                  <a:ext uri="{FF2B5EF4-FFF2-40B4-BE49-F238E27FC236}">
                    <a16:creationId xmlns:a16="http://schemas.microsoft.com/office/drawing/2014/main" id="{114343AD-112E-55E4-B02E-041272BBFEF8}"/>
                  </a:ext>
                </a:extLst>
              </p:cNvPr>
              <p:cNvSpPr txBox="1"/>
              <p:nvPr/>
            </p:nvSpPr>
            <p:spPr>
              <a:xfrm>
                <a:off x="6048484" y="1064456"/>
                <a:ext cx="518558" cy="395493"/>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Cg</m:t>
                          </m:r>
                        </m:sub>
                      </m:sSub>
                    </m:oMath>
                  </m:oMathPara>
                </a14:m>
                <a:endParaRPr lang="en-US" dirty="0">
                  <a:solidFill>
                    <a:schemeClr val="bg1"/>
                  </a:solidFill>
                </a:endParaRPr>
              </a:p>
            </p:txBody>
          </p:sp>
        </mc:Choice>
        <mc:Fallback xmlns="">
          <p:sp>
            <p:nvSpPr>
              <p:cNvPr id="73" name="TextBox 72">
                <a:extLst>
                  <a:ext uri="{FF2B5EF4-FFF2-40B4-BE49-F238E27FC236}">
                    <a16:creationId xmlns:a16="http://schemas.microsoft.com/office/drawing/2014/main" id="{114343AD-112E-55E4-B02E-041272BBFEF8}"/>
                  </a:ext>
                </a:extLst>
              </p:cNvPr>
              <p:cNvSpPr txBox="1">
                <a:spLocks noRot="1" noChangeAspect="1" noMove="1" noResize="1" noEditPoints="1" noAdjustHandles="1" noChangeArrowheads="1" noChangeShapeType="1" noTextEdit="1"/>
              </p:cNvSpPr>
              <p:nvPr/>
            </p:nvSpPr>
            <p:spPr>
              <a:xfrm>
                <a:off x="6048484" y="1064456"/>
                <a:ext cx="518558" cy="395493"/>
              </a:xfrm>
              <a:prstGeom prst="rect">
                <a:avLst/>
              </a:prstGeom>
              <a:blipFill>
                <a:blip r:embed="rId5"/>
                <a:stretch>
                  <a:fillRect b="-937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4" name="TextBox 73">
                <a:extLst>
                  <a:ext uri="{FF2B5EF4-FFF2-40B4-BE49-F238E27FC236}">
                    <a16:creationId xmlns:a16="http://schemas.microsoft.com/office/drawing/2014/main" id="{2A9C97EC-50DF-8069-A04B-FB43618C37BB}"/>
                  </a:ext>
                </a:extLst>
              </p:cNvPr>
              <p:cNvSpPr txBox="1"/>
              <p:nvPr/>
            </p:nvSpPr>
            <p:spPr>
              <a:xfrm>
                <a:off x="4902707" y="1099668"/>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Cs</m:t>
                          </m:r>
                        </m:sub>
                      </m:sSub>
                    </m:oMath>
                  </m:oMathPara>
                </a14:m>
                <a:endParaRPr lang="en-US" dirty="0">
                  <a:solidFill>
                    <a:schemeClr val="tx1"/>
                  </a:solidFill>
                </a:endParaRPr>
              </a:p>
            </p:txBody>
          </p:sp>
        </mc:Choice>
        <mc:Fallback xmlns="">
          <p:sp>
            <p:nvSpPr>
              <p:cNvPr id="74" name="TextBox 73">
                <a:extLst>
                  <a:ext uri="{FF2B5EF4-FFF2-40B4-BE49-F238E27FC236}">
                    <a16:creationId xmlns:a16="http://schemas.microsoft.com/office/drawing/2014/main" id="{2A9C97EC-50DF-8069-A04B-FB43618C37BB}"/>
                  </a:ext>
                </a:extLst>
              </p:cNvPr>
              <p:cNvSpPr txBox="1">
                <a:spLocks noRot="1" noChangeAspect="1" noMove="1" noResize="1" noEditPoints="1" noAdjustHandles="1" noChangeArrowheads="1" noChangeShapeType="1" noTextEdit="1"/>
              </p:cNvSpPr>
              <p:nvPr/>
            </p:nvSpPr>
            <p:spPr>
              <a:xfrm>
                <a:off x="4902707" y="1099668"/>
                <a:ext cx="507796" cy="369332"/>
              </a:xfrm>
              <a:prstGeom prst="rect">
                <a:avLst/>
              </a:prstGeom>
              <a:blipFill>
                <a:blip r:embed="rId6"/>
                <a:stretch>
                  <a:fillRect r="-3571"/>
                </a:stretch>
              </a:blipFill>
            </p:spPr>
            <p:txBody>
              <a:bodyPr/>
              <a:lstStyle/>
              <a:p>
                <a:r>
                  <a:rPr lang="en-US">
                    <a:noFill/>
                  </a:rPr>
                  <a:t> </a:t>
                </a:r>
              </a:p>
            </p:txBody>
          </p:sp>
        </mc:Fallback>
      </mc:AlternateContent>
      <p:sp>
        <p:nvSpPr>
          <p:cNvPr id="75" name="Oval 74">
            <a:extLst>
              <a:ext uri="{FF2B5EF4-FFF2-40B4-BE49-F238E27FC236}">
                <a16:creationId xmlns:a16="http://schemas.microsoft.com/office/drawing/2014/main" id="{E4020C92-5D17-524E-3325-6C8C9F676E81}"/>
              </a:ext>
            </a:extLst>
          </p:cNvPr>
          <p:cNvSpPr>
            <a:spLocks noChangeAspect="1"/>
          </p:cNvSpPr>
          <p:nvPr/>
        </p:nvSpPr>
        <p:spPr>
          <a:xfrm>
            <a:off x="4972754" y="1905482"/>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76" name="TextBox 75">
                <a:extLst>
                  <a:ext uri="{FF2B5EF4-FFF2-40B4-BE49-F238E27FC236}">
                    <a16:creationId xmlns:a16="http://schemas.microsoft.com/office/drawing/2014/main" id="{61BCA779-CA40-57B2-9615-0C2DA3F5A42D}"/>
                  </a:ext>
                </a:extLst>
              </p:cNvPr>
              <p:cNvSpPr txBox="1"/>
              <p:nvPr/>
            </p:nvSpPr>
            <p:spPr>
              <a:xfrm>
                <a:off x="4917219" y="1870160"/>
                <a:ext cx="518558"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Cr</m:t>
                          </m:r>
                        </m:sub>
                      </m:sSub>
                    </m:oMath>
                  </m:oMathPara>
                </a14:m>
                <a:endParaRPr lang="en-US" dirty="0">
                  <a:solidFill>
                    <a:schemeClr val="bg1"/>
                  </a:solidFill>
                </a:endParaRPr>
              </a:p>
            </p:txBody>
          </p:sp>
        </mc:Choice>
        <mc:Fallback xmlns="">
          <p:sp>
            <p:nvSpPr>
              <p:cNvPr id="76" name="TextBox 75">
                <a:extLst>
                  <a:ext uri="{FF2B5EF4-FFF2-40B4-BE49-F238E27FC236}">
                    <a16:creationId xmlns:a16="http://schemas.microsoft.com/office/drawing/2014/main" id="{61BCA779-CA40-57B2-9615-0C2DA3F5A42D}"/>
                  </a:ext>
                </a:extLst>
              </p:cNvPr>
              <p:cNvSpPr txBox="1">
                <a:spLocks noRot="1" noChangeAspect="1" noMove="1" noResize="1" noEditPoints="1" noAdjustHandles="1" noChangeArrowheads="1" noChangeShapeType="1" noTextEdit="1"/>
              </p:cNvSpPr>
              <p:nvPr/>
            </p:nvSpPr>
            <p:spPr>
              <a:xfrm>
                <a:off x="4917219" y="1870160"/>
                <a:ext cx="518558" cy="369332"/>
              </a:xfrm>
              <a:prstGeom prst="rect">
                <a:avLst/>
              </a:prstGeom>
              <a:blipFill>
                <a:blip r:embed="rId7"/>
                <a:stretch>
                  <a:fillRect/>
                </a:stretch>
              </a:blipFill>
            </p:spPr>
            <p:txBody>
              <a:bodyPr/>
              <a:lstStyle/>
              <a:p>
                <a:r>
                  <a:rPr lang="en-US">
                    <a:noFill/>
                  </a:rPr>
                  <a:t> </a:t>
                </a:r>
              </a:p>
            </p:txBody>
          </p:sp>
        </mc:Fallback>
      </mc:AlternateContent>
      <p:cxnSp>
        <p:nvCxnSpPr>
          <p:cNvPr id="77" name="Straight Arrow Connector 76">
            <a:extLst>
              <a:ext uri="{FF2B5EF4-FFF2-40B4-BE49-F238E27FC236}">
                <a16:creationId xmlns:a16="http://schemas.microsoft.com/office/drawing/2014/main" id="{FFA70ECF-352E-78E3-C3DD-9269C1F9B9E7}"/>
              </a:ext>
            </a:extLst>
          </p:cNvPr>
          <p:cNvCxnSpPr>
            <a:cxnSpLocks/>
            <a:endCxn id="69" idx="3"/>
          </p:cNvCxnSpPr>
          <p:nvPr/>
        </p:nvCxnSpPr>
        <p:spPr>
          <a:xfrm flipV="1">
            <a:off x="4121730" y="721164"/>
            <a:ext cx="878271" cy="488885"/>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80" name="Straight Arrow Connector 79">
            <a:extLst>
              <a:ext uri="{FF2B5EF4-FFF2-40B4-BE49-F238E27FC236}">
                <a16:creationId xmlns:a16="http://schemas.microsoft.com/office/drawing/2014/main" id="{D57A1509-C8AF-4E6F-A7FF-25C209970AA7}"/>
              </a:ext>
            </a:extLst>
          </p:cNvPr>
          <p:cNvCxnSpPr>
            <a:cxnSpLocks/>
            <a:endCxn id="75" idx="1"/>
          </p:cNvCxnSpPr>
          <p:nvPr/>
        </p:nvCxnSpPr>
        <p:spPr>
          <a:xfrm>
            <a:off x="4125152" y="1214911"/>
            <a:ext cx="903459" cy="746428"/>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84" name="Straight Arrow Connector 83">
            <a:extLst>
              <a:ext uri="{FF2B5EF4-FFF2-40B4-BE49-F238E27FC236}">
                <a16:creationId xmlns:a16="http://schemas.microsoft.com/office/drawing/2014/main" id="{4611113E-5E93-459A-EB5A-54E62535C624}"/>
              </a:ext>
            </a:extLst>
          </p:cNvPr>
          <p:cNvCxnSpPr>
            <a:cxnSpLocks/>
            <a:stCxn id="74" idx="3"/>
            <a:endCxn id="72" idx="2"/>
          </p:cNvCxnSpPr>
          <p:nvPr/>
        </p:nvCxnSpPr>
        <p:spPr>
          <a:xfrm flipV="1">
            <a:off x="5410503" y="1279636"/>
            <a:ext cx="696458" cy="4698"/>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88" name="Straight Arrow Connector 87">
            <a:extLst>
              <a:ext uri="{FF2B5EF4-FFF2-40B4-BE49-F238E27FC236}">
                <a16:creationId xmlns:a16="http://schemas.microsoft.com/office/drawing/2014/main" id="{E4142B4F-FE52-A308-4486-D3276EAA3F41}"/>
              </a:ext>
            </a:extLst>
          </p:cNvPr>
          <p:cNvCxnSpPr>
            <a:cxnSpLocks/>
            <a:stCxn id="74" idx="2"/>
            <a:endCxn id="75" idx="0"/>
          </p:cNvCxnSpPr>
          <p:nvPr/>
        </p:nvCxnSpPr>
        <p:spPr>
          <a:xfrm>
            <a:off x="5156605" y="1469000"/>
            <a:ext cx="6856" cy="436482"/>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6" name="Straight Arrow Connector 95">
            <a:extLst>
              <a:ext uri="{FF2B5EF4-FFF2-40B4-BE49-F238E27FC236}">
                <a16:creationId xmlns:a16="http://schemas.microsoft.com/office/drawing/2014/main" id="{4CA92858-61A1-2C70-9F33-DD40D10E6A0E}"/>
              </a:ext>
            </a:extLst>
          </p:cNvPr>
          <p:cNvCxnSpPr>
            <a:cxnSpLocks/>
            <a:stCxn id="69" idx="6"/>
          </p:cNvCxnSpPr>
          <p:nvPr/>
        </p:nvCxnSpPr>
        <p:spPr>
          <a:xfrm>
            <a:off x="5325558" y="586314"/>
            <a:ext cx="2460842" cy="10275"/>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9" name="Straight Arrow Connector 98">
            <a:extLst>
              <a:ext uri="{FF2B5EF4-FFF2-40B4-BE49-F238E27FC236}">
                <a16:creationId xmlns:a16="http://schemas.microsoft.com/office/drawing/2014/main" id="{1CAADB6D-6B4E-D027-6791-D120EAEB153E}"/>
              </a:ext>
            </a:extLst>
          </p:cNvPr>
          <p:cNvCxnSpPr>
            <a:cxnSpLocks/>
            <a:stCxn id="71" idx="2"/>
            <a:endCxn id="72" idx="0"/>
          </p:cNvCxnSpPr>
          <p:nvPr/>
        </p:nvCxnSpPr>
        <p:spPr>
          <a:xfrm>
            <a:off x="6296712" y="590198"/>
            <a:ext cx="956" cy="49873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sp>
        <p:nvSpPr>
          <p:cNvPr id="102" name="Rectangle 101">
            <a:extLst>
              <a:ext uri="{FF2B5EF4-FFF2-40B4-BE49-F238E27FC236}">
                <a16:creationId xmlns:a16="http://schemas.microsoft.com/office/drawing/2014/main" id="{1D84DC14-9B26-A852-A290-AD1C5BAC921D}"/>
              </a:ext>
            </a:extLst>
          </p:cNvPr>
          <p:cNvSpPr/>
          <p:nvPr/>
        </p:nvSpPr>
        <p:spPr>
          <a:xfrm>
            <a:off x="4449950" y="9135"/>
            <a:ext cx="2873133" cy="2407763"/>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03" name="TextBox 102">
            <a:extLst>
              <a:ext uri="{FF2B5EF4-FFF2-40B4-BE49-F238E27FC236}">
                <a16:creationId xmlns:a16="http://schemas.microsoft.com/office/drawing/2014/main" id="{B0295EE4-4E77-D969-8A7E-3E7811B99A48}"/>
              </a:ext>
            </a:extLst>
          </p:cNvPr>
          <p:cNvSpPr txBox="1"/>
          <p:nvPr/>
        </p:nvSpPr>
        <p:spPr>
          <a:xfrm>
            <a:off x="4449950" y="-6886"/>
            <a:ext cx="1774204" cy="338554"/>
          </a:xfrm>
          <a:prstGeom prst="rect">
            <a:avLst/>
          </a:prstGeom>
          <a:noFill/>
        </p:spPr>
        <p:txBody>
          <a:bodyPr wrap="none" rtlCol="0">
            <a:spAutoFit/>
          </a:bodyPr>
          <a:lstStyle/>
          <a:p>
            <a:r>
              <a:rPr lang="en-US" sz="1600" dirty="0"/>
              <a:t>Chemical counter</a:t>
            </a:r>
          </a:p>
        </p:txBody>
      </p:sp>
      <mc:AlternateContent xmlns:mc="http://schemas.openxmlformats.org/markup-compatibility/2006" xmlns:a14="http://schemas.microsoft.com/office/drawing/2010/main">
        <mc:Choice Requires="a14">
          <p:sp>
            <p:nvSpPr>
              <p:cNvPr id="67" name="TextBox 66">
                <a:extLst>
                  <a:ext uri="{FF2B5EF4-FFF2-40B4-BE49-F238E27FC236}">
                    <a16:creationId xmlns:a16="http://schemas.microsoft.com/office/drawing/2014/main" id="{287B8BAB-62FD-89F0-EF13-49B1977AD33F}"/>
                  </a:ext>
                </a:extLst>
              </p:cNvPr>
              <p:cNvSpPr txBox="1"/>
              <p:nvPr/>
            </p:nvSpPr>
            <p:spPr>
              <a:xfrm>
                <a:off x="0" y="1346255"/>
                <a:ext cx="593368" cy="369332"/>
              </a:xfrm>
              <a:prstGeom prst="rect">
                <a:avLst/>
              </a:prstGeom>
              <a:noFill/>
            </p:spPr>
            <p:txBody>
              <a:bodyPr wrap="none" rtlCol="0">
                <a:spAutoFit/>
              </a:bodyPr>
              <a:lstStyle/>
              <a:p>
                <a:pPr/>
                <a14:m>
                  <m:oMathPara xmlns:m="http://schemas.openxmlformats.org/officeDocument/2006/math">
                    <m:oMath>
                      <m:sSub>
                        <m:sSubPr>
                          <m:ctrlPr>
                            <a:rPr lang="de-DE" b="0" i="1" smtClean="0">
                              <a:latin typeface="Cambria Math" panose="02040503050406030204" pitchFamily="18" charset="0"/>
                            </a:rPr>
                          </m:ctrlPr>
                        </m:sSubPr>
                        <m:e>
                          <m:r>
                            <m:rPr>
                              <m:sty m:val="p"/>
                            </m:rPr>
                            <a:rPr lang="de-DE" b="0" i="1" smtClean="0">
                              <a:latin typeface="Cambria Math" panose="02040503050406030204" pitchFamily="18" charset="0"/>
                            </a:rPr>
                            <m:t>m</m:t>
                          </m:r>
                        </m:e>
                        <m:sub>
                          <m:r>
                            <m:rPr>
                              <m:sty m:val="p"/>
                            </m:rPr>
                            <a:rPr lang="de-DE" b="0" i="1" smtClean="0">
                              <a:latin typeface="Cambria Math" panose="02040503050406030204" pitchFamily="18" charset="0"/>
                            </a:rPr>
                            <m:t>in</m:t>
                          </m:r>
                        </m:sub>
                      </m:sSub>
                    </m:oMath>
                  </m:oMathPara>
                </a14:m>
                <a:endParaRPr lang="en-US" dirty="0"/>
              </a:p>
            </p:txBody>
          </p:sp>
        </mc:Choice>
        <mc:Fallback xmlns="">
          <p:sp>
            <p:nvSpPr>
              <p:cNvPr id="67" name="TextBox 66">
                <a:extLst>
                  <a:ext uri="{FF2B5EF4-FFF2-40B4-BE49-F238E27FC236}">
                    <a16:creationId xmlns:a16="http://schemas.microsoft.com/office/drawing/2014/main" id="{287B8BAB-62FD-89F0-EF13-49B1977AD33F}"/>
                  </a:ext>
                </a:extLst>
              </p:cNvPr>
              <p:cNvSpPr txBox="1">
                <a:spLocks noRot="1" noChangeAspect="1" noMove="1" noResize="1" noEditPoints="1" noAdjustHandles="1" noChangeArrowheads="1" noChangeShapeType="1" noTextEdit="1"/>
              </p:cNvSpPr>
              <p:nvPr/>
            </p:nvSpPr>
            <p:spPr>
              <a:xfrm>
                <a:off x="0" y="1346255"/>
                <a:ext cx="593368" cy="369332"/>
              </a:xfrm>
              <a:prstGeom prst="rect">
                <a:avLst/>
              </a:prstGeom>
              <a:blipFill>
                <a:blip r:embed="rId8"/>
                <a:stretch>
                  <a:fillRect/>
                </a:stretch>
              </a:blipFill>
            </p:spPr>
            <p:txBody>
              <a:bodyPr/>
              <a:lstStyle/>
              <a:p>
                <a:r>
                  <a:rPr lang="en-US">
                    <a:noFill/>
                  </a:rPr>
                  <a:t> </a:t>
                </a:r>
              </a:p>
            </p:txBody>
          </p:sp>
        </mc:Fallback>
      </mc:AlternateContent>
      <p:sp>
        <p:nvSpPr>
          <p:cNvPr id="78" name="Rectangle 77">
            <a:extLst>
              <a:ext uri="{FF2B5EF4-FFF2-40B4-BE49-F238E27FC236}">
                <a16:creationId xmlns:a16="http://schemas.microsoft.com/office/drawing/2014/main" id="{1D44395E-62C7-6938-37DA-FDBD968B3B2A}"/>
              </a:ext>
            </a:extLst>
          </p:cNvPr>
          <p:cNvSpPr/>
          <p:nvPr/>
        </p:nvSpPr>
        <p:spPr>
          <a:xfrm>
            <a:off x="813764" y="212548"/>
            <a:ext cx="2873133" cy="2222154"/>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79" name="TextBox 78">
            <a:extLst>
              <a:ext uri="{FF2B5EF4-FFF2-40B4-BE49-F238E27FC236}">
                <a16:creationId xmlns:a16="http://schemas.microsoft.com/office/drawing/2014/main" id="{F00658DC-A32F-BFB4-3903-3B88AF35C66F}"/>
              </a:ext>
            </a:extLst>
          </p:cNvPr>
          <p:cNvSpPr txBox="1"/>
          <p:nvPr/>
        </p:nvSpPr>
        <p:spPr>
          <a:xfrm>
            <a:off x="787440" y="212547"/>
            <a:ext cx="1362617" cy="584775"/>
          </a:xfrm>
          <a:prstGeom prst="rect">
            <a:avLst/>
          </a:prstGeom>
          <a:noFill/>
        </p:spPr>
        <p:txBody>
          <a:bodyPr wrap="none" rtlCol="0">
            <a:spAutoFit/>
          </a:bodyPr>
          <a:lstStyle/>
          <a:p>
            <a:r>
              <a:rPr lang="en-US" sz="1600" dirty="0"/>
              <a:t>Chemical</a:t>
            </a:r>
            <a:br>
              <a:rPr lang="en-US" sz="1600" dirty="0"/>
            </a:br>
            <a:r>
              <a:rPr lang="en-US" sz="1600" dirty="0"/>
              <a:t>Differentiator</a:t>
            </a:r>
          </a:p>
        </p:txBody>
      </p:sp>
      <p:sp>
        <p:nvSpPr>
          <p:cNvPr id="81" name="Oval 80">
            <a:extLst>
              <a:ext uri="{FF2B5EF4-FFF2-40B4-BE49-F238E27FC236}">
                <a16:creationId xmlns:a16="http://schemas.microsoft.com/office/drawing/2014/main" id="{1A4D3E22-7F67-D841-7D62-1CCF3576BEDC}"/>
              </a:ext>
            </a:extLst>
          </p:cNvPr>
          <p:cNvSpPr>
            <a:spLocks noChangeAspect="1"/>
          </p:cNvSpPr>
          <p:nvPr/>
        </p:nvSpPr>
        <p:spPr>
          <a:xfrm>
            <a:off x="1051699" y="1000942"/>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82" name="TextBox 81">
                <a:extLst>
                  <a:ext uri="{FF2B5EF4-FFF2-40B4-BE49-F238E27FC236}">
                    <a16:creationId xmlns:a16="http://schemas.microsoft.com/office/drawing/2014/main" id="{ABB4E708-5418-225A-DC6C-BF7BE6128EB3}"/>
                  </a:ext>
                </a:extLst>
              </p:cNvPr>
              <p:cNvSpPr txBox="1"/>
              <p:nvPr/>
            </p:nvSpPr>
            <p:spPr>
              <a:xfrm>
                <a:off x="996672" y="976786"/>
                <a:ext cx="518558"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Df</m:t>
                          </m:r>
                        </m:sub>
                      </m:sSub>
                    </m:oMath>
                  </m:oMathPara>
                </a14:m>
                <a:endParaRPr lang="en-US" dirty="0">
                  <a:solidFill>
                    <a:schemeClr val="bg1"/>
                  </a:solidFill>
                </a:endParaRPr>
              </a:p>
            </p:txBody>
          </p:sp>
        </mc:Choice>
        <mc:Fallback xmlns="">
          <p:sp>
            <p:nvSpPr>
              <p:cNvPr id="82" name="TextBox 81">
                <a:extLst>
                  <a:ext uri="{FF2B5EF4-FFF2-40B4-BE49-F238E27FC236}">
                    <a16:creationId xmlns:a16="http://schemas.microsoft.com/office/drawing/2014/main" id="{ABB4E708-5418-225A-DC6C-BF7BE6128EB3}"/>
                  </a:ext>
                </a:extLst>
              </p:cNvPr>
              <p:cNvSpPr txBox="1">
                <a:spLocks noRot="1" noChangeAspect="1" noMove="1" noResize="1" noEditPoints="1" noAdjustHandles="1" noChangeArrowheads="1" noChangeShapeType="1" noTextEdit="1"/>
              </p:cNvSpPr>
              <p:nvPr/>
            </p:nvSpPr>
            <p:spPr>
              <a:xfrm>
                <a:off x="996672" y="976786"/>
                <a:ext cx="518558" cy="369332"/>
              </a:xfrm>
              <a:prstGeom prst="rect">
                <a:avLst/>
              </a:prstGeom>
              <a:blipFill>
                <a:blip r:embed="rId9"/>
                <a:stretch>
                  <a:fillRect/>
                </a:stretch>
              </a:blipFill>
            </p:spPr>
            <p:txBody>
              <a:bodyPr/>
              <a:lstStyle/>
              <a:p>
                <a:r>
                  <a:rPr lang="en-US">
                    <a:noFill/>
                  </a:rPr>
                  <a:t> </a:t>
                </a:r>
              </a:p>
            </p:txBody>
          </p:sp>
        </mc:Fallback>
      </mc:AlternateContent>
      <p:sp>
        <p:nvSpPr>
          <p:cNvPr id="83" name="Oval 82">
            <a:extLst>
              <a:ext uri="{FF2B5EF4-FFF2-40B4-BE49-F238E27FC236}">
                <a16:creationId xmlns:a16="http://schemas.microsoft.com/office/drawing/2014/main" id="{27CE6AFD-E8D9-AEF0-5206-3274C56573A9}"/>
              </a:ext>
            </a:extLst>
          </p:cNvPr>
          <p:cNvSpPr>
            <a:spLocks noChangeAspect="1"/>
          </p:cNvSpPr>
          <p:nvPr/>
        </p:nvSpPr>
        <p:spPr>
          <a:xfrm>
            <a:off x="1155180" y="1894298"/>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85" name="TextBox 84">
                <a:extLst>
                  <a:ext uri="{FF2B5EF4-FFF2-40B4-BE49-F238E27FC236}">
                    <a16:creationId xmlns:a16="http://schemas.microsoft.com/office/drawing/2014/main" id="{032FF819-BB5F-1250-6C8F-4A8292EA314A}"/>
                  </a:ext>
                </a:extLst>
              </p:cNvPr>
              <p:cNvSpPr txBox="1"/>
              <p:nvPr/>
            </p:nvSpPr>
            <p:spPr>
              <a:xfrm>
                <a:off x="1097393" y="1886274"/>
                <a:ext cx="518558"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Ds</m:t>
                          </m:r>
                        </m:sub>
                      </m:sSub>
                    </m:oMath>
                  </m:oMathPara>
                </a14:m>
                <a:endParaRPr lang="en-US" dirty="0">
                  <a:solidFill>
                    <a:schemeClr val="bg1"/>
                  </a:solidFill>
                </a:endParaRPr>
              </a:p>
            </p:txBody>
          </p:sp>
        </mc:Choice>
        <mc:Fallback xmlns="">
          <p:sp>
            <p:nvSpPr>
              <p:cNvPr id="85" name="TextBox 84">
                <a:extLst>
                  <a:ext uri="{FF2B5EF4-FFF2-40B4-BE49-F238E27FC236}">
                    <a16:creationId xmlns:a16="http://schemas.microsoft.com/office/drawing/2014/main" id="{032FF819-BB5F-1250-6C8F-4A8292EA314A}"/>
                  </a:ext>
                </a:extLst>
              </p:cNvPr>
              <p:cNvSpPr txBox="1">
                <a:spLocks noRot="1" noChangeAspect="1" noMove="1" noResize="1" noEditPoints="1" noAdjustHandles="1" noChangeArrowheads="1" noChangeShapeType="1" noTextEdit="1"/>
              </p:cNvSpPr>
              <p:nvPr/>
            </p:nvSpPr>
            <p:spPr>
              <a:xfrm>
                <a:off x="1097393" y="1886274"/>
                <a:ext cx="518558" cy="369332"/>
              </a:xfrm>
              <a:prstGeom prst="rect">
                <a:avLst/>
              </a:prstGeom>
              <a:blipFill>
                <a:blip r:embed="rId10"/>
                <a:stretch>
                  <a:fillRect/>
                </a:stretch>
              </a:blipFill>
            </p:spPr>
            <p:txBody>
              <a:bodyPr/>
              <a:lstStyle/>
              <a:p>
                <a:r>
                  <a:rPr lang="en-US">
                    <a:noFill/>
                  </a:rPr>
                  <a:t> </a:t>
                </a:r>
              </a:p>
            </p:txBody>
          </p:sp>
        </mc:Fallback>
      </mc:AlternateContent>
      <p:sp>
        <p:nvSpPr>
          <p:cNvPr id="86" name="Oval 85">
            <a:extLst>
              <a:ext uri="{FF2B5EF4-FFF2-40B4-BE49-F238E27FC236}">
                <a16:creationId xmlns:a16="http://schemas.microsoft.com/office/drawing/2014/main" id="{C170CD2D-3220-C79A-EE72-91EAF2DEEFCD}"/>
              </a:ext>
            </a:extLst>
          </p:cNvPr>
          <p:cNvSpPr>
            <a:spLocks noChangeAspect="1"/>
          </p:cNvSpPr>
          <p:nvPr/>
        </p:nvSpPr>
        <p:spPr>
          <a:xfrm>
            <a:off x="2221387" y="1004799"/>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87" name="TextBox 86">
                <a:extLst>
                  <a:ext uri="{FF2B5EF4-FFF2-40B4-BE49-F238E27FC236}">
                    <a16:creationId xmlns:a16="http://schemas.microsoft.com/office/drawing/2014/main" id="{DE0E2E2B-D78C-7D10-E13C-F82CA5173610}"/>
                  </a:ext>
                </a:extLst>
              </p:cNvPr>
              <p:cNvSpPr txBox="1"/>
              <p:nvPr/>
            </p:nvSpPr>
            <p:spPr>
              <a:xfrm>
                <a:off x="2166526" y="976223"/>
                <a:ext cx="518558" cy="394019"/>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Dp</m:t>
                          </m:r>
                        </m:sub>
                      </m:sSub>
                    </m:oMath>
                  </m:oMathPara>
                </a14:m>
                <a:endParaRPr lang="en-US" dirty="0">
                  <a:solidFill>
                    <a:schemeClr val="bg1"/>
                  </a:solidFill>
                </a:endParaRPr>
              </a:p>
            </p:txBody>
          </p:sp>
        </mc:Choice>
        <mc:Fallback xmlns="">
          <p:sp>
            <p:nvSpPr>
              <p:cNvPr id="87" name="TextBox 86">
                <a:extLst>
                  <a:ext uri="{FF2B5EF4-FFF2-40B4-BE49-F238E27FC236}">
                    <a16:creationId xmlns:a16="http://schemas.microsoft.com/office/drawing/2014/main" id="{DE0E2E2B-D78C-7D10-E13C-F82CA5173610}"/>
                  </a:ext>
                </a:extLst>
              </p:cNvPr>
              <p:cNvSpPr txBox="1">
                <a:spLocks noRot="1" noChangeAspect="1" noMove="1" noResize="1" noEditPoints="1" noAdjustHandles="1" noChangeArrowheads="1" noChangeShapeType="1" noTextEdit="1"/>
              </p:cNvSpPr>
              <p:nvPr/>
            </p:nvSpPr>
            <p:spPr>
              <a:xfrm>
                <a:off x="2166526" y="976223"/>
                <a:ext cx="518558" cy="394019"/>
              </a:xfrm>
              <a:prstGeom prst="rect">
                <a:avLst/>
              </a:prstGeom>
              <a:blipFill>
                <a:blip r:embed="rId11"/>
                <a:stretch>
                  <a:fillRect b="-7692"/>
                </a:stretch>
              </a:blipFill>
            </p:spPr>
            <p:txBody>
              <a:bodyPr/>
              <a:lstStyle/>
              <a:p>
                <a:r>
                  <a:rPr lang="en-US">
                    <a:noFill/>
                  </a:rPr>
                  <a:t> </a:t>
                </a:r>
              </a:p>
            </p:txBody>
          </p:sp>
        </mc:Fallback>
      </mc:AlternateContent>
      <p:cxnSp>
        <p:nvCxnSpPr>
          <p:cNvPr id="89" name="Straight Arrow Connector 88">
            <a:extLst>
              <a:ext uri="{FF2B5EF4-FFF2-40B4-BE49-F238E27FC236}">
                <a16:creationId xmlns:a16="http://schemas.microsoft.com/office/drawing/2014/main" id="{0DDBBC34-862C-2784-FDA8-54A92F676521}"/>
              </a:ext>
            </a:extLst>
          </p:cNvPr>
          <p:cNvCxnSpPr>
            <a:cxnSpLocks/>
            <a:stCxn id="67" idx="3"/>
            <a:endCxn id="81" idx="2"/>
          </p:cNvCxnSpPr>
          <p:nvPr/>
        </p:nvCxnSpPr>
        <p:spPr>
          <a:xfrm flipV="1">
            <a:off x="593368" y="1191650"/>
            <a:ext cx="458331" cy="339271"/>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0" name="Straight Arrow Connector 89">
            <a:extLst>
              <a:ext uri="{FF2B5EF4-FFF2-40B4-BE49-F238E27FC236}">
                <a16:creationId xmlns:a16="http://schemas.microsoft.com/office/drawing/2014/main" id="{018EE4FA-4278-0E6B-0531-01CAE189415A}"/>
              </a:ext>
            </a:extLst>
          </p:cNvPr>
          <p:cNvCxnSpPr>
            <a:cxnSpLocks/>
            <a:stCxn id="67" idx="3"/>
            <a:endCxn id="83" idx="2"/>
          </p:cNvCxnSpPr>
          <p:nvPr/>
        </p:nvCxnSpPr>
        <p:spPr>
          <a:xfrm>
            <a:off x="593368" y="1530921"/>
            <a:ext cx="561812" cy="554085"/>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1" name="Straight Arrow Connector 90">
            <a:extLst>
              <a:ext uri="{FF2B5EF4-FFF2-40B4-BE49-F238E27FC236}">
                <a16:creationId xmlns:a16="http://schemas.microsoft.com/office/drawing/2014/main" id="{B6B6036F-C317-8810-5E62-D01C258B476B}"/>
              </a:ext>
            </a:extLst>
          </p:cNvPr>
          <p:cNvCxnSpPr>
            <a:cxnSpLocks/>
            <a:stCxn id="81" idx="6"/>
            <a:endCxn id="86" idx="2"/>
          </p:cNvCxnSpPr>
          <p:nvPr/>
        </p:nvCxnSpPr>
        <p:spPr>
          <a:xfrm>
            <a:off x="1433113" y="1191650"/>
            <a:ext cx="788274" cy="3858"/>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2" name="Straight Arrow Connector 91">
            <a:extLst>
              <a:ext uri="{FF2B5EF4-FFF2-40B4-BE49-F238E27FC236}">
                <a16:creationId xmlns:a16="http://schemas.microsoft.com/office/drawing/2014/main" id="{448EC8E5-5002-6F29-9779-41B79576A146}"/>
              </a:ext>
            </a:extLst>
          </p:cNvPr>
          <p:cNvCxnSpPr>
            <a:cxnSpLocks/>
            <a:stCxn id="83" idx="6"/>
            <a:endCxn id="98" idx="2"/>
          </p:cNvCxnSpPr>
          <p:nvPr/>
        </p:nvCxnSpPr>
        <p:spPr>
          <a:xfrm>
            <a:off x="1536594" y="2085006"/>
            <a:ext cx="1447412" cy="33588"/>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3" name="Straight Arrow Connector 92">
            <a:extLst>
              <a:ext uri="{FF2B5EF4-FFF2-40B4-BE49-F238E27FC236}">
                <a16:creationId xmlns:a16="http://schemas.microsoft.com/office/drawing/2014/main" id="{66A2092F-DC5A-C94B-B657-59C0C3C50558}"/>
              </a:ext>
            </a:extLst>
          </p:cNvPr>
          <p:cNvCxnSpPr>
            <a:cxnSpLocks/>
            <a:stCxn id="86" idx="6"/>
          </p:cNvCxnSpPr>
          <p:nvPr/>
        </p:nvCxnSpPr>
        <p:spPr>
          <a:xfrm>
            <a:off x="2602801" y="1195507"/>
            <a:ext cx="1532016" cy="14542"/>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94" name="TextBox 93">
                <a:extLst>
                  <a:ext uri="{FF2B5EF4-FFF2-40B4-BE49-F238E27FC236}">
                    <a16:creationId xmlns:a16="http://schemas.microsoft.com/office/drawing/2014/main" id="{029BADA9-3C05-CEA5-4C6F-4382AC2A1ED9}"/>
                  </a:ext>
                </a:extLst>
              </p:cNvPr>
              <p:cNvSpPr txBox="1"/>
              <p:nvPr/>
            </p:nvSpPr>
            <p:spPr>
              <a:xfrm>
                <a:off x="2910701" y="827267"/>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d</m:t>
                          </m:r>
                        </m:sub>
                      </m:sSub>
                    </m:oMath>
                  </m:oMathPara>
                </a14:m>
                <a:endParaRPr lang="en-US" dirty="0">
                  <a:solidFill>
                    <a:schemeClr val="tx1"/>
                  </a:solidFill>
                </a:endParaRPr>
              </a:p>
            </p:txBody>
          </p:sp>
        </mc:Choice>
        <mc:Fallback xmlns="">
          <p:sp>
            <p:nvSpPr>
              <p:cNvPr id="94" name="TextBox 93">
                <a:extLst>
                  <a:ext uri="{FF2B5EF4-FFF2-40B4-BE49-F238E27FC236}">
                    <a16:creationId xmlns:a16="http://schemas.microsoft.com/office/drawing/2014/main" id="{029BADA9-3C05-CEA5-4C6F-4382AC2A1ED9}"/>
                  </a:ext>
                </a:extLst>
              </p:cNvPr>
              <p:cNvSpPr txBox="1">
                <a:spLocks noRot="1" noChangeAspect="1" noMove="1" noResize="1" noEditPoints="1" noAdjustHandles="1" noChangeArrowheads="1" noChangeShapeType="1" noTextEdit="1"/>
              </p:cNvSpPr>
              <p:nvPr/>
            </p:nvSpPr>
            <p:spPr>
              <a:xfrm>
                <a:off x="2910701" y="827267"/>
                <a:ext cx="507796" cy="369332"/>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5" name="TextBox 94">
                <a:extLst>
                  <a:ext uri="{FF2B5EF4-FFF2-40B4-BE49-F238E27FC236}">
                    <a16:creationId xmlns:a16="http://schemas.microsoft.com/office/drawing/2014/main" id="{00250312-0F2F-3F2E-CB7E-E62EE02282D4}"/>
                  </a:ext>
                </a:extLst>
              </p:cNvPr>
              <p:cNvSpPr txBox="1"/>
              <p:nvPr/>
            </p:nvSpPr>
            <p:spPr>
              <a:xfrm>
                <a:off x="1551725" y="814672"/>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Df</m:t>
                          </m:r>
                        </m:sub>
                      </m:sSub>
                    </m:oMath>
                  </m:oMathPara>
                </a14:m>
                <a:endParaRPr lang="en-US" dirty="0">
                  <a:solidFill>
                    <a:schemeClr val="tx1"/>
                  </a:solidFill>
                </a:endParaRPr>
              </a:p>
            </p:txBody>
          </p:sp>
        </mc:Choice>
        <mc:Fallback xmlns="">
          <p:sp>
            <p:nvSpPr>
              <p:cNvPr id="95" name="TextBox 94">
                <a:extLst>
                  <a:ext uri="{FF2B5EF4-FFF2-40B4-BE49-F238E27FC236}">
                    <a16:creationId xmlns:a16="http://schemas.microsoft.com/office/drawing/2014/main" id="{00250312-0F2F-3F2E-CB7E-E62EE02282D4}"/>
                  </a:ext>
                </a:extLst>
              </p:cNvPr>
              <p:cNvSpPr txBox="1">
                <a:spLocks noRot="1" noChangeAspect="1" noMove="1" noResize="1" noEditPoints="1" noAdjustHandles="1" noChangeArrowheads="1" noChangeShapeType="1" noTextEdit="1"/>
              </p:cNvSpPr>
              <p:nvPr/>
            </p:nvSpPr>
            <p:spPr>
              <a:xfrm>
                <a:off x="1551725" y="814672"/>
                <a:ext cx="507796" cy="369332"/>
              </a:xfrm>
              <a:prstGeom prst="rect">
                <a:avLst/>
              </a:prstGeom>
              <a:blipFill>
                <a:blip r:embed="rId13"/>
                <a:stretch>
                  <a:fillRect r="-481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7" name="TextBox 96">
                <a:extLst>
                  <a:ext uri="{FF2B5EF4-FFF2-40B4-BE49-F238E27FC236}">
                    <a16:creationId xmlns:a16="http://schemas.microsoft.com/office/drawing/2014/main" id="{A649BB67-6C50-CF49-F172-B886AF82EFD3}"/>
                  </a:ext>
                </a:extLst>
              </p:cNvPr>
              <p:cNvSpPr txBox="1"/>
              <p:nvPr/>
            </p:nvSpPr>
            <p:spPr>
              <a:xfrm>
                <a:off x="1957366" y="2049302"/>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Ds</m:t>
                          </m:r>
                        </m:sub>
                      </m:sSub>
                    </m:oMath>
                  </m:oMathPara>
                </a14:m>
                <a:endParaRPr lang="en-US" dirty="0">
                  <a:solidFill>
                    <a:schemeClr val="tx1"/>
                  </a:solidFill>
                </a:endParaRPr>
              </a:p>
            </p:txBody>
          </p:sp>
        </mc:Choice>
        <mc:Fallback xmlns="">
          <p:sp>
            <p:nvSpPr>
              <p:cNvPr id="97" name="TextBox 96">
                <a:extLst>
                  <a:ext uri="{FF2B5EF4-FFF2-40B4-BE49-F238E27FC236}">
                    <a16:creationId xmlns:a16="http://schemas.microsoft.com/office/drawing/2014/main" id="{A649BB67-6C50-CF49-F172-B886AF82EFD3}"/>
                  </a:ext>
                </a:extLst>
              </p:cNvPr>
              <p:cNvSpPr txBox="1">
                <a:spLocks noRot="1" noChangeAspect="1" noMove="1" noResize="1" noEditPoints="1" noAdjustHandles="1" noChangeArrowheads="1" noChangeShapeType="1" noTextEdit="1"/>
              </p:cNvSpPr>
              <p:nvPr/>
            </p:nvSpPr>
            <p:spPr>
              <a:xfrm>
                <a:off x="1957366" y="2049302"/>
                <a:ext cx="507796" cy="369332"/>
              </a:xfrm>
              <a:prstGeom prst="rect">
                <a:avLst/>
              </a:prstGeom>
              <a:blipFill>
                <a:blip r:embed="rId14"/>
                <a:stretch>
                  <a:fillRect r="-8434"/>
                </a:stretch>
              </a:blipFill>
            </p:spPr>
            <p:txBody>
              <a:bodyPr/>
              <a:lstStyle/>
              <a:p>
                <a:r>
                  <a:rPr lang="en-US">
                    <a:noFill/>
                  </a:rPr>
                  <a:t> </a:t>
                </a:r>
              </a:p>
            </p:txBody>
          </p:sp>
        </mc:Fallback>
      </mc:AlternateContent>
      <p:sp>
        <p:nvSpPr>
          <p:cNvPr id="98" name="Oval 97">
            <a:extLst>
              <a:ext uri="{FF2B5EF4-FFF2-40B4-BE49-F238E27FC236}">
                <a16:creationId xmlns:a16="http://schemas.microsoft.com/office/drawing/2014/main" id="{8BF7B5F8-1E29-A9C1-C94C-661FC3E02140}"/>
              </a:ext>
            </a:extLst>
          </p:cNvPr>
          <p:cNvSpPr>
            <a:spLocks noChangeAspect="1"/>
          </p:cNvSpPr>
          <p:nvPr/>
        </p:nvSpPr>
        <p:spPr>
          <a:xfrm>
            <a:off x="2984006" y="1927886"/>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100" name="TextBox 99">
                <a:extLst>
                  <a:ext uri="{FF2B5EF4-FFF2-40B4-BE49-F238E27FC236}">
                    <a16:creationId xmlns:a16="http://schemas.microsoft.com/office/drawing/2014/main" id="{20363B91-55A9-E3F3-A599-EA12A64E0D6E}"/>
                  </a:ext>
                </a:extLst>
              </p:cNvPr>
              <p:cNvSpPr txBox="1"/>
              <p:nvPr/>
            </p:nvSpPr>
            <p:spPr>
              <a:xfrm>
                <a:off x="2918451" y="1889534"/>
                <a:ext cx="518558"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Di</m:t>
                          </m:r>
                        </m:sub>
                      </m:sSub>
                    </m:oMath>
                  </m:oMathPara>
                </a14:m>
                <a:endParaRPr lang="en-US" dirty="0">
                  <a:solidFill>
                    <a:schemeClr val="bg1"/>
                  </a:solidFill>
                </a:endParaRPr>
              </a:p>
            </p:txBody>
          </p:sp>
        </mc:Choice>
        <mc:Fallback xmlns="">
          <p:sp>
            <p:nvSpPr>
              <p:cNvPr id="100" name="TextBox 99">
                <a:extLst>
                  <a:ext uri="{FF2B5EF4-FFF2-40B4-BE49-F238E27FC236}">
                    <a16:creationId xmlns:a16="http://schemas.microsoft.com/office/drawing/2014/main" id="{20363B91-55A9-E3F3-A599-EA12A64E0D6E}"/>
                  </a:ext>
                </a:extLst>
              </p:cNvPr>
              <p:cNvSpPr txBox="1">
                <a:spLocks noRot="1" noChangeAspect="1" noMove="1" noResize="1" noEditPoints="1" noAdjustHandles="1" noChangeArrowheads="1" noChangeShapeType="1" noTextEdit="1"/>
              </p:cNvSpPr>
              <p:nvPr/>
            </p:nvSpPr>
            <p:spPr>
              <a:xfrm>
                <a:off x="2918451" y="1889534"/>
                <a:ext cx="518558" cy="369332"/>
              </a:xfrm>
              <a:prstGeom prst="rect">
                <a:avLst/>
              </a:prstGeom>
              <a:blipFill>
                <a:blip r:embed="rId15"/>
                <a:stretch>
                  <a:fillRect/>
                </a:stretch>
              </a:blipFill>
            </p:spPr>
            <p:txBody>
              <a:bodyPr/>
              <a:lstStyle/>
              <a:p>
                <a:r>
                  <a:rPr lang="en-US">
                    <a:noFill/>
                  </a:rPr>
                  <a:t> </a:t>
                </a:r>
              </a:p>
            </p:txBody>
          </p:sp>
        </mc:Fallback>
      </mc:AlternateContent>
      <p:cxnSp>
        <p:nvCxnSpPr>
          <p:cNvPr id="101" name="Straight Arrow Connector 100">
            <a:extLst>
              <a:ext uri="{FF2B5EF4-FFF2-40B4-BE49-F238E27FC236}">
                <a16:creationId xmlns:a16="http://schemas.microsoft.com/office/drawing/2014/main" id="{D6ADB2A4-CBAF-65DA-8FFC-0836002EC83E}"/>
              </a:ext>
            </a:extLst>
          </p:cNvPr>
          <p:cNvCxnSpPr>
            <a:cxnSpLocks/>
            <a:stCxn id="94" idx="2"/>
            <a:endCxn id="98" idx="0"/>
          </p:cNvCxnSpPr>
          <p:nvPr/>
        </p:nvCxnSpPr>
        <p:spPr>
          <a:xfrm>
            <a:off x="3164599" y="1196599"/>
            <a:ext cx="10114" cy="731287"/>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09" name="TextBox 108">
                <a:extLst>
                  <a:ext uri="{FF2B5EF4-FFF2-40B4-BE49-F238E27FC236}">
                    <a16:creationId xmlns:a16="http://schemas.microsoft.com/office/drawing/2014/main" id="{D5F1C6BE-5E09-12A6-DBB4-E588BFC17532}"/>
                  </a:ext>
                </a:extLst>
              </p:cNvPr>
              <p:cNvSpPr txBox="1"/>
              <p:nvPr/>
            </p:nvSpPr>
            <p:spPr>
              <a:xfrm>
                <a:off x="3796741" y="718517"/>
                <a:ext cx="578427" cy="400110"/>
              </a:xfrm>
              <a:prstGeom prst="rect">
                <a:avLst/>
              </a:prstGeom>
              <a:noFill/>
            </p:spPr>
            <p:txBody>
              <a:bodyPr wrap="none" rtlCol="0">
                <a:spAutoFit/>
              </a:bodyPr>
              <a:lstStyle/>
              <a:p>
                <a:pPr/>
                <a14:m>
                  <m:oMathPara xmlns:m="http://schemas.openxmlformats.org/officeDocument/2006/math">
                    <m:oMath>
                      <m:sSub>
                        <m:sSubPr>
                          <m:ctrlPr>
                            <a:rPr lang="de-DE" sz="2000" b="0" i="1" smtClean="0">
                              <a:latin typeface="Cambria Math" panose="02040503050406030204" pitchFamily="18" charset="0"/>
                            </a:rPr>
                          </m:ctrlPr>
                        </m:sSubPr>
                        <m:e>
                          <m:r>
                            <m:rPr>
                              <m:sty m:val="p"/>
                            </m:rPr>
                            <a:rPr lang="de-DE" sz="2000" b="0" i="1" smtClean="0">
                              <a:latin typeface="Cambria Math" panose="02040503050406030204" pitchFamily="18" charset="0"/>
                            </a:rPr>
                            <m:t>m</m:t>
                          </m:r>
                        </m:e>
                        <m:sub>
                          <m:r>
                            <m:rPr>
                              <m:sty m:val="p"/>
                            </m:rPr>
                            <a:rPr lang="de-DE" sz="2000" b="0" i="1" smtClean="0">
                              <a:latin typeface="Cambria Math" panose="02040503050406030204" pitchFamily="18" charset="0"/>
                            </a:rPr>
                            <m:t>d</m:t>
                          </m:r>
                        </m:sub>
                      </m:sSub>
                    </m:oMath>
                  </m:oMathPara>
                </a14:m>
                <a:endParaRPr lang="en-US" sz="2000" dirty="0"/>
              </a:p>
            </p:txBody>
          </p:sp>
        </mc:Choice>
        <mc:Fallback xmlns="">
          <p:sp>
            <p:nvSpPr>
              <p:cNvPr id="109" name="TextBox 108">
                <a:extLst>
                  <a:ext uri="{FF2B5EF4-FFF2-40B4-BE49-F238E27FC236}">
                    <a16:creationId xmlns:a16="http://schemas.microsoft.com/office/drawing/2014/main" id="{D5F1C6BE-5E09-12A6-DBB4-E588BFC17532}"/>
                  </a:ext>
                </a:extLst>
              </p:cNvPr>
              <p:cNvSpPr txBox="1">
                <a:spLocks noRot="1" noChangeAspect="1" noMove="1" noResize="1" noEditPoints="1" noAdjustHandles="1" noChangeArrowheads="1" noChangeShapeType="1" noTextEdit="1"/>
              </p:cNvSpPr>
              <p:nvPr/>
            </p:nvSpPr>
            <p:spPr>
              <a:xfrm>
                <a:off x="3796741" y="718517"/>
                <a:ext cx="578427" cy="400110"/>
              </a:xfrm>
              <a:prstGeom prst="rect">
                <a:avLst/>
              </a:prstGeom>
              <a:blipFill>
                <a:blip r:embed="rId1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2" name="TextBox 111">
                <a:extLst>
                  <a:ext uri="{FF2B5EF4-FFF2-40B4-BE49-F238E27FC236}">
                    <a16:creationId xmlns:a16="http://schemas.microsoft.com/office/drawing/2014/main" id="{45BB04CA-3A80-28AC-C5BD-43B6BF262C95}"/>
                  </a:ext>
                </a:extLst>
              </p:cNvPr>
              <p:cNvSpPr txBox="1"/>
              <p:nvPr/>
            </p:nvSpPr>
            <p:spPr>
              <a:xfrm>
                <a:off x="7415254" y="175204"/>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c</m:t>
                          </m:r>
                        </m:sub>
                      </m:sSub>
                    </m:oMath>
                  </m:oMathPara>
                </a14:m>
                <a:endParaRPr lang="en-US" dirty="0">
                  <a:solidFill>
                    <a:schemeClr val="tx1"/>
                  </a:solidFill>
                </a:endParaRPr>
              </a:p>
            </p:txBody>
          </p:sp>
        </mc:Choice>
        <mc:Fallback xmlns="">
          <p:sp>
            <p:nvSpPr>
              <p:cNvPr id="112" name="TextBox 111">
                <a:extLst>
                  <a:ext uri="{FF2B5EF4-FFF2-40B4-BE49-F238E27FC236}">
                    <a16:creationId xmlns:a16="http://schemas.microsoft.com/office/drawing/2014/main" id="{45BB04CA-3A80-28AC-C5BD-43B6BF262C95}"/>
                  </a:ext>
                </a:extLst>
              </p:cNvPr>
              <p:cNvSpPr txBox="1">
                <a:spLocks noRot="1" noChangeAspect="1" noMove="1" noResize="1" noEditPoints="1" noAdjustHandles="1" noChangeArrowheads="1" noChangeShapeType="1" noTextEdit="1"/>
              </p:cNvSpPr>
              <p:nvPr/>
            </p:nvSpPr>
            <p:spPr>
              <a:xfrm>
                <a:off x="7415254" y="175204"/>
                <a:ext cx="507796" cy="369332"/>
              </a:xfrm>
              <a:prstGeom prst="rect">
                <a:avLst/>
              </a:prstGeom>
              <a:blipFill>
                <a:blip r:embed="rId17"/>
                <a:stretch>
                  <a:fillRect/>
                </a:stretch>
              </a:blipFill>
            </p:spPr>
            <p:txBody>
              <a:bodyPr/>
              <a:lstStyle/>
              <a:p>
                <a:r>
                  <a:rPr lang="en-US">
                    <a:noFill/>
                  </a:rPr>
                  <a:t> </a:t>
                </a:r>
              </a:p>
            </p:txBody>
          </p:sp>
        </mc:Fallback>
      </mc:AlternateContent>
      <p:sp>
        <p:nvSpPr>
          <p:cNvPr id="30" name="Oval 29">
            <a:extLst>
              <a:ext uri="{FF2B5EF4-FFF2-40B4-BE49-F238E27FC236}">
                <a16:creationId xmlns:a16="http://schemas.microsoft.com/office/drawing/2014/main" id="{82376349-383F-8051-5D1B-A3817A161A7C}"/>
              </a:ext>
            </a:extLst>
          </p:cNvPr>
          <p:cNvSpPr>
            <a:spLocks noChangeAspect="1"/>
          </p:cNvSpPr>
          <p:nvPr/>
        </p:nvSpPr>
        <p:spPr>
          <a:xfrm>
            <a:off x="9575979" y="144458"/>
            <a:ext cx="410141" cy="41014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1" name="Oval 30">
            <a:extLst>
              <a:ext uri="{FF2B5EF4-FFF2-40B4-BE49-F238E27FC236}">
                <a16:creationId xmlns:a16="http://schemas.microsoft.com/office/drawing/2014/main" id="{D88519B6-B0E7-338C-0F73-C3B043359360}"/>
              </a:ext>
            </a:extLst>
          </p:cNvPr>
          <p:cNvSpPr>
            <a:spLocks noChangeAspect="1"/>
          </p:cNvSpPr>
          <p:nvPr/>
        </p:nvSpPr>
        <p:spPr>
          <a:xfrm>
            <a:off x="9585689" y="2015561"/>
            <a:ext cx="410141" cy="41014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32" name="Straight Arrow Connector 31">
            <a:extLst>
              <a:ext uri="{FF2B5EF4-FFF2-40B4-BE49-F238E27FC236}">
                <a16:creationId xmlns:a16="http://schemas.microsoft.com/office/drawing/2014/main" id="{9266ED78-38AE-FD7A-7FC7-632B940C6244}"/>
              </a:ext>
            </a:extLst>
          </p:cNvPr>
          <p:cNvCxnSpPr>
            <a:cxnSpLocks/>
            <a:stCxn id="31" idx="6"/>
            <a:endCxn id="43" idx="3"/>
          </p:cNvCxnSpPr>
          <p:nvPr/>
        </p:nvCxnSpPr>
        <p:spPr>
          <a:xfrm flipV="1">
            <a:off x="9995830" y="1422412"/>
            <a:ext cx="806857" cy="798219"/>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a16="http://schemas.microsoft.com/office/drawing/2014/main" id="{A31D5F60-52DC-49B6-B790-D89671F8B176}"/>
              </a:ext>
            </a:extLst>
          </p:cNvPr>
          <p:cNvCxnSpPr>
            <a:cxnSpLocks/>
            <a:stCxn id="30" idx="6"/>
            <a:endCxn id="43" idx="1"/>
          </p:cNvCxnSpPr>
          <p:nvPr/>
        </p:nvCxnSpPr>
        <p:spPr>
          <a:xfrm>
            <a:off x="9986120" y="349529"/>
            <a:ext cx="816567" cy="78287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29E62CED-0CFD-ACFB-A969-C5D7D8460AF0}"/>
                  </a:ext>
                </a:extLst>
              </p:cNvPr>
              <p:cNvSpPr txBox="1"/>
              <p:nvPr/>
            </p:nvSpPr>
            <p:spPr>
              <a:xfrm>
                <a:off x="10078291" y="242332"/>
                <a:ext cx="855270"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Nc</m:t>
                          </m:r>
                        </m:sub>
                      </m:sSub>
                    </m:oMath>
                  </m:oMathPara>
                </a14:m>
                <a:endParaRPr lang="en-US" dirty="0">
                  <a:solidFill>
                    <a:schemeClr val="tx1"/>
                  </a:solidFill>
                </a:endParaRPr>
              </a:p>
            </p:txBody>
          </p:sp>
        </mc:Choice>
        <mc:Fallback xmlns="">
          <p:sp>
            <p:nvSpPr>
              <p:cNvPr id="34" name="TextBox 33">
                <a:extLst>
                  <a:ext uri="{FF2B5EF4-FFF2-40B4-BE49-F238E27FC236}">
                    <a16:creationId xmlns:a16="http://schemas.microsoft.com/office/drawing/2014/main" id="{29E62CED-0CFD-ACFB-A969-C5D7D8460AF0}"/>
                  </a:ext>
                </a:extLst>
              </p:cNvPr>
              <p:cNvSpPr txBox="1">
                <a:spLocks noRot="1" noChangeAspect="1" noMove="1" noResize="1" noEditPoints="1" noAdjustHandles="1" noChangeArrowheads="1" noChangeShapeType="1" noTextEdit="1"/>
              </p:cNvSpPr>
              <p:nvPr/>
            </p:nvSpPr>
            <p:spPr>
              <a:xfrm>
                <a:off x="10078291" y="242332"/>
                <a:ext cx="855270" cy="369332"/>
              </a:xfrm>
              <a:prstGeom prst="rect">
                <a:avLst/>
              </a:prstGeom>
              <a:blipFill>
                <a:blip r:embed="rId1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E268038E-7CDC-B4BC-71DD-E5C02613E2AC}"/>
                  </a:ext>
                </a:extLst>
              </p:cNvPr>
              <p:cNvSpPr txBox="1"/>
              <p:nvPr/>
            </p:nvSpPr>
            <p:spPr>
              <a:xfrm>
                <a:off x="10136554" y="1770391"/>
                <a:ext cx="855270"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Nc</m:t>
                          </m:r>
                        </m:sub>
                      </m:sSub>
                    </m:oMath>
                  </m:oMathPara>
                </a14:m>
                <a:endParaRPr lang="en-US" dirty="0">
                  <a:solidFill>
                    <a:schemeClr val="tx1"/>
                  </a:solidFill>
                </a:endParaRPr>
              </a:p>
            </p:txBody>
          </p:sp>
        </mc:Choice>
        <mc:Fallback xmlns="">
          <p:sp>
            <p:nvSpPr>
              <p:cNvPr id="35" name="TextBox 34">
                <a:extLst>
                  <a:ext uri="{FF2B5EF4-FFF2-40B4-BE49-F238E27FC236}">
                    <a16:creationId xmlns:a16="http://schemas.microsoft.com/office/drawing/2014/main" id="{E268038E-7CDC-B4BC-71DD-E5C02613E2AC}"/>
                  </a:ext>
                </a:extLst>
              </p:cNvPr>
              <p:cNvSpPr txBox="1">
                <a:spLocks noRot="1" noChangeAspect="1" noMove="1" noResize="1" noEditPoints="1" noAdjustHandles="1" noChangeArrowheads="1" noChangeShapeType="1" noTextEdit="1"/>
              </p:cNvSpPr>
              <p:nvPr/>
            </p:nvSpPr>
            <p:spPr>
              <a:xfrm>
                <a:off x="10136554" y="1770391"/>
                <a:ext cx="855270" cy="369332"/>
              </a:xfrm>
              <a:prstGeom prst="rect">
                <a:avLst/>
              </a:prstGeom>
              <a:blipFill>
                <a:blip r:embed="rId1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A3849A4C-7FD0-4451-F330-3C847F488375}"/>
                  </a:ext>
                </a:extLst>
              </p:cNvPr>
              <p:cNvSpPr txBox="1"/>
              <p:nvPr/>
            </p:nvSpPr>
            <p:spPr>
              <a:xfrm>
                <a:off x="8973206" y="595408"/>
                <a:ext cx="855270"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Na</m:t>
                          </m:r>
                        </m:sub>
                      </m:sSub>
                    </m:oMath>
                  </m:oMathPara>
                </a14:m>
                <a:endParaRPr lang="en-US" dirty="0">
                  <a:solidFill>
                    <a:schemeClr val="tx1"/>
                  </a:solidFill>
                </a:endParaRPr>
              </a:p>
            </p:txBody>
          </p:sp>
        </mc:Choice>
        <mc:Fallback xmlns="">
          <p:sp>
            <p:nvSpPr>
              <p:cNvPr id="36" name="TextBox 35">
                <a:extLst>
                  <a:ext uri="{FF2B5EF4-FFF2-40B4-BE49-F238E27FC236}">
                    <a16:creationId xmlns:a16="http://schemas.microsoft.com/office/drawing/2014/main" id="{A3849A4C-7FD0-4451-F330-3C847F488375}"/>
                  </a:ext>
                </a:extLst>
              </p:cNvPr>
              <p:cNvSpPr txBox="1">
                <a:spLocks noRot="1" noChangeAspect="1" noMove="1" noResize="1" noEditPoints="1" noAdjustHandles="1" noChangeArrowheads="1" noChangeShapeType="1" noTextEdit="1"/>
              </p:cNvSpPr>
              <p:nvPr/>
            </p:nvSpPr>
            <p:spPr>
              <a:xfrm>
                <a:off x="8973206" y="595408"/>
                <a:ext cx="855270" cy="369332"/>
              </a:xfrm>
              <a:prstGeom prst="rect">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BB7720DB-BF3C-FA3F-9A22-61CCEE7DC642}"/>
                  </a:ext>
                </a:extLst>
              </p:cNvPr>
              <p:cNvSpPr txBox="1"/>
              <p:nvPr/>
            </p:nvSpPr>
            <p:spPr>
              <a:xfrm>
                <a:off x="8905458" y="1506194"/>
                <a:ext cx="855270"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Nb</m:t>
                          </m:r>
                        </m:sub>
                      </m:sSub>
                    </m:oMath>
                  </m:oMathPara>
                </a14:m>
                <a:endParaRPr lang="en-US" dirty="0">
                  <a:solidFill>
                    <a:schemeClr val="tx1"/>
                  </a:solidFill>
                </a:endParaRPr>
              </a:p>
            </p:txBody>
          </p:sp>
        </mc:Choice>
        <mc:Fallback xmlns="">
          <p:sp>
            <p:nvSpPr>
              <p:cNvPr id="37" name="TextBox 36">
                <a:extLst>
                  <a:ext uri="{FF2B5EF4-FFF2-40B4-BE49-F238E27FC236}">
                    <a16:creationId xmlns:a16="http://schemas.microsoft.com/office/drawing/2014/main" id="{BB7720DB-BF3C-FA3F-9A22-61CCEE7DC642}"/>
                  </a:ext>
                </a:extLst>
              </p:cNvPr>
              <p:cNvSpPr txBox="1">
                <a:spLocks noRot="1" noChangeAspect="1" noMove="1" noResize="1" noEditPoints="1" noAdjustHandles="1" noChangeArrowheads="1" noChangeShapeType="1" noTextEdit="1"/>
              </p:cNvSpPr>
              <p:nvPr/>
            </p:nvSpPr>
            <p:spPr>
              <a:xfrm>
                <a:off x="8905458" y="1506194"/>
                <a:ext cx="855270" cy="369332"/>
              </a:xfrm>
              <a:prstGeom prst="rect">
                <a:avLst/>
              </a:prstGeom>
              <a:blipFill>
                <a:blip r:embed="rId21"/>
                <a:stretch>
                  <a:fillRect/>
                </a:stretch>
              </a:blipFill>
            </p:spPr>
            <p:txBody>
              <a:bodyPr/>
              <a:lstStyle/>
              <a:p>
                <a:r>
                  <a:rPr lang="en-US">
                    <a:noFill/>
                  </a:rPr>
                  <a:t> </a:t>
                </a:r>
              </a:p>
            </p:txBody>
          </p:sp>
        </mc:Fallback>
      </mc:AlternateContent>
      <p:sp>
        <p:nvSpPr>
          <p:cNvPr id="38" name="Oval 37">
            <a:extLst>
              <a:ext uri="{FF2B5EF4-FFF2-40B4-BE49-F238E27FC236}">
                <a16:creationId xmlns:a16="http://schemas.microsoft.com/office/drawing/2014/main" id="{6862BB1A-06A6-E276-DC25-42BF9EB8F3E2}"/>
              </a:ext>
            </a:extLst>
          </p:cNvPr>
          <p:cNvSpPr>
            <a:spLocks noChangeAspect="1"/>
          </p:cNvSpPr>
          <p:nvPr/>
        </p:nvSpPr>
        <p:spPr>
          <a:xfrm>
            <a:off x="8524898" y="1072335"/>
            <a:ext cx="410141" cy="41014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39" name="Straight Arrow Connector 38">
            <a:extLst>
              <a:ext uri="{FF2B5EF4-FFF2-40B4-BE49-F238E27FC236}">
                <a16:creationId xmlns:a16="http://schemas.microsoft.com/office/drawing/2014/main" id="{B7B3027E-E405-4211-DCA4-9D5E91EECD91}"/>
              </a:ext>
            </a:extLst>
          </p:cNvPr>
          <p:cNvCxnSpPr>
            <a:cxnSpLocks/>
            <a:stCxn id="38" idx="0"/>
            <a:endCxn id="30" idx="2"/>
          </p:cNvCxnSpPr>
          <p:nvPr/>
        </p:nvCxnSpPr>
        <p:spPr>
          <a:xfrm flipV="1">
            <a:off x="8729969" y="349529"/>
            <a:ext cx="846010" cy="722806"/>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DF7B3A8A-DAF4-BC4E-01A8-D2C13341FA46}"/>
                  </a:ext>
                </a:extLst>
              </p:cNvPr>
              <p:cNvSpPr txBox="1"/>
              <p:nvPr/>
            </p:nvSpPr>
            <p:spPr>
              <a:xfrm>
                <a:off x="7804966" y="787250"/>
                <a:ext cx="546041"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c</m:t>
                          </m:r>
                        </m:sub>
                      </m:sSub>
                    </m:oMath>
                  </m:oMathPara>
                </a14:m>
                <a:endParaRPr lang="en-US" dirty="0">
                  <a:solidFill>
                    <a:schemeClr val="tx1"/>
                  </a:solidFill>
                </a:endParaRPr>
              </a:p>
            </p:txBody>
          </p:sp>
        </mc:Choice>
        <mc:Fallback xmlns="">
          <p:sp>
            <p:nvSpPr>
              <p:cNvPr id="40" name="TextBox 39">
                <a:extLst>
                  <a:ext uri="{FF2B5EF4-FFF2-40B4-BE49-F238E27FC236}">
                    <a16:creationId xmlns:a16="http://schemas.microsoft.com/office/drawing/2014/main" id="{DF7B3A8A-DAF4-BC4E-01A8-D2C13341FA46}"/>
                  </a:ext>
                </a:extLst>
              </p:cNvPr>
              <p:cNvSpPr txBox="1">
                <a:spLocks noRot="1" noChangeAspect="1" noMove="1" noResize="1" noEditPoints="1" noAdjustHandles="1" noChangeArrowheads="1" noChangeShapeType="1" noTextEdit="1"/>
              </p:cNvSpPr>
              <p:nvPr/>
            </p:nvSpPr>
            <p:spPr>
              <a:xfrm>
                <a:off x="7804966" y="787250"/>
                <a:ext cx="546041" cy="369332"/>
              </a:xfrm>
              <a:prstGeom prst="rect">
                <a:avLst/>
              </a:prstGeom>
              <a:blipFill>
                <a:blip r:embed="rId22"/>
                <a:stretch>
                  <a:fillRect/>
                </a:stretch>
              </a:blipFill>
            </p:spPr>
            <p:txBody>
              <a:bodyPr/>
              <a:lstStyle/>
              <a:p>
                <a:r>
                  <a:rPr lang="en-US">
                    <a:noFill/>
                  </a:rPr>
                  <a:t> </a:t>
                </a:r>
              </a:p>
            </p:txBody>
          </p:sp>
        </mc:Fallback>
      </mc:AlternateContent>
      <p:cxnSp>
        <p:nvCxnSpPr>
          <p:cNvPr id="41" name="Straight Arrow Connector 40">
            <a:extLst>
              <a:ext uri="{FF2B5EF4-FFF2-40B4-BE49-F238E27FC236}">
                <a16:creationId xmlns:a16="http://schemas.microsoft.com/office/drawing/2014/main" id="{40D2B66F-D7F8-B78C-99EE-75793358DDA3}"/>
              </a:ext>
            </a:extLst>
          </p:cNvPr>
          <p:cNvCxnSpPr>
            <a:cxnSpLocks/>
            <a:endCxn id="49" idx="1"/>
          </p:cNvCxnSpPr>
          <p:nvPr/>
        </p:nvCxnSpPr>
        <p:spPr>
          <a:xfrm>
            <a:off x="7765437" y="1233701"/>
            <a:ext cx="740834" cy="1289"/>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42" name="Straight Arrow Connector 41">
            <a:extLst>
              <a:ext uri="{FF2B5EF4-FFF2-40B4-BE49-F238E27FC236}">
                <a16:creationId xmlns:a16="http://schemas.microsoft.com/office/drawing/2014/main" id="{98BD6DFF-F932-11D7-6565-0ABB0FC154FB}"/>
              </a:ext>
            </a:extLst>
          </p:cNvPr>
          <p:cNvCxnSpPr>
            <a:cxnSpLocks/>
            <a:stCxn id="38" idx="4"/>
            <a:endCxn id="31" idx="2"/>
          </p:cNvCxnSpPr>
          <p:nvPr/>
        </p:nvCxnSpPr>
        <p:spPr>
          <a:xfrm>
            <a:off x="8729969" y="1482476"/>
            <a:ext cx="855720" cy="738155"/>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sp>
        <p:nvSpPr>
          <p:cNvPr id="43" name="Oval 42">
            <a:extLst>
              <a:ext uri="{FF2B5EF4-FFF2-40B4-BE49-F238E27FC236}">
                <a16:creationId xmlns:a16="http://schemas.microsoft.com/office/drawing/2014/main" id="{4C4E8B82-C2A1-9296-1CC5-879CAC84234F}"/>
              </a:ext>
            </a:extLst>
          </p:cNvPr>
          <p:cNvSpPr>
            <a:spLocks noChangeAspect="1"/>
          </p:cNvSpPr>
          <p:nvPr/>
        </p:nvSpPr>
        <p:spPr>
          <a:xfrm>
            <a:off x="10742623" y="1072335"/>
            <a:ext cx="410141" cy="41014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44" name="Straight Arrow Connector 43">
            <a:extLst>
              <a:ext uri="{FF2B5EF4-FFF2-40B4-BE49-F238E27FC236}">
                <a16:creationId xmlns:a16="http://schemas.microsoft.com/office/drawing/2014/main" id="{5AB6A9A6-A528-A990-61DC-E6967BAEF16E}"/>
              </a:ext>
            </a:extLst>
          </p:cNvPr>
          <p:cNvCxnSpPr>
            <a:cxnSpLocks/>
          </p:cNvCxnSpPr>
          <p:nvPr/>
        </p:nvCxnSpPr>
        <p:spPr>
          <a:xfrm flipV="1">
            <a:off x="11152764" y="1261123"/>
            <a:ext cx="782058" cy="16282"/>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382CAC1A-6DF5-790A-EA83-379D6587CB06}"/>
                  </a:ext>
                </a:extLst>
              </p:cNvPr>
              <p:cNvSpPr txBox="1"/>
              <p:nvPr/>
            </p:nvSpPr>
            <p:spPr>
              <a:xfrm>
                <a:off x="11375112" y="854140"/>
                <a:ext cx="524049" cy="369332"/>
              </a:xfrm>
              <a:prstGeom prst="rect">
                <a:avLst/>
              </a:prstGeom>
              <a:noFill/>
            </p:spPr>
            <p:txBody>
              <a:bodyPr wrap="square">
                <a:spAutoFit/>
              </a:bodyPr>
              <a:lstStyle/>
              <a:p>
                <a:pPr/>
                <a14:m>
                  <m:oMathPara xmlns:m="http://schemas.openxmlformats.org/officeDocument/2006/math">
                    <m:oMath>
                      <m:sSub>
                        <m:sSubPr>
                          <m:ctrlPr>
                            <a:rPr lang="de-DE" b="0" i="1" smtClean="0">
                              <a:latin typeface="Cambria Math" panose="02040503050406030204" pitchFamily="18" charset="0"/>
                            </a:rPr>
                          </m:ctrlPr>
                        </m:sSubPr>
                        <m:e>
                          <m:r>
                            <m:rPr>
                              <m:sty m:val="p"/>
                            </m:rPr>
                            <a:rPr lang="de-DE" b="0" i="1" smtClean="0">
                              <a:latin typeface="Cambria Math" panose="02040503050406030204" pitchFamily="18" charset="0"/>
                            </a:rPr>
                            <m:t>m</m:t>
                          </m:r>
                        </m:e>
                        <m:sub>
                          <m:r>
                            <m:rPr>
                              <m:sty m:val="p"/>
                            </m:rPr>
                            <a:rPr lang="de-DE" b="0" i="1" smtClean="0">
                              <a:latin typeface="Cambria Math" panose="02040503050406030204" pitchFamily="18" charset="0"/>
                            </a:rPr>
                            <m:t>out</m:t>
                          </m:r>
                        </m:sub>
                      </m:sSub>
                    </m:oMath>
                  </m:oMathPara>
                </a14:m>
                <a:endParaRPr lang="en-US" dirty="0"/>
              </a:p>
            </p:txBody>
          </p:sp>
        </mc:Choice>
        <mc:Fallback xmlns="">
          <p:sp>
            <p:nvSpPr>
              <p:cNvPr id="45" name="TextBox 44">
                <a:extLst>
                  <a:ext uri="{FF2B5EF4-FFF2-40B4-BE49-F238E27FC236}">
                    <a16:creationId xmlns:a16="http://schemas.microsoft.com/office/drawing/2014/main" id="{382CAC1A-6DF5-790A-EA83-379D6587CB06}"/>
                  </a:ext>
                </a:extLst>
              </p:cNvPr>
              <p:cNvSpPr txBox="1">
                <a:spLocks noRot="1" noChangeAspect="1" noMove="1" noResize="1" noEditPoints="1" noAdjustHandles="1" noChangeArrowheads="1" noChangeShapeType="1" noTextEdit="1"/>
              </p:cNvSpPr>
              <p:nvPr/>
            </p:nvSpPr>
            <p:spPr>
              <a:xfrm>
                <a:off x="11375112" y="854140"/>
                <a:ext cx="524049" cy="369332"/>
              </a:xfrm>
              <a:prstGeom prst="rect">
                <a:avLst/>
              </a:prstGeom>
              <a:blipFill>
                <a:blip r:embed="rId23"/>
                <a:stretch>
                  <a:fillRect r="-151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2D4B68E5-F6B9-9ADE-0A02-E70292BC8698}"/>
                  </a:ext>
                </a:extLst>
              </p:cNvPr>
              <p:cNvSpPr txBox="1"/>
              <p:nvPr/>
            </p:nvSpPr>
            <p:spPr>
              <a:xfrm>
                <a:off x="10724745" y="1051777"/>
                <a:ext cx="448081"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No</m:t>
                          </m:r>
                        </m:sub>
                      </m:sSub>
                    </m:oMath>
                  </m:oMathPara>
                </a14:m>
                <a:endParaRPr lang="en-US" dirty="0">
                  <a:solidFill>
                    <a:schemeClr val="bg1"/>
                  </a:solidFill>
                </a:endParaRPr>
              </a:p>
            </p:txBody>
          </p:sp>
        </mc:Choice>
        <mc:Fallback xmlns="">
          <p:sp>
            <p:nvSpPr>
              <p:cNvPr id="46" name="TextBox 45">
                <a:extLst>
                  <a:ext uri="{FF2B5EF4-FFF2-40B4-BE49-F238E27FC236}">
                    <a16:creationId xmlns:a16="http://schemas.microsoft.com/office/drawing/2014/main" id="{2D4B68E5-F6B9-9ADE-0A02-E70292BC8698}"/>
                  </a:ext>
                </a:extLst>
              </p:cNvPr>
              <p:cNvSpPr txBox="1">
                <a:spLocks noRot="1" noChangeAspect="1" noMove="1" noResize="1" noEditPoints="1" noAdjustHandles="1" noChangeArrowheads="1" noChangeShapeType="1" noTextEdit="1"/>
              </p:cNvSpPr>
              <p:nvPr/>
            </p:nvSpPr>
            <p:spPr>
              <a:xfrm>
                <a:off x="10724745" y="1051777"/>
                <a:ext cx="448081" cy="369332"/>
              </a:xfrm>
              <a:prstGeom prst="rect">
                <a:avLst/>
              </a:prstGeom>
              <a:blipFill>
                <a:blip r:embed="rId24"/>
                <a:stretch>
                  <a:fillRect r="-405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434D4B9F-D73B-E916-CE18-B7B0438E2607}"/>
                  </a:ext>
                </a:extLst>
              </p:cNvPr>
              <p:cNvSpPr txBox="1"/>
              <p:nvPr/>
            </p:nvSpPr>
            <p:spPr>
              <a:xfrm>
                <a:off x="9511232" y="111833"/>
                <a:ext cx="557613"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Na</m:t>
                          </m:r>
                        </m:sub>
                      </m:sSub>
                    </m:oMath>
                  </m:oMathPara>
                </a14:m>
                <a:endParaRPr lang="en-US" dirty="0">
                  <a:solidFill>
                    <a:schemeClr val="bg1"/>
                  </a:solidFill>
                </a:endParaRPr>
              </a:p>
            </p:txBody>
          </p:sp>
        </mc:Choice>
        <mc:Fallback xmlns="">
          <p:sp>
            <p:nvSpPr>
              <p:cNvPr id="47" name="TextBox 46">
                <a:extLst>
                  <a:ext uri="{FF2B5EF4-FFF2-40B4-BE49-F238E27FC236}">
                    <a16:creationId xmlns:a16="http://schemas.microsoft.com/office/drawing/2014/main" id="{434D4B9F-D73B-E916-CE18-B7B0438E2607}"/>
                  </a:ext>
                </a:extLst>
              </p:cNvPr>
              <p:cNvSpPr txBox="1">
                <a:spLocks noRot="1" noChangeAspect="1" noMove="1" noResize="1" noEditPoints="1" noAdjustHandles="1" noChangeArrowheads="1" noChangeShapeType="1" noTextEdit="1"/>
              </p:cNvSpPr>
              <p:nvPr/>
            </p:nvSpPr>
            <p:spPr>
              <a:xfrm>
                <a:off x="9511232" y="111833"/>
                <a:ext cx="557613" cy="369332"/>
              </a:xfrm>
              <a:prstGeom prst="rect">
                <a:avLst/>
              </a:prstGeom>
              <a:blipFill>
                <a:blip r:embed="rId2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D22ABCEF-6BE1-C507-1A85-D18B0D54B0D6}"/>
                  </a:ext>
                </a:extLst>
              </p:cNvPr>
              <p:cNvSpPr txBox="1"/>
              <p:nvPr/>
            </p:nvSpPr>
            <p:spPr>
              <a:xfrm>
                <a:off x="9565904" y="1994059"/>
                <a:ext cx="421017"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Nb</m:t>
                          </m:r>
                        </m:sub>
                      </m:sSub>
                    </m:oMath>
                  </m:oMathPara>
                </a14:m>
                <a:endParaRPr lang="en-US" dirty="0">
                  <a:solidFill>
                    <a:schemeClr val="bg1"/>
                  </a:solidFill>
                </a:endParaRPr>
              </a:p>
            </p:txBody>
          </p:sp>
        </mc:Choice>
        <mc:Fallback xmlns="">
          <p:sp>
            <p:nvSpPr>
              <p:cNvPr id="48" name="TextBox 47">
                <a:extLst>
                  <a:ext uri="{FF2B5EF4-FFF2-40B4-BE49-F238E27FC236}">
                    <a16:creationId xmlns:a16="http://schemas.microsoft.com/office/drawing/2014/main" id="{D22ABCEF-6BE1-C507-1A85-D18B0D54B0D6}"/>
                  </a:ext>
                </a:extLst>
              </p:cNvPr>
              <p:cNvSpPr txBox="1">
                <a:spLocks noRot="1" noChangeAspect="1" noMove="1" noResize="1" noEditPoints="1" noAdjustHandles="1" noChangeArrowheads="1" noChangeShapeType="1" noTextEdit="1"/>
              </p:cNvSpPr>
              <p:nvPr/>
            </p:nvSpPr>
            <p:spPr>
              <a:xfrm>
                <a:off x="9565904" y="1994059"/>
                <a:ext cx="421017" cy="369332"/>
              </a:xfrm>
              <a:prstGeom prst="rect">
                <a:avLst/>
              </a:prstGeom>
              <a:blipFill>
                <a:blip r:embed="rId26"/>
                <a:stretch>
                  <a:fillRect r="-130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0F96AFD4-36BD-D715-F7C6-CB68F5302D2B}"/>
                  </a:ext>
                </a:extLst>
              </p:cNvPr>
              <p:cNvSpPr txBox="1"/>
              <p:nvPr/>
            </p:nvSpPr>
            <p:spPr>
              <a:xfrm>
                <a:off x="8506271" y="1050324"/>
                <a:ext cx="448081"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Ni</m:t>
                          </m:r>
                        </m:sub>
                      </m:sSub>
                    </m:oMath>
                  </m:oMathPara>
                </a14:m>
                <a:endParaRPr lang="en-US" dirty="0">
                  <a:solidFill>
                    <a:schemeClr val="bg1"/>
                  </a:solidFill>
                </a:endParaRPr>
              </a:p>
            </p:txBody>
          </p:sp>
        </mc:Choice>
        <mc:Fallback xmlns="">
          <p:sp>
            <p:nvSpPr>
              <p:cNvPr id="49" name="TextBox 48">
                <a:extLst>
                  <a:ext uri="{FF2B5EF4-FFF2-40B4-BE49-F238E27FC236}">
                    <a16:creationId xmlns:a16="http://schemas.microsoft.com/office/drawing/2014/main" id="{0F96AFD4-36BD-D715-F7C6-CB68F5302D2B}"/>
                  </a:ext>
                </a:extLst>
              </p:cNvPr>
              <p:cNvSpPr txBox="1">
                <a:spLocks noRot="1" noChangeAspect="1" noMove="1" noResize="1" noEditPoints="1" noAdjustHandles="1" noChangeArrowheads="1" noChangeShapeType="1" noTextEdit="1"/>
              </p:cNvSpPr>
              <p:nvPr/>
            </p:nvSpPr>
            <p:spPr>
              <a:xfrm>
                <a:off x="8506271" y="1050324"/>
                <a:ext cx="448081" cy="369332"/>
              </a:xfrm>
              <a:prstGeom prst="rect">
                <a:avLst/>
              </a:prstGeom>
              <a:blipFill>
                <a:blip r:embed="rId27"/>
                <a:stretch>
                  <a:fillRect/>
                </a:stretch>
              </a:blipFill>
            </p:spPr>
            <p:txBody>
              <a:bodyPr/>
              <a:lstStyle/>
              <a:p>
                <a:r>
                  <a:rPr lang="en-US">
                    <a:noFill/>
                  </a:rPr>
                  <a:t> </a:t>
                </a:r>
              </a:p>
            </p:txBody>
          </p:sp>
        </mc:Fallback>
      </mc:AlternateContent>
      <p:cxnSp>
        <p:nvCxnSpPr>
          <p:cNvPr id="60" name="Straight Connector 59">
            <a:extLst>
              <a:ext uri="{FF2B5EF4-FFF2-40B4-BE49-F238E27FC236}">
                <a16:creationId xmlns:a16="http://schemas.microsoft.com/office/drawing/2014/main" id="{6ECA0600-18FF-63E4-7289-372975C9B38E}"/>
              </a:ext>
            </a:extLst>
          </p:cNvPr>
          <p:cNvCxnSpPr>
            <a:cxnSpLocks/>
          </p:cNvCxnSpPr>
          <p:nvPr/>
        </p:nvCxnSpPr>
        <p:spPr>
          <a:xfrm>
            <a:off x="7775840" y="596589"/>
            <a:ext cx="0" cy="637112"/>
          </a:xfrm>
          <a:prstGeom prst="line">
            <a:avLst/>
          </a:prstGeom>
        </p:spPr>
        <p:style>
          <a:lnRef idx="2">
            <a:schemeClr val="accent1"/>
          </a:lnRef>
          <a:fillRef idx="0">
            <a:schemeClr val="accent1"/>
          </a:fillRef>
          <a:effectRef idx="1">
            <a:schemeClr val="accent1"/>
          </a:effectRef>
          <a:fontRef idx="minor">
            <a:schemeClr val="tx1"/>
          </a:fontRef>
        </p:style>
      </p:cxnSp>
      <p:sp>
        <p:nvSpPr>
          <p:cNvPr id="113" name="Rectangle 112">
            <a:extLst>
              <a:ext uri="{FF2B5EF4-FFF2-40B4-BE49-F238E27FC236}">
                <a16:creationId xmlns:a16="http://schemas.microsoft.com/office/drawing/2014/main" id="{34E13DCC-C571-90B8-8F0E-916EFAE961A6}"/>
              </a:ext>
            </a:extLst>
          </p:cNvPr>
          <p:cNvSpPr/>
          <p:nvPr/>
        </p:nvSpPr>
        <p:spPr>
          <a:xfrm>
            <a:off x="8320022" y="23424"/>
            <a:ext cx="3073000" cy="2537212"/>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15" name="TextBox 114">
            <a:extLst>
              <a:ext uri="{FF2B5EF4-FFF2-40B4-BE49-F238E27FC236}">
                <a16:creationId xmlns:a16="http://schemas.microsoft.com/office/drawing/2014/main" id="{23C59F86-DC22-7241-B143-8E7364A86F15}"/>
              </a:ext>
            </a:extLst>
          </p:cNvPr>
          <p:cNvSpPr txBox="1"/>
          <p:nvPr/>
        </p:nvSpPr>
        <p:spPr>
          <a:xfrm>
            <a:off x="8334900" y="53954"/>
            <a:ext cx="473206" cy="338554"/>
          </a:xfrm>
          <a:prstGeom prst="rect">
            <a:avLst/>
          </a:prstGeom>
          <a:noFill/>
        </p:spPr>
        <p:txBody>
          <a:bodyPr wrap="none" rtlCol="0">
            <a:spAutoFit/>
          </a:bodyPr>
          <a:lstStyle/>
          <a:p>
            <a:r>
              <a:rPr lang="en-US" sz="1600" dirty="0"/>
              <a:t>NN</a:t>
            </a:r>
          </a:p>
        </p:txBody>
      </p:sp>
      <p:graphicFrame>
        <p:nvGraphicFramePr>
          <p:cNvPr id="2" name="Table 1">
            <a:extLst>
              <a:ext uri="{FF2B5EF4-FFF2-40B4-BE49-F238E27FC236}">
                <a16:creationId xmlns:a16="http://schemas.microsoft.com/office/drawing/2014/main" id="{2432E62F-8747-48A0-0612-7AFF1029FA90}"/>
              </a:ext>
            </a:extLst>
          </p:cNvPr>
          <p:cNvGraphicFramePr>
            <a:graphicFrameLocks noGrp="1"/>
          </p:cNvGraphicFramePr>
          <p:nvPr>
            <p:extLst>
              <p:ext uri="{D42A27DB-BD31-4B8C-83A1-F6EECF244321}">
                <p14:modId xmlns:p14="http://schemas.microsoft.com/office/powerpoint/2010/main" val="3832264899"/>
              </p:ext>
            </p:extLst>
          </p:nvPr>
        </p:nvGraphicFramePr>
        <p:xfrm>
          <a:off x="1101403" y="2775986"/>
          <a:ext cx="9787289" cy="3017520"/>
        </p:xfrm>
        <a:graphic>
          <a:graphicData uri="http://schemas.openxmlformats.org/drawingml/2006/table">
            <a:tbl>
              <a:tblPr firstRow="1" bandRow="1">
                <a:tableStyleId>{C4B1156A-380E-4F78-BDF5-A606A8083BF9}</a:tableStyleId>
              </a:tblPr>
              <a:tblGrid>
                <a:gridCol w="2622298">
                  <a:extLst>
                    <a:ext uri="{9D8B030D-6E8A-4147-A177-3AD203B41FA5}">
                      <a16:colId xmlns:a16="http://schemas.microsoft.com/office/drawing/2014/main" val="2247704463"/>
                    </a:ext>
                  </a:extLst>
                </a:gridCol>
                <a:gridCol w="3191371">
                  <a:extLst>
                    <a:ext uri="{9D8B030D-6E8A-4147-A177-3AD203B41FA5}">
                      <a16:colId xmlns:a16="http://schemas.microsoft.com/office/drawing/2014/main" val="1120151498"/>
                    </a:ext>
                  </a:extLst>
                </a:gridCol>
                <a:gridCol w="2922588">
                  <a:extLst>
                    <a:ext uri="{9D8B030D-6E8A-4147-A177-3AD203B41FA5}">
                      <a16:colId xmlns:a16="http://schemas.microsoft.com/office/drawing/2014/main" val="1328058479"/>
                    </a:ext>
                  </a:extLst>
                </a:gridCol>
                <a:gridCol w="1051032">
                  <a:extLst>
                    <a:ext uri="{9D8B030D-6E8A-4147-A177-3AD203B41FA5}">
                      <a16:colId xmlns:a16="http://schemas.microsoft.com/office/drawing/2014/main" val="2587608585"/>
                    </a:ext>
                  </a:extLst>
                </a:gridCol>
              </a:tblGrid>
              <a:tr h="274320">
                <a:tc>
                  <a:txBody>
                    <a:bodyPr/>
                    <a:lstStyle/>
                    <a:p>
                      <a:r>
                        <a:rPr lang="en-US" sz="1200" dirty="0"/>
                        <a:t>Reaction</a:t>
                      </a:r>
                    </a:p>
                  </a:txBody>
                  <a:tcPr/>
                </a:tc>
                <a:tc>
                  <a:txBody>
                    <a:bodyPr/>
                    <a:lstStyle/>
                    <a:p>
                      <a:r>
                        <a:rPr lang="en-US" sz="1200" b="1" dirty="0"/>
                        <a:t>Genes</a:t>
                      </a:r>
                    </a:p>
                  </a:txBody>
                  <a:tcPr/>
                </a:tc>
                <a:tc>
                  <a:txBody>
                    <a:bodyPr/>
                    <a:lstStyle/>
                    <a:p>
                      <a:r>
                        <a:rPr lang="en-US" sz="1200" b="1" dirty="0"/>
                        <a:t>PDB ID</a:t>
                      </a:r>
                    </a:p>
                  </a:txBody>
                  <a:tcPr/>
                </a:tc>
                <a:tc>
                  <a:txBody>
                    <a:bodyPr/>
                    <a:lstStyle/>
                    <a:p>
                      <a:r>
                        <a:rPr lang="en-US" sz="1200" b="1" dirty="0"/>
                        <a:t>Frequency</a:t>
                      </a:r>
                    </a:p>
                  </a:txBody>
                  <a:tcPr/>
                </a:tc>
                <a:extLst>
                  <a:ext uri="{0D108BD9-81ED-4DB2-BD59-A6C34878D82A}">
                    <a16:rowId xmlns:a16="http://schemas.microsoft.com/office/drawing/2014/main" val="830326239"/>
                  </a:ext>
                </a:extLst>
              </a:tr>
              <a:tr h="274320">
                <a:tc>
                  <a:txBody>
                    <a:bodyPr/>
                    <a:lstStyle/>
                    <a:p>
                      <a:r>
                        <a:rPr lang="pt-BR" sz="1200" b="0" dirty="0"/>
                        <a:t> r_Df (differentiator: fast)</a:t>
                      </a:r>
                      <a:r>
                        <a:rPr lang="pt-BR" sz="1200" dirty="0"/>
                        <a:t> </a:t>
                      </a:r>
                      <a:endParaRPr lang="en-US" sz="1200" dirty="0"/>
                    </a:p>
                  </a:txBody>
                  <a:tcPr/>
                </a:tc>
                <a:tc>
                  <a:txBody>
                    <a:bodyPr/>
                    <a:lstStyle/>
                    <a:p>
                      <a:r>
                        <a:rPr lang="en-US" sz="1200" b="0" dirty="0"/>
                        <a:t>YPL061W</a:t>
                      </a:r>
                    </a:p>
                  </a:txBody>
                  <a:tcPr/>
                </a:tc>
                <a:tc>
                  <a:txBody>
                    <a:bodyPr/>
                    <a:lstStyle/>
                    <a:p>
                      <a:r>
                        <a:rPr lang="en-US" sz="1200" b="0" dirty="0">
                          <a:hlinkClick r:id="rId28"/>
                        </a:rPr>
                        <a:t>AF-P54115-F1-model_v6.pdb (AlphaFold)</a:t>
                      </a:r>
                      <a:endParaRPr lang="en-US" sz="1200" b="0" dirty="0"/>
                    </a:p>
                  </a:txBody>
                  <a:tcPr/>
                </a:tc>
                <a:tc>
                  <a:txBody>
                    <a:bodyPr/>
                    <a:lstStyle/>
                    <a:p>
                      <a:endParaRPr lang="en-US" sz="1200" b="0" dirty="0"/>
                    </a:p>
                  </a:txBody>
                  <a:tcPr/>
                </a:tc>
                <a:extLst>
                  <a:ext uri="{0D108BD9-81ED-4DB2-BD59-A6C34878D82A}">
                    <a16:rowId xmlns:a16="http://schemas.microsoft.com/office/drawing/2014/main" val="4006369147"/>
                  </a:ext>
                </a:extLst>
              </a:tr>
              <a:tr h="274320">
                <a:tc>
                  <a:txBody>
                    <a:bodyPr/>
                    <a:lstStyle/>
                    <a:p>
                      <a:r>
                        <a:rPr lang="en-US" sz="1200" dirty="0" err="1"/>
                        <a:t>r_Ds</a:t>
                      </a:r>
                      <a:r>
                        <a:rPr lang="en-US" sz="1200" dirty="0"/>
                        <a:t> (differentiator: slow)</a:t>
                      </a:r>
                    </a:p>
                  </a:txBody>
                  <a:tcPr/>
                </a:tc>
                <a:tc>
                  <a:txBody>
                    <a:bodyPr/>
                    <a:lstStyle/>
                    <a:p>
                      <a:r>
                        <a:rPr lang="en-US" sz="1200" b="1" dirty="0">
                          <a:solidFill>
                            <a:schemeClr val="tx1"/>
                          </a:solidFill>
                        </a:rPr>
                        <a:t>YBR145W</a:t>
                      </a:r>
                      <a:r>
                        <a:rPr lang="en-US" sz="1200" dirty="0">
                          <a:solidFill>
                            <a:schemeClr val="tx1"/>
                          </a:solidFill>
                        </a:rPr>
                        <a:t> or YOL086C</a:t>
                      </a:r>
                    </a:p>
                  </a:txBody>
                  <a:tcPr/>
                </a:tc>
                <a:tc>
                  <a:txBody>
                    <a:bodyPr/>
                    <a:lstStyle/>
                    <a:p>
                      <a:r>
                        <a:rPr lang="en-US" sz="1200" dirty="0">
                          <a:hlinkClick r:id="rId29"/>
                        </a:rPr>
                        <a:t>AF-P38113-F1-model_v6.pdb (AlphaFold)</a:t>
                      </a:r>
                      <a:endParaRPr lang="en-US" sz="1200" dirty="0"/>
                    </a:p>
                  </a:txBody>
                  <a:tcPr/>
                </a:tc>
                <a:tc>
                  <a:txBody>
                    <a:bodyPr/>
                    <a:lstStyle/>
                    <a:p>
                      <a:endParaRPr lang="en-US" sz="1200" dirty="0"/>
                    </a:p>
                  </a:txBody>
                  <a:tcPr/>
                </a:tc>
                <a:extLst>
                  <a:ext uri="{0D108BD9-81ED-4DB2-BD59-A6C34878D82A}">
                    <a16:rowId xmlns:a16="http://schemas.microsoft.com/office/drawing/2014/main" val="1526051723"/>
                  </a:ext>
                </a:extLst>
              </a:tr>
              <a:tr h="274320">
                <a:tc>
                  <a:txBody>
                    <a:bodyPr/>
                    <a:lstStyle/>
                    <a:p>
                      <a:r>
                        <a:rPr lang="en-US" sz="1200" dirty="0" err="1"/>
                        <a:t>r_Dp</a:t>
                      </a:r>
                      <a:r>
                        <a:rPr lang="en-US" sz="1200" dirty="0"/>
                        <a:t> (differentiator: producer)</a:t>
                      </a:r>
                    </a:p>
                  </a:txBody>
                  <a:tcPr/>
                </a:tc>
                <a:tc>
                  <a:txBody>
                    <a:bodyPr/>
                    <a:lstStyle/>
                    <a:p>
                      <a:r>
                        <a:rPr lang="en-US" sz="1200" b="1" dirty="0"/>
                        <a:t>YAL054C</a:t>
                      </a:r>
                      <a:r>
                        <a:rPr lang="en-US" sz="1200" dirty="0"/>
                        <a:t> or YLR153C</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hlinkClick r:id="rId30"/>
                        </a:rPr>
                        <a:t>1RY2</a:t>
                      </a:r>
                      <a:endParaRPr lang="en-US" sz="1200" dirty="0"/>
                    </a:p>
                  </a:txBody>
                  <a:tcPr/>
                </a:tc>
                <a:tc>
                  <a:txBody>
                    <a:bodyPr/>
                    <a:lstStyle/>
                    <a:p>
                      <a:endParaRPr lang="en-US" sz="1200" dirty="0"/>
                    </a:p>
                  </a:txBody>
                  <a:tcPr/>
                </a:tc>
                <a:extLst>
                  <a:ext uri="{0D108BD9-81ED-4DB2-BD59-A6C34878D82A}">
                    <a16:rowId xmlns:a16="http://schemas.microsoft.com/office/drawing/2014/main" val="652912411"/>
                  </a:ext>
                </a:extLst>
              </a:tr>
              <a:tr h="274320">
                <a:tc>
                  <a:txBody>
                    <a:bodyPr/>
                    <a:lstStyle/>
                    <a:p>
                      <a:r>
                        <a:rPr lang="en-US" sz="1200" dirty="0" err="1"/>
                        <a:t>r_Di</a:t>
                      </a:r>
                      <a:r>
                        <a:rPr lang="en-US" sz="1200" dirty="0"/>
                        <a:t> (differentiator: integrator)</a:t>
                      </a:r>
                    </a:p>
                  </a:txBody>
                  <a:tcPr/>
                </a:tc>
                <a:tc>
                  <a:txBody>
                    <a:bodyPr/>
                    <a:lstStyle/>
                    <a:p>
                      <a:r>
                        <a:rPr lang="en-US" sz="1200" b="1" dirty="0"/>
                        <a:t>YGR177C</a:t>
                      </a:r>
                      <a:r>
                        <a:rPr lang="en-US" sz="1200" dirty="0"/>
                        <a:t> or YOR377W</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hlinkClick r:id="rId31"/>
                        </a:rPr>
                        <a:t>AF-P53296-F1-model_v6.pdb</a:t>
                      </a:r>
                      <a:endParaRPr lang="en-US" sz="1200" dirty="0"/>
                    </a:p>
                  </a:txBody>
                  <a:tcPr/>
                </a:tc>
                <a:tc>
                  <a:txBody>
                    <a:bodyPr/>
                    <a:lstStyle/>
                    <a:p>
                      <a:endParaRPr lang="en-US" sz="1200" dirty="0"/>
                    </a:p>
                  </a:txBody>
                  <a:tcPr/>
                </a:tc>
                <a:extLst>
                  <a:ext uri="{0D108BD9-81ED-4DB2-BD59-A6C34878D82A}">
                    <a16:rowId xmlns:a16="http://schemas.microsoft.com/office/drawing/2014/main" val="2113626482"/>
                  </a:ext>
                </a:extLst>
              </a:tr>
              <a:tr h="274320">
                <a:tc>
                  <a:txBody>
                    <a:bodyPr/>
                    <a:lstStyle/>
                    <a:p>
                      <a:r>
                        <a:rPr lang="en-US" sz="1200" dirty="0" err="1"/>
                        <a:t>r_Cp</a:t>
                      </a:r>
                      <a:r>
                        <a:rPr lang="en-US" sz="1200" dirty="0"/>
                        <a:t> (counter: producer)</a:t>
                      </a:r>
                    </a:p>
                  </a:txBody>
                  <a:tcPr/>
                </a:tc>
                <a:tc>
                  <a:txBody>
                    <a:bodyPr/>
                    <a:lstStyle/>
                    <a:p>
                      <a:r>
                        <a:rPr lang="en-US" sz="1200" b="1" dirty="0"/>
                        <a:t>YKL182W</a:t>
                      </a:r>
                      <a:r>
                        <a:rPr lang="en-US" sz="1200" dirty="0"/>
                        <a:t> and YPL231W</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 sz="1200" b="0" i="0" dirty="0">
                          <a:solidFill>
                            <a:srgbClr val="0A0A0A"/>
                          </a:solidFill>
                          <a:effectLst/>
                          <a:latin typeface="Lato" panose="020F0502020204030203" pitchFamily="34" charset="0"/>
                          <a:hlinkClick r:id="rId32"/>
                        </a:rPr>
                        <a:t>2PFF</a:t>
                      </a:r>
                      <a:endParaRPr lang="en-US" sz="1200" dirty="0"/>
                    </a:p>
                  </a:txBody>
                  <a:tcPr/>
                </a:tc>
                <a:tc>
                  <a:txBody>
                    <a:bodyPr/>
                    <a:lstStyle/>
                    <a:p>
                      <a:endParaRPr lang="en-US" sz="1200" dirty="0"/>
                    </a:p>
                  </a:txBody>
                  <a:tcPr/>
                </a:tc>
                <a:extLst>
                  <a:ext uri="{0D108BD9-81ED-4DB2-BD59-A6C34878D82A}">
                    <a16:rowId xmlns:a16="http://schemas.microsoft.com/office/drawing/2014/main" val="2606163442"/>
                  </a:ext>
                </a:extLst>
              </a:tr>
              <a:tr h="274320">
                <a:tc>
                  <a:txBody>
                    <a:bodyPr/>
                    <a:lstStyle/>
                    <a:p>
                      <a:r>
                        <a:rPr lang="en-US" sz="1200" dirty="0" err="1"/>
                        <a:t>r_Cg</a:t>
                      </a:r>
                      <a:r>
                        <a:rPr lang="en-US" sz="1200" dirty="0"/>
                        <a:t> (counter: gate)</a:t>
                      </a:r>
                    </a:p>
                  </a:txBody>
                  <a:tcPr/>
                </a:tc>
                <a:tc>
                  <a:txBody>
                    <a:bodyPr/>
                    <a:lstStyle/>
                    <a:p>
                      <a:r>
                        <a:rPr lang="en-US" sz="1200" b="1" dirty="0"/>
                        <a:t>YHR013C</a:t>
                      </a:r>
                      <a:r>
                        <a:rPr lang="en-US" sz="1200" dirty="0"/>
                        <a:t> and YDL040C and YOR253W</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 sz="1200" b="0" i="0" dirty="0">
                          <a:solidFill>
                            <a:srgbClr val="0A0A0A"/>
                          </a:solidFill>
                          <a:effectLst/>
                          <a:latin typeface="Lato" panose="020F0502020204030203" pitchFamily="34" charset="0"/>
                          <a:hlinkClick r:id="rId33"/>
                        </a:rPr>
                        <a:t>4HNW</a:t>
                      </a:r>
                      <a:endParaRPr lang="en-US" sz="1200" dirty="0"/>
                    </a:p>
                  </a:txBody>
                  <a:tcPr/>
                </a:tc>
                <a:tc>
                  <a:txBody>
                    <a:bodyPr/>
                    <a:lstStyle/>
                    <a:p>
                      <a:endParaRPr lang="en-US" sz="1200" dirty="0"/>
                    </a:p>
                  </a:txBody>
                  <a:tcPr/>
                </a:tc>
                <a:extLst>
                  <a:ext uri="{0D108BD9-81ED-4DB2-BD59-A6C34878D82A}">
                    <a16:rowId xmlns:a16="http://schemas.microsoft.com/office/drawing/2014/main" val="2438667136"/>
                  </a:ext>
                </a:extLst>
              </a:tr>
              <a:tr h="274320">
                <a:tc>
                  <a:txBody>
                    <a:bodyPr/>
                    <a:lstStyle/>
                    <a:p>
                      <a:r>
                        <a:rPr lang="en-US" sz="1200" dirty="0" err="1"/>
                        <a:t>r_Cr</a:t>
                      </a:r>
                      <a:r>
                        <a:rPr lang="en-US" sz="1200" dirty="0"/>
                        <a:t> (counter: reset)</a:t>
                      </a:r>
                    </a:p>
                  </a:txBody>
                  <a:tcPr/>
                </a:tc>
                <a:tc>
                  <a:txBody>
                    <a:bodyPr/>
                    <a:lstStyle/>
                    <a:p>
                      <a:r>
                        <a:rPr lang="en-US" sz="1200" dirty="0"/>
                        <a:t>YMR226C</a:t>
                      </a:r>
                    </a:p>
                  </a:txBody>
                  <a:tcPr/>
                </a:tc>
                <a:tc>
                  <a:txBody>
                    <a:bodyPr/>
                    <a:lstStyle/>
                    <a:p>
                      <a:r>
                        <a:rPr lang="" sz="1200" b="0" i="0" dirty="0">
                          <a:solidFill>
                            <a:srgbClr val="0A0A0A"/>
                          </a:solidFill>
                          <a:effectLst/>
                          <a:latin typeface="Lato" panose="020F0502020204030203" pitchFamily="34" charset="0"/>
                          <a:hlinkClick r:id="rId34"/>
                        </a:rPr>
                        <a:t>3RKU</a:t>
                      </a:r>
                      <a:endParaRPr lang="en-US" sz="1200" dirty="0"/>
                    </a:p>
                  </a:txBody>
                  <a:tcPr/>
                </a:tc>
                <a:tc>
                  <a:txBody>
                    <a:bodyPr/>
                    <a:lstStyle/>
                    <a:p>
                      <a:endParaRPr lang="en-US" sz="1200" dirty="0"/>
                    </a:p>
                  </a:txBody>
                  <a:tcPr/>
                </a:tc>
                <a:extLst>
                  <a:ext uri="{0D108BD9-81ED-4DB2-BD59-A6C34878D82A}">
                    <a16:rowId xmlns:a16="http://schemas.microsoft.com/office/drawing/2014/main" val="2254960406"/>
                  </a:ext>
                </a:extLst>
              </a:tr>
              <a:tr h="274320">
                <a:tc>
                  <a:txBody>
                    <a:bodyPr/>
                    <a:lstStyle/>
                    <a:p>
                      <a:r>
                        <a:rPr lang="pt-BR" sz="1200" dirty="0"/>
                        <a:t>r_Na (NN: neuron a)</a:t>
                      </a:r>
                      <a:endParaRPr lang="en-US" sz="1200" dirty="0"/>
                    </a:p>
                  </a:txBody>
                  <a:tcPr/>
                </a:tc>
                <a:tc>
                  <a:txBody>
                    <a:bodyPr/>
                    <a:lstStyle/>
                    <a:p>
                      <a:r>
                        <a:rPr lang="en-US" sz="1200" dirty="0"/>
                        <a:t>YGL001C</a:t>
                      </a:r>
                    </a:p>
                  </a:txBody>
                  <a:tcPr/>
                </a:tc>
                <a:tc>
                  <a:txBody>
                    <a:bodyPr/>
                    <a:lstStyle/>
                    <a:p>
                      <a:r>
                        <a:rPr lang="en-US" sz="1200" dirty="0">
                          <a:hlinkClick r:id="rId35"/>
                        </a:rPr>
                        <a:t>AF-P53199-F1-model_v6.pdb (AlphaFold)</a:t>
                      </a:r>
                      <a:endParaRPr lang="en-US" sz="1200" dirty="0"/>
                    </a:p>
                  </a:txBody>
                  <a:tcPr/>
                </a:tc>
                <a:tc>
                  <a:txBody>
                    <a:bodyPr/>
                    <a:lstStyle/>
                    <a:p>
                      <a:endParaRPr lang="en-US" sz="1200" dirty="0"/>
                    </a:p>
                  </a:txBody>
                  <a:tcPr/>
                </a:tc>
                <a:extLst>
                  <a:ext uri="{0D108BD9-81ED-4DB2-BD59-A6C34878D82A}">
                    <a16:rowId xmlns:a16="http://schemas.microsoft.com/office/drawing/2014/main" val="1999658234"/>
                  </a:ext>
                </a:extLst>
              </a:tr>
              <a:tr h="274320">
                <a:tc>
                  <a:txBody>
                    <a:bodyPr/>
                    <a:lstStyle/>
                    <a:p>
                      <a:r>
                        <a:rPr lang="de-DE" sz="1200" dirty="0" err="1"/>
                        <a:t>r_Nb</a:t>
                      </a:r>
                      <a:r>
                        <a:rPr lang="de-DE" sz="1200" dirty="0"/>
                        <a:t> (NN: </a:t>
                      </a:r>
                      <a:r>
                        <a:rPr lang="de-DE" sz="1200" dirty="0" err="1"/>
                        <a:t>neuron</a:t>
                      </a:r>
                      <a:r>
                        <a:rPr lang="de-DE" sz="1200" dirty="0"/>
                        <a:t> b)</a:t>
                      </a:r>
                      <a:endParaRPr lang="en-US" sz="1200" dirty="0"/>
                    </a:p>
                  </a:txBody>
                  <a:tcPr/>
                </a:tc>
                <a:tc>
                  <a:txBody>
                    <a:bodyPr/>
                    <a:lstStyle/>
                    <a:p>
                      <a:r>
                        <a:rPr lang="en-US" sz="1200" dirty="0"/>
                        <a:t>YLR174W</a:t>
                      </a:r>
                    </a:p>
                  </a:txBody>
                  <a:tcPr/>
                </a:tc>
                <a:tc>
                  <a:txBody>
                    <a:bodyPr/>
                    <a:lstStyle/>
                    <a:p>
                      <a:r>
                        <a:rPr lang="en-US" sz="1200" dirty="0">
                          <a:hlinkClick r:id="rId36"/>
                        </a:rPr>
                        <a:t>AF-P41939-F1-model_v6.pdb (AlphaFold)</a:t>
                      </a:r>
                      <a:endParaRPr lang="en-US" sz="1200" dirty="0"/>
                    </a:p>
                  </a:txBody>
                  <a:tcPr/>
                </a:tc>
                <a:tc>
                  <a:txBody>
                    <a:bodyPr/>
                    <a:lstStyle/>
                    <a:p>
                      <a:endParaRPr lang="en-US" sz="1200" dirty="0"/>
                    </a:p>
                  </a:txBody>
                  <a:tcPr/>
                </a:tc>
                <a:extLst>
                  <a:ext uri="{0D108BD9-81ED-4DB2-BD59-A6C34878D82A}">
                    <a16:rowId xmlns:a16="http://schemas.microsoft.com/office/drawing/2014/main" val="3421116653"/>
                  </a:ext>
                </a:extLst>
              </a:tr>
              <a:tr h="274320">
                <a:tc>
                  <a:txBody>
                    <a:bodyPr/>
                    <a:lstStyle/>
                    <a:p>
                      <a:r>
                        <a:rPr lang="pt-BR" sz="1200" dirty="0"/>
                        <a:t> r_No (NN: merge/output) </a:t>
                      </a:r>
                      <a:endParaRPr lang="en-US" sz="1200" dirty="0"/>
                    </a:p>
                  </a:txBody>
                  <a:tcPr/>
                </a:tc>
                <a:tc>
                  <a:txBody>
                    <a:bodyPr/>
                    <a:lstStyle/>
                    <a:p>
                      <a:r>
                        <a:rPr lang="en-US" sz="1200" dirty="0"/>
                        <a:t>YNR057C</a:t>
                      </a:r>
                    </a:p>
                  </a:txBody>
                  <a:tcPr/>
                </a:tc>
                <a:tc>
                  <a:txBody>
                    <a:bodyPr/>
                    <a:lstStyle/>
                    <a:p>
                      <a:r>
                        <a:rPr lang="en-US" sz="1200" dirty="0">
                          <a:hlinkClick r:id="rId37"/>
                        </a:rPr>
                        <a:t>AF-P53630-F1-model_v6.pdb (AlphaFold)</a:t>
                      </a:r>
                      <a:endParaRPr lang="en-US" sz="1200" dirty="0"/>
                    </a:p>
                  </a:txBody>
                  <a:tcPr/>
                </a:tc>
                <a:tc>
                  <a:txBody>
                    <a:bodyPr/>
                    <a:lstStyle/>
                    <a:p>
                      <a:endParaRPr lang="en-US" sz="1200" dirty="0"/>
                    </a:p>
                  </a:txBody>
                  <a:tcPr/>
                </a:tc>
                <a:extLst>
                  <a:ext uri="{0D108BD9-81ED-4DB2-BD59-A6C34878D82A}">
                    <a16:rowId xmlns:a16="http://schemas.microsoft.com/office/drawing/2014/main" val="1610077111"/>
                  </a:ext>
                </a:extLst>
              </a:tr>
            </a:tbl>
          </a:graphicData>
        </a:graphic>
      </p:graphicFrame>
      <p:grpSp>
        <p:nvGrpSpPr>
          <p:cNvPr id="4" name="Group 3">
            <a:extLst>
              <a:ext uri="{FF2B5EF4-FFF2-40B4-BE49-F238E27FC236}">
                <a16:creationId xmlns:a16="http://schemas.microsoft.com/office/drawing/2014/main" id="{C37F9922-2BB7-25A9-D8D5-65F9E0080D76}"/>
              </a:ext>
            </a:extLst>
          </p:cNvPr>
          <p:cNvGrpSpPr>
            <a:grpSpLocks noChangeAspect="1"/>
          </p:cNvGrpSpPr>
          <p:nvPr/>
        </p:nvGrpSpPr>
        <p:grpSpPr>
          <a:xfrm>
            <a:off x="2986884" y="6230258"/>
            <a:ext cx="6240154" cy="539443"/>
            <a:chOff x="1462291" y="6126480"/>
            <a:chExt cx="8462054" cy="731520"/>
          </a:xfrm>
        </p:grpSpPr>
        <p:sp>
          <p:nvSpPr>
            <p:cNvPr id="11" name="Rectangle: Rounded Corners 10">
              <a:extLst>
                <a:ext uri="{FF2B5EF4-FFF2-40B4-BE49-F238E27FC236}">
                  <a16:creationId xmlns:a16="http://schemas.microsoft.com/office/drawing/2014/main" id="{29475D49-0E0A-5544-CF93-249B516F4CCD}"/>
                </a:ext>
              </a:extLst>
            </p:cNvPr>
            <p:cNvSpPr/>
            <p:nvPr/>
          </p:nvSpPr>
          <p:spPr>
            <a:xfrm>
              <a:off x="1462291" y="6126480"/>
              <a:ext cx="1554480" cy="73152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Algorithm </a:t>
              </a:r>
            </a:p>
          </p:txBody>
        </p:sp>
        <p:sp>
          <p:nvSpPr>
            <p:cNvPr id="15" name="Rectangle: Rounded Corners 14">
              <a:extLst>
                <a:ext uri="{FF2B5EF4-FFF2-40B4-BE49-F238E27FC236}">
                  <a16:creationId xmlns:a16="http://schemas.microsoft.com/office/drawing/2014/main" id="{1C5B9727-AD16-8568-6EE1-D1409B4B8F9C}"/>
                </a:ext>
              </a:extLst>
            </p:cNvPr>
            <p:cNvSpPr/>
            <p:nvPr/>
          </p:nvSpPr>
          <p:spPr>
            <a:xfrm>
              <a:off x="3764816" y="6126480"/>
              <a:ext cx="1554480" cy="731520"/>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Chemical Reactions </a:t>
              </a:r>
            </a:p>
          </p:txBody>
        </p:sp>
        <p:sp>
          <p:nvSpPr>
            <p:cNvPr id="16" name="Rectangle: Rounded Corners 15">
              <a:extLst>
                <a:ext uri="{FF2B5EF4-FFF2-40B4-BE49-F238E27FC236}">
                  <a16:creationId xmlns:a16="http://schemas.microsoft.com/office/drawing/2014/main" id="{3D5230D1-AF24-C962-04B1-03DB0ACAAE60}"/>
                </a:ext>
              </a:extLst>
            </p:cNvPr>
            <p:cNvSpPr/>
            <p:nvPr/>
          </p:nvSpPr>
          <p:spPr>
            <a:xfrm>
              <a:off x="6067341" y="6126480"/>
              <a:ext cx="1554480" cy="731520"/>
            </a:xfrm>
            <a:prstGeom prst="roundRect">
              <a:avLst/>
            </a:prstGeom>
            <a:solidFill>
              <a:srgbClr val="DCEAF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Metabolic Network</a:t>
              </a:r>
            </a:p>
          </p:txBody>
        </p:sp>
        <p:sp>
          <p:nvSpPr>
            <p:cNvPr id="17" name="Rectangle: Rounded Corners 16">
              <a:extLst>
                <a:ext uri="{FF2B5EF4-FFF2-40B4-BE49-F238E27FC236}">
                  <a16:creationId xmlns:a16="http://schemas.microsoft.com/office/drawing/2014/main" id="{BBB39927-C861-2E96-C0B8-1E532D98B85C}"/>
                </a:ext>
              </a:extLst>
            </p:cNvPr>
            <p:cNvSpPr/>
            <p:nvPr/>
          </p:nvSpPr>
          <p:spPr>
            <a:xfrm>
              <a:off x="8369865" y="6126480"/>
              <a:ext cx="1554480" cy="73152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THz Actuation</a:t>
              </a:r>
            </a:p>
          </p:txBody>
        </p:sp>
        <p:cxnSp>
          <p:nvCxnSpPr>
            <p:cNvPr id="18" name="Straight Arrow Connector 17">
              <a:extLst>
                <a:ext uri="{FF2B5EF4-FFF2-40B4-BE49-F238E27FC236}">
                  <a16:creationId xmlns:a16="http://schemas.microsoft.com/office/drawing/2014/main" id="{04199FC3-2AC9-2B5F-CC5B-4EE95B7F7EE8}"/>
                </a:ext>
              </a:extLst>
            </p:cNvPr>
            <p:cNvCxnSpPr>
              <a:cxnSpLocks/>
              <a:stCxn id="11" idx="3"/>
              <a:endCxn id="15" idx="1"/>
            </p:cNvCxnSpPr>
            <p:nvPr/>
          </p:nvCxnSpPr>
          <p:spPr>
            <a:xfrm>
              <a:off x="3016771" y="6492240"/>
              <a:ext cx="748045" cy="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07F9B1B7-7007-5132-D98F-61E736934610}"/>
                </a:ext>
              </a:extLst>
            </p:cNvPr>
            <p:cNvCxnSpPr>
              <a:cxnSpLocks/>
              <a:stCxn id="15" idx="3"/>
              <a:endCxn id="16" idx="1"/>
            </p:cNvCxnSpPr>
            <p:nvPr/>
          </p:nvCxnSpPr>
          <p:spPr>
            <a:xfrm>
              <a:off x="5319296" y="6492240"/>
              <a:ext cx="748045" cy="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46987DA7-A4B6-F5B9-7D06-2F39BEADCA0D}"/>
                </a:ext>
              </a:extLst>
            </p:cNvPr>
            <p:cNvCxnSpPr>
              <a:cxnSpLocks/>
            </p:cNvCxnSpPr>
            <p:nvPr/>
          </p:nvCxnSpPr>
          <p:spPr>
            <a:xfrm>
              <a:off x="7621821" y="6492240"/>
              <a:ext cx="748044" cy="0"/>
            </a:xfrm>
            <a:prstGeom prst="straightConnector1">
              <a:avLst/>
            </a:prstGeom>
            <a:ln>
              <a:headEnd type="triangle" w="lg" len="lg"/>
              <a:tailEnd type="none" w="lg" len="lg"/>
            </a:ln>
          </p:spPr>
          <p:style>
            <a:lnRef idx="2">
              <a:schemeClr val="accent1"/>
            </a:lnRef>
            <a:fillRef idx="0">
              <a:schemeClr val="accent1"/>
            </a:fillRef>
            <a:effectRef idx="1">
              <a:schemeClr val="accent1"/>
            </a:effectRef>
            <a:fontRef idx="minor">
              <a:schemeClr val="tx1"/>
            </a:fontRef>
          </p:style>
        </p:cxnSp>
      </p:grpSp>
      <p:sp>
        <p:nvSpPr>
          <p:cNvPr id="3" name="TextBox 2">
            <a:extLst>
              <a:ext uri="{FF2B5EF4-FFF2-40B4-BE49-F238E27FC236}">
                <a16:creationId xmlns:a16="http://schemas.microsoft.com/office/drawing/2014/main" id="{CD981637-E844-0F73-C8FC-7F44F9A5FA3C}"/>
              </a:ext>
            </a:extLst>
          </p:cNvPr>
          <p:cNvSpPr txBox="1"/>
          <p:nvPr/>
        </p:nvSpPr>
        <p:spPr>
          <a:xfrm>
            <a:off x="22471" y="2619368"/>
            <a:ext cx="986167" cy="369332"/>
          </a:xfrm>
          <a:prstGeom prst="rect">
            <a:avLst/>
          </a:prstGeom>
          <a:noFill/>
        </p:spPr>
        <p:txBody>
          <a:bodyPr wrap="none" rtlCol="0">
            <a:spAutoFit/>
          </a:bodyPr>
          <a:lstStyle/>
          <a:p>
            <a:r>
              <a:rPr lang="en-US" dirty="0"/>
              <a:t>Motif 52</a:t>
            </a:r>
          </a:p>
        </p:txBody>
      </p:sp>
    </p:spTree>
    <p:extLst>
      <p:ext uri="{BB962C8B-B14F-4D97-AF65-F5344CB8AC3E}">
        <p14:creationId xmlns:p14="http://schemas.microsoft.com/office/powerpoint/2010/main" val="337318324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8ACE19-0A48-E11A-514A-1EB3B1ECE60C}"/>
            </a:ext>
          </a:extLst>
        </p:cNvPr>
        <p:cNvGrpSpPr/>
        <p:nvPr/>
      </p:nvGrpSpPr>
      <p:grpSpPr>
        <a:xfrm>
          <a:off x="0" y="0"/>
          <a:ext cx="0" cy="0"/>
          <a:chOff x="0" y="0"/>
          <a:chExt cx="0" cy="0"/>
        </a:xfrm>
      </p:grpSpPr>
      <p:sp>
        <p:nvSpPr>
          <p:cNvPr id="69" name="Oval 68">
            <a:extLst>
              <a:ext uri="{FF2B5EF4-FFF2-40B4-BE49-F238E27FC236}">
                <a16:creationId xmlns:a16="http://schemas.microsoft.com/office/drawing/2014/main" id="{E1DBE0D8-0982-D8E9-368D-15260E17EF34}"/>
              </a:ext>
            </a:extLst>
          </p:cNvPr>
          <p:cNvSpPr>
            <a:spLocks noChangeAspect="1"/>
          </p:cNvSpPr>
          <p:nvPr/>
        </p:nvSpPr>
        <p:spPr>
          <a:xfrm>
            <a:off x="4944144" y="395606"/>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70" name="TextBox 69">
                <a:extLst>
                  <a:ext uri="{FF2B5EF4-FFF2-40B4-BE49-F238E27FC236}">
                    <a16:creationId xmlns:a16="http://schemas.microsoft.com/office/drawing/2014/main" id="{0108C080-45B0-0792-2C70-61773F226A6F}"/>
                  </a:ext>
                </a:extLst>
              </p:cNvPr>
              <p:cNvSpPr txBox="1"/>
              <p:nvPr/>
            </p:nvSpPr>
            <p:spPr>
              <a:xfrm>
                <a:off x="4889948" y="366883"/>
                <a:ext cx="518558" cy="394019"/>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Cp</m:t>
                          </m:r>
                        </m:sub>
                      </m:sSub>
                    </m:oMath>
                  </m:oMathPara>
                </a14:m>
                <a:endParaRPr lang="en-US" dirty="0">
                  <a:solidFill>
                    <a:schemeClr val="bg1"/>
                  </a:solidFill>
                </a:endParaRPr>
              </a:p>
            </p:txBody>
          </p:sp>
        </mc:Choice>
        <mc:Fallback xmlns="">
          <p:sp>
            <p:nvSpPr>
              <p:cNvPr id="70" name="TextBox 69">
                <a:extLst>
                  <a:ext uri="{FF2B5EF4-FFF2-40B4-BE49-F238E27FC236}">
                    <a16:creationId xmlns:a16="http://schemas.microsoft.com/office/drawing/2014/main" id="{BAA369A6-BD85-9E11-D586-190591B19124}"/>
                  </a:ext>
                </a:extLst>
              </p:cNvPr>
              <p:cNvSpPr txBox="1">
                <a:spLocks noRot="1" noChangeAspect="1" noMove="1" noResize="1" noEditPoints="1" noAdjustHandles="1" noChangeArrowheads="1" noChangeShapeType="1" noTextEdit="1"/>
              </p:cNvSpPr>
              <p:nvPr/>
            </p:nvSpPr>
            <p:spPr>
              <a:xfrm>
                <a:off x="4889948" y="366883"/>
                <a:ext cx="518558" cy="394019"/>
              </a:xfrm>
              <a:prstGeom prst="rect">
                <a:avLst/>
              </a:prstGeom>
              <a:blipFill>
                <a:blip r:embed="rId3"/>
                <a:stretch>
                  <a:fillRect b="-76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1" name="TextBox 70">
                <a:extLst>
                  <a:ext uri="{FF2B5EF4-FFF2-40B4-BE49-F238E27FC236}">
                    <a16:creationId xmlns:a16="http://schemas.microsoft.com/office/drawing/2014/main" id="{12E48F63-49C4-8D3E-1252-8C99D062EC6F}"/>
                  </a:ext>
                </a:extLst>
              </p:cNvPr>
              <p:cNvSpPr txBox="1"/>
              <p:nvPr/>
            </p:nvSpPr>
            <p:spPr>
              <a:xfrm>
                <a:off x="6042814" y="220866"/>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c</m:t>
                          </m:r>
                        </m:sub>
                      </m:sSub>
                    </m:oMath>
                  </m:oMathPara>
                </a14:m>
                <a:endParaRPr lang="en-US" dirty="0">
                  <a:solidFill>
                    <a:schemeClr val="tx1"/>
                  </a:solidFill>
                </a:endParaRPr>
              </a:p>
            </p:txBody>
          </p:sp>
        </mc:Choice>
        <mc:Fallback xmlns="">
          <p:sp>
            <p:nvSpPr>
              <p:cNvPr id="71" name="TextBox 70">
                <a:extLst>
                  <a:ext uri="{FF2B5EF4-FFF2-40B4-BE49-F238E27FC236}">
                    <a16:creationId xmlns:a16="http://schemas.microsoft.com/office/drawing/2014/main" id="{E021FC89-AFE9-AAB4-9519-4D263FC8243A}"/>
                  </a:ext>
                </a:extLst>
              </p:cNvPr>
              <p:cNvSpPr txBox="1">
                <a:spLocks noRot="1" noChangeAspect="1" noMove="1" noResize="1" noEditPoints="1" noAdjustHandles="1" noChangeArrowheads="1" noChangeShapeType="1" noTextEdit="1"/>
              </p:cNvSpPr>
              <p:nvPr/>
            </p:nvSpPr>
            <p:spPr>
              <a:xfrm>
                <a:off x="6042814" y="220866"/>
                <a:ext cx="507796" cy="369332"/>
              </a:xfrm>
              <a:prstGeom prst="rect">
                <a:avLst/>
              </a:prstGeom>
              <a:blipFill>
                <a:blip r:embed="rId4"/>
                <a:stretch>
                  <a:fillRect/>
                </a:stretch>
              </a:blipFill>
            </p:spPr>
            <p:txBody>
              <a:bodyPr/>
              <a:lstStyle/>
              <a:p>
                <a:r>
                  <a:rPr lang="en-US">
                    <a:noFill/>
                  </a:rPr>
                  <a:t> </a:t>
                </a:r>
              </a:p>
            </p:txBody>
          </p:sp>
        </mc:Fallback>
      </mc:AlternateContent>
      <p:sp>
        <p:nvSpPr>
          <p:cNvPr id="72" name="Oval 71">
            <a:extLst>
              <a:ext uri="{FF2B5EF4-FFF2-40B4-BE49-F238E27FC236}">
                <a16:creationId xmlns:a16="http://schemas.microsoft.com/office/drawing/2014/main" id="{BAE06C6A-6461-72D5-75B1-58492A6693E3}"/>
              </a:ext>
            </a:extLst>
          </p:cNvPr>
          <p:cNvSpPr>
            <a:spLocks noChangeAspect="1"/>
          </p:cNvSpPr>
          <p:nvPr/>
        </p:nvSpPr>
        <p:spPr>
          <a:xfrm>
            <a:off x="6106961" y="1088928"/>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73" name="TextBox 72">
                <a:extLst>
                  <a:ext uri="{FF2B5EF4-FFF2-40B4-BE49-F238E27FC236}">
                    <a16:creationId xmlns:a16="http://schemas.microsoft.com/office/drawing/2014/main" id="{E32D3481-4D2F-0E57-26B6-BFF74EE1F9AF}"/>
                  </a:ext>
                </a:extLst>
              </p:cNvPr>
              <p:cNvSpPr txBox="1"/>
              <p:nvPr/>
            </p:nvSpPr>
            <p:spPr>
              <a:xfrm>
                <a:off x="6048484" y="1064456"/>
                <a:ext cx="518558" cy="395493"/>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Cg</m:t>
                          </m:r>
                        </m:sub>
                      </m:sSub>
                    </m:oMath>
                  </m:oMathPara>
                </a14:m>
                <a:endParaRPr lang="en-US" dirty="0">
                  <a:solidFill>
                    <a:schemeClr val="bg1"/>
                  </a:solidFill>
                </a:endParaRPr>
              </a:p>
            </p:txBody>
          </p:sp>
        </mc:Choice>
        <mc:Fallback xmlns="">
          <p:sp>
            <p:nvSpPr>
              <p:cNvPr id="73" name="TextBox 72">
                <a:extLst>
                  <a:ext uri="{FF2B5EF4-FFF2-40B4-BE49-F238E27FC236}">
                    <a16:creationId xmlns:a16="http://schemas.microsoft.com/office/drawing/2014/main" id="{9D415A87-6DA2-3F8E-1EA2-D0EF239D300D}"/>
                  </a:ext>
                </a:extLst>
              </p:cNvPr>
              <p:cNvSpPr txBox="1">
                <a:spLocks noRot="1" noChangeAspect="1" noMove="1" noResize="1" noEditPoints="1" noAdjustHandles="1" noChangeArrowheads="1" noChangeShapeType="1" noTextEdit="1"/>
              </p:cNvSpPr>
              <p:nvPr/>
            </p:nvSpPr>
            <p:spPr>
              <a:xfrm>
                <a:off x="6048484" y="1064456"/>
                <a:ext cx="518558" cy="395493"/>
              </a:xfrm>
              <a:prstGeom prst="rect">
                <a:avLst/>
              </a:prstGeom>
              <a:blipFill>
                <a:blip r:embed="rId5"/>
                <a:stretch>
                  <a:fillRect b="-937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4" name="TextBox 73">
                <a:extLst>
                  <a:ext uri="{FF2B5EF4-FFF2-40B4-BE49-F238E27FC236}">
                    <a16:creationId xmlns:a16="http://schemas.microsoft.com/office/drawing/2014/main" id="{72B24BD4-6664-D587-9664-F6D59340B9B0}"/>
                  </a:ext>
                </a:extLst>
              </p:cNvPr>
              <p:cNvSpPr txBox="1"/>
              <p:nvPr/>
            </p:nvSpPr>
            <p:spPr>
              <a:xfrm>
                <a:off x="4902707" y="1099668"/>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Cs</m:t>
                          </m:r>
                        </m:sub>
                      </m:sSub>
                    </m:oMath>
                  </m:oMathPara>
                </a14:m>
                <a:endParaRPr lang="en-US" dirty="0">
                  <a:solidFill>
                    <a:schemeClr val="tx1"/>
                  </a:solidFill>
                </a:endParaRPr>
              </a:p>
            </p:txBody>
          </p:sp>
        </mc:Choice>
        <mc:Fallback xmlns="">
          <p:sp>
            <p:nvSpPr>
              <p:cNvPr id="74" name="TextBox 73">
                <a:extLst>
                  <a:ext uri="{FF2B5EF4-FFF2-40B4-BE49-F238E27FC236}">
                    <a16:creationId xmlns:a16="http://schemas.microsoft.com/office/drawing/2014/main" id="{6116B073-78B1-97D1-3A12-8EDA6812233B}"/>
                  </a:ext>
                </a:extLst>
              </p:cNvPr>
              <p:cNvSpPr txBox="1">
                <a:spLocks noRot="1" noChangeAspect="1" noMove="1" noResize="1" noEditPoints="1" noAdjustHandles="1" noChangeArrowheads="1" noChangeShapeType="1" noTextEdit="1"/>
              </p:cNvSpPr>
              <p:nvPr/>
            </p:nvSpPr>
            <p:spPr>
              <a:xfrm>
                <a:off x="4902707" y="1099668"/>
                <a:ext cx="507796" cy="369332"/>
              </a:xfrm>
              <a:prstGeom prst="rect">
                <a:avLst/>
              </a:prstGeom>
              <a:blipFill>
                <a:blip r:embed="rId6"/>
                <a:stretch>
                  <a:fillRect r="-3571"/>
                </a:stretch>
              </a:blipFill>
            </p:spPr>
            <p:txBody>
              <a:bodyPr/>
              <a:lstStyle/>
              <a:p>
                <a:r>
                  <a:rPr lang="en-US">
                    <a:noFill/>
                  </a:rPr>
                  <a:t> </a:t>
                </a:r>
              </a:p>
            </p:txBody>
          </p:sp>
        </mc:Fallback>
      </mc:AlternateContent>
      <p:sp>
        <p:nvSpPr>
          <p:cNvPr id="75" name="Oval 74">
            <a:extLst>
              <a:ext uri="{FF2B5EF4-FFF2-40B4-BE49-F238E27FC236}">
                <a16:creationId xmlns:a16="http://schemas.microsoft.com/office/drawing/2014/main" id="{66A4307A-91EC-2C96-03E7-F7231C67D36B}"/>
              </a:ext>
            </a:extLst>
          </p:cNvPr>
          <p:cNvSpPr>
            <a:spLocks noChangeAspect="1"/>
          </p:cNvSpPr>
          <p:nvPr/>
        </p:nvSpPr>
        <p:spPr>
          <a:xfrm>
            <a:off x="4972754" y="1905482"/>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76" name="TextBox 75">
                <a:extLst>
                  <a:ext uri="{FF2B5EF4-FFF2-40B4-BE49-F238E27FC236}">
                    <a16:creationId xmlns:a16="http://schemas.microsoft.com/office/drawing/2014/main" id="{2D0F8E13-4A18-78F1-31F5-94407AF86173}"/>
                  </a:ext>
                </a:extLst>
              </p:cNvPr>
              <p:cNvSpPr txBox="1"/>
              <p:nvPr/>
            </p:nvSpPr>
            <p:spPr>
              <a:xfrm>
                <a:off x="4917219" y="1870160"/>
                <a:ext cx="518558"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Cr</m:t>
                          </m:r>
                        </m:sub>
                      </m:sSub>
                    </m:oMath>
                  </m:oMathPara>
                </a14:m>
                <a:endParaRPr lang="en-US" dirty="0">
                  <a:solidFill>
                    <a:schemeClr val="bg1"/>
                  </a:solidFill>
                </a:endParaRPr>
              </a:p>
            </p:txBody>
          </p:sp>
        </mc:Choice>
        <mc:Fallback xmlns="">
          <p:sp>
            <p:nvSpPr>
              <p:cNvPr id="76" name="TextBox 75">
                <a:extLst>
                  <a:ext uri="{FF2B5EF4-FFF2-40B4-BE49-F238E27FC236}">
                    <a16:creationId xmlns:a16="http://schemas.microsoft.com/office/drawing/2014/main" id="{70B743BD-876F-4A86-1A3B-54163DA9364F}"/>
                  </a:ext>
                </a:extLst>
              </p:cNvPr>
              <p:cNvSpPr txBox="1">
                <a:spLocks noRot="1" noChangeAspect="1" noMove="1" noResize="1" noEditPoints="1" noAdjustHandles="1" noChangeArrowheads="1" noChangeShapeType="1" noTextEdit="1"/>
              </p:cNvSpPr>
              <p:nvPr/>
            </p:nvSpPr>
            <p:spPr>
              <a:xfrm>
                <a:off x="4917219" y="1870160"/>
                <a:ext cx="518558" cy="369332"/>
              </a:xfrm>
              <a:prstGeom prst="rect">
                <a:avLst/>
              </a:prstGeom>
              <a:blipFill>
                <a:blip r:embed="rId7"/>
                <a:stretch>
                  <a:fillRect/>
                </a:stretch>
              </a:blipFill>
            </p:spPr>
            <p:txBody>
              <a:bodyPr/>
              <a:lstStyle/>
              <a:p>
                <a:r>
                  <a:rPr lang="en-US">
                    <a:noFill/>
                  </a:rPr>
                  <a:t> </a:t>
                </a:r>
              </a:p>
            </p:txBody>
          </p:sp>
        </mc:Fallback>
      </mc:AlternateContent>
      <p:cxnSp>
        <p:nvCxnSpPr>
          <p:cNvPr id="77" name="Straight Arrow Connector 76">
            <a:extLst>
              <a:ext uri="{FF2B5EF4-FFF2-40B4-BE49-F238E27FC236}">
                <a16:creationId xmlns:a16="http://schemas.microsoft.com/office/drawing/2014/main" id="{C5133B98-5781-621C-65FB-686F2BD729DF}"/>
              </a:ext>
            </a:extLst>
          </p:cNvPr>
          <p:cNvCxnSpPr>
            <a:cxnSpLocks/>
            <a:endCxn id="69" idx="3"/>
          </p:cNvCxnSpPr>
          <p:nvPr/>
        </p:nvCxnSpPr>
        <p:spPr>
          <a:xfrm flipV="1">
            <a:off x="4121730" y="721164"/>
            <a:ext cx="878271" cy="488885"/>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80" name="Straight Arrow Connector 79">
            <a:extLst>
              <a:ext uri="{FF2B5EF4-FFF2-40B4-BE49-F238E27FC236}">
                <a16:creationId xmlns:a16="http://schemas.microsoft.com/office/drawing/2014/main" id="{9396164D-ED3E-7339-2848-416989E9254A}"/>
              </a:ext>
            </a:extLst>
          </p:cNvPr>
          <p:cNvCxnSpPr>
            <a:cxnSpLocks/>
            <a:endCxn id="75" idx="1"/>
          </p:cNvCxnSpPr>
          <p:nvPr/>
        </p:nvCxnSpPr>
        <p:spPr>
          <a:xfrm>
            <a:off x="4125152" y="1214911"/>
            <a:ext cx="903459" cy="746428"/>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84" name="Straight Arrow Connector 83">
            <a:extLst>
              <a:ext uri="{FF2B5EF4-FFF2-40B4-BE49-F238E27FC236}">
                <a16:creationId xmlns:a16="http://schemas.microsoft.com/office/drawing/2014/main" id="{7783B2D1-3369-CBA0-C252-8F88A45231E1}"/>
              </a:ext>
            </a:extLst>
          </p:cNvPr>
          <p:cNvCxnSpPr>
            <a:cxnSpLocks/>
            <a:stCxn id="74" idx="3"/>
            <a:endCxn id="72" idx="2"/>
          </p:cNvCxnSpPr>
          <p:nvPr/>
        </p:nvCxnSpPr>
        <p:spPr>
          <a:xfrm flipV="1">
            <a:off x="5410503" y="1279636"/>
            <a:ext cx="696458" cy="4698"/>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88" name="Straight Arrow Connector 87">
            <a:extLst>
              <a:ext uri="{FF2B5EF4-FFF2-40B4-BE49-F238E27FC236}">
                <a16:creationId xmlns:a16="http://schemas.microsoft.com/office/drawing/2014/main" id="{A893EE2C-C186-B0E8-6440-845149E064A5}"/>
              </a:ext>
            </a:extLst>
          </p:cNvPr>
          <p:cNvCxnSpPr>
            <a:cxnSpLocks/>
            <a:stCxn id="74" idx="2"/>
            <a:endCxn id="75" idx="0"/>
          </p:cNvCxnSpPr>
          <p:nvPr/>
        </p:nvCxnSpPr>
        <p:spPr>
          <a:xfrm>
            <a:off x="5156605" y="1469000"/>
            <a:ext cx="6856" cy="436482"/>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6" name="Straight Arrow Connector 95">
            <a:extLst>
              <a:ext uri="{FF2B5EF4-FFF2-40B4-BE49-F238E27FC236}">
                <a16:creationId xmlns:a16="http://schemas.microsoft.com/office/drawing/2014/main" id="{12EDE651-D4CE-473C-99F7-38CF7749BB67}"/>
              </a:ext>
            </a:extLst>
          </p:cNvPr>
          <p:cNvCxnSpPr>
            <a:cxnSpLocks/>
            <a:stCxn id="69" idx="6"/>
          </p:cNvCxnSpPr>
          <p:nvPr/>
        </p:nvCxnSpPr>
        <p:spPr>
          <a:xfrm>
            <a:off x="5325558" y="586314"/>
            <a:ext cx="2460842" cy="10275"/>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9" name="Straight Arrow Connector 98">
            <a:extLst>
              <a:ext uri="{FF2B5EF4-FFF2-40B4-BE49-F238E27FC236}">
                <a16:creationId xmlns:a16="http://schemas.microsoft.com/office/drawing/2014/main" id="{A06F10D0-6809-CFC9-BC5A-E685F4228CBB}"/>
              </a:ext>
            </a:extLst>
          </p:cNvPr>
          <p:cNvCxnSpPr>
            <a:cxnSpLocks/>
            <a:stCxn id="71" idx="2"/>
            <a:endCxn id="72" idx="0"/>
          </p:cNvCxnSpPr>
          <p:nvPr/>
        </p:nvCxnSpPr>
        <p:spPr>
          <a:xfrm>
            <a:off x="6296712" y="590198"/>
            <a:ext cx="956" cy="49873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sp>
        <p:nvSpPr>
          <p:cNvPr id="102" name="Rectangle 101">
            <a:extLst>
              <a:ext uri="{FF2B5EF4-FFF2-40B4-BE49-F238E27FC236}">
                <a16:creationId xmlns:a16="http://schemas.microsoft.com/office/drawing/2014/main" id="{39A42C42-3C39-74B0-CDF3-D2DC526D3B37}"/>
              </a:ext>
            </a:extLst>
          </p:cNvPr>
          <p:cNvSpPr/>
          <p:nvPr/>
        </p:nvSpPr>
        <p:spPr>
          <a:xfrm>
            <a:off x="4449950" y="9135"/>
            <a:ext cx="2873133" cy="2407763"/>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03" name="TextBox 102">
            <a:extLst>
              <a:ext uri="{FF2B5EF4-FFF2-40B4-BE49-F238E27FC236}">
                <a16:creationId xmlns:a16="http://schemas.microsoft.com/office/drawing/2014/main" id="{2506A05C-E91E-CB2A-123F-53BF2B061866}"/>
              </a:ext>
            </a:extLst>
          </p:cNvPr>
          <p:cNvSpPr txBox="1"/>
          <p:nvPr/>
        </p:nvSpPr>
        <p:spPr>
          <a:xfrm>
            <a:off x="4449950" y="-6886"/>
            <a:ext cx="1774204" cy="338554"/>
          </a:xfrm>
          <a:prstGeom prst="rect">
            <a:avLst/>
          </a:prstGeom>
          <a:noFill/>
        </p:spPr>
        <p:txBody>
          <a:bodyPr wrap="none" rtlCol="0">
            <a:spAutoFit/>
          </a:bodyPr>
          <a:lstStyle/>
          <a:p>
            <a:r>
              <a:rPr lang="en-US" sz="1600" dirty="0"/>
              <a:t>Chemical counter</a:t>
            </a:r>
          </a:p>
        </p:txBody>
      </p:sp>
      <mc:AlternateContent xmlns:mc="http://schemas.openxmlformats.org/markup-compatibility/2006" xmlns:a14="http://schemas.microsoft.com/office/drawing/2010/main">
        <mc:Choice Requires="a14">
          <p:sp>
            <p:nvSpPr>
              <p:cNvPr id="67" name="TextBox 66">
                <a:extLst>
                  <a:ext uri="{FF2B5EF4-FFF2-40B4-BE49-F238E27FC236}">
                    <a16:creationId xmlns:a16="http://schemas.microsoft.com/office/drawing/2014/main" id="{72200D0F-A5E9-B61C-9C42-59060C169CEE}"/>
                  </a:ext>
                </a:extLst>
              </p:cNvPr>
              <p:cNvSpPr txBox="1"/>
              <p:nvPr/>
            </p:nvSpPr>
            <p:spPr>
              <a:xfrm>
                <a:off x="0" y="1346255"/>
                <a:ext cx="593368" cy="369332"/>
              </a:xfrm>
              <a:prstGeom prst="rect">
                <a:avLst/>
              </a:prstGeom>
              <a:noFill/>
            </p:spPr>
            <p:txBody>
              <a:bodyPr wrap="none" rtlCol="0">
                <a:spAutoFit/>
              </a:bodyPr>
              <a:lstStyle/>
              <a:p>
                <a:pPr/>
                <a14:m>
                  <m:oMathPara xmlns:m="http://schemas.openxmlformats.org/officeDocument/2006/math">
                    <m:oMath>
                      <m:sSub>
                        <m:sSubPr>
                          <m:ctrlPr>
                            <a:rPr lang="de-DE" b="0" i="1" smtClean="0">
                              <a:latin typeface="Cambria Math" panose="02040503050406030204" pitchFamily="18" charset="0"/>
                            </a:rPr>
                          </m:ctrlPr>
                        </m:sSubPr>
                        <m:e>
                          <m:r>
                            <m:rPr>
                              <m:sty m:val="p"/>
                            </m:rPr>
                            <a:rPr lang="de-DE" b="0" i="1" smtClean="0">
                              <a:latin typeface="Cambria Math" panose="02040503050406030204" pitchFamily="18" charset="0"/>
                            </a:rPr>
                            <m:t>m</m:t>
                          </m:r>
                        </m:e>
                        <m:sub>
                          <m:r>
                            <m:rPr>
                              <m:sty m:val="p"/>
                            </m:rPr>
                            <a:rPr lang="de-DE" b="0" i="1" smtClean="0">
                              <a:latin typeface="Cambria Math" panose="02040503050406030204" pitchFamily="18" charset="0"/>
                            </a:rPr>
                            <m:t>in</m:t>
                          </m:r>
                        </m:sub>
                      </m:sSub>
                    </m:oMath>
                  </m:oMathPara>
                </a14:m>
                <a:endParaRPr lang="en-US" dirty="0"/>
              </a:p>
            </p:txBody>
          </p:sp>
        </mc:Choice>
        <mc:Fallback xmlns="">
          <p:sp>
            <p:nvSpPr>
              <p:cNvPr id="67" name="TextBox 66">
                <a:extLst>
                  <a:ext uri="{FF2B5EF4-FFF2-40B4-BE49-F238E27FC236}">
                    <a16:creationId xmlns:a16="http://schemas.microsoft.com/office/drawing/2014/main" id="{FDA4ED9D-A735-40E9-3AF3-455EEC116595}"/>
                  </a:ext>
                </a:extLst>
              </p:cNvPr>
              <p:cNvSpPr txBox="1">
                <a:spLocks noRot="1" noChangeAspect="1" noMove="1" noResize="1" noEditPoints="1" noAdjustHandles="1" noChangeArrowheads="1" noChangeShapeType="1" noTextEdit="1"/>
              </p:cNvSpPr>
              <p:nvPr/>
            </p:nvSpPr>
            <p:spPr>
              <a:xfrm>
                <a:off x="0" y="1346255"/>
                <a:ext cx="593368" cy="369332"/>
              </a:xfrm>
              <a:prstGeom prst="rect">
                <a:avLst/>
              </a:prstGeom>
              <a:blipFill>
                <a:blip r:embed="rId8"/>
                <a:stretch>
                  <a:fillRect/>
                </a:stretch>
              </a:blipFill>
            </p:spPr>
            <p:txBody>
              <a:bodyPr/>
              <a:lstStyle/>
              <a:p>
                <a:r>
                  <a:rPr lang="en-US">
                    <a:noFill/>
                  </a:rPr>
                  <a:t> </a:t>
                </a:r>
              </a:p>
            </p:txBody>
          </p:sp>
        </mc:Fallback>
      </mc:AlternateContent>
      <p:sp>
        <p:nvSpPr>
          <p:cNvPr id="78" name="Rectangle 77">
            <a:extLst>
              <a:ext uri="{FF2B5EF4-FFF2-40B4-BE49-F238E27FC236}">
                <a16:creationId xmlns:a16="http://schemas.microsoft.com/office/drawing/2014/main" id="{9970F1D5-35B8-2AF9-D767-54F33711BCCE}"/>
              </a:ext>
            </a:extLst>
          </p:cNvPr>
          <p:cNvSpPr/>
          <p:nvPr/>
        </p:nvSpPr>
        <p:spPr>
          <a:xfrm>
            <a:off x="813764" y="212548"/>
            <a:ext cx="2873133" cy="2222154"/>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79" name="TextBox 78">
            <a:extLst>
              <a:ext uri="{FF2B5EF4-FFF2-40B4-BE49-F238E27FC236}">
                <a16:creationId xmlns:a16="http://schemas.microsoft.com/office/drawing/2014/main" id="{CC8E2215-0540-CE59-2E9C-E4200609D965}"/>
              </a:ext>
            </a:extLst>
          </p:cNvPr>
          <p:cNvSpPr txBox="1"/>
          <p:nvPr/>
        </p:nvSpPr>
        <p:spPr>
          <a:xfrm>
            <a:off x="787440" y="212547"/>
            <a:ext cx="1362617" cy="584775"/>
          </a:xfrm>
          <a:prstGeom prst="rect">
            <a:avLst/>
          </a:prstGeom>
          <a:noFill/>
        </p:spPr>
        <p:txBody>
          <a:bodyPr wrap="none" rtlCol="0">
            <a:spAutoFit/>
          </a:bodyPr>
          <a:lstStyle/>
          <a:p>
            <a:r>
              <a:rPr lang="en-US" sz="1600" dirty="0"/>
              <a:t>Chemical</a:t>
            </a:r>
            <a:br>
              <a:rPr lang="en-US" sz="1600" dirty="0"/>
            </a:br>
            <a:r>
              <a:rPr lang="en-US" sz="1600" dirty="0"/>
              <a:t>Differentiator</a:t>
            </a:r>
          </a:p>
        </p:txBody>
      </p:sp>
      <p:sp>
        <p:nvSpPr>
          <p:cNvPr id="81" name="Oval 80">
            <a:extLst>
              <a:ext uri="{FF2B5EF4-FFF2-40B4-BE49-F238E27FC236}">
                <a16:creationId xmlns:a16="http://schemas.microsoft.com/office/drawing/2014/main" id="{7EF67A1A-4D9B-2FA7-23FA-3F257BBC8B9B}"/>
              </a:ext>
            </a:extLst>
          </p:cNvPr>
          <p:cNvSpPr>
            <a:spLocks noChangeAspect="1"/>
          </p:cNvSpPr>
          <p:nvPr/>
        </p:nvSpPr>
        <p:spPr>
          <a:xfrm>
            <a:off x="1051699" y="1000942"/>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82" name="TextBox 81">
                <a:extLst>
                  <a:ext uri="{FF2B5EF4-FFF2-40B4-BE49-F238E27FC236}">
                    <a16:creationId xmlns:a16="http://schemas.microsoft.com/office/drawing/2014/main" id="{AE0D63F3-164F-AE4C-60B8-A1926E600C36}"/>
                  </a:ext>
                </a:extLst>
              </p:cNvPr>
              <p:cNvSpPr txBox="1"/>
              <p:nvPr/>
            </p:nvSpPr>
            <p:spPr>
              <a:xfrm>
                <a:off x="996672" y="976786"/>
                <a:ext cx="518558"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Df</m:t>
                          </m:r>
                        </m:sub>
                      </m:sSub>
                    </m:oMath>
                  </m:oMathPara>
                </a14:m>
                <a:endParaRPr lang="en-US" dirty="0">
                  <a:solidFill>
                    <a:schemeClr val="bg1"/>
                  </a:solidFill>
                </a:endParaRPr>
              </a:p>
            </p:txBody>
          </p:sp>
        </mc:Choice>
        <mc:Fallback xmlns="">
          <p:sp>
            <p:nvSpPr>
              <p:cNvPr id="82" name="TextBox 81">
                <a:extLst>
                  <a:ext uri="{FF2B5EF4-FFF2-40B4-BE49-F238E27FC236}">
                    <a16:creationId xmlns:a16="http://schemas.microsoft.com/office/drawing/2014/main" id="{845D2A93-7A9D-FB34-E5FC-7A0EC32498A9}"/>
                  </a:ext>
                </a:extLst>
              </p:cNvPr>
              <p:cNvSpPr txBox="1">
                <a:spLocks noRot="1" noChangeAspect="1" noMove="1" noResize="1" noEditPoints="1" noAdjustHandles="1" noChangeArrowheads="1" noChangeShapeType="1" noTextEdit="1"/>
              </p:cNvSpPr>
              <p:nvPr/>
            </p:nvSpPr>
            <p:spPr>
              <a:xfrm>
                <a:off x="996672" y="976786"/>
                <a:ext cx="518558" cy="369332"/>
              </a:xfrm>
              <a:prstGeom prst="rect">
                <a:avLst/>
              </a:prstGeom>
              <a:blipFill>
                <a:blip r:embed="rId9"/>
                <a:stretch>
                  <a:fillRect/>
                </a:stretch>
              </a:blipFill>
            </p:spPr>
            <p:txBody>
              <a:bodyPr/>
              <a:lstStyle/>
              <a:p>
                <a:r>
                  <a:rPr lang="en-US">
                    <a:noFill/>
                  </a:rPr>
                  <a:t> </a:t>
                </a:r>
              </a:p>
            </p:txBody>
          </p:sp>
        </mc:Fallback>
      </mc:AlternateContent>
      <p:sp>
        <p:nvSpPr>
          <p:cNvPr id="83" name="Oval 82">
            <a:extLst>
              <a:ext uri="{FF2B5EF4-FFF2-40B4-BE49-F238E27FC236}">
                <a16:creationId xmlns:a16="http://schemas.microsoft.com/office/drawing/2014/main" id="{559C5A22-4FFB-49E3-749D-EBD696B2F503}"/>
              </a:ext>
            </a:extLst>
          </p:cNvPr>
          <p:cNvSpPr>
            <a:spLocks noChangeAspect="1"/>
          </p:cNvSpPr>
          <p:nvPr/>
        </p:nvSpPr>
        <p:spPr>
          <a:xfrm>
            <a:off x="1155180" y="1894298"/>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85" name="TextBox 84">
                <a:extLst>
                  <a:ext uri="{FF2B5EF4-FFF2-40B4-BE49-F238E27FC236}">
                    <a16:creationId xmlns:a16="http://schemas.microsoft.com/office/drawing/2014/main" id="{29B28D3B-1638-90FB-CDB2-56432434E3A9}"/>
                  </a:ext>
                </a:extLst>
              </p:cNvPr>
              <p:cNvSpPr txBox="1"/>
              <p:nvPr/>
            </p:nvSpPr>
            <p:spPr>
              <a:xfrm>
                <a:off x="1097393" y="1886274"/>
                <a:ext cx="518558"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Ds</m:t>
                          </m:r>
                        </m:sub>
                      </m:sSub>
                    </m:oMath>
                  </m:oMathPara>
                </a14:m>
                <a:endParaRPr lang="en-US" dirty="0">
                  <a:solidFill>
                    <a:schemeClr val="bg1"/>
                  </a:solidFill>
                </a:endParaRPr>
              </a:p>
            </p:txBody>
          </p:sp>
        </mc:Choice>
        <mc:Fallback xmlns="">
          <p:sp>
            <p:nvSpPr>
              <p:cNvPr id="85" name="TextBox 84">
                <a:extLst>
                  <a:ext uri="{FF2B5EF4-FFF2-40B4-BE49-F238E27FC236}">
                    <a16:creationId xmlns:a16="http://schemas.microsoft.com/office/drawing/2014/main" id="{93909995-9C71-9179-605F-A12C332456EE}"/>
                  </a:ext>
                </a:extLst>
              </p:cNvPr>
              <p:cNvSpPr txBox="1">
                <a:spLocks noRot="1" noChangeAspect="1" noMove="1" noResize="1" noEditPoints="1" noAdjustHandles="1" noChangeArrowheads="1" noChangeShapeType="1" noTextEdit="1"/>
              </p:cNvSpPr>
              <p:nvPr/>
            </p:nvSpPr>
            <p:spPr>
              <a:xfrm>
                <a:off x="1097393" y="1886274"/>
                <a:ext cx="518558" cy="369332"/>
              </a:xfrm>
              <a:prstGeom prst="rect">
                <a:avLst/>
              </a:prstGeom>
              <a:blipFill>
                <a:blip r:embed="rId10"/>
                <a:stretch>
                  <a:fillRect/>
                </a:stretch>
              </a:blipFill>
            </p:spPr>
            <p:txBody>
              <a:bodyPr/>
              <a:lstStyle/>
              <a:p>
                <a:r>
                  <a:rPr lang="en-US">
                    <a:noFill/>
                  </a:rPr>
                  <a:t> </a:t>
                </a:r>
              </a:p>
            </p:txBody>
          </p:sp>
        </mc:Fallback>
      </mc:AlternateContent>
      <p:sp>
        <p:nvSpPr>
          <p:cNvPr id="86" name="Oval 85">
            <a:extLst>
              <a:ext uri="{FF2B5EF4-FFF2-40B4-BE49-F238E27FC236}">
                <a16:creationId xmlns:a16="http://schemas.microsoft.com/office/drawing/2014/main" id="{44B2F3D7-0623-3B3C-AC0E-30570FF44597}"/>
              </a:ext>
            </a:extLst>
          </p:cNvPr>
          <p:cNvSpPr>
            <a:spLocks noChangeAspect="1"/>
          </p:cNvSpPr>
          <p:nvPr/>
        </p:nvSpPr>
        <p:spPr>
          <a:xfrm>
            <a:off x="2221387" y="1004799"/>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87" name="TextBox 86">
                <a:extLst>
                  <a:ext uri="{FF2B5EF4-FFF2-40B4-BE49-F238E27FC236}">
                    <a16:creationId xmlns:a16="http://schemas.microsoft.com/office/drawing/2014/main" id="{B965E1B8-5002-6B1A-A202-A42F9E22D81B}"/>
                  </a:ext>
                </a:extLst>
              </p:cNvPr>
              <p:cNvSpPr txBox="1"/>
              <p:nvPr/>
            </p:nvSpPr>
            <p:spPr>
              <a:xfrm>
                <a:off x="2166526" y="976223"/>
                <a:ext cx="518558" cy="394019"/>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Dp</m:t>
                          </m:r>
                        </m:sub>
                      </m:sSub>
                    </m:oMath>
                  </m:oMathPara>
                </a14:m>
                <a:endParaRPr lang="en-US" dirty="0">
                  <a:solidFill>
                    <a:schemeClr val="bg1"/>
                  </a:solidFill>
                </a:endParaRPr>
              </a:p>
            </p:txBody>
          </p:sp>
        </mc:Choice>
        <mc:Fallback xmlns="">
          <p:sp>
            <p:nvSpPr>
              <p:cNvPr id="87" name="TextBox 86">
                <a:extLst>
                  <a:ext uri="{FF2B5EF4-FFF2-40B4-BE49-F238E27FC236}">
                    <a16:creationId xmlns:a16="http://schemas.microsoft.com/office/drawing/2014/main" id="{0DBF5540-7D47-AAC3-06E7-81E01DD14BF1}"/>
                  </a:ext>
                </a:extLst>
              </p:cNvPr>
              <p:cNvSpPr txBox="1">
                <a:spLocks noRot="1" noChangeAspect="1" noMove="1" noResize="1" noEditPoints="1" noAdjustHandles="1" noChangeArrowheads="1" noChangeShapeType="1" noTextEdit="1"/>
              </p:cNvSpPr>
              <p:nvPr/>
            </p:nvSpPr>
            <p:spPr>
              <a:xfrm>
                <a:off x="2166526" y="976223"/>
                <a:ext cx="518558" cy="394019"/>
              </a:xfrm>
              <a:prstGeom prst="rect">
                <a:avLst/>
              </a:prstGeom>
              <a:blipFill>
                <a:blip r:embed="rId11"/>
                <a:stretch>
                  <a:fillRect b="-7692"/>
                </a:stretch>
              </a:blipFill>
            </p:spPr>
            <p:txBody>
              <a:bodyPr/>
              <a:lstStyle/>
              <a:p>
                <a:r>
                  <a:rPr lang="en-US">
                    <a:noFill/>
                  </a:rPr>
                  <a:t> </a:t>
                </a:r>
              </a:p>
            </p:txBody>
          </p:sp>
        </mc:Fallback>
      </mc:AlternateContent>
      <p:cxnSp>
        <p:nvCxnSpPr>
          <p:cNvPr id="89" name="Straight Arrow Connector 88">
            <a:extLst>
              <a:ext uri="{FF2B5EF4-FFF2-40B4-BE49-F238E27FC236}">
                <a16:creationId xmlns:a16="http://schemas.microsoft.com/office/drawing/2014/main" id="{81D8C337-C526-C50C-9438-CFCB2F270B84}"/>
              </a:ext>
            </a:extLst>
          </p:cNvPr>
          <p:cNvCxnSpPr>
            <a:cxnSpLocks/>
            <a:stCxn id="67" idx="3"/>
            <a:endCxn id="81" idx="2"/>
          </p:cNvCxnSpPr>
          <p:nvPr/>
        </p:nvCxnSpPr>
        <p:spPr>
          <a:xfrm flipV="1">
            <a:off x="593368" y="1191650"/>
            <a:ext cx="458331" cy="339271"/>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0" name="Straight Arrow Connector 89">
            <a:extLst>
              <a:ext uri="{FF2B5EF4-FFF2-40B4-BE49-F238E27FC236}">
                <a16:creationId xmlns:a16="http://schemas.microsoft.com/office/drawing/2014/main" id="{9C0F857A-790C-6F22-42C8-043E1E98A19A}"/>
              </a:ext>
            </a:extLst>
          </p:cNvPr>
          <p:cNvCxnSpPr>
            <a:cxnSpLocks/>
            <a:stCxn id="67" idx="3"/>
            <a:endCxn id="83" idx="2"/>
          </p:cNvCxnSpPr>
          <p:nvPr/>
        </p:nvCxnSpPr>
        <p:spPr>
          <a:xfrm>
            <a:off x="593368" y="1530921"/>
            <a:ext cx="561812" cy="554085"/>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1" name="Straight Arrow Connector 90">
            <a:extLst>
              <a:ext uri="{FF2B5EF4-FFF2-40B4-BE49-F238E27FC236}">
                <a16:creationId xmlns:a16="http://schemas.microsoft.com/office/drawing/2014/main" id="{F8775995-C157-B8C5-D539-32F26987CCE4}"/>
              </a:ext>
            </a:extLst>
          </p:cNvPr>
          <p:cNvCxnSpPr>
            <a:cxnSpLocks/>
            <a:stCxn id="81" idx="6"/>
            <a:endCxn id="86" idx="2"/>
          </p:cNvCxnSpPr>
          <p:nvPr/>
        </p:nvCxnSpPr>
        <p:spPr>
          <a:xfrm>
            <a:off x="1433113" y="1191650"/>
            <a:ext cx="788274" cy="3858"/>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2" name="Straight Arrow Connector 91">
            <a:extLst>
              <a:ext uri="{FF2B5EF4-FFF2-40B4-BE49-F238E27FC236}">
                <a16:creationId xmlns:a16="http://schemas.microsoft.com/office/drawing/2014/main" id="{6E10D989-A7AF-A14C-83A1-1E9F813CB848}"/>
              </a:ext>
            </a:extLst>
          </p:cNvPr>
          <p:cNvCxnSpPr>
            <a:cxnSpLocks/>
            <a:stCxn id="83" idx="6"/>
            <a:endCxn id="98" idx="2"/>
          </p:cNvCxnSpPr>
          <p:nvPr/>
        </p:nvCxnSpPr>
        <p:spPr>
          <a:xfrm>
            <a:off x="1536594" y="2085006"/>
            <a:ext cx="1447412" cy="33588"/>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3" name="Straight Arrow Connector 92">
            <a:extLst>
              <a:ext uri="{FF2B5EF4-FFF2-40B4-BE49-F238E27FC236}">
                <a16:creationId xmlns:a16="http://schemas.microsoft.com/office/drawing/2014/main" id="{A35E96C5-581C-EC04-4CF2-226130E9CAEB}"/>
              </a:ext>
            </a:extLst>
          </p:cNvPr>
          <p:cNvCxnSpPr>
            <a:cxnSpLocks/>
            <a:stCxn id="86" idx="6"/>
          </p:cNvCxnSpPr>
          <p:nvPr/>
        </p:nvCxnSpPr>
        <p:spPr>
          <a:xfrm>
            <a:off x="2602801" y="1195507"/>
            <a:ext cx="1532016" cy="14542"/>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94" name="TextBox 93">
                <a:extLst>
                  <a:ext uri="{FF2B5EF4-FFF2-40B4-BE49-F238E27FC236}">
                    <a16:creationId xmlns:a16="http://schemas.microsoft.com/office/drawing/2014/main" id="{F0396E01-DCC5-E3CA-AD3C-68B1051C5C65}"/>
                  </a:ext>
                </a:extLst>
              </p:cNvPr>
              <p:cNvSpPr txBox="1"/>
              <p:nvPr/>
            </p:nvSpPr>
            <p:spPr>
              <a:xfrm>
                <a:off x="2910701" y="827267"/>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d</m:t>
                          </m:r>
                        </m:sub>
                      </m:sSub>
                    </m:oMath>
                  </m:oMathPara>
                </a14:m>
                <a:endParaRPr lang="en-US" dirty="0">
                  <a:solidFill>
                    <a:schemeClr val="tx1"/>
                  </a:solidFill>
                </a:endParaRPr>
              </a:p>
            </p:txBody>
          </p:sp>
        </mc:Choice>
        <mc:Fallback xmlns="">
          <p:sp>
            <p:nvSpPr>
              <p:cNvPr id="94" name="TextBox 93">
                <a:extLst>
                  <a:ext uri="{FF2B5EF4-FFF2-40B4-BE49-F238E27FC236}">
                    <a16:creationId xmlns:a16="http://schemas.microsoft.com/office/drawing/2014/main" id="{CFA788FC-3D68-88CC-036F-A938B7EEA7B5}"/>
                  </a:ext>
                </a:extLst>
              </p:cNvPr>
              <p:cNvSpPr txBox="1">
                <a:spLocks noRot="1" noChangeAspect="1" noMove="1" noResize="1" noEditPoints="1" noAdjustHandles="1" noChangeArrowheads="1" noChangeShapeType="1" noTextEdit="1"/>
              </p:cNvSpPr>
              <p:nvPr/>
            </p:nvSpPr>
            <p:spPr>
              <a:xfrm>
                <a:off x="2910701" y="827267"/>
                <a:ext cx="507796" cy="369332"/>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5" name="TextBox 94">
                <a:extLst>
                  <a:ext uri="{FF2B5EF4-FFF2-40B4-BE49-F238E27FC236}">
                    <a16:creationId xmlns:a16="http://schemas.microsoft.com/office/drawing/2014/main" id="{A3E398D6-3E7F-088E-934F-A37522226E8F}"/>
                  </a:ext>
                </a:extLst>
              </p:cNvPr>
              <p:cNvSpPr txBox="1"/>
              <p:nvPr/>
            </p:nvSpPr>
            <p:spPr>
              <a:xfrm>
                <a:off x="1551725" y="814672"/>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Df</m:t>
                          </m:r>
                        </m:sub>
                      </m:sSub>
                    </m:oMath>
                  </m:oMathPara>
                </a14:m>
                <a:endParaRPr lang="en-US" dirty="0">
                  <a:solidFill>
                    <a:schemeClr val="tx1"/>
                  </a:solidFill>
                </a:endParaRPr>
              </a:p>
            </p:txBody>
          </p:sp>
        </mc:Choice>
        <mc:Fallback xmlns="">
          <p:sp>
            <p:nvSpPr>
              <p:cNvPr id="95" name="TextBox 94">
                <a:extLst>
                  <a:ext uri="{FF2B5EF4-FFF2-40B4-BE49-F238E27FC236}">
                    <a16:creationId xmlns:a16="http://schemas.microsoft.com/office/drawing/2014/main" id="{C1DBF29D-114F-E37C-9C6C-63A6FEA67AF7}"/>
                  </a:ext>
                </a:extLst>
              </p:cNvPr>
              <p:cNvSpPr txBox="1">
                <a:spLocks noRot="1" noChangeAspect="1" noMove="1" noResize="1" noEditPoints="1" noAdjustHandles="1" noChangeArrowheads="1" noChangeShapeType="1" noTextEdit="1"/>
              </p:cNvSpPr>
              <p:nvPr/>
            </p:nvSpPr>
            <p:spPr>
              <a:xfrm>
                <a:off x="1551725" y="814672"/>
                <a:ext cx="507796" cy="369332"/>
              </a:xfrm>
              <a:prstGeom prst="rect">
                <a:avLst/>
              </a:prstGeom>
              <a:blipFill>
                <a:blip r:embed="rId13"/>
                <a:stretch>
                  <a:fillRect r="-481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7" name="TextBox 96">
                <a:extLst>
                  <a:ext uri="{FF2B5EF4-FFF2-40B4-BE49-F238E27FC236}">
                    <a16:creationId xmlns:a16="http://schemas.microsoft.com/office/drawing/2014/main" id="{EB7412DD-AADC-92A8-5C61-A06F1C98B1F9}"/>
                  </a:ext>
                </a:extLst>
              </p:cNvPr>
              <p:cNvSpPr txBox="1"/>
              <p:nvPr/>
            </p:nvSpPr>
            <p:spPr>
              <a:xfrm>
                <a:off x="1957366" y="2049302"/>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Ds</m:t>
                          </m:r>
                        </m:sub>
                      </m:sSub>
                    </m:oMath>
                  </m:oMathPara>
                </a14:m>
                <a:endParaRPr lang="en-US" dirty="0">
                  <a:solidFill>
                    <a:schemeClr val="tx1"/>
                  </a:solidFill>
                </a:endParaRPr>
              </a:p>
            </p:txBody>
          </p:sp>
        </mc:Choice>
        <mc:Fallback xmlns="">
          <p:sp>
            <p:nvSpPr>
              <p:cNvPr id="97" name="TextBox 96">
                <a:extLst>
                  <a:ext uri="{FF2B5EF4-FFF2-40B4-BE49-F238E27FC236}">
                    <a16:creationId xmlns:a16="http://schemas.microsoft.com/office/drawing/2014/main" id="{5E3281EE-D56A-BB9D-E988-88307077D946}"/>
                  </a:ext>
                </a:extLst>
              </p:cNvPr>
              <p:cNvSpPr txBox="1">
                <a:spLocks noRot="1" noChangeAspect="1" noMove="1" noResize="1" noEditPoints="1" noAdjustHandles="1" noChangeArrowheads="1" noChangeShapeType="1" noTextEdit="1"/>
              </p:cNvSpPr>
              <p:nvPr/>
            </p:nvSpPr>
            <p:spPr>
              <a:xfrm>
                <a:off x="1957366" y="2049302"/>
                <a:ext cx="507796" cy="369332"/>
              </a:xfrm>
              <a:prstGeom prst="rect">
                <a:avLst/>
              </a:prstGeom>
              <a:blipFill>
                <a:blip r:embed="rId14"/>
                <a:stretch>
                  <a:fillRect r="-8434"/>
                </a:stretch>
              </a:blipFill>
            </p:spPr>
            <p:txBody>
              <a:bodyPr/>
              <a:lstStyle/>
              <a:p>
                <a:r>
                  <a:rPr lang="en-US">
                    <a:noFill/>
                  </a:rPr>
                  <a:t> </a:t>
                </a:r>
              </a:p>
            </p:txBody>
          </p:sp>
        </mc:Fallback>
      </mc:AlternateContent>
      <p:sp>
        <p:nvSpPr>
          <p:cNvPr id="98" name="Oval 97">
            <a:extLst>
              <a:ext uri="{FF2B5EF4-FFF2-40B4-BE49-F238E27FC236}">
                <a16:creationId xmlns:a16="http://schemas.microsoft.com/office/drawing/2014/main" id="{FC87B459-6B87-8B49-C750-84482429DD49}"/>
              </a:ext>
            </a:extLst>
          </p:cNvPr>
          <p:cNvSpPr>
            <a:spLocks noChangeAspect="1"/>
          </p:cNvSpPr>
          <p:nvPr/>
        </p:nvSpPr>
        <p:spPr>
          <a:xfrm>
            <a:off x="2984006" y="1927886"/>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100" name="TextBox 99">
                <a:extLst>
                  <a:ext uri="{FF2B5EF4-FFF2-40B4-BE49-F238E27FC236}">
                    <a16:creationId xmlns:a16="http://schemas.microsoft.com/office/drawing/2014/main" id="{F0CE196E-EB8A-4510-F575-A483D8489DFB}"/>
                  </a:ext>
                </a:extLst>
              </p:cNvPr>
              <p:cNvSpPr txBox="1"/>
              <p:nvPr/>
            </p:nvSpPr>
            <p:spPr>
              <a:xfrm>
                <a:off x="2918451" y="1889534"/>
                <a:ext cx="518558"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Di</m:t>
                          </m:r>
                        </m:sub>
                      </m:sSub>
                    </m:oMath>
                  </m:oMathPara>
                </a14:m>
                <a:endParaRPr lang="en-US" dirty="0">
                  <a:solidFill>
                    <a:schemeClr val="bg1"/>
                  </a:solidFill>
                </a:endParaRPr>
              </a:p>
            </p:txBody>
          </p:sp>
        </mc:Choice>
        <mc:Fallback xmlns="">
          <p:sp>
            <p:nvSpPr>
              <p:cNvPr id="100" name="TextBox 99">
                <a:extLst>
                  <a:ext uri="{FF2B5EF4-FFF2-40B4-BE49-F238E27FC236}">
                    <a16:creationId xmlns:a16="http://schemas.microsoft.com/office/drawing/2014/main" id="{C869B015-8C34-5B5D-0BC5-F3CCDD579AB6}"/>
                  </a:ext>
                </a:extLst>
              </p:cNvPr>
              <p:cNvSpPr txBox="1">
                <a:spLocks noRot="1" noChangeAspect="1" noMove="1" noResize="1" noEditPoints="1" noAdjustHandles="1" noChangeArrowheads="1" noChangeShapeType="1" noTextEdit="1"/>
              </p:cNvSpPr>
              <p:nvPr/>
            </p:nvSpPr>
            <p:spPr>
              <a:xfrm>
                <a:off x="2918451" y="1889534"/>
                <a:ext cx="518558" cy="369332"/>
              </a:xfrm>
              <a:prstGeom prst="rect">
                <a:avLst/>
              </a:prstGeom>
              <a:blipFill>
                <a:blip r:embed="rId15"/>
                <a:stretch>
                  <a:fillRect/>
                </a:stretch>
              </a:blipFill>
            </p:spPr>
            <p:txBody>
              <a:bodyPr/>
              <a:lstStyle/>
              <a:p>
                <a:r>
                  <a:rPr lang="en-US">
                    <a:noFill/>
                  </a:rPr>
                  <a:t> </a:t>
                </a:r>
              </a:p>
            </p:txBody>
          </p:sp>
        </mc:Fallback>
      </mc:AlternateContent>
      <p:cxnSp>
        <p:nvCxnSpPr>
          <p:cNvPr id="101" name="Straight Arrow Connector 100">
            <a:extLst>
              <a:ext uri="{FF2B5EF4-FFF2-40B4-BE49-F238E27FC236}">
                <a16:creationId xmlns:a16="http://schemas.microsoft.com/office/drawing/2014/main" id="{A431DF6E-A53B-47E5-4F1E-6929E616C02A}"/>
              </a:ext>
            </a:extLst>
          </p:cNvPr>
          <p:cNvCxnSpPr>
            <a:cxnSpLocks/>
            <a:stCxn id="94" idx="2"/>
            <a:endCxn id="98" idx="0"/>
          </p:cNvCxnSpPr>
          <p:nvPr/>
        </p:nvCxnSpPr>
        <p:spPr>
          <a:xfrm>
            <a:off x="3164599" y="1196599"/>
            <a:ext cx="10114" cy="731287"/>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09" name="TextBox 108">
                <a:extLst>
                  <a:ext uri="{FF2B5EF4-FFF2-40B4-BE49-F238E27FC236}">
                    <a16:creationId xmlns:a16="http://schemas.microsoft.com/office/drawing/2014/main" id="{D83E5C19-9F4F-D6E6-9BC9-3C21441ABE66}"/>
                  </a:ext>
                </a:extLst>
              </p:cNvPr>
              <p:cNvSpPr txBox="1"/>
              <p:nvPr/>
            </p:nvSpPr>
            <p:spPr>
              <a:xfrm>
                <a:off x="3796741" y="718517"/>
                <a:ext cx="578427" cy="400110"/>
              </a:xfrm>
              <a:prstGeom prst="rect">
                <a:avLst/>
              </a:prstGeom>
              <a:noFill/>
            </p:spPr>
            <p:txBody>
              <a:bodyPr wrap="none" rtlCol="0">
                <a:spAutoFit/>
              </a:bodyPr>
              <a:lstStyle/>
              <a:p>
                <a:pPr/>
                <a14:m>
                  <m:oMathPara xmlns:m="http://schemas.openxmlformats.org/officeDocument/2006/math">
                    <m:oMath>
                      <m:sSub>
                        <m:sSubPr>
                          <m:ctrlPr>
                            <a:rPr lang="de-DE" sz="2000" b="0" i="1" smtClean="0">
                              <a:latin typeface="Cambria Math" panose="02040503050406030204" pitchFamily="18" charset="0"/>
                            </a:rPr>
                          </m:ctrlPr>
                        </m:sSubPr>
                        <m:e>
                          <m:r>
                            <m:rPr>
                              <m:sty m:val="p"/>
                            </m:rPr>
                            <a:rPr lang="de-DE" sz="2000" b="0" i="1" smtClean="0">
                              <a:latin typeface="Cambria Math" panose="02040503050406030204" pitchFamily="18" charset="0"/>
                            </a:rPr>
                            <m:t>m</m:t>
                          </m:r>
                        </m:e>
                        <m:sub>
                          <m:r>
                            <m:rPr>
                              <m:sty m:val="p"/>
                            </m:rPr>
                            <a:rPr lang="de-DE" sz="2000" b="0" i="1" smtClean="0">
                              <a:latin typeface="Cambria Math" panose="02040503050406030204" pitchFamily="18" charset="0"/>
                            </a:rPr>
                            <m:t>d</m:t>
                          </m:r>
                        </m:sub>
                      </m:sSub>
                    </m:oMath>
                  </m:oMathPara>
                </a14:m>
                <a:endParaRPr lang="en-US" sz="2000" dirty="0"/>
              </a:p>
            </p:txBody>
          </p:sp>
        </mc:Choice>
        <mc:Fallback xmlns="">
          <p:sp>
            <p:nvSpPr>
              <p:cNvPr id="109" name="TextBox 108">
                <a:extLst>
                  <a:ext uri="{FF2B5EF4-FFF2-40B4-BE49-F238E27FC236}">
                    <a16:creationId xmlns:a16="http://schemas.microsoft.com/office/drawing/2014/main" id="{86E331EC-D004-5A8A-A4F8-FB9648932635}"/>
                  </a:ext>
                </a:extLst>
              </p:cNvPr>
              <p:cNvSpPr txBox="1">
                <a:spLocks noRot="1" noChangeAspect="1" noMove="1" noResize="1" noEditPoints="1" noAdjustHandles="1" noChangeArrowheads="1" noChangeShapeType="1" noTextEdit="1"/>
              </p:cNvSpPr>
              <p:nvPr/>
            </p:nvSpPr>
            <p:spPr>
              <a:xfrm>
                <a:off x="3796741" y="718517"/>
                <a:ext cx="578427" cy="400110"/>
              </a:xfrm>
              <a:prstGeom prst="rect">
                <a:avLst/>
              </a:prstGeom>
              <a:blipFill>
                <a:blip r:embed="rId1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2" name="TextBox 111">
                <a:extLst>
                  <a:ext uri="{FF2B5EF4-FFF2-40B4-BE49-F238E27FC236}">
                    <a16:creationId xmlns:a16="http://schemas.microsoft.com/office/drawing/2014/main" id="{1A64BFA7-6034-B944-9099-DCF24EBBDBF3}"/>
                  </a:ext>
                </a:extLst>
              </p:cNvPr>
              <p:cNvSpPr txBox="1"/>
              <p:nvPr/>
            </p:nvSpPr>
            <p:spPr>
              <a:xfrm>
                <a:off x="7415254" y="175204"/>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c</m:t>
                          </m:r>
                        </m:sub>
                      </m:sSub>
                    </m:oMath>
                  </m:oMathPara>
                </a14:m>
                <a:endParaRPr lang="en-US" dirty="0">
                  <a:solidFill>
                    <a:schemeClr val="tx1"/>
                  </a:solidFill>
                </a:endParaRPr>
              </a:p>
            </p:txBody>
          </p:sp>
        </mc:Choice>
        <mc:Fallback xmlns="">
          <p:sp>
            <p:nvSpPr>
              <p:cNvPr id="112" name="TextBox 111">
                <a:extLst>
                  <a:ext uri="{FF2B5EF4-FFF2-40B4-BE49-F238E27FC236}">
                    <a16:creationId xmlns:a16="http://schemas.microsoft.com/office/drawing/2014/main" id="{83155CBD-28E6-14A1-D700-BF4AC976EEEF}"/>
                  </a:ext>
                </a:extLst>
              </p:cNvPr>
              <p:cNvSpPr txBox="1">
                <a:spLocks noRot="1" noChangeAspect="1" noMove="1" noResize="1" noEditPoints="1" noAdjustHandles="1" noChangeArrowheads="1" noChangeShapeType="1" noTextEdit="1"/>
              </p:cNvSpPr>
              <p:nvPr/>
            </p:nvSpPr>
            <p:spPr>
              <a:xfrm>
                <a:off x="7415254" y="175204"/>
                <a:ext cx="507796" cy="369332"/>
              </a:xfrm>
              <a:prstGeom prst="rect">
                <a:avLst/>
              </a:prstGeom>
              <a:blipFill>
                <a:blip r:embed="rId17"/>
                <a:stretch>
                  <a:fillRect/>
                </a:stretch>
              </a:blipFill>
            </p:spPr>
            <p:txBody>
              <a:bodyPr/>
              <a:lstStyle/>
              <a:p>
                <a:r>
                  <a:rPr lang="en-US">
                    <a:noFill/>
                  </a:rPr>
                  <a:t> </a:t>
                </a:r>
              </a:p>
            </p:txBody>
          </p:sp>
        </mc:Fallback>
      </mc:AlternateContent>
      <p:sp>
        <p:nvSpPr>
          <p:cNvPr id="30" name="Oval 29">
            <a:extLst>
              <a:ext uri="{FF2B5EF4-FFF2-40B4-BE49-F238E27FC236}">
                <a16:creationId xmlns:a16="http://schemas.microsoft.com/office/drawing/2014/main" id="{08B48BA8-124C-09C5-6E3B-A38E02880AE0}"/>
              </a:ext>
            </a:extLst>
          </p:cNvPr>
          <p:cNvSpPr>
            <a:spLocks noChangeAspect="1"/>
          </p:cNvSpPr>
          <p:nvPr/>
        </p:nvSpPr>
        <p:spPr>
          <a:xfrm>
            <a:off x="9575979" y="144458"/>
            <a:ext cx="410141" cy="41014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1" name="Oval 30">
            <a:extLst>
              <a:ext uri="{FF2B5EF4-FFF2-40B4-BE49-F238E27FC236}">
                <a16:creationId xmlns:a16="http://schemas.microsoft.com/office/drawing/2014/main" id="{3D6EFD8E-29F7-4A54-F50A-D9572DD4ADFF}"/>
              </a:ext>
            </a:extLst>
          </p:cNvPr>
          <p:cNvSpPr>
            <a:spLocks noChangeAspect="1"/>
          </p:cNvSpPr>
          <p:nvPr/>
        </p:nvSpPr>
        <p:spPr>
          <a:xfrm>
            <a:off x="9585689" y="2015561"/>
            <a:ext cx="410141" cy="41014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32" name="Straight Arrow Connector 31">
            <a:extLst>
              <a:ext uri="{FF2B5EF4-FFF2-40B4-BE49-F238E27FC236}">
                <a16:creationId xmlns:a16="http://schemas.microsoft.com/office/drawing/2014/main" id="{FBC11E57-2554-E4B8-0285-7EEA0CF9C84B}"/>
              </a:ext>
            </a:extLst>
          </p:cNvPr>
          <p:cNvCxnSpPr>
            <a:cxnSpLocks/>
            <a:stCxn id="31" idx="6"/>
            <a:endCxn id="43" idx="3"/>
          </p:cNvCxnSpPr>
          <p:nvPr/>
        </p:nvCxnSpPr>
        <p:spPr>
          <a:xfrm flipV="1">
            <a:off x="9995830" y="1422412"/>
            <a:ext cx="806857" cy="798219"/>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a16="http://schemas.microsoft.com/office/drawing/2014/main" id="{2F18C851-346E-C314-9143-60D954DCC051}"/>
              </a:ext>
            </a:extLst>
          </p:cNvPr>
          <p:cNvCxnSpPr>
            <a:cxnSpLocks/>
            <a:stCxn id="30" idx="6"/>
            <a:endCxn id="43" idx="1"/>
          </p:cNvCxnSpPr>
          <p:nvPr/>
        </p:nvCxnSpPr>
        <p:spPr>
          <a:xfrm>
            <a:off x="9986120" y="349529"/>
            <a:ext cx="816567" cy="78287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3FCAE955-8067-544B-5A91-42DE69EBA529}"/>
                  </a:ext>
                </a:extLst>
              </p:cNvPr>
              <p:cNvSpPr txBox="1"/>
              <p:nvPr/>
            </p:nvSpPr>
            <p:spPr>
              <a:xfrm>
                <a:off x="10078291" y="242332"/>
                <a:ext cx="855270"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Nc</m:t>
                          </m:r>
                        </m:sub>
                      </m:sSub>
                    </m:oMath>
                  </m:oMathPara>
                </a14:m>
                <a:endParaRPr lang="en-US" dirty="0">
                  <a:solidFill>
                    <a:schemeClr val="tx1"/>
                  </a:solidFill>
                </a:endParaRPr>
              </a:p>
            </p:txBody>
          </p:sp>
        </mc:Choice>
        <mc:Fallback xmlns="">
          <p:sp>
            <p:nvSpPr>
              <p:cNvPr id="34" name="TextBox 33">
                <a:extLst>
                  <a:ext uri="{FF2B5EF4-FFF2-40B4-BE49-F238E27FC236}">
                    <a16:creationId xmlns:a16="http://schemas.microsoft.com/office/drawing/2014/main" id="{3AFC0045-44E4-76A0-DCDA-AD0E99EC8A4C}"/>
                  </a:ext>
                </a:extLst>
              </p:cNvPr>
              <p:cNvSpPr txBox="1">
                <a:spLocks noRot="1" noChangeAspect="1" noMove="1" noResize="1" noEditPoints="1" noAdjustHandles="1" noChangeArrowheads="1" noChangeShapeType="1" noTextEdit="1"/>
              </p:cNvSpPr>
              <p:nvPr/>
            </p:nvSpPr>
            <p:spPr>
              <a:xfrm>
                <a:off x="10078291" y="242332"/>
                <a:ext cx="855270" cy="369332"/>
              </a:xfrm>
              <a:prstGeom prst="rect">
                <a:avLst/>
              </a:prstGeom>
              <a:blipFill>
                <a:blip r:embed="rId1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592E0ECC-7AA5-FCFD-4BC6-9B5B3214E96D}"/>
                  </a:ext>
                </a:extLst>
              </p:cNvPr>
              <p:cNvSpPr txBox="1"/>
              <p:nvPr/>
            </p:nvSpPr>
            <p:spPr>
              <a:xfrm>
                <a:off x="10136554" y="1770391"/>
                <a:ext cx="855270"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Nc</m:t>
                          </m:r>
                        </m:sub>
                      </m:sSub>
                    </m:oMath>
                  </m:oMathPara>
                </a14:m>
                <a:endParaRPr lang="en-US" dirty="0">
                  <a:solidFill>
                    <a:schemeClr val="tx1"/>
                  </a:solidFill>
                </a:endParaRPr>
              </a:p>
            </p:txBody>
          </p:sp>
        </mc:Choice>
        <mc:Fallback xmlns="">
          <p:sp>
            <p:nvSpPr>
              <p:cNvPr id="35" name="TextBox 34">
                <a:extLst>
                  <a:ext uri="{FF2B5EF4-FFF2-40B4-BE49-F238E27FC236}">
                    <a16:creationId xmlns:a16="http://schemas.microsoft.com/office/drawing/2014/main" id="{8B7E2CFE-B290-EDF3-7CA3-B34CA00BE72D}"/>
                  </a:ext>
                </a:extLst>
              </p:cNvPr>
              <p:cNvSpPr txBox="1">
                <a:spLocks noRot="1" noChangeAspect="1" noMove="1" noResize="1" noEditPoints="1" noAdjustHandles="1" noChangeArrowheads="1" noChangeShapeType="1" noTextEdit="1"/>
              </p:cNvSpPr>
              <p:nvPr/>
            </p:nvSpPr>
            <p:spPr>
              <a:xfrm>
                <a:off x="10136554" y="1770391"/>
                <a:ext cx="855270" cy="369332"/>
              </a:xfrm>
              <a:prstGeom prst="rect">
                <a:avLst/>
              </a:prstGeom>
              <a:blipFill>
                <a:blip r:embed="rId1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0740597D-8225-AEC6-2691-5878548AE8CC}"/>
                  </a:ext>
                </a:extLst>
              </p:cNvPr>
              <p:cNvSpPr txBox="1"/>
              <p:nvPr/>
            </p:nvSpPr>
            <p:spPr>
              <a:xfrm>
                <a:off x="8973206" y="595408"/>
                <a:ext cx="855270"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Na</m:t>
                          </m:r>
                        </m:sub>
                      </m:sSub>
                    </m:oMath>
                  </m:oMathPara>
                </a14:m>
                <a:endParaRPr lang="en-US" dirty="0">
                  <a:solidFill>
                    <a:schemeClr val="tx1"/>
                  </a:solidFill>
                </a:endParaRPr>
              </a:p>
            </p:txBody>
          </p:sp>
        </mc:Choice>
        <mc:Fallback xmlns="">
          <p:sp>
            <p:nvSpPr>
              <p:cNvPr id="36" name="TextBox 35">
                <a:extLst>
                  <a:ext uri="{FF2B5EF4-FFF2-40B4-BE49-F238E27FC236}">
                    <a16:creationId xmlns:a16="http://schemas.microsoft.com/office/drawing/2014/main" id="{1AC2008C-6694-3401-3B06-1FB6B77A4C69}"/>
                  </a:ext>
                </a:extLst>
              </p:cNvPr>
              <p:cNvSpPr txBox="1">
                <a:spLocks noRot="1" noChangeAspect="1" noMove="1" noResize="1" noEditPoints="1" noAdjustHandles="1" noChangeArrowheads="1" noChangeShapeType="1" noTextEdit="1"/>
              </p:cNvSpPr>
              <p:nvPr/>
            </p:nvSpPr>
            <p:spPr>
              <a:xfrm>
                <a:off x="8973206" y="595408"/>
                <a:ext cx="855270" cy="369332"/>
              </a:xfrm>
              <a:prstGeom prst="rect">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EEE456DA-9F83-4BB5-FBCB-BB1BC3EE3AAA}"/>
                  </a:ext>
                </a:extLst>
              </p:cNvPr>
              <p:cNvSpPr txBox="1"/>
              <p:nvPr/>
            </p:nvSpPr>
            <p:spPr>
              <a:xfrm>
                <a:off x="8905458" y="1506194"/>
                <a:ext cx="855270"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Nb</m:t>
                          </m:r>
                        </m:sub>
                      </m:sSub>
                    </m:oMath>
                  </m:oMathPara>
                </a14:m>
                <a:endParaRPr lang="en-US" dirty="0">
                  <a:solidFill>
                    <a:schemeClr val="tx1"/>
                  </a:solidFill>
                </a:endParaRPr>
              </a:p>
            </p:txBody>
          </p:sp>
        </mc:Choice>
        <mc:Fallback xmlns="">
          <p:sp>
            <p:nvSpPr>
              <p:cNvPr id="37" name="TextBox 36">
                <a:extLst>
                  <a:ext uri="{FF2B5EF4-FFF2-40B4-BE49-F238E27FC236}">
                    <a16:creationId xmlns:a16="http://schemas.microsoft.com/office/drawing/2014/main" id="{90CDC10C-7C17-969E-ACE7-9205A2255F13}"/>
                  </a:ext>
                </a:extLst>
              </p:cNvPr>
              <p:cNvSpPr txBox="1">
                <a:spLocks noRot="1" noChangeAspect="1" noMove="1" noResize="1" noEditPoints="1" noAdjustHandles="1" noChangeArrowheads="1" noChangeShapeType="1" noTextEdit="1"/>
              </p:cNvSpPr>
              <p:nvPr/>
            </p:nvSpPr>
            <p:spPr>
              <a:xfrm>
                <a:off x="8905458" y="1506194"/>
                <a:ext cx="855270" cy="369332"/>
              </a:xfrm>
              <a:prstGeom prst="rect">
                <a:avLst/>
              </a:prstGeom>
              <a:blipFill>
                <a:blip r:embed="rId21"/>
                <a:stretch>
                  <a:fillRect/>
                </a:stretch>
              </a:blipFill>
            </p:spPr>
            <p:txBody>
              <a:bodyPr/>
              <a:lstStyle/>
              <a:p>
                <a:r>
                  <a:rPr lang="en-US">
                    <a:noFill/>
                  </a:rPr>
                  <a:t> </a:t>
                </a:r>
              </a:p>
            </p:txBody>
          </p:sp>
        </mc:Fallback>
      </mc:AlternateContent>
      <p:cxnSp>
        <p:nvCxnSpPr>
          <p:cNvPr id="39" name="Straight Arrow Connector 38">
            <a:extLst>
              <a:ext uri="{FF2B5EF4-FFF2-40B4-BE49-F238E27FC236}">
                <a16:creationId xmlns:a16="http://schemas.microsoft.com/office/drawing/2014/main" id="{38D3A289-7FC1-AD6E-01EA-EFD29C7E4616}"/>
              </a:ext>
            </a:extLst>
          </p:cNvPr>
          <p:cNvCxnSpPr>
            <a:cxnSpLocks/>
            <a:endCxn id="30" idx="2"/>
          </p:cNvCxnSpPr>
          <p:nvPr/>
        </p:nvCxnSpPr>
        <p:spPr>
          <a:xfrm flipV="1">
            <a:off x="8506271" y="349529"/>
            <a:ext cx="1069708" cy="899809"/>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13644318-46A5-CB21-1DF3-1D77495ECA4A}"/>
                  </a:ext>
                </a:extLst>
              </p:cNvPr>
              <p:cNvSpPr txBox="1"/>
              <p:nvPr/>
            </p:nvSpPr>
            <p:spPr>
              <a:xfrm>
                <a:off x="7804966" y="787250"/>
                <a:ext cx="546041"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c</m:t>
                          </m:r>
                        </m:sub>
                      </m:sSub>
                    </m:oMath>
                  </m:oMathPara>
                </a14:m>
                <a:endParaRPr lang="en-US" dirty="0">
                  <a:solidFill>
                    <a:schemeClr val="tx1"/>
                  </a:solidFill>
                </a:endParaRPr>
              </a:p>
            </p:txBody>
          </p:sp>
        </mc:Choice>
        <mc:Fallback xmlns="">
          <p:sp>
            <p:nvSpPr>
              <p:cNvPr id="40" name="TextBox 39">
                <a:extLst>
                  <a:ext uri="{FF2B5EF4-FFF2-40B4-BE49-F238E27FC236}">
                    <a16:creationId xmlns:a16="http://schemas.microsoft.com/office/drawing/2014/main" id="{E8A99A79-659E-8138-7664-DA1EE8C7664F}"/>
                  </a:ext>
                </a:extLst>
              </p:cNvPr>
              <p:cNvSpPr txBox="1">
                <a:spLocks noRot="1" noChangeAspect="1" noMove="1" noResize="1" noEditPoints="1" noAdjustHandles="1" noChangeArrowheads="1" noChangeShapeType="1" noTextEdit="1"/>
              </p:cNvSpPr>
              <p:nvPr/>
            </p:nvSpPr>
            <p:spPr>
              <a:xfrm>
                <a:off x="7804966" y="787250"/>
                <a:ext cx="546041" cy="369332"/>
              </a:xfrm>
              <a:prstGeom prst="rect">
                <a:avLst/>
              </a:prstGeom>
              <a:blipFill>
                <a:blip r:embed="rId22"/>
                <a:stretch>
                  <a:fillRect/>
                </a:stretch>
              </a:blipFill>
            </p:spPr>
            <p:txBody>
              <a:bodyPr/>
              <a:lstStyle/>
              <a:p>
                <a:r>
                  <a:rPr lang="en-US">
                    <a:noFill/>
                  </a:rPr>
                  <a:t> </a:t>
                </a:r>
              </a:p>
            </p:txBody>
          </p:sp>
        </mc:Fallback>
      </mc:AlternateContent>
      <p:cxnSp>
        <p:nvCxnSpPr>
          <p:cNvPr id="41" name="Straight Arrow Connector 40">
            <a:extLst>
              <a:ext uri="{FF2B5EF4-FFF2-40B4-BE49-F238E27FC236}">
                <a16:creationId xmlns:a16="http://schemas.microsoft.com/office/drawing/2014/main" id="{9B790EBB-B576-45F8-B0DE-F9FEE6682ED0}"/>
              </a:ext>
            </a:extLst>
          </p:cNvPr>
          <p:cNvCxnSpPr>
            <a:cxnSpLocks/>
          </p:cNvCxnSpPr>
          <p:nvPr/>
        </p:nvCxnSpPr>
        <p:spPr>
          <a:xfrm>
            <a:off x="7765437" y="1233701"/>
            <a:ext cx="740834" cy="1289"/>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42" name="Straight Arrow Connector 41">
            <a:extLst>
              <a:ext uri="{FF2B5EF4-FFF2-40B4-BE49-F238E27FC236}">
                <a16:creationId xmlns:a16="http://schemas.microsoft.com/office/drawing/2014/main" id="{2CFF085A-A1C8-8C92-6C47-88597524978B}"/>
              </a:ext>
            </a:extLst>
          </p:cNvPr>
          <p:cNvCxnSpPr>
            <a:cxnSpLocks/>
            <a:endCxn id="31" idx="2"/>
          </p:cNvCxnSpPr>
          <p:nvPr/>
        </p:nvCxnSpPr>
        <p:spPr>
          <a:xfrm>
            <a:off x="8515981" y="1261123"/>
            <a:ext cx="1069708" cy="959509"/>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sp>
        <p:nvSpPr>
          <p:cNvPr id="43" name="Oval 42">
            <a:extLst>
              <a:ext uri="{FF2B5EF4-FFF2-40B4-BE49-F238E27FC236}">
                <a16:creationId xmlns:a16="http://schemas.microsoft.com/office/drawing/2014/main" id="{ED02D84A-517C-3893-9B71-C70513AD2F56}"/>
              </a:ext>
            </a:extLst>
          </p:cNvPr>
          <p:cNvSpPr>
            <a:spLocks noChangeAspect="1"/>
          </p:cNvSpPr>
          <p:nvPr/>
        </p:nvSpPr>
        <p:spPr>
          <a:xfrm>
            <a:off x="10742623" y="1072335"/>
            <a:ext cx="410141" cy="41014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44" name="Straight Arrow Connector 43">
            <a:extLst>
              <a:ext uri="{FF2B5EF4-FFF2-40B4-BE49-F238E27FC236}">
                <a16:creationId xmlns:a16="http://schemas.microsoft.com/office/drawing/2014/main" id="{AEE765DE-C8DE-F003-5089-1829359E14C3}"/>
              </a:ext>
            </a:extLst>
          </p:cNvPr>
          <p:cNvCxnSpPr>
            <a:cxnSpLocks/>
          </p:cNvCxnSpPr>
          <p:nvPr/>
        </p:nvCxnSpPr>
        <p:spPr>
          <a:xfrm flipV="1">
            <a:off x="11152764" y="1261123"/>
            <a:ext cx="782058" cy="16282"/>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9E9A7200-78EB-7E4A-3862-35702639C360}"/>
                  </a:ext>
                </a:extLst>
              </p:cNvPr>
              <p:cNvSpPr txBox="1"/>
              <p:nvPr/>
            </p:nvSpPr>
            <p:spPr>
              <a:xfrm>
                <a:off x="11375112" y="854140"/>
                <a:ext cx="524049" cy="369332"/>
              </a:xfrm>
              <a:prstGeom prst="rect">
                <a:avLst/>
              </a:prstGeom>
              <a:noFill/>
            </p:spPr>
            <p:txBody>
              <a:bodyPr wrap="square">
                <a:spAutoFit/>
              </a:bodyPr>
              <a:lstStyle/>
              <a:p>
                <a:pPr/>
                <a14:m>
                  <m:oMathPara xmlns:m="http://schemas.openxmlformats.org/officeDocument/2006/math">
                    <m:oMath>
                      <m:sSub>
                        <m:sSubPr>
                          <m:ctrlPr>
                            <a:rPr lang="de-DE" b="0" i="1" smtClean="0">
                              <a:latin typeface="Cambria Math" panose="02040503050406030204" pitchFamily="18" charset="0"/>
                            </a:rPr>
                          </m:ctrlPr>
                        </m:sSubPr>
                        <m:e>
                          <m:r>
                            <m:rPr>
                              <m:sty m:val="p"/>
                            </m:rPr>
                            <a:rPr lang="de-DE" b="0" i="1" smtClean="0">
                              <a:latin typeface="Cambria Math" panose="02040503050406030204" pitchFamily="18" charset="0"/>
                            </a:rPr>
                            <m:t>m</m:t>
                          </m:r>
                        </m:e>
                        <m:sub>
                          <m:r>
                            <m:rPr>
                              <m:sty m:val="p"/>
                            </m:rPr>
                            <a:rPr lang="de-DE" b="0" i="1" smtClean="0">
                              <a:latin typeface="Cambria Math" panose="02040503050406030204" pitchFamily="18" charset="0"/>
                            </a:rPr>
                            <m:t>out</m:t>
                          </m:r>
                        </m:sub>
                      </m:sSub>
                    </m:oMath>
                  </m:oMathPara>
                </a14:m>
                <a:endParaRPr lang="en-US" dirty="0"/>
              </a:p>
            </p:txBody>
          </p:sp>
        </mc:Choice>
        <mc:Fallback xmlns="">
          <p:sp>
            <p:nvSpPr>
              <p:cNvPr id="45" name="TextBox 44">
                <a:extLst>
                  <a:ext uri="{FF2B5EF4-FFF2-40B4-BE49-F238E27FC236}">
                    <a16:creationId xmlns:a16="http://schemas.microsoft.com/office/drawing/2014/main" id="{C37524BF-A890-E0F2-9C12-3A9673032767}"/>
                  </a:ext>
                </a:extLst>
              </p:cNvPr>
              <p:cNvSpPr txBox="1">
                <a:spLocks noRot="1" noChangeAspect="1" noMove="1" noResize="1" noEditPoints="1" noAdjustHandles="1" noChangeArrowheads="1" noChangeShapeType="1" noTextEdit="1"/>
              </p:cNvSpPr>
              <p:nvPr/>
            </p:nvSpPr>
            <p:spPr>
              <a:xfrm>
                <a:off x="11375112" y="854140"/>
                <a:ext cx="524049" cy="369332"/>
              </a:xfrm>
              <a:prstGeom prst="rect">
                <a:avLst/>
              </a:prstGeom>
              <a:blipFill>
                <a:blip r:embed="rId23"/>
                <a:stretch>
                  <a:fillRect r="-151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00436784-42E5-C31C-1330-B9FA61B9A2AC}"/>
                  </a:ext>
                </a:extLst>
              </p:cNvPr>
              <p:cNvSpPr txBox="1"/>
              <p:nvPr/>
            </p:nvSpPr>
            <p:spPr>
              <a:xfrm>
                <a:off x="10724745" y="1051777"/>
                <a:ext cx="448081"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No</m:t>
                          </m:r>
                        </m:sub>
                      </m:sSub>
                    </m:oMath>
                  </m:oMathPara>
                </a14:m>
                <a:endParaRPr lang="en-US" dirty="0">
                  <a:solidFill>
                    <a:schemeClr val="bg1"/>
                  </a:solidFill>
                </a:endParaRPr>
              </a:p>
            </p:txBody>
          </p:sp>
        </mc:Choice>
        <mc:Fallback xmlns="">
          <p:sp>
            <p:nvSpPr>
              <p:cNvPr id="46" name="TextBox 45">
                <a:extLst>
                  <a:ext uri="{FF2B5EF4-FFF2-40B4-BE49-F238E27FC236}">
                    <a16:creationId xmlns:a16="http://schemas.microsoft.com/office/drawing/2014/main" id="{EA6FB1FE-9567-CE08-D02E-F585E6BB2C4A}"/>
                  </a:ext>
                </a:extLst>
              </p:cNvPr>
              <p:cNvSpPr txBox="1">
                <a:spLocks noRot="1" noChangeAspect="1" noMove="1" noResize="1" noEditPoints="1" noAdjustHandles="1" noChangeArrowheads="1" noChangeShapeType="1" noTextEdit="1"/>
              </p:cNvSpPr>
              <p:nvPr/>
            </p:nvSpPr>
            <p:spPr>
              <a:xfrm>
                <a:off x="10724745" y="1051777"/>
                <a:ext cx="448081" cy="369332"/>
              </a:xfrm>
              <a:prstGeom prst="rect">
                <a:avLst/>
              </a:prstGeom>
              <a:blipFill>
                <a:blip r:embed="rId24"/>
                <a:stretch>
                  <a:fillRect r="-405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2B05343F-78A2-49F4-3FC0-A0A0ADD36063}"/>
                  </a:ext>
                </a:extLst>
              </p:cNvPr>
              <p:cNvSpPr txBox="1"/>
              <p:nvPr/>
            </p:nvSpPr>
            <p:spPr>
              <a:xfrm>
                <a:off x="9511232" y="111833"/>
                <a:ext cx="557613"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Na</m:t>
                          </m:r>
                        </m:sub>
                      </m:sSub>
                    </m:oMath>
                  </m:oMathPara>
                </a14:m>
                <a:endParaRPr lang="en-US" dirty="0">
                  <a:solidFill>
                    <a:schemeClr val="bg1"/>
                  </a:solidFill>
                </a:endParaRPr>
              </a:p>
            </p:txBody>
          </p:sp>
        </mc:Choice>
        <mc:Fallback xmlns="">
          <p:sp>
            <p:nvSpPr>
              <p:cNvPr id="47" name="TextBox 46">
                <a:extLst>
                  <a:ext uri="{FF2B5EF4-FFF2-40B4-BE49-F238E27FC236}">
                    <a16:creationId xmlns:a16="http://schemas.microsoft.com/office/drawing/2014/main" id="{0FBB7F09-B4B5-7D7E-3F24-73497CDAFE1C}"/>
                  </a:ext>
                </a:extLst>
              </p:cNvPr>
              <p:cNvSpPr txBox="1">
                <a:spLocks noRot="1" noChangeAspect="1" noMove="1" noResize="1" noEditPoints="1" noAdjustHandles="1" noChangeArrowheads="1" noChangeShapeType="1" noTextEdit="1"/>
              </p:cNvSpPr>
              <p:nvPr/>
            </p:nvSpPr>
            <p:spPr>
              <a:xfrm>
                <a:off x="9511232" y="111833"/>
                <a:ext cx="557613" cy="369332"/>
              </a:xfrm>
              <a:prstGeom prst="rect">
                <a:avLst/>
              </a:prstGeom>
              <a:blipFill>
                <a:blip r:embed="rId2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6357EE98-54BB-6E06-16C0-A5792406393B}"/>
                  </a:ext>
                </a:extLst>
              </p:cNvPr>
              <p:cNvSpPr txBox="1"/>
              <p:nvPr/>
            </p:nvSpPr>
            <p:spPr>
              <a:xfrm>
                <a:off x="9565904" y="1994059"/>
                <a:ext cx="421017"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Nb</m:t>
                          </m:r>
                        </m:sub>
                      </m:sSub>
                    </m:oMath>
                  </m:oMathPara>
                </a14:m>
                <a:endParaRPr lang="en-US" dirty="0">
                  <a:solidFill>
                    <a:schemeClr val="bg1"/>
                  </a:solidFill>
                </a:endParaRPr>
              </a:p>
            </p:txBody>
          </p:sp>
        </mc:Choice>
        <mc:Fallback xmlns="">
          <p:sp>
            <p:nvSpPr>
              <p:cNvPr id="48" name="TextBox 47">
                <a:extLst>
                  <a:ext uri="{FF2B5EF4-FFF2-40B4-BE49-F238E27FC236}">
                    <a16:creationId xmlns:a16="http://schemas.microsoft.com/office/drawing/2014/main" id="{8A8C61B0-3227-0787-8BE8-6A761500A5C0}"/>
                  </a:ext>
                </a:extLst>
              </p:cNvPr>
              <p:cNvSpPr txBox="1">
                <a:spLocks noRot="1" noChangeAspect="1" noMove="1" noResize="1" noEditPoints="1" noAdjustHandles="1" noChangeArrowheads="1" noChangeShapeType="1" noTextEdit="1"/>
              </p:cNvSpPr>
              <p:nvPr/>
            </p:nvSpPr>
            <p:spPr>
              <a:xfrm>
                <a:off x="9565904" y="1994059"/>
                <a:ext cx="421017" cy="369332"/>
              </a:xfrm>
              <a:prstGeom prst="rect">
                <a:avLst/>
              </a:prstGeom>
              <a:blipFill>
                <a:blip r:embed="rId26"/>
                <a:stretch>
                  <a:fillRect r="-13043"/>
                </a:stretch>
              </a:blipFill>
            </p:spPr>
            <p:txBody>
              <a:bodyPr/>
              <a:lstStyle/>
              <a:p>
                <a:r>
                  <a:rPr lang="en-US">
                    <a:noFill/>
                  </a:rPr>
                  <a:t> </a:t>
                </a:r>
              </a:p>
            </p:txBody>
          </p:sp>
        </mc:Fallback>
      </mc:AlternateContent>
      <p:cxnSp>
        <p:nvCxnSpPr>
          <p:cNvPr id="60" name="Straight Connector 59">
            <a:extLst>
              <a:ext uri="{FF2B5EF4-FFF2-40B4-BE49-F238E27FC236}">
                <a16:creationId xmlns:a16="http://schemas.microsoft.com/office/drawing/2014/main" id="{BDDDBA9A-61A1-C292-B1AB-9BFA1543FBB5}"/>
              </a:ext>
            </a:extLst>
          </p:cNvPr>
          <p:cNvCxnSpPr>
            <a:cxnSpLocks/>
          </p:cNvCxnSpPr>
          <p:nvPr/>
        </p:nvCxnSpPr>
        <p:spPr>
          <a:xfrm>
            <a:off x="7775840" y="596589"/>
            <a:ext cx="0" cy="637112"/>
          </a:xfrm>
          <a:prstGeom prst="line">
            <a:avLst/>
          </a:prstGeom>
        </p:spPr>
        <p:style>
          <a:lnRef idx="2">
            <a:schemeClr val="accent1"/>
          </a:lnRef>
          <a:fillRef idx="0">
            <a:schemeClr val="accent1"/>
          </a:fillRef>
          <a:effectRef idx="1">
            <a:schemeClr val="accent1"/>
          </a:effectRef>
          <a:fontRef idx="minor">
            <a:schemeClr val="tx1"/>
          </a:fontRef>
        </p:style>
      </p:cxnSp>
      <p:sp>
        <p:nvSpPr>
          <p:cNvPr id="113" name="Rectangle 112">
            <a:extLst>
              <a:ext uri="{FF2B5EF4-FFF2-40B4-BE49-F238E27FC236}">
                <a16:creationId xmlns:a16="http://schemas.microsoft.com/office/drawing/2014/main" id="{B34FEFD3-91A6-2AB3-F733-DB8FCBC8D35E}"/>
              </a:ext>
            </a:extLst>
          </p:cNvPr>
          <p:cNvSpPr/>
          <p:nvPr/>
        </p:nvSpPr>
        <p:spPr>
          <a:xfrm>
            <a:off x="8320022" y="23424"/>
            <a:ext cx="3073000" cy="2537212"/>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15" name="TextBox 114">
            <a:extLst>
              <a:ext uri="{FF2B5EF4-FFF2-40B4-BE49-F238E27FC236}">
                <a16:creationId xmlns:a16="http://schemas.microsoft.com/office/drawing/2014/main" id="{60AB9896-83CA-317B-B6A1-5564FF980D09}"/>
              </a:ext>
            </a:extLst>
          </p:cNvPr>
          <p:cNvSpPr txBox="1"/>
          <p:nvPr/>
        </p:nvSpPr>
        <p:spPr>
          <a:xfrm>
            <a:off x="8334900" y="53954"/>
            <a:ext cx="473206" cy="338554"/>
          </a:xfrm>
          <a:prstGeom prst="rect">
            <a:avLst/>
          </a:prstGeom>
          <a:noFill/>
        </p:spPr>
        <p:txBody>
          <a:bodyPr wrap="none" rtlCol="0">
            <a:spAutoFit/>
          </a:bodyPr>
          <a:lstStyle/>
          <a:p>
            <a:r>
              <a:rPr lang="en-US" sz="1600" dirty="0"/>
              <a:t>NN</a:t>
            </a:r>
          </a:p>
        </p:txBody>
      </p:sp>
      <p:graphicFrame>
        <p:nvGraphicFramePr>
          <p:cNvPr id="2" name="Table 1">
            <a:extLst>
              <a:ext uri="{FF2B5EF4-FFF2-40B4-BE49-F238E27FC236}">
                <a16:creationId xmlns:a16="http://schemas.microsoft.com/office/drawing/2014/main" id="{400453DE-AD93-41D4-56D8-B1A80F88C20A}"/>
              </a:ext>
            </a:extLst>
          </p:cNvPr>
          <p:cNvGraphicFramePr>
            <a:graphicFrameLocks noGrp="1"/>
          </p:cNvGraphicFramePr>
          <p:nvPr>
            <p:extLst>
              <p:ext uri="{D42A27DB-BD31-4B8C-83A1-F6EECF244321}">
                <p14:modId xmlns:p14="http://schemas.microsoft.com/office/powerpoint/2010/main" val="2407948395"/>
              </p:ext>
            </p:extLst>
          </p:nvPr>
        </p:nvGraphicFramePr>
        <p:xfrm>
          <a:off x="190000" y="2896410"/>
          <a:ext cx="11795729" cy="3200400"/>
        </p:xfrm>
        <a:graphic>
          <a:graphicData uri="http://schemas.openxmlformats.org/drawingml/2006/table">
            <a:tbl>
              <a:tblPr firstRow="1" bandRow="1">
                <a:tableStyleId>{C4B1156A-380E-4F78-BDF5-A606A8083BF9}</a:tableStyleId>
              </a:tblPr>
              <a:tblGrid>
                <a:gridCol w="2300785">
                  <a:extLst>
                    <a:ext uri="{9D8B030D-6E8A-4147-A177-3AD203B41FA5}">
                      <a16:colId xmlns:a16="http://schemas.microsoft.com/office/drawing/2014/main" val="2247704463"/>
                    </a:ext>
                  </a:extLst>
                </a:gridCol>
                <a:gridCol w="1687576">
                  <a:extLst>
                    <a:ext uri="{9D8B030D-6E8A-4147-A177-3AD203B41FA5}">
                      <a16:colId xmlns:a16="http://schemas.microsoft.com/office/drawing/2014/main" val="1120151498"/>
                    </a:ext>
                  </a:extLst>
                </a:gridCol>
                <a:gridCol w="7807368">
                  <a:extLst>
                    <a:ext uri="{9D8B030D-6E8A-4147-A177-3AD203B41FA5}">
                      <a16:colId xmlns:a16="http://schemas.microsoft.com/office/drawing/2014/main" val="1328058479"/>
                    </a:ext>
                  </a:extLst>
                </a:gridCol>
              </a:tblGrid>
              <a:tr h="0">
                <a:tc>
                  <a:txBody>
                    <a:bodyPr/>
                    <a:lstStyle/>
                    <a:p>
                      <a:r>
                        <a:rPr lang="en-US" sz="1200" dirty="0"/>
                        <a:t>Reaction</a:t>
                      </a:r>
                    </a:p>
                  </a:txBody>
                  <a:tcPr/>
                </a:tc>
                <a:tc>
                  <a:txBody>
                    <a:bodyPr/>
                    <a:lstStyle/>
                    <a:p>
                      <a:r>
                        <a:rPr lang="en-US" sz="1200" b="1" dirty="0"/>
                        <a:t>Genes</a:t>
                      </a:r>
                    </a:p>
                  </a:txBody>
                  <a:tcPr/>
                </a:tc>
                <a:tc>
                  <a:txBody>
                    <a:bodyPr/>
                    <a:lstStyle/>
                    <a:p>
                      <a:r>
                        <a:rPr lang="en-US" sz="1200" b="1" dirty="0"/>
                        <a:t>Reactions</a:t>
                      </a:r>
                    </a:p>
                  </a:txBody>
                  <a:tcPr/>
                </a:tc>
                <a:extLst>
                  <a:ext uri="{0D108BD9-81ED-4DB2-BD59-A6C34878D82A}">
                    <a16:rowId xmlns:a16="http://schemas.microsoft.com/office/drawing/2014/main" val="830326239"/>
                  </a:ext>
                </a:extLst>
              </a:tr>
              <a:tr h="274320">
                <a:tc>
                  <a:txBody>
                    <a:bodyPr/>
                    <a:lstStyle/>
                    <a:p>
                      <a:r>
                        <a:rPr lang="pt-BR" sz="1200" b="0" dirty="0"/>
                        <a:t> r_Df (differentiator: fast)</a:t>
                      </a:r>
                      <a:r>
                        <a:rPr lang="pt-BR" sz="1200" dirty="0"/>
                        <a:t> </a:t>
                      </a:r>
                      <a:endParaRPr lang="en-US" sz="1200" dirty="0"/>
                    </a:p>
                  </a:txBody>
                  <a:tcPr/>
                </a:tc>
                <a:tc>
                  <a:txBody>
                    <a:bodyPr/>
                    <a:lstStyle/>
                    <a:p>
                      <a:r>
                        <a:rPr lang="en-US" sz="1200" b="0" dirty="0"/>
                        <a:t>YNR050C</a:t>
                      </a:r>
                    </a:p>
                  </a:txBody>
                  <a:tcPr/>
                </a:tc>
                <a:tc>
                  <a:txBody>
                    <a:bodyPr/>
                    <a:lstStyle/>
                    <a:p>
                      <a:r>
                        <a:rPr lang="pt-BR" sz="1200" b="0" dirty="0"/>
                        <a:t> Names: H+ + L-allysine + L-glutamate(</a:t>
                      </a:r>
                      <a:r>
                        <a:rPr lang="pt-BR" sz="1200" b="1" dirty="0">
                          <a:solidFill>
                            <a:srgbClr val="C00000"/>
                          </a:solidFill>
                        </a:rPr>
                        <a:t>m_c</a:t>
                      </a:r>
                      <a:r>
                        <a:rPr lang="pt-BR" sz="1200" b="0" dirty="0"/>
                        <a:t>) + NADPH  -&gt;  H2O + L-saccharopine + NADP(+)(</a:t>
                      </a:r>
                      <a:r>
                        <a:rPr lang="pt-BR" sz="1200" b="1" dirty="0"/>
                        <a:t>m_Df</a:t>
                      </a:r>
                      <a:r>
                        <a:rPr lang="pt-BR" sz="1200" b="0" dirty="0"/>
                        <a:t>)</a:t>
                      </a:r>
                      <a:endParaRPr lang="en-US" sz="1200" b="0" dirty="0"/>
                    </a:p>
                  </a:txBody>
                  <a:tcPr/>
                </a:tc>
                <a:extLst>
                  <a:ext uri="{0D108BD9-81ED-4DB2-BD59-A6C34878D82A}">
                    <a16:rowId xmlns:a16="http://schemas.microsoft.com/office/drawing/2014/main" val="4006369147"/>
                  </a:ext>
                </a:extLst>
              </a:tr>
              <a:tr h="274320">
                <a:tc>
                  <a:txBody>
                    <a:bodyPr/>
                    <a:lstStyle/>
                    <a:p>
                      <a:r>
                        <a:rPr lang="en-US" sz="1200" dirty="0" err="1"/>
                        <a:t>r_Ds</a:t>
                      </a:r>
                      <a:r>
                        <a:rPr lang="en-US" sz="1200" dirty="0"/>
                        <a:t> (differentiator: slow)</a:t>
                      </a:r>
                    </a:p>
                  </a:txBody>
                  <a:tcPr/>
                </a:tc>
                <a:tc>
                  <a:txBody>
                    <a:bodyPr/>
                    <a:lstStyle/>
                    <a:p>
                      <a:r>
                        <a:rPr lang="en-US" sz="1200" dirty="0">
                          <a:solidFill>
                            <a:schemeClr val="tx1"/>
                          </a:solidFill>
                        </a:rPr>
                        <a:t>YPR021C</a:t>
                      </a:r>
                    </a:p>
                  </a:txBody>
                  <a:tcPr/>
                </a:tc>
                <a:tc>
                  <a:txBody>
                    <a:bodyPr/>
                    <a:lstStyle/>
                    <a:p>
                      <a:r>
                        <a:rPr lang="it-IT" sz="1200" dirty="0"/>
                        <a:t>L-</a:t>
                      </a:r>
                      <a:r>
                        <a:rPr lang="it-IT" sz="1200" dirty="0" err="1"/>
                        <a:t>aspartate</a:t>
                      </a:r>
                      <a:r>
                        <a:rPr lang="it-IT" sz="1200" dirty="0"/>
                        <a:t> + L-</a:t>
                      </a:r>
                      <a:r>
                        <a:rPr lang="it-IT" sz="1200" dirty="0" err="1"/>
                        <a:t>glutamate</a:t>
                      </a:r>
                      <a:r>
                        <a:rPr lang="it-IT" sz="1200" dirty="0"/>
                        <a:t>(</a:t>
                      </a:r>
                      <a:r>
                        <a:rPr lang="it-IT" sz="1200" dirty="0" err="1"/>
                        <a:t>m_c</a:t>
                      </a:r>
                      <a:r>
                        <a:rPr lang="it-IT" sz="1200" dirty="0"/>
                        <a:t>)  -&gt;  L-</a:t>
                      </a:r>
                      <a:r>
                        <a:rPr lang="it-IT" sz="1200" dirty="0" err="1"/>
                        <a:t>aspartate</a:t>
                      </a:r>
                      <a:r>
                        <a:rPr lang="it-IT" sz="1200" dirty="0"/>
                        <a:t>(</a:t>
                      </a:r>
                      <a:r>
                        <a:rPr lang="it-IT" sz="1200" dirty="0" err="1"/>
                        <a:t>m_Ds</a:t>
                      </a:r>
                      <a:r>
                        <a:rPr lang="it-IT" sz="1200" dirty="0"/>
                        <a:t>) + L-</a:t>
                      </a:r>
                      <a:r>
                        <a:rPr lang="it-IT" sz="1200" dirty="0" err="1"/>
                        <a:t>glutamate</a:t>
                      </a:r>
                      <a:endParaRPr lang="en-US" sz="1200" dirty="0"/>
                    </a:p>
                  </a:txBody>
                  <a:tcPr/>
                </a:tc>
                <a:extLst>
                  <a:ext uri="{0D108BD9-81ED-4DB2-BD59-A6C34878D82A}">
                    <a16:rowId xmlns:a16="http://schemas.microsoft.com/office/drawing/2014/main" val="1526051723"/>
                  </a:ext>
                </a:extLst>
              </a:tr>
              <a:tr h="274320">
                <a:tc>
                  <a:txBody>
                    <a:bodyPr/>
                    <a:lstStyle/>
                    <a:p>
                      <a:r>
                        <a:rPr lang="en-US" sz="1200" dirty="0" err="1"/>
                        <a:t>r_Dp</a:t>
                      </a:r>
                      <a:r>
                        <a:rPr lang="en-US" sz="1200" dirty="0"/>
                        <a:t> (differentiator: producer)</a:t>
                      </a:r>
                    </a:p>
                  </a:txBody>
                  <a:tcPr/>
                </a:tc>
                <a:tc>
                  <a:txBody>
                    <a:bodyPr/>
                    <a:lstStyle/>
                    <a:p>
                      <a:r>
                        <a:rPr lang="en-US" sz="1200" dirty="0"/>
                        <a:t>YLR174W</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isocitrate + NADP(+)(</a:t>
                      </a:r>
                      <a:r>
                        <a:rPr lang="en-US" sz="1200" dirty="0" err="1"/>
                        <a:t>m_Df</a:t>
                      </a:r>
                      <a:r>
                        <a:rPr lang="en-US" sz="1200" dirty="0"/>
                        <a:t>)  -&gt;  2-oxoglutarate(</a:t>
                      </a:r>
                      <a:r>
                        <a:rPr lang="en-US" sz="1200" dirty="0" err="1"/>
                        <a:t>m_d</a:t>
                      </a:r>
                      <a:r>
                        <a:rPr lang="en-US" sz="1200" dirty="0"/>
                        <a:t>) + carbon dioxide + NADPH</a:t>
                      </a:r>
                    </a:p>
                  </a:txBody>
                  <a:tcPr/>
                </a:tc>
                <a:extLst>
                  <a:ext uri="{0D108BD9-81ED-4DB2-BD59-A6C34878D82A}">
                    <a16:rowId xmlns:a16="http://schemas.microsoft.com/office/drawing/2014/main" val="652912411"/>
                  </a:ext>
                </a:extLst>
              </a:tr>
              <a:tr h="274320">
                <a:tc>
                  <a:txBody>
                    <a:bodyPr/>
                    <a:lstStyle/>
                    <a:p>
                      <a:r>
                        <a:rPr lang="en-US" sz="1200" dirty="0" err="1"/>
                        <a:t>r_Di</a:t>
                      </a:r>
                      <a:r>
                        <a:rPr lang="en-US" sz="1200" dirty="0"/>
                        <a:t> (differentiator: integrator)</a:t>
                      </a:r>
                    </a:p>
                  </a:txBody>
                  <a:tcPr/>
                </a:tc>
                <a:tc>
                  <a:txBody>
                    <a:bodyPr/>
                    <a:lstStyle/>
                    <a:p>
                      <a:r>
                        <a:rPr lang="en-US" sz="1200" dirty="0"/>
                        <a:t>YLR027C</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sz="1200" dirty="0"/>
                        <a:t>2-oxoglutarate(</a:t>
                      </a:r>
                      <a:r>
                        <a:rPr lang="it-IT" sz="1200" dirty="0" err="1"/>
                        <a:t>m_d</a:t>
                      </a:r>
                      <a:r>
                        <a:rPr lang="it-IT" sz="1200" dirty="0"/>
                        <a:t>) + L-</a:t>
                      </a:r>
                      <a:r>
                        <a:rPr lang="it-IT" sz="1200" dirty="0" err="1"/>
                        <a:t>aspartate</a:t>
                      </a:r>
                      <a:r>
                        <a:rPr lang="it-IT" sz="1200" dirty="0"/>
                        <a:t>(</a:t>
                      </a:r>
                      <a:r>
                        <a:rPr lang="it-IT" sz="1200" dirty="0" err="1"/>
                        <a:t>m_Ds</a:t>
                      </a:r>
                      <a:r>
                        <a:rPr lang="it-IT" sz="1200" dirty="0"/>
                        <a:t>)  -&gt;  L-</a:t>
                      </a:r>
                      <a:r>
                        <a:rPr lang="it-IT" sz="1200" dirty="0" err="1"/>
                        <a:t>glutamate</a:t>
                      </a:r>
                      <a:r>
                        <a:rPr lang="it-IT" sz="1200" dirty="0"/>
                        <a:t>(</a:t>
                      </a:r>
                      <a:r>
                        <a:rPr lang="it-IT" sz="1200" dirty="0" err="1"/>
                        <a:t>m_c</a:t>
                      </a:r>
                      <a:r>
                        <a:rPr lang="it-IT" sz="1200" dirty="0"/>
                        <a:t>) + </a:t>
                      </a:r>
                      <a:r>
                        <a:rPr lang="it-IT" sz="1200" dirty="0" err="1"/>
                        <a:t>oxaloacetate</a:t>
                      </a:r>
                      <a:endParaRPr lang="en-US" sz="1200" dirty="0"/>
                    </a:p>
                  </a:txBody>
                  <a:tcPr/>
                </a:tc>
                <a:extLst>
                  <a:ext uri="{0D108BD9-81ED-4DB2-BD59-A6C34878D82A}">
                    <a16:rowId xmlns:a16="http://schemas.microsoft.com/office/drawing/2014/main" val="2113626482"/>
                  </a:ext>
                </a:extLst>
              </a:tr>
              <a:tr h="274320">
                <a:tc>
                  <a:txBody>
                    <a:bodyPr/>
                    <a:lstStyle/>
                    <a:p>
                      <a:r>
                        <a:rPr lang="en-US" sz="1200" dirty="0" err="1"/>
                        <a:t>r_Cp</a:t>
                      </a:r>
                      <a:r>
                        <a:rPr lang="en-US" sz="1200" dirty="0"/>
                        <a:t> (counter: producer)</a:t>
                      </a:r>
                    </a:p>
                  </a:txBody>
                  <a:tcPr/>
                </a:tc>
                <a:tc>
                  <a:txBody>
                    <a:bodyPr/>
                    <a:lstStyle/>
                    <a:p>
                      <a:r>
                        <a:rPr lang="en-US" sz="1200" dirty="0"/>
                        <a:t>YGR019W</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2-oxoglutarate(</a:t>
                      </a:r>
                      <a:r>
                        <a:rPr lang="en-US" sz="1200" dirty="0" err="1"/>
                        <a:t>m_d</a:t>
                      </a:r>
                      <a:r>
                        <a:rPr lang="en-US" sz="1200" dirty="0"/>
                        <a:t>) + gamma-aminobutyrate  -&gt;  L-glutamate(</a:t>
                      </a:r>
                      <a:r>
                        <a:rPr lang="en-US" sz="1200" dirty="0" err="1"/>
                        <a:t>m_c</a:t>
                      </a:r>
                      <a:r>
                        <a:rPr lang="en-US" sz="1200" dirty="0"/>
                        <a:t>) + succinic semialdehyde</a:t>
                      </a:r>
                    </a:p>
                  </a:txBody>
                  <a:tcPr/>
                </a:tc>
                <a:extLst>
                  <a:ext uri="{0D108BD9-81ED-4DB2-BD59-A6C34878D82A}">
                    <a16:rowId xmlns:a16="http://schemas.microsoft.com/office/drawing/2014/main" val="2606163442"/>
                  </a:ext>
                </a:extLst>
              </a:tr>
              <a:tr h="274320">
                <a:tc>
                  <a:txBody>
                    <a:bodyPr/>
                    <a:lstStyle/>
                    <a:p>
                      <a:r>
                        <a:rPr lang="en-US" sz="1200" dirty="0" err="1"/>
                        <a:t>r_Cg</a:t>
                      </a:r>
                      <a:r>
                        <a:rPr lang="en-US" sz="1200" dirty="0"/>
                        <a:t> (counter: gate)</a:t>
                      </a:r>
                    </a:p>
                  </a:txBody>
                  <a:tcPr/>
                </a:tc>
                <a:tc>
                  <a:txBody>
                    <a:bodyPr/>
                    <a:lstStyle/>
                    <a:p>
                      <a:r>
                        <a:rPr lang="en-US" sz="1200" b="1" dirty="0"/>
                        <a:t>YAL062W</a:t>
                      </a:r>
                      <a:r>
                        <a:rPr lang="en-US" sz="1200" dirty="0"/>
                        <a:t> or YOR375C</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200" dirty="0"/>
                        <a:t>2-oxoglutarate(m_d) + ammonium(m_Cs) + H+ + NADPH  -&gt;  H2O + L-glutamate(m_c) + NADP(+)(m_Df)</a:t>
                      </a:r>
                      <a:endParaRPr lang="en-US" sz="1200" dirty="0"/>
                    </a:p>
                  </a:txBody>
                  <a:tcPr/>
                </a:tc>
                <a:extLst>
                  <a:ext uri="{0D108BD9-81ED-4DB2-BD59-A6C34878D82A}">
                    <a16:rowId xmlns:a16="http://schemas.microsoft.com/office/drawing/2014/main" val="2438667136"/>
                  </a:ext>
                </a:extLst>
              </a:tr>
              <a:tr h="274320">
                <a:tc>
                  <a:txBody>
                    <a:bodyPr/>
                    <a:lstStyle/>
                    <a:p>
                      <a:r>
                        <a:rPr lang="en-US" sz="1200" dirty="0" err="1"/>
                        <a:t>r_Cr</a:t>
                      </a:r>
                      <a:r>
                        <a:rPr lang="en-US" sz="1200" dirty="0"/>
                        <a:t> (counter: reset)</a:t>
                      </a:r>
                    </a:p>
                  </a:txBody>
                  <a:tcPr/>
                </a:tc>
                <a:tc>
                  <a:txBody>
                    <a:bodyPr/>
                    <a:lstStyle/>
                    <a:p>
                      <a:r>
                        <a:rPr lang="en-US" sz="1200" dirty="0"/>
                        <a:t>YPR035W</a:t>
                      </a:r>
                    </a:p>
                  </a:txBody>
                  <a:tcPr/>
                </a:tc>
                <a:tc>
                  <a:txBody>
                    <a:bodyPr/>
                    <a:lstStyle/>
                    <a:p>
                      <a:r>
                        <a:rPr lang="en-US" sz="1200" dirty="0"/>
                        <a:t>ammonium(</a:t>
                      </a:r>
                      <a:r>
                        <a:rPr lang="en-US" sz="1200" dirty="0" err="1"/>
                        <a:t>m_Cs</a:t>
                      </a:r>
                      <a:r>
                        <a:rPr lang="en-US" sz="1200" dirty="0"/>
                        <a:t>) + ATP + L-glutamate(</a:t>
                      </a:r>
                      <a:r>
                        <a:rPr lang="en-US" sz="1200" dirty="0" err="1"/>
                        <a:t>m_c</a:t>
                      </a:r>
                      <a:r>
                        <a:rPr lang="en-US" sz="1200" dirty="0"/>
                        <a:t>)  -&gt;  ADP + H+ + L-glutamine + phosphate(</a:t>
                      </a:r>
                      <a:r>
                        <a:rPr lang="en-US" sz="1200" dirty="0" err="1"/>
                        <a:t>m_Nc</a:t>
                      </a:r>
                      <a:r>
                        <a:rPr lang="en-US" sz="1200" dirty="0"/>
                        <a:t>)</a:t>
                      </a:r>
                    </a:p>
                  </a:txBody>
                  <a:tcPr/>
                </a:tc>
                <a:extLst>
                  <a:ext uri="{0D108BD9-81ED-4DB2-BD59-A6C34878D82A}">
                    <a16:rowId xmlns:a16="http://schemas.microsoft.com/office/drawing/2014/main" val="2254960406"/>
                  </a:ext>
                </a:extLst>
              </a:tr>
              <a:tr h="274320">
                <a:tc>
                  <a:txBody>
                    <a:bodyPr/>
                    <a:lstStyle/>
                    <a:p>
                      <a:r>
                        <a:rPr lang="pt-BR" sz="1200" dirty="0"/>
                        <a:t>r_Na (NN: neuron a)</a:t>
                      </a:r>
                      <a:endParaRPr lang="en-US" sz="1200" dirty="0"/>
                    </a:p>
                  </a:txBody>
                  <a:tcPr/>
                </a:tc>
                <a:tc>
                  <a:txBody>
                    <a:bodyPr/>
                    <a:lstStyle/>
                    <a:p>
                      <a:r>
                        <a:rPr lang="en-US" sz="1200" dirty="0"/>
                        <a:t>YJL101C</a:t>
                      </a:r>
                    </a:p>
                  </a:txBody>
                  <a:tcPr/>
                </a:tc>
                <a:tc>
                  <a:txBody>
                    <a:bodyPr/>
                    <a:lstStyle/>
                    <a:p>
                      <a:r>
                        <a:rPr lang="en-US" sz="1200" dirty="0"/>
                        <a:t>ATP + L-cysteine + L-glutamate(</a:t>
                      </a:r>
                      <a:r>
                        <a:rPr lang="en-US" sz="1200" dirty="0" err="1"/>
                        <a:t>m_c</a:t>
                      </a:r>
                      <a:r>
                        <a:rPr lang="en-US" sz="1200" dirty="0"/>
                        <a:t>)  -&gt;  ADP + H+ + L-gamma-glutamyl-L-cysteine + phosphate(</a:t>
                      </a:r>
                      <a:r>
                        <a:rPr lang="en-US" sz="1200" dirty="0" err="1"/>
                        <a:t>m_Nc</a:t>
                      </a:r>
                      <a:r>
                        <a:rPr lang="en-US" sz="1200" dirty="0"/>
                        <a:t>)</a:t>
                      </a:r>
                    </a:p>
                  </a:txBody>
                  <a:tcPr/>
                </a:tc>
                <a:extLst>
                  <a:ext uri="{0D108BD9-81ED-4DB2-BD59-A6C34878D82A}">
                    <a16:rowId xmlns:a16="http://schemas.microsoft.com/office/drawing/2014/main" val="1999658234"/>
                  </a:ext>
                </a:extLst>
              </a:tr>
              <a:tr h="274320">
                <a:tc>
                  <a:txBody>
                    <a:bodyPr/>
                    <a:lstStyle/>
                    <a:p>
                      <a:r>
                        <a:rPr lang="de-DE" sz="1200" dirty="0" err="1"/>
                        <a:t>r_Nb</a:t>
                      </a:r>
                      <a:r>
                        <a:rPr lang="de-DE" sz="1200" dirty="0"/>
                        <a:t> (NN: </a:t>
                      </a:r>
                      <a:r>
                        <a:rPr lang="de-DE" sz="1200" dirty="0" err="1"/>
                        <a:t>neuron</a:t>
                      </a:r>
                      <a:r>
                        <a:rPr lang="de-DE" sz="1200" dirty="0"/>
                        <a:t> b)</a:t>
                      </a:r>
                      <a:endParaRPr lang="en-US" sz="1200" dirty="0"/>
                    </a:p>
                  </a:txBody>
                  <a:tcPr/>
                </a:tc>
                <a:tc>
                  <a:txBody>
                    <a:bodyPr/>
                    <a:lstStyle/>
                    <a:p>
                      <a:r>
                        <a:rPr lang="en-US" sz="1200" b="1" dirty="0"/>
                        <a:t>YKL132C</a:t>
                      </a:r>
                      <a:r>
                        <a:rPr lang="en-US" sz="1200" dirty="0"/>
                        <a:t> or YOR241W</a:t>
                      </a:r>
                    </a:p>
                  </a:txBody>
                  <a:tcPr/>
                </a:tc>
                <a:tc>
                  <a:txBody>
                    <a:bodyPr/>
                    <a:lstStyle/>
                    <a:p>
                      <a:r>
                        <a:rPr lang="en-US" sz="1200" dirty="0"/>
                        <a:t>ATP + L-glutamate(</a:t>
                      </a:r>
                      <a:r>
                        <a:rPr lang="en-US" sz="1200" dirty="0" err="1"/>
                        <a:t>m_c</a:t>
                      </a:r>
                      <a:r>
                        <a:rPr lang="en-US" sz="1200" dirty="0"/>
                        <a:t>) + THF  -&gt;  5,6,7,8-tetrahydrofolyl-L-glutamic acid + ADP + H+ + phosphate(</a:t>
                      </a:r>
                      <a:r>
                        <a:rPr lang="en-US" sz="1200" dirty="0" err="1"/>
                        <a:t>m_Nc</a:t>
                      </a:r>
                      <a:r>
                        <a:rPr lang="en-US" sz="1200" dirty="0"/>
                        <a:t>)</a:t>
                      </a:r>
                    </a:p>
                  </a:txBody>
                  <a:tcPr/>
                </a:tc>
                <a:extLst>
                  <a:ext uri="{0D108BD9-81ED-4DB2-BD59-A6C34878D82A}">
                    <a16:rowId xmlns:a16="http://schemas.microsoft.com/office/drawing/2014/main" val="3421116653"/>
                  </a:ext>
                </a:extLst>
              </a:tr>
              <a:tr h="274320">
                <a:tc>
                  <a:txBody>
                    <a:bodyPr/>
                    <a:lstStyle/>
                    <a:p>
                      <a:r>
                        <a:rPr lang="pt-BR" sz="1200" dirty="0"/>
                        <a:t> r_No (NN: merge/output) </a:t>
                      </a:r>
                      <a:endParaRPr lang="en-US" sz="1200" dirty="0"/>
                    </a:p>
                  </a:txBody>
                  <a:tcPr/>
                </a:tc>
                <a:tc>
                  <a:txBody>
                    <a:bodyPr/>
                    <a:lstStyle/>
                    <a:p>
                      <a:r>
                        <a:rPr lang="en-US" sz="1200" dirty="0"/>
                        <a:t>YLR410W</a:t>
                      </a:r>
                    </a:p>
                  </a:txBody>
                  <a:tcPr/>
                </a:tc>
                <a:tc>
                  <a:txBody>
                    <a:bodyPr/>
                    <a:lstStyle/>
                    <a:p>
                      <a:r>
                        <a:rPr lang="en-US" sz="1200" dirty="0"/>
                        <a:t>5-diphospho-1D-myo-inositol </a:t>
                      </a:r>
                      <a:r>
                        <a:rPr lang="en-US" sz="1200" dirty="0" err="1"/>
                        <a:t>pentakisphosphate</a:t>
                      </a:r>
                      <a:r>
                        <a:rPr lang="en-US" sz="1200" dirty="0"/>
                        <a:t> + 2 H+ + phosphate(</a:t>
                      </a:r>
                      <a:r>
                        <a:rPr lang="en-US" sz="1200" dirty="0" err="1"/>
                        <a:t>m_Nc</a:t>
                      </a:r>
                      <a:r>
                        <a:rPr lang="en-US" sz="1200" dirty="0"/>
                        <a:t>)  -&gt;  5,6-bis(</a:t>
                      </a:r>
                      <a:r>
                        <a:rPr lang="en-US" sz="1200" dirty="0" err="1"/>
                        <a:t>diphospho</a:t>
                      </a:r>
                      <a:r>
                        <a:rPr lang="en-US" sz="1200" dirty="0"/>
                        <a:t>)-1D-myo-inositol </a:t>
                      </a:r>
                      <a:r>
                        <a:rPr lang="en-US" sz="1200" dirty="0" err="1"/>
                        <a:t>tetrakisphosphate</a:t>
                      </a:r>
                      <a:r>
                        <a:rPr lang="en-US" sz="1200" dirty="0"/>
                        <a:t> + H2O</a:t>
                      </a:r>
                    </a:p>
                  </a:txBody>
                  <a:tcPr/>
                </a:tc>
                <a:extLst>
                  <a:ext uri="{0D108BD9-81ED-4DB2-BD59-A6C34878D82A}">
                    <a16:rowId xmlns:a16="http://schemas.microsoft.com/office/drawing/2014/main" val="1610077111"/>
                  </a:ext>
                </a:extLst>
              </a:tr>
            </a:tbl>
          </a:graphicData>
        </a:graphic>
      </p:graphicFrame>
      <p:sp>
        <p:nvSpPr>
          <p:cNvPr id="11" name="Rectangle: Rounded Corners 10">
            <a:extLst>
              <a:ext uri="{FF2B5EF4-FFF2-40B4-BE49-F238E27FC236}">
                <a16:creationId xmlns:a16="http://schemas.microsoft.com/office/drawing/2014/main" id="{8CEF26B0-0E94-0451-8416-567F9876A3DF}"/>
              </a:ext>
            </a:extLst>
          </p:cNvPr>
          <p:cNvSpPr/>
          <p:nvPr/>
        </p:nvSpPr>
        <p:spPr>
          <a:xfrm>
            <a:off x="1462291" y="6353666"/>
            <a:ext cx="1554480" cy="50433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Algorithm </a:t>
            </a:r>
          </a:p>
        </p:txBody>
      </p:sp>
      <p:sp>
        <p:nvSpPr>
          <p:cNvPr id="15" name="Rectangle: Rounded Corners 14">
            <a:extLst>
              <a:ext uri="{FF2B5EF4-FFF2-40B4-BE49-F238E27FC236}">
                <a16:creationId xmlns:a16="http://schemas.microsoft.com/office/drawing/2014/main" id="{F65FBE32-B71A-FAF9-9CA9-18F4A4FC985B}"/>
              </a:ext>
            </a:extLst>
          </p:cNvPr>
          <p:cNvSpPr/>
          <p:nvPr/>
        </p:nvSpPr>
        <p:spPr>
          <a:xfrm>
            <a:off x="3764816" y="6353666"/>
            <a:ext cx="1554480" cy="504334"/>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Chemical Reactions </a:t>
            </a:r>
          </a:p>
        </p:txBody>
      </p:sp>
      <p:sp>
        <p:nvSpPr>
          <p:cNvPr id="16" name="Rectangle: Rounded Corners 15">
            <a:extLst>
              <a:ext uri="{FF2B5EF4-FFF2-40B4-BE49-F238E27FC236}">
                <a16:creationId xmlns:a16="http://schemas.microsoft.com/office/drawing/2014/main" id="{69C34989-D088-19E9-DB46-98735851ED40}"/>
              </a:ext>
            </a:extLst>
          </p:cNvPr>
          <p:cNvSpPr/>
          <p:nvPr/>
        </p:nvSpPr>
        <p:spPr>
          <a:xfrm>
            <a:off x="6067341" y="6353666"/>
            <a:ext cx="1554480" cy="504334"/>
          </a:xfrm>
          <a:prstGeom prst="roundRect">
            <a:avLst/>
          </a:prstGeom>
          <a:solidFill>
            <a:srgbClr val="DCEAF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Metabolic Network</a:t>
            </a:r>
          </a:p>
        </p:txBody>
      </p:sp>
      <p:sp>
        <p:nvSpPr>
          <p:cNvPr id="17" name="Rectangle: Rounded Corners 16">
            <a:extLst>
              <a:ext uri="{FF2B5EF4-FFF2-40B4-BE49-F238E27FC236}">
                <a16:creationId xmlns:a16="http://schemas.microsoft.com/office/drawing/2014/main" id="{FF81F836-967B-F628-959E-0FCD43335068}"/>
              </a:ext>
            </a:extLst>
          </p:cNvPr>
          <p:cNvSpPr/>
          <p:nvPr/>
        </p:nvSpPr>
        <p:spPr>
          <a:xfrm>
            <a:off x="8369865" y="6353666"/>
            <a:ext cx="1554480" cy="50433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THz Actuation</a:t>
            </a:r>
          </a:p>
        </p:txBody>
      </p:sp>
      <p:cxnSp>
        <p:nvCxnSpPr>
          <p:cNvPr id="18" name="Straight Arrow Connector 17">
            <a:extLst>
              <a:ext uri="{FF2B5EF4-FFF2-40B4-BE49-F238E27FC236}">
                <a16:creationId xmlns:a16="http://schemas.microsoft.com/office/drawing/2014/main" id="{6A997AE7-5D95-1EB2-1F8D-924FA0807DA5}"/>
              </a:ext>
            </a:extLst>
          </p:cNvPr>
          <p:cNvCxnSpPr>
            <a:cxnSpLocks/>
            <a:stCxn id="11" idx="3"/>
            <a:endCxn id="15" idx="1"/>
          </p:cNvCxnSpPr>
          <p:nvPr/>
        </p:nvCxnSpPr>
        <p:spPr>
          <a:xfrm>
            <a:off x="3016771" y="6605833"/>
            <a:ext cx="748045" cy="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43175229-ACB8-3F93-8436-A2721500D7F0}"/>
              </a:ext>
            </a:extLst>
          </p:cNvPr>
          <p:cNvCxnSpPr>
            <a:cxnSpLocks/>
            <a:stCxn id="15" idx="3"/>
            <a:endCxn id="16" idx="1"/>
          </p:cNvCxnSpPr>
          <p:nvPr/>
        </p:nvCxnSpPr>
        <p:spPr>
          <a:xfrm>
            <a:off x="5319296" y="6605833"/>
            <a:ext cx="748045" cy="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3E9A9102-7754-85E1-EC4F-7DD9502AB702}"/>
              </a:ext>
            </a:extLst>
          </p:cNvPr>
          <p:cNvCxnSpPr>
            <a:cxnSpLocks/>
          </p:cNvCxnSpPr>
          <p:nvPr/>
        </p:nvCxnSpPr>
        <p:spPr>
          <a:xfrm>
            <a:off x="7621821" y="6492240"/>
            <a:ext cx="748044" cy="0"/>
          </a:xfrm>
          <a:prstGeom prst="straightConnector1">
            <a:avLst/>
          </a:prstGeom>
          <a:ln>
            <a:headEnd type="triangle" w="lg" len="lg"/>
            <a:tailEnd type="none" w="lg" len="lg"/>
          </a:ln>
        </p:spPr>
        <p:style>
          <a:lnRef idx="2">
            <a:schemeClr val="accent1"/>
          </a:lnRef>
          <a:fillRef idx="0">
            <a:schemeClr val="accent1"/>
          </a:fillRef>
          <a:effectRef idx="1">
            <a:schemeClr val="accent1"/>
          </a:effectRef>
          <a:fontRef idx="minor">
            <a:schemeClr val="tx1"/>
          </a:fontRef>
        </p:style>
      </p:cxnSp>
      <p:sp>
        <p:nvSpPr>
          <p:cNvPr id="3" name="TextBox 2">
            <a:extLst>
              <a:ext uri="{FF2B5EF4-FFF2-40B4-BE49-F238E27FC236}">
                <a16:creationId xmlns:a16="http://schemas.microsoft.com/office/drawing/2014/main" id="{705324CC-43CE-2BA6-1F2A-D854F365EE43}"/>
              </a:ext>
            </a:extLst>
          </p:cNvPr>
          <p:cNvSpPr txBox="1"/>
          <p:nvPr/>
        </p:nvSpPr>
        <p:spPr>
          <a:xfrm>
            <a:off x="111226" y="2527078"/>
            <a:ext cx="986167" cy="369332"/>
          </a:xfrm>
          <a:prstGeom prst="rect">
            <a:avLst/>
          </a:prstGeom>
          <a:noFill/>
        </p:spPr>
        <p:txBody>
          <a:bodyPr wrap="none" rtlCol="0">
            <a:spAutoFit/>
          </a:bodyPr>
          <a:lstStyle/>
          <a:p>
            <a:r>
              <a:rPr lang="en-US" dirty="0"/>
              <a:t>Motif 52</a:t>
            </a:r>
          </a:p>
        </p:txBody>
      </p:sp>
    </p:spTree>
    <p:extLst>
      <p:ext uri="{BB962C8B-B14F-4D97-AF65-F5344CB8AC3E}">
        <p14:creationId xmlns:p14="http://schemas.microsoft.com/office/powerpoint/2010/main" val="273845590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30C136-B491-8A62-FF84-95ABEE4C86B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A731F887-3BE1-569E-4E44-57048F2F3E99}"/>
              </a:ext>
            </a:extLst>
          </p:cNvPr>
          <p:cNvPicPr>
            <a:picLocks noChangeAspect="1"/>
          </p:cNvPicPr>
          <p:nvPr/>
        </p:nvPicPr>
        <p:blipFill>
          <a:blip r:embed="rId3"/>
          <a:stretch>
            <a:fillRect/>
          </a:stretch>
        </p:blipFill>
        <p:spPr>
          <a:xfrm>
            <a:off x="1219891" y="2008452"/>
            <a:ext cx="6519715" cy="4869154"/>
          </a:xfrm>
          <a:prstGeom prst="rect">
            <a:avLst/>
          </a:prstGeom>
        </p:spPr>
      </p:pic>
      <p:grpSp>
        <p:nvGrpSpPr>
          <p:cNvPr id="6" name="Group 5">
            <a:extLst>
              <a:ext uri="{FF2B5EF4-FFF2-40B4-BE49-F238E27FC236}">
                <a16:creationId xmlns:a16="http://schemas.microsoft.com/office/drawing/2014/main" id="{8457C6F5-0DED-7895-58B2-5B7AE45C1222}"/>
              </a:ext>
            </a:extLst>
          </p:cNvPr>
          <p:cNvGrpSpPr>
            <a:grpSpLocks noChangeAspect="1"/>
          </p:cNvGrpSpPr>
          <p:nvPr/>
        </p:nvGrpSpPr>
        <p:grpSpPr>
          <a:xfrm>
            <a:off x="7" y="-6881"/>
            <a:ext cx="8829908" cy="1899563"/>
            <a:chOff x="0" y="-6886"/>
            <a:chExt cx="11934822" cy="2567522"/>
          </a:xfrm>
        </p:grpSpPr>
        <p:sp>
          <p:nvSpPr>
            <p:cNvPr id="69" name="Oval 68">
              <a:extLst>
                <a:ext uri="{FF2B5EF4-FFF2-40B4-BE49-F238E27FC236}">
                  <a16:creationId xmlns:a16="http://schemas.microsoft.com/office/drawing/2014/main" id="{46409D80-7C5E-9261-C2E3-5680C7793D64}"/>
                </a:ext>
              </a:extLst>
            </p:cNvPr>
            <p:cNvSpPr>
              <a:spLocks noChangeAspect="1"/>
            </p:cNvSpPr>
            <p:nvPr/>
          </p:nvSpPr>
          <p:spPr>
            <a:xfrm>
              <a:off x="4944144" y="395606"/>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p>
          </p:txBody>
        </p:sp>
        <mc:AlternateContent xmlns:mc="http://schemas.openxmlformats.org/markup-compatibility/2006" xmlns:a14="http://schemas.microsoft.com/office/drawing/2010/main">
          <mc:Choice Requires="a14">
            <p:sp>
              <p:nvSpPr>
                <p:cNvPr id="70" name="TextBox 69">
                  <a:extLst>
                    <a:ext uri="{FF2B5EF4-FFF2-40B4-BE49-F238E27FC236}">
                      <a16:creationId xmlns:a16="http://schemas.microsoft.com/office/drawing/2014/main" id="{D09D0579-D54F-23BA-43BE-B1162BC41F96}"/>
                    </a:ext>
                  </a:extLst>
                </p:cNvPr>
                <p:cNvSpPr txBox="1"/>
                <p:nvPr/>
              </p:nvSpPr>
              <p:spPr>
                <a:xfrm>
                  <a:off x="4889948" y="366883"/>
                  <a:ext cx="518558" cy="326949"/>
                </a:xfrm>
                <a:prstGeom prst="rect">
                  <a:avLst/>
                </a:prstGeom>
                <a:noFill/>
              </p:spPr>
              <p:txBody>
                <a:bodyPr wrap="square">
                  <a:spAutoFit/>
                </a:bodyPr>
                <a:lstStyle/>
                <a:p>
                  <a:pPr/>
                  <a14:m>
                    <m:oMathPara xmlns:m="http://schemas.openxmlformats.org/officeDocument/2006/math">
                      <m:oMath>
                        <m:sSub>
                          <m:sSubPr>
                            <m:ctrlPr>
                              <a:rPr lang="de-DE" sz="1400" b="0" i="1" smtClean="0">
                                <a:solidFill>
                                  <a:schemeClr val="bg1"/>
                                </a:solidFill>
                                <a:latin typeface="Cambria Math" panose="02040503050406030204" pitchFamily="18" charset="0"/>
                              </a:rPr>
                            </m:ctrlPr>
                          </m:sSubPr>
                          <m:e>
                            <m:r>
                              <m:rPr>
                                <m:sty m:val="p"/>
                              </m:rPr>
                              <a:rPr lang="de-DE" sz="1400" b="0" i="1" smtClean="0">
                                <a:solidFill>
                                  <a:schemeClr val="bg1"/>
                                </a:solidFill>
                                <a:latin typeface="Cambria Math" panose="02040503050406030204" pitchFamily="18" charset="0"/>
                              </a:rPr>
                              <m:t>r</m:t>
                            </m:r>
                          </m:e>
                          <m:sub>
                            <m:r>
                              <m:rPr>
                                <m:sty m:val="p"/>
                              </m:rPr>
                              <a:rPr lang="de-DE" sz="1400" b="0" i="1" smtClean="0">
                                <a:solidFill>
                                  <a:schemeClr val="bg1"/>
                                </a:solidFill>
                                <a:latin typeface="Cambria Math" panose="02040503050406030204" pitchFamily="18" charset="0"/>
                              </a:rPr>
                              <m:t>Cp</m:t>
                            </m:r>
                          </m:sub>
                        </m:sSub>
                      </m:oMath>
                    </m:oMathPara>
                  </a14:m>
                  <a:endParaRPr lang="en-US" sz="1400" dirty="0">
                    <a:solidFill>
                      <a:schemeClr val="bg1"/>
                    </a:solidFill>
                  </a:endParaRPr>
                </a:p>
              </p:txBody>
            </p:sp>
          </mc:Choice>
          <mc:Fallback xmlns="">
            <p:sp>
              <p:nvSpPr>
                <p:cNvPr id="70" name="TextBox 69">
                  <a:extLst>
                    <a:ext uri="{FF2B5EF4-FFF2-40B4-BE49-F238E27FC236}">
                      <a16:creationId xmlns:a16="http://schemas.microsoft.com/office/drawing/2014/main" id="{D09D0579-D54F-23BA-43BE-B1162BC41F96}"/>
                    </a:ext>
                  </a:extLst>
                </p:cNvPr>
                <p:cNvSpPr txBox="1">
                  <a:spLocks noRot="1" noChangeAspect="1" noMove="1" noResize="1" noEditPoints="1" noAdjustHandles="1" noChangeArrowheads="1" noChangeShapeType="1" noTextEdit="1"/>
                </p:cNvSpPr>
                <p:nvPr/>
              </p:nvSpPr>
              <p:spPr>
                <a:xfrm>
                  <a:off x="4889948" y="366883"/>
                  <a:ext cx="518558" cy="326949"/>
                </a:xfrm>
                <a:prstGeom prst="rect">
                  <a:avLst/>
                </a:prstGeom>
                <a:blipFill>
                  <a:blip r:embed="rId4"/>
                  <a:stretch>
                    <a:fillRect b="-37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1" name="TextBox 70">
                  <a:extLst>
                    <a:ext uri="{FF2B5EF4-FFF2-40B4-BE49-F238E27FC236}">
                      <a16:creationId xmlns:a16="http://schemas.microsoft.com/office/drawing/2014/main" id="{4C5CB73E-2F62-680C-5E2A-E087BA732FA3}"/>
                    </a:ext>
                  </a:extLst>
                </p:cNvPr>
                <p:cNvSpPr txBox="1"/>
                <p:nvPr/>
              </p:nvSpPr>
              <p:spPr>
                <a:xfrm>
                  <a:off x="6042814" y="220866"/>
                  <a:ext cx="507796" cy="307777"/>
                </a:xfrm>
                <a:prstGeom prst="rect">
                  <a:avLst/>
                </a:prstGeom>
                <a:noFill/>
              </p:spPr>
              <p:txBody>
                <a:bodyPr wrap="square">
                  <a:spAutoFit/>
                </a:bodyPr>
                <a:lstStyle/>
                <a:p>
                  <a:pPr/>
                  <a14:m>
                    <m:oMathPara xmlns:m="http://schemas.openxmlformats.org/officeDocument/2006/math">
                      <m:oMath>
                        <m:sSub>
                          <m:sSubPr>
                            <m:ctrlPr>
                              <a:rPr lang="de-DE" sz="1400" b="0" i="0" smtClean="0">
                                <a:solidFill>
                                  <a:schemeClr val="tx1"/>
                                </a:solidFill>
                                <a:latin typeface="Cambria Math" panose="02040503050406030204" pitchFamily="18" charset="0"/>
                              </a:rPr>
                            </m:ctrlPr>
                          </m:sSubPr>
                          <m:e>
                            <m:r>
                              <m:rPr>
                                <m:sty m:val="p"/>
                              </m:rPr>
                              <a:rPr lang="de-DE" sz="1400" b="0" i="0" smtClean="0">
                                <a:solidFill>
                                  <a:schemeClr val="tx1"/>
                                </a:solidFill>
                                <a:latin typeface="Cambria Math" panose="02040503050406030204" pitchFamily="18" charset="0"/>
                              </a:rPr>
                              <m:t>m</m:t>
                            </m:r>
                          </m:e>
                          <m:sub>
                            <m:r>
                              <m:rPr>
                                <m:sty m:val="p"/>
                              </m:rPr>
                              <a:rPr lang="de-DE" sz="1400" b="0" i="1" smtClean="0">
                                <a:solidFill>
                                  <a:schemeClr val="tx1"/>
                                </a:solidFill>
                                <a:latin typeface="Cambria Math" panose="02040503050406030204" pitchFamily="18" charset="0"/>
                              </a:rPr>
                              <m:t>c</m:t>
                            </m:r>
                          </m:sub>
                        </m:sSub>
                      </m:oMath>
                    </m:oMathPara>
                  </a14:m>
                  <a:endParaRPr lang="en-US" sz="1400" dirty="0">
                    <a:solidFill>
                      <a:schemeClr val="tx1"/>
                    </a:solidFill>
                  </a:endParaRPr>
                </a:p>
              </p:txBody>
            </p:sp>
          </mc:Choice>
          <mc:Fallback xmlns="">
            <p:sp>
              <p:nvSpPr>
                <p:cNvPr id="71" name="TextBox 70">
                  <a:extLst>
                    <a:ext uri="{FF2B5EF4-FFF2-40B4-BE49-F238E27FC236}">
                      <a16:creationId xmlns:a16="http://schemas.microsoft.com/office/drawing/2014/main" id="{4C5CB73E-2F62-680C-5E2A-E087BA732FA3}"/>
                    </a:ext>
                  </a:extLst>
                </p:cNvPr>
                <p:cNvSpPr txBox="1">
                  <a:spLocks noRot="1" noChangeAspect="1" noMove="1" noResize="1" noEditPoints="1" noAdjustHandles="1" noChangeArrowheads="1" noChangeShapeType="1" noTextEdit="1"/>
                </p:cNvSpPr>
                <p:nvPr/>
              </p:nvSpPr>
              <p:spPr>
                <a:xfrm>
                  <a:off x="6042814" y="220866"/>
                  <a:ext cx="507796" cy="307777"/>
                </a:xfrm>
                <a:prstGeom prst="rect">
                  <a:avLst/>
                </a:prstGeom>
                <a:blipFill>
                  <a:blip r:embed="rId5"/>
                  <a:stretch>
                    <a:fillRect b="-24324"/>
                  </a:stretch>
                </a:blipFill>
              </p:spPr>
              <p:txBody>
                <a:bodyPr/>
                <a:lstStyle/>
                <a:p>
                  <a:r>
                    <a:rPr lang="en-US">
                      <a:noFill/>
                    </a:rPr>
                    <a:t> </a:t>
                  </a:r>
                </a:p>
              </p:txBody>
            </p:sp>
          </mc:Fallback>
        </mc:AlternateContent>
        <p:sp>
          <p:nvSpPr>
            <p:cNvPr id="72" name="Oval 71">
              <a:extLst>
                <a:ext uri="{FF2B5EF4-FFF2-40B4-BE49-F238E27FC236}">
                  <a16:creationId xmlns:a16="http://schemas.microsoft.com/office/drawing/2014/main" id="{1EC1BA4A-B79D-DC81-9715-2B5491A06DFE}"/>
                </a:ext>
              </a:extLst>
            </p:cNvPr>
            <p:cNvSpPr>
              <a:spLocks noChangeAspect="1"/>
            </p:cNvSpPr>
            <p:nvPr/>
          </p:nvSpPr>
          <p:spPr>
            <a:xfrm>
              <a:off x="6106961" y="1088928"/>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p>
          </p:txBody>
        </p:sp>
        <mc:AlternateContent xmlns:mc="http://schemas.openxmlformats.org/markup-compatibility/2006" xmlns:a14="http://schemas.microsoft.com/office/drawing/2010/main">
          <mc:Choice Requires="a14">
            <p:sp>
              <p:nvSpPr>
                <p:cNvPr id="73" name="TextBox 72">
                  <a:extLst>
                    <a:ext uri="{FF2B5EF4-FFF2-40B4-BE49-F238E27FC236}">
                      <a16:creationId xmlns:a16="http://schemas.microsoft.com/office/drawing/2014/main" id="{40BE519D-67DE-A90F-A773-6A083EC5279E}"/>
                    </a:ext>
                  </a:extLst>
                </p:cNvPr>
                <p:cNvSpPr txBox="1"/>
                <p:nvPr/>
              </p:nvSpPr>
              <p:spPr>
                <a:xfrm>
                  <a:off x="6048484" y="1064456"/>
                  <a:ext cx="518558" cy="328103"/>
                </a:xfrm>
                <a:prstGeom prst="rect">
                  <a:avLst/>
                </a:prstGeom>
                <a:noFill/>
              </p:spPr>
              <p:txBody>
                <a:bodyPr wrap="square">
                  <a:spAutoFit/>
                </a:bodyPr>
                <a:lstStyle/>
                <a:p>
                  <a:pPr/>
                  <a14:m>
                    <m:oMathPara xmlns:m="http://schemas.openxmlformats.org/officeDocument/2006/math">
                      <m:oMath>
                        <m:sSub>
                          <m:sSubPr>
                            <m:ctrlPr>
                              <a:rPr lang="de-DE" sz="1400" b="0" i="1" smtClean="0">
                                <a:solidFill>
                                  <a:schemeClr val="bg1"/>
                                </a:solidFill>
                                <a:latin typeface="Cambria Math" panose="02040503050406030204" pitchFamily="18" charset="0"/>
                              </a:rPr>
                            </m:ctrlPr>
                          </m:sSubPr>
                          <m:e>
                            <m:r>
                              <m:rPr>
                                <m:sty m:val="p"/>
                              </m:rPr>
                              <a:rPr lang="de-DE" sz="1400" b="0" i="1" smtClean="0">
                                <a:solidFill>
                                  <a:schemeClr val="bg1"/>
                                </a:solidFill>
                                <a:latin typeface="Cambria Math" panose="02040503050406030204" pitchFamily="18" charset="0"/>
                              </a:rPr>
                              <m:t>r</m:t>
                            </m:r>
                          </m:e>
                          <m:sub>
                            <m:r>
                              <m:rPr>
                                <m:sty m:val="p"/>
                              </m:rPr>
                              <a:rPr lang="de-DE" sz="1400" b="0" i="1" smtClean="0">
                                <a:solidFill>
                                  <a:schemeClr val="bg1"/>
                                </a:solidFill>
                                <a:latin typeface="Cambria Math" panose="02040503050406030204" pitchFamily="18" charset="0"/>
                              </a:rPr>
                              <m:t>Cg</m:t>
                            </m:r>
                          </m:sub>
                        </m:sSub>
                      </m:oMath>
                    </m:oMathPara>
                  </a14:m>
                  <a:endParaRPr lang="en-US" sz="1400" dirty="0">
                    <a:solidFill>
                      <a:schemeClr val="bg1"/>
                    </a:solidFill>
                  </a:endParaRPr>
                </a:p>
              </p:txBody>
            </p:sp>
          </mc:Choice>
          <mc:Fallback xmlns="">
            <p:sp>
              <p:nvSpPr>
                <p:cNvPr id="73" name="TextBox 72">
                  <a:extLst>
                    <a:ext uri="{FF2B5EF4-FFF2-40B4-BE49-F238E27FC236}">
                      <a16:creationId xmlns:a16="http://schemas.microsoft.com/office/drawing/2014/main" id="{40BE519D-67DE-A90F-A773-6A083EC5279E}"/>
                    </a:ext>
                  </a:extLst>
                </p:cNvPr>
                <p:cNvSpPr txBox="1">
                  <a:spLocks noRot="1" noChangeAspect="1" noMove="1" noResize="1" noEditPoints="1" noAdjustHandles="1" noChangeArrowheads="1" noChangeShapeType="1" noTextEdit="1"/>
                </p:cNvSpPr>
                <p:nvPr/>
              </p:nvSpPr>
              <p:spPr>
                <a:xfrm>
                  <a:off x="6048484" y="1064456"/>
                  <a:ext cx="518558" cy="328103"/>
                </a:xfrm>
                <a:prstGeom prst="rect">
                  <a:avLst/>
                </a:prstGeom>
                <a:blipFill>
                  <a:blip r:embed="rId6"/>
                  <a:stretch>
                    <a:fillRect b="-4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4" name="TextBox 73">
                  <a:extLst>
                    <a:ext uri="{FF2B5EF4-FFF2-40B4-BE49-F238E27FC236}">
                      <a16:creationId xmlns:a16="http://schemas.microsoft.com/office/drawing/2014/main" id="{3E6759A4-5B34-3F20-3DF5-AA103EA953BA}"/>
                    </a:ext>
                  </a:extLst>
                </p:cNvPr>
                <p:cNvSpPr txBox="1"/>
                <p:nvPr/>
              </p:nvSpPr>
              <p:spPr>
                <a:xfrm>
                  <a:off x="4902707" y="1099668"/>
                  <a:ext cx="507796" cy="307777"/>
                </a:xfrm>
                <a:prstGeom prst="rect">
                  <a:avLst/>
                </a:prstGeom>
                <a:noFill/>
              </p:spPr>
              <p:txBody>
                <a:bodyPr wrap="square">
                  <a:spAutoFit/>
                </a:bodyPr>
                <a:lstStyle/>
                <a:p>
                  <a:pPr/>
                  <a14:m>
                    <m:oMathPara xmlns:m="http://schemas.openxmlformats.org/officeDocument/2006/math">
                      <m:oMath>
                        <m:sSub>
                          <m:sSubPr>
                            <m:ctrlPr>
                              <a:rPr lang="de-DE" sz="1400" b="0" i="0" smtClean="0">
                                <a:solidFill>
                                  <a:schemeClr val="tx1"/>
                                </a:solidFill>
                                <a:latin typeface="Cambria Math" panose="02040503050406030204" pitchFamily="18" charset="0"/>
                              </a:rPr>
                            </m:ctrlPr>
                          </m:sSubPr>
                          <m:e>
                            <m:r>
                              <m:rPr>
                                <m:sty m:val="p"/>
                              </m:rPr>
                              <a:rPr lang="de-DE" sz="1400" b="0" i="0" smtClean="0">
                                <a:solidFill>
                                  <a:schemeClr val="tx1"/>
                                </a:solidFill>
                                <a:latin typeface="Cambria Math" panose="02040503050406030204" pitchFamily="18" charset="0"/>
                              </a:rPr>
                              <m:t>m</m:t>
                            </m:r>
                          </m:e>
                          <m:sub>
                            <m:r>
                              <m:rPr>
                                <m:sty m:val="p"/>
                              </m:rPr>
                              <a:rPr lang="de-DE" sz="1400" b="0" i="1" smtClean="0">
                                <a:solidFill>
                                  <a:schemeClr val="tx1"/>
                                </a:solidFill>
                                <a:latin typeface="Cambria Math" panose="02040503050406030204" pitchFamily="18" charset="0"/>
                              </a:rPr>
                              <m:t>Cs</m:t>
                            </m:r>
                          </m:sub>
                        </m:sSub>
                      </m:oMath>
                    </m:oMathPara>
                  </a14:m>
                  <a:endParaRPr lang="en-US" sz="1400" dirty="0">
                    <a:solidFill>
                      <a:schemeClr val="tx1"/>
                    </a:solidFill>
                  </a:endParaRPr>
                </a:p>
              </p:txBody>
            </p:sp>
          </mc:Choice>
          <mc:Fallback xmlns="">
            <p:sp>
              <p:nvSpPr>
                <p:cNvPr id="74" name="TextBox 73">
                  <a:extLst>
                    <a:ext uri="{FF2B5EF4-FFF2-40B4-BE49-F238E27FC236}">
                      <a16:creationId xmlns:a16="http://schemas.microsoft.com/office/drawing/2014/main" id="{3E6759A4-5B34-3F20-3DF5-AA103EA953BA}"/>
                    </a:ext>
                  </a:extLst>
                </p:cNvPr>
                <p:cNvSpPr txBox="1">
                  <a:spLocks noRot="1" noChangeAspect="1" noMove="1" noResize="1" noEditPoints="1" noAdjustHandles="1" noChangeArrowheads="1" noChangeShapeType="1" noTextEdit="1"/>
                </p:cNvSpPr>
                <p:nvPr/>
              </p:nvSpPr>
              <p:spPr>
                <a:xfrm>
                  <a:off x="4902707" y="1099668"/>
                  <a:ext cx="507796" cy="307777"/>
                </a:xfrm>
                <a:prstGeom prst="rect">
                  <a:avLst/>
                </a:prstGeom>
                <a:blipFill>
                  <a:blip r:embed="rId7"/>
                  <a:stretch>
                    <a:fillRect r="-12903" b="-26316"/>
                  </a:stretch>
                </a:blipFill>
              </p:spPr>
              <p:txBody>
                <a:bodyPr/>
                <a:lstStyle/>
                <a:p>
                  <a:r>
                    <a:rPr lang="en-US">
                      <a:noFill/>
                    </a:rPr>
                    <a:t> </a:t>
                  </a:r>
                </a:p>
              </p:txBody>
            </p:sp>
          </mc:Fallback>
        </mc:AlternateContent>
        <p:sp>
          <p:nvSpPr>
            <p:cNvPr id="75" name="Oval 74">
              <a:extLst>
                <a:ext uri="{FF2B5EF4-FFF2-40B4-BE49-F238E27FC236}">
                  <a16:creationId xmlns:a16="http://schemas.microsoft.com/office/drawing/2014/main" id="{703C15F1-895A-7CD8-978F-4F04333A2A1C}"/>
                </a:ext>
              </a:extLst>
            </p:cNvPr>
            <p:cNvSpPr>
              <a:spLocks noChangeAspect="1"/>
            </p:cNvSpPr>
            <p:nvPr/>
          </p:nvSpPr>
          <p:spPr>
            <a:xfrm>
              <a:off x="4972754" y="1905482"/>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p>
          </p:txBody>
        </p:sp>
        <mc:AlternateContent xmlns:mc="http://schemas.openxmlformats.org/markup-compatibility/2006" xmlns:a14="http://schemas.microsoft.com/office/drawing/2010/main">
          <mc:Choice Requires="a14">
            <p:sp>
              <p:nvSpPr>
                <p:cNvPr id="76" name="TextBox 75">
                  <a:extLst>
                    <a:ext uri="{FF2B5EF4-FFF2-40B4-BE49-F238E27FC236}">
                      <a16:creationId xmlns:a16="http://schemas.microsoft.com/office/drawing/2014/main" id="{37FE7A1E-81E9-F557-8481-1F826FC72B19}"/>
                    </a:ext>
                  </a:extLst>
                </p:cNvPr>
                <p:cNvSpPr txBox="1"/>
                <p:nvPr/>
              </p:nvSpPr>
              <p:spPr>
                <a:xfrm>
                  <a:off x="4917219" y="1870160"/>
                  <a:ext cx="518558" cy="307777"/>
                </a:xfrm>
                <a:prstGeom prst="rect">
                  <a:avLst/>
                </a:prstGeom>
                <a:noFill/>
              </p:spPr>
              <p:txBody>
                <a:bodyPr wrap="square">
                  <a:spAutoFit/>
                </a:bodyPr>
                <a:lstStyle/>
                <a:p>
                  <a:pPr/>
                  <a14:m>
                    <m:oMathPara xmlns:m="http://schemas.openxmlformats.org/officeDocument/2006/math">
                      <m:oMath>
                        <m:sSub>
                          <m:sSubPr>
                            <m:ctrlPr>
                              <a:rPr lang="de-DE" sz="1400" b="0" i="1" smtClean="0">
                                <a:solidFill>
                                  <a:schemeClr val="bg1"/>
                                </a:solidFill>
                                <a:latin typeface="Cambria Math" panose="02040503050406030204" pitchFamily="18" charset="0"/>
                              </a:rPr>
                            </m:ctrlPr>
                          </m:sSubPr>
                          <m:e>
                            <m:r>
                              <m:rPr>
                                <m:sty m:val="p"/>
                              </m:rPr>
                              <a:rPr lang="de-DE" sz="1400" b="0" i="1" smtClean="0">
                                <a:solidFill>
                                  <a:schemeClr val="bg1"/>
                                </a:solidFill>
                                <a:latin typeface="Cambria Math" panose="02040503050406030204" pitchFamily="18" charset="0"/>
                              </a:rPr>
                              <m:t>r</m:t>
                            </m:r>
                          </m:e>
                          <m:sub>
                            <m:r>
                              <m:rPr>
                                <m:sty m:val="p"/>
                              </m:rPr>
                              <a:rPr lang="de-DE" sz="1400" b="0" i="1" smtClean="0">
                                <a:solidFill>
                                  <a:schemeClr val="bg1"/>
                                </a:solidFill>
                                <a:latin typeface="Cambria Math" panose="02040503050406030204" pitchFamily="18" charset="0"/>
                              </a:rPr>
                              <m:t>Cr</m:t>
                            </m:r>
                          </m:sub>
                        </m:sSub>
                      </m:oMath>
                    </m:oMathPara>
                  </a14:m>
                  <a:endParaRPr lang="en-US" sz="1400" dirty="0">
                    <a:solidFill>
                      <a:schemeClr val="bg1"/>
                    </a:solidFill>
                  </a:endParaRPr>
                </a:p>
              </p:txBody>
            </p:sp>
          </mc:Choice>
          <mc:Fallback xmlns="">
            <p:sp>
              <p:nvSpPr>
                <p:cNvPr id="76" name="TextBox 75">
                  <a:extLst>
                    <a:ext uri="{FF2B5EF4-FFF2-40B4-BE49-F238E27FC236}">
                      <a16:creationId xmlns:a16="http://schemas.microsoft.com/office/drawing/2014/main" id="{37FE7A1E-81E9-F557-8481-1F826FC72B19}"/>
                    </a:ext>
                  </a:extLst>
                </p:cNvPr>
                <p:cNvSpPr txBox="1">
                  <a:spLocks noRot="1" noChangeAspect="1" noMove="1" noResize="1" noEditPoints="1" noAdjustHandles="1" noChangeArrowheads="1" noChangeShapeType="1" noTextEdit="1"/>
                </p:cNvSpPr>
                <p:nvPr/>
              </p:nvSpPr>
              <p:spPr>
                <a:xfrm>
                  <a:off x="4917219" y="1870160"/>
                  <a:ext cx="518558" cy="307777"/>
                </a:xfrm>
                <a:prstGeom prst="rect">
                  <a:avLst/>
                </a:prstGeom>
                <a:blipFill>
                  <a:blip r:embed="rId8"/>
                  <a:stretch>
                    <a:fillRect b="-29730"/>
                  </a:stretch>
                </a:blipFill>
              </p:spPr>
              <p:txBody>
                <a:bodyPr/>
                <a:lstStyle/>
                <a:p>
                  <a:r>
                    <a:rPr lang="en-US">
                      <a:noFill/>
                    </a:rPr>
                    <a:t> </a:t>
                  </a:r>
                </a:p>
              </p:txBody>
            </p:sp>
          </mc:Fallback>
        </mc:AlternateContent>
        <p:cxnSp>
          <p:nvCxnSpPr>
            <p:cNvPr id="77" name="Straight Arrow Connector 76">
              <a:extLst>
                <a:ext uri="{FF2B5EF4-FFF2-40B4-BE49-F238E27FC236}">
                  <a16:creationId xmlns:a16="http://schemas.microsoft.com/office/drawing/2014/main" id="{657835FD-4B77-1341-FE50-1722CC83DA53}"/>
                </a:ext>
              </a:extLst>
            </p:cNvPr>
            <p:cNvCxnSpPr>
              <a:cxnSpLocks/>
              <a:endCxn id="69" idx="3"/>
            </p:cNvCxnSpPr>
            <p:nvPr/>
          </p:nvCxnSpPr>
          <p:spPr>
            <a:xfrm flipV="1">
              <a:off x="4121730" y="721164"/>
              <a:ext cx="878271" cy="488885"/>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80" name="Straight Arrow Connector 79">
              <a:extLst>
                <a:ext uri="{FF2B5EF4-FFF2-40B4-BE49-F238E27FC236}">
                  <a16:creationId xmlns:a16="http://schemas.microsoft.com/office/drawing/2014/main" id="{DD898C7B-B0EE-F449-3E92-D880761E3FD5}"/>
                </a:ext>
              </a:extLst>
            </p:cNvPr>
            <p:cNvCxnSpPr>
              <a:cxnSpLocks/>
              <a:endCxn id="75" idx="1"/>
            </p:cNvCxnSpPr>
            <p:nvPr/>
          </p:nvCxnSpPr>
          <p:spPr>
            <a:xfrm>
              <a:off x="4125152" y="1214911"/>
              <a:ext cx="903459" cy="746428"/>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84" name="Straight Arrow Connector 83">
              <a:extLst>
                <a:ext uri="{FF2B5EF4-FFF2-40B4-BE49-F238E27FC236}">
                  <a16:creationId xmlns:a16="http://schemas.microsoft.com/office/drawing/2014/main" id="{9808A095-7F76-A234-643C-A38213C95409}"/>
                </a:ext>
              </a:extLst>
            </p:cNvPr>
            <p:cNvCxnSpPr>
              <a:cxnSpLocks/>
              <a:stCxn id="74" idx="3"/>
              <a:endCxn id="72" idx="2"/>
            </p:cNvCxnSpPr>
            <p:nvPr/>
          </p:nvCxnSpPr>
          <p:spPr>
            <a:xfrm>
              <a:off x="5410503" y="1253557"/>
              <a:ext cx="696458" cy="26079"/>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88" name="Straight Arrow Connector 87">
              <a:extLst>
                <a:ext uri="{FF2B5EF4-FFF2-40B4-BE49-F238E27FC236}">
                  <a16:creationId xmlns:a16="http://schemas.microsoft.com/office/drawing/2014/main" id="{F520CB91-341F-F265-13DE-A2F189B6CD39}"/>
                </a:ext>
              </a:extLst>
            </p:cNvPr>
            <p:cNvCxnSpPr>
              <a:cxnSpLocks/>
              <a:stCxn id="74" idx="2"/>
              <a:endCxn id="75" idx="0"/>
            </p:cNvCxnSpPr>
            <p:nvPr/>
          </p:nvCxnSpPr>
          <p:spPr>
            <a:xfrm>
              <a:off x="5156605" y="1407445"/>
              <a:ext cx="6856" cy="498037"/>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6" name="Straight Arrow Connector 95">
              <a:extLst>
                <a:ext uri="{FF2B5EF4-FFF2-40B4-BE49-F238E27FC236}">
                  <a16:creationId xmlns:a16="http://schemas.microsoft.com/office/drawing/2014/main" id="{D1822DB8-AF5E-F9EE-B1E3-B84802187437}"/>
                </a:ext>
              </a:extLst>
            </p:cNvPr>
            <p:cNvCxnSpPr>
              <a:cxnSpLocks/>
              <a:stCxn id="69" idx="6"/>
            </p:cNvCxnSpPr>
            <p:nvPr/>
          </p:nvCxnSpPr>
          <p:spPr>
            <a:xfrm>
              <a:off x="5325558" y="586314"/>
              <a:ext cx="2460842" cy="10275"/>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9" name="Straight Arrow Connector 98">
              <a:extLst>
                <a:ext uri="{FF2B5EF4-FFF2-40B4-BE49-F238E27FC236}">
                  <a16:creationId xmlns:a16="http://schemas.microsoft.com/office/drawing/2014/main" id="{01D55B9C-151C-52B3-827A-3C214C8A1667}"/>
                </a:ext>
              </a:extLst>
            </p:cNvPr>
            <p:cNvCxnSpPr>
              <a:cxnSpLocks/>
              <a:stCxn id="71" idx="2"/>
              <a:endCxn id="72" idx="0"/>
            </p:cNvCxnSpPr>
            <p:nvPr/>
          </p:nvCxnSpPr>
          <p:spPr>
            <a:xfrm>
              <a:off x="6296712" y="528643"/>
              <a:ext cx="956" cy="560285"/>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sp>
          <p:nvSpPr>
            <p:cNvPr id="102" name="Rectangle 101">
              <a:extLst>
                <a:ext uri="{FF2B5EF4-FFF2-40B4-BE49-F238E27FC236}">
                  <a16:creationId xmlns:a16="http://schemas.microsoft.com/office/drawing/2014/main" id="{2C859F01-1569-6453-5A49-280BF591A8D8}"/>
                </a:ext>
              </a:extLst>
            </p:cNvPr>
            <p:cNvSpPr/>
            <p:nvPr/>
          </p:nvSpPr>
          <p:spPr>
            <a:xfrm>
              <a:off x="4449950" y="9135"/>
              <a:ext cx="2873133" cy="2407763"/>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103" name="TextBox 102">
              <a:extLst>
                <a:ext uri="{FF2B5EF4-FFF2-40B4-BE49-F238E27FC236}">
                  <a16:creationId xmlns:a16="http://schemas.microsoft.com/office/drawing/2014/main" id="{F5B7BC4E-1ACE-1FA8-102F-FF53E490909F}"/>
                </a:ext>
              </a:extLst>
            </p:cNvPr>
            <p:cNvSpPr txBox="1"/>
            <p:nvPr/>
          </p:nvSpPr>
          <p:spPr>
            <a:xfrm>
              <a:off x="4449950" y="-6886"/>
              <a:ext cx="1377237" cy="276999"/>
            </a:xfrm>
            <a:prstGeom prst="rect">
              <a:avLst/>
            </a:prstGeom>
            <a:noFill/>
          </p:spPr>
          <p:txBody>
            <a:bodyPr wrap="none" rtlCol="0">
              <a:spAutoFit/>
            </a:bodyPr>
            <a:lstStyle/>
            <a:p>
              <a:r>
                <a:rPr lang="en-US" sz="1200" dirty="0"/>
                <a:t>Chemical counter</a:t>
              </a:r>
            </a:p>
          </p:txBody>
        </p:sp>
        <mc:AlternateContent xmlns:mc="http://schemas.openxmlformats.org/markup-compatibility/2006" xmlns:a14="http://schemas.microsoft.com/office/drawing/2010/main">
          <mc:Choice Requires="a14">
            <p:sp>
              <p:nvSpPr>
                <p:cNvPr id="67" name="TextBox 66">
                  <a:extLst>
                    <a:ext uri="{FF2B5EF4-FFF2-40B4-BE49-F238E27FC236}">
                      <a16:creationId xmlns:a16="http://schemas.microsoft.com/office/drawing/2014/main" id="{6D86A133-ED0C-4709-726D-A6837D74F57E}"/>
                    </a:ext>
                  </a:extLst>
                </p:cNvPr>
                <p:cNvSpPr txBox="1"/>
                <p:nvPr/>
              </p:nvSpPr>
              <p:spPr>
                <a:xfrm>
                  <a:off x="0" y="1346255"/>
                  <a:ext cx="503086" cy="307777"/>
                </a:xfrm>
                <a:prstGeom prst="rect">
                  <a:avLst/>
                </a:prstGeom>
                <a:noFill/>
              </p:spPr>
              <p:txBody>
                <a:bodyPr wrap="none" rtlCol="0">
                  <a:spAutoFit/>
                </a:bodyPr>
                <a:lstStyle/>
                <a:p>
                  <a:pPr/>
                  <a14:m>
                    <m:oMathPara xmlns:m="http://schemas.openxmlformats.org/officeDocument/2006/math">
                      <m:oMath>
                        <m:sSub>
                          <m:sSubPr>
                            <m:ctrlPr>
                              <a:rPr lang="de-DE" sz="1400" b="0" i="1" smtClean="0">
                                <a:latin typeface="Cambria Math" panose="02040503050406030204" pitchFamily="18" charset="0"/>
                              </a:rPr>
                            </m:ctrlPr>
                          </m:sSubPr>
                          <m:e>
                            <m:r>
                              <m:rPr>
                                <m:sty m:val="p"/>
                              </m:rPr>
                              <a:rPr lang="de-DE" sz="1400" b="0" i="1" smtClean="0">
                                <a:latin typeface="Cambria Math" panose="02040503050406030204" pitchFamily="18" charset="0"/>
                              </a:rPr>
                              <m:t>m</m:t>
                            </m:r>
                          </m:e>
                          <m:sub>
                            <m:r>
                              <m:rPr>
                                <m:sty m:val="p"/>
                              </m:rPr>
                              <a:rPr lang="de-DE" sz="1400" b="0" i="1" smtClean="0">
                                <a:latin typeface="Cambria Math" panose="02040503050406030204" pitchFamily="18" charset="0"/>
                              </a:rPr>
                              <m:t>in</m:t>
                            </m:r>
                          </m:sub>
                        </m:sSub>
                      </m:oMath>
                    </m:oMathPara>
                  </a14:m>
                  <a:endParaRPr lang="en-US" sz="1400" dirty="0"/>
                </a:p>
              </p:txBody>
            </p:sp>
          </mc:Choice>
          <mc:Fallback xmlns="">
            <p:sp>
              <p:nvSpPr>
                <p:cNvPr id="67" name="TextBox 66">
                  <a:extLst>
                    <a:ext uri="{FF2B5EF4-FFF2-40B4-BE49-F238E27FC236}">
                      <a16:creationId xmlns:a16="http://schemas.microsoft.com/office/drawing/2014/main" id="{6D86A133-ED0C-4709-726D-A6837D74F57E}"/>
                    </a:ext>
                  </a:extLst>
                </p:cNvPr>
                <p:cNvSpPr txBox="1">
                  <a:spLocks noRot="1" noChangeAspect="1" noMove="1" noResize="1" noEditPoints="1" noAdjustHandles="1" noChangeArrowheads="1" noChangeShapeType="1" noTextEdit="1"/>
                </p:cNvSpPr>
                <p:nvPr/>
              </p:nvSpPr>
              <p:spPr>
                <a:xfrm>
                  <a:off x="0" y="1346255"/>
                  <a:ext cx="503086" cy="307777"/>
                </a:xfrm>
                <a:prstGeom prst="rect">
                  <a:avLst/>
                </a:prstGeom>
                <a:blipFill>
                  <a:blip r:embed="rId9"/>
                  <a:stretch>
                    <a:fillRect r="-9836" b="-29730"/>
                  </a:stretch>
                </a:blipFill>
              </p:spPr>
              <p:txBody>
                <a:bodyPr/>
                <a:lstStyle/>
                <a:p>
                  <a:r>
                    <a:rPr lang="en-US">
                      <a:noFill/>
                    </a:rPr>
                    <a:t> </a:t>
                  </a:r>
                </a:p>
              </p:txBody>
            </p:sp>
          </mc:Fallback>
        </mc:AlternateContent>
        <p:sp>
          <p:nvSpPr>
            <p:cNvPr id="78" name="Rectangle 77">
              <a:extLst>
                <a:ext uri="{FF2B5EF4-FFF2-40B4-BE49-F238E27FC236}">
                  <a16:creationId xmlns:a16="http://schemas.microsoft.com/office/drawing/2014/main" id="{285523A7-55A5-787C-01B1-123222BCAE93}"/>
                </a:ext>
              </a:extLst>
            </p:cNvPr>
            <p:cNvSpPr/>
            <p:nvPr/>
          </p:nvSpPr>
          <p:spPr>
            <a:xfrm>
              <a:off x="813764" y="212548"/>
              <a:ext cx="2873133" cy="2222154"/>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79" name="TextBox 78">
              <a:extLst>
                <a:ext uri="{FF2B5EF4-FFF2-40B4-BE49-F238E27FC236}">
                  <a16:creationId xmlns:a16="http://schemas.microsoft.com/office/drawing/2014/main" id="{F5C29690-D987-981E-0296-1F043D6DA30A}"/>
                </a:ext>
              </a:extLst>
            </p:cNvPr>
            <p:cNvSpPr txBox="1"/>
            <p:nvPr/>
          </p:nvSpPr>
          <p:spPr>
            <a:xfrm>
              <a:off x="787440" y="212547"/>
              <a:ext cx="1068178" cy="461665"/>
            </a:xfrm>
            <a:prstGeom prst="rect">
              <a:avLst/>
            </a:prstGeom>
            <a:noFill/>
          </p:spPr>
          <p:txBody>
            <a:bodyPr wrap="none" rtlCol="0">
              <a:spAutoFit/>
            </a:bodyPr>
            <a:lstStyle/>
            <a:p>
              <a:r>
                <a:rPr lang="en-US" sz="1200" dirty="0"/>
                <a:t>Chemical</a:t>
              </a:r>
              <a:br>
                <a:rPr lang="en-US" sz="1200" dirty="0"/>
              </a:br>
              <a:r>
                <a:rPr lang="en-US" sz="1200" dirty="0"/>
                <a:t>Differentiator</a:t>
              </a:r>
            </a:p>
          </p:txBody>
        </p:sp>
        <p:sp>
          <p:nvSpPr>
            <p:cNvPr id="81" name="Oval 80">
              <a:extLst>
                <a:ext uri="{FF2B5EF4-FFF2-40B4-BE49-F238E27FC236}">
                  <a16:creationId xmlns:a16="http://schemas.microsoft.com/office/drawing/2014/main" id="{416607A2-8881-D37B-9697-20F6A5EC46E8}"/>
                </a:ext>
              </a:extLst>
            </p:cNvPr>
            <p:cNvSpPr>
              <a:spLocks noChangeAspect="1"/>
            </p:cNvSpPr>
            <p:nvPr/>
          </p:nvSpPr>
          <p:spPr>
            <a:xfrm>
              <a:off x="1051699" y="1000942"/>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p>
          </p:txBody>
        </p:sp>
        <mc:AlternateContent xmlns:mc="http://schemas.openxmlformats.org/markup-compatibility/2006" xmlns:a14="http://schemas.microsoft.com/office/drawing/2010/main">
          <mc:Choice Requires="a14">
            <p:sp>
              <p:nvSpPr>
                <p:cNvPr id="82" name="TextBox 81">
                  <a:extLst>
                    <a:ext uri="{FF2B5EF4-FFF2-40B4-BE49-F238E27FC236}">
                      <a16:creationId xmlns:a16="http://schemas.microsoft.com/office/drawing/2014/main" id="{860E8697-501B-6003-5529-AB59D5A9D1FA}"/>
                    </a:ext>
                  </a:extLst>
                </p:cNvPr>
                <p:cNvSpPr txBox="1"/>
                <p:nvPr/>
              </p:nvSpPr>
              <p:spPr>
                <a:xfrm>
                  <a:off x="996672" y="976786"/>
                  <a:ext cx="518558" cy="307777"/>
                </a:xfrm>
                <a:prstGeom prst="rect">
                  <a:avLst/>
                </a:prstGeom>
                <a:noFill/>
              </p:spPr>
              <p:txBody>
                <a:bodyPr wrap="square">
                  <a:spAutoFit/>
                </a:bodyPr>
                <a:lstStyle/>
                <a:p>
                  <a:pPr/>
                  <a14:m>
                    <m:oMathPara xmlns:m="http://schemas.openxmlformats.org/officeDocument/2006/math">
                      <m:oMath>
                        <m:sSub>
                          <m:sSubPr>
                            <m:ctrlPr>
                              <a:rPr lang="de-DE" sz="1400" b="0" i="1" smtClean="0">
                                <a:solidFill>
                                  <a:schemeClr val="bg1"/>
                                </a:solidFill>
                                <a:latin typeface="Cambria Math" panose="02040503050406030204" pitchFamily="18" charset="0"/>
                              </a:rPr>
                            </m:ctrlPr>
                          </m:sSubPr>
                          <m:e>
                            <m:r>
                              <m:rPr>
                                <m:sty m:val="p"/>
                              </m:rPr>
                              <a:rPr lang="de-DE" sz="1400" b="0" i="1" smtClean="0">
                                <a:solidFill>
                                  <a:schemeClr val="bg1"/>
                                </a:solidFill>
                                <a:latin typeface="Cambria Math" panose="02040503050406030204" pitchFamily="18" charset="0"/>
                              </a:rPr>
                              <m:t>r</m:t>
                            </m:r>
                          </m:e>
                          <m:sub>
                            <m:r>
                              <m:rPr>
                                <m:sty m:val="p"/>
                              </m:rPr>
                              <a:rPr lang="de-DE" sz="1400" b="0" i="1" smtClean="0">
                                <a:solidFill>
                                  <a:schemeClr val="bg1"/>
                                </a:solidFill>
                                <a:latin typeface="Cambria Math" panose="02040503050406030204" pitchFamily="18" charset="0"/>
                              </a:rPr>
                              <m:t>Df</m:t>
                            </m:r>
                          </m:sub>
                        </m:sSub>
                      </m:oMath>
                    </m:oMathPara>
                  </a14:m>
                  <a:endParaRPr lang="en-US" sz="1400" dirty="0">
                    <a:solidFill>
                      <a:schemeClr val="bg1"/>
                    </a:solidFill>
                  </a:endParaRPr>
                </a:p>
              </p:txBody>
            </p:sp>
          </mc:Choice>
          <mc:Fallback xmlns="">
            <p:sp>
              <p:nvSpPr>
                <p:cNvPr id="82" name="TextBox 81">
                  <a:extLst>
                    <a:ext uri="{FF2B5EF4-FFF2-40B4-BE49-F238E27FC236}">
                      <a16:creationId xmlns:a16="http://schemas.microsoft.com/office/drawing/2014/main" id="{860E8697-501B-6003-5529-AB59D5A9D1FA}"/>
                    </a:ext>
                  </a:extLst>
                </p:cNvPr>
                <p:cNvSpPr txBox="1">
                  <a:spLocks noRot="1" noChangeAspect="1" noMove="1" noResize="1" noEditPoints="1" noAdjustHandles="1" noChangeArrowheads="1" noChangeShapeType="1" noTextEdit="1"/>
                </p:cNvSpPr>
                <p:nvPr/>
              </p:nvSpPr>
              <p:spPr>
                <a:xfrm>
                  <a:off x="996672" y="976786"/>
                  <a:ext cx="518558" cy="307777"/>
                </a:xfrm>
                <a:prstGeom prst="rect">
                  <a:avLst/>
                </a:prstGeom>
                <a:blipFill>
                  <a:blip r:embed="rId10"/>
                  <a:stretch>
                    <a:fillRect b="-28947"/>
                  </a:stretch>
                </a:blipFill>
              </p:spPr>
              <p:txBody>
                <a:bodyPr/>
                <a:lstStyle/>
                <a:p>
                  <a:r>
                    <a:rPr lang="en-US">
                      <a:noFill/>
                    </a:rPr>
                    <a:t> </a:t>
                  </a:r>
                </a:p>
              </p:txBody>
            </p:sp>
          </mc:Fallback>
        </mc:AlternateContent>
        <p:sp>
          <p:nvSpPr>
            <p:cNvPr id="83" name="Oval 82">
              <a:extLst>
                <a:ext uri="{FF2B5EF4-FFF2-40B4-BE49-F238E27FC236}">
                  <a16:creationId xmlns:a16="http://schemas.microsoft.com/office/drawing/2014/main" id="{68D0792D-793F-7DBA-C0B0-FCB9BCA85C34}"/>
                </a:ext>
              </a:extLst>
            </p:cNvPr>
            <p:cNvSpPr>
              <a:spLocks noChangeAspect="1"/>
            </p:cNvSpPr>
            <p:nvPr/>
          </p:nvSpPr>
          <p:spPr>
            <a:xfrm>
              <a:off x="1155180" y="1894298"/>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p>
          </p:txBody>
        </p:sp>
        <mc:AlternateContent xmlns:mc="http://schemas.openxmlformats.org/markup-compatibility/2006" xmlns:a14="http://schemas.microsoft.com/office/drawing/2010/main">
          <mc:Choice Requires="a14">
            <p:sp>
              <p:nvSpPr>
                <p:cNvPr id="85" name="TextBox 84">
                  <a:extLst>
                    <a:ext uri="{FF2B5EF4-FFF2-40B4-BE49-F238E27FC236}">
                      <a16:creationId xmlns:a16="http://schemas.microsoft.com/office/drawing/2014/main" id="{A611AC3D-7EA1-2CA5-A0C1-85AAC25E2E17}"/>
                    </a:ext>
                  </a:extLst>
                </p:cNvPr>
                <p:cNvSpPr txBox="1"/>
                <p:nvPr/>
              </p:nvSpPr>
              <p:spPr>
                <a:xfrm>
                  <a:off x="1097393" y="1886274"/>
                  <a:ext cx="518558" cy="307777"/>
                </a:xfrm>
                <a:prstGeom prst="rect">
                  <a:avLst/>
                </a:prstGeom>
                <a:noFill/>
              </p:spPr>
              <p:txBody>
                <a:bodyPr wrap="square">
                  <a:spAutoFit/>
                </a:bodyPr>
                <a:lstStyle/>
                <a:p>
                  <a:pPr/>
                  <a14:m>
                    <m:oMathPara xmlns:m="http://schemas.openxmlformats.org/officeDocument/2006/math">
                      <m:oMath>
                        <m:sSub>
                          <m:sSubPr>
                            <m:ctrlPr>
                              <a:rPr lang="de-DE" sz="1400" b="0" i="1" smtClean="0">
                                <a:solidFill>
                                  <a:schemeClr val="bg1"/>
                                </a:solidFill>
                                <a:latin typeface="Cambria Math" panose="02040503050406030204" pitchFamily="18" charset="0"/>
                              </a:rPr>
                            </m:ctrlPr>
                          </m:sSubPr>
                          <m:e>
                            <m:r>
                              <m:rPr>
                                <m:sty m:val="p"/>
                              </m:rPr>
                              <a:rPr lang="de-DE" sz="1400" b="0" i="1" smtClean="0">
                                <a:solidFill>
                                  <a:schemeClr val="bg1"/>
                                </a:solidFill>
                                <a:latin typeface="Cambria Math" panose="02040503050406030204" pitchFamily="18" charset="0"/>
                              </a:rPr>
                              <m:t>r</m:t>
                            </m:r>
                          </m:e>
                          <m:sub>
                            <m:r>
                              <m:rPr>
                                <m:sty m:val="p"/>
                              </m:rPr>
                              <a:rPr lang="de-DE" sz="1400" b="0" i="1" smtClean="0">
                                <a:solidFill>
                                  <a:schemeClr val="bg1"/>
                                </a:solidFill>
                                <a:latin typeface="Cambria Math" panose="02040503050406030204" pitchFamily="18" charset="0"/>
                              </a:rPr>
                              <m:t>Ds</m:t>
                            </m:r>
                          </m:sub>
                        </m:sSub>
                      </m:oMath>
                    </m:oMathPara>
                  </a14:m>
                  <a:endParaRPr lang="en-US" sz="1400" dirty="0">
                    <a:solidFill>
                      <a:schemeClr val="bg1"/>
                    </a:solidFill>
                  </a:endParaRPr>
                </a:p>
              </p:txBody>
            </p:sp>
          </mc:Choice>
          <mc:Fallback xmlns="">
            <p:sp>
              <p:nvSpPr>
                <p:cNvPr id="85" name="TextBox 84">
                  <a:extLst>
                    <a:ext uri="{FF2B5EF4-FFF2-40B4-BE49-F238E27FC236}">
                      <a16:creationId xmlns:a16="http://schemas.microsoft.com/office/drawing/2014/main" id="{A611AC3D-7EA1-2CA5-A0C1-85AAC25E2E17}"/>
                    </a:ext>
                  </a:extLst>
                </p:cNvPr>
                <p:cNvSpPr txBox="1">
                  <a:spLocks noRot="1" noChangeAspect="1" noMove="1" noResize="1" noEditPoints="1" noAdjustHandles="1" noChangeArrowheads="1" noChangeShapeType="1" noTextEdit="1"/>
                </p:cNvSpPr>
                <p:nvPr/>
              </p:nvSpPr>
              <p:spPr>
                <a:xfrm>
                  <a:off x="1097393" y="1886274"/>
                  <a:ext cx="518558" cy="307777"/>
                </a:xfrm>
                <a:prstGeom prst="rect">
                  <a:avLst/>
                </a:prstGeom>
                <a:blipFill>
                  <a:blip r:embed="rId11"/>
                  <a:stretch>
                    <a:fillRect b="-29730"/>
                  </a:stretch>
                </a:blipFill>
              </p:spPr>
              <p:txBody>
                <a:bodyPr/>
                <a:lstStyle/>
                <a:p>
                  <a:r>
                    <a:rPr lang="en-US">
                      <a:noFill/>
                    </a:rPr>
                    <a:t> </a:t>
                  </a:r>
                </a:p>
              </p:txBody>
            </p:sp>
          </mc:Fallback>
        </mc:AlternateContent>
        <p:sp>
          <p:nvSpPr>
            <p:cNvPr id="86" name="Oval 85">
              <a:extLst>
                <a:ext uri="{FF2B5EF4-FFF2-40B4-BE49-F238E27FC236}">
                  <a16:creationId xmlns:a16="http://schemas.microsoft.com/office/drawing/2014/main" id="{9BDA7625-51F2-7B20-7264-083B3D175279}"/>
                </a:ext>
              </a:extLst>
            </p:cNvPr>
            <p:cNvSpPr>
              <a:spLocks noChangeAspect="1"/>
            </p:cNvSpPr>
            <p:nvPr/>
          </p:nvSpPr>
          <p:spPr>
            <a:xfrm>
              <a:off x="2221387" y="1004799"/>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p>
          </p:txBody>
        </p:sp>
        <mc:AlternateContent xmlns:mc="http://schemas.openxmlformats.org/markup-compatibility/2006" xmlns:a14="http://schemas.microsoft.com/office/drawing/2010/main">
          <mc:Choice Requires="a14">
            <p:sp>
              <p:nvSpPr>
                <p:cNvPr id="87" name="TextBox 86">
                  <a:extLst>
                    <a:ext uri="{FF2B5EF4-FFF2-40B4-BE49-F238E27FC236}">
                      <a16:creationId xmlns:a16="http://schemas.microsoft.com/office/drawing/2014/main" id="{505F44FE-450C-62C1-A605-EC3C5292BD77}"/>
                    </a:ext>
                  </a:extLst>
                </p:cNvPr>
                <p:cNvSpPr txBox="1"/>
                <p:nvPr/>
              </p:nvSpPr>
              <p:spPr>
                <a:xfrm>
                  <a:off x="2166526" y="976223"/>
                  <a:ext cx="518558" cy="326949"/>
                </a:xfrm>
                <a:prstGeom prst="rect">
                  <a:avLst/>
                </a:prstGeom>
                <a:noFill/>
              </p:spPr>
              <p:txBody>
                <a:bodyPr wrap="square">
                  <a:spAutoFit/>
                </a:bodyPr>
                <a:lstStyle/>
                <a:p>
                  <a:pPr/>
                  <a14:m>
                    <m:oMathPara xmlns:m="http://schemas.openxmlformats.org/officeDocument/2006/math">
                      <m:oMath>
                        <m:sSub>
                          <m:sSubPr>
                            <m:ctrlPr>
                              <a:rPr lang="de-DE" sz="1400" b="0" i="1" smtClean="0">
                                <a:solidFill>
                                  <a:schemeClr val="bg1"/>
                                </a:solidFill>
                                <a:latin typeface="Cambria Math" panose="02040503050406030204" pitchFamily="18" charset="0"/>
                              </a:rPr>
                            </m:ctrlPr>
                          </m:sSubPr>
                          <m:e>
                            <m:r>
                              <m:rPr>
                                <m:sty m:val="p"/>
                              </m:rPr>
                              <a:rPr lang="de-DE" sz="1400" b="0" i="1" smtClean="0">
                                <a:solidFill>
                                  <a:schemeClr val="bg1"/>
                                </a:solidFill>
                                <a:latin typeface="Cambria Math" panose="02040503050406030204" pitchFamily="18" charset="0"/>
                              </a:rPr>
                              <m:t>r</m:t>
                            </m:r>
                          </m:e>
                          <m:sub>
                            <m:r>
                              <m:rPr>
                                <m:sty m:val="p"/>
                              </m:rPr>
                              <a:rPr lang="de-DE" sz="1400" b="0" i="1" smtClean="0">
                                <a:solidFill>
                                  <a:schemeClr val="bg1"/>
                                </a:solidFill>
                                <a:latin typeface="Cambria Math" panose="02040503050406030204" pitchFamily="18" charset="0"/>
                              </a:rPr>
                              <m:t>Dp</m:t>
                            </m:r>
                          </m:sub>
                        </m:sSub>
                      </m:oMath>
                    </m:oMathPara>
                  </a14:m>
                  <a:endParaRPr lang="en-US" sz="1400" dirty="0">
                    <a:solidFill>
                      <a:schemeClr val="bg1"/>
                    </a:solidFill>
                  </a:endParaRPr>
                </a:p>
              </p:txBody>
            </p:sp>
          </mc:Choice>
          <mc:Fallback xmlns="">
            <p:sp>
              <p:nvSpPr>
                <p:cNvPr id="87" name="TextBox 86">
                  <a:extLst>
                    <a:ext uri="{FF2B5EF4-FFF2-40B4-BE49-F238E27FC236}">
                      <a16:creationId xmlns:a16="http://schemas.microsoft.com/office/drawing/2014/main" id="{505F44FE-450C-62C1-A605-EC3C5292BD77}"/>
                    </a:ext>
                  </a:extLst>
                </p:cNvPr>
                <p:cNvSpPr txBox="1">
                  <a:spLocks noRot="1" noChangeAspect="1" noMove="1" noResize="1" noEditPoints="1" noAdjustHandles="1" noChangeArrowheads="1" noChangeShapeType="1" noTextEdit="1"/>
                </p:cNvSpPr>
                <p:nvPr/>
              </p:nvSpPr>
              <p:spPr>
                <a:xfrm>
                  <a:off x="2166526" y="976223"/>
                  <a:ext cx="518558" cy="326949"/>
                </a:xfrm>
                <a:prstGeom prst="rect">
                  <a:avLst/>
                </a:prstGeom>
                <a:blipFill>
                  <a:blip r:embed="rId12"/>
                  <a:stretch>
                    <a:fillRect r="-1587" b="-37500"/>
                  </a:stretch>
                </a:blipFill>
              </p:spPr>
              <p:txBody>
                <a:bodyPr/>
                <a:lstStyle/>
                <a:p>
                  <a:r>
                    <a:rPr lang="en-US">
                      <a:noFill/>
                    </a:rPr>
                    <a:t> </a:t>
                  </a:r>
                </a:p>
              </p:txBody>
            </p:sp>
          </mc:Fallback>
        </mc:AlternateContent>
        <p:cxnSp>
          <p:nvCxnSpPr>
            <p:cNvPr id="89" name="Straight Arrow Connector 88">
              <a:extLst>
                <a:ext uri="{FF2B5EF4-FFF2-40B4-BE49-F238E27FC236}">
                  <a16:creationId xmlns:a16="http://schemas.microsoft.com/office/drawing/2014/main" id="{1838D44A-9A9A-3F40-AD5B-EAA01B7B6193}"/>
                </a:ext>
              </a:extLst>
            </p:cNvPr>
            <p:cNvCxnSpPr>
              <a:cxnSpLocks/>
              <a:stCxn id="67" idx="3"/>
              <a:endCxn id="81" idx="2"/>
            </p:cNvCxnSpPr>
            <p:nvPr/>
          </p:nvCxnSpPr>
          <p:spPr>
            <a:xfrm flipV="1">
              <a:off x="503086" y="1191650"/>
              <a:ext cx="548613" cy="308494"/>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0" name="Straight Arrow Connector 89">
              <a:extLst>
                <a:ext uri="{FF2B5EF4-FFF2-40B4-BE49-F238E27FC236}">
                  <a16:creationId xmlns:a16="http://schemas.microsoft.com/office/drawing/2014/main" id="{EF8AA7E1-88B3-3464-D690-B8B27F62CADC}"/>
                </a:ext>
              </a:extLst>
            </p:cNvPr>
            <p:cNvCxnSpPr>
              <a:cxnSpLocks/>
              <a:stCxn id="67" idx="3"/>
              <a:endCxn id="83" idx="2"/>
            </p:cNvCxnSpPr>
            <p:nvPr/>
          </p:nvCxnSpPr>
          <p:spPr>
            <a:xfrm>
              <a:off x="503086" y="1500144"/>
              <a:ext cx="652094" cy="584862"/>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1" name="Straight Arrow Connector 90">
              <a:extLst>
                <a:ext uri="{FF2B5EF4-FFF2-40B4-BE49-F238E27FC236}">
                  <a16:creationId xmlns:a16="http://schemas.microsoft.com/office/drawing/2014/main" id="{C855F065-7E81-F860-13EB-AF907BEF8D11}"/>
                </a:ext>
              </a:extLst>
            </p:cNvPr>
            <p:cNvCxnSpPr>
              <a:cxnSpLocks/>
              <a:stCxn id="81" idx="6"/>
              <a:endCxn id="86" idx="2"/>
            </p:cNvCxnSpPr>
            <p:nvPr/>
          </p:nvCxnSpPr>
          <p:spPr>
            <a:xfrm>
              <a:off x="1433113" y="1191650"/>
              <a:ext cx="788274" cy="3858"/>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2" name="Straight Arrow Connector 91">
              <a:extLst>
                <a:ext uri="{FF2B5EF4-FFF2-40B4-BE49-F238E27FC236}">
                  <a16:creationId xmlns:a16="http://schemas.microsoft.com/office/drawing/2014/main" id="{91B36464-37A9-D08B-DE23-CAFD0F59854F}"/>
                </a:ext>
              </a:extLst>
            </p:cNvPr>
            <p:cNvCxnSpPr>
              <a:cxnSpLocks/>
              <a:stCxn id="83" idx="6"/>
              <a:endCxn id="98" idx="2"/>
            </p:cNvCxnSpPr>
            <p:nvPr/>
          </p:nvCxnSpPr>
          <p:spPr>
            <a:xfrm>
              <a:off x="1536594" y="2085006"/>
              <a:ext cx="1447412" cy="33588"/>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3" name="Straight Arrow Connector 92">
              <a:extLst>
                <a:ext uri="{FF2B5EF4-FFF2-40B4-BE49-F238E27FC236}">
                  <a16:creationId xmlns:a16="http://schemas.microsoft.com/office/drawing/2014/main" id="{399E999A-4498-F64D-8E66-7E4DDC33F51A}"/>
                </a:ext>
              </a:extLst>
            </p:cNvPr>
            <p:cNvCxnSpPr>
              <a:cxnSpLocks/>
              <a:stCxn id="86" idx="6"/>
            </p:cNvCxnSpPr>
            <p:nvPr/>
          </p:nvCxnSpPr>
          <p:spPr>
            <a:xfrm>
              <a:off x="2602801" y="1195507"/>
              <a:ext cx="1532016" cy="14542"/>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94" name="TextBox 93">
                  <a:extLst>
                    <a:ext uri="{FF2B5EF4-FFF2-40B4-BE49-F238E27FC236}">
                      <a16:creationId xmlns:a16="http://schemas.microsoft.com/office/drawing/2014/main" id="{E4006BDD-0469-11F3-C394-05561E7E1D2C}"/>
                    </a:ext>
                  </a:extLst>
                </p:cNvPr>
                <p:cNvSpPr txBox="1"/>
                <p:nvPr/>
              </p:nvSpPr>
              <p:spPr>
                <a:xfrm>
                  <a:off x="2910701" y="827267"/>
                  <a:ext cx="507796" cy="307777"/>
                </a:xfrm>
                <a:prstGeom prst="rect">
                  <a:avLst/>
                </a:prstGeom>
                <a:noFill/>
              </p:spPr>
              <p:txBody>
                <a:bodyPr wrap="square">
                  <a:spAutoFit/>
                </a:bodyPr>
                <a:lstStyle/>
                <a:p>
                  <a:pPr/>
                  <a14:m>
                    <m:oMathPara xmlns:m="http://schemas.openxmlformats.org/officeDocument/2006/math">
                      <m:oMath>
                        <m:sSub>
                          <m:sSubPr>
                            <m:ctrlPr>
                              <a:rPr lang="de-DE" sz="1400" b="0" i="0" smtClean="0">
                                <a:solidFill>
                                  <a:schemeClr val="tx1"/>
                                </a:solidFill>
                                <a:latin typeface="Cambria Math" panose="02040503050406030204" pitchFamily="18" charset="0"/>
                              </a:rPr>
                            </m:ctrlPr>
                          </m:sSubPr>
                          <m:e>
                            <m:r>
                              <m:rPr>
                                <m:sty m:val="p"/>
                              </m:rPr>
                              <a:rPr lang="de-DE" sz="1400" b="0" i="0" smtClean="0">
                                <a:solidFill>
                                  <a:schemeClr val="tx1"/>
                                </a:solidFill>
                                <a:latin typeface="Cambria Math" panose="02040503050406030204" pitchFamily="18" charset="0"/>
                              </a:rPr>
                              <m:t>m</m:t>
                            </m:r>
                          </m:e>
                          <m:sub>
                            <m:r>
                              <m:rPr>
                                <m:sty m:val="p"/>
                              </m:rPr>
                              <a:rPr lang="de-DE" sz="1400" b="0" i="1" smtClean="0">
                                <a:solidFill>
                                  <a:schemeClr val="tx1"/>
                                </a:solidFill>
                                <a:latin typeface="Cambria Math" panose="02040503050406030204" pitchFamily="18" charset="0"/>
                              </a:rPr>
                              <m:t>d</m:t>
                            </m:r>
                          </m:sub>
                        </m:sSub>
                      </m:oMath>
                    </m:oMathPara>
                  </a14:m>
                  <a:endParaRPr lang="en-US" sz="1400" dirty="0">
                    <a:solidFill>
                      <a:schemeClr val="tx1"/>
                    </a:solidFill>
                  </a:endParaRPr>
                </a:p>
              </p:txBody>
            </p:sp>
          </mc:Choice>
          <mc:Fallback xmlns="">
            <p:sp>
              <p:nvSpPr>
                <p:cNvPr id="94" name="TextBox 93">
                  <a:extLst>
                    <a:ext uri="{FF2B5EF4-FFF2-40B4-BE49-F238E27FC236}">
                      <a16:creationId xmlns:a16="http://schemas.microsoft.com/office/drawing/2014/main" id="{E4006BDD-0469-11F3-C394-05561E7E1D2C}"/>
                    </a:ext>
                  </a:extLst>
                </p:cNvPr>
                <p:cNvSpPr txBox="1">
                  <a:spLocks noRot="1" noChangeAspect="1" noMove="1" noResize="1" noEditPoints="1" noAdjustHandles="1" noChangeArrowheads="1" noChangeShapeType="1" noTextEdit="1"/>
                </p:cNvSpPr>
                <p:nvPr/>
              </p:nvSpPr>
              <p:spPr>
                <a:xfrm>
                  <a:off x="2910701" y="827267"/>
                  <a:ext cx="507796" cy="307777"/>
                </a:xfrm>
                <a:prstGeom prst="rect">
                  <a:avLst/>
                </a:prstGeom>
                <a:blipFill>
                  <a:blip r:embed="rId13"/>
                  <a:stretch>
                    <a:fillRect b="-3243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5" name="TextBox 94">
                  <a:extLst>
                    <a:ext uri="{FF2B5EF4-FFF2-40B4-BE49-F238E27FC236}">
                      <a16:creationId xmlns:a16="http://schemas.microsoft.com/office/drawing/2014/main" id="{A5A3BBC0-A1D1-ADE0-43AB-D59AC0CE3F30}"/>
                    </a:ext>
                  </a:extLst>
                </p:cNvPr>
                <p:cNvSpPr txBox="1"/>
                <p:nvPr/>
              </p:nvSpPr>
              <p:spPr>
                <a:xfrm>
                  <a:off x="1551725" y="814672"/>
                  <a:ext cx="507796" cy="307777"/>
                </a:xfrm>
                <a:prstGeom prst="rect">
                  <a:avLst/>
                </a:prstGeom>
                <a:noFill/>
              </p:spPr>
              <p:txBody>
                <a:bodyPr wrap="square">
                  <a:spAutoFit/>
                </a:bodyPr>
                <a:lstStyle/>
                <a:p>
                  <a:pPr/>
                  <a14:m>
                    <m:oMathPara xmlns:m="http://schemas.openxmlformats.org/officeDocument/2006/math">
                      <m:oMath>
                        <m:sSub>
                          <m:sSubPr>
                            <m:ctrlPr>
                              <a:rPr lang="de-DE" sz="1400" b="0" i="0" smtClean="0">
                                <a:solidFill>
                                  <a:schemeClr val="tx1"/>
                                </a:solidFill>
                                <a:latin typeface="Cambria Math" panose="02040503050406030204" pitchFamily="18" charset="0"/>
                              </a:rPr>
                            </m:ctrlPr>
                          </m:sSubPr>
                          <m:e>
                            <m:r>
                              <m:rPr>
                                <m:sty m:val="p"/>
                              </m:rPr>
                              <a:rPr lang="de-DE" sz="1400" b="0" i="0" smtClean="0">
                                <a:solidFill>
                                  <a:schemeClr val="tx1"/>
                                </a:solidFill>
                                <a:latin typeface="Cambria Math" panose="02040503050406030204" pitchFamily="18" charset="0"/>
                              </a:rPr>
                              <m:t>m</m:t>
                            </m:r>
                          </m:e>
                          <m:sub>
                            <m:r>
                              <m:rPr>
                                <m:sty m:val="p"/>
                              </m:rPr>
                              <a:rPr lang="de-DE" sz="1400" b="0" i="1" smtClean="0">
                                <a:solidFill>
                                  <a:schemeClr val="tx1"/>
                                </a:solidFill>
                                <a:latin typeface="Cambria Math" panose="02040503050406030204" pitchFamily="18" charset="0"/>
                              </a:rPr>
                              <m:t>Df</m:t>
                            </m:r>
                          </m:sub>
                        </m:sSub>
                      </m:oMath>
                    </m:oMathPara>
                  </a14:m>
                  <a:endParaRPr lang="en-US" sz="1400" dirty="0">
                    <a:solidFill>
                      <a:schemeClr val="tx1"/>
                    </a:solidFill>
                  </a:endParaRPr>
                </a:p>
              </p:txBody>
            </p:sp>
          </mc:Choice>
          <mc:Fallback xmlns="">
            <p:sp>
              <p:nvSpPr>
                <p:cNvPr id="95" name="TextBox 94">
                  <a:extLst>
                    <a:ext uri="{FF2B5EF4-FFF2-40B4-BE49-F238E27FC236}">
                      <a16:creationId xmlns:a16="http://schemas.microsoft.com/office/drawing/2014/main" id="{A5A3BBC0-A1D1-ADE0-43AB-D59AC0CE3F30}"/>
                    </a:ext>
                  </a:extLst>
                </p:cNvPr>
                <p:cNvSpPr txBox="1">
                  <a:spLocks noRot="1" noChangeAspect="1" noMove="1" noResize="1" noEditPoints="1" noAdjustHandles="1" noChangeArrowheads="1" noChangeShapeType="1" noTextEdit="1"/>
                </p:cNvSpPr>
                <p:nvPr/>
              </p:nvSpPr>
              <p:spPr>
                <a:xfrm>
                  <a:off x="1551725" y="814672"/>
                  <a:ext cx="507796" cy="307777"/>
                </a:xfrm>
                <a:prstGeom prst="rect">
                  <a:avLst/>
                </a:prstGeom>
                <a:blipFill>
                  <a:blip r:embed="rId14"/>
                  <a:stretch>
                    <a:fillRect r="-11290" b="-297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7" name="TextBox 96">
                  <a:extLst>
                    <a:ext uri="{FF2B5EF4-FFF2-40B4-BE49-F238E27FC236}">
                      <a16:creationId xmlns:a16="http://schemas.microsoft.com/office/drawing/2014/main" id="{6620A1A8-5774-2562-751E-BB4229884838}"/>
                    </a:ext>
                  </a:extLst>
                </p:cNvPr>
                <p:cNvSpPr txBox="1"/>
                <p:nvPr/>
              </p:nvSpPr>
              <p:spPr>
                <a:xfrm>
                  <a:off x="1957366" y="2049302"/>
                  <a:ext cx="507796" cy="307777"/>
                </a:xfrm>
                <a:prstGeom prst="rect">
                  <a:avLst/>
                </a:prstGeom>
                <a:noFill/>
              </p:spPr>
              <p:txBody>
                <a:bodyPr wrap="square">
                  <a:spAutoFit/>
                </a:bodyPr>
                <a:lstStyle/>
                <a:p>
                  <a:pPr/>
                  <a14:m>
                    <m:oMathPara xmlns:m="http://schemas.openxmlformats.org/officeDocument/2006/math">
                      <m:oMath>
                        <m:sSub>
                          <m:sSubPr>
                            <m:ctrlPr>
                              <a:rPr lang="de-DE" sz="1400" b="0" i="0" smtClean="0">
                                <a:solidFill>
                                  <a:schemeClr val="tx1"/>
                                </a:solidFill>
                                <a:latin typeface="Cambria Math" panose="02040503050406030204" pitchFamily="18" charset="0"/>
                              </a:rPr>
                            </m:ctrlPr>
                          </m:sSubPr>
                          <m:e>
                            <m:r>
                              <m:rPr>
                                <m:sty m:val="p"/>
                              </m:rPr>
                              <a:rPr lang="de-DE" sz="1400" b="0" i="0" smtClean="0">
                                <a:solidFill>
                                  <a:schemeClr val="tx1"/>
                                </a:solidFill>
                                <a:latin typeface="Cambria Math" panose="02040503050406030204" pitchFamily="18" charset="0"/>
                              </a:rPr>
                              <m:t>m</m:t>
                            </m:r>
                          </m:e>
                          <m:sub>
                            <m:r>
                              <m:rPr>
                                <m:sty m:val="p"/>
                              </m:rPr>
                              <a:rPr lang="de-DE" sz="1400" b="0" i="1" smtClean="0">
                                <a:solidFill>
                                  <a:schemeClr val="tx1"/>
                                </a:solidFill>
                                <a:latin typeface="Cambria Math" panose="02040503050406030204" pitchFamily="18" charset="0"/>
                              </a:rPr>
                              <m:t>Ds</m:t>
                            </m:r>
                          </m:sub>
                        </m:sSub>
                      </m:oMath>
                    </m:oMathPara>
                  </a14:m>
                  <a:endParaRPr lang="en-US" sz="1400" dirty="0">
                    <a:solidFill>
                      <a:schemeClr val="tx1"/>
                    </a:solidFill>
                  </a:endParaRPr>
                </a:p>
              </p:txBody>
            </p:sp>
          </mc:Choice>
          <mc:Fallback xmlns="">
            <p:sp>
              <p:nvSpPr>
                <p:cNvPr id="97" name="TextBox 96">
                  <a:extLst>
                    <a:ext uri="{FF2B5EF4-FFF2-40B4-BE49-F238E27FC236}">
                      <a16:creationId xmlns:a16="http://schemas.microsoft.com/office/drawing/2014/main" id="{6620A1A8-5774-2562-751E-BB4229884838}"/>
                    </a:ext>
                  </a:extLst>
                </p:cNvPr>
                <p:cNvSpPr txBox="1">
                  <a:spLocks noRot="1" noChangeAspect="1" noMove="1" noResize="1" noEditPoints="1" noAdjustHandles="1" noChangeArrowheads="1" noChangeShapeType="1" noTextEdit="1"/>
                </p:cNvSpPr>
                <p:nvPr/>
              </p:nvSpPr>
              <p:spPr>
                <a:xfrm>
                  <a:off x="1957366" y="2049302"/>
                  <a:ext cx="507796" cy="307777"/>
                </a:xfrm>
                <a:prstGeom prst="rect">
                  <a:avLst/>
                </a:prstGeom>
                <a:blipFill>
                  <a:blip r:embed="rId15"/>
                  <a:stretch>
                    <a:fillRect r="-16393" b="-26316"/>
                  </a:stretch>
                </a:blipFill>
              </p:spPr>
              <p:txBody>
                <a:bodyPr/>
                <a:lstStyle/>
                <a:p>
                  <a:r>
                    <a:rPr lang="en-US">
                      <a:noFill/>
                    </a:rPr>
                    <a:t> </a:t>
                  </a:r>
                </a:p>
              </p:txBody>
            </p:sp>
          </mc:Fallback>
        </mc:AlternateContent>
        <p:sp>
          <p:nvSpPr>
            <p:cNvPr id="98" name="Oval 97">
              <a:extLst>
                <a:ext uri="{FF2B5EF4-FFF2-40B4-BE49-F238E27FC236}">
                  <a16:creationId xmlns:a16="http://schemas.microsoft.com/office/drawing/2014/main" id="{E112F23B-D658-D372-9B49-B20DABCDCE10}"/>
                </a:ext>
              </a:extLst>
            </p:cNvPr>
            <p:cNvSpPr>
              <a:spLocks noChangeAspect="1"/>
            </p:cNvSpPr>
            <p:nvPr/>
          </p:nvSpPr>
          <p:spPr>
            <a:xfrm>
              <a:off x="2984006" y="1927886"/>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p>
          </p:txBody>
        </p:sp>
        <mc:AlternateContent xmlns:mc="http://schemas.openxmlformats.org/markup-compatibility/2006" xmlns:a14="http://schemas.microsoft.com/office/drawing/2010/main">
          <mc:Choice Requires="a14">
            <p:sp>
              <p:nvSpPr>
                <p:cNvPr id="100" name="TextBox 99">
                  <a:extLst>
                    <a:ext uri="{FF2B5EF4-FFF2-40B4-BE49-F238E27FC236}">
                      <a16:creationId xmlns:a16="http://schemas.microsoft.com/office/drawing/2014/main" id="{3D5A46AE-3C93-B50E-9782-FD9DBAEE4586}"/>
                    </a:ext>
                  </a:extLst>
                </p:cNvPr>
                <p:cNvSpPr txBox="1"/>
                <p:nvPr/>
              </p:nvSpPr>
              <p:spPr>
                <a:xfrm>
                  <a:off x="2918451" y="1889534"/>
                  <a:ext cx="518558" cy="307777"/>
                </a:xfrm>
                <a:prstGeom prst="rect">
                  <a:avLst/>
                </a:prstGeom>
                <a:noFill/>
              </p:spPr>
              <p:txBody>
                <a:bodyPr wrap="square">
                  <a:spAutoFit/>
                </a:bodyPr>
                <a:lstStyle/>
                <a:p>
                  <a:pPr/>
                  <a14:m>
                    <m:oMathPara xmlns:m="http://schemas.openxmlformats.org/officeDocument/2006/math">
                      <m:oMath>
                        <m:sSub>
                          <m:sSubPr>
                            <m:ctrlPr>
                              <a:rPr lang="de-DE" sz="1400" b="0" i="1" smtClean="0">
                                <a:solidFill>
                                  <a:schemeClr val="bg1"/>
                                </a:solidFill>
                                <a:latin typeface="Cambria Math" panose="02040503050406030204" pitchFamily="18" charset="0"/>
                              </a:rPr>
                            </m:ctrlPr>
                          </m:sSubPr>
                          <m:e>
                            <m:r>
                              <m:rPr>
                                <m:sty m:val="p"/>
                              </m:rPr>
                              <a:rPr lang="de-DE" sz="1400" b="0" i="1" smtClean="0">
                                <a:solidFill>
                                  <a:schemeClr val="bg1"/>
                                </a:solidFill>
                                <a:latin typeface="Cambria Math" panose="02040503050406030204" pitchFamily="18" charset="0"/>
                              </a:rPr>
                              <m:t>r</m:t>
                            </m:r>
                          </m:e>
                          <m:sub>
                            <m:r>
                              <m:rPr>
                                <m:sty m:val="p"/>
                              </m:rPr>
                              <a:rPr lang="de-DE" sz="1400" b="0" i="1" smtClean="0">
                                <a:solidFill>
                                  <a:schemeClr val="bg1"/>
                                </a:solidFill>
                                <a:latin typeface="Cambria Math" panose="02040503050406030204" pitchFamily="18" charset="0"/>
                              </a:rPr>
                              <m:t>Di</m:t>
                            </m:r>
                          </m:sub>
                        </m:sSub>
                      </m:oMath>
                    </m:oMathPara>
                  </a14:m>
                  <a:endParaRPr lang="en-US" sz="1400" dirty="0">
                    <a:solidFill>
                      <a:schemeClr val="bg1"/>
                    </a:solidFill>
                  </a:endParaRPr>
                </a:p>
              </p:txBody>
            </p:sp>
          </mc:Choice>
          <mc:Fallback xmlns="">
            <p:sp>
              <p:nvSpPr>
                <p:cNvPr id="100" name="TextBox 99">
                  <a:extLst>
                    <a:ext uri="{FF2B5EF4-FFF2-40B4-BE49-F238E27FC236}">
                      <a16:creationId xmlns:a16="http://schemas.microsoft.com/office/drawing/2014/main" id="{3D5A46AE-3C93-B50E-9782-FD9DBAEE4586}"/>
                    </a:ext>
                  </a:extLst>
                </p:cNvPr>
                <p:cNvSpPr txBox="1">
                  <a:spLocks noRot="1" noChangeAspect="1" noMove="1" noResize="1" noEditPoints="1" noAdjustHandles="1" noChangeArrowheads="1" noChangeShapeType="1" noTextEdit="1"/>
                </p:cNvSpPr>
                <p:nvPr/>
              </p:nvSpPr>
              <p:spPr>
                <a:xfrm>
                  <a:off x="2918451" y="1889534"/>
                  <a:ext cx="518558" cy="307777"/>
                </a:xfrm>
                <a:prstGeom prst="rect">
                  <a:avLst/>
                </a:prstGeom>
                <a:blipFill>
                  <a:blip r:embed="rId16"/>
                  <a:stretch>
                    <a:fillRect b="-29730"/>
                  </a:stretch>
                </a:blipFill>
              </p:spPr>
              <p:txBody>
                <a:bodyPr/>
                <a:lstStyle/>
                <a:p>
                  <a:r>
                    <a:rPr lang="en-US">
                      <a:noFill/>
                    </a:rPr>
                    <a:t> </a:t>
                  </a:r>
                </a:p>
              </p:txBody>
            </p:sp>
          </mc:Fallback>
        </mc:AlternateContent>
        <p:cxnSp>
          <p:nvCxnSpPr>
            <p:cNvPr id="101" name="Straight Arrow Connector 100">
              <a:extLst>
                <a:ext uri="{FF2B5EF4-FFF2-40B4-BE49-F238E27FC236}">
                  <a16:creationId xmlns:a16="http://schemas.microsoft.com/office/drawing/2014/main" id="{EFF52331-85C0-8594-6D27-0D80FC66ABD9}"/>
                </a:ext>
              </a:extLst>
            </p:cNvPr>
            <p:cNvCxnSpPr>
              <a:cxnSpLocks/>
              <a:stCxn id="94" idx="2"/>
              <a:endCxn id="98" idx="0"/>
            </p:cNvCxnSpPr>
            <p:nvPr/>
          </p:nvCxnSpPr>
          <p:spPr>
            <a:xfrm>
              <a:off x="3164599" y="1135044"/>
              <a:ext cx="10114" cy="792842"/>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09" name="TextBox 108">
                  <a:extLst>
                    <a:ext uri="{FF2B5EF4-FFF2-40B4-BE49-F238E27FC236}">
                      <a16:creationId xmlns:a16="http://schemas.microsoft.com/office/drawing/2014/main" id="{7A21A275-1EDB-0055-8693-3F5FEAA413D2}"/>
                    </a:ext>
                  </a:extLst>
                </p:cNvPr>
                <p:cNvSpPr txBox="1"/>
                <p:nvPr/>
              </p:nvSpPr>
              <p:spPr>
                <a:xfrm>
                  <a:off x="3796741" y="718517"/>
                  <a:ext cx="499367" cy="338554"/>
                </a:xfrm>
                <a:prstGeom prst="rect">
                  <a:avLst/>
                </a:prstGeom>
                <a:noFill/>
              </p:spPr>
              <p:txBody>
                <a:bodyPr wrap="none" rtlCol="0">
                  <a:spAutoFit/>
                </a:bodyPr>
                <a:lstStyle/>
                <a:p>
                  <a:pPr/>
                  <a14:m>
                    <m:oMathPara xmlns:m="http://schemas.openxmlformats.org/officeDocument/2006/math">
                      <m:oMath>
                        <m:sSub>
                          <m:sSubPr>
                            <m:ctrlPr>
                              <a:rPr lang="de-DE" sz="1600" b="0" i="1" smtClean="0">
                                <a:latin typeface="Cambria Math" panose="02040503050406030204" pitchFamily="18" charset="0"/>
                              </a:rPr>
                            </m:ctrlPr>
                          </m:sSubPr>
                          <m:e>
                            <m:r>
                              <m:rPr>
                                <m:sty m:val="p"/>
                              </m:rPr>
                              <a:rPr lang="de-DE" sz="1600" b="0" i="1" smtClean="0">
                                <a:latin typeface="Cambria Math" panose="02040503050406030204" pitchFamily="18" charset="0"/>
                              </a:rPr>
                              <m:t>m</m:t>
                            </m:r>
                          </m:e>
                          <m:sub>
                            <m:r>
                              <m:rPr>
                                <m:sty m:val="p"/>
                              </m:rPr>
                              <a:rPr lang="de-DE" sz="1600" b="0" i="1" smtClean="0">
                                <a:latin typeface="Cambria Math" panose="02040503050406030204" pitchFamily="18" charset="0"/>
                              </a:rPr>
                              <m:t>d</m:t>
                            </m:r>
                          </m:sub>
                        </m:sSub>
                      </m:oMath>
                    </m:oMathPara>
                  </a14:m>
                  <a:endParaRPr lang="en-US" sz="1600" dirty="0"/>
                </a:p>
              </p:txBody>
            </p:sp>
          </mc:Choice>
          <mc:Fallback xmlns="">
            <p:sp>
              <p:nvSpPr>
                <p:cNvPr id="109" name="TextBox 108">
                  <a:extLst>
                    <a:ext uri="{FF2B5EF4-FFF2-40B4-BE49-F238E27FC236}">
                      <a16:creationId xmlns:a16="http://schemas.microsoft.com/office/drawing/2014/main" id="{7A21A275-1EDB-0055-8693-3F5FEAA413D2}"/>
                    </a:ext>
                  </a:extLst>
                </p:cNvPr>
                <p:cNvSpPr txBox="1">
                  <a:spLocks noRot="1" noChangeAspect="1" noMove="1" noResize="1" noEditPoints="1" noAdjustHandles="1" noChangeArrowheads="1" noChangeShapeType="1" noTextEdit="1"/>
                </p:cNvSpPr>
                <p:nvPr/>
              </p:nvSpPr>
              <p:spPr>
                <a:xfrm>
                  <a:off x="3796741" y="718517"/>
                  <a:ext cx="499367" cy="338554"/>
                </a:xfrm>
                <a:prstGeom prst="rect">
                  <a:avLst/>
                </a:prstGeom>
                <a:blipFill>
                  <a:blip r:embed="rId17"/>
                  <a:stretch>
                    <a:fillRect r="-10000" b="-3170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2" name="TextBox 111">
                  <a:extLst>
                    <a:ext uri="{FF2B5EF4-FFF2-40B4-BE49-F238E27FC236}">
                      <a16:creationId xmlns:a16="http://schemas.microsoft.com/office/drawing/2014/main" id="{846EB8DE-7092-C047-D15D-DAEC7BE39D8F}"/>
                    </a:ext>
                  </a:extLst>
                </p:cNvPr>
                <p:cNvSpPr txBox="1"/>
                <p:nvPr/>
              </p:nvSpPr>
              <p:spPr>
                <a:xfrm>
                  <a:off x="7415254" y="175204"/>
                  <a:ext cx="507796" cy="307777"/>
                </a:xfrm>
                <a:prstGeom prst="rect">
                  <a:avLst/>
                </a:prstGeom>
                <a:noFill/>
              </p:spPr>
              <p:txBody>
                <a:bodyPr wrap="square">
                  <a:spAutoFit/>
                </a:bodyPr>
                <a:lstStyle/>
                <a:p>
                  <a:pPr/>
                  <a14:m>
                    <m:oMathPara xmlns:m="http://schemas.openxmlformats.org/officeDocument/2006/math">
                      <m:oMath>
                        <m:sSub>
                          <m:sSubPr>
                            <m:ctrlPr>
                              <a:rPr lang="de-DE" sz="1400" b="0" i="0" smtClean="0">
                                <a:solidFill>
                                  <a:schemeClr val="tx1"/>
                                </a:solidFill>
                                <a:latin typeface="Cambria Math" panose="02040503050406030204" pitchFamily="18" charset="0"/>
                              </a:rPr>
                            </m:ctrlPr>
                          </m:sSubPr>
                          <m:e>
                            <m:r>
                              <m:rPr>
                                <m:sty m:val="p"/>
                              </m:rPr>
                              <a:rPr lang="de-DE" sz="1400" b="0" i="0" smtClean="0">
                                <a:solidFill>
                                  <a:schemeClr val="tx1"/>
                                </a:solidFill>
                                <a:latin typeface="Cambria Math" panose="02040503050406030204" pitchFamily="18" charset="0"/>
                              </a:rPr>
                              <m:t>m</m:t>
                            </m:r>
                          </m:e>
                          <m:sub>
                            <m:r>
                              <m:rPr>
                                <m:sty m:val="p"/>
                              </m:rPr>
                              <a:rPr lang="de-DE" sz="1400" b="0" i="1" smtClean="0">
                                <a:solidFill>
                                  <a:schemeClr val="tx1"/>
                                </a:solidFill>
                                <a:latin typeface="Cambria Math" panose="02040503050406030204" pitchFamily="18" charset="0"/>
                              </a:rPr>
                              <m:t>c</m:t>
                            </m:r>
                          </m:sub>
                        </m:sSub>
                      </m:oMath>
                    </m:oMathPara>
                  </a14:m>
                  <a:endParaRPr lang="en-US" sz="1400" dirty="0">
                    <a:solidFill>
                      <a:schemeClr val="tx1"/>
                    </a:solidFill>
                  </a:endParaRPr>
                </a:p>
              </p:txBody>
            </p:sp>
          </mc:Choice>
          <mc:Fallback xmlns="">
            <p:sp>
              <p:nvSpPr>
                <p:cNvPr id="112" name="TextBox 111">
                  <a:extLst>
                    <a:ext uri="{FF2B5EF4-FFF2-40B4-BE49-F238E27FC236}">
                      <a16:creationId xmlns:a16="http://schemas.microsoft.com/office/drawing/2014/main" id="{846EB8DE-7092-C047-D15D-DAEC7BE39D8F}"/>
                    </a:ext>
                  </a:extLst>
                </p:cNvPr>
                <p:cNvSpPr txBox="1">
                  <a:spLocks noRot="1" noChangeAspect="1" noMove="1" noResize="1" noEditPoints="1" noAdjustHandles="1" noChangeArrowheads="1" noChangeShapeType="1" noTextEdit="1"/>
                </p:cNvSpPr>
                <p:nvPr/>
              </p:nvSpPr>
              <p:spPr>
                <a:xfrm>
                  <a:off x="7415254" y="175204"/>
                  <a:ext cx="507796" cy="307777"/>
                </a:xfrm>
                <a:prstGeom prst="rect">
                  <a:avLst/>
                </a:prstGeom>
                <a:blipFill>
                  <a:blip r:embed="rId18"/>
                  <a:stretch>
                    <a:fillRect b="-24324"/>
                  </a:stretch>
                </a:blipFill>
              </p:spPr>
              <p:txBody>
                <a:bodyPr/>
                <a:lstStyle/>
                <a:p>
                  <a:r>
                    <a:rPr lang="en-US">
                      <a:noFill/>
                    </a:rPr>
                    <a:t> </a:t>
                  </a:r>
                </a:p>
              </p:txBody>
            </p:sp>
          </mc:Fallback>
        </mc:AlternateContent>
        <p:sp>
          <p:nvSpPr>
            <p:cNvPr id="30" name="Oval 29">
              <a:extLst>
                <a:ext uri="{FF2B5EF4-FFF2-40B4-BE49-F238E27FC236}">
                  <a16:creationId xmlns:a16="http://schemas.microsoft.com/office/drawing/2014/main" id="{B4605C1D-FE79-5308-7FD5-FAC985404601}"/>
                </a:ext>
              </a:extLst>
            </p:cNvPr>
            <p:cNvSpPr>
              <a:spLocks noChangeAspect="1"/>
            </p:cNvSpPr>
            <p:nvPr/>
          </p:nvSpPr>
          <p:spPr>
            <a:xfrm>
              <a:off x="9575979" y="144458"/>
              <a:ext cx="410141" cy="41014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31" name="Oval 30">
              <a:extLst>
                <a:ext uri="{FF2B5EF4-FFF2-40B4-BE49-F238E27FC236}">
                  <a16:creationId xmlns:a16="http://schemas.microsoft.com/office/drawing/2014/main" id="{9DE76AD5-3391-82BB-7AAD-7FEED17EDBED}"/>
                </a:ext>
              </a:extLst>
            </p:cNvPr>
            <p:cNvSpPr>
              <a:spLocks noChangeAspect="1"/>
            </p:cNvSpPr>
            <p:nvPr/>
          </p:nvSpPr>
          <p:spPr>
            <a:xfrm>
              <a:off x="9585689" y="2015561"/>
              <a:ext cx="410141" cy="41014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p>
          </p:txBody>
        </p:sp>
        <p:cxnSp>
          <p:nvCxnSpPr>
            <p:cNvPr id="32" name="Straight Arrow Connector 31">
              <a:extLst>
                <a:ext uri="{FF2B5EF4-FFF2-40B4-BE49-F238E27FC236}">
                  <a16:creationId xmlns:a16="http://schemas.microsoft.com/office/drawing/2014/main" id="{6E47111C-EB98-7261-ED05-2FA0C234924C}"/>
                </a:ext>
              </a:extLst>
            </p:cNvPr>
            <p:cNvCxnSpPr>
              <a:cxnSpLocks/>
              <a:stCxn id="31" idx="6"/>
              <a:endCxn id="43" idx="3"/>
            </p:cNvCxnSpPr>
            <p:nvPr/>
          </p:nvCxnSpPr>
          <p:spPr>
            <a:xfrm flipV="1">
              <a:off x="9995830" y="1422412"/>
              <a:ext cx="806857" cy="798219"/>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a16="http://schemas.microsoft.com/office/drawing/2014/main" id="{3A008666-82A8-9E54-34A6-5C94F04C2EEA}"/>
                </a:ext>
              </a:extLst>
            </p:cNvPr>
            <p:cNvCxnSpPr>
              <a:cxnSpLocks/>
              <a:stCxn id="30" idx="6"/>
              <a:endCxn id="43" idx="1"/>
            </p:cNvCxnSpPr>
            <p:nvPr/>
          </p:nvCxnSpPr>
          <p:spPr>
            <a:xfrm>
              <a:off x="9986120" y="349529"/>
              <a:ext cx="816567" cy="78287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86C57344-3059-C18B-F436-2B6576728399}"/>
                    </a:ext>
                  </a:extLst>
                </p:cNvPr>
                <p:cNvSpPr txBox="1"/>
                <p:nvPr/>
              </p:nvSpPr>
              <p:spPr>
                <a:xfrm>
                  <a:off x="10078291" y="242332"/>
                  <a:ext cx="855270" cy="307777"/>
                </a:xfrm>
                <a:prstGeom prst="rect">
                  <a:avLst/>
                </a:prstGeom>
                <a:noFill/>
              </p:spPr>
              <p:txBody>
                <a:bodyPr wrap="square">
                  <a:spAutoFit/>
                </a:bodyPr>
                <a:lstStyle/>
                <a:p>
                  <a:pPr/>
                  <a14:m>
                    <m:oMathPara xmlns:m="http://schemas.openxmlformats.org/officeDocument/2006/math">
                      <m:oMath>
                        <m:sSub>
                          <m:sSubPr>
                            <m:ctrlPr>
                              <a:rPr lang="de-DE" sz="1400" b="0" i="0" smtClean="0">
                                <a:solidFill>
                                  <a:schemeClr val="tx1"/>
                                </a:solidFill>
                                <a:latin typeface="Cambria Math" panose="02040503050406030204" pitchFamily="18" charset="0"/>
                              </a:rPr>
                            </m:ctrlPr>
                          </m:sSubPr>
                          <m:e>
                            <m:r>
                              <m:rPr>
                                <m:sty m:val="p"/>
                              </m:rPr>
                              <a:rPr lang="de-DE" sz="1400" b="0" i="0" smtClean="0">
                                <a:solidFill>
                                  <a:schemeClr val="tx1"/>
                                </a:solidFill>
                                <a:latin typeface="Cambria Math" panose="02040503050406030204" pitchFamily="18" charset="0"/>
                              </a:rPr>
                              <m:t>m</m:t>
                            </m:r>
                          </m:e>
                          <m:sub>
                            <m:r>
                              <m:rPr>
                                <m:sty m:val="p"/>
                              </m:rPr>
                              <a:rPr lang="de-DE" sz="1400" b="0" i="1" smtClean="0">
                                <a:solidFill>
                                  <a:schemeClr val="tx1"/>
                                </a:solidFill>
                                <a:latin typeface="Cambria Math" panose="02040503050406030204" pitchFamily="18" charset="0"/>
                              </a:rPr>
                              <m:t>Nc</m:t>
                            </m:r>
                          </m:sub>
                        </m:sSub>
                      </m:oMath>
                    </m:oMathPara>
                  </a14:m>
                  <a:endParaRPr lang="en-US" sz="1400" dirty="0">
                    <a:solidFill>
                      <a:schemeClr val="tx1"/>
                    </a:solidFill>
                  </a:endParaRPr>
                </a:p>
              </p:txBody>
            </p:sp>
          </mc:Choice>
          <mc:Fallback xmlns="">
            <p:sp>
              <p:nvSpPr>
                <p:cNvPr id="34" name="TextBox 33">
                  <a:extLst>
                    <a:ext uri="{FF2B5EF4-FFF2-40B4-BE49-F238E27FC236}">
                      <a16:creationId xmlns:a16="http://schemas.microsoft.com/office/drawing/2014/main" id="{86C57344-3059-C18B-F436-2B6576728399}"/>
                    </a:ext>
                  </a:extLst>
                </p:cNvPr>
                <p:cNvSpPr txBox="1">
                  <a:spLocks noRot="1" noChangeAspect="1" noMove="1" noResize="1" noEditPoints="1" noAdjustHandles="1" noChangeArrowheads="1" noChangeShapeType="1" noTextEdit="1"/>
                </p:cNvSpPr>
                <p:nvPr/>
              </p:nvSpPr>
              <p:spPr>
                <a:xfrm>
                  <a:off x="10078291" y="242332"/>
                  <a:ext cx="855270" cy="307777"/>
                </a:xfrm>
                <a:prstGeom prst="rect">
                  <a:avLst/>
                </a:prstGeom>
                <a:blipFill>
                  <a:blip r:embed="rId19"/>
                  <a:stretch>
                    <a:fillRect b="-297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0109F75F-2F51-2F08-3616-595AAD16560C}"/>
                    </a:ext>
                  </a:extLst>
                </p:cNvPr>
                <p:cNvSpPr txBox="1"/>
                <p:nvPr/>
              </p:nvSpPr>
              <p:spPr>
                <a:xfrm>
                  <a:off x="10136554" y="1770391"/>
                  <a:ext cx="855270" cy="307777"/>
                </a:xfrm>
                <a:prstGeom prst="rect">
                  <a:avLst/>
                </a:prstGeom>
                <a:noFill/>
              </p:spPr>
              <p:txBody>
                <a:bodyPr wrap="square">
                  <a:spAutoFit/>
                </a:bodyPr>
                <a:lstStyle/>
                <a:p>
                  <a:pPr/>
                  <a14:m>
                    <m:oMathPara xmlns:m="http://schemas.openxmlformats.org/officeDocument/2006/math">
                      <m:oMath>
                        <m:sSub>
                          <m:sSubPr>
                            <m:ctrlPr>
                              <a:rPr lang="de-DE" sz="1400" b="0" i="0" smtClean="0">
                                <a:solidFill>
                                  <a:schemeClr val="tx1"/>
                                </a:solidFill>
                                <a:latin typeface="Cambria Math" panose="02040503050406030204" pitchFamily="18" charset="0"/>
                              </a:rPr>
                            </m:ctrlPr>
                          </m:sSubPr>
                          <m:e>
                            <m:r>
                              <m:rPr>
                                <m:sty m:val="p"/>
                              </m:rPr>
                              <a:rPr lang="de-DE" sz="1400" b="0" i="0" smtClean="0">
                                <a:solidFill>
                                  <a:schemeClr val="tx1"/>
                                </a:solidFill>
                                <a:latin typeface="Cambria Math" panose="02040503050406030204" pitchFamily="18" charset="0"/>
                              </a:rPr>
                              <m:t>m</m:t>
                            </m:r>
                          </m:e>
                          <m:sub>
                            <m:r>
                              <m:rPr>
                                <m:sty m:val="p"/>
                              </m:rPr>
                              <a:rPr lang="de-DE" sz="1400" b="0" i="1" smtClean="0">
                                <a:solidFill>
                                  <a:schemeClr val="tx1"/>
                                </a:solidFill>
                                <a:latin typeface="Cambria Math" panose="02040503050406030204" pitchFamily="18" charset="0"/>
                              </a:rPr>
                              <m:t>Nc</m:t>
                            </m:r>
                          </m:sub>
                        </m:sSub>
                      </m:oMath>
                    </m:oMathPara>
                  </a14:m>
                  <a:endParaRPr lang="en-US" sz="1400" dirty="0">
                    <a:solidFill>
                      <a:schemeClr val="tx1"/>
                    </a:solidFill>
                  </a:endParaRPr>
                </a:p>
              </p:txBody>
            </p:sp>
          </mc:Choice>
          <mc:Fallback xmlns="">
            <p:sp>
              <p:nvSpPr>
                <p:cNvPr id="35" name="TextBox 34">
                  <a:extLst>
                    <a:ext uri="{FF2B5EF4-FFF2-40B4-BE49-F238E27FC236}">
                      <a16:creationId xmlns:a16="http://schemas.microsoft.com/office/drawing/2014/main" id="{0109F75F-2F51-2F08-3616-595AAD16560C}"/>
                    </a:ext>
                  </a:extLst>
                </p:cNvPr>
                <p:cNvSpPr txBox="1">
                  <a:spLocks noRot="1" noChangeAspect="1" noMove="1" noResize="1" noEditPoints="1" noAdjustHandles="1" noChangeArrowheads="1" noChangeShapeType="1" noTextEdit="1"/>
                </p:cNvSpPr>
                <p:nvPr/>
              </p:nvSpPr>
              <p:spPr>
                <a:xfrm>
                  <a:off x="10136554" y="1770391"/>
                  <a:ext cx="855270" cy="307777"/>
                </a:xfrm>
                <a:prstGeom prst="rect">
                  <a:avLst/>
                </a:prstGeom>
                <a:blipFill>
                  <a:blip r:embed="rId20"/>
                  <a:stretch>
                    <a:fillRect b="-297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CBCE8253-668E-48F8-1009-54059A40C3AE}"/>
                    </a:ext>
                  </a:extLst>
                </p:cNvPr>
                <p:cNvSpPr txBox="1"/>
                <p:nvPr/>
              </p:nvSpPr>
              <p:spPr>
                <a:xfrm>
                  <a:off x="8973206" y="595408"/>
                  <a:ext cx="855270" cy="307777"/>
                </a:xfrm>
                <a:prstGeom prst="rect">
                  <a:avLst/>
                </a:prstGeom>
                <a:noFill/>
              </p:spPr>
              <p:txBody>
                <a:bodyPr wrap="square">
                  <a:spAutoFit/>
                </a:bodyPr>
                <a:lstStyle/>
                <a:p>
                  <a:pPr/>
                  <a14:m>
                    <m:oMathPara xmlns:m="http://schemas.openxmlformats.org/officeDocument/2006/math">
                      <m:oMath>
                        <m:sSub>
                          <m:sSubPr>
                            <m:ctrlPr>
                              <a:rPr lang="de-DE" sz="1400" b="0" i="0" smtClean="0">
                                <a:solidFill>
                                  <a:schemeClr val="tx1"/>
                                </a:solidFill>
                                <a:latin typeface="Cambria Math" panose="02040503050406030204" pitchFamily="18" charset="0"/>
                              </a:rPr>
                            </m:ctrlPr>
                          </m:sSubPr>
                          <m:e>
                            <m:r>
                              <m:rPr>
                                <m:sty m:val="p"/>
                              </m:rPr>
                              <a:rPr lang="de-DE" sz="1400" b="0" i="0" smtClean="0">
                                <a:solidFill>
                                  <a:schemeClr val="tx1"/>
                                </a:solidFill>
                                <a:latin typeface="Cambria Math" panose="02040503050406030204" pitchFamily="18" charset="0"/>
                              </a:rPr>
                              <m:t>m</m:t>
                            </m:r>
                          </m:e>
                          <m:sub>
                            <m:r>
                              <m:rPr>
                                <m:sty m:val="p"/>
                              </m:rPr>
                              <a:rPr lang="de-DE" sz="1400" b="0" i="1" smtClean="0">
                                <a:solidFill>
                                  <a:schemeClr val="tx1"/>
                                </a:solidFill>
                                <a:latin typeface="Cambria Math" panose="02040503050406030204" pitchFamily="18" charset="0"/>
                              </a:rPr>
                              <m:t>Na</m:t>
                            </m:r>
                          </m:sub>
                        </m:sSub>
                      </m:oMath>
                    </m:oMathPara>
                  </a14:m>
                  <a:endParaRPr lang="en-US" sz="1400" dirty="0">
                    <a:solidFill>
                      <a:schemeClr val="tx1"/>
                    </a:solidFill>
                  </a:endParaRPr>
                </a:p>
              </p:txBody>
            </p:sp>
          </mc:Choice>
          <mc:Fallback xmlns="">
            <p:sp>
              <p:nvSpPr>
                <p:cNvPr id="36" name="TextBox 35">
                  <a:extLst>
                    <a:ext uri="{FF2B5EF4-FFF2-40B4-BE49-F238E27FC236}">
                      <a16:creationId xmlns:a16="http://schemas.microsoft.com/office/drawing/2014/main" id="{CBCE8253-668E-48F8-1009-54059A40C3AE}"/>
                    </a:ext>
                  </a:extLst>
                </p:cNvPr>
                <p:cNvSpPr txBox="1">
                  <a:spLocks noRot="1" noChangeAspect="1" noMove="1" noResize="1" noEditPoints="1" noAdjustHandles="1" noChangeArrowheads="1" noChangeShapeType="1" noTextEdit="1"/>
                </p:cNvSpPr>
                <p:nvPr/>
              </p:nvSpPr>
              <p:spPr>
                <a:xfrm>
                  <a:off x="8973206" y="595408"/>
                  <a:ext cx="855270" cy="307777"/>
                </a:xfrm>
                <a:prstGeom prst="rect">
                  <a:avLst/>
                </a:prstGeom>
                <a:blipFill>
                  <a:blip r:embed="rId21"/>
                  <a:stretch>
                    <a:fillRect b="-297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4704A990-72F1-1974-2A6F-FAD71A08C63A}"/>
                    </a:ext>
                  </a:extLst>
                </p:cNvPr>
                <p:cNvSpPr txBox="1"/>
                <p:nvPr/>
              </p:nvSpPr>
              <p:spPr>
                <a:xfrm>
                  <a:off x="8905458" y="1506194"/>
                  <a:ext cx="855270" cy="307777"/>
                </a:xfrm>
                <a:prstGeom prst="rect">
                  <a:avLst/>
                </a:prstGeom>
                <a:noFill/>
              </p:spPr>
              <p:txBody>
                <a:bodyPr wrap="square">
                  <a:spAutoFit/>
                </a:bodyPr>
                <a:lstStyle/>
                <a:p>
                  <a:pPr/>
                  <a14:m>
                    <m:oMathPara xmlns:m="http://schemas.openxmlformats.org/officeDocument/2006/math">
                      <m:oMath>
                        <m:sSub>
                          <m:sSubPr>
                            <m:ctrlPr>
                              <a:rPr lang="de-DE" sz="1400" b="0" i="0" smtClean="0">
                                <a:solidFill>
                                  <a:schemeClr val="tx1"/>
                                </a:solidFill>
                                <a:latin typeface="Cambria Math" panose="02040503050406030204" pitchFamily="18" charset="0"/>
                              </a:rPr>
                            </m:ctrlPr>
                          </m:sSubPr>
                          <m:e>
                            <m:r>
                              <m:rPr>
                                <m:sty m:val="p"/>
                              </m:rPr>
                              <a:rPr lang="de-DE" sz="1400" b="0" i="0" smtClean="0">
                                <a:solidFill>
                                  <a:schemeClr val="tx1"/>
                                </a:solidFill>
                                <a:latin typeface="Cambria Math" panose="02040503050406030204" pitchFamily="18" charset="0"/>
                              </a:rPr>
                              <m:t>m</m:t>
                            </m:r>
                          </m:e>
                          <m:sub>
                            <m:r>
                              <m:rPr>
                                <m:sty m:val="p"/>
                              </m:rPr>
                              <a:rPr lang="de-DE" sz="1400" b="0" i="1" smtClean="0">
                                <a:solidFill>
                                  <a:schemeClr val="tx1"/>
                                </a:solidFill>
                                <a:latin typeface="Cambria Math" panose="02040503050406030204" pitchFamily="18" charset="0"/>
                              </a:rPr>
                              <m:t>Nb</m:t>
                            </m:r>
                          </m:sub>
                        </m:sSub>
                      </m:oMath>
                    </m:oMathPara>
                  </a14:m>
                  <a:endParaRPr lang="en-US" sz="1400" dirty="0">
                    <a:solidFill>
                      <a:schemeClr val="tx1"/>
                    </a:solidFill>
                  </a:endParaRPr>
                </a:p>
              </p:txBody>
            </p:sp>
          </mc:Choice>
          <mc:Fallback xmlns="">
            <p:sp>
              <p:nvSpPr>
                <p:cNvPr id="37" name="TextBox 36">
                  <a:extLst>
                    <a:ext uri="{FF2B5EF4-FFF2-40B4-BE49-F238E27FC236}">
                      <a16:creationId xmlns:a16="http://schemas.microsoft.com/office/drawing/2014/main" id="{4704A990-72F1-1974-2A6F-FAD71A08C63A}"/>
                    </a:ext>
                  </a:extLst>
                </p:cNvPr>
                <p:cNvSpPr txBox="1">
                  <a:spLocks noRot="1" noChangeAspect="1" noMove="1" noResize="1" noEditPoints="1" noAdjustHandles="1" noChangeArrowheads="1" noChangeShapeType="1" noTextEdit="1"/>
                </p:cNvSpPr>
                <p:nvPr/>
              </p:nvSpPr>
              <p:spPr>
                <a:xfrm>
                  <a:off x="8905458" y="1506194"/>
                  <a:ext cx="855270" cy="307777"/>
                </a:xfrm>
                <a:prstGeom prst="rect">
                  <a:avLst/>
                </a:prstGeom>
                <a:blipFill>
                  <a:blip r:embed="rId22"/>
                  <a:stretch>
                    <a:fillRect b="-29730"/>
                  </a:stretch>
                </a:blipFill>
              </p:spPr>
              <p:txBody>
                <a:bodyPr/>
                <a:lstStyle/>
                <a:p>
                  <a:r>
                    <a:rPr lang="en-US">
                      <a:noFill/>
                    </a:rPr>
                    <a:t> </a:t>
                  </a:r>
                </a:p>
              </p:txBody>
            </p:sp>
          </mc:Fallback>
        </mc:AlternateContent>
        <p:sp>
          <p:nvSpPr>
            <p:cNvPr id="38" name="Oval 37">
              <a:extLst>
                <a:ext uri="{FF2B5EF4-FFF2-40B4-BE49-F238E27FC236}">
                  <a16:creationId xmlns:a16="http://schemas.microsoft.com/office/drawing/2014/main" id="{FE7C3846-AA97-37EC-DB77-5C03F668DEF4}"/>
                </a:ext>
              </a:extLst>
            </p:cNvPr>
            <p:cNvSpPr>
              <a:spLocks noChangeAspect="1"/>
            </p:cNvSpPr>
            <p:nvPr/>
          </p:nvSpPr>
          <p:spPr>
            <a:xfrm>
              <a:off x="8524898" y="1072335"/>
              <a:ext cx="410141" cy="41014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p>
          </p:txBody>
        </p:sp>
        <p:cxnSp>
          <p:nvCxnSpPr>
            <p:cNvPr id="39" name="Straight Arrow Connector 38">
              <a:extLst>
                <a:ext uri="{FF2B5EF4-FFF2-40B4-BE49-F238E27FC236}">
                  <a16:creationId xmlns:a16="http://schemas.microsoft.com/office/drawing/2014/main" id="{7A7C3B82-EA67-AA9F-395E-27C3AF475516}"/>
                </a:ext>
              </a:extLst>
            </p:cNvPr>
            <p:cNvCxnSpPr>
              <a:cxnSpLocks/>
              <a:stCxn id="38" idx="0"/>
              <a:endCxn id="30" idx="2"/>
            </p:cNvCxnSpPr>
            <p:nvPr/>
          </p:nvCxnSpPr>
          <p:spPr>
            <a:xfrm flipV="1">
              <a:off x="8729969" y="349529"/>
              <a:ext cx="846010" cy="722806"/>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0792B32E-16A3-D366-EF58-302580DADD48}"/>
                    </a:ext>
                  </a:extLst>
                </p:cNvPr>
                <p:cNvSpPr txBox="1"/>
                <p:nvPr/>
              </p:nvSpPr>
              <p:spPr>
                <a:xfrm>
                  <a:off x="7804966" y="787250"/>
                  <a:ext cx="546041" cy="307777"/>
                </a:xfrm>
                <a:prstGeom prst="rect">
                  <a:avLst/>
                </a:prstGeom>
                <a:noFill/>
              </p:spPr>
              <p:txBody>
                <a:bodyPr wrap="square">
                  <a:spAutoFit/>
                </a:bodyPr>
                <a:lstStyle/>
                <a:p>
                  <a:pPr/>
                  <a14:m>
                    <m:oMathPara xmlns:m="http://schemas.openxmlformats.org/officeDocument/2006/math">
                      <m:oMath>
                        <m:sSub>
                          <m:sSubPr>
                            <m:ctrlPr>
                              <a:rPr lang="de-DE" sz="1400" b="0" i="0" smtClean="0">
                                <a:solidFill>
                                  <a:schemeClr val="tx1"/>
                                </a:solidFill>
                                <a:latin typeface="Cambria Math" panose="02040503050406030204" pitchFamily="18" charset="0"/>
                              </a:rPr>
                            </m:ctrlPr>
                          </m:sSubPr>
                          <m:e>
                            <m:r>
                              <m:rPr>
                                <m:sty m:val="p"/>
                              </m:rPr>
                              <a:rPr lang="de-DE" sz="1400" b="0" i="0" smtClean="0">
                                <a:solidFill>
                                  <a:schemeClr val="tx1"/>
                                </a:solidFill>
                                <a:latin typeface="Cambria Math" panose="02040503050406030204" pitchFamily="18" charset="0"/>
                              </a:rPr>
                              <m:t>m</m:t>
                            </m:r>
                          </m:e>
                          <m:sub>
                            <m:r>
                              <m:rPr>
                                <m:sty m:val="p"/>
                              </m:rPr>
                              <a:rPr lang="de-DE" sz="1400" b="0" i="1" smtClean="0">
                                <a:solidFill>
                                  <a:schemeClr val="tx1"/>
                                </a:solidFill>
                                <a:latin typeface="Cambria Math" panose="02040503050406030204" pitchFamily="18" charset="0"/>
                              </a:rPr>
                              <m:t>c</m:t>
                            </m:r>
                          </m:sub>
                        </m:sSub>
                      </m:oMath>
                    </m:oMathPara>
                  </a14:m>
                  <a:endParaRPr lang="en-US" sz="1400" dirty="0">
                    <a:solidFill>
                      <a:schemeClr val="tx1"/>
                    </a:solidFill>
                  </a:endParaRPr>
                </a:p>
              </p:txBody>
            </p:sp>
          </mc:Choice>
          <mc:Fallback xmlns="">
            <p:sp>
              <p:nvSpPr>
                <p:cNvPr id="40" name="TextBox 39">
                  <a:extLst>
                    <a:ext uri="{FF2B5EF4-FFF2-40B4-BE49-F238E27FC236}">
                      <a16:creationId xmlns:a16="http://schemas.microsoft.com/office/drawing/2014/main" id="{0792B32E-16A3-D366-EF58-302580DADD48}"/>
                    </a:ext>
                  </a:extLst>
                </p:cNvPr>
                <p:cNvSpPr txBox="1">
                  <a:spLocks noRot="1" noChangeAspect="1" noMove="1" noResize="1" noEditPoints="1" noAdjustHandles="1" noChangeArrowheads="1" noChangeShapeType="1" noTextEdit="1"/>
                </p:cNvSpPr>
                <p:nvPr/>
              </p:nvSpPr>
              <p:spPr>
                <a:xfrm>
                  <a:off x="7804966" y="787250"/>
                  <a:ext cx="546041" cy="307777"/>
                </a:xfrm>
                <a:prstGeom prst="rect">
                  <a:avLst/>
                </a:prstGeom>
                <a:blipFill>
                  <a:blip r:embed="rId23"/>
                  <a:stretch>
                    <a:fillRect b="-21053"/>
                  </a:stretch>
                </a:blipFill>
              </p:spPr>
              <p:txBody>
                <a:bodyPr/>
                <a:lstStyle/>
                <a:p>
                  <a:r>
                    <a:rPr lang="en-US">
                      <a:noFill/>
                    </a:rPr>
                    <a:t> </a:t>
                  </a:r>
                </a:p>
              </p:txBody>
            </p:sp>
          </mc:Fallback>
        </mc:AlternateContent>
        <p:cxnSp>
          <p:nvCxnSpPr>
            <p:cNvPr id="41" name="Straight Arrow Connector 40">
              <a:extLst>
                <a:ext uri="{FF2B5EF4-FFF2-40B4-BE49-F238E27FC236}">
                  <a16:creationId xmlns:a16="http://schemas.microsoft.com/office/drawing/2014/main" id="{6FDA0808-56A5-5C5A-1114-C73A991C6AFC}"/>
                </a:ext>
              </a:extLst>
            </p:cNvPr>
            <p:cNvCxnSpPr>
              <a:cxnSpLocks/>
              <a:endCxn id="49" idx="1"/>
            </p:cNvCxnSpPr>
            <p:nvPr/>
          </p:nvCxnSpPr>
          <p:spPr>
            <a:xfrm flipV="1">
              <a:off x="7765437" y="1204213"/>
              <a:ext cx="740834" cy="29488"/>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42" name="Straight Arrow Connector 41">
              <a:extLst>
                <a:ext uri="{FF2B5EF4-FFF2-40B4-BE49-F238E27FC236}">
                  <a16:creationId xmlns:a16="http://schemas.microsoft.com/office/drawing/2014/main" id="{2150408A-3256-3782-0073-1EBCFE09FE61}"/>
                </a:ext>
              </a:extLst>
            </p:cNvPr>
            <p:cNvCxnSpPr>
              <a:cxnSpLocks/>
              <a:stCxn id="38" idx="4"/>
              <a:endCxn id="31" idx="2"/>
            </p:cNvCxnSpPr>
            <p:nvPr/>
          </p:nvCxnSpPr>
          <p:spPr>
            <a:xfrm>
              <a:off x="8729969" y="1482476"/>
              <a:ext cx="855720" cy="738155"/>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sp>
          <p:nvSpPr>
            <p:cNvPr id="43" name="Oval 42">
              <a:extLst>
                <a:ext uri="{FF2B5EF4-FFF2-40B4-BE49-F238E27FC236}">
                  <a16:creationId xmlns:a16="http://schemas.microsoft.com/office/drawing/2014/main" id="{831045E7-BD25-5278-3C46-5CD98C3D0D00}"/>
                </a:ext>
              </a:extLst>
            </p:cNvPr>
            <p:cNvSpPr>
              <a:spLocks noChangeAspect="1"/>
            </p:cNvSpPr>
            <p:nvPr/>
          </p:nvSpPr>
          <p:spPr>
            <a:xfrm>
              <a:off x="10742623" y="1072335"/>
              <a:ext cx="410141" cy="41014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p>
          </p:txBody>
        </p:sp>
        <p:cxnSp>
          <p:nvCxnSpPr>
            <p:cNvPr id="44" name="Straight Arrow Connector 43">
              <a:extLst>
                <a:ext uri="{FF2B5EF4-FFF2-40B4-BE49-F238E27FC236}">
                  <a16:creationId xmlns:a16="http://schemas.microsoft.com/office/drawing/2014/main" id="{3936BE7F-CFE4-81B1-E47A-F52B5076CDE2}"/>
                </a:ext>
              </a:extLst>
            </p:cNvPr>
            <p:cNvCxnSpPr>
              <a:cxnSpLocks/>
            </p:cNvCxnSpPr>
            <p:nvPr/>
          </p:nvCxnSpPr>
          <p:spPr>
            <a:xfrm flipV="1">
              <a:off x="11152764" y="1261123"/>
              <a:ext cx="782058" cy="16282"/>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6E017D75-596E-7DF0-23A8-E7C26601167F}"/>
                    </a:ext>
                  </a:extLst>
                </p:cNvPr>
                <p:cNvSpPr txBox="1"/>
                <p:nvPr/>
              </p:nvSpPr>
              <p:spPr>
                <a:xfrm>
                  <a:off x="11375112" y="854140"/>
                  <a:ext cx="524049" cy="307777"/>
                </a:xfrm>
                <a:prstGeom prst="rect">
                  <a:avLst/>
                </a:prstGeom>
                <a:noFill/>
              </p:spPr>
              <p:txBody>
                <a:bodyPr wrap="square">
                  <a:spAutoFit/>
                </a:bodyPr>
                <a:lstStyle/>
                <a:p>
                  <a:pPr/>
                  <a14:m>
                    <m:oMathPara xmlns:m="http://schemas.openxmlformats.org/officeDocument/2006/math">
                      <m:oMath>
                        <m:sSub>
                          <m:sSubPr>
                            <m:ctrlPr>
                              <a:rPr lang="de-DE" sz="1400" b="0" i="1" smtClean="0">
                                <a:latin typeface="Cambria Math" panose="02040503050406030204" pitchFamily="18" charset="0"/>
                              </a:rPr>
                            </m:ctrlPr>
                          </m:sSubPr>
                          <m:e>
                            <m:r>
                              <m:rPr>
                                <m:sty m:val="p"/>
                              </m:rPr>
                              <a:rPr lang="de-DE" sz="1400" b="0" i="1" smtClean="0">
                                <a:latin typeface="Cambria Math" panose="02040503050406030204" pitchFamily="18" charset="0"/>
                              </a:rPr>
                              <m:t>m</m:t>
                            </m:r>
                          </m:e>
                          <m:sub>
                            <m:r>
                              <m:rPr>
                                <m:sty m:val="p"/>
                              </m:rPr>
                              <a:rPr lang="de-DE" sz="1400" b="0" i="1" smtClean="0">
                                <a:latin typeface="Cambria Math" panose="02040503050406030204" pitchFamily="18" charset="0"/>
                              </a:rPr>
                              <m:t>out</m:t>
                            </m:r>
                          </m:sub>
                        </m:sSub>
                      </m:oMath>
                    </m:oMathPara>
                  </a14:m>
                  <a:endParaRPr lang="en-US" sz="1400" dirty="0"/>
                </a:p>
              </p:txBody>
            </p:sp>
          </mc:Choice>
          <mc:Fallback xmlns="">
            <p:sp>
              <p:nvSpPr>
                <p:cNvPr id="45" name="TextBox 44">
                  <a:extLst>
                    <a:ext uri="{FF2B5EF4-FFF2-40B4-BE49-F238E27FC236}">
                      <a16:creationId xmlns:a16="http://schemas.microsoft.com/office/drawing/2014/main" id="{6E017D75-596E-7DF0-23A8-E7C26601167F}"/>
                    </a:ext>
                  </a:extLst>
                </p:cNvPr>
                <p:cNvSpPr txBox="1">
                  <a:spLocks noRot="1" noChangeAspect="1" noMove="1" noResize="1" noEditPoints="1" noAdjustHandles="1" noChangeArrowheads="1" noChangeShapeType="1" noTextEdit="1"/>
                </p:cNvSpPr>
                <p:nvPr/>
              </p:nvSpPr>
              <p:spPr>
                <a:xfrm>
                  <a:off x="11375112" y="854140"/>
                  <a:ext cx="524049" cy="307777"/>
                </a:xfrm>
                <a:prstGeom prst="rect">
                  <a:avLst/>
                </a:prstGeom>
                <a:blipFill>
                  <a:blip r:embed="rId24"/>
                  <a:stretch>
                    <a:fillRect r="-26984" b="-263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4A7647C-5A06-B94C-63F8-8D19B810B91A}"/>
                    </a:ext>
                  </a:extLst>
                </p:cNvPr>
                <p:cNvSpPr txBox="1"/>
                <p:nvPr/>
              </p:nvSpPr>
              <p:spPr>
                <a:xfrm>
                  <a:off x="10724745" y="1051777"/>
                  <a:ext cx="448081" cy="307777"/>
                </a:xfrm>
                <a:prstGeom prst="rect">
                  <a:avLst/>
                </a:prstGeom>
                <a:noFill/>
              </p:spPr>
              <p:txBody>
                <a:bodyPr wrap="square">
                  <a:spAutoFit/>
                </a:bodyPr>
                <a:lstStyle/>
                <a:p>
                  <a:pPr/>
                  <a14:m>
                    <m:oMathPara xmlns:m="http://schemas.openxmlformats.org/officeDocument/2006/math">
                      <m:oMath>
                        <m:sSub>
                          <m:sSubPr>
                            <m:ctrlPr>
                              <a:rPr lang="de-DE" sz="1400" b="0" i="1" smtClean="0">
                                <a:solidFill>
                                  <a:schemeClr val="bg1"/>
                                </a:solidFill>
                                <a:latin typeface="Cambria Math" panose="02040503050406030204" pitchFamily="18" charset="0"/>
                              </a:rPr>
                            </m:ctrlPr>
                          </m:sSubPr>
                          <m:e>
                            <m:r>
                              <m:rPr>
                                <m:sty m:val="p"/>
                              </m:rPr>
                              <a:rPr lang="de-DE" sz="1400" b="0" i="1" smtClean="0">
                                <a:solidFill>
                                  <a:schemeClr val="bg1"/>
                                </a:solidFill>
                                <a:latin typeface="Cambria Math" panose="02040503050406030204" pitchFamily="18" charset="0"/>
                              </a:rPr>
                              <m:t>r</m:t>
                            </m:r>
                          </m:e>
                          <m:sub>
                            <m:r>
                              <m:rPr>
                                <m:sty m:val="p"/>
                              </m:rPr>
                              <a:rPr lang="de-DE" sz="1400" b="0" i="1" smtClean="0">
                                <a:solidFill>
                                  <a:schemeClr val="bg1"/>
                                </a:solidFill>
                                <a:latin typeface="Cambria Math" panose="02040503050406030204" pitchFamily="18" charset="0"/>
                              </a:rPr>
                              <m:t>No</m:t>
                            </m:r>
                          </m:sub>
                        </m:sSub>
                      </m:oMath>
                    </m:oMathPara>
                  </a14:m>
                  <a:endParaRPr lang="en-US" sz="1400" dirty="0">
                    <a:solidFill>
                      <a:schemeClr val="bg1"/>
                    </a:solidFill>
                  </a:endParaRPr>
                </a:p>
              </p:txBody>
            </p:sp>
          </mc:Choice>
          <mc:Fallback xmlns="">
            <p:sp>
              <p:nvSpPr>
                <p:cNvPr id="46" name="TextBox 45">
                  <a:extLst>
                    <a:ext uri="{FF2B5EF4-FFF2-40B4-BE49-F238E27FC236}">
                      <a16:creationId xmlns:a16="http://schemas.microsoft.com/office/drawing/2014/main" id="{54A7647C-5A06-B94C-63F8-8D19B810B91A}"/>
                    </a:ext>
                  </a:extLst>
                </p:cNvPr>
                <p:cNvSpPr txBox="1">
                  <a:spLocks noRot="1" noChangeAspect="1" noMove="1" noResize="1" noEditPoints="1" noAdjustHandles="1" noChangeArrowheads="1" noChangeShapeType="1" noTextEdit="1"/>
                </p:cNvSpPr>
                <p:nvPr/>
              </p:nvSpPr>
              <p:spPr>
                <a:xfrm>
                  <a:off x="10724745" y="1051777"/>
                  <a:ext cx="448081" cy="307777"/>
                </a:xfrm>
                <a:prstGeom prst="rect">
                  <a:avLst/>
                </a:prstGeom>
                <a:blipFill>
                  <a:blip r:embed="rId25"/>
                  <a:stretch>
                    <a:fillRect r="-16667" b="-263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659AB334-834F-39E0-4A9B-550FC0ED38C9}"/>
                    </a:ext>
                  </a:extLst>
                </p:cNvPr>
                <p:cNvSpPr txBox="1"/>
                <p:nvPr/>
              </p:nvSpPr>
              <p:spPr>
                <a:xfrm>
                  <a:off x="9511232" y="111833"/>
                  <a:ext cx="557613" cy="307777"/>
                </a:xfrm>
                <a:prstGeom prst="rect">
                  <a:avLst/>
                </a:prstGeom>
                <a:noFill/>
              </p:spPr>
              <p:txBody>
                <a:bodyPr wrap="square">
                  <a:spAutoFit/>
                </a:bodyPr>
                <a:lstStyle/>
                <a:p>
                  <a:pPr/>
                  <a14:m>
                    <m:oMathPara xmlns:m="http://schemas.openxmlformats.org/officeDocument/2006/math">
                      <m:oMath>
                        <m:sSub>
                          <m:sSubPr>
                            <m:ctrlPr>
                              <a:rPr lang="de-DE" sz="1400" b="0" i="1" smtClean="0">
                                <a:solidFill>
                                  <a:schemeClr val="bg1"/>
                                </a:solidFill>
                                <a:latin typeface="Cambria Math" panose="02040503050406030204" pitchFamily="18" charset="0"/>
                              </a:rPr>
                            </m:ctrlPr>
                          </m:sSubPr>
                          <m:e>
                            <m:r>
                              <m:rPr>
                                <m:sty m:val="p"/>
                              </m:rPr>
                              <a:rPr lang="de-DE" sz="1400" b="0" i="1" smtClean="0">
                                <a:solidFill>
                                  <a:schemeClr val="bg1"/>
                                </a:solidFill>
                                <a:latin typeface="Cambria Math" panose="02040503050406030204" pitchFamily="18" charset="0"/>
                              </a:rPr>
                              <m:t>r</m:t>
                            </m:r>
                          </m:e>
                          <m:sub>
                            <m:r>
                              <m:rPr>
                                <m:sty m:val="p"/>
                              </m:rPr>
                              <a:rPr lang="de-DE" sz="1400" b="0" i="1" smtClean="0">
                                <a:solidFill>
                                  <a:schemeClr val="bg1"/>
                                </a:solidFill>
                                <a:latin typeface="Cambria Math" panose="02040503050406030204" pitchFamily="18" charset="0"/>
                              </a:rPr>
                              <m:t>Na</m:t>
                            </m:r>
                          </m:sub>
                        </m:sSub>
                      </m:oMath>
                    </m:oMathPara>
                  </a14:m>
                  <a:endParaRPr lang="en-US" sz="1400" dirty="0">
                    <a:solidFill>
                      <a:schemeClr val="bg1"/>
                    </a:solidFill>
                  </a:endParaRPr>
                </a:p>
              </p:txBody>
            </p:sp>
          </mc:Choice>
          <mc:Fallback xmlns="">
            <p:sp>
              <p:nvSpPr>
                <p:cNvPr id="47" name="TextBox 46">
                  <a:extLst>
                    <a:ext uri="{FF2B5EF4-FFF2-40B4-BE49-F238E27FC236}">
                      <a16:creationId xmlns:a16="http://schemas.microsoft.com/office/drawing/2014/main" id="{659AB334-834F-39E0-4A9B-550FC0ED38C9}"/>
                    </a:ext>
                  </a:extLst>
                </p:cNvPr>
                <p:cNvSpPr txBox="1">
                  <a:spLocks noRot="1" noChangeAspect="1" noMove="1" noResize="1" noEditPoints="1" noAdjustHandles="1" noChangeArrowheads="1" noChangeShapeType="1" noTextEdit="1"/>
                </p:cNvSpPr>
                <p:nvPr/>
              </p:nvSpPr>
              <p:spPr>
                <a:xfrm>
                  <a:off x="9511232" y="111833"/>
                  <a:ext cx="557613" cy="307777"/>
                </a:xfrm>
                <a:prstGeom prst="rect">
                  <a:avLst/>
                </a:prstGeom>
                <a:blipFill>
                  <a:blip r:embed="rId26"/>
                  <a:stretch>
                    <a:fillRect b="-263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0DC6ECBE-0930-D70B-A219-777EA37A6D49}"/>
                    </a:ext>
                  </a:extLst>
                </p:cNvPr>
                <p:cNvSpPr txBox="1"/>
                <p:nvPr/>
              </p:nvSpPr>
              <p:spPr>
                <a:xfrm>
                  <a:off x="9565904" y="1994059"/>
                  <a:ext cx="421017" cy="307777"/>
                </a:xfrm>
                <a:prstGeom prst="rect">
                  <a:avLst/>
                </a:prstGeom>
                <a:noFill/>
              </p:spPr>
              <p:txBody>
                <a:bodyPr wrap="square">
                  <a:spAutoFit/>
                </a:bodyPr>
                <a:lstStyle/>
                <a:p>
                  <a:pPr/>
                  <a14:m>
                    <m:oMathPara xmlns:m="http://schemas.openxmlformats.org/officeDocument/2006/math">
                      <m:oMath>
                        <m:sSub>
                          <m:sSubPr>
                            <m:ctrlPr>
                              <a:rPr lang="de-DE" sz="1400" b="0" i="1" smtClean="0">
                                <a:solidFill>
                                  <a:schemeClr val="bg1"/>
                                </a:solidFill>
                                <a:latin typeface="Cambria Math" panose="02040503050406030204" pitchFamily="18" charset="0"/>
                              </a:rPr>
                            </m:ctrlPr>
                          </m:sSubPr>
                          <m:e>
                            <m:r>
                              <m:rPr>
                                <m:sty m:val="p"/>
                              </m:rPr>
                              <a:rPr lang="de-DE" sz="1400" b="0" i="1" smtClean="0">
                                <a:solidFill>
                                  <a:schemeClr val="bg1"/>
                                </a:solidFill>
                                <a:latin typeface="Cambria Math" panose="02040503050406030204" pitchFamily="18" charset="0"/>
                              </a:rPr>
                              <m:t>r</m:t>
                            </m:r>
                          </m:e>
                          <m:sub>
                            <m:r>
                              <m:rPr>
                                <m:sty m:val="p"/>
                              </m:rPr>
                              <a:rPr lang="de-DE" sz="1400" b="0" i="1" smtClean="0">
                                <a:solidFill>
                                  <a:schemeClr val="bg1"/>
                                </a:solidFill>
                                <a:latin typeface="Cambria Math" panose="02040503050406030204" pitchFamily="18" charset="0"/>
                              </a:rPr>
                              <m:t>Nb</m:t>
                            </m:r>
                          </m:sub>
                        </m:sSub>
                      </m:oMath>
                    </m:oMathPara>
                  </a14:m>
                  <a:endParaRPr lang="en-US" sz="1400" dirty="0">
                    <a:solidFill>
                      <a:schemeClr val="bg1"/>
                    </a:solidFill>
                  </a:endParaRPr>
                </a:p>
              </p:txBody>
            </p:sp>
          </mc:Choice>
          <mc:Fallback xmlns="">
            <p:sp>
              <p:nvSpPr>
                <p:cNvPr id="48" name="TextBox 47">
                  <a:extLst>
                    <a:ext uri="{FF2B5EF4-FFF2-40B4-BE49-F238E27FC236}">
                      <a16:creationId xmlns:a16="http://schemas.microsoft.com/office/drawing/2014/main" id="{0DC6ECBE-0930-D70B-A219-777EA37A6D49}"/>
                    </a:ext>
                  </a:extLst>
                </p:cNvPr>
                <p:cNvSpPr txBox="1">
                  <a:spLocks noRot="1" noChangeAspect="1" noMove="1" noResize="1" noEditPoints="1" noAdjustHandles="1" noChangeArrowheads="1" noChangeShapeType="1" noTextEdit="1"/>
                </p:cNvSpPr>
                <p:nvPr/>
              </p:nvSpPr>
              <p:spPr>
                <a:xfrm>
                  <a:off x="9565904" y="1994059"/>
                  <a:ext cx="421017" cy="307777"/>
                </a:xfrm>
                <a:prstGeom prst="rect">
                  <a:avLst/>
                </a:prstGeom>
                <a:blipFill>
                  <a:blip r:embed="rId27"/>
                  <a:stretch>
                    <a:fillRect r="-25490" b="-297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424C07BC-24EE-D381-7D7C-64946DEE54B4}"/>
                    </a:ext>
                  </a:extLst>
                </p:cNvPr>
                <p:cNvSpPr txBox="1"/>
                <p:nvPr/>
              </p:nvSpPr>
              <p:spPr>
                <a:xfrm>
                  <a:off x="8506271" y="1050324"/>
                  <a:ext cx="448081" cy="307777"/>
                </a:xfrm>
                <a:prstGeom prst="rect">
                  <a:avLst/>
                </a:prstGeom>
                <a:noFill/>
              </p:spPr>
              <p:txBody>
                <a:bodyPr wrap="square">
                  <a:spAutoFit/>
                </a:bodyPr>
                <a:lstStyle/>
                <a:p>
                  <a:pPr/>
                  <a14:m>
                    <m:oMathPara xmlns:m="http://schemas.openxmlformats.org/officeDocument/2006/math">
                      <m:oMath>
                        <m:sSub>
                          <m:sSubPr>
                            <m:ctrlPr>
                              <a:rPr lang="de-DE" sz="1400" b="0" i="1" smtClean="0">
                                <a:solidFill>
                                  <a:schemeClr val="bg1"/>
                                </a:solidFill>
                                <a:latin typeface="Cambria Math" panose="02040503050406030204" pitchFamily="18" charset="0"/>
                              </a:rPr>
                            </m:ctrlPr>
                          </m:sSubPr>
                          <m:e>
                            <m:r>
                              <m:rPr>
                                <m:sty m:val="p"/>
                              </m:rPr>
                              <a:rPr lang="de-DE" sz="1400" b="0" i="1" smtClean="0">
                                <a:solidFill>
                                  <a:schemeClr val="bg1"/>
                                </a:solidFill>
                                <a:latin typeface="Cambria Math" panose="02040503050406030204" pitchFamily="18" charset="0"/>
                              </a:rPr>
                              <m:t>r</m:t>
                            </m:r>
                          </m:e>
                          <m:sub>
                            <m:r>
                              <m:rPr>
                                <m:sty m:val="p"/>
                              </m:rPr>
                              <a:rPr lang="de-DE" sz="1400" b="0" i="1" smtClean="0">
                                <a:solidFill>
                                  <a:schemeClr val="bg1"/>
                                </a:solidFill>
                                <a:latin typeface="Cambria Math" panose="02040503050406030204" pitchFamily="18" charset="0"/>
                              </a:rPr>
                              <m:t>Ni</m:t>
                            </m:r>
                          </m:sub>
                        </m:sSub>
                      </m:oMath>
                    </m:oMathPara>
                  </a14:m>
                  <a:endParaRPr lang="en-US" sz="1400" dirty="0">
                    <a:solidFill>
                      <a:schemeClr val="bg1"/>
                    </a:solidFill>
                  </a:endParaRPr>
                </a:p>
              </p:txBody>
            </p:sp>
          </mc:Choice>
          <mc:Fallback xmlns="">
            <p:sp>
              <p:nvSpPr>
                <p:cNvPr id="49" name="TextBox 48">
                  <a:extLst>
                    <a:ext uri="{FF2B5EF4-FFF2-40B4-BE49-F238E27FC236}">
                      <a16:creationId xmlns:a16="http://schemas.microsoft.com/office/drawing/2014/main" id="{424C07BC-24EE-D381-7D7C-64946DEE54B4}"/>
                    </a:ext>
                  </a:extLst>
                </p:cNvPr>
                <p:cNvSpPr txBox="1">
                  <a:spLocks noRot="1" noChangeAspect="1" noMove="1" noResize="1" noEditPoints="1" noAdjustHandles="1" noChangeArrowheads="1" noChangeShapeType="1" noTextEdit="1"/>
                </p:cNvSpPr>
                <p:nvPr/>
              </p:nvSpPr>
              <p:spPr>
                <a:xfrm>
                  <a:off x="8506271" y="1050324"/>
                  <a:ext cx="448081" cy="307777"/>
                </a:xfrm>
                <a:prstGeom prst="rect">
                  <a:avLst/>
                </a:prstGeom>
                <a:blipFill>
                  <a:blip r:embed="rId28"/>
                  <a:stretch>
                    <a:fillRect r="-5455" b="-26316"/>
                  </a:stretch>
                </a:blipFill>
              </p:spPr>
              <p:txBody>
                <a:bodyPr/>
                <a:lstStyle/>
                <a:p>
                  <a:r>
                    <a:rPr lang="en-US">
                      <a:noFill/>
                    </a:rPr>
                    <a:t> </a:t>
                  </a:r>
                </a:p>
              </p:txBody>
            </p:sp>
          </mc:Fallback>
        </mc:AlternateContent>
        <p:cxnSp>
          <p:nvCxnSpPr>
            <p:cNvPr id="60" name="Straight Connector 59">
              <a:extLst>
                <a:ext uri="{FF2B5EF4-FFF2-40B4-BE49-F238E27FC236}">
                  <a16:creationId xmlns:a16="http://schemas.microsoft.com/office/drawing/2014/main" id="{D1C2DAAD-7CAC-159A-C06F-7A26D81AA761}"/>
                </a:ext>
              </a:extLst>
            </p:cNvPr>
            <p:cNvCxnSpPr>
              <a:cxnSpLocks/>
            </p:cNvCxnSpPr>
            <p:nvPr/>
          </p:nvCxnSpPr>
          <p:spPr>
            <a:xfrm>
              <a:off x="7775840" y="596589"/>
              <a:ext cx="0" cy="637112"/>
            </a:xfrm>
            <a:prstGeom prst="line">
              <a:avLst/>
            </a:prstGeom>
          </p:spPr>
          <p:style>
            <a:lnRef idx="2">
              <a:schemeClr val="accent1"/>
            </a:lnRef>
            <a:fillRef idx="0">
              <a:schemeClr val="accent1"/>
            </a:fillRef>
            <a:effectRef idx="1">
              <a:schemeClr val="accent1"/>
            </a:effectRef>
            <a:fontRef idx="minor">
              <a:schemeClr val="tx1"/>
            </a:fontRef>
          </p:style>
        </p:cxnSp>
        <p:sp>
          <p:nvSpPr>
            <p:cNvPr id="113" name="Rectangle 112">
              <a:extLst>
                <a:ext uri="{FF2B5EF4-FFF2-40B4-BE49-F238E27FC236}">
                  <a16:creationId xmlns:a16="http://schemas.microsoft.com/office/drawing/2014/main" id="{0B6DE6D1-B34C-7F76-7F6B-D46ED8F297AC}"/>
                </a:ext>
              </a:extLst>
            </p:cNvPr>
            <p:cNvSpPr/>
            <p:nvPr/>
          </p:nvSpPr>
          <p:spPr>
            <a:xfrm>
              <a:off x="8320022" y="23424"/>
              <a:ext cx="3073000" cy="2537212"/>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115" name="TextBox 114">
              <a:extLst>
                <a:ext uri="{FF2B5EF4-FFF2-40B4-BE49-F238E27FC236}">
                  <a16:creationId xmlns:a16="http://schemas.microsoft.com/office/drawing/2014/main" id="{ECEDED6E-D31F-A2F8-93BE-5919695A9251}"/>
                </a:ext>
              </a:extLst>
            </p:cNvPr>
            <p:cNvSpPr txBox="1"/>
            <p:nvPr/>
          </p:nvSpPr>
          <p:spPr>
            <a:xfrm>
              <a:off x="8334900" y="53954"/>
              <a:ext cx="402674" cy="276999"/>
            </a:xfrm>
            <a:prstGeom prst="rect">
              <a:avLst/>
            </a:prstGeom>
            <a:noFill/>
          </p:spPr>
          <p:txBody>
            <a:bodyPr wrap="none" rtlCol="0">
              <a:spAutoFit/>
            </a:bodyPr>
            <a:lstStyle/>
            <a:p>
              <a:r>
                <a:rPr lang="en-US" sz="1200" dirty="0"/>
                <a:t>NN</a:t>
              </a:r>
            </a:p>
          </p:txBody>
        </p:sp>
      </p:grpSp>
      <p:sp>
        <p:nvSpPr>
          <p:cNvPr id="3" name="TextBox 2">
            <a:extLst>
              <a:ext uri="{FF2B5EF4-FFF2-40B4-BE49-F238E27FC236}">
                <a16:creationId xmlns:a16="http://schemas.microsoft.com/office/drawing/2014/main" id="{9ED413D5-BFF8-218E-7F4C-66F496E10966}"/>
              </a:ext>
            </a:extLst>
          </p:cNvPr>
          <p:cNvSpPr txBox="1"/>
          <p:nvPr/>
        </p:nvSpPr>
        <p:spPr>
          <a:xfrm>
            <a:off x="1351887" y="1938705"/>
            <a:ext cx="986167" cy="369332"/>
          </a:xfrm>
          <a:prstGeom prst="rect">
            <a:avLst/>
          </a:prstGeom>
          <a:noFill/>
        </p:spPr>
        <p:txBody>
          <a:bodyPr wrap="none" rtlCol="0">
            <a:spAutoFit/>
          </a:bodyPr>
          <a:lstStyle/>
          <a:p>
            <a:r>
              <a:rPr lang="en-US" dirty="0"/>
              <a:t>Motif 52</a:t>
            </a:r>
          </a:p>
        </p:txBody>
      </p:sp>
      <p:sp>
        <p:nvSpPr>
          <p:cNvPr id="7" name="Rectangle: Rounded Corners 6">
            <a:extLst>
              <a:ext uri="{FF2B5EF4-FFF2-40B4-BE49-F238E27FC236}">
                <a16:creationId xmlns:a16="http://schemas.microsoft.com/office/drawing/2014/main" id="{5ABFDA1A-BDFC-2BA0-DCB9-A1B222E6AC1F}"/>
              </a:ext>
            </a:extLst>
          </p:cNvPr>
          <p:cNvSpPr/>
          <p:nvPr/>
        </p:nvSpPr>
        <p:spPr>
          <a:xfrm>
            <a:off x="10618834" y="887943"/>
            <a:ext cx="1522517" cy="91440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Algorithm </a:t>
            </a:r>
          </a:p>
        </p:txBody>
      </p:sp>
      <p:sp>
        <p:nvSpPr>
          <p:cNvPr id="8" name="Rectangle: Rounded Corners 7">
            <a:extLst>
              <a:ext uri="{FF2B5EF4-FFF2-40B4-BE49-F238E27FC236}">
                <a16:creationId xmlns:a16="http://schemas.microsoft.com/office/drawing/2014/main" id="{13E4ED60-8813-5141-C404-204686A155A1}"/>
              </a:ext>
            </a:extLst>
          </p:cNvPr>
          <p:cNvSpPr/>
          <p:nvPr/>
        </p:nvSpPr>
        <p:spPr>
          <a:xfrm>
            <a:off x="10618834" y="2312289"/>
            <a:ext cx="1522517" cy="914400"/>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Chemical Reactions </a:t>
            </a:r>
          </a:p>
        </p:txBody>
      </p:sp>
      <p:sp>
        <p:nvSpPr>
          <p:cNvPr id="9" name="Rectangle: Rounded Corners 8">
            <a:extLst>
              <a:ext uri="{FF2B5EF4-FFF2-40B4-BE49-F238E27FC236}">
                <a16:creationId xmlns:a16="http://schemas.microsoft.com/office/drawing/2014/main" id="{FF5CD7DC-6BAD-1DD5-DA34-2CC893163020}"/>
              </a:ext>
            </a:extLst>
          </p:cNvPr>
          <p:cNvSpPr/>
          <p:nvPr/>
        </p:nvSpPr>
        <p:spPr>
          <a:xfrm>
            <a:off x="10618834" y="3736635"/>
            <a:ext cx="1522517" cy="914400"/>
          </a:xfrm>
          <a:prstGeom prst="round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Metabolic Network</a:t>
            </a:r>
          </a:p>
        </p:txBody>
      </p:sp>
      <p:sp>
        <p:nvSpPr>
          <p:cNvPr id="10" name="Rectangle: Rounded Corners 9">
            <a:extLst>
              <a:ext uri="{FF2B5EF4-FFF2-40B4-BE49-F238E27FC236}">
                <a16:creationId xmlns:a16="http://schemas.microsoft.com/office/drawing/2014/main" id="{43B4E109-FD47-3B64-6A75-4A0D6F3E88A2}"/>
              </a:ext>
            </a:extLst>
          </p:cNvPr>
          <p:cNvSpPr/>
          <p:nvPr/>
        </p:nvSpPr>
        <p:spPr>
          <a:xfrm>
            <a:off x="10618834" y="5160981"/>
            <a:ext cx="1522517" cy="91440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THz Actuation</a:t>
            </a:r>
          </a:p>
        </p:txBody>
      </p:sp>
      <p:cxnSp>
        <p:nvCxnSpPr>
          <p:cNvPr id="12" name="Straight Arrow Connector 11">
            <a:extLst>
              <a:ext uri="{FF2B5EF4-FFF2-40B4-BE49-F238E27FC236}">
                <a16:creationId xmlns:a16="http://schemas.microsoft.com/office/drawing/2014/main" id="{8D4CD821-CC51-ED12-4D15-63AEB8D7ACC0}"/>
              </a:ext>
            </a:extLst>
          </p:cNvPr>
          <p:cNvCxnSpPr>
            <a:stCxn id="7" idx="2"/>
            <a:endCxn id="8" idx="0"/>
          </p:cNvCxnSpPr>
          <p:nvPr/>
        </p:nvCxnSpPr>
        <p:spPr>
          <a:xfrm>
            <a:off x="11380093" y="1802343"/>
            <a:ext cx="0" cy="509946"/>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177F36CB-A323-EC16-8E3B-752994661DA2}"/>
              </a:ext>
            </a:extLst>
          </p:cNvPr>
          <p:cNvCxnSpPr>
            <a:cxnSpLocks/>
            <a:stCxn id="8" idx="2"/>
            <a:endCxn id="9" idx="0"/>
          </p:cNvCxnSpPr>
          <p:nvPr/>
        </p:nvCxnSpPr>
        <p:spPr>
          <a:xfrm>
            <a:off x="11380093" y="3226689"/>
            <a:ext cx="0" cy="509946"/>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148E2332-E632-E236-2ACF-48D5AC652CB6}"/>
              </a:ext>
            </a:extLst>
          </p:cNvPr>
          <p:cNvCxnSpPr>
            <a:cxnSpLocks/>
            <a:stCxn id="10" idx="0"/>
          </p:cNvCxnSpPr>
          <p:nvPr/>
        </p:nvCxnSpPr>
        <p:spPr>
          <a:xfrm flipV="1">
            <a:off x="11380093" y="4651035"/>
            <a:ext cx="0" cy="509946"/>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sp>
        <p:nvSpPr>
          <p:cNvPr id="21" name="Rectangle: Rounded Corners 20">
            <a:extLst>
              <a:ext uri="{FF2B5EF4-FFF2-40B4-BE49-F238E27FC236}">
                <a16:creationId xmlns:a16="http://schemas.microsoft.com/office/drawing/2014/main" id="{86A6B1E9-CE2E-A06F-E997-DD0A5BCF728E}"/>
              </a:ext>
            </a:extLst>
          </p:cNvPr>
          <p:cNvSpPr/>
          <p:nvPr/>
        </p:nvSpPr>
        <p:spPr>
          <a:xfrm>
            <a:off x="5957407" y="3760446"/>
            <a:ext cx="439293" cy="914399"/>
          </a:xfrm>
          <a:prstGeom prst="roundRect">
            <a:avLst/>
          </a:prstGeom>
          <a:solidFill>
            <a:schemeClr val="accent1">
              <a:alpha val="1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Rounded Corners 22">
            <a:extLst>
              <a:ext uri="{FF2B5EF4-FFF2-40B4-BE49-F238E27FC236}">
                <a16:creationId xmlns:a16="http://schemas.microsoft.com/office/drawing/2014/main" id="{82D26A55-82A9-9195-BA97-5D09FCA9E55B}"/>
              </a:ext>
            </a:extLst>
          </p:cNvPr>
          <p:cNvSpPr/>
          <p:nvPr/>
        </p:nvSpPr>
        <p:spPr>
          <a:xfrm>
            <a:off x="6551509" y="3769972"/>
            <a:ext cx="439293" cy="914399"/>
          </a:xfrm>
          <a:prstGeom prst="roundRect">
            <a:avLst/>
          </a:prstGeom>
          <a:solidFill>
            <a:schemeClr val="accent1">
              <a:alpha val="1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Rounded Corners 24">
            <a:extLst>
              <a:ext uri="{FF2B5EF4-FFF2-40B4-BE49-F238E27FC236}">
                <a16:creationId xmlns:a16="http://schemas.microsoft.com/office/drawing/2014/main" id="{64C2DD2B-9D5E-27CA-3C34-69F041DD058F}"/>
              </a:ext>
            </a:extLst>
          </p:cNvPr>
          <p:cNvSpPr/>
          <p:nvPr/>
        </p:nvSpPr>
        <p:spPr>
          <a:xfrm>
            <a:off x="4779649" y="3708060"/>
            <a:ext cx="439293" cy="914400"/>
          </a:xfrm>
          <a:prstGeom prst="roundRect">
            <a:avLst/>
          </a:prstGeom>
          <a:solidFill>
            <a:schemeClr val="accent1">
              <a:alpha val="1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9F10A41D-609A-4D7A-F997-413179DDE440}"/>
                  </a:ext>
                </a:extLst>
              </p:cNvPr>
              <p:cNvSpPr txBox="1"/>
              <p:nvPr/>
            </p:nvSpPr>
            <p:spPr>
              <a:xfrm>
                <a:off x="5760730" y="3429000"/>
                <a:ext cx="352041" cy="369332"/>
              </a:xfrm>
              <a:prstGeom prst="rect">
                <a:avLst/>
              </a:prstGeom>
              <a:noFill/>
            </p:spPr>
            <p:txBody>
              <a:bodyPr wrap="square">
                <a:spAutoFit/>
              </a:bodyPr>
              <a:lstStyle/>
              <a:p>
                <a:pPr/>
                <a14:m>
                  <m:oMathPara xmlns:m="http://schemas.openxmlformats.org/officeDocument/2006/math">
                    <m:oMath>
                      <m:sSub>
                        <m:sSubPr>
                          <m:ctrlPr>
                            <a:rPr lang="de-DE" sz="1800" b="0" i="1" smtClean="0">
                              <a:solidFill>
                                <a:schemeClr val="tx1"/>
                              </a:solidFill>
                              <a:latin typeface="Cambria Math" panose="02040503050406030204" pitchFamily="18" charset="0"/>
                            </a:rPr>
                          </m:ctrlPr>
                        </m:sSubPr>
                        <m:e>
                          <m:r>
                            <m:rPr>
                              <m:sty m:val="p"/>
                            </m:rPr>
                            <a:rPr lang="de-DE" sz="1800" b="0" i="1" smtClean="0">
                              <a:solidFill>
                                <a:schemeClr val="tx1"/>
                              </a:solidFill>
                              <a:latin typeface="Cambria Math" panose="02040503050406030204" pitchFamily="18" charset="0"/>
                            </a:rPr>
                            <m:t>r</m:t>
                          </m:r>
                        </m:e>
                        <m:sub>
                          <m:r>
                            <m:rPr>
                              <m:sty m:val="p"/>
                            </m:rPr>
                            <a:rPr lang="de-DE" sz="1800" b="0" i="1" smtClean="0">
                              <a:solidFill>
                                <a:schemeClr val="tx1"/>
                              </a:solidFill>
                              <a:latin typeface="Cambria Math" panose="02040503050406030204" pitchFamily="18" charset="0"/>
                            </a:rPr>
                            <m:t>Nb</m:t>
                          </m:r>
                        </m:sub>
                      </m:sSub>
                    </m:oMath>
                  </m:oMathPara>
                </a14:m>
                <a:endParaRPr lang="en-US" dirty="0">
                  <a:solidFill>
                    <a:schemeClr val="tx1"/>
                  </a:solidFill>
                </a:endParaRPr>
              </a:p>
            </p:txBody>
          </p:sp>
        </mc:Choice>
        <mc:Fallback xmlns="">
          <p:sp>
            <p:nvSpPr>
              <p:cNvPr id="15" name="TextBox 14">
                <a:extLst>
                  <a:ext uri="{FF2B5EF4-FFF2-40B4-BE49-F238E27FC236}">
                    <a16:creationId xmlns:a16="http://schemas.microsoft.com/office/drawing/2014/main" id="{9F10A41D-609A-4D7A-F997-413179DDE440}"/>
                  </a:ext>
                </a:extLst>
              </p:cNvPr>
              <p:cNvSpPr txBox="1">
                <a:spLocks noRot="1" noChangeAspect="1" noMove="1" noResize="1" noEditPoints="1" noAdjustHandles="1" noChangeArrowheads="1" noChangeShapeType="1" noTextEdit="1"/>
              </p:cNvSpPr>
              <p:nvPr/>
            </p:nvSpPr>
            <p:spPr>
              <a:xfrm>
                <a:off x="5760730" y="3429000"/>
                <a:ext cx="352041" cy="369332"/>
              </a:xfrm>
              <a:prstGeom prst="rect">
                <a:avLst/>
              </a:prstGeom>
              <a:blipFill>
                <a:blip r:embed="rId29"/>
                <a:stretch>
                  <a:fillRect r="-3448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E5C4B998-2531-0CB6-9B69-971C3A2A13C1}"/>
                  </a:ext>
                </a:extLst>
              </p:cNvPr>
              <p:cNvSpPr txBox="1"/>
              <p:nvPr/>
            </p:nvSpPr>
            <p:spPr>
              <a:xfrm>
                <a:off x="4557979" y="3367303"/>
                <a:ext cx="352041" cy="369332"/>
              </a:xfrm>
              <a:prstGeom prst="rect">
                <a:avLst/>
              </a:prstGeom>
              <a:noFill/>
            </p:spPr>
            <p:txBody>
              <a:bodyPr wrap="square">
                <a:spAutoFit/>
              </a:bodyPr>
              <a:lstStyle/>
              <a:p>
                <a:pPr/>
                <a14:m>
                  <m:oMathPara xmlns:m="http://schemas.openxmlformats.org/officeDocument/2006/math">
                    <m:oMath>
                      <m:sSub>
                        <m:sSubPr>
                          <m:ctrlPr>
                            <a:rPr lang="de-DE" sz="1800" b="0" i="1" smtClean="0">
                              <a:solidFill>
                                <a:schemeClr val="tx1"/>
                              </a:solidFill>
                              <a:latin typeface="Cambria Math" panose="02040503050406030204" pitchFamily="18" charset="0"/>
                            </a:rPr>
                          </m:ctrlPr>
                        </m:sSubPr>
                        <m:e>
                          <m:r>
                            <m:rPr>
                              <m:sty m:val="p"/>
                            </m:rPr>
                            <a:rPr lang="de-DE" sz="1800" b="0" i="1" smtClean="0">
                              <a:solidFill>
                                <a:schemeClr val="tx1"/>
                              </a:solidFill>
                              <a:latin typeface="Cambria Math" panose="02040503050406030204" pitchFamily="18" charset="0"/>
                            </a:rPr>
                            <m:t>r</m:t>
                          </m:r>
                        </m:e>
                        <m:sub>
                          <m:r>
                            <m:rPr>
                              <m:sty m:val="p"/>
                            </m:rPr>
                            <a:rPr lang="de-DE" sz="1800" b="0" i="1" smtClean="0">
                              <a:solidFill>
                                <a:schemeClr val="tx1"/>
                              </a:solidFill>
                              <a:latin typeface="Cambria Math" panose="02040503050406030204" pitchFamily="18" charset="0"/>
                            </a:rPr>
                            <m:t>Na</m:t>
                          </m:r>
                        </m:sub>
                      </m:sSub>
                    </m:oMath>
                  </m:oMathPara>
                </a14:m>
                <a:endParaRPr lang="en-US" dirty="0">
                  <a:solidFill>
                    <a:schemeClr val="tx1"/>
                  </a:solidFill>
                </a:endParaRPr>
              </a:p>
            </p:txBody>
          </p:sp>
        </mc:Choice>
        <mc:Fallback xmlns="">
          <p:sp>
            <p:nvSpPr>
              <p:cNvPr id="17" name="TextBox 16">
                <a:extLst>
                  <a:ext uri="{FF2B5EF4-FFF2-40B4-BE49-F238E27FC236}">
                    <a16:creationId xmlns:a16="http://schemas.microsoft.com/office/drawing/2014/main" id="{E5C4B998-2531-0CB6-9B69-971C3A2A13C1}"/>
                  </a:ext>
                </a:extLst>
              </p:cNvPr>
              <p:cNvSpPr txBox="1">
                <a:spLocks noRot="1" noChangeAspect="1" noMove="1" noResize="1" noEditPoints="1" noAdjustHandles="1" noChangeArrowheads="1" noChangeShapeType="1" noTextEdit="1"/>
              </p:cNvSpPr>
              <p:nvPr/>
            </p:nvSpPr>
            <p:spPr>
              <a:xfrm>
                <a:off x="4557979" y="3367303"/>
                <a:ext cx="352041" cy="369332"/>
              </a:xfrm>
              <a:prstGeom prst="rect">
                <a:avLst/>
              </a:prstGeom>
              <a:blipFill>
                <a:blip r:embed="rId30"/>
                <a:stretch>
                  <a:fillRect r="-3157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6B522BF3-CB6B-E4DA-C8D5-6C26675F9AE1}"/>
                  </a:ext>
                </a:extLst>
              </p:cNvPr>
              <p:cNvSpPr txBox="1"/>
              <p:nvPr/>
            </p:nvSpPr>
            <p:spPr>
              <a:xfrm>
                <a:off x="6681798" y="3429000"/>
                <a:ext cx="352041" cy="369332"/>
              </a:xfrm>
              <a:prstGeom prst="rect">
                <a:avLst/>
              </a:prstGeom>
              <a:noFill/>
            </p:spPr>
            <p:txBody>
              <a:bodyPr wrap="square">
                <a:spAutoFit/>
              </a:bodyPr>
              <a:lstStyle/>
              <a:p>
                <a:pPr/>
                <a14:m>
                  <m:oMathPara xmlns:m="http://schemas.openxmlformats.org/officeDocument/2006/math">
                    <m:oMath>
                      <m:sSub>
                        <m:sSubPr>
                          <m:ctrlPr>
                            <a:rPr lang="de-DE" sz="1800" b="0" i="1" smtClean="0">
                              <a:solidFill>
                                <a:schemeClr val="tx1"/>
                              </a:solidFill>
                              <a:latin typeface="Cambria Math" panose="02040503050406030204" pitchFamily="18" charset="0"/>
                            </a:rPr>
                          </m:ctrlPr>
                        </m:sSubPr>
                        <m:e>
                          <m:r>
                            <m:rPr>
                              <m:sty m:val="p"/>
                            </m:rPr>
                            <a:rPr lang="de-DE" sz="1800" b="0" i="1" smtClean="0">
                              <a:solidFill>
                                <a:schemeClr val="tx1"/>
                              </a:solidFill>
                              <a:latin typeface="Cambria Math" panose="02040503050406030204" pitchFamily="18" charset="0"/>
                            </a:rPr>
                            <m:t>r</m:t>
                          </m:r>
                        </m:e>
                        <m:sub>
                          <m:r>
                            <m:rPr>
                              <m:sty m:val="p"/>
                            </m:rPr>
                            <a:rPr lang="de-DE" sz="1800" b="0" i="1" smtClean="0">
                              <a:solidFill>
                                <a:schemeClr val="tx1"/>
                              </a:solidFill>
                              <a:latin typeface="Cambria Math" panose="02040503050406030204" pitchFamily="18" charset="0"/>
                            </a:rPr>
                            <m:t>No</m:t>
                          </m:r>
                        </m:sub>
                      </m:sSub>
                    </m:oMath>
                  </m:oMathPara>
                </a14:m>
                <a:endParaRPr lang="en-US" dirty="0">
                  <a:solidFill>
                    <a:schemeClr val="tx1"/>
                  </a:solidFill>
                </a:endParaRPr>
              </a:p>
            </p:txBody>
          </p:sp>
        </mc:Choice>
        <mc:Fallback xmlns="">
          <p:sp>
            <p:nvSpPr>
              <p:cNvPr id="4" name="TextBox 3">
                <a:extLst>
                  <a:ext uri="{FF2B5EF4-FFF2-40B4-BE49-F238E27FC236}">
                    <a16:creationId xmlns:a16="http://schemas.microsoft.com/office/drawing/2014/main" id="{6B522BF3-CB6B-E4DA-C8D5-6C26675F9AE1}"/>
                  </a:ext>
                </a:extLst>
              </p:cNvPr>
              <p:cNvSpPr txBox="1">
                <a:spLocks noRot="1" noChangeAspect="1" noMove="1" noResize="1" noEditPoints="1" noAdjustHandles="1" noChangeArrowheads="1" noChangeShapeType="1" noTextEdit="1"/>
              </p:cNvSpPr>
              <p:nvPr/>
            </p:nvSpPr>
            <p:spPr>
              <a:xfrm>
                <a:off x="6681798" y="3429000"/>
                <a:ext cx="352041" cy="369332"/>
              </a:xfrm>
              <a:prstGeom prst="rect">
                <a:avLst/>
              </a:prstGeom>
              <a:blipFill>
                <a:blip r:embed="rId31"/>
                <a:stretch>
                  <a:fillRect r="-32759"/>
                </a:stretch>
              </a:blipFill>
            </p:spPr>
            <p:txBody>
              <a:bodyPr/>
              <a:lstStyle/>
              <a:p>
                <a:r>
                  <a:rPr lang="en-US">
                    <a:noFill/>
                  </a:rPr>
                  <a:t> </a:t>
                </a:r>
              </a:p>
            </p:txBody>
          </p:sp>
        </mc:Fallback>
      </mc:AlternateContent>
    </p:spTree>
    <p:extLst>
      <p:ext uri="{BB962C8B-B14F-4D97-AF65-F5344CB8AC3E}">
        <p14:creationId xmlns:p14="http://schemas.microsoft.com/office/powerpoint/2010/main" val="364946054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84668B5-CD52-14EF-9ED2-D83A9C99B630}"/>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A4D84DAE-28C6-BA8A-63D1-9D85E6CAC34D}"/>
              </a:ext>
            </a:extLst>
          </p:cNvPr>
          <p:cNvSpPr/>
          <p:nvPr/>
        </p:nvSpPr>
        <p:spPr>
          <a:xfrm>
            <a:off x="1462291" y="6126480"/>
            <a:ext cx="1554480" cy="73152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Algorithm </a:t>
            </a:r>
          </a:p>
        </p:txBody>
      </p:sp>
      <p:sp>
        <p:nvSpPr>
          <p:cNvPr id="5" name="Rectangle: Rounded Corners 4">
            <a:extLst>
              <a:ext uri="{FF2B5EF4-FFF2-40B4-BE49-F238E27FC236}">
                <a16:creationId xmlns:a16="http://schemas.microsoft.com/office/drawing/2014/main" id="{DAC5BD3B-4D1E-106B-C865-DD1A04761C9B}"/>
              </a:ext>
            </a:extLst>
          </p:cNvPr>
          <p:cNvSpPr/>
          <p:nvPr/>
        </p:nvSpPr>
        <p:spPr>
          <a:xfrm>
            <a:off x="3764816" y="6126480"/>
            <a:ext cx="1554480" cy="731520"/>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Chemical Reactions </a:t>
            </a:r>
          </a:p>
        </p:txBody>
      </p:sp>
      <p:sp>
        <p:nvSpPr>
          <p:cNvPr id="6" name="Rectangle: Rounded Corners 5">
            <a:extLst>
              <a:ext uri="{FF2B5EF4-FFF2-40B4-BE49-F238E27FC236}">
                <a16:creationId xmlns:a16="http://schemas.microsoft.com/office/drawing/2014/main" id="{7EDC76E9-FE89-F131-BCA0-BDD82D477428}"/>
              </a:ext>
            </a:extLst>
          </p:cNvPr>
          <p:cNvSpPr/>
          <p:nvPr/>
        </p:nvSpPr>
        <p:spPr>
          <a:xfrm>
            <a:off x="6067341" y="6126480"/>
            <a:ext cx="1554480" cy="731520"/>
          </a:xfrm>
          <a:prstGeom prst="roundRect">
            <a:avLst/>
          </a:prstGeom>
          <a:solidFill>
            <a:srgbClr val="DCEAF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Metabolic Network</a:t>
            </a:r>
          </a:p>
        </p:txBody>
      </p:sp>
      <p:sp>
        <p:nvSpPr>
          <p:cNvPr id="7" name="Rectangle: Rounded Corners 6">
            <a:extLst>
              <a:ext uri="{FF2B5EF4-FFF2-40B4-BE49-F238E27FC236}">
                <a16:creationId xmlns:a16="http://schemas.microsoft.com/office/drawing/2014/main" id="{B6C08CD1-EF0C-0C39-2F69-E98458E0B249}"/>
              </a:ext>
            </a:extLst>
          </p:cNvPr>
          <p:cNvSpPr/>
          <p:nvPr/>
        </p:nvSpPr>
        <p:spPr>
          <a:xfrm>
            <a:off x="8369865" y="6126480"/>
            <a:ext cx="1554480" cy="73152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THz Actuation</a:t>
            </a:r>
          </a:p>
        </p:txBody>
      </p:sp>
      <p:cxnSp>
        <p:nvCxnSpPr>
          <p:cNvPr id="8" name="Straight Arrow Connector 7">
            <a:extLst>
              <a:ext uri="{FF2B5EF4-FFF2-40B4-BE49-F238E27FC236}">
                <a16:creationId xmlns:a16="http://schemas.microsoft.com/office/drawing/2014/main" id="{A4D4A382-98C5-2064-EE10-A2CD57B91700}"/>
              </a:ext>
            </a:extLst>
          </p:cNvPr>
          <p:cNvCxnSpPr>
            <a:cxnSpLocks/>
            <a:stCxn id="4" idx="3"/>
            <a:endCxn id="5" idx="1"/>
          </p:cNvCxnSpPr>
          <p:nvPr/>
        </p:nvCxnSpPr>
        <p:spPr>
          <a:xfrm>
            <a:off x="3016771" y="6492240"/>
            <a:ext cx="748045" cy="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7540E91C-01D8-7FFD-FF7F-9FA8DB775553}"/>
              </a:ext>
            </a:extLst>
          </p:cNvPr>
          <p:cNvCxnSpPr>
            <a:cxnSpLocks/>
            <a:stCxn id="5" idx="3"/>
            <a:endCxn id="6" idx="1"/>
          </p:cNvCxnSpPr>
          <p:nvPr/>
        </p:nvCxnSpPr>
        <p:spPr>
          <a:xfrm>
            <a:off x="5319296" y="6492240"/>
            <a:ext cx="748045" cy="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sp>
        <p:nvSpPr>
          <p:cNvPr id="69" name="Oval 68">
            <a:extLst>
              <a:ext uri="{FF2B5EF4-FFF2-40B4-BE49-F238E27FC236}">
                <a16:creationId xmlns:a16="http://schemas.microsoft.com/office/drawing/2014/main" id="{7C123041-E7ED-E333-CFF8-408E958C515F}"/>
              </a:ext>
            </a:extLst>
          </p:cNvPr>
          <p:cNvSpPr>
            <a:spLocks noChangeAspect="1"/>
          </p:cNvSpPr>
          <p:nvPr/>
        </p:nvSpPr>
        <p:spPr>
          <a:xfrm>
            <a:off x="4944147" y="494998"/>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70" name="TextBox 69">
                <a:extLst>
                  <a:ext uri="{FF2B5EF4-FFF2-40B4-BE49-F238E27FC236}">
                    <a16:creationId xmlns:a16="http://schemas.microsoft.com/office/drawing/2014/main" id="{45B7DFFB-BFA7-3F7A-DEDC-A2D1A9FE01E0}"/>
                  </a:ext>
                </a:extLst>
              </p:cNvPr>
              <p:cNvSpPr txBox="1"/>
              <p:nvPr/>
            </p:nvSpPr>
            <p:spPr>
              <a:xfrm>
                <a:off x="4889951" y="466275"/>
                <a:ext cx="518558" cy="394019"/>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Cp</m:t>
                          </m:r>
                        </m:sub>
                      </m:sSub>
                    </m:oMath>
                  </m:oMathPara>
                </a14:m>
                <a:endParaRPr lang="en-US" dirty="0">
                  <a:solidFill>
                    <a:schemeClr val="bg1"/>
                  </a:solidFill>
                </a:endParaRPr>
              </a:p>
            </p:txBody>
          </p:sp>
        </mc:Choice>
        <mc:Fallback xmlns="">
          <p:sp>
            <p:nvSpPr>
              <p:cNvPr id="70" name="TextBox 69">
                <a:extLst>
                  <a:ext uri="{FF2B5EF4-FFF2-40B4-BE49-F238E27FC236}">
                    <a16:creationId xmlns:a16="http://schemas.microsoft.com/office/drawing/2014/main" id="{45B7DFFB-BFA7-3F7A-DEDC-A2D1A9FE01E0}"/>
                  </a:ext>
                </a:extLst>
              </p:cNvPr>
              <p:cNvSpPr txBox="1">
                <a:spLocks noRot="1" noChangeAspect="1" noMove="1" noResize="1" noEditPoints="1" noAdjustHandles="1" noChangeArrowheads="1" noChangeShapeType="1" noTextEdit="1"/>
              </p:cNvSpPr>
              <p:nvPr/>
            </p:nvSpPr>
            <p:spPr>
              <a:xfrm>
                <a:off x="4889951" y="466275"/>
                <a:ext cx="518558" cy="394019"/>
              </a:xfrm>
              <a:prstGeom prst="rect">
                <a:avLst/>
              </a:prstGeom>
              <a:blipFill>
                <a:blip r:embed="rId3"/>
                <a:stretch>
                  <a:fillRect b="-76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1" name="TextBox 70">
                <a:extLst>
                  <a:ext uri="{FF2B5EF4-FFF2-40B4-BE49-F238E27FC236}">
                    <a16:creationId xmlns:a16="http://schemas.microsoft.com/office/drawing/2014/main" id="{5F67C10E-F9EC-5B1C-9C13-685AFE494033}"/>
                  </a:ext>
                </a:extLst>
              </p:cNvPr>
              <p:cNvSpPr txBox="1"/>
              <p:nvPr/>
            </p:nvSpPr>
            <p:spPr>
              <a:xfrm>
                <a:off x="6042817" y="320258"/>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c</m:t>
                          </m:r>
                        </m:sub>
                      </m:sSub>
                    </m:oMath>
                  </m:oMathPara>
                </a14:m>
                <a:endParaRPr lang="en-US" dirty="0">
                  <a:solidFill>
                    <a:schemeClr val="tx1"/>
                  </a:solidFill>
                </a:endParaRPr>
              </a:p>
            </p:txBody>
          </p:sp>
        </mc:Choice>
        <mc:Fallback xmlns="">
          <p:sp>
            <p:nvSpPr>
              <p:cNvPr id="71" name="TextBox 70">
                <a:extLst>
                  <a:ext uri="{FF2B5EF4-FFF2-40B4-BE49-F238E27FC236}">
                    <a16:creationId xmlns:a16="http://schemas.microsoft.com/office/drawing/2014/main" id="{5F67C10E-F9EC-5B1C-9C13-685AFE494033}"/>
                  </a:ext>
                </a:extLst>
              </p:cNvPr>
              <p:cNvSpPr txBox="1">
                <a:spLocks noRot="1" noChangeAspect="1" noMove="1" noResize="1" noEditPoints="1" noAdjustHandles="1" noChangeArrowheads="1" noChangeShapeType="1" noTextEdit="1"/>
              </p:cNvSpPr>
              <p:nvPr/>
            </p:nvSpPr>
            <p:spPr>
              <a:xfrm>
                <a:off x="6042817" y="320258"/>
                <a:ext cx="507796" cy="369332"/>
              </a:xfrm>
              <a:prstGeom prst="rect">
                <a:avLst/>
              </a:prstGeom>
              <a:blipFill>
                <a:blip r:embed="rId4"/>
                <a:stretch>
                  <a:fillRect/>
                </a:stretch>
              </a:blipFill>
            </p:spPr>
            <p:txBody>
              <a:bodyPr/>
              <a:lstStyle/>
              <a:p>
                <a:r>
                  <a:rPr lang="en-US">
                    <a:noFill/>
                  </a:rPr>
                  <a:t> </a:t>
                </a:r>
              </a:p>
            </p:txBody>
          </p:sp>
        </mc:Fallback>
      </mc:AlternateContent>
      <p:sp>
        <p:nvSpPr>
          <p:cNvPr id="72" name="Oval 71">
            <a:extLst>
              <a:ext uri="{FF2B5EF4-FFF2-40B4-BE49-F238E27FC236}">
                <a16:creationId xmlns:a16="http://schemas.microsoft.com/office/drawing/2014/main" id="{7D23C0D5-3722-EED3-6552-BF5654CC5FC3}"/>
              </a:ext>
            </a:extLst>
          </p:cNvPr>
          <p:cNvSpPr>
            <a:spLocks noChangeAspect="1"/>
          </p:cNvSpPr>
          <p:nvPr/>
        </p:nvSpPr>
        <p:spPr>
          <a:xfrm>
            <a:off x="6106964" y="1188320"/>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73" name="TextBox 72">
                <a:extLst>
                  <a:ext uri="{FF2B5EF4-FFF2-40B4-BE49-F238E27FC236}">
                    <a16:creationId xmlns:a16="http://schemas.microsoft.com/office/drawing/2014/main" id="{6A18BE6C-C0EA-78E5-CEED-7729B2C022B0}"/>
                  </a:ext>
                </a:extLst>
              </p:cNvPr>
              <p:cNvSpPr txBox="1"/>
              <p:nvPr/>
            </p:nvSpPr>
            <p:spPr>
              <a:xfrm>
                <a:off x="6048487" y="1163848"/>
                <a:ext cx="518558" cy="395493"/>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Cg</m:t>
                          </m:r>
                        </m:sub>
                      </m:sSub>
                    </m:oMath>
                  </m:oMathPara>
                </a14:m>
                <a:endParaRPr lang="en-US" dirty="0">
                  <a:solidFill>
                    <a:schemeClr val="bg1"/>
                  </a:solidFill>
                </a:endParaRPr>
              </a:p>
            </p:txBody>
          </p:sp>
        </mc:Choice>
        <mc:Fallback xmlns="">
          <p:sp>
            <p:nvSpPr>
              <p:cNvPr id="73" name="TextBox 72">
                <a:extLst>
                  <a:ext uri="{FF2B5EF4-FFF2-40B4-BE49-F238E27FC236}">
                    <a16:creationId xmlns:a16="http://schemas.microsoft.com/office/drawing/2014/main" id="{6A18BE6C-C0EA-78E5-CEED-7729B2C022B0}"/>
                  </a:ext>
                </a:extLst>
              </p:cNvPr>
              <p:cNvSpPr txBox="1">
                <a:spLocks noRot="1" noChangeAspect="1" noMove="1" noResize="1" noEditPoints="1" noAdjustHandles="1" noChangeArrowheads="1" noChangeShapeType="1" noTextEdit="1"/>
              </p:cNvSpPr>
              <p:nvPr/>
            </p:nvSpPr>
            <p:spPr>
              <a:xfrm>
                <a:off x="6048487" y="1163848"/>
                <a:ext cx="518558" cy="395493"/>
              </a:xfrm>
              <a:prstGeom prst="rect">
                <a:avLst/>
              </a:prstGeom>
              <a:blipFill>
                <a:blip r:embed="rId5"/>
                <a:stretch>
                  <a:fillRect b="-76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4" name="TextBox 73">
                <a:extLst>
                  <a:ext uri="{FF2B5EF4-FFF2-40B4-BE49-F238E27FC236}">
                    <a16:creationId xmlns:a16="http://schemas.microsoft.com/office/drawing/2014/main" id="{35B5BBC5-3611-AA87-E3BE-380332108C37}"/>
                  </a:ext>
                </a:extLst>
              </p:cNvPr>
              <p:cNvSpPr txBox="1"/>
              <p:nvPr/>
            </p:nvSpPr>
            <p:spPr>
              <a:xfrm>
                <a:off x="4902710" y="1199060"/>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Cs</m:t>
                          </m:r>
                        </m:sub>
                      </m:sSub>
                    </m:oMath>
                  </m:oMathPara>
                </a14:m>
                <a:endParaRPr lang="en-US" dirty="0">
                  <a:solidFill>
                    <a:schemeClr val="tx1"/>
                  </a:solidFill>
                </a:endParaRPr>
              </a:p>
            </p:txBody>
          </p:sp>
        </mc:Choice>
        <mc:Fallback xmlns="">
          <p:sp>
            <p:nvSpPr>
              <p:cNvPr id="74" name="TextBox 73">
                <a:extLst>
                  <a:ext uri="{FF2B5EF4-FFF2-40B4-BE49-F238E27FC236}">
                    <a16:creationId xmlns:a16="http://schemas.microsoft.com/office/drawing/2014/main" id="{35B5BBC5-3611-AA87-E3BE-380332108C37}"/>
                  </a:ext>
                </a:extLst>
              </p:cNvPr>
              <p:cNvSpPr txBox="1">
                <a:spLocks noRot="1" noChangeAspect="1" noMove="1" noResize="1" noEditPoints="1" noAdjustHandles="1" noChangeArrowheads="1" noChangeShapeType="1" noTextEdit="1"/>
              </p:cNvSpPr>
              <p:nvPr/>
            </p:nvSpPr>
            <p:spPr>
              <a:xfrm>
                <a:off x="4902710" y="1199060"/>
                <a:ext cx="507796" cy="369332"/>
              </a:xfrm>
              <a:prstGeom prst="rect">
                <a:avLst/>
              </a:prstGeom>
              <a:blipFill>
                <a:blip r:embed="rId6"/>
                <a:stretch>
                  <a:fillRect r="-3571"/>
                </a:stretch>
              </a:blipFill>
            </p:spPr>
            <p:txBody>
              <a:bodyPr/>
              <a:lstStyle/>
              <a:p>
                <a:r>
                  <a:rPr lang="en-US">
                    <a:noFill/>
                  </a:rPr>
                  <a:t> </a:t>
                </a:r>
              </a:p>
            </p:txBody>
          </p:sp>
        </mc:Fallback>
      </mc:AlternateContent>
      <p:sp>
        <p:nvSpPr>
          <p:cNvPr id="75" name="Oval 74">
            <a:extLst>
              <a:ext uri="{FF2B5EF4-FFF2-40B4-BE49-F238E27FC236}">
                <a16:creationId xmlns:a16="http://schemas.microsoft.com/office/drawing/2014/main" id="{89DFDA6A-60BE-CD2D-46BD-995CC7E7156D}"/>
              </a:ext>
            </a:extLst>
          </p:cNvPr>
          <p:cNvSpPr>
            <a:spLocks noChangeAspect="1"/>
          </p:cNvSpPr>
          <p:nvPr/>
        </p:nvSpPr>
        <p:spPr>
          <a:xfrm>
            <a:off x="4972757" y="2004874"/>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76" name="TextBox 75">
                <a:extLst>
                  <a:ext uri="{FF2B5EF4-FFF2-40B4-BE49-F238E27FC236}">
                    <a16:creationId xmlns:a16="http://schemas.microsoft.com/office/drawing/2014/main" id="{8C75CAA0-8A43-A6E7-D66F-5B07C9E0BACD}"/>
                  </a:ext>
                </a:extLst>
              </p:cNvPr>
              <p:cNvSpPr txBox="1"/>
              <p:nvPr/>
            </p:nvSpPr>
            <p:spPr>
              <a:xfrm>
                <a:off x="4917222" y="1969552"/>
                <a:ext cx="518558"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Cr</m:t>
                          </m:r>
                        </m:sub>
                      </m:sSub>
                    </m:oMath>
                  </m:oMathPara>
                </a14:m>
                <a:endParaRPr lang="en-US" dirty="0">
                  <a:solidFill>
                    <a:schemeClr val="bg1"/>
                  </a:solidFill>
                </a:endParaRPr>
              </a:p>
            </p:txBody>
          </p:sp>
        </mc:Choice>
        <mc:Fallback xmlns="">
          <p:sp>
            <p:nvSpPr>
              <p:cNvPr id="76" name="TextBox 75">
                <a:extLst>
                  <a:ext uri="{FF2B5EF4-FFF2-40B4-BE49-F238E27FC236}">
                    <a16:creationId xmlns:a16="http://schemas.microsoft.com/office/drawing/2014/main" id="{8C75CAA0-8A43-A6E7-D66F-5B07C9E0BACD}"/>
                  </a:ext>
                </a:extLst>
              </p:cNvPr>
              <p:cNvSpPr txBox="1">
                <a:spLocks noRot="1" noChangeAspect="1" noMove="1" noResize="1" noEditPoints="1" noAdjustHandles="1" noChangeArrowheads="1" noChangeShapeType="1" noTextEdit="1"/>
              </p:cNvSpPr>
              <p:nvPr/>
            </p:nvSpPr>
            <p:spPr>
              <a:xfrm>
                <a:off x="4917222" y="1969552"/>
                <a:ext cx="518558" cy="369332"/>
              </a:xfrm>
              <a:prstGeom prst="rect">
                <a:avLst/>
              </a:prstGeom>
              <a:blipFill>
                <a:blip r:embed="rId7"/>
                <a:stretch>
                  <a:fillRect/>
                </a:stretch>
              </a:blipFill>
            </p:spPr>
            <p:txBody>
              <a:bodyPr/>
              <a:lstStyle/>
              <a:p>
                <a:r>
                  <a:rPr lang="en-US">
                    <a:noFill/>
                  </a:rPr>
                  <a:t> </a:t>
                </a:r>
              </a:p>
            </p:txBody>
          </p:sp>
        </mc:Fallback>
      </mc:AlternateContent>
      <p:cxnSp>
        <p:nvCxnSpPr>
          <p:cNvPr id="77" name="Straight Arrow Connector 76">
            <a:extLst>
              <a:ext uri="{FF2B5EF4-FFF2-40B4-BE49-F238E27FC236}">
                <a16:creationId xmlns:a16="http://schemas.microsoft.com/office/drawing/2014/main" id="{C96DF889-CDCB-BF75-062B-F1D495DEDA1B}"/>
              </a:ext>
            </a:extLst>
          </p:cNvPr>
          <p:cNvCxnSpPr>
            <a:cxnSpLocks/>
            <a:endCxn id="69" idx="3"/>
          </p:cNvCxnSpPr>
          <p:nvPr/>
        </p:nvCxnSpPr>
        <p:spPr>
          <a:xfrm flipV="1">
            <a:off x="4121733" y="820556"/>
            <a:ext cx="878271" cy="488885"/>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80" name="Straight Arrow Connector 79">
            <a:extLst>
              <a:ext uri="{FF2B5EF4-FFF2-40B4-BE49-F238E27FC236}">
                <a16:creationId xmlns:a16="http://schemas.microsoft.com/office/drawing/2014/main" id="{E0A306D4-605E-0AA3-180D-241D5D7ECBC0}"/>
              </a:ext>
            </a:extLst>
          </p:cNvPr>
          <p:cNvCxnSpPr>
            <a:cxnSpLocks/>
            <a:endCxn id="75" idx="1"/>
          </p:cNvCxnSpPr>
          <p:nvPr/>
        </p:nvCxnSpPr>
        <p:spPr>
          <a:xfrm>
            <a:off x="4125155" y="1314303"/>
            <a:ext cx="903459" cy="746428"/>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84" name="Straight Arrow Connector 83">
            <a:extLst>
              <a:ext uri="{FF2B5EF4-FFF2-40B4-BE49-F238E27FC236}">
                <a16:creationId xmlns:a16="http://schemas.microsoft.com/office/drawing/2014/main" id="{7AD72162-B832-D1D9-CA16-56DA7716507C}"/>
              </a:ext>
            </a:extLst>
          </p:cNvPr>
          <p:cNvCxnSpPr>
            <a:cxnSpLocks/>
            <a:stCxn id="74" idx="3"/>
            <a:endCxn id="72" idx="2"/>
          </p:cNvCxnSpPr>
          <p:nvPr/>
        </p:nvCxnSpPr>
        <p:spPr>
          <a:xfrm flipV="1">
            <a:off x="5410506" y="1379028"/>
            <a:ext cx="696458" cy="4698"/>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88" name="Straight Arrow Connector 87">
            <a:extLst>
              <a:ext uri="{FF2B5EF4-FFF2-40B4-BE49-F238E27FC236}">
                <a16:creationId xmlns:a16="http://schemas.microsoft.com/office/drawing/2014/main" id="{2F90CA47-A494-62EE-4EB1-12A974EBCAA9}"/>
              </a:ext>
            </a:extLst>
          </p:cNvPr>
          <p:cNvCxnSpPr>
            <a:cxnSpLocks/>
            <a:stCxn id="74" idx="2"/>
            <a:endCxn id="75" idx="0"/>
          </p:cNvCxnSpPr>
          <p:nvPr/>
        </p:nvCxnSpPr>
        <p:spPr>
          <a:xfrm>
            <a:off x="5156608" y="1568392"/>
            <a:ext cx="6856" cy="436482"/>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6" name="Straight Arrow Connector 95">
            <a:extLst>
              <a:ext uri="{FF2B5EF4-FFF2-40B4-BE49-F238E27FC236}">
                <a16:creationId xmlns:a16="http://schemas.microsoft.com/office/drawing/2014/main" id="{4105D077-F0A8-89D2-0591-E28744E3BF20}"/>
              </a:ext>
            </a:extLst>
          </p:cNvPr>
          <p:cNvCxnSpPr>
            <a:cxnSpLocks/>
            <a:stCxn id="69" idx="6"/>
          </p:cNvCxnSpPr>
          <p:nvPr/>
        </p:nvCxnSpPr>
        <p:spPr>
          <a:xfrm>
            <a:off x="5325561" y="685706"/>
            <a:ext cx="2460842" cy="10275"/>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9" name="Straight Arrow Connector 98">
            <a:extLst>
              <a:ext uri="{FF2B5EF4-FFF2-40B4-BE49-F238E27FC236}">
                <a16:creationId xmlns:a16="http://schemas.microsoft.com/office/drawing/2014/main" id="{6B1E5257-36B0-5B9E-CE2D-F1A98925BDB4}"/>
              </a:ext>
            </a:extLst>
          </p:cNvPr>
          <p:cNvCxnSpPr>
            <a:cxnSpLocks/>
            <a:stCxn id="71" idx="2"/>
            <a:endCxn id="72" idx="0"/>
          </p:cNvCxnSpPr>
          <p:nvPr/>
        </p:nvCxnSpPr>
        <p:spPr>
          <a:xfrm>
            <a:off x="6296715" y="689590"/>
            <a:ext cx="956" cy="49873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sp>
        <p:nvSpPr>
          <p:cNvPr id="102" name="Rectangle 101">
            <a:extLst>
              <a:ext uri="{FF2B5EF4-FFF2-40B4-BE49-F238E27FC236}">
                <a16:creationId xmlns:a16="http://schemas.microsoft.com/office/drawing/2014/main" id="{7BAA9A14-CE29-C05F-C08D-20C44AAEDE31}"/>
              </a:ext>
            </a:extLst>
          </p:cNvPr>
          <p:cNvSpPr/>
          <p:nvPr/>
        </p:nvSpPr>
        <p:spPr>
          <a:xfrm>
            <a:off x="4449953" y="108527"/>
            <a:ext cx="2873133" cy="2407763"/>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03" name="TextBox 102">
            <a:extLst>
              <a:ext uri="{FF2B5EF4-FFF2-40B4-BE49-F238E27FC236}">
                <a16:creationId xmlns:a16="http://schemas.microsoft.com/office/drawing/2014/main" id="{E11450DF-C3E8-CD51-8AF0-09BFD5B7408A}"/>
              </a:ext>
            </a:extLst>
          </p:cNvPr>
          <p:cNvSpPr txBox="1"/>
          <p:nvPr/>
        </p:nvSpPr>
        <p:spPr>
          <a:xfrm>
            <a:off x="4449953" y="92506"/>
            <a:ext cx="1774204" cy="338554"/>
          </a:xfrm>
          <a:prstGeom prst="rect">
            <a:avLst/>
          </a:prstGeom>
          <a:noFill/>
        </p:spPr>
        <p:txBody>
          <a:bodyPr wrap="none" rtlCol="0">
            <a:spAutoFit/>
          </a:bodyPr>
          <a:lstStyle/>
          <a:p>
            <a:r>
              <a:rPr lang="en-US" sz="1600" dirty="0"/>
              <a:t>Chemical counter</a:t>
            </a:r>
          </a:p>
        </p:txBody>
      </p:sp>
      <mc:AlternateContent xmlns:mc="http://schemas.openxmlformats.org/markup-compatibility/2006" xmlns:a14="http://schemas.microsoft.com/office/drawing/2010/main">
        <mc:Choice Requires="a14">
          <p:sp>
            <p:nvSpPr>
              <p:cNvPr id="67" name="TextBox 66">
                <a:extLst>
                  <a:ext uri="{FF2B5EF4-FFF2-40B4-BE49-F238E27FC236}">
                    <a16:creationId xmlns:a16="http://schemas.microsoft.com/office/drawing/2014/main" id="{9FC860BD-E854-3B25-ED71-E0F3A136D0A9}"/>
                  </a:ext>
                </a:extLst>
              </p:cNvPr>
              <p:cNvSpPr txBox="1"/>
              <p:nvPr/>
            </p:nvSpPr>
            <p:spPr>
              <a:xfrm>
                <a:off x="3" y="1445647"/>
                <a:ext cx="593368" cy="369332"/>
              </a:xfrm>
              <a:prstGeom prst="rect">
                <a:avLst/>
              </a:prstGeom>
              <a:noFill/>
            </p:spPr>
            <p:txBody>
              <a:bodyPr wrap="none" rtlCol="0">
                <a:spAutoFit/>
              </a:bodyPr>
              <a:lstStyle/>
              <a:p>
                <a:pPr/>
                <a14:m>
                  <m:oMathPara xmlns:m="http://schemas.openxmlformats.org/officeDocument/2006/math">
                    <m:oMath>
                      <m:sSub>
                        <m:sSubPr>
                          <m:ctrlPr>
                            <a:rPr lang="de-DE" b="0" i="1" smtClean="0">
                              <a:latin typeface="Cambria Math" panose="02040503050406030204" pitchFamily="18" charset="0"/>
                            </a:rPr>
                          </m:ctrlPr>
                        </m:sSubPr>
                        <m:e>
                          <m:r>
                            <m:rPr>
                              <m:sty m:val="p"/>
                            </m:rPr>
                            <a:rPr lang="de-DE" b="0" i="1" smtClean="0">
                              <a:latin typeface="Cambria Math" panose="02040503050406030204" pitchFamily="18" charset="0"/>
                            </a:rPr>
                            <m:t>m</m:t>
                          </m:r>
                        </m:e>
                        <m:sub>
                          <m:r>
                            <m:rPr>
                              <m:sty m:val="p"/>
                            </m:rPr>
                            <a:rPr lang="de-DE" b="0" i="1" smtClean="0">
                              <a:latin typeface="Cambria Math" panose="02040503050406030204" pitchFamily="18" charset="0"/>
                            </a:rPr>
                            <m:t>in</m:t>
                          </m:r>
                        </m:sub>
                      </m:sSub>
                    </m:oMath>
                  </m:oMathPara>
                </a14:m>
                <a:endParaRPr lang="en-US" dirty="0"/>
              </a:p>
            </p:txBody>
          </p:sp>
        </mc:Choice>
        <mc:Fallback xmlns="">
          <p:sp>
            <p:nvSpPr>
              <p:cNvPr id="67" name="TextBox 66">
                <a:extLst>
                  <a:ext uri="{FF2B5EF4-FFF2-40B4-BE49-F238E27FC236}">
                    <a16:creationId xmlns:a16="http://schemas.microsoft.com/office/drawing/2014/main" id="{9FC860BD-E854-3B25-ED71-E0F3A136D0A9}"/>
                  </a:ext>
                </a:extLst>
              </p:cNvPr>
              <p:cNvSpPr txBox="1">
                <a:spLocks noRot="1" noChangeAspect="1" noMove="1" noResize="1" noEditPoints="1" noAdjustHandles="1" noChangeArrowheads="1" noChangeShapeType="1" noTextEdit="1"/>
              </p:cNvSpPr>
              <p:nvPr/>
            </p:nvSpPr>
            <p:spPr>
              <a:xfrm>
                <a:off x="3" y="1445647"/>
                <a:ext cx="593368" cy="369332"/>
              </a:xfrm>
              <a:prstGeom prst="rect">
                <a:avLst/>
              </a:prstGeom>
              <a:blipFill>
                <a:blip r:embed="rId8"/>
                <a:stretch>
                  <a:fillRect/>
                </a:stretch>
              </a:blipFill>
            </p:spPr>
            <p:txBody>
              <a:bodyPr/>
              <a:lstStyle/>
              <a:p>
                <a:r>
                  <a:rPr lang="en-US">
                    <a:noFill/>
                  </a:rPr>
                  <a:t> </a:t>
                </a:r>
              </a:p>
            </p:txBody>
          </p:sp>
        </mc:Fallback>
      </mc:AlternateContent>
      <p:sp>
        <p:nvSpPr>
          <p:cNvPr id="78" name="Rectangle 77">
            <a:extLst>
              <a:ext uri="{FF2B5EF4-FFF2-40B4-BE49-F238E27FC236}">
                <a16:creationId xmlns:a16="http://schemas.microsoft.com/office/drawing/2014/main" id="{E761BEA9-FA79-A3CE-3723-2579DB3DB4A3}"/>
              </a:ext>
            </a:extLst>
          </p:cNvPr>
          <p:cNvSpPr/>
          <p:nvPr/>
        </p:nvSpPr>
        <p:spPr>
          <a:xfrm>
            <a:off x="813767" y="311940"/>
            <a:ext cx="2873133" cy="2222154"/>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79" name="TextBox 78">
            <a:extLst>
              <a:ext uri="{FF2B5EF4-FFF2-40B4-BE49-F238E27FC236}">
                <a16:creationId xmlns:a16="http://schemas.microsoft.com/office/drawing/2014/main" id="{3FD6740A-8ACB-291A-6DDD-22CF1B822BAE}"/>
              </a:ext>
            </a:extLst>
          </p:cNvPr>
          <p:cNvSpPr txBox="1"/>
          <p:nvPr/>
        </p:nvSpPr>
        <p:spPr>
          <a:xfrm>
            <a:off x="787443" y="311939"/>
            <a:ext cx="1362617" cy="584775"/>
          </a:xfrm>
          <a:prstGeom prst="rect">
            <a:avLst/>
          </a:prstGeom>
          <a:noFill/>
        </p:spPr>
        <p:txBody>
          <a:bodyPr wrap="none" rtlCol="0">
            <a:spAutoFit/>
          </a:bodyPr>
          <a:lstStyle/>
          <a:p>
            <a:r>
              <a:rPr lang="en-US" sz="1600" dirty="0"/>
              <a:t>Chemical</a:t>
            </a:r>
            <a:br>
              <a:rPr lang="en-US" sz="1600" dirty="0"/>
            </a:br>
            <a:r>
              <a:rPr lang="en-US" sz="1600" dirty="0"/>
              <a:t>Differentiator</a:t>
            </a:r>
          </a:p>
        </p:txBody>
      </p:sp>
      <p:sp>
        <p:nvSpPr>
          <p:cNvPr id="81" name="Oval 80">
            <a:extLst>
              <a:ext uri="{FF2B5EF4-FFF2-40B4-BE49-F238E27FC236}">
                <a16:creationId xmlns:a16="http://schemas.microsoft.com/office/drawing/2014/main" id="{2254FCC0-A528-DB7B-06F9-10BAA53D1ADA}"/>
              </a:ext>
            </a:extLst>
          </p:cNvPr>
          <p:cNvSpPr>
            <a:spLocks noChangeAspect="1"/>
          </p:cNvSpPr>
          <p:nvPr/>
        </p:nvSpPr>
        <p:spPr>
          <a:xfrm>
            <a:off x="1051702" y="1100334"/>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82" name="TextBox 81">
                <a:extLst>
                  <a:ext uri="{FF2B5EF4-FFF2-40B4-BE49-F238E27FC236}">
                    <a16:creationId xmlns:a16="http://schemas.microsoft.com/office/drawing/2014/main" id="{9DFF0982-E3C2-B76A-6242-6E52F5B1C555}"/>
                  </a:ext>
                </a:extLst>
              </p:cNvPr>
              <p:cNvSpPr txBox="1"/>
              <p:nvPr/>
            </p:nvSpPr>
            <p:spPr>
              <a:xfrm>
                <a:off x="996675" y="1076178"/>
                <a:ext cx="518558"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Df</m:t>
                          </m:r>
                        </m:sub>
                      </m:sSub>
                    </m:oMath>
                  </m:oMathPara>
                </a14:m>
                <a:endParaRPr lang="en-US" dirty="0">
                  <a:solidFill>
                    <a:schemeClr val="bg1"/>
                  </a:solidFill>
                </a:endParaRPr>
              </a:p>
            </p:txBody>
          </p:sp>
        </mc:Choice>
        <mc:Fallback xmlns="">
          <p:sp>
            <p:nvSpPr>
              <p:cNvPr id="82" name="TextBox 81">
                <a:extLst>
                  <a:ext uri="{FF2B5EF4-FFF2-40B4-BE49-F238E27FC236}">
                    <a16:creationId xmlns:a16="http://schemas.microsoft.com/office/drawing/2014/main" id="{9DFF0982-E3C2-B76A-6242-6E52F5B1C555}"/>
                  </a:ext>
                </a:extLst>
              </p:cNvPr>
              <p:cNvSpPr txBox="1">
                <a:spLocks noRot="1" noChangeAspect="1" noMove="1" noResize="1" noEditPoints="1" noAdjustHandles="1" noChangeArrowheads="1" noChangeShapeType="1" noTextEdit="1"/>
              </p:cNvSpPr>
              <p:nvPr/>
            </p:nvSpPr>
            <p:spPr>
              <a:xfrm>
                <a:off x="996675" y="1076178"/>
                <a:ext cx="518558" cy="369332"/>
              </a:xfrm>
              <a:prstGeom prst="rect">
                <a:avLst/>
              </a:prstGeom>
              <a:blipFill>
                <a:blip r:embed="rId9"/>
                <a:stretch>
                  <a:fillRect/>
                </a:stretch>
              </a:blipFill>
            </p:spPr>
            <p:txBody>
              <a:bodyPr/>
              <a:lstStyle/>
              <a:p>
                <a:r>
                  <a:rPr lang="en-US">
                    <a:noFill/>
                  </a:rPr>
                  <a:t> </a:t>
                </a:r>
              </a:p>
            </p:txBody>
          </p:sp>
        </mc:Fallback>
      </mc:AlternateContent>
      <p:sp>
        <p:nvSpPr>
          <p:cNvPr id="83" name="Oval 82">
            <a:extLst>
              <a:ext uri="{FF2B5EF4-FFF2-40B4-BE49-F238E27FC236}">
                <a16:creationId xmlns:a16="http://schemas.microsoft.com/office/drawing/2014/main" id="{C85622C6-79FD-B10F-8405-B5DE9376D913}"/>
              </a:ext>
            </a:extLst>
          </p:cNvPr>
          <p:cNvSpPr>
            <a:spLocks noChangeAspect="1"/>
          </p:cNvSpPr>
          <p:nvPr/>
        </p:nvSpPr>
        <p:spPr>
          <a:xfrm>
            <a:off x="1155183" y="1993690"/>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85" name="TextBox 84">
                <a:extLst>
                  <a:ext uri="{FF2B5EF4-FFF2-40B4-BE49-F238E27FC236}">
                    <a16:creationId xmlns:a16="http://schemas.microsoft.com/office/drawing/2014/main" id="{2E14D365-2B00-D8AF-C1E6-6E187C6672D7}"/>
                  </a:ext>
                </a:extLst>
              </p:cNvPr>
              <p:cNvSpPr txBox="1"/>
              <p:nvPr/>
            </p:nvSpPr>
            <p:spPr>
              <a:xfrm>
                <a:off x="1097396" y="1985666"/>
                <a:ext cx="518558"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Ds</m:t>
                          </m:r>
                        </m:sub>
                      </m:sSub>
                    </m:oMath>
                  </m:oMathPara>
                </a14:m>
                <a:endParaRPr lang="en-US" dirty="0">
                  <a:solidFill>
                    <a:schemeClr val="bg1"/>
                  </a:solidFill>
                </a:endParaRPr>
              </a:p>
            </p:txBody>
          </p:sp>
        </mc:Choice>
        <mc:Fallback xmlns="">
          <p:sp>
            <p:nvSpPr>
              <p:cNvPr id="85" name="TextBox 84">
                <a:extLst>
                  <a:ext uri="{FF2B5EF4-FFF2-40B4-BE49-F238E27FC236}">
                    <a16:creationId xmlns:a16="http://schemas.microsoft.com/office/drawing/2014/main" id="{2E14D365-2B00-D8AF-C1E6-6E187C6672D7}"/>
                  </a:ext>
                </a:extLst>
              </p:cNvPr>
              <p:cNvSpPr txBox="1">
                <a:spLocks noRot="1" noChangeAspect="1" noMove="1" noResize="1" noEditPoints="1" noAdjustHandles="1" noChangeArrowheads="1" noChangeShapeType="1" noTextEdit="1"/>
              </p:cNvSpPr>
              <p:nvPr/>
            </p:nvSpPr>
            <p:spPr>
              <a:xfrm>
                <a:off x="1097396" y="1985666"/>
                <a:ext cx="518558" cy="369332"/>
              </a:xfrm>
              <a:prstGeom prst="rect">
                <a:avLst/>
              </a:prstGeom>
              <a:blipFill>
                <a:blip r:embed="rId10"/>
                <a:stretch>
                  <a:fillRect/>
                </a:stretch>
              </a:blipFill>
            </p:spPr>
            <p:txBody>
              <a:bodyPr/>
              <a:lstStyle/>
              <a:p>
                <a:r>
                  <a:rPr lang="en-US">
                    <a:noFill/>
                  </a:rPr>
                  <a:t> </a:t>
                </a:r>
              </a:p>
            </p:txBody>
          </p:sp>
        </mc:Fallback>
      </mc:AlternateContent>
      <p:sp>
        <p:nvSpPr>
          <p:cNvPr id="86" name="Oval 85">
            <a:extLst>
              <a:ext uri="{FF2B5EF4-FFF2-40B4-BE49-F238E27FC236}">
                <a16:creationId xmlns:a16="http://schemas.microsoft.com/office/drawing/2014/main" id="{CBC871AF-9E8D-EC9C-E717-DD7A94AB606F}"/>
              </a:ext>
            </a:extLst>
          </p:cNvPr>
          <p:cNvSpPr>
            <a:spLocks noChangeAspect="1"/>
          </p:cNvSpPr>
          <p:nvPr/>
        </p:nvSpPr>
        <p:spPr>
          <a:xfrm>
            <a:off x="2221390" y="1104191"/>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87" name="TextBox 86">
                <a:extLst>
                  <a:ext uri="{FF2B5EF4-FFF2-40B4-BE49-F238E27FC236}">
                    <a16:creationId xmlns:a16="http://schemas.microsoft.com/office/drawing/2014/main" id="{6092000D-9A95-32DA-F4A7-23F54C9F98BE}"/>
                  </a:ext>
                </a:extLst>
              </p:cNvPr>
              <p:cNvSpPr txBox="1"/>
              <p:nvPr/>
            </p:nvSpPr>
            <p:spPr>
              <a:xfrm>
                <a:off x="2166529" y="1075615"/>
                <a:ext cx="518558" cy="394019"/>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Dp</m:t>
                          </m:r>
                        </m:sub>
                      </m:sSub>
                    </m:oMath>
                  </m:oMathPara>
                </a14:m>
                <a:endParaRPr lang="en-US" dirty="0">
                  <a:solidFill>
                    <a:schemeClr val="bg1"/>
                  </a:solidFill>
                </a:endParaRPr>
              </a:p>
            </p:txBody>
          </p:sp>
        </mc:Choice>
        <mc:Fallback xmlns="">
          <p:sp>
            <p:nvSpPr>
              <p:cNvPr id="87" name="TextBox 86">
                <a:extLst>
                  <a:ext uri="{FF2B5EF4-FFF2-40B4-BE49-F238E27FC236}">
                    <a16:creationId xmlns:a16="http://schemas.microsoft.com/office/drawing/2014/main" id="{6092000D-9A95-32DA-F4A7-23F54C9F98BE}"/>
                  </a:ext>
                </a:extLst>
              </p:cNvPr>
              <p:cNvSpPr txBox="1">
                <a:spLocks noRot="1" noChangeAspect="1" noMove="1" noResize="1" noEditPoints="1" noAdjustHandles="1" noChangeArrowheads="1" noChangeShapeType="1" noTextEdit="1"/>
              </p:cNvSpPr>
              <p:nvPr/>
            </p:nvSpPr>
            <p:spPr>
              <a:xfrm>
                <a:off x="2166529" y="1075615"/>
                <a:ext cx="518558" cy="394019"/>
              </a:xfrm>
              <a:prstGeom prst="rect">
                <a:avLst/>
              </a:prstGeom>
              <a:blipFill>
                <a:blip r:embed="rId11"/>
                <a:stretch>
                  <a:fillRect b="-7692"/>
                </a:stretch>
              </a:blipFill>
            </p:spPr>
            <p:txBody>
              <a:bodyPr/>
              <a:lstStyle/>
              <a:p>
                <a:r>
                  <a:rPr lang="en-US">
                    <a:noFill/>
                  </a:rPr>
                  <a:t> </a:t>
                </a:r>
              </a:p>
            </p:txBody>
          </p:sp>
        </mc:Fallback>
      </mc:AlternateContent>
      <p:cxnSp>
        <p:nvCxnSpPr>
          <p:cNvPr id="89" name="Straight Arrow Connector 88">
            <a:extLst>
              <a:ext uri="{FF2B5EF4-FFF2-40B4-BE49-F238E27FC236}">
                <a16:creationId xmlns:a16="http://schemas.microsoft.com/office/drawing/2014/main" id="{2901C6A6-913F-44E4-7ADF-93769F7F5480}"/>
              </a:ext>
            </a:extLst>
          </p:cNvPr>
          <p:cNvCxnSpPr>
            <a:cxnSpLocks/>
            <a:stCxn id="67" idx="3"/>
            <a:endCxn id="81" idx="2"/>
          </p:cNvCxnSpPr>
          <p:nvPr/>
        </p:nvCxnSpPr>
        <p:spPr>
          <a:xfrm flipV="1">
            <a:off x="593371" y="1291042"/>
            <a:ext cx="458331" cy="339271"/>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0" name="Straight Arrow Connector 89">
            <a:extLst>
              <a:ext uri="{FF2B5EF4-FFF2-40B4-BE49-F238E27FC236}">
                <a16:creationId xmlns:a16="http://schemas.microsoft.com/office/drawing/2014/main" id="{F7096A8F-2F63-BCEE-CE78-37C3820D6097}"/>
              </a:ext>
            </a:extLst>
          </p:cNvPr>
          <p:cNvCxnSpPr>
            <a:cxnSpLocks/>
            <a:stCxn id="67" idx="3"/>
            <a:endCxn id="83" idx="2"/>
          </p:cNvCxnSpPr>
          <p:nvPr/>
        </p:nvCxnSpPr>
        <p:spPr>
          <a:xfrm>
            <a:off x="593371" y="1630313"/>
            <a:ext cx="561812" cy="554085"/>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1" name="Straight Arrow Connector 90">
            <a:extLst>
              <a:ext uri="{FF2B5EF4-FFF2-40B4-BE49-F238E27FC236}">
                <a16:creationId xmlns:a16="http://schemas.microsoft.com/office/drawing/2014/main" id="{D5EF3609-1962-8C49-BCE0-D159BA2AFEF7}"/>
              </a:ext>
            </a:extLst>
          </p:cNvPr>
          <p:cNvCxnSpPr>
            <a:cxnSpLocks/>
            <a:stCxn id="81" idx="6"/>
            <a:endCxn id="86" idx="2"/>
          </p:cNvCxnSpPr>
          <p:nvPr/>
        </p:nvCxnSpPr>
        <p:spPr>
          <a:xfrm>
            <a:off x="1433116" y="1291042"/>
            <a:ext cx="788274" cy="3858"/>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2" name="Straight Arrow Connector 91">
            <a:extLst>
              <a:ext uri="{FF2B5EF4-FFF2-40B4-BE49-F238E27FC236}">
                <a16:creationId xmlns:a16="http://schemas.microsoft.com/office/drawing/2014/main" id="{6319B64E-784C-E606-4828-4AF54DF87859}"/>
              </a:ext>
            </a:extLst>
          </p:cNvPr>
          <p:cNvCxnSpPr>
            <a:cxnSpLocks/>
            <a:stCxn id="83" idx="6"/>
            <a:endCxn id="98" idx="2"/>
          </p:cNvCxnSpPr>
          <p:nvPr/>
        </p:nvCxnSpPr>
        <p:spPr>
          <a:xfrm>
            <a:off x="1536597" y="2184398"/>
            <a:ext cx="1447412" cy="33588"/>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3" name="Straight Arrow Connector 92">
            <a:extLst>
              <a:ext uri="{FF2B5EF4-FFF2-40B4-BE49-F238E27FC236}">
                <a16:creationId xmlns:a16="http://schemas.microsoft.com/office/drawing/2014/main" id="{B3E19704-E3F3-C933-76F2-C9F9A9F93991}"/>
              </a:ext>
            </a:extLst>
          </p:cNvPr>
          <p:cNvCxnSpPr>
            <a:cxnSpLocks/>
            <a:stCxn id="86" idx="6"/>
          </p:cNvCxnSpPr>
          <p:nvPr/>
        </p:nvCxnSpPr>
        <p:spPr>
          <a:xfrm>
            <a:off x="2602804" y="1294899"/>
            <a:ext cx="1532016" cy="14542"/>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94" name="TextBox 93">
                <a:extLst>
                  <a:ext uri="{FF2B5EF4-FFF2-40B4-BE49-F238E27FC236}">
                    <a16:creationId xmlns:a16="http://schemas.microsoft.com/office/drawing/2014/main" id="{DAD19D80-E99D-4639-7E55-7CCB4909AC0D}"/>
                  </a:ext>
                </a:extLst>
              </p:cNvPr>
              <p:cNvSpPr txBox="1"/>
              <p:nvPr/>
            </p:nvSpPr>
            <p:spPr>
              <a:xfrm>
                <a:off x="2910704" y="926659"/>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d</m:t>
                          </m:r>
                        </m:sub>
                      </m:sSub>
                    </m:oMath>
                  </m:oMathPara>
                </a14:m>
                <a:endParaRPr lang="en-US" dirty="0">
                  <a:solidFill>
                    <a:schemeClr val="tx1"/>
                  </a:solidFill>
                </a:endParaRPr>
              </a:p>
            </p:txBody>
          </p:sp>
        </mc:Choice>
        <mc:Fallback xmlns="">
          <p:sp>
            <p:nvSpPr>
              <p:cNvPr id="94" name="TextBox 93">
                <a:extLst>
                  <a:ext uri="{FF2B5EF4-FFF2-40B4-BE49-F238E27FC236}">
                    <a16:creationId xmlns:a16="http://schemas.microsoft.com/office/drawing/2014/main" id="{DAD19D80-E99D-4639-7E55-7CCB4909AC0D}"/>
                  </a:ext>
                </a:extLst>
              </p:cNvPr>
              <p:cNvSpPr txBox="1">
                <a:spLocks noRot="1" noChangeAspect="1" noMove="1" noResize="1" noEditPoints="1" noAdjustHandles="1" noChangeArrowheads="1" noChangeShapeType="1" noTextEdit="1"/>
              </p:cNvSpPr>
              <p:nvPr/>
            </p:nvSpPr>
            <p:spPr>
              <a:xfrm>
                <a:off x="2910704" y="926659"/>
                <a:ext cx="507796" cy="369332"/>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5" name="TextBox 94">
                <a:extLst>
                  <a:ext uri="{FF2B5EF4-FFF2-40B4-BE49-F238E27FC236}">
                    <a16:creationId xmlns:a16="http://schemas.microsoft.com/office/drawing/2014/main" id="{C8AB774A-3508-55D9-5E2A-ECBA17AA9749}"/>
                  </a:ext>
                </a:extLst>
              </p:cNvPr>
              <p:cNvSpPr txBox="1"/>
              <p:nvPr/>
            </p:nvSpPr>
            <p:spPr>
              <a:xfrm>
                <a:off x="1551728" y="914064"/>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Df</m:t>
                          </m:r>
                        </m:sub>
                      </m:sSub>
                    </m:oMath>
                  </m:oMathPara>
                </a14:m>
                <a:endParaRPr lang="en-US" dirty="0">
                  <a:solidFill>
                    <a:schemeClr val="tx1"/>
                  </a:solidFill>
                </a:endParaRPr>
              </a:p>
            </p:txBody>
          </p:sp>
        </mc:Choice>
        <mc:Fallback xmlns="">
          <p:sp>
            <p:nvSpPr>
              <p:cNvPr id="95" name="TextBox 94">
                <a:extLst>
                  <a:ext uri="{FF2B5EF4-FFF2-40B4-BE49-F238E27FC236}">
                    <a16:creationId xmlns:a16="http://schemas.microsoft.com/office/drawing/2014/main" id="{C8AB774A-3508-55D9-5E2A-ECBA17AA9749}"/>
                  </a:ext>
                </a:extLst>
              </p:cNvPr>
              <p:cNvSpPr txBox="1">
                <a:spLocks noRot="1" noChangeAspect="1" noMove="1" noResize="1" noEditPoints="1" noAdjustHandles="1" noChangeArrowheads="1" noChangeShapeType="1" noTextEdit="1"/>
              </p:cNvSpPr>
              <p:nvPr/>
            </p:nvSpPr>
            <p:spPr>
              <a:xfrm>
                <a:off x="1551728" y="914064"/>
                <a:ext cx="507796" cy="369332"/>
              </a:xfrm>
              <a:prstGeom prst="rect">
                <a:avLst/>
              </a:prstGeom>
              <a:blipFill>
                <a:blip r:embed="rId13"/>
                <a:stretch>
                  <a:fillRect r="-481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7" name="TextBox 96">
                <a:extLst>
                  <a:ext uri="{FF2B5EF4-FFF2-40B4-BE49-F238E27FC236}">
                    <a16:creationId xmlns:a16="http://schemas.microsoft.com/office/drawing/2014/main" id="{A6FFC8CD-AD5E-4AA5-FC2A-CCD0EBD67D9E}"/>
                  </a:ext>
                </a:extLst>
              </p:cNvPr>
              <p:cNvSpPr txBox="1"/>
              <p:nvPr/>
            </p:nvSpPr>
            <p:spPr>
              <a:xfrm>
                <a:off x="1957369" y="2148694"/>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Ds</m:t>
                          </m:r>
                        </m:sub>
                      </m:sSub>
                    </m:oMath>
                  </m:oMathPara>
                </a14:m>
                <a:endParaRPr lang="en-US" dirty="0">
                  <a:solidFill>
                    <a:schemeClr val="tx1"/>
                  </a:solidFill>
                </a:endParaRPr>
              </a:p>
            </p:txBody>
          </p:sp>
        </mc:Choice>
        <mc:Fallback xmlns="">
          <p:sp>
            <p:nvSpPr>
              <p:cNvPr id="97" name="TextBox 96">
                <a:extLst>
                  <a:ext uri="{FF2B5EF4-FFF2-40B4-BE49-F238E27FC236}">
                    <a16:creationId xmlns:a16="http://schemas.microsoft.com/office/drawing/2014/main" id="{A6FFC8CD-AD5E-4AA5-FC2A-CCD0EBD67D9E}"/>
                  </a:ext>
                </a:extLst>
              </p:cNvPr>
              <p:cNvSpPr txBox="1">
                <a:spLocks noRot="1" noChangeAspect="1" noMove="1" noResize="1" noEditPoints="1" noAdjustHandles="1" noChangeArrowheads="1" noChangeShapeType="1" noTextEdit="1"/>
              </p:cNvSpPr>
              <p:nvPr/>
            </p:nvSpPr>
            <p:spPr>
              <a:xfrm>
                <a:off x="1957369" y="2148694"/>
                <a:ext cx="507796" cy="369332"/>
              </a:xfrm>
              <a:prstGeom prst="rect">
                <a:avLst/>
              </a:prstGeom>
              <a:blipFill>
                <a:blip r:embed="rId14"/>
                <a:stretch>
                  <a:fillRect r="-8434"/>
                </a:stretch>
              </a:blipFill>
            </p:spPr>
            <p:txBody>
              <a:bodyPr/>
              <a:lstStyle/>
              <a:p>
                <a:r>
                  <a:rPr lang="en-US">
                    <a:noFill/>
                  </a:rPr>
                  <a:t> </a:t>
                </a:r>
              </a:p>
            </p:txBody>
          </p:sp>
        </mc:Fallback>
      </mc:AlternateContent>
      <p:sp>
        <p:nvSpPr>
          <p:cNvPr id="98" name="Oval 97">
            <a:extLst>
              <a:ext uri="{FF2B5EF4-FFF2-40B4-BE49-F238E27FC236}">
                <a16:creationId xmlns:a16="http://schemas.microsoft.com/office/drawing/2014/main" id="{BCC3870A-A707-5347-2AB7-35D84C36612A}"/>
              </a:ext>
            </a:extLst>
          </p:cNvPr>
          <p:cNvSpPr>
            <a:spLocks noChangeAspect="1"/>
          </p:cNvSpPr>
          <p:nvPr/>
        </p:nvSpPr>
        <p:spPr>
          <a:xfrm>
            <a:off x="2984009" y="2027278"/>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100" name="TextBox 99">
                <a:extLst>
                  <a:ext uri="{FF2B5EF4-FFF2-40B4-BE49-F238E27FC236}">
                    <a16:creationId xmlns:a16="http://schemas.microsoft.com/office/drawing/2014/main" id="{680F2797-D2EA-1593-75A2-F7B8EA6A58E9}"/>
                  </a:ext>
                </a:extLst>
              </p:cNvPr>
              <p:cNvSpPr txBox="1"/>
              <p:nvPr/>
            </p:nvSpPr>
            <p:spPr>
              <a:xfrm>
                <a:off x="2918454" y="1988926"/>
                <a:ext cx="518558"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Di</m:t>
                          </m:r>
                        </m:sub>
                      </m:sSub>
                    </m:oMath>
                  </m:oMathPara>
                </a14:m>
                <a:endParaRPr lang="en-US" dirty="0">
                  <a:solidFill>
                    <a:schemeClr val="bg1"/>
                  </a:solidFill>
                </a:endParaRPr>
              </a:p>
            </p:txBody>
          </p:sp>
        </mc:Choice>
        <mc:Fallback xmlns="">
          <p:sp>
            <p:nvSpPr>
              <p:cNvPr id="100" name="TextBox 99">
                <a:extLst>
                  <a:ext uri="{FF2B5EF4-FFF2-40B4-BE49-F238E27FC236}">
                    <a16:creationId xmlns:a16="http://schemas.microsoft.com/office/drawing/2014/main" id="{680F2797-D2EA-1593-75A2-F7B8EA6A58E9}"/>
                  </a:ext>
                </a:extLst>
              </p:cNvPr>
              <p:cNvSpPr txBox="1">
                <a:spLocks noRot="1" noChangeAspect="1" noMove="1" noResize="1" noEditPoints="1" noAdjustHandles="1" noChangeArrowheads="1" noChangeShapeType="1" noTextEdit="1"/>
              </p:cNvSpPr>
              <p:nvPr/>
            </p:nvSpPr>
            <p:spPr>
              <a:xfrm>
                <a:off x="2918454" y="1988926"/>
                <a:ext cx="518558" cy="369332"/>
              </a:xfrm>
              <a:prstGeom prst="rect">
                <a:avLst/>
              </a:prstGeom>
              <a:blipFill>
                <a:blip r:embed="rId15"/>
                <a:stretch>
                  <a:fillRect/>
                </a:stretch>
              </a:blipFill>
            </p:spPr>
            <p:txBody>
              <a:bodyPr/>
              <a:lstStyle/>
              <a:p>
                <a:r>
                  <a:rPr lang="en-US">
                    <a:noFill/>
                  </a:rPr>
                  <a:t> </a:t>
                </a:r>
              </a:p>
            </p:txBody>
          </p:sp>
        </mc:Fallback>
      </mc:AlternateContent>
      <p:cxnSp>
        <p:nvCxnSpPr>
          <p:cNvPr id="101" name="Straight Arrow Connector 100">
            <a:extLst>
              <a:ext uri="{FF2B5EF4-FFF2-40B4-BE49-F238E27FC236}">
                <a16:creationId xmlns:a16="http://schemas.microsoft.com/office/drawing/2014/main" id="{E7478704-C5A1-E6EE-B895-A0BD099B5198}"/>
              </a:ext>
            </a:extLst>
          </p:cNvPr>
          <p:cNvCxnSpPr>
            <a:cxnSpLocks/>
            <a:stCxn id="94" idx="2"/>
            <a:endCxn id="98" idx="0"/>
          </p:cNvCxnSpPr>
          <p:nvPr/>
        </p:nvCxnSpPr>
        <p:spPr>
          <a:xfrm>
            <a:off x="3164602" y="1295991"/>
            <a:ext cx="10114" cy="731287"/>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104" name="Straight Arrow Connector 103">
            <a:extLst>
              <a:ext uri="{FF2B5EF4-FFF2-40B4-BE49-F238E27FC236}">
                <a16:creationId xmlns:a16="http://schemas.microsoft.com/office/drawing/2014/main" id="{178C916A-2E40-23D1-9049-A164C19F5AE7}"/>
              </a:ext>
            </a:extLst>
          </p:cNvPr>
          <p:cNvCxnSpPr>
            <a:cxnSpLocks/>
            <a:stCxn id="81" idx="5"/>
            <a:endCxn id="98" idx="1"/>
          </p:cNvCxnSpPr>
          <p:nvPr/>
        </p:nvCxnSpPr>
        <p:spPr>
          <a:xfrm>
            <a:off x="1377259" y="1425892"/>
            <a:ext cx="1662607" cy="657243"/>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05" name="TextBox 104">
                <a:extLst>
                  <a:ext uri="{FF2B5EF4-FFF2-40B4-BE49-F238E27FC236}">
                    <a16:creationId xmlns:a16="http://schemas.microsoft.com/office/drawing/2014/main" id="{79FC1F03-BEA9-75BF-35C4-EE0F9272536C}"/>
                  </a:ext>
                </a:extLst>
              </p:cNvPr>
              <p:cNvSpPr txBox="1"/>
              <p:nvPr/>
            </p:nvSpPr>
            <p:spPr>
              <a:xfrm>
                <a:off x="1805626" y="1637324"/>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Df</m:t>
                          </m:r>
                        </m:sub>
                      </m:sSub>
                    </m:oMath>
                  </m:oMathPara>
                </a14:m>
                <a:endParaRPr lang="en-US" dirty="0">
                  <a:solidFill>
                    <a:schemeClr val="tx1"/>
                  </a:solidFill>
                </a:endParaRPr>
              </a:p>
            </p:txBody>
          </p:sp>
        </mc:Choice>
        <mc:Fallback xmlns="">
          <p:sp>
            <p:nvSpPr>
              <p:cNvPr id="105" name="TextBox 104">
                <a:extLst>
                  <a:ext uri="{FF2B5EF4-FFF2-40B4-BE49-F238E27FC236}">
                    <a16:creationId xmlns:a16="http://schemas.microsoft.com/office/drawing/2014/main" id="{79FC1F03-BEA9-75BF-35C4-EE0F9272536C}"/>
                  </a:ext>
                </a:extLst>
              </p:cNvPr>
              <p:cNvSpPr txBox="1">
                <a:spLocks noRot="1" noChangeAspect="1" noMove="1" noResize="1" noEditPoints="1" noAdjustHandles="1" noChangeArrowheads="1" noChangeShapeType="1" noTextEdit="1"/>
              </p:cNvSpPr>
              <p:nvPr/>
            </p:nvSpPr>
            <p:spPr>
              <a:xfrm>
                <a:off x="1805626" y="1637324"/>
                <a:ext cx="507796" cy="369332"/>
              </a:xfrm>
              <a:prstGeom prst="rect">
                <a:avLst/>
              </a:prstGeom>
              <a:blipFill>
                <a:blip r:embed="rId16"/>
                <a:stretch>
                  <a:fillRect r="-481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9" name="TextBox 108">
                <a:extLst>
                  <a:ext uri="{FF2B5EF4-FFF2-40B4-BE49-F238E27FC236}">
                    <a16:creationId xmlns:a16="http://schemas.microsoft.com/office/drawing/2014/main" id="{D046EADC-CAEA-D99B-8046-3CEBF93B1DFD}"/>
                  </a:ext>
                </a:extLst>
              </p:cNvPr>
              <p:cNvSpPr txBox="1"/>
              <p:nvPr/>
            </p:nvSpPr>
            <p:spPr>
              <a:xfrm>
                <a:off x="3796744" y="817909"/>
                <a:ext cx="578427" cy="400110"/>
              </a:xfrm>
              <a:prstGeom prst="rect">
                <a:avLst/>
              </a:prstGeom>
              <a:noFill/>
            </p:spPr>
            <p:txBody>
              <a:bodyPr wrap="none" rtlCol="0">
                <a:spAutoFit/>
              </a:bodyPr>
              <a:lstStyle/>
              <a:p>
                <a:pPr/>
                <a14:m>
                  <m:oMathPara xmlns:m="http://schemas.openxmlformats.org/officeDocument/2006/math">
                    <m:oMath>
                      <m:sSub>
                        <m:sSubPr>
                          <m:ctrlPr>
                            <a:rPr lang="de-DE" sz="2000" b="0" i="1" smtClean="0">
                              <a:latin typeface="Cambria Math" panose="02040503050406030204" pitchFamily="18" charset="0"/>
                            </a:rPr>
                          </m:ctrlPr>
                        </m:sSubPr>
                        <m:e>
                          <m:r>
                            <m:rPr>
                              <m:sty m:val="p"/>
                            </m:rPr>
                            <a:rPr lang="de-DE" sz="2000" b="0" i="1" smtClean="0">
                              <a:latin typeface="Cambria Math" panose="02040503050406030204" pitchFamily="18" charset="0"/>
                            </a:rPr>
                            <m:t>m</m:t>
                          </m:r>
                        </m:e>
                        <m:sub>
                          <m:r>
                            <m:rPr>
                              <m:sty m:val="p"/>
                            </m:rPr>
                            <a:rPr lang="de-DE" sz="2000" b="0" i="1" smtClean="0">
                              <a:latin typeface="Cambria Math" panose="02040503050406030204" pitchFamily="18" charset="0"/>
                            </a:rPr>
                            <m:t>d</m:t>
                          </m:r>
                        </m:sub>
                      </m:sSub>
                    </m:oMath>
                  </m:oMathPara>
                </a14:m>
                <a:endParaRPr lang="en-US" sz="2000" dirty="0"/>
              </a:p>
            </p:txBody>
          </p:sp>
        </mc:Choice>
        <mc:Fallback xmlns="">
          <p:sp>
            <p:nvSpPr>
              <p:cNvPr id="109" name="TextBox 108">
                <a:extLst>
                  <a:ext uri="{FF2B5EF4-FFF2-40B4-BE49-F238E27FC236}">
                    <a16:creationId xmlns:a16="http://schemas.microsoft.com/office/drawing/2014/main" id="{D046EADC-CAEA-D99B-8046-3CEBF93B1DFD}"/>
                  </a:ext>
                </a:extLst>
              </p:cNvPr>
              <p:cNvSpPr txBox="1">
                <a:spLocks noRot="1" noChangeAspect="1" noMove="1" noResize="1" noEditPoints="1" noAdjustHandles="1" noChangeArrowheads="1" noChangeShapeType="1" noTextEdit="1"/>
              </p:cNvSpPr>
              <p:nvPr/>
            </p:nvSpPr>
            <p:spPr>
              <a:xfrm>
                <a:off x="3796744" y="817909"/>
                <a:ext cx="578427" cy="400110"/>
              </a:xfrm>
              <a:prstGeom prst="rect">
                <a:avLst/>
              </a:prstGeom>
              <a:blipFill>
                <a:blip r:embed="rId17"/>
                <a:stretch>
                  <a:fillRect b="-151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2" name="TextBox 111">
                <a:extLst>
                  <a:ext uri="{FF2B5EF4-FFF2-40B4-BE49-F238E27FC236}">
                    <a16:creationId xmlns:a16="http://schemas.microsoft.com/office/drawing/2014/main" id="{D548C4F6-DA22-FA89-F4AD-4711FAA9AE03}"/>
                  </a:ext>
                </a:extLst>
              </p:cNvPr>
              <p:cNvSpPr txBox="1"/>
              <p:nvPr/>
            </p:nvSpPr>
            <p:spPr>
              <a:xfrm>
                <a:off x="7415257" y="274596"/>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c</m:t>
                          </m:r>
                        </m:sub>
                      </m:sSub>
                    </m:oMath>
                  </m:oMathPara>
                </a14:m>
                <a:endParaRPr lang="en-US" dirty="0">
                  <a:solidFill>
                    <a:schemeClr val="tx1"/>
                  </a:solidFill>
                </a:endParaRPr>
              </a:p>
            </p:txBody>
          </p:sp>
        </mc:Choice>
        <mc:Fallback xmlns="">
          <p:sp>
            <p:nvSpPr>
              <p:cNvPr id="112" name="TextBox 111">
                <a:extLst>
                  <a:ext uri="{FF2B5EF4-FFF2-40B4-BE49-F238E27FC236}">
                    <a16:creationId xmlns:a16="http://schemas.microsoft.com/office/drawing/2014/main" id="{D548C4F6-DA22-FA89-F4AD-4711FAA9AE03}"/>
                  </a:ext>
                </a:extLst>
              </p:cNvPr>
              <p:cNvSpPr txBox="1">
                <a:spLocks noRot="1" noChangeAspect="1" noMove="1" noResize="1" noEditPoints="1" noAdjustHandles="1" noChangeArrowheads="1" noChangeShapeType="1" noTextEdit="1"/>
              </p:cNvSpPr>
              <p:nvPr/>
            </p:nvSpPr>
            <p:spPr>
              <a:xfrm>
                <a:off x="7415257" y="274596"/>
                <a:ext cx="507796" cy="369332"/>
              </a:xfrm>
              <a:prstGeom prst="rect">
                <a:avLst/>
              </a:prstGeom>
              <a:blipFill>
                <a:blip r:embed="rId18"/>
                <a:stretch>
                  <a:fillRect/>
                </a:stretch>
              </a:blipFill>
            </p:spPr>
            <p:txBody>
              <a:bodyPr/>
              <a:lstStyle/>
              <a:p>
                <a:r>
                  <a:rPr lang="en-US">
                    <a:noFill/>
                  </a:rPr>
                  <a:t> </a:t>
                </a:r>
              </a:p>
            </p:txBody>
          </p:sp>
        </mc:Fallback>
      </mc:AlternateContent>
      <p:sp>
        <p:nvSpPr>
          <p:cNvPr id="30" name="Oval 29">
            <a:extLst>
              <a:ext uri="{FF2B5EF4-FFF2-40B4-BE49-F238E27FC236}">
                <a16:creationId xmlns:a16="http://schemas.microsoft.com/office/drawing/2014/main" id="{9D750977-A927-AF00-99BD-7A9A86E4E77C}"/>
              </a:ext>
            </a:extLst>
          </p:cNvPr>
          <p:cNvSpPr>
            <a:spLocks noChangeAspect="1"/>
          </p:cNvSpPr>
          <p:nvPr/>
        </p:nvSpPr>
        <p:spPr>
          <a:xfrm>
            <a:off x="9575982" y="166731"/>
            <a:ext cx="410141" cy="41014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1" name="Oval 30">
            <a:extLst>
              <a:ext uri="{FF2B5EF4-FFF2-40B4-BE49-F238E27FC236}">
                <a16:creationId xmlns:a16="http://schemas.microsoft.com/office/drawing/2014/main" id="{9253DBBD-E9E0-4687-7DCE-59F7B1F52916}"/>
              </a:ext>
            </a:extLst>
          </p:cNvPr>
          <p:cNvSpPr>
            <a:spLocks noChangeAspect="1"/>
          </p:cNvSpPr>
          <p:nvPr/>
        </p:nvSpPr>
        <p:spPr>
          <a:xfrm>
            <a:off x="9585692" y="2037834"/>
            <a:ext cx="410141" cy="41014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32" name="Straight Arrow Connector 31">
            <a:extLst>
              <a:ext uri="{FF2B5EF4-FFF2-40B4-BE49-F238E27FC236}">
                <a16:creationId xmlns:a16="http://schemas.microsoft.com/office/drawing/2014/main" id="{2D15A4C8-FEC9-EDFF-FBB9-925C55D95A8A}"/>
              </a:ext>
            </a:extLst>
          </p:cNvPr>
          <p:cNvCxnSpPr>
            <a:cxnSpLocks/>
            <a:stCxn id="31" idx="6"/>
            <a:endCxn id="43" idx="3"/>
          </p:cNvCxnSpPr>
          <p:nvPr/>
        </p:nvCxnSpPr>
        <p:spPr>
          <a:xfrm flipV="1">
            <a:off x="9995833" y="1444685"/>
            <a:ext cx="806857" cy="798219"/>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a16="http://schemas.microsoft.com/office/drawing/2014/main" id="{86D8E077-2A81-64F3-05AF-4EDAAE08B916}"/>
              </a:ext>
            </a:extLst>
          </p:cNvPr>
          <p:cNvCxnSpPr>
            <a:cxnSpLocks/>
            <a:stCxn id="30" idx="6"/>
            <a:endCxn id="43" idx="1"/>
          </p:cNvCxnSpPr>
          <p:nvPr/>
        </p:nvCxnSpPr>
        <p:spPr>
          <a:xfrm>
            <a:off x="9986123" y="371802"/>
            <a:ext cx="816567" cy="78287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DCF8E320-23D1-18B1-21CC-3FAE9921D9BE}"/>
                  </a:ext>
                </a:extLst>
              </p:cNvPr>
              <p:cNvSpPr txBox="1"/>
              <p:nvPr/>
            </p:nvSpPr>
            <p:spPr>
              <a:xfrm>
                <a:off x="10078294" y="264605"/>
                <a:ext cx="855270"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Nc</m:t>
                          </m:r>
                        </m:sub>
                      </m:sSub>
                    </m:oMath>
                  </m:oMathPara>
                </a14:m>
                <a:endParaRPr lang="en-US" dirty="0">
                  <a:solidFill>
                    <a:schemeClr val="tx1"/>
                  </a:solidFill>
                </a:endParaRPr>
              </a:p>
            </p:txBody>
          </p:sp>
        </mc:Choice>
        <mc:Fallback xmlns="">
          <p:sp>
            <p:nvSpPr>
              <p:cNvPr id="34" name="TextBox 33">
                <a:extLst>
                  <a:ext uri="{FF2B5EF4-FFF2-40B4-BE49-F238E27FC236}">
                    <a16:creationId xmlns:a16="http://schemas.microsoft.com/office/drawing/2014/main" id="{DCF8E320-23D1-18B1-21CC-3FAE9921D9BE}"/>
                  </a:ext>
                </a:extLst>
              </p:cNvPr>
              <p:cNvSpPr txBox="1">
                <a:spLocks noRot="1" noChangeAspect="1" noMove="1" noResize="1" noEditPoints="1" noAdjustHandles="1" noChangeArrowheads="1" noChangeShapeType="1" noTextEdit="1"/>
              </p:cNvSpPr>
              <p:nvPr/>
            </p:nvSpPr>
            <p:spPr>
              <a:xfrm>
                <a:off x="10078294" y="264605"/>
                <a:ext cx="855270" cy="369332"/>
              </a:xfrm>
              <a:prstGeom prst="rect">
                <a:avLst/>
              </a:prstGeom>
              <a:blipFill>
                <a:blip r:embed="rId1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BF22CD4B-15C3-C4B5-E3A5-D8C213A5F89E}"/>
                  </a:ext>
                </a:extLst>
              </p:cNvPr>
              <p:cNvSpPr txBox="1"/>
              <p:nvPr/>
            </p:nvSpPr>
            <p:spPr>
              <a:xfrm>
                <a:off x="10136557" y="1792664"/>
                <a:ext cx="855270"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Nc</m:t>
                          </m:r>
                        </m:sub>
                      </m:sSub>
                    </m:oMath>
                  </m:oMathPara>
                </a14:m>
                <a:endParaRPr lang="en-US" dirty="0">
                  <a:solidFill>
                    <a:schemeClr val="tx1"/>
                  </a:solidFill>
                </a:endParaRPr>
              </a:p>
            </p:txBody>
          </p:sp>
        </mc:Choice>
        <mc:Fallback xmlns="">
          <p:sp>
            <p:nvSpPr>
              <p:cNvPr id="35" name="TextBox 34">
                <a:extLst>
                  <a:ext uri="{FF2B5EF4-FFF2-40B4-BE49-F238E27FC236}">
                    <a16:creationId xmlns:a16="http://schemas.microsoft.com/office/drawing/2014/main" id="{BF22CD4B-15C3-C4B5-E3A5-D8C213A5F89E}"/>
                  </a:ext>
                </a:extLst>
              </p:cNvPr>
              <p:cNvSpPr txBox="1">
                <a:spLocks noRot="1" noChangeAspect="1" noMove="1" noResize="1" noEditPoints="1" noAdjustHandles="1" noChangeArrowheads="1" noChangeShapeType="1" noTextEdit="1"/>
              </p:cNvSpPr>
              <p:nvPr/>
            </p:nvSpPr>
            <p:spPr>
              <a:xfrm>
                <a:off x="10136557" y="1792664"/>
                <a:ext cx="855270" cy="369332"/>
              </a:xfrm>
              <a:prstGeom prst="rect">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18DE413C-F6AD-C3AF-0151-E5DF2444C7C8}"/>
                  </a:ext>
                </a:extLst>
              </p:cNvPr>
              <p:cNvSpPr txBox="1"/>
              <p:nvPr/>
            </p:nvSpPr>
            <p:spPr>
              <a:xfrm>
                <a:off x="8973209" y="617681"/>
                <a:ext cx="855270"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Na</m:t>
                          </m:r>
                        </m:sub>
                      </m:sSub>
                    </m:oMath>
                  </m:oMathPara>
                </a14:m>
                <a:endParaRPr lang="en-US" dirty="0">
                  <a:solidFill>
                    <a:schemeClr val="tx1"/>
                  </a:solidFill>
                </a:endParaRPr>
              </a:p>
            </p:txBody>
          </p:sp>
        </mc:Choice>
        <mc:Fallback xmlns="">
          <p:sp>
            <p:nvSpPr>
              <p:cNvPr id="36" name="TextBox 35">
                <a:extLst>
                  <a:ext uri="{FF2B5EF4-FFF2-40B4-BE49-F238E27FC236}">
                    <a16:creationId xmlns:a16="http://schemas.microsoft.com/office/drawing/2014/main" id="{18DE413C-F6AD-C3AF-0151-E5DF2444C7C8}"/>
                  </a:ext>
                </a:extLst>
              </p:cNvPr>
              <p:cNvSpPr txBox="1">
                <a:spLocks noRot="1" noChangeAspect="1" noMove="1" noResize="1" noEditPoints="1" noAdjustHandles="1" noChangeArrowheads="1" noChangeShapeType="1" noTextEdit="1"/>
              </p:cNvSpPr>
              <p:nvPr/>
            </p:nvSpPr>
            <p:spPr>
              <a:xfrm>
                <a:off x="8973209" y="617681"/>
                <a:ext cx="855270" cy="369332"/>
              </a:xfrm>
              <a:prstGeom prst="rect">
                <a:avLst/>
              </a:prstGeom>
              <a:blipFill>
                <a:blip r:embed="rId2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6F4192FE-6D98-2EA1-0BF2-BD2E88DF21E2}"/>
                  </a:ext>
                </a:extLst>
              </p:cNvPr>
              <p:cNvSpPr txBox="1"/>
              <p:nvPr/>
            </p:nvSpPr>
            <p:spPr>
              <a:xfrm>
                <a:off x="8905461" y="1528467"/>
                <a:ext cx="855270"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Nb</m:t>
                          </m:r>
                        </m:sub>
                      </m:sSub>
                    </m:oMath>
                  </m:oMathPara>
                </a14:m>
                <a:endParaRPr lang="en-US" dirty="0">
                  <a:solidFill>
                    <a:schemeClr val="tx1"/>
                  </a:solidFill>
                </a:endParaRPr>
              </a:p>
            </p:txBody>
          </p:sp>
        </mc:Choice>
        <mc:Fallback xmlns="">
          <p:sp>
            <p:nvSpPr>
              <p:cNvPr id="37" name="TextBox 36">
                <a:extLst>
                  <a:ext uri="{FF2B5EF4-FFF2-40B4-BE49-F238E27FC236}">
                    <a16:creationId xmlns:a16="http://schemas.microsoft.com/office/drawing/2014/main" id="{6F4192FE-6D98-2EA1-0BF2-BD2E88DF21E2}"/>
                  </a:ext>
                </a:extLst>
              </p:cNvPr>
              <p:cNvSpPr txBox="1">
                <a:spLocks noRot="1" noChangeAspect="1" noMove="1" noResize="1" noEditPoints="1" noAdjustHandles="1" noChangeArrowheads="1" noChangeShapeType="1" noTextEdit="1"/>
              </p:cNvSpPr>
              <p:nvPr/>
            </p:nvSpPr>
            <p:spPr>
              <a:xfrm>
                <a:off x="8905461" y="1528467"/>
                <a:ext cx="855270" cy="369332"/>
              </a:xfrm>
              <a:prstGeom prst="rect">
                <a:avLst/>
              </a:prstGeom>
              <a:blipFill>
                <a:blip r:embed="rId22"/>
                <a:stretch>
                  <a:fillRect/>
                </a:stretch>
              </a:blipFill>
            </p:spPr>
            <p:txBody>
              <a:bodyPr/>
              <a:lstStyle/>
              <a:p>
                <a:r>
                  <a:rPr lang="en-US">
                    <a:noFill/>
                  </a:rPr>
                  <a:t> </a:t>
                </a:r>
              </a:p>
            </p:txBody>
          </p:sp>
        </mc:Fallback>
      </mc:AlternateContent>
      <p:sp>
        <p:nvSpPr>
          <p:cNvPr id="38" name="Oval 37">
            <a:extLst>
              <a:ext uri="{FF2B5EF4-FFF2-40B4-BE49-F238E27FC236}">
                <a16:creationId xmlns:a16="http://schemas.microsoft.com/office/drawing/2014/main" id="{0505B44F-76A0-77B3-FEBA-740F17CB9C91}"/>
              </a:ext>
            </a:extLst>
          </p:cNvPr>
          <p:cNvSpPr>
            <a:spLocks noChangeAspect="1"/>
          </p:cNvSpPr>
          <p:nvPr/>
        </p:nvSpPr>
        <p:spPr>
          <a:xfrm>
            <a:off x="8524901" y="1094608"/>
            <a:ext cx="410141" cy="41014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39" name="Straight Arrow Connector 38">
            <a:extLst>
              <a:ext uri="{FF2B5EF4-FFF2-40B4-BE49-F238E27FC236}">
                <a16:creationId xmlns:a16="http://schemas.microsoft.com/office/drawing/2014/main" id="{F47A41AD-5B15-759C-BE2B-5448240FDCEF}"/>
              </a:ext>
            </a:extLst>
          </p:cNvPr>
          <p:cNvCxnSpPr>
            <a:cxnSpLocks/>
            <a:stCxn id="38" idx="0"/>
            <a:endCxn id="30" idx="2"/>
          </p:cNvCxnSpPr>
          <p:nvPr/>
        </p:nvCxnSpPr>
        <p:spPr>
          <a:xfrm flipV="1">
            <a:off x="8729972" y="371802"/>
            <a:ext cx="846010" cy="722806"/>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6B29C78F-E8F5-BE75-B081-C5031CE21999}"/>
                  </a:ext>
                </a:extLst>
              </p:cNvPr>
              <p:cNvSpPr txBox="1"/>
              <p:nvPr/>
            </p:nvSpPr>
            <p:spPr>
              <a:xfrm>
                <a:off x="7804969" y="886642"/>
                <a:ext cx="546041"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c</m:t>
                          </m:r>
                        </m:sub>
                      </m:sSub>
                    </m:oMath>
                  </m:oMathPara>
                </a14:m>
                <a:endParaRPr lang="en-US" dirty="0">
                  <a:solidFill>
                    <a:schemeClr val="tx1"/>
                  </a:solidFill>
                </a:endParaRPr>
              </a:p>
            </p:txBody>
          </p:sp>
        </mc:Choice>
        <mc:Fallback xmlns="">
          <p:sp>
            <p:nvSpPr>
              <p:cNvPr id="40" name="TextBox 39">
                <a:extLst>
                  <a:ext uri="{FF2B5EF4-FFF2-40B4-BE49-F238E27FC236}">
                    <a16:creationId xmlns:a16="http://schemas.microsoft.com/office/drawing/2014/main" id="{6B29C78F-E8F5-BE75-B081-C5031CE21999}"/>
                  </a:ext>
                </a:extLst>
              </p:cNvPr>
              <p:cNvSpPr txBox="1">
                <a:spLocks noRot="1" noChangeAspect="1" noMove="1" noResize="1" noEditPoints="1" noAdjustHandles="1" noChangeArrowheads="1" noChangeShapeType="1" noTextEdit="1"/>
              </p:cNvSpPr>
              <p:nvPr/>
            </p:nvSpPr>
            <p:spPr>
              <a:xfrm>
                <a:off x="7804969" y="886642"/>
                <a:ext cx="546041" cy="369332"/>
              </a:xfrm>
              <a:prstGeom prst="rect">
                <a:avLst/>
              </a:prstGeom>
              <a:blipFill>
                <a:blip r:embed="rId23"/>
                <a:stretch>
                  <a:fillRect/>
                </a:stretch>
              </a:blipFill>
            </p:spPr>
            <p:txBody>
              <a:bodyPr/>
              <a:lstStyle/>
              <a:p>
                <a:r>
                  <a:rPr lang="en-US">
                    <a:noFill/>
                  </a:rPr>
                  <a:t> </a:t>
                </a:r>
              </a:p>
            </p:txBody>
          </p:sp>
        </mc:Fallback>
      </mc:AlternateContent>
      <p:cxnSp>
        <p:nvCxnSpPr>
          <p:cNvPr id="41" name="Straight Arrow Connector 40">
            <a:extLst>
              <a:ext uri="{FF2B5EF4-FFF2-40B4-BE49-F238E27FC236}">
                <a16:creationId xmlns:a16="http://schemas.microsoft.com/office/drawing/2014/main" id="{1982719F-8E5D-AE7A-ADF0-311270DA2B41}"/>
              </a:ext>
            </a:extLst>
          </p:cNvPr>
          <p:cNvCxnSpPr>
            <a:cxnSpLocks/>
            <a:endCxn id="49" idx="1"/>
          </p:cNvCxnSpPr>
          <p:nvPr/>
        </p:nvCxnSpPr>
        <p:spPr>
          <a:xfrm>
            <a:off x="7765440" y="1255974"/>
            <a:ext cx="740834" cy="1289"/>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42" name="Straight Arrow Connector 41">
            <a:extLst>
              <a:ext uri="{FF2B5EF4-FFF2-40B4-BE49-F238E27FC236}">
                <a16:creationId xmlns:a16="http://schemas.microsoft.com/office/drawing/2014/main" id="{4C277207-6D37-ED94-2784-2473F7211EC3}"/>
              </a:ext>
            </a:extLst>
          </p:cNvPr>
          <p:cNvCxnSpPr>
            <a:cxnSpLocks/>
            <a:stCxn id="38" idx="4"/>
            <a:endCxn id="31" idx="2"/>
          </p:cNvCxnSpPr>
          <p:nvPr/>
        </p:nvCxnSpPr>
        <p:spPr>
          <a:xfrm>
            <a:off x="8729972" y="1504749"/>
            <a:ext cx="855720" cy="738155"/>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sp>
        <p:nvSpPr>
          <p:cNvPr id="43" name="Oval 42">
            <a:extLst>
              <a:ext uri="{FF2B5EF4-FFF2-40B4-BE49-F238E27FC236}">
                <a16:creationId xmlns:a16="http://schemas.microsoft.com/office/drawing/2014/main" id="{C6119599-4F36-06D7-70E9-EC3B87826E2E}"/>
              </a:ext>
            </a:extLst>
          </p:cNvPr>
          <p:cNvSpPr>
            <a:spLocks noChangeAspect="1"/>
          </p:cNvSpPr>
          <p:nvPr/>
        </p:nvSpPr>
        <p:spPr>
          <a:xfrm>
            <a:off x="10742626" y="1094608"/>
            <a:ext cx="410141" cy="41014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44" name="Straight Arrow Connector 43">
            <a:extLst>
              <a:ext uri="{FF2B5EF4-FFF2-40B4-BE49-F238E27FC236}">
                <a16:creationId xmlns:a16="http://schemas.microsoft.com/office/drawing/2014/main" id="{13ADE46D-0127-FE93-FF0D-FD2F815A0462}"/>
              </a:ext>
            </a:extLst>
          </p:cNvPr>
          <p:cNvCxnSpPr>
            <a:cxnSpLocks/>
          </p:cNvCxnSpPr>
          <p:nvPr/>
        </p:nvCxnSpPr>
        <p:spPr>
          <a:xfrm flipV="1">
            <a:off x="11152767" y="1283396"/>
            <a:ext cx="782058" cy="16282"/>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0B7B1752-EA50-38D4-4AF0-7944F2636C50}"/>
                  </a:ext>
                </a:extLst>
              </p:cNvPr>
              <p:cNvSpPr txBox="1"/>
              <p:nvPr/>
            </p:nvSpPr>
            <p:spPr>
              <a:xfrm>
                <a:off x="11375115" y="876413"/>
                <a:ext cx="524049" cy="369332"/>
              </a:xfrm>
              <a:prstGeom prst="rect">
                <a:avLst/>
              </a:prstGeom>
              <a:noFill/>
            </p:spPr>
            <p:txBody>
              <a:bodyPr wrap="square">
                <a:spAutoFit/>
              </a:bodyPr>
              <a:lstStyle/>
              <a:p>
                <a:pPr/>
                <a14:m>
                  <m:oMathPara xmlns:m="http://schemas.openxmlformats.org/officeDocument/2006/math">
                    <m:oMath>
                      <m:sSub>
                        <m:sSubPr>
                          <m:ctrlPr>
                            <a:rPr lang="de-DE" b="0" i="1" smtClean="0">
                              <a:latin typeface="Cambria Math" panose="02040503050406030204" pitchFamily="18" charset="0"/>
                            </a:rPr>
                          </m:ctrlPr>
                        </m:sSubPr>
                        <m:e>
                          <m:r>
                            <m:rPr>
                              <m:sty m:val="p"/>
                            </m:rPr>
                            <a:rPr lang="de-DE" b="0" i="1" smtClean="0">
                              <a:latin typeface="Cambria Math" panose="02040503050406030204" pitchFamily="18" charset="0"/>
                            </a:rPr>
                            <m:t>m</m:t>
                          </m:r>
                        </m:e>
                        <m:sub>
                          <m:r>
                            <m:rPr>
                              <m:sty m:val="p"/>
                            </m:rPr>
                            <a:rPr lang="de-DE" b="0" i="1" smtClean="0">
                              <a:latin typeface="Cambria Math" panose="02040503050406030204" pitchFamily="18" charset="0"/>
                            </a:rPr>
                            <m:t>out</m:t>
                          </m:r>
                        </m:sub>
                      </m:sSub>
                    </m:oMath>
                  </m:oMathPara>
                </a14:m>
                <a:endParaRPr lang="en-US" dirty="0"/>
              </a:p>
            </p:txBody>
          </p:sp>
        </mc:Choice>
        <mc:Fallback xmlns="">
          <p:sp>
            <p:nvSpPr>
              <p:cNvPr id="45" name="TextBox 44">
                <a:extLst>
                  <a:ext uri="{FF2B5EF4-FFF2-40B4-BE49-F238E27FC236}">
                    <a16:creationId xmlns:a16="http://schemas.microsoft.com/office/drawing/2014/main" id="{0B7B1752-EA50-38D4-4AF0-7944F2636C50}"/>
                  </a:ext>
                </a:extLst>
              </p:cNvPr>
              <p:cNvSpPr txBox="1">
                <a:spLocks noRot="1" noChangeAspect="1" noMove="1" noResize="1" noEditPoints="1" noAdjustHandles="1" noChangeArrowheads="1" noChangeShapeType="1" noTextEdit="1"/>
              </p:cNvSpPr>
              <p:nvPr/>
            </p:nvSpPr>
            <p:spPr>
              <a:xfrm>
                <a:off x="11375115" y="876413"/>
                <a:ext cx="524049" cy="369332"/>
              </a:xfrm>
              <a:prstGeom prst="rect">
                <a:avLst/>
              </a:prstGeom>
              <a:blipFill>
                <a:blip r:embed="rId24"/>
                <a:stretch>
                  <a:fillRect r="-151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64B255B-94B3-03C5-0756-913A35353EAF}"/>
                  </a:ext>
                </a:extLst>
              </p:cNvPr>
              <p:cNvSpPr txBox="1"/>
              <p:nvPr/>
            </p:nvSpPr>
            <p:spPr>
              <a:xfrm>
                <a:off x="10724748" y="1074050"/>
                <a:ext cx="448081"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No</m:t>
                          </m:r>
                        </m:sub>
                      </m:sSub>
                    </m:oMath>
                  </m:oMathPara>
                </a14:m>
                <a:endParaRPr lang="en-US" dirty="0">
                  <a:solidFill>
                    <a:schemeClr val="bg1"/>
                  </a:solidFill>
                </a:endParaRPr>
              </a:p>
            </p:txBody>
          </p:sp>
        </mc:Choice>
        <mc:Fallback xmlns="">
          <p:sp>
            <p:nvSpPr>
              <p:cNvPr id="46" name="TextBox 45">
                <a:extLst>
                  <a:ext uri="{FF2B5EF4-FFF2-40B4-BE49-F238E27FC236}">
                    <a16:creationId xmlns:a16="http://schemas.microsoft.com/office/drawing/2014/main" id="{564B255B-94B3-03C5-0756-913A35353EAF}"/>
                  </a:ext>
                </a:extLst>
              </p:cNvPr>
              <p:cNvSpPr txBox="1">
                <a:spLocks noRot="1" noChangeAspect="1" noMove="1" noResize="1" noEditPoints="1" noAdjustHandles="1" noChangeArrowheads="1" noChangeShapeType="1" noTextEdit="1"/>
              </p:cNvSpPr>
              <p:nvPr/>
            </p:nvSpPr>
            <p:spPr>
              <a:xfrm>
                <a:off x="10724748" y="1074050"/>
                <a:ext cx="448081" cy="369332"/>
              </a:xfrm>
              <a:prstGeom prst="rect">
                <a:avLst/>
              </a:prstGeom>
              <a:blipFill>
                <a:blip r:embed="rId25"/>
                <a:stretch>
                  <a:fillRect r="-405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89E0029E-002B-87AD-E60A-C759E4E89BEA}"/>
                  </a:ext>
                </a:extLst>
              </p:cNvPr>
              <p:cNvSpPr txBox="1"/>
              <p:nvPr/>
            </p:nvSpPr>
            <p:spPr>
              <a:xfrm>
                <a:off x="9511235" y="134106"/>
                <a:ext cx="557613"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Na</m:t>
                          </m:r>
                        </m:sub>
                      </m:sSub>
                    </m:oMath>
                  </m:oMathPara>
                </a14:m>
                <a:endParaRPr lang="en-US" dirty="0">
                  <a:solidFill>
                    <a:schemeClr val="bg1"/>
                  </a:solidFill>
                </a:endParaRPr>
              </a:p>
            </p:txBody>
          </p:sp>
        </mc:Choice>
        <mc:Fallback xmlns="">
          <p:sp>
            <p:nvSpPr>
              <p:cNvPr id="47" name="TextBox 46">
                <a:extLst>
                  <a:ext uri="{FF2B5EF4-FFF2-40B4-BE49-F238E27FC236}">
                    <a16:creationId xmlns:a16="http://schemas.microsoft.com/office/drawing/2014/main" id="{89E0029E-002B-87AD-E60A-C759E4E89BEA}"/>
                  </a:ext>
                </a:extLst>
              </p:cNvPr>
              <p:cNvSpPr txBox="1">
                <a:spLocks noRot="1" noChangeAspect="1" noMove="1" noResize="1" noEditPoints="1" noAdjustHandles="1" noChangeArrowheads="1" noChangeShapeType="1" noTextEdit="1"/>
              </p:cNvSpPr>
              <p:nvPr/>
            </p:nvSpPr>
            <p:spPr>
              <a:xfrm>
                <a:off x="9511235" y="134106"/>
                <a:ext cx="557613" cy="369332"/>
              </a:xfrm>
              <a:prstGeom prst="rect">
                <a:avLst/>
              </a:prstGeom>
              <a:blipFill>
                <a:blip r:embed="rId2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33C7E369-B695-94C7-F066-C80EF461E80F}"/>
                  </a:ext>
                </a:extLst>
              </p:cNvPr>
              <p:cNvSpPr txBox="1"/>
              <p:nvPr/>
            </p:nvSpPr>
            <p:spPr>
              <a:xfrm>
                <a:off x="9565907" y="2016332"/>
                <a:ext cx="421017"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Nb</m:t>
                          </m:r>
                        </m:sub>
                      </m:sSub>
                    </m:oMath>
                  </m:oMathPara>
                </a14:m>
                <a:endParaRPr lang="en-US" dirty="0">
                  <a:solidFill>
                    <a:schemeClr val="bg1"/>
                  </a:solidFill>
                </a:endParaRPr>
              </a:p>
            </p:txBody>
          </p:sp>
        </mc:Choice>
        <mc:Fallback xmlns="">
          <p:sp>
            <p:nvSpPr>
              <p:cNvPr id="48" name="TextBox 47">
                <a:extLst>
                  <a:ext uri="{FF2B5EF4-FFF2-40B4-BE49-F238E27FC236}">
                    <a16:creationId xmlns:a16="http://schemas.microsoft.com/office/drawing/2014/main" id="{33C7E369-B695-94C7-F066-C80EF461E80F}"/>
                  </a:ext>
                </a:extLst>
              </p:cNvPr>
              <p:cNvSpPr txBox="1">
                <a:spLocks noRot="1" noChangeAspect="1" noMove="1" noResize="1" noEditPoints="1" noAdjustHandles="1" noChangeArrowheads="1" noChangeShapeType="1" noTextEdit="1"/>
              </p:cNvSpPr>
              <p:nvPr/>
            </p:nvSpPr>
            <p:spPr>
              <a:xfrm>
                <a:off x="9565907" y="2016332"/>
                <a:ext cx="421017" cy="369332"/>
              </a:xfrm>
              <a:prstGeom prst="rect">
                <a:avLst/>
              </a:prstGeom>
              <a:blipFill>
                <a:blip r:embed="rId27"/>
                <a:stretch>
                  <a:fillRect r="-130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3DFE5266-EE72-783F-7E12-7986C8C2BBEA}"/>
                  </a:ext>
                </a:extLst>
              </p:cNvPr>
              <p:cNvSpPr txBox="1"/>
              <p:nvPr/>
            </p:nvSpPr>
            <p:spPr>
              <a:xfrm>
                <a:off x="8506274" y="1072597"/>
                <a:ext cx="448081"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Ni</m:t>
                          </m:r>
                        </m:sub>
                      </m:sSub>
                    </m:oMath>
                  </m:oMathPara>
                </a14:m>
                <a:endParaRPr lang="en-US" dirty="0">
                  <a:solidFill>
                    <a:schemeClr val="bg1"/>
                  </a:solidFill>
                </a:endParaRPr>
              </a:p>
            </p:txBody>
          </p:sp>
        </mc:Choice>
        <mc:Fallback xmlns="">
          <p:sp>
            <p:nvSpPr>
              <p:cNvPr id="49" name="TextBox 48">
                <a:extLst>
                  <a:ext uri="{FF2B5EF4-FFF2-40B4-BE49-F238E27FC236}">
                    <a16:creationId xmlns:a16="http://schemas.microsoft.com/office/drawing/2014/main" id="{3DFE5266-EE72-783F-7E12-7986C8C2BBEA}"/>
                  </a:ext>
                </a:extLst>
              </p:cNvPr>
              <p:cNvSpPr txBox="1">
                <a:spLocks noRot="1" noChangeAspect="1" noMove="1" noResize="1" noEditPoints="1" noAdjustHandles="1" noChangeArrowheads="1" noChangeShapeType="1" noTextEdit="1"/>
              </p:cNvSpPr>
              <p:nvPr/>
            </p:nvSpPr>
            <p:spPr>
              <a:xfrm>
                <a:off x="8506274" y="1072597"/>
                <a:ext cx="448081" cy="369332"/>
              </a:xfrm>
              <a:prstGeom prst="rect">
                <a:avLst/>
              </a:prstGeom>
              <a:blipFill>
                <a:blip r:embed="rId28"/>
                <a:stretch>
                  <a:fillRect/>
                </a:stretch>
              </a:blipFill>
            </p:spPr>
            <p:txBody>
              <a:bodyPr/>
              <a:lstStyle/>
              <a:p>
                <a:r>
                  <a:rPr lang="en-US">
                    <a:noFill/>
                  </a:rPr>
                  <a:t> </a:t>
                </a:r>
              </a:p>
            </p:txBody>
          </p:sp>
        </mc:Fallback>
      </mc:AlternateContent>
      <p:cxnSp>
        <p:nvCxnSpPr>
          <p:cNvPr id="60" name="Straight Connector 59">
            <a:extLst>
              <a:ext uri="{FF2B5EF4-FFF2-40B4-BE49-F238E27FC236}">
                <a16:creationId xmlns:a16="http://schemas.microsoft.com/office/drawing/2014/main" id="{1DA4324C-9C58-D603-C312-CC71790DB4EF}"/>
              </a:ext>
            </a:extLst>
          </p:cNvPr>
          <p:cNvCxnSpPr>
            <a:cxnSpLocks/>
          </p:cNvCxnSpPr>
          <p:nvPr/>
        </p:nvCxnSpPr>
        <p:spPr>
          <a:xfrm>
            <a:off x="7775843" y="695981"/>
            <a:ext cx="8451" cy="559993"/>
          </a:xfrm>
          <a:prstGeom prst="line">
            <a:avLst/>
          </a:prstGeom>
        </p:spPr>
        <p:style>
          <a:lnRef idx="2">
            <a:schemeClr val="accent1"/>
          </a:lnRef>
          <a:fillRef idx="0">
            <a:schemeClr val="accent1"/>
          </a:fillRef>
          <a:effectRef idx="1">
            <a:schemeClr val="accent1"/>
          </a:effectRef>
          <a:fontRef idx="minor">
            <a:schemeClr val="tx1"/>
          </a:fontRef>
        </p:style>
      </p:cxnSp>
      <p:sp>
        <p:nvSpPr>
          <p:cNvPr id="113" name="Rectangle 112">
            <a:extLst>
              <a:ext uri="{FF2B5EF4-FFF2-40B4-BE49-F238E27FC236}">
                <a16:creationId xmlns:a16="http://schemas.microsoft.com/office/drawing/2014/main" id="{CA564C33-E8D3-891D-0755-A4957F6775BB}"/>
              </a:ext>
            </a:extLst>
          </p:cNvPr>
          <p:cNvSpPr/>
          <p:nvPr/>
        </p:nvSpPr>
        <p:spPr>
          <a:xfrm>
            <a:off x="8320025" y="45697"/>
            <a:ext cx="3073000" cy="2537212"/>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15" name="TextBox 114">
            <a:extLst>
              <a:ext uri="{FF2B5EF4-FFF2-40B4-BE49-F238E27FC236}">
                <a16:creationId xmlns:a16="http://schemas.microsoft.com/office/drawing/2014/main" id="{B196ABE0-18F2-21A8-368A-2C128DA355BA}"/>
              </a:ext>
            </a:extLst>
          </p:cNvPr>
          <p:cNvSpPr txBox="1"/>
          <p:nvPr/>
        </p:nvSpPr>
        <p:spPr>
          <a:xfrm>
            <a:off x="8334903" y="76227"/>
            <a:ext cx="473206" cy="338554"/>
          </a:xfrm>
          <a:prstGeom prst="rect">
            <a:avLst/>
          </a:prstGeom>
          <a:noFill/>
        </p:spPr>
        <p:txBody>
          <a:bodyPr wrap="none" rtlCol="0">
            <a:spAutoFit/>
          </a:bodyPr>
          <a:lstStyle/>
          <a:p>
            <a:r>
              <a:rPr lang="en-US" sz="1600" dirty="0"/>
              <a:t>NN</a:t>
            </a:r>
          </a:p>
        </p:txBody>
      </p:sp>
      <p:sp>
        <p:nvSpPr>
          <p:cNvPr id="2" name="Rectangle: Rounded Corners 1">
            <a:extLst>
              <a:ext uri="{FF2B5EF4-FFF2-40B4-BE49-F238E27FC236}">
                <a16:creationId xmlns:a16="http://schemas.microsoft.com/office/drawing/2014/main" id="{073483B2-4C08-57CC-8C88-1F8FC889D15F}"/>
              </a:ext>
            </a:extLst>
          </p:cNvPr>
          <p:cNvSpPr/>
          <p:nvPr/>
        </p:nvSpPr>
        <p:spPr>
          <a:xfrm>
            <a:off x="287532" y="3087592"/>
            <a:ext cx="1289392" cy="767408"/>
          </a:xfrm>
          <a:prstGeom prst="roundRect">
            <a:avLst>
              <a:gd name="adj" fmla="val 11702"/>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87803DFE-CA5D-C736-4A25-8560BBDBC642}"/>
              </a:ext>
            </a:extLst>
          </p:cNvPr>
          <p:cNvSpPr txBox="1"/>
          <p:nvPr/>
        </p:nvSpPr>
        <p:spPr>
          <a:xfrm>
            <a:off x="282144" y="3194043"/>
            <a:ext cx="1385316" cy="646331"/>
          </a:xfrm>
          <a:prstGeom prst="rect">
            <a:avLst/>
          </a:prstGeom>
          <a:noFill/>
        </p:spPr>
        <p:txBody>
          <a:bodyPr wrap="none" rtlCol="0">
            <a:spAutoFit/>
          </a:bodyPr>
          <a:lstStyle/>
          <a:p>
            <a:pPr algn="ctr"/>
            <a:r>
              <a:rPr lang="de-DE" dirty="0" err="1"/>
              <a:t>Map</a:t>
            </a:r>
            <a:r>
              <a:rPr lang="de-DE" dirty="0"/>
              <a:t> Chem. </a:t>
            </a:r>
          </a:p>
          <a:p>
            <a:pPr algn="ctr"/>
            <a:r>
              <a:rPr lang="de-DE" dirty="0"/>
              <a:t>Diff. in S</a:t>
            </a:r>
            <a:endParaRPr lang="en-US" dirty="0"/>
          </a:p>
        </p:txBody>
      </p:sp>
      <p:sp>
        <p:nvSpPr>
          <p:cNvPr id="11" name="Oval 10">
            <a:extLst>
              <a:ext uri="{FF2B5EF4-FFF2-40B4-BE49-F238E27FC236}">
                <a16:creationId xmlns:a16="http://schemas.microsoft.com/office/drawing/2014/main" id="{1C58DDDB-C9C6-1332-2305-22892677A4D7}"/>
              </a:ext>
            </a:extLst>
          </p:cNvPr>
          <p:cNvSpPr>
            <a:spLocks noChangeAspect="1"/>
          </p:cNvSpPr>
          <p:nvPr/>
        </p:nvSpPr>
        <p:spPr>
          <a:xfrm>
            <a:off x="129509" y="2958144"/>
            <a:ext cx="316045" cy="316045"/>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solidFill>
                  <a:schemeClr val="tx1"/>
                </a:solidFill>
              </a:rPr>
              <a:t>1</a:t>
            </a:r>
            <a:endParaRPr lang="en-US" dirty="0">
              <a:solidFill>
                <a:schemeClr val="tx1"/>
              </a:solidFill>
            </a:endParaRPr>
          </a:p>
        </p:txBody>
      </p:sp>
      <p:sp>
        <p:nvSpPr>
          <p:cNvPr id="12" name="Rectangle: Rounded Corners 11">
            <a:extLst>
              <a:ext uri="{FF2B5EF4-FFF2-40B4-BE49-F238E27FC236}">
                <a16:creationId xmlns:a16="http://schemas.microsoft.com/office/drawing/2014/main" id="{89A1F1C3-BAEA-D24E-708E-5561D24B147A}"/>
              </a:ext>
            </a:extLst>
          </p:cNvPr>
          <p:cNvSpPr/>
          <p:nvPr/>
        </p:nvSpPr>
        <p:spPr>
          <a:xfrm>
            <a:off x="2024752" y="3087592"/>
            <a:ext cx="1289392" cy="767408"/>
          </a:xfrm>
          <a:prstGeom prst="roundRect">
            <a:avLst>
              <a:gd name="adj" fmla="val 11702"/>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2058F27D-463B-D00A-0D20-DEC2A278DD5E}"/>
              </a:ext>
            </a:extLst>
          </p:cNvPr>
          <p:cNvSpPr txBox="1"/>
          <p:nvPr/>
        </p:nvSpPr>
        <p:spPr>
          <a:xfrm>
            <a:off x="2133885" y="3208669"/>
            <a:ext cx="1071126" cy="646331"/>
          </a:xfrm>
          <a:prstGeom prst="rect">
            <a:avLst/>
          </a:prstGeom>
          <a:noFill/>
        </p:spPr>
        <p:txBody>
          <a:bodyPr wrap="none" rtlCol="0">
            <a:spAutoFit/>
          </a:bodyPr>
          <a:lstStyle/>
          <a:p>
            <a:pPr algn="ctr"/>
            <a:r>
              <a:rPr lang="de-DE" dirty="0" err="1"/>
              <a:t>Simulate</a:t>
            </a:r>
            <a:endParaRPr lang="de-DE" dirty="0"/>
          </a:p>
          <a:p>
            <a:pPr algn="ctr"/>
            <a:r>
              <a:rPr lang="de-DE" dirty="0" err="1"/>
              <a:t>Kinetics</a:t>
            </a:r>
            <a:endParaRPr lang="en-US" dirty="0"/>
          </a:p>
        </p:txBody>
      </p:sp>
      <p:sp>
        <p:nvSpPr>
          <p:cNvPr id="14" name="Oval 13">
            <a:extLst>
              <a:ext uri="{FF2B5EF4-FFF2-40B4-BE49-F238E27FC236}">
                <a16:creationId xmlns:a16="http://schemas.microsoft.com/office/drawing/2014/main" id="{513E9674-BF5F-43D8-68CE-DE1E833D06AA}"/>
              </a:ext>
            </a:extLst>
          </p:cNvPr>
          <p:cNvSpPr>
            <a:spLocks noChangeAspect="1"/>
          </p:cNvSpPr>
          <p:nvPr/>
        </p:nvSpPr>
        <p:spPr>
          <a:xfrm>
            <a:off x="1866729" y="2929569"/>
            <a:ext cx="316045" cy="316045"/>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solidFill>
                  <a:schemeClr val="tx1"/>
                </a:solidFill>
              </a:rPr>
              <a:t>2</a:t>
            </a:r>
            <a:endParaRPr lang="en-US" dirty="0">
              <a:solidFill>
                <a:schemeClr val="tx1"/>
              </a:solidFill>
            </a:endParaRPr>
          </a:p>
        </p:txBody>
      </p:sp>
      <p:cxnSp>
        <p:nvCxnSpPr>
          <p:cNvPr id="16" name="Straight Arrow Connector 15">
            <a:extLst>
              <a:ext uri="{FF2B5EF4-FFF2-40B4-BE49-F238E27FC236}">
                <a16:creationId xmlns:a16="http://schemas.microsoft.com/office/drawing/2014/main" id="{B64124DE-BE7C-0E33-5149-4A3B23DFE63E}"/>
              </a:ext>
            </a:extLst>
          </p:cNvPr>
          <p:cNvCxnSpPr>
            <a:cxnSpLocks/>
            <a:stCxn id="2" idx="3"/>
            <a:endCxn id="12" idx="1"/>
          </p:cNvCxnSpPr>
          <p:nvPr/>
        </p:nvCxnSpPr>
        <p:spPr>
          <a:xfrm>
            <a:off x="1576924" y="3471296"/>
            <a:ext cx="447828" cy="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sp>
        <p:nvSpPr>
          <p:cNvPr id="18" name="Rectangle: Rounded Corners 17">
            <a:extLst>
              <a:ext uri="{FF2B5EF4-FFF2-40B4-BE49-F238E27FC236}">
                <a16:creationId xmlns:a16="http://schemas.microsoft.com/office/drawing/2014/main" id="{1AD3DC5D-BD76-EF27-1C9B-AAE6A01684A5}"/>
              </a:ext>
            </a:extLst>
          </p:cNvPr>
          <p:cNvSpPr/>
          <p:nvPr/>
        </p:nvSpPr>
        <p:spPr>
          <a:xfrm>
            <a:off x="3761972" y="3087592"/>
            <a:ext cx="1289392" cy="767408"/>
          </a:xfrm>
          <a:prstGeom prst="roundRect">
            <a:avLst>
              <a:gd name="adj" fmla="val 11702"/>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3CC67783-E47A-3913-29A2-7080DBD17E2E}"/>
              </a:ext>
            </a:extLst>
          </p:cNvPr>
          <p:cNvSpPr txBox="1"/>
          <p:nvPr/>
        </p:nvSpPr>
        <p:spPr>
          <a:xfrm>
            <a:off x="3695345" y="3208669"/>
            <a:ext cx="1403398" cy="646331"/>
          </a:xfrm>
          <a:prstGeom prst="rect">
            <a:avLst/>
          </a:prstGeom>
          <a:noFill/>
        </p:spPr>
        <p:txBody>
          <a:bodyPr wrap="none" rtlCol="0">
            <a:spAutoFit/>
          </a:bodyPr>
          <a:lstStyle/>
          <a:p>
            <a:pPr algn="ctr"/>
            <a:r>
              <a:rPr lang="de-DE" dirty="0" err="1"/>
              <a:t>Map</a:t>
            </a:r>
            <a:endParaRPr lang="de-DE" dirty="0"/>
          </a:p>
          <a:p>
            <a:pPr algn="ctr"/>
            <a:r>
              <a:rPr lang="de-DE" dirty="0"/>
              <a:t>Counter in S</a:t>
            </a:r>
            <a:endParaRPr lang="en-US" dirty="0"/>
          </a:p>
        </p:txBody>
      </p:sp>
      <p:sp>
        <p:nvSpPr>
          <p:cNvPr id="20" name="Oval 19">
            <a:extLst>
              <a:ext uri="{FF2B5EF4-FFF2-40B4-BE49-F238E27FC236}">
                <a16:creationId xmlns:a16="http://schemas.microsoft.com/office/drawing/2014/main" id="{44C808E7-65EE-233B-B0DA-3B63256929A6}"/>
              </a:ext>
            </a:extLst>
          </p:cNvPr>
          <p:cNvSpPr>
            <a:spLocks noChangeAspect="1"/>
          </p:cNvSpPr>
          <p:nvPr/>
        </p:nvSpPr>
        <p:spPr>
          <a:xfrm>
            <a:off x="3603949" y="2929569"/>
            <a:ext cx="316045" cy="316045"/>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solidFill>
                  <a:schemeClr val="tx1"/>
                </a:solidFill>
              </a:rPr>
              <a:t>3</a:t>
            </a:r>
            <a:endParaRPr lang="en-US" dirty="0">
              <a:solidFill>
                <a:schemeClr val="tx1"/>
              </a:solidFill>
            </a:endParaRPr>
          </a:p>
        </p:txBody>
      </p:sp>
      <p:cxnSp>
        <p:nvCxnSpPr>
          <p:cNvPr id="21" name="Straight Arrow Connector 20">
            <a:extLst>
              <a:ext uri="{FF2B5EF4-FFF2-40B4-BE49-F238E27FC236}">
                <a16:creationId xmlns:a16="http://schemas.microsoft.com/office/drawing/2014/main" id="{A5D18E9B-EA35-5AA4-4D04-E306900ECC89}"/>
              </a:ext>
            </a:extLst>
          </p:cNvPr>
          <p:cNvCxnSpPr>
            <a:cxnSpLocks/>
            <a:endCxn id="18" idx="1"/>
          </p:cNvCxnSpPr>
          <p:nvPr/>
        </p:nvCxnSpPr>
        <p:spPr>
          <a:xfrm>
            <a:off x="3314144" y="3471296"/>
            <a:ext cx="447828" cy="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sp>
        <p:nvSpPr>
          <p:cNvPr id="22" name="Rectangle: Rounded Corners 21">
            <a:extLst>
              <a:ext uri="{FF2B5EF4-FFF2-40B4-BE49-F238E27FC236}">
                <a16:creationId xmlns:a16="http://schemas.microsoft.com/office/drawing/2014/main" id="{56875F00-0480-31D5-E688-4D90A61BC9B8}"/>
              </a:ext>
            </a:extLst>
          </p:cNvPr>
          <p:cNvSpPr/>
          <p:nvPr/>
        </p:nvSpPr>
        <p:spPr>
          <a:xfrm>
            <a:off x="5499592" y="3075206"/>
            <a:ext cx="1289392" cy="767408"/>
          </a:xfrm>
          <a:prstGeom prst="roundRect">
            <a:avLst>
              <a:gd name="adj" fmla="val 11702"/>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01C9422C-375C-3281-2CD7-6AB611D6A355}"/>
              </a:ext>
            </a:extLst>
          </p:cNvPr>
          <p:cNvSpPr txBox="1"/>
          <p:nvPr/>
        </p:nvSpPr>
        <p:spPr>
          <a:xfrm>
            <a:off x="5676847" y="3196283"/>
            <a:ext cx="915635" cy="646331"/>
          </a:xfrm>
          <a:prstGeom prst="rect">
            <a:avLst/>
          </a:prstGeom>
          <a:noFill/>
        </p:spPr>
        <p:txBody>
          <a:bodyPr wrap="none" rtlCol="0">
            <a:spAutoFit/>
          </a:bodyPr>
          <a:lstStyle/>
          <a:p>
            <a:pPr algn="ctr"/>
            <a:r>
              <a:rPr lang="de-DE" dirty="0" err="1"/>
              <a:t>Map</a:t>
            </a:r>
            <a:endParaRPr lang="de-DE" dirty="0"/>
          </a:p>
          <a:p>
            <a:pPr algn="ctr"/>
            <a:r>
              <a:rPr lang="de-DE" dirty="0"/>
              <a:t>NN in S</a:t>
            </a:r>
            <a:endParaRPr lang="en-US" dirty="0"/>
          </a:p>
        </p:txBody>
      </p:sp>
      <p:sp>
        <p:nvSpPr>
          <p:cNvPr id="24" name="Oval 23">
            <a:extLst>
              <a:ext uri="{FF2B5EF4-FFF2-40B4-BE49-F238E27FC236}">
                <a16:creationId xmlns:a16="http://schemas.microsoft.com/office/drawing/2014/main" id="{AB90AC36-A528-335E-2467-F9B2BEB0308E}"/>
              </a:ext>
            </a:extLst>
          </p:cNvPr>
          <p:cNvSpPr>
            <a:spLocks noChangeAspect="1"/>
          </p:cNvSpPr>
          <p:nvPr/>
        </p:nvSpPr>
        <p:spPr>
          <a:xfrm>
            <a:off x="5341569" y="2917183"/>
            <a:ext cx="316045" cy="316045"/>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solidFill>
                  <a:schemeClr val="tx1"/>
                </a:solidFill>
              </a:rPr>
              <a:t>4</a:t>
            </a:r>
            <a:endParaRPr lang="en-US" dirty="0">
              <a:solidFill>
                <a:schemeClr val="tx1"/>
              </a:solidFill>
            </a:endParaRPr>
          </a:p>
        </p:txBody>
      </p:sp>
      <p:cxnSp>
        <p:nvCxnSpPr>
          <p:cNvPr id="25" name="Straight Arrow Connector 24">
            <a:extLst>
              <a:ext uri="{FF2B5EF4-FFF2-40B4-BE49-F238E27FC236}">
                <a16:creationId xmlns:a16="http://schemas.microsoft.com/office/drawing/2014/main" id="{C2674EFA-0B7A-BDC9-E0C0-915AA1B6A4D2}"/>
              </a:ext>
            </a:extLst>
          </p:cNvPr>
          <p:cNvCxnSpPr>
            <a:cxnSpLocks/>
            <a:endCxn id="22" idx="1"/>
          </p:cNvCxnSpPr>
          <p:nvPr/>
        </p:nvCxnSpPr>
        <p:spPr>
          <a:xfrm>
            <a:off x="5051764" y="3458910"/>
            <a:ext cx="447828" cy="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E8857010-64A4-2F71-2A11-0DF1825AA26D}"/>
              </a:ext>
            </a:extLst>
          </p:cNvPr>
          <p:cNvCxnSpPr>
            <a:cxnSpLocks/>
          </p:cNvCxnSpPr>
          <p:nvPr/>
        </p:nvCxnSpPr>
        <p:spPr>
          <a:xfrm>
            <a:off x="7621821" y="6492240"/>
            <a:ext cx="748044" cy="0"/>
          </a:xfrm>
          <a:prstGeom prst="straightConnector1">
            <a:avLst/>
          </a:prstGeom>
          <a:ln>
            <a:headEnd type="triangle" w="lg" len="lg"/>
            <a:tailEnd type="none" w="lg" len="lg"/>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3778258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D23BA20-D19F-98A2-14E3-6EB1E6A07FE3}"/>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C8CBB07A-DBD1-FFD4-3B38-D819FE28890F}"/>
              </a:ext>
            </a:extLst>
          </p:cNvPr>
          <p:cNvSpPr/>
          <p:nvPr/>
        </p:nvSpPr>
        <p:spPr>
          <a:xfrm>
            <a:off x="112333" y="6080783"/>
            <a:ext cx="1371600" cy="73152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Algorithm </a:t>
            </a:r>
          </a:p>
        </p:txBody>
      </p:sp>
      <p:sp>
        <p:nvSpPr>
          <p:cNvPr id="5" name="Rectangle: Rounded Corners 4">
            <a:extLst>
              <a:ext uri="{FF2B5EF4-FFF2-40B4-BE49-F238E27FC236}">
                <a16:creationId xmlns:a16="http://schemas.microsoft.com/office/drawing/2014/main" id="{F3F4E107-DE54-F5CE-8284-E68B573BFCE9}"/>
              </a:ext>
            </a:extLst>
          </p:cNvPr>
          <p:cNvSpPr/>
          <p:nvPr/>
        </p:nvSpPr>
        <p:spPr>
          <a:xfrm>
            <a:off x="1948877" y="6080783"/>
            <a:ext cx="1371600" cy="731520"/>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Chemical Reactions </a:t>
            </a:r>
          </a:p>
        </p:txBody>
      </p:sp>
      <p:sp>
        <p:nvSpPr>
          <p:cNvPr id="6" name="Rectangle: Rounded Corners 5">
            <a:extLst>
              <a:ext uri="{FF2B5EF4-FFF2-40B4-BE49-F238E27FC236}">
                <a16:creationId xmlns:a16="http://schemas.microsoft.com/office/drawing/2014/main" id="{C366D190-D059-6E60-5DCC-03200772E3C8}"/>
              </a:ext>
            </a:extLst>
          </p:cNvPr>
          <p:cNvSpPr/>
          <p:nvPr/>
        </p:nvSpPr>
        <p:spPr>
          <a:xfrm>
            <a:off x="3785421" y="6080783"/>
            <a:ext cx="1371600" cy="731520"/>
          </a:xfrm>
          <a:prstGeom prst="roundRect">
            <a:avLst/>
          </a:prstGeom>
          <a:solidFill>
            <a:srgbClr val="DCEAF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Metabolic Network</a:t>
            </a:r>
          </a:p>
        </p:txBody>
      </p:sp>
      <p:sp>
        <p:nvSpPr>
          <p:cNvPr id="7" name="Rectangle: Rounded Corners 6">
            <a:extLst>
              <a:ext uri="{FF2B5EF4-FFF2-40B4-BE49-F238E27FC236}">
                <a16:creationId xmlns:a16="http://schemas.microsoft.com/office/drawing/2014/main" id="{59819440-D349-5A07-AEEB-3F56A6F61306}"/>
              </a:ext>
            </a:extLst>
          </p:cNvPr>
          <p:cNvSpPr/>
          <p:nvPr/>
        </p:nvSpPr>
        <p:spPr>
          <a:xfrm>
            <a:off x="5621966" y="6080783"/>
            <a:ext cx="1371600" cy="73152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THz Actuation</a:t>
            </a:r>
          </a:p>
        </p:txBody>
      </p:sp>
      <p:cxnSp>
        <p:nvCxnSpPr>
          <p:cNvPr id="8" name="Straight Arrow Connector 7">
            <a:extLst>
              <a:ext uri="{FF2B5EF4-FFF2-40B4-BE49-F238E27FC236}">
                <a16:creationId xmlns:a16="http://schemas.microsoft.com/office/drawing/2014/main" id="{7FC2D431-0A89-665D-E60E-C6289973AD3B}"/>
              </a:ext>
            </a:extLst>
          </p:cNvPr>
          <p:cNvCxnSpPr>
            <a:cxnSpLocks/>
            <a:stCxn id="4" idx="3"/>
            <a:endCxn id="5" idx="1"/>
          </p:cNvCxnSpPr>
          <p:nvPr/>
        </p:nvCxnSpPr>
        <p:spPr>
          <a:xfrm>
            <a:off x="1483933" y="6446543"/>
            <a:ext cx="464944" cy="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365D5FC0-C106-94A8-6C0F-08E8F08B6167}"/>
              </a:ext>
            </a:extLst>
          </p:cNvPr>
          <p:cNvCxnSpPr>
            <a:cxnSpLocks/>
            <a:stCxn id="5" idx="3"/>
            <a:endCxn id="6" idx="1"/>
          </p:cNvCxnSpPr>
          <p:nvPr/>
        </p:nvCxnSpPr>
        <p:spPr>
          <a:xfrm>
            <a:off x="3320477" y="6446543"/>
            <a:ext cx="464944" cy="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sp>
        <p:nvSpPr>
          <p:cNvPr id="69" name="Oval 68">
            <a:extLst>
              <a:ext uri="{FF2B5EF4-FFF2-40B4-BE49-F238E27FC236}">
                <a16:creationId xmlns:a16="http://schemas.microsoft.com/office/drawing/2014/main" id="{C5232050-CEC3-CA24-DFDC-B949BDAD35CC}"/>
              </a:ext>
            </a:extLst>
          </p:cNvPr>
          <p:cNvSpPr>
            <a:spLocks noChangeAspect="1"/>
          </p:cNvSpPr>
          <p:nvPr/>
        </p:nvSpPr>
        <p:spPr>
          <a:xfrm>
            <a:off x="4944147" y="494998"/>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70" name="TextBox 69">
                <a:extLst>
                  <a:ext uri="{FF2B5EF4-FFF2-40B4-BE49-F238E27FC236}">
                    <a16:creationId xmlns:a16="http://schemas.microsoft.com/office/drawing/2014/main" id="{D26F1C18-7E26-C0B2-CE31-CF8B3A466D1B}"/>
                  </a:ext>
                </a:extLst>
              </p:cNvPr>
              <p:cNvSpPr txBox="1"/>
              <p:nvPr/>
            </p:nvSpPr>
            <p:spPr>
              <a:xfrm>
                <a:off x="4889951" y="466275"/>
                <a:ext cx="518558" cy="394019"/>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Cp</m:t>
                          </m:r>
                        </m:sub>
                      </m:sSub>
                    </m:oMath>
                  </m:oMathPara>
                </a14:m>
                <a:endParaRPr lang="en-US" dirty="0">
                  <a:solidFill>
                    <a:schemeClr val="bg1"/>
                  </a:solidFill>
                </a:endParaRPr>
              </a:p>
            </p:txBody>
          </p:sp>
        </mc:Choice>
        <mc:Fallback xmlns="">
          <p:sp>
            <p:nvSpPr>
              <p:cNvPr id="70" name="TextBox 69">
                <a:extLst>
                  <a:ext uri="{FF2B5EF4-FFF2-40B4-BE49-F238E27FC236}">
                    <a16:creationId xmlns:a16="http://schemas.microsoft.com/office/drawing/2014/main" id="{D26F1C18-7E26-C0B2-CE31-CF8B3A466D1B}"/>
                  </a:ext>
                </a:extLst>
              </p:cNvPr>
              <p:cNvSpPr txBox="1">
                <a:spLocks noRot="1" noChangeAspect="1" noMove="1" noResize="1" noEditPoints="1" noAdjustHandles="1" noChangeArrowheads="1" noChangeShapeType="1" noTextEdit="1"/>
              </p:cNvSpPr>
              <p:nvPr/>
            </p:nvSpPr>
            <p:spPr>
              <a:xfrm>
                <a:off x="4889951" y="466275"/>
                <a:ext cx="518558" cy="394019"/>
              </a:xfrm>
              <a:prstGeom prst="rect">
                <a:avLst/>
              </a:prstGeom>
              <a:blipFill>
                <a:blip r:embed="rId3"/>
                <a:stretch>
                  <a:fillRect b="-76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1" name="TextBox 70">
                <a:extLst>
                  <a:ext uri="{FF2B5EF4-FFF2-40B4-BE49-F238E27FC236}">
                    <a16:creationId xmlns:a16="http://schemas.microsoft.com/office/drawing/2014/main" id="{C25901F8-2AF5-65D0-F5FA-E6E613C254DC}"/>
                  </a:ext>
                </a:extLst>
              </p:cNvPr>
              <p:cNvSpPr txBox="1"/>
              <p:nvPr/>
            </p:nvSpPr>
            <p:spPr>
              <a:xfrm>
                <a:off x="6042817" y="320258"/>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c</m:t>
                          </m:r>
                        </m:sub>
                      </m:sSub>
                    </m:oMath>
                  </m:oMathPara>
                </a14:m>
                <a:endParaRPr lang="en-US" dirty="0">
                  <a:solidFill>
                    <a:schemeClr val="tx1"/>
                  </a:solidFill>
                </a:endParaRPr>
              </a:p>
            </p:txBody>
          </p:sp>
        </mc:Choice>
        <mc:Fallback xmlns="">
          <p:sp>
            <p:nvSpPr>
              <p:cNvPr id="71" name="TextBox 70">
                <a:extLst>
                  <a:ext uri="{FF2B5EF4-FFF2-40B4-BE49-F238E27FC236}">
                    <a16:creationId xmlns:a16="http://schemas.microsoft.com/office/drawing/2014/main" id="{C25901F8-2AF5-65D0-F5FA-E6E613C254DC}"/>
                  </a:ext>
                </a:extLst>
              </p:cNvPr>
              <p:cNvSpPr txBox="1">
                <a:spLocks noRot="1" noChangeAspect="1" noMove="1" noResize="1" noEditPoints="1" noAdjustHandles="1" noChangeArrowheads="1" noChangeShapeType="1" noTextEdit="1"/>
              </p:cNvSpPr>
              <p:nvPr/>
            </p:nvSpPr>
            <p:spPr>
              <a:xfrm>
                <a:off x="6042817" y="320258"/>
                <a:ext cx="507796" cy="369332"/>
              </a:xfrm>
              <a:prstGeom prst="rect">
                <a:avLst/>
              </a:prstGeom>
              <a:blipFill>
                <a:blip r:embed="rId4"/>
                <a:stretch>
                  <a:fillRect/>
                </a:stretch>
              </a:blipFill>
            </p:spPr>
            <p:txBody>
              <a:bodyPr/>
              <a:lstStyle/>
              <a:p>
                <a:r>
                  <a:rPr lang="en-US">
                    <a:noFill/>
                  </a:rPr>
                  <a:t> </a:t>
                </a:r>
              </a:p>
            </p:txBody>
          </p:sp>
        </mc:Fallback>
      </mc:AlternateContent>
      <p:sp>
        <p:nvSpPr>
          <p:cNvPr id="72" name="Oval 71">
            <a:extLst>
              <a:ext uri="{FF2B5EF4-FFF2-40B4-BE49-F238E27FC236}">
                <a16:creationId xmlns:a16="http://schemas.microsoft.com/office/drawing/2014/main" id="{3C125F9B-CA18-A618-C441-CE08CBC57E17}"/>
              </a:ext>
            </a:extLst>
          </p:cNvPr>
          <p:cNvSpPr>
            <a:spLocks noChangeAspect="1"/>
          </p:cNvSpPr>
          <p:nvPr/>
        </p:nvSpPr>
        <p:spPr>
          <a:xfrm>
            <a:off x="6106964" y="1188320"/>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73" name="TextBox 72">
                <a:extLst>
                  <a:ext uri="{FF2B5EF4-FFF2-40B4-BE49-F238E27FC236}">
                    <a16:creationId xmlns:a16="http://schemas.microsoft.com/office/drawing/2014/main" id="{3D514DC0-3AD8-5609-C679-29027976E731}"/>
                  </a:ext>
                </a:extLst>
              </p:cNvPr>
              <p:cNvSpPr txBox="1"/>
              <p:nvPr/>
            </p:nvSpPr>
            <p:spPr>
              <a:xfrm>
                <a:off x="6048487" y="1163848"/>
                <a:ext cx="518558" cy="395493"/>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Cg</m:t>
                          </m:r>
                        </m:sub>
                      </m:sSub>
                    </m:oMath>
                  </m:oMathPara>
                </a14:m>
                <a:endParaRPr lang="en-US" dirty="0">
                  <a:solidFill>
                    <a:schemeClr val="bg1"/>
                  </a:solidFill>
                </a:endParaRPr>
              </a:p>
            </p:txBody>
          </p:sp>
        </mc:Choice>
        <mc:Fallback xmlns="">
          <p:sp>
            <p:nvSpPr>
              <p:cNvPr id="73" name="TextBox 72">
                <a:extLst>
                  <a:ext uri="{FF2B5EF4-FFF2-40B4-BE49-F238E27FC236}">
                    <a16:creationId xmlns:a16="http://schemas.microsoft.com/office/drawing/2014/main" id="{3D514DC0-3AD8-5609-C679-29027976E731}"/>
                  </a:ext>
                </a:extLst>
              </p:cNvPr>
              <p:cNvSpPr txBox="1">
                <a:spLocks noRot="1" noChangeAspect="1" noMove="1" noResize="1" noEditPoints="1" noAdjustHandles="1" noChangeArrowheads="1" noChangeShapeType="1" noTextEdit="1"/>
              </p:cNvSpPr>
              <p:nvPr/>
            </p:nvSpPr>
            <p:spPr>
              <a:xfrm>
                <a:off x="6048487" y="1163848"/>
                <a:ext cx="518558" cy="395493"/>
              </a:xfrm>
              <a:prstGeom prst="rect">
                <a:avLst/>
              </a:prstGeom>
              <a:blipFill>
                <a:blip r:embed="rId5"/>
                <a:stretch>
                  <a:fillRect b="-76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4" name="TextBox 73">
                <a:extLst>
                  <a:ext uri="{FF2B5EF4-FFF2-40B4-BE49-F238E27FC236}">
                    <a16:creationId xmlns:a16="http://schemas.microsoft.com/office/drawing/2014/main" id="{61297029-2189-00FC-F291-EF150CC9A394}"/>
                  </a:ext>
                </a:extLst>
              </p:cNvPr>
              <p:cNvSpPr txBox="1"/>
              <p:nvPr/>
            </p:nvSpPr>
            <p:spPr>
              <a:xfrm>
                <a:off x="4902710" y="1199060"/>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Cs</m:t>
                          </m:r>
                        </m:sub>
                      </m:sSub>
                    </m:oMath>
                  </m:oMathPara>
                </a14:m>
                <a:endParaRPr lang="en-US" dirty="0">
                  <a:solidFill>
                    <a:schemeClr val="tx1"/>
                  </a:solidFill>
                </a:endParaRPr>
              </a:p>
            </p:txBody>
          </p:sp>
        </mc:Choice>
        <mc:Fallback xmlns="">
          <p:sp>
            <p:nvSpPr>
              <p:cNvPr id="74" name="TextBox 73">
                <a:extLst>
                  <a:ext uri="{FF2B5EF4-FFF2-40B4-BE49-F238E27FC236}">
                    <a16:creationId xmlns:a16="http://schemas.microsoft.com/office/drawing/2014/main" id="{61297029-2189-00FC-F291-EF150CC9A394}"/>
                  </a:ext>
                </a:extLst>
              </p:cNvPr>
              <p:cNvSpPr txBox="1">
                <a:spLocks noRot="1" noChangeAspect="1" noMove="1" noResize="1" noEditPoints="1" noAdjustHandles="1" noChangeArrowheads="1" noChangeShapeType="1" noTextEdit="1"/>
              </p:cNvSpPr>
              <p:nvPr/>
            </p:nvSpPr>
            <p:spPr>
              <a:xfrm>
                <a:off x="4902710" y="1199060"/>
                <a:ext cx="507796" cy="369332"/>
              </a:xfrm>
              <a:prstGeom prst="rect">
                <a:avLst/>
              </a:prstGeom>
              <a:blipFill>
                <a:blip r:embed="rId6"/>
                <a:stretch>
                  <a:fillRect r="-3571"/>
                </a:stretch>
              </a:blipFill>
            </p:spPr>
            <p:txBody>
              <a:bodyPr/>
              <a:lstStyle/>
              <a:p>
                <a:r>
                  <a:rPr lang="en-US">
                    <a:noFill/>
                  </a:rPr>
                  <a:t> </a:t>
                </a:r>
              </a:p>
            </p:txBody>
          </p:sp>
        </mc:Fallback>
      </mc:AlternateContent>
      <p:sp>
        <p:nvSpPr>
          <p:cNvPr id="75" name="Oval 74">
            <a:extLst>
              <a:ext uri="{FF2B5EF4-FFF2-40B4-BE49-F238E27FC236}">
                <a16:creationId xmlns:a16="http://schemas.microsoft.com/office/drawing/2014/main" id="{812819B2-8F1A-6781-6557-EA33BB8437AA}"/>
              </a:ext>
            </a:extLst>
          </p:cNvPr>
          <p:cNvSpPr>
            <a:spLocks noChangeAspect="1"/>
          </p:cNvSpPr>
          <p:nvPr/>
        </p:nvSpPr>
        <p:spPr>
          <a:xfrm>
            <a:off x="4972757" y="2004874"/>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76" name="TextBox 75">
                <a:extLst>
                  <a:ext uri="{FF2B5EF4-FFF2-40B4-BE49-F238E27FC236}">
                    <a16:creationId xmlns:a16="http://schemas.microsoft.com/office/drawing/2014/main" id="{36C832F5-8463-2D94-3F67-7896E677580E}"/>
                  </a:ext>
                </a:extLst>
              </p:cNvPr>
              <p:cNvSpPr txBox="1"/>
              <p:nvPr/>
            </p:nvSpPr>
            <p:spPr>
              <a:xfrm>
                <a:off x="4917222" y="1969552"/>
                <a:ext cx="518558"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Cr</m:t>
                          </m:r>
                        </m:sub>
                      </m:sSub>
                    </m:oMath>
                  </m:oMathPara>
                </a14:m>
                <a:endParaRPr lang="en-US" dirty="0">
                  <a:solidFill>
                    <a:schemeClr val="bg1"/>
                  </a:solidFill>
                </a:endParaRPr>
              </a:p>
            </p:txBody>
          </p:sp>
        </mc:Choice>
        <mc:Fallback xmlns="">
          <p:sp>
            <p:nvSpPr>
              <p:cNvPr id="76" name="TextBox 75">
                <a:extLst>
                  <a:ext uri="{FF2B5EF4-FFF2-40B4-BE49-F238E27FC236}">
                    <a16:creationId xmlns:a16="http://schemas.microsoft.com/office/drawing/2014/main" id="{36C832F5-8463-2D94-3F67-7896E677580E}"/>
                  </a:ext>
                </a:extLst>
              </p:cNvPr>
              <p:cNvSpPr txBox="1">
                <a:spLocks noRot="1" noChangeAspect="1" noMove="1" noResize="1" noEditPoints="1" noAdjustHandles="1" noChangeArrowheads="1" noChangeShapeType="1" noTextEdit="1"/>
              </p:cNvSpPr>
              <p:nvPr/>
            </p:nvSpPr>
            <p:spPr>
              <a:xfrm>
                <a:off x="4917222" y="1969552"/>
                <a:ext cx="518558" cy="369332"/>
              </a:xfrm>
              <a:prstGeom prst="rect">
                <a:avLst/>
              </a:prstGeom>
              <a:blipFill>
                <a:blip r:embed="rId7"/>
                <a:stretch>
                  <a:fillRect/>
                </a:stretch>
              </a:blipFill>
            </p:spPr>
            <p:txBody>
              <a:bodyPr/>
              <a:lstStyle/>
              <a:p>
                <a:r>
                  <a:rPr lang="en-US">
                    <a:noFill/>
                  </a:rPr>
                  <a:t> </a:t>
                </a:r>
              </a:p>
            </p:txBody>
          </p:sp>
        </mc:Fallback>
      </mc:AlternateContent>
      <p:cxnSp>
        <p:nvCxnSpPr>
          <p:cNvPr id="77" name="Straight Arrow Connector 76">
            <a:extLst>
              <a:ext uri="{FF2B5EF4-FFF2-40B4-BE49-F238E27FC236}">
                <a16:creationId xmlns:a16="http://schemas.microsoft.com/office/drawing/2014/main" id="{4CC4784B-D325-059E-5DCC-D59C5BA009D2}"/>
              </a:ext>
            </a:extLst>
          </p:cNvPr>
          <p:cNvCxnSpPr>
            <a:cxnSpLocks/>
            <a:endCxn id="69" idx="3"/>
          </p:cNvCxnSpPr>
          <p:nvPr/>
        </p:nvCxnSpPr>
        <p:spPr>
          <a:xfrm flipV="1">
            <a:off x="4121733" y="820556"/>
            <a:ext cx="878271" cy="488885"/>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80" name="Straight Arrow Connector 79">
            <a:extLst>
              <a:ext uri="{FF2B5EF4-FFF2-40B4-BE49-F238E27FC236}">
                <a16:creationId xmlns:a16="http://schemas.microsoft.com/office/drawing/2014/main" id="{92C7D0AD-7634-496E-13DB-4A360B2A7244}"/>
              </a:ext>
            </a:extLst>
          </p:cNvPr>
          <p:cNvCxnSpPr>
            <a:cxnSpLocks/>
            <a:endCxn id="75" idx="1"/>
          </p:cNvCxnSpPr>
          <p:nvPr/>
        </p:nvCxnSpPr>
        <p:spPr>
          <a:xfrm>
            <a:off x="4125155" y="1314303"/>
            <a:ext cx="903459" cy="746428"/>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84" name="Straight Arrow Connector 83">
            <a:extLst>
              <a:ext uri="{FF2B5EF4-FFF2-40B4-BE49-F238E27FC236}">
                <a16:creationId xmlns:a16="http://schemas.microsoft.com/office/drawing/2014/main" id="{63150286-C47F-676F-00F7-DDE89EBED817}"/>
              </a:ext>
            </a:extLst>
          </p:cNvPr>
          <p:cNvCxnSpPr>
            <a:cxnSpLocks/>
            <a:stCxn id="74" idx="3"/>
            <a:endCxn id="72" idx="2"/>
          </p:cNvCxnSpPr>
          <p:nvPr/>
        </p:nvCxnSpPr>
        <p:spPr>
          <a:xfrm flipV="1">
            <a:off x="5410506" y="1379028"/>
            <a:ext cx="696458" cy="4698"/>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88" name="Straight Arrow Connector 87">
            <a:extLst>
              <a:ext uri="{FF2B5EF4-FFF2-40B4-BE49-F238E27FC236}">
                <a16:creationId xmlns:a16="http://schemas.microsoft.com/office/drawing/2014/main" id="{C28CC354-D347-4A24-3AB1-41F59D192BAD}"/>
              </a:ext>
            </a:extLst>
          </p:cNvPr>
          <p:cNvCxnSpPr>
            <a:cxnSpLocks/>
            <a:stCxn id="74" idx="2"/>
            <a:endCxn id="75" idx="0"/>
          </p:cNvCxnSpPr>
          <p:nvPr/>
        </p:nvCxnSpPr>
        <p:spPr>
          <a:xfrm>
            <a:off x="5156608" y="1568392"/>
            <a:ext cx="6856" cy="436482"/>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6" name="Straight Arrow Connector 95">
            <a:extLst>
              <a:ext uri="{FF2B5EF4-FFF2-40B4-BE49-F238E27FC236}">
                <a16:creationId xmlns:a16="http://schemas.microsoft.com/office/drawing/2014/main" id="{F22B0594-BCDE-C70B-2C92-8FB6028E8BD1}"/>
              </a:ext>
            </a:extLst>
          </p:cNvPr>
          <p:cNvCxnSpPr>
            <a:cxnSpLocks/>
            <a:stCxn id="69" idx="6"/>
          </p:cNvCxnSpPr>
          <p:nvPr/>
        </p:nvCxnSpPr>
        <p:spPr>
          <a:xfrm>
            <a:off x="5325561" y="685706"/>
            <a:ext cx="2460842" cy="10275"/>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9" name="Straight Arrow Connector 98">
            <a:extLst>
              <a:ext uri="{FF2B5EF4-FFF2-40B4-BE49-F238E27FC236}">
                <a16:creationId xmlns:a16="http://schemas.microsoft.com/office/drawing/2014/main" id="{6D961F8D-F1E4-C5EE-58E1-BCDB3075B2DC}"/>
              </a:ext>
            </a:extLst>
          </p:cNvPr>
          <p:cNvCxnSpPr>
            <a:cxnSpLocks/>
            <a:stCxn id="71" idx="2"/>
            <a:endCxn id="72" idx="0"/>
          </p:cNvCxnSpPr>
          <p:nvPr/>
        </p:nvCxnSpPr>
        <p:spPr>
          <a:xfrm>
            <a:off x="6296715" y="689590"/>
            <a:ext cx="956" cy="49873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sp>
        <p:nvSpPr>
          <p:cNvPr id="102" name="Rectangle 101">
            <a:extLst>
              <a:ext uri="{FF2B5EF4-FFF2-40B4-BE49-F238E27FC236}">
                <a16:creationId xmlns:a16="http://schemas.microsoft.com/office/drawing/2014/main" id="{C9D30B9D-725E-8AB5-D397-1070729B1270}"/>
              </a:ext>
            </a:extLst>
          </p:cNvPr>
          <p:cNvSpPr/>
          <p:nvPr/>
        </p:nvSpPr>
        <p:spPr>
          <a:xfrm>
            <a:off x="4449953" y="108527"/>
            <a:ext cx="2873133" cy="2407763"/>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03" name="TextBox 102">
            <a:extLst>
              <a:ext uri="{FF2B5EF4-FFF2-40B4-BE49-F238E27FC236}">
                <a16:creationId xmlns:a16="http://schemas.microsoft.com/office/drawing/2014/main" id="{A086437D-419B-47CE-89D4-5C5DF668299A}"/>
              </a:ext>
            </a:extLst>
          </p:cNvPr>
          <p:cNvSpPr txBox="1"/>
          <p:nvPr/>
        </p:nvSpPr>
        <p:spPr>
          <a:xfrm>
            <a:off x="4449953" y="92506"/>
            <a:ext cx="1774204" cy="338554"/>
          </a:xfrm>
          <a:prstGeom prst="rect">
            <a:avLst/>
          </a:prstGeom>
          <a:noFill/>
        </p:spPr>
        <p:txBody>
          <a:bodyPr wrap="none" rtlCol="0">
            <a:spAutoFit/>
          </a:bodyPr>
          <a:lstStyle/>
          <a:p>
            <a:r>
              <a:rPr lang="en-US" sz="1600" dirty="0"/>
              <a:t>Chemical counter</a:t>
            </a:r>
          </a:p>
        </p:txBody>
      </p:sp>
      <mc:AlternateContent xmlns:mc="http://schemas.openxmlformats.org/markup-compatibility/2006" xmlns:a14="http://schemas.microsoft.com/office/drawing/2010/main">
        <mc:Choice Requires="a14">
          <p:sp>
            <p:nvSpPr>
              <p:cNvPr id="67" name="TextBox 66">
                <a:extLst>
                  <a:ext uri="{FF2B5EF4-FFF2-40B4-BE49-F238E27FC236}">
                    <a16:creationId xmlns:a16="http://schemas.microsoft.com/office/drawing/2014/main" id="{25D8C54A-7C6C-A801-5381-38682B8ADC75}"/>
                  </a:ext>
                </a:extLst>
              </p:cNvPr>
              <p:cNvSpPr txBox="1"/>
              <p:nvPr/>
            </p:nvSpPr>
            <p:spPr>
              <a:xfrm>
                <a:off x="3" y="1445647"/>
                <a:ext cx="593368" cy="369332"/>
              </a:xfrm>
              <a:prstGeom prst="rect">
                <a:avLst/>
              </a:prstGeom>
              <a:noFill/>
            </p:spPr>
            <p:txBody>
              <a:bodyPr wrap="none" rtlCol="0">
                <a:spAutoFit/>
              </a:bodyPr>
              <a:lstStyle/>
              <a:p>
                <a:pPr/>
                <a14:m>
                  <m:oMathPara xmlns:m="http://schemas.openxmlformats.org/officeDocument/2006/math">
                    <m:oMath>
                      <m:sSub>
                        <m:sSubPr>
                          <m:ctrlPr>
                            <a:rPr lang="de-DE" b="0" i="1" smtClean="0">
                              <a:latin typeface="Cambria Math" panose="02040503050406030204" pitchFamily="18" charset="0"/>
                            </a:rPr>
                          </m:ctrlPr>
                        </m:sSubPr>
                        <m:e>
                          <m:r>
                            <m:rPr>
                              <m:sty m:val="p"/>
                            </m:rPr>
                            <a:rPr lang="de-DE" b="0" i="1" smtClean="0">
                              <a:latin typeface="Cambria Math" panose="02040503050406030204" pitchFamily="18" charset="0"/>
                            </a:rPr>
                            <m:t>m</m:t>
                          </m:r>
                        </m:e>
                        <m:sub>
                          <m:r>
                            <m:rPr>
                              <m:sty m:val="p"/>
                            </m:rPr>
                            <a:rPr lang="de-DE" b="0" i="1" smtClean="0">
                              <a:latin typeface="Cambria Math" panose="02040503050406030204" pitchFamily="18" charset="0"/>
                            </a:rPr>
                            <m:t>in</m:t>
                          </m:r>
                        </m:sub>
                      </m:sSub>
                    </m:oMath>
                  </m:oMathPara>
                </a14:m>
                <a:endParaRPr lang="en-US" dirty="0"/>
              </a:p>
            </p:txBody>
          </p:sp>
        </mc:Choice>
        <mc:Fallback xmlns="">
          <p:sp>
            <p:nvSpPr>
              <p:cNvPr id="67" name="TextBox 66">
                <a:extLst>
                  <a:ext uri="{FF2B5EF4-FFF2-40B4-BE49-F238E27FC236}">
                    <a16:creationId xmlns:a16="http://schemas.microsoft.com/office/drawing/2014/main" id="{25D8C54A-7C6C-A801-5381-38682B8ADC75}"/>
                  </a:ext>
                </a:extLst>
              </p:cNvPr>
              <p:cNvSpPr txBox="1">
                <a:spLocks noRot="1" noChangeAspect="1" noMove="1" noResize="1" noEditPoints="1" noAdjustHandles="1" noChangeArrowheads="1" noChangeShapeType="1" noTextEdit="1"/>
              </p:cNvSpPr>
              <p:nvPr/>
            </p:nvSpPr>
            <p:spPr>
              <a:xfrm>
                <a:off x="3" y="1445647"/>
                <a:ext cx="593368" cy="369332"/>
              </a:xfrm>
              <a:prstGeom prst="rect">
                <a:avLst/>
              </a:prstGeom>
              <a:blipFill>
                <a:blip r:embed="rId8"/>
                <a:stretch>
                  <a:fillRect/>
                </a:stretch>
              </a:blipFill>
            </p:spPr>
            <p:txBody>
              <a:bodyPr/>
              <a:lstStyle/>
              <a:p>
                <a:r>
                  <a:rPr lang="en-US">
                    <a:noFill/>
                  </a:rPr>
                  <a:t> </a:t>
                </a:r>
              </a:p>
            </p:txBody>
          </p:sp>
        </mc:Fallback>
      </mc:AlternateContent>
      <p:sp>
        <p:nvSpPr>
          <p:cNvPr id="78" name="Rectangle 77">
            <a:extLst>
              <a:ext uri="{FF2B5EF4-FFF2-40B4-BE49-F238E27FC236}">
                <a16:creationId xmlns:a16="http://schemas.microsoft.com/office/drawing/2014/main" id="{D9397705-8D5C-FF7B-8F22-0C404C4D6C29}"/>
              </a:ext>
            </a:extLst>
          </p:cNvPr>
          <p:cNvSpPr/>
          <p:nvPr/>
        </p:nvSpPr>
        <p:spPr>
          <a:xfrm>
            <a:off x="813767" y="311940"/>
            <a:ext cx="2873133" cy="2222154"/>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79" name="TextBox 78">
            <a:extLst>
              <a:ext uri="{FF2B5EF4-FFF2-40B4-BE49-F238E27FC236}">
                <a16:creationId xmlns:a16="http://schemas.microsoft.com/office/drawing/2014/main" id="{0F7BCC9C-DF92-792D-9ED8-10417E073CA3}"/>
              </a:ext>
            </a:extLst>
          </p:cNvPr>
          <p:cNvSpPr txBox="1"/>
          <p:nvPr/>
        </p:nvSpPr>
        <p:spPr>
          <a:xfrm>
            <a:off x="787443" y="311939"/>
            <a:ext cx="1362617" cy="584775"/>
          </a:xfrm>
          <a:prstGeom prst="rect">
            <a:avLst/>
          </a:prstGeom>
          <a:noFill/>
        </p:spPr>
        <p:txBody>
          <a:bodyPr wrap="none" rtlCol="0">
            <a:spAutoFit/>
          </a:bodyPr>
          <a:lstStyle/>
          <a:p>
            <a:r>
              <a:rPr lang="en-US" sz="1600" dirty="0"/>
              <a:t>Chemical</a:t>
            </a:r>
            <a:br>
              <a:rPr lang="en-US" sz="1600" dirty="0"/>
            </a:br>
            <a:r>
              <a:rPr lang="en-US" sz="1600" dirty="0"/>
              <a:t>Differentiator</a:t>
            </a:r>
          </a:p>
        </p:txBody>
      </p:sp>
      <p:sp>
        <p:nvSpPr>
          <p:cNvPr id="81" name="Oval 80">
            <a:extLst>
              <a:ext uri="{FF2B5EF4-FFF2-40B4-BE49-F238E27FC236}">
                <a16:creationId xmlns:a16="http://schemas.microsoft.com/office/drawing/2014/main" id="{69D6A11F-D395-52A0-9261-F3C61C8903DB}"/>
              </a:ext>
            </a:extLst>
          </p:cNvPr>
          <p:cNvSpPr>
            <a:spLocks noChangeAspect="1"/>
          </p:cNvSpPr>
          <p:nvPr/>
        </p:nvSpPr>
        <p:spPr>
          <a:xfrm>
            <a:off x="1051702" y="1100334"/>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82" name="TextBox 81">
                <a:extLst>
                  <a:ext uri="{FF2B5EF4-FFF2-40B4-BE49-F238E27FC236}">
                    <a16:creationId xmlns:a16="http://schemas.microsoft.com/office/drawing/2014/main" id="{CD1AEE16-4B93-ED06-D247-6977274A6A77}"/>
                  </a:ext>
                </a:extLst>
              </p:cNvPr>
              <p:cNvSpPr txBox="1"/>
              <p:nvPr/>
            </p:nvSpPr>
            <p:spPr>
              <a:xfrm>
                <a:off x="996675" y="1076178"/>
                <a:ext cx="518558"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Df</m:t>
                          </m:r>
                        </m:sub>
                      </m:sSub>
                    </m:oMath>
                  </m:oMathPara>
                </a14:m>
                <a:endParaRPr lang="en-US" dirty="0">
                  <a:solidFill>
                    <a:schemeClr val="bg1"/>
                  </a:solidFill>
                </a:endParaRPr>
              </a:p>
            </p:txBody>
          </p:sp>
        </mc:Choice>
        <mc:Fallback xmlns="">
          <p:sp>
            <p:nvSpPr>
              <p:cNvPr id="82" name="TextBox 81">
                <a:extLst>
                  <a:ext uri="{FF2B5EF4-FFF2-40B4-BE49-F238E27FC236}">
                    <a16:creationId xmlns:a16="http://schemas.microsoft.com/office/drawing/2014/main" id="{CD1AEE16-4B93-ED06-D247-6977274A6A77}"/>
                  </a:ext>
                </a:extLst>
              </p:cNvPr>
              <p:cNvSpPr txBox="1">
                <a:spLocks noRot="1" noChangeAspect="1" noMove="1" noResize="1" noEditPoints="1" noAdjustHandles="1" noChangeArrowheads="1" noChangeShapeType="1" noTextEdit="1"/>
              </p:cNvSpPr>
              <p:nvPr/>
            </p:nvSpPr>
            <p:spPr>
              <a:xfrm>
                <a:off x="996675" y="1076178"/>
                <a:ext cx="518558" cy="369332"/>
              </a:xfrm>
              <a:prstGeom prst="rect">
                <a:avLst/>
              </a:prstGeom>
              <a:blipFill>
                <a:blip r:embed="rId9"/>
                <a:stretch>
                  <a:fillRect/>
                </a:stretch>
              </a:blipFill>
            </p:spPr>
            <p:txBody>
              <a:bodyPr/>
              <a:lstStyle/>
              <a:p>
                <a:r>
                  <a:rPr lang="en-US">
                    <a:noFill/>
                  </a:rPr>
                  <a:t> </a:t>
                </a:r>
              </a:p>
            </p:txBody>
          </p:sp>
        </mc:Fallback>
      </mc:AlternateContent>
      <p:sp>
        <p:nvSpPr>
          <p:cNvPr id="83" name="Oval 82">
            <a:extLst>
              <a:ext uri="{FF2B5EF4-FFF2-40B4-BE49-F238E27FC236}">
                <a16:creationId xmlns:a16="http://schemas.microsoft.com/office/drawing/2014/main" id="{C961D081-8FA1-2F96-5CBC-59C60B684660}"/>
              </a:ext>
            </a:extLst>
          </p:cNvPr>
          <p:cNvSpPr>
            <a:spLocks noChangeAspect="1"/>
          </p:cNvSpPr>
          <p:nvPr/>
        </p:nvSpPr>
        <p:spPr>
          <a:xfrm>
            <a:off x="1155183" y="1993690"/>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85" name="TextBox 84">
                <a:extLst>
                  <a:ext uri="{FF2B5EF4-FFF2-40B4-BE49-F238E27FC236}">
                    <a16:creationId xmlns:a16="http://schemas.microsoft.com/office/drawing/2014/main" id="{59C43D91-4E31-59DA-9123-16801ABF90B9}"/>
                  </a:ext>
                </a:extLst>
              </p:cNvPr>
              <p:cNvSpPr txBox="1"/>
              <p:nvPr/>
            </p:nvSpPr>
            <p:spPr>
              <a:xfrm>
                <a:off x="1097396" y="1985666"/>
                <a:ext cx="518558"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Ds</m:t>
                          </m:r>
                        </m:sub>
                      </m:sSub>
                    </m:oMath>
                  </m:oMathPara>
                </a14:m>
                <a:endParaRPr lang="en-US" dirty="0">
                  <a:solidFill>
                    <a:schemeClr val="bg1"/>
                  </a:solidFill>
                </a:endParaRPr>
              </a:p>
            </p:txBody>
          </p:sp>
        </mc:Choice>
        <mc:Fallback xmlns="">
          <p:sp>
            <p:nvSpPr>
              <p:cNvPr id="85" name="TextBox 84">
                <a:extLst>
                  <a:ext uri="{FF2B5EF4-FFF2-40B4-BE49-F238E27FC236}">
                    <a16:creationId xmlns:a16="http://schemas.microsoft.com/office/drawing/2014/main" id="{59C43D91-4E31-59DA-9123-16801ABF90B9}"/>
                  </a:ext>
                </a:extLst>
              </p:cNvPr>
              <p:cNvSpPr txBox="1">
                <a:spLocks noRot="1" noChangeAspect="1" noMove="1" noResize="1" noEditPoints="1" noAdjustHandles="1" noChangeArrowheads="1" noChangeShapeType="1" noTextEdit="1"/>
              </p:cNvSpPr>
              <p:nvPr/>
            </p:nvSpPr>
            <p:spPr>
              <a:xfrm>
                <a:off x="1097396" y="1985666"/>
                <a:ext cx="518558" cy="369332"/>
              </a:xfrm>
              <a:prstGeom prst="rect">
                <a:avLst/>
              </a:prstGeom>
              <a:blipFill>
                <a:blip r:embed="rId10"/>
                <a:stretch>
                  <a:fillRect/>
                </a:stretch>
              </a:blipFill>
            </p:spPr>
            <p:txBody>
              <a:bodyPr/>
              <a:lstStyle/>
              <a:p>
                <a:r>
                  <a:rPr lang="en-US">
                    <a:noFill/>
                  </a:rPr>
                  <a:t> </a:t>
                </a:r>
              </a:p>
            </p:txBody>
          </p:sp>
        </mc:Fallback>
      </mc:AlternateContent>
      <p:sp>
        <p:nvSpPr>
          <p:cNvPr id="86" name="Oval 85">
            <a:extLst>
              <a:ext uri="{FF2B5EF4-FFF2-40B4-BE49-F238E27FC236}">
                <a16:creationId xmlns:a16="http://schemas.microsoft.com/office/drawing/2014/main" id="{E11CCBE4-7A7F-3DDF-47E2-9E63C6E8F74F}"/>
              </a:ext>
            </a:extLst>
          </p:cNvPr>
          <p:cNvSpPr>
            <a:spLocks noChangeAspect="1"/>
          </p:cNvSpPr>
          <p:nvPr/>
        </p:nvSpPr>
        <p:spPr>
          <a:xfrm>
            <a:off x="2221390" y="1104191"/>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87" name="TextBox 86">
                <a:extLst>
                  <a:ext uri="{FF2B5EF4-FFF2-40B4-BE49-F238E27FC236}">
                    <a16:creationId xmlns:a16="http://schemas.microsoft.com/office/drawing/2014/main" id="{2B37DD5C-8A35-A028-EC8B-C8FD1422471C}"/>
                  </a:ext>
                </a:extLst>
              </p:cNvPr>
              <p:cNvSpPr txBox="1"/>
              <p:nvPr/>
            </p:nvSpPr>
            <p:spPr>
              <a:xfrm>
                <a:off x="2166529" y="1075615"/>
                <a:ext cx="518558" cy="394019"/>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Dp</m:t>
                          </m:r>
                        </m:sub>
                      </m:sSub>
                    </m:oMath>
                  </m:oMathPara>
                </a14:m>
                <a:endParaRPr lang="en-US" dirty="0">
                  <a:solidFill>
                    <a:schemeClr val="bg1"/>
                  </a:solidFill>
                </a:endParaRPr>
              </a:p>
            </p:txBody>
          </p:sp>
        </mc:Choice>
        <mc:Fallback xmlns="">
          <p:sp>
            <p:nvSpPr>
              <p:cNvPr id="87" name="TextBox 86">
                <a:extLst>
                  <a:ext uri="{FF2B5EF4-FFF2-40B4-BE49-F238E27FC236}">
                    <a16:creationId xmlns:a16="http://schemas.microsoft.com/office/drawing/2014/main" id="{2B37DD5C-8A35-A028-EC8B-C8FD1422471C}"/>
                  </a:ext>
                </a:extLst>
              </p:cNvPr>
              <p:cNvSpPr txBox="1">
                <a:spLocks noRot="1" noChangeAspect="1" noMove="1" noResize="1" noEditPoints="1" noAdjustHandles="1" noChangeArrowheads="1" noChangeShapeType="1" noTextEdit="1"/>
              </p:cNvSpPr>
              <p:nvPr/>
            </p:nvSpPr>
            <p:spPr>
              <a:xfrm>
                <a:off x="2166529" y="1075615"/>
                <a:ext cx="518558" cy="394019"/>
              </a:xfrm>
              <a:prstGeom prst="rect">
                <a:avLst/>
              </a:prstGeom>
              <a:blipFill>
                <a:blip r:embed="rId11"/>
                <a:stretch>
                  <a:fillRect b="-7692"/>
                </a:stretch>
              </a:blipFill>
            </p:spPr>
            <p:txBody>
              <a:bodyPr/>
              <a:lstStyle/>
              <a:p>
                <a:r>
                  <a:rPr lang="en-US">
                    <a:noFill/>
                  </a:rPr>
                  <a:t> </a:t>
                </a:r>
              </a:p>
            </p:txBody>
          </p:sp>
        </mc:Fallback>
      </mc:AlternateContent>
      <p:cxnSp>
        <p:nvCxnSpPr>
          <p:cNvPr id="89" name="Straight Arrow Connector 88">
            <a:extLst>
              <a:ext uri="{FF2B5EF4-FFF2-40B4-BE49-F238E27FC236}">
                <a16:creationId xmlns:a16="http://schemas.microsoft.com/office/drawing/2014/main" id="{438EA130-EC9D-05EF-321B-FCFFD9FB29AE}"/>
              </a:ext>
            </a:extLst>
          </p:cNvPr>
          <p:cNvCxnSpPr>
            <a:cxnSpLocks/>
            <a:stCxn id="67" idx="3"/>
            <a:endCxn id="81" idx="2"/>
          </p:cNvCxnSpPr>
          <p:nvPr/>
        </p:nvCxnSpPr>
        <p:spPr>
          <a:xfrm flipV="1">
            <a:off x="593371" y="1291042"/>
            <a:ext cx="458331" cy="339271"/>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0" name="Straight Arrow Connector 89">
            <a:extLst>
              <a:ext uri="{FF2B5EF4-FFF2-40B4-BE49-F238E27FC236}">
                <a16:creationId xmlns:a16="http://schemas.microsoft.com/office/drawing/2014/main" id="{23FA6A86-0199-B1C7-8E8A-14170E0D6629}"/>
              </a:ext>
            </a:extLst>
          </p:cNvPr>
          <p:cNvCxnSpPr>
            <a:cxnSpLocks/>
            <a:stCxn id="67" idx="3"/>
            <a:endCxn id="83" idx="2"/>
          </p:cNvCxnSpPr>
          <p:nvPr/>
        </p:nvCxnSpPr>
        <p:spPr>
          <a:xfrm>
            <a:off x="593371" y="1630313"/>
            <a:ext cx="561812" cy="554085"/>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1" name="Straight Arrow Connector 90">
            <a:extLst>
              <a:ext uri="{FF2B5EF4-FFF2-40B4-BE49-F238E27FC236}">
                <a16:creationId xmlns:a16="http://schemas.microsoft.com/office/drawing/2014/main" id="{F54685AF-C57B-5D40-20E2-FE203EACAB35}"/>
              </a:ext>
            </a:extLst>
          </p:cNvPr>
          <p:cNvCxnSpPr>
            <a:cxnSpLocks/>
            <a:stCxn id="81" idx="6"/>
            <a:endCxn id="86" idx="2"/>
          </p:cNvCxnSpPr>
          <p:nvPr/>
        </p:nvCxnSpPr>
        <p:spPr>
          <a:xfrm>
            <a:off x="1433116" y="1291042"/>
            <a:ext cx="788274" cy="3858"/>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2" name="Straight Arrow Connector 91">
            <a:extLst>
              <a:ext uri="{FF2B5EF4-FFF2-40B4-BE49-F238E27FC236}">
                <a16:creationId xmlns:a16="http://schemas.microsoft.com/office/drawing/2014/main" id="{25C2C11A-6036-3C0B-00FE-329A6F9AAF9A}"/>
              </a:ext>
            </a:extLst>
          </p:cNvPr>
          <p:cNvCxnSpPr>
            <a:cxnSpLocks/>
            <a:stCxn id="83" idx="6"/>
            <a:endCxn id="98" idx="2"/>
          </p:cNvCxnSpPr>
          <p:nvPr/>
        </p:nvCxnSpPr>
        <p:spPr>
          <a:xfrm>
            <a:off x="1536597" y="2184398"/>
            <a:ext cx="1447412" cy="33588"/>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3" name="Straight Arrow Connector 92">
            <a:extLst>
              <a:ext uri="{FF2B5EF4-FFF2-40B4-BE49-F238E27FC236}">
                <a16:creationId xmlns:a16="http://schemas.microsoft.com/office/drawing/2014/main" id="{E1C2D04E-4D4F-5F84-6DA7-3778C9D9DC9A}"/>
              </a:ext>
            </a:extLst>
          </p:cNvPr>
          <p:cNvCxnSpPr>
            <a:cxnSpLocks/>
            <a:stCxn id="86" idx="6"/>
          </p:cNvCxnSpPr>
          <p:nvPr/>
        </p:nvCxnSpPr>
        <p:spPr>
          <a:xfrm>
            <a:off x="2602804" y="1294899"/>
            <a:ext cx="1532016" cy="14542"/>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94" name="TextBox 93">
                <a:extLst>
                  <a:ext uri="{FF2B5EF4-FFF2-40B4-BE49-F238E27FC236}">
                    <a16:creationId xmlns:a16="http://schemas.microsoft.com/office/drawing/2014/main" id="{561A60E6-2885-71FE-BE04-451A0A418981}"/>
                  </a:ext>
                </a:extLst>
              </p:cNvPr>
              <p:cNvSpPr txBox="1"/>
              <p:nvPr/>
            </p:nvSpPr>
            <p:spPr>
              <a:xfrm>
                <a:off x="2910704" y="926659"/>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d</m:t>
                          </m:r>
                        </m:sub>
                      </m:sSub>
                    </m:oMath>
                  </m:oMathPara>
                </a14:m>
                <a:endParaRPr lang="en-US" dirty="0">
                  <a:solidFill>
                    <a:schemeClr val="tx1"/>
                  </a:solidFill>
                </a:endParaRPr>
              </a:p>
            </p:txBody>
          </p:sp>
        </mc:Choice>
        <mc:Fallback xmlns="">
          <p:sp>
            <p:nvSpPr>
              <p:cNvPr id="94" name="TextBox 93">
                <a:extLst>
                  <a:ext uri="{FF2B5EF4-FFF2-40B4-BE49-F238E27FC236}">
                    <a16:creationId xmlns:a16="http://schemas.microsoft.com/office/drawing/2014/main" id="{561A60E6-2885-71FE-BE04-451A0A418981}"/>
                  </a:ext>
                </a:extLst>
              </p:cNvPr>
              <p:cNvSpPr txBox="1">
                <a:spLocks noRot="1" noChangeAspect="1" noMove="1" noResize="1" noEditPoints="1" noAdjustHandles="1" noChangeArrowheads="1" noChangeShapeType="1" noTextEdit="1"/>
              </p:cNvSpPr>
              <p:nvPr/>
            </p:nvSpPr>
            <p:spPr>
              <a:xfrm>
                <a:off x="2910704" y="926659"/>
                <a:ext cx="507796" cy="369332"/>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5" name="TextBox 94">
                <a:extLst>
                  <a:ext uri="{FF2B5EF4-FFF2-40B4-BE49-F238E27FC236}">
                    <a16:creationId xmlns:a16="http://schemas.microsoft.com/office/drawing/2014/main" id="{75405E33-396F-831B-1CC8-39B323BF2330}"/>
                  </a:ext>
                </a:extLst>
              </p:cNvPr>
              <p:cNvSpPr txBox="1"/>
              <p:nvPr/>
            </p:nvSpPr>
            <p:spPr>
              <a:xfrm>
                <a:off x="1551728" y="914064"/>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Df</m:t>
                          </m:r>
                        </m:sub>
                      </m:sSub>
                    </m:oMath>
                  </m:oMathPara>
                </a14:m>
                <a:endParaRPr lang="en-US" dirty="0">
                  <a:solidFill>
                    <a:schemeClr val="tx1"/>
                  </a:solidFill>
                </a:endParaRPr>
              </a:p>
            </p:txBody>
          </p:sp>
        </mc:Choice>
        <mc:Fallback xmlns="">
          <p:sp>
            <p:nvSpPr>
              <p:cNvPr id="95" name="TextBox 94">
                <a:extLst>
                  <a:ext uri="{FF2B5EF4-FFF2-40B4-BE49-F238E27FC236}">
                    <a16:creationId xmlns:a16="http://schemas.microsoft.com/office/drawing/2014/main" id="{75405E33-396F-831B-1CC8-39B323BF2330}"/>
                  </a:ext>
                </a:extLst>
              </p:cNvPr>
              <p:cNvSpPr txBox="1">
                <a:spLocks noRot="1" noChangeAspect="1" noMove="1" noResize="1" noEditPoints="1" noAdjustHandles="1" noChangeArrowheads="1" noChangeShapeType="1" noTextEdit="1"/>
              </p:cNvSpPr>
              <p:nvPr/>
            </p:nvSpPr>
            <p:spPr>
              <a:xfrm>
                <a:off x="1551728" y="914064"/>
                <a:ext cx="507796" cy="369332"/>
              </a:xfrm>
              <a:prstGeom prst="rect">
                <a:avLst/>
              </a:prstGeom>
              <a:blipFill>
                <a:blip r:embed="rId13"/>
                <a:stretch>
                  <a:fillRect r="-481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7" name="TextBox 96">
                <a:extLst>
                  <a:ext uri="{FF2B5EF4-FFF2-40B4-BE49-F238E27FC236}">
                    <a16:creationId xmlns:a16="http://schemas.microsoft.com/office/drawing/2014/main" id="{E01C68CD-78CF-7EF3-6D0C-FE04F82E4934}"/>
                  </a:ext>
                </a:extLst>
              </p:cNvPr>
              <p:cNvSpPr txBox="1"/>
              <p:nvPr/>
            </p:nvSpPr>
            <p:spPr>
              <a:xfrm>
                <a:off x="1957369" y="2148694"/>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Ds</m:t>
                          </m:r>
                        </m:sub>
                      </m:sSub>
                    </m:oMath>
                  </m:oMathPara>
                </a14:m>
                <a:endParaRPr lang="en-US" dirty="0">
                  <a:solidFill>
                    <a:schemeClr val="tx1"/>
                  </a:solidFill>
                </a:endParaRPr>
              </a:p>
            </p:txBody>
          </p:sp>
        </mc:Choice>
        <mc:Fallback xmlns="">
          <p:sp>
            <p:nvSpPr>
              <p:cNvPr id="97" name="TextBox 96">
                <a:extLst>
                  <a:ext uri="{FF2B5EF4-FFF2-40B4-BE49-F238E27FC236}">
                    <a16:creationId xmlns:a16="http://schemas.microsoft.com/office/drawing/2014/main" id="{E01C68CD-78CF-7EF3-6D0C-FE04F82E4934}"/>
                  </a:ext>
                </a:extLst>
              </p:cNvPr>
              <p:cNvSpPr txBox="1">
                <a:spLocks noRot="1" noChangeAspect="1" noMove="1" noResize="1" noEditPoints="1" noAdjustHandles="1" noChangeArrowheads="1" noChangeShapeType="1" noTextEdit="1"/>
              </p:cNvSpPr>
              <p:nvPr/>
            </p:nvSpPr>
            <p:spPr>
              <a:xfrm>
                <a:off x="1957369" y="2148694"/>
                <a:ext cx="507796" cy="369332"/>
              </a:xfrm>
              <a:prstGeom prst="rect">
                <a:avLst/>
              </a:prstGeom>
              <a:blipFill>
                <a:blip r:embed="rId14"/>
                <a:stretch>
                  <a:fillRect r="-8434"/>
                </a:stretch>
              </a:blipFill>
            </p:spPr>
            <p:txBody>
              <a:bodyPr/>
              <a:lstStyle/>
              <a:p>
                <a:r>
                  <a:rPr lang="en-US">
                    <a:noFill/>
                  </a:rPr>
                  <a:t> </a:t>
                </a:r>
              </a:p>
            </p:txBody>
          </p:sp>
        </mc:Fallback>
      </mc:AlternateContent>
      <p:sp>
        <p:nvSpPr>
          <p:cNvPr id="98" name="Oval 97">
            <a:extLst>
              <a:ext uri="{FF2B5EF4-FFF2-40B4-BE49-F238E27FC236}">
                <a16:creationId xmlns:a16="http://schemas.microsoft.com/office/drawing/2014/main" id="{75EF50A2-23E1-72A7-D439-D149EDE413FB}"/>
              </a:ext>
            </a:extLst>
          </p:cNvPr>
          <p:cNvSpPr>
            <a:spLocks noChangeAspect="1"/>
          </p:cNvSpPr>
          <p:nvPr/>
        </p:nvSpPr>
        <p:spPr>
          <a:xfrm>
            <a:off x="2984009" y="2027278"/>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100" name="TextBox 99">
                <a:extLst>
                  <a:ext uri="{FF2B5EF4-FFF2-40B4-BE49-F238E27FC236}">
                    <a16:creationId xmlns:a16="http://schemas.microsoft.com/office/drawing/2014/main" id="{351A1E6D-3482-3DBD-AB39-6743FD6447EC}"/>
                  </a:ext>
                </a:extLst>
              </p:cNvPr>
              <p:cNvSpPr txBox="1"/>
              <p:nvPr/>
            </p:nvSpPr>
            <p:spPr>
              <a:xfrm>
                <a:off x="2918454" y="1988926"/>
                <a:ext cx="518558"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Di</m:t>
                          </m:r>
                        </m:sub>
                      </m:sSub>
                    </m:oMath>
                  </m:oMathPara>
                </a14:m>
                <a:endParaRPr lang="en-US" dirty="0">
                  <a:solidFill>
                    <a:schemeClr val="bg1"/>
                  </a:solidFill>
                </a:endParaRPr>
              </a:p>
            </p:txBody>
          </p:sp>
        </mc:Choice>
        <mc:Fallback xmlns="">
          <p:sp>
            <p:nvSpPr>
              <p:cNvPr id="100" name="TextBox 99">
                <a:extLst>
                  <a:ext uri="{FF2B5EF4-FFF2-40B4-BE49-F238E27FC236}">
                    <a16:creationId xmlns:a16="http://schemas.microsoft.com/office/drawing/2014/main" id="{351A1E6D-3482-3DBD-AB39-6743FD6447EC}"/>
                  </a:ext>
                </a:extLst>
              </p:cNvPr>
              <p:cNvSpPr txBox="1">
                <a:spLocks noRot="1" noChangeAspect="1" noMove="1" noResize="1" noEditPoints="1" noAdjustHandles="1" noChangeArrowheads="1" noChangeShapeType="1" noTextEdit="1"/>
              </p:cNvSpPr>
              <p:nvPr/>
            </p:nvSpPr>
            <p:spPr>
              <a:xfrm>
                <a:off x="2918454" y="1988926"/>
                <a:ext cx="518558" cy="369332"/>
              </a:xfrm>
              <a:prstGeom prst="rect">
                <a:avLst/>
              </a:prstGeom>
              <a:blipFill>
                <a:blip r:embed="rId15"/>
                <a:stretch>
                  <a:fillRect/>
                </a:stretch>
              </a:blipFill>
            </p:spPr>
            <p:txBody>
              <a:bodyPr/>
              <a:lstStyle/>
              <a:p>
                <a:r>
                  <a:rPr lang="en-US">
                    <a:noFill/>
                  </a:rPr>
                  <a:t> </a:t>
                </a:r>
              </a:p>
            </p:txBody>
          </p:sp>
        </mc:Fallback>
      </mc:AlternateContent>
      <p:cxnSp>
        <p:nvCxnSpPr>
          <p:cNvPr id="101" name="Straight Arrow Connector 100">
            <a:extLst>
              <a:ext uri="{FF2B5EF4-FFF2-40B4-BE49-F238E27FC236}">
                <a16:creationId xmlns:a16="http://schemas.microsoft.com/office/drawing/2014/main" id="{1E23B1A0-5ABC-9EF4-30D4-C6A2A3CE6A83}"/>
              </a:ext>
            </a:extLst>
          </p:cNvPr>
          <p:cNvCxnSpPr>
            <a:cxnSpLocks/>
            <a:stCxn id="94" idx="2"/>
            <a:endCxn id="98" idx="0"/>
          </p:cNvCxnSpPr>
          <p:nvPr/>
        </p:nvCxnSpPr>
        <p:spPr>
          <a:xfrm>
            <a:off x="3164602" y="1295991"/>
            <a:ext cx="10114" cy="731287"/>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104" name="Straight Arrow Connector 103">
            <a:extLst>
              <a:ext uri="{FF2B5EF4-FFF2-40B4-BE49-F238E27FC236}">
                <a16:creationId xmlns:a16="http://schemas.microsoft.com/office/drawing/2014/main" id="{345805CC-7696-3531-C247-89F5B04DCC48}"/>
              </a:ext>
            </a:extLst>
          </p:cNvPr>
          <p:cNvCxnSpPr>
            <a:cxnSpLocks/>
            <a:stCxn id="81" idx="5"/>
            <a:endCxn id="98" idx="1"/>
          </p:cNvCxnSpPr>
          <p:nvPr/>
        </p:nvCxnSpPr>
        <p:spPr>
          <a:xfrm>
            <a:off x="1377259" y="1425892"/>
            <a:ext cx="1662607" cy="657243"/>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05" name="TextBox 104">
                <a:extLst>
                  <a:ext uri="{FF2B5EF4-FFF2-40B4-BE49-F238E27FC236}">
                    <a16:creationId xmlns:a16="http://schemas.microsoft.com/office/drawing/2014/main" id="{91846A91-C174-3F2B-35DB-2FAB9DB46AAD}"/>
                  </a:ext>
                </a:extLst>
              </p:cNvPr>
              <p:cNvSpPr txBox="1"/>
              <p:nvPr/>
            </p:nvSpPr>
            <p:spPr>
              <a:xfrm>
                <a:off x="1805626" y="1637324"/>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Df</m:t>
                          </m:r>
                        </m:sub>
                      </m:sSub>
                    </m:oMath>
                  </m:oMathPara>
                </a14:m>
                <a:endParaRPr lang="en-US" dirty="0">
                  <a:solidFill>
                    <a:schemeClr val="tx1"/>
                  </a:solidFill>
                </a:endParaRPr>
              </a:p>
            </p:txBody>
          </p:sp>
        </mc:Choice>
        <mc:Fallback xmlns="">
          <p:sp>
            <p:nvSpPr>
              <p:cNvPr id="105" name="TextBox 104">
                <a:extLst>
                  <a:ext uri="{FF2B5EF4-FFF2-40B4-BE49-F238E27FC236}">
                    <a16:creationId xmlns:a16="http://schemas.microsoft.com/office/drawing/2014/main" id="{91846A91-C174-3F2B-35DB-2FAB9DB46AAD}"/>
                  </a:ext>
                </a:extLst>
              </p:cNvPr>
              <p:cNvSpPr txBox="1">
                <a:spLocks noRot="1" noChangeAspect="1" noMove="1" noResize="1" noEditPoints="1" noAdjustHandles="1" noChangeArrowheads="1" noChangeShapeType="1" noTextEdit="1"/>
              </p:cNvSpPr>
              <p:nvPr/>
            </p:nvSpPr>
            <p:spPr>
              <a:xfrm>
                <a:off x="1805626" y="1637324"/>
                <a:ext cx="507796" cy="369332"/>
              </a:xfrm>
              <a:prstGeom prst="rect">
                <a:avLst/>
              </a:prstGeom>
              <a:blipFill>
                <a:blip r:embed="rId16"/>
                <a:stretch>
                  <a:fillRect r="-481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9" name="TextBox 108">
                <a:extLst>
                  <a:ext uri="{FF2B5EF4-FFF2-40B4-BE49-F238E27FC236}">
                    <a16:creationId xmlns:a16="http://schemas.microsoft.com/office/drawing/2014/main" id="{73F33A74-AD92-8756-BDD2-8D39768CC6B3}"/>
                  </a:ext>
                </a:extLst>
              </p:cNvPr>
              <p:cNvSpPr txBox="1"/>
              <p:nvPr/>
            </p:nvSpPr>
            <p:spPr>
              <a:xfrm>
                <a:off x="3796744" y="817909"/>
                <a:ext cx="578427" cy="400110"/>
              </a:xfrm>
              <a:prstGeom prst="rect">
                <a:avLst/>
              </a:prstGeom>
              <a:noFill/>
            </p:spPr>
            <p:txBody>
              <a:bodyPr wrap="none" rtlCol="0">
                <a:spAutoFit/>
              </a:bodyPr>
              <a:lstStyle/>
              <a:p>
                <a:pPr/>
                <a14:m>
                  <m:oMathPara xmlns:m="http://schemas.openxmlformats.org/officeDocument/2006/math">
                    <m:oMath>
                      <m:sSub>
                        <m:sSubPr>
                          <m:ctrlPr>
                            <a:rPr lang="de-DE" sz="2000" b="0" i="1" smtClean="0">
                              <a:latin typeface="Cambria Math" panose="02040503050406030204" pitchFamily="18" charset="0"/>
                            </a:rPr>
                          </m:ctrlPr>
                        </m:sSubPr>
                        <m:e>
                          <m:r>
                            <m:rPr>
                              <m:sty m:val="p"/>
                            </m:rPr>
                            <a:rPr lang="de-DE" sz="2000" b="0" i="1" smtClean="0">
                              <a:latin typeface="Cambria Math" panose="02040503050406030204" pitchFamily="18" charset="0"/>
                            </a:rPr>
                            <m:t>m</m:t>
                          </m:r>
                        </m:e>
                        <m:sub>
                          <m:r>
                            <m:rPr>
                              <m:sty m:val="p"/>
                            </m:rPr>
                            <a:rPr lang="de-DE" sz="2000" b="0" i="1" smtClean="0">
                              <a:latin typeface="Cambria Math" panose="02040503050406030204" pitchFamily="18" charset="0"/>
                            </a:rPr>
                            <m:t>d</m:t>
                          </m:r>
                        </m:sub>
                      </m:sSub>
                    </m:oMath>
                  </m:oMathPara>
                </a14:m>
                <a:endParaRPr lang="en-US" sz="2000" dirty="0"/>
              </a:p>
            </p:txBody>
          </p:sp>
        </mc:Choice>
        <mc:Fallback xmlns="">
          <p:sp>
            <p:nvSpPr>
              <p:cNvPr id="109" name="TextBox 108">
                <a:extLst>
                  <a:ext uri="{FF2B5EF4-FFF2-40B4-BE49-F238E27FC236}">
                    <a16:creationId xmlns:a16="http://schemas.microsoft.com/office/drawing/2014/main" id="{73F33A74-AD92-8756-BDD2-8D39768CC6B3}"/>
                  </a:ext>
                </a:extLst>
              </p:cNvPr>
              <p:cNvSpPr txBox="1">
                <a:spLocks noRot="1" noChangeAspect="1" noMove="1" noResize="1" noEditPoints="1" noAdjustHandles="1" noChangeArrowheads="1" noChangeShapeType="1" noTextEdit="1"/>
              </p:cNvSpPr>
              <p:nvPr/>
            </p:nvSpPr>
            <p:spPr>
              <a:xfrm>
                <a:off x="3796744" y="817909"/>
                <a:ext cx="578427" cy="400110"/>
              </a:xfrm>
              <a:prstGeom prst="rect">
                <a:avLst/>
              </a:prstGeom>
              <a:blipFill>
                <a:blip r:embed="rId17"/>
                <a:stretch>
                  <a:fillRect b="-151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2" name="TextBox 111">
                <a:extLst>
                  <a:ext uri="{FF2B5EF4-FFF2-40B4-BE49-F238E27FC236}">
                    <a16:creationId xmlns:a16="http://schemas.microsoft.com/office/drawing/2014/main" id="{12A1A34A-AF13-751C-32F2-67CC27CF6204}"/>
                  </a:ext>
                </a:extLst>
              </p:cNvPr>
              <p:cNvSpPr txBox="1"/>
              <p:nvPr/>
            </p:nvSpPr>
            <p:spPr>
              <a:xfrm>
                <a:off x="7415257" y="274596"/>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c</m:t>
                          </m:r>
                        </m:sub>
                      </m:sSub>
                    </m:oMath>
                  </m:oMathPara>
                </a14:m>
                <a:endParaRPr lang="en-US" dirty="0">
                  <a:solidFill>
                    <a:schemeClr val="tx1"/>
                  </a:solidFill>
                </a:endParaRPr>
              </a:p>
            </p:txBody>
          </p:sp>
        </mc:Choice>
        <mc:Fallback xmlns="">
          <p:sp>
            <p:nvSpPr>
              <p:cNvPr id="112" name="TextBox 111">
                <a:extLst>
                  <a:ext uri="{FF2B5EF4-FFF2-40B4-BE49-F238E27FC236}">
                    <a16:creationId xmlns:a16="http://schemas.microsoft.com/office/drawing/2014/main" id="{12A1A34A-AF13-751C-32F2-67CC27CF6204}"/>
                  </a:ext>
                </a:extLst>
              </p:cNvPr>
              <p:cNvSpPr txBox="1">
                <a:spLocks noRot="1" noChangeAspect="1" noMove="1" noResize="1" noEditPoints="1" noAdjustHandles="1" noChangeArrowheads="1" noChangeShapeType="1" noTextEdit="1"/>
              </p:cNvSpPr>
              <p:nvPr/>
            </p:nvSpPr>
            <p:spPr>
              <a:xfrm>
                <a:off x="7415257" y="274596"/>
                <a:ext cx="507796" cy="369332"/>
              </a:xfrm>
              <a:prstGeom prst="rect">
                <a:avLst/>
              </a:prstGeom>
              <a:blipFill>
                <a:blip r:embed="rId18"/>
                <a:stretch>
                  <a:fillRect/>
                </a:stretch>
              </a:blipFill>
            </p:spPr>
            <p:txBody>
              <a:bodyPr/>
              <a:lstStyle/>
              <a:p>
                <a:r>
                  <a:rPr lang="en-US">
                    <a:noFill/>
                  </a:rPr>
                  <a:t> </a:t>
                </a:r>
              </a:p>
            </p:txBody>
          </p:sp>
        </mc:Fallback>
      </mc:AlternateContent>
      <p:sp>
        <p:nvSpPr>
          <p:cNvPr id="30" name="Oval 29">
            <a:extLst>
              <a:ext uri="{FF2B5EF4-FFF2-40B4-BE49-F238E27FC236}">
                <a16:creationId xmlns:a16="http://schemas.microsoft.com/office/drawing/2014/main" id="{DE657ABE-CDAD-7AA9-CBA6-6DB0AAC8118D}"/>
              </a:ext>
            </a:extLst>
          </p:cNvPr>
          <p:cNvSpPr>
            <a:spLocks noChangeAspect="1"/>
          </p:cNvSpPr>
          <p:nvPr/>
        </p:nvSpPr>
        <p:spPr>
          <a:xfrm>
            <a:off x="9575982" y="166731"/>
            <a:ext cx="410141" cy="41014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1" name="Oval 30">
            <a:extLst>
              <a:ext uri="{FF2B5EF4-FFF2-40B4-BE49-F238E27FC236}">
                <a16:creationId xmlns:a16="http://schemas.microsoft.com/office/drawing/2014/main" id="{4CC063F8-CB58-F8A8-6B95-40654DFD63F7}"/>
              </a:ext>
            </a:extLst>
          </p:cNvPr>
          <p:cNvSpPr>
            <a:spLocks noChangeAspect="1"/>
          </p:cNvSpPr>
          <p:nvPr/>
        </p:nvSpPr>
        <p:spPr>
          <a:xfrm>
            <a:off x="9585692" y="2037834"/>
            <a:ext cx="410141" cy="41014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32" name="Straight Arrow Connector 31">
            <a:extLst>
              <a:ext uri="{FF2B5EF4-FFF2-40B4-BE49-F238E27FC236}">
                <a16:creationId xmlns:a16="http://schemas.microsoft.com/office/drawing/2014/main" id="{69D43163-8E06-B841-C856-4BC4E5C98DC9}"/>
              </a:ext>
            </a:extLst>
          </p:cNvPr>
          <p:cNvCxnSpPr>
            <a:cxnSpLocks/>
            <a:stCxn id="31" idx="6"/>
            <a:endCxn id="43" idx="3"/>
          </p:cNvCxnSpPr>
          <p:nvPr/>
        </p:nvCxnSpPr>
        <p:spPr>
          <a:xfrm flipV="1">
            <a:off x="9995833" y="1444685"/>
            <a:ext cx="806857" cy="798219"/>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a16="http://schemas.microsoft.com/office/drawing/2014/main" id="{08352917-22AC-CE8C-B78C-873736451BA3}"/>
              </a:ext>
            </a:extLst>
          </p:cNvPr>
          <p:cNvCxnSpPr>
            <a:cxnSpLocks/>
            <a:stCxn id="30" idx="6"/>
            <a:endCxn id="43" idx="1"/>
          </p:cNvCxnSpPr>
          <p:nvPr/>
        </p:nvCxnSpPr>
        <p:spPr>
          <a:xfrm>
            <a:off x="9986123" y="371802"/>
            <a:ext cx="816567" cy="78287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345C21A5-0EEB-E886-ACDD-B4B5F1EC58D2}"/>
                  </a:ext>
                </a:extLst>
              </p:cNvPr>
              <p:cNvSpPr txBox="1"/>
              <p:nvPr/>
            </p:nvSpPr>
            <p:spPr>
              <a:xfrm>
                <a:off x="10078294" y="264605"/>
                <a:ext cx="855270"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Nc</m:t>
                          </m:r>
                        </m:sub>
                      </m:sSub>
                    </m:oMath>
                  </m:oMathPara>
                </a14:m>
                <a:endParaRPr lang="en-US" dirty="0">
                  <a:solidFill>
                    <a:schemeClr val="tx1"/>
                  </a:solidFill>
                </a:endParaRPr>
              </a:p>
            </p:txBody>
          </p:sp>
        </mc:Choice>
        <mc:Fallback xmlns="">
          <p:sp>
            <p:nvSpPr>
              <p:cNvPr id="34" name="TextBox 33">
                <a:extLst>
                  <a:ext uri="{FF2B5EF4-FFF2-40B4-BE49-F238E27FC236}">
                    <a16:creationId xmlns:a16="http://schemas.microsoft.com/office/drawing/2014/main" id="{345C21A5-0EEB-E886-ACDD-B4B5F1EC58D2}"/>
                  </a:ext>
                </a:extLst>
              </p:cNvPr>
              <p:cNvSpPr txBox="1">
                <a:spLocks noRot="1" noChangeAspect="1" noMove="1" noResize="1" noEditPoints="1" noAdjustHandles="1" noChangeArrowheads="1" noChangeShapeType="1" noTextEdit="1"/>
              </p:cNvSpPr>
              <p:nvPr/>
            </p:nvSpPr>
            <p:spPr>
              <a:xfrm>
                <a:off x="10078294" y="264605"/>
                <a:ext cx="855270" cy="369332"/>
              </a:xfrm>
              <a:prstGeom prst="rect">
                <a:avLst/>
              </a:prstGeom>
              <a:blipFill>
                <a:blip r:embed="rId1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58B4EC6C-BB47-95BE-1E43-9FC23560B0A9}"/>
                  </a:ext>
                </a:extLst>
              </p:cNvPr>
              <p:cNvSpPr txBox="1"/>
              <p:nvPr/>
            </p:nvSpPr>
            <p:spPr>
              <a:xfrm>
                <a:off x="10136557" y="1792664"/>
                <a:ext cx="855270"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Nc</m:t>
                          </m:r>
                        </m:sub>
                      </m:sSub>
                    </m:oMath>
                  </m:oMathPara>
                </a14:m>
                <a:endParaRPr lang="en-US" dirty="0">
                  <a:solidFill>
                    <a:schemeClr val="tx1"/>
                  </a:solidFill>
                </a:endParaRPr>
              </a:p>
            </p:txBody>
          </p:sp>
        </mc:Choice>
        <mc:Fallback xmlns="">
          <p:sp>
            <p:nvSpPr>
              <p:cNvPr id="35" name="TextBox 34">
                <a:extLst>
                  <a:ext uri="{FF2B5EF4-FFF2-40B4-BE49-F238E27FC236}">
                    <a16:creationId xmlns:a16="http://schemas.microsoft.com/office/drawing/2014/main" id="{58B4EC6C-BB47-95BE-1E43-9FC23560B0A9}"/>
                  </a:ext>
                </a:extLst>
              </p:cNvPr>
              <p:cNvSpPr txBox="1">
                <a:spLocks noRot="1" noChangeAspect="1" noMove="1" noResize="1" noEditPoints="1" noAdjustHandles="1" noChangeArrowheads="1" noChangeShapeType="1" noTextEdit="1"/>
              </p:cNvSpPr>
              <p:nvPr/>
            </p:nvSpPr>
            <p:spPr>
              <a:xfrm>
                <a:off x="10136557" y="1792664"/>
                <a:ext cx="855270" cy="369332"/>
              </a:xfrm>
              <a:prstGeom prst="rect">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7E1899B4-75D1-8D41-8A49-17D515D2F1C2}"/>
                  </a:ext>
                </a:extLst>
              </p:cNvPr>
              <p:cNvSpPr txBox="1"/>
              <p:nvPr/>
            </p:nvSpPr>
            <p:spPr>
              <a:xfrm>
                <a:off x="8973209" y="617681"/>
                <a:ext cx="855270"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Na</m:t>
                          </m:r>
                        </m:sub>
                      </m:sSub>
                    </m:oMath>
                  </m:oMathPara>
                </a14:m>
                <a:endParaRPr lang="en-US" dirty="0">
                  <a:solidFill>
                    <a:schemeClr val="tx1"/>
                  </a:solidFill>
                </a:endParaRPr>
              </a:p>
            </p:txBody>
          </p:sp>
        </mc:Choice>
        <mc:Fallback xmlns="">
          <p:sp>
            <p:nvSpPr>
              <p:cNvPr id="36" name="TextBox 35">
                <a:extLst>
                  <a:ext uri="{FF2B5EF4-FFF2-40B4-BE49-F238E27FC236}">
                    <a16:creationId xmlns:a16="http://schemas.microsoft.com/office/drawing/2014/main" id="{7E1899B4-75D1-8D41-8A49-17D515D2F1C2}"/>
                  </a:ext>
                </a:extLst>
              </p:cNvPr>
              <p:cNvSpPr txBox="1">
                <a:spLocks noRot="1" noChangeAspect="1" noMove="1" noResize="1" noEditPoints="1" noAdjustHandles="1" noChangeArrowheads="1" noChangeShapeType="1" noTextEdit="1"/>
              </p:cNvSpPr>
              <p:nvPr/>
            </p:nvSpPr>
            <p:spPr>
              <a:xfrm>
                <a:off x="8973209" y="617681"/>
                <a:ext cx="855270" cy="369332"/>
              </a:xfrm>
              <a:prstGeom prst="rect">
                <a:avLst/>
              </a:prstGeom>
              <a:blipFill>
                <a:blip r:embed="rId2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AAA046FD-B4B1-A461-0C4C-F90C8F86C354}"/>
                  </a:ext>
                </a:extLst>
              </p:cNvPr>
              <p:cNvSpPr txBox="1"/>
              <p:nvPr/>
            </p:nvSpPr>
            <p:spPr>
              <a:xfrm>
                <a:off x="8905461" y="1528467"/>
                <a:ext cx="855270"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Nb</m:t>
                          </m:r>
                        </m:sub>
                      </m:sSub>
                    </m:oMath>
                  </m:oMathPara>
                </a14:m>
                <a:endParaRPr lang="en-US" dirty="0">
                  <a:solidFill>
                    <a:schemeClr val="tx1"/>
                  </a:solidFill>
                </a:endParaRPr>
              </a:p>
            </p:txBody>
          </p:sp>
        </mc:Choice>
        <mc:Fallback xmlns="">
          <p:sp>
            <p:nvSpPr>
              <p:cNvPr id="37" name="TextBox 36">
                <a:extLst>
                  <a:ext uri="{FF2B5EF4-FFF2-40B4-BE49-F238E27FC236}">
                    <a16:creationId xmlns:a16="http://schemas.microsoft.com/office/drawing/2014/main" id="{AAA046FD-B4B1-A461-0C4C-F90C8F86C354}"/>
                  </a:ext>
                </a:extLst>
              </p:cNvPr>
              <p:cNvSpPr txBox="1">
                <a:spLocks noRot="1" noChangeAspect="1" noMove="1" noResize="1" noEditPoints="1" noAdjustHandles="1" noChangeArrowheads="1" noChangeShapeType="1" noTextEdit="1"/>
              </p:cNvSpPr>
              <p:nvPr/>
            </p:nvSpPr>
            <p:spPr>
              <a:xfrm>
                <a:off x="8905461" y="1528467"/>
                <a:ext cx="855270" cy="369332"/>
              </a:xfrm>
              <a:prstGeom prst="rect">
                <a:avLst/>
              </a:prstGeom>
              <a:blipFill>
                <a:blip r:embed="rId22"/>
                <a:stretch>
                  <a:fillRect/>
                </a:stretch>
              </a:blipFill>
            </p:spPr>
            <p:txBody>
              <a:bodyPr/>
              <a:lstStyle/>
              <a:p>
                <a:r>
                  <a:rPr lang="en-US">
                    <a:noFill/>
                  </a:rPr>
                  <a:t> </a:t>
                </a:r>
              </a:p>
            </p:txBody>
          </p:sp>
        </mc:Fallback>
      </mc:AlternateContent>
      <p:sp>
        <p:nvSpPr>
          <p:cNvPr id="38" name="Oval 37">
            <a:extLst>
              <a:ext uri="{FF2B5EF4-FFF2-40B4-BE49-F238E27FC236}">
                <a16:creationId xmlns:a16="http://schemas.microsoft.com/office/drawing/2014/main" id="{F0793199-6DAC-2EE2-A981-5F4A0DD89FDE}"/>
              </a:ext>
            </a:extLst>
          </p:cNvPr>
          <p:cNvSpPr>
            <a:spLocks noChangeAspect="1"/>
          </p:cNvSpPr>
          <p:nvPr/>
        </p:nvSpPr>
        <p:spPr>
          <a:xfrm>
            <a:off x="8524901" y="1094608"/>
            <a:ext cx="410141" cy="41014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39" name="Straight Arrow Connector 38">
            <a:extLst>
              <a:ext uri="{FF2B5EF4-FFF2-40B4-BE49-F238E27FC236}">
                <a16:creationId xmlns:a16="http://schemas.microsoft.com/office/drawing/2014/main" id="{8B9A11E2-9ECE-CDC0-F6A4-6C051C48F203}"/>
              </a:ext>
            </a:extLst>
          </p:cNvPr>
          <p:cNvCxnSpPr>
            <a:cxnSpLocks/>
            <a:stCxn id="38" idx="0"/>
            <a:endCxn id="30" idx="2"/>
          </p:cNvCxnSpPr>
          <p:nvPr/>
        </p:nvCxnSpPr>
        <p:spPr>
          <a:xfrm flipV="1">
            <a:off x="8729972" y="371802"/>
            <a:ext cx="846010" cy="722806"/>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2F037987-4DF4-055A-CEB4-5B2416C20974}"/>
                  </a:ext>
                </a:extLst>
              </p:cNvPr>
              <p:cNvSpPr txBox="1"/>
              <p:nvPr/>
            </p:nvSpPr>
            <p:spPr>
              <a:xfrm>
                <a:off x="7804969" y="886642"/>
                <a:ext cx="546041"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c</m:t>
                          </m:r>
                        </m:sub>
                      </m:sSub>
                    </m:oMath>
                  </m:oMathPara>
                </a14:m>
                <a:endParaRPr lang="en-US" dirty="0">
                  <a:solidFill>
                    <a:schemeClr val="tx1"/>
                  </a:solidFill>
                </a:endParaRPr>
              </a:p>
            </p:txBody>
          </p:sp>
        </mc:Choice>
        <mc:Fallback xmlns="">
          <p:sp>
            <p:nvSpPr>
              <p:cNvPr id="40" name="TextBox 39">
                <a:extLst>
                  <a:ext uri="{FF2B5EF4-FFF2-40B4-BE49-F238E27FC236}">
                    <a16:creationId xmlns:a16="http://schemas.microsoft.com/office/drawing/2014/main" id="{2F037987-4DF4-055A-CEB4-5B2416C20974}"/>
                  </a:ext>
                </a:extLst>
              </p:cNvPr>
              <p:cNvSpPr txBox="1">
                <a:spLocks noRot="1" noChangeAspect="1" noMove="1" noResize="1" noEditPoints="1" noAdjustHandles="1" noChangeArrowheads="1" noChangeShapeType="1" noTextEdit="1"/>
              </p:cNvSpPr>
              <p:nvPr/>
            </p:nvSpPr>
            <p:spPr>
              <a:xfrm>
                <a:off x="7804969" y="886642"/>
                <a:ext cx="546041" cy="369332"/>
              </a:xfrm>
              <a:prstGeom prst="rect">
                <a:avLst/>
              </a:prstGeom>
              <a:blipFill>
                <a:blip r:embed="rId23"/>
                <a:stretch>
                  <a:fillRect/>
                </a:stretch>
              </a:blipFill>
            </p:spPr>
            <p:txBody>
              <a:bodyPr/>
              <a:lstStyle/>
              <a:p>
                <a:r>
                  <a:rPr lang="en-US">
                    <a:noFill/>
                  </a:rPr>
                  <a:t> </a:t>
                </a:r>
              </a:p>
            </p:txBody>
          </p:sp>
        </mc:Fallback>
      </mc:AlternateContent>
      <p:cxnSp>
        <p:nvCxnSpPr>
          <p:cNvPr id="41" name="Straight Arrow Connector 40">
            <a:extLst>
              <a:ext uri="{FF2B5EF4-FFF2-40B4-BE49-F238E27FC236}">
                <a16:creationId xmlns:a16="http://schemas.microsoft.com/office/drawing/2014/main" id="{9EB81772-6793-B787-FBD4-CCCC93827E9F}"/>
              </a:ext>
            </a:extLst>
          </p:cNvPr>
          <p:cNvCxnSpPr>
            <a:cxnSpLocks/>
            <a:endCxn id="49" idx="1"/>
          </p:cNvCxnSpPr>
          <p:nvPr/>
        </p:nvCxnSpPr>
        <p:spPr>
          <a:xfrm>
            <a:off x="7765440" y="1255974"/>
            <a:ext cx="740834" cy="1289"/>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42" name="Straight Arrow Connector 41">
            <a:extLst>
              <a:ext uri="{FF2B5EF4-FFF2-40B4-BE49-F238E27FC236}">
                <a16:creationId xmlns:a16="http://schemas.microsoft.com/office/drawing/2014/main" id="{C59A6E97-7EB8-85DE-2FB0-E5E1FF5BC60A}"/>
              </a:ext>
            </a:extLst>
          </p:cNvPr>
          <p:cNvCxnSpPr>
            <a:cxnSpLocks/>
            <a:stCxn id="38" idx="4"/>
            <a:endCxn id="31" idx="2"/>
          </p:cNvCxnSpPr>
          <p:nvPr/>
        </p:nvCxnSpPr>
        <p:spPr>
          <a:xfrm>
            <a:off x="8729972" y="1504749"/>
            <a:ext cx="855720" cy="738155"/>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sp>
        <p:nvSpPr>
          <p:cNvPr id="43" name="Oval 42">
            <a:extLst>
              <a:ext uri="{FF2B5EF4-FFF2-40B4-BE49-F238E27FC236}">
                <a16:creationId xmlns:a16="http://schemas.microsoft.com/office/drawing/2014/main" id="{197004B2-8858-7F93-7E9B-BA9C8F11F5AC}"/>
              </a:ext>
            </a:extLst>
          </p:cNvPr>
          <p:cNvSpPr>
            <a:spLocks noChangeAspect="1"/>
          </p:cNvSpPr>
          <p:nvPr/>
        </p:nvSpPr>
        <p:spPr>
          <a:xfrm>
            <a:off x="10742626" y="1094608"/>
            <a:ext cx="410141" cy="41014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44" name="Straight Arrow Connector 43">
            <a:extLst>
              <a:ext uri="{FF2B5EF4-FFF2-40B4-BE49-F238E27FC236}">
                <a16:creationId xmlns:a16="http://schemas.microsoft.com/office/drawing/2014/main" id="{9DFE59C1-B27B-190D-59AD-03DF925010C7}"/>
              </a:ext>
            </a:extLst>
          </p:cNvPr>
          <p:cNvCxnSpPr>
            <a:cxnSpLocks/>
          </p:cNvCxnSpPr>
          <p:nvPr/>
        </p:nvCxnSpPr>
        <p:spPr>
          <a:xfrm flipV="1">
            <a:off x="11152767" y="1283396"/>
            <a:ext cx="782058" cy="16282"/>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BCF77BB8-F621-64C7-FB2C-0693728E6F05}"/>
                  </a:ext>
                </a:extLst>
              </p:cNvPr>
              <p:cNvSpPr txBox="1"/>
              <p:nvPr/>
            </p:nvSpPr>
            <p:spPr>
              <a:xfrm>
                <a:off x="11375115" y="876413"/>
                <a:ext cx="524049" cy="369332"/>
              </a:xfrm>
              <a:prstGeom prst="rect">
                <a:avLst/>
              </a:prstGeom>
              <a:noFill/>
            </p:spPr>
            <p:txBody>
              <a:bodyPr wrap="square">
                <a:spAutoFit/>
              </a:bodyPr>
              <a:lstStyle/>
              <a:p>
                <a:pPr/>
                <a14:m>
                  <m:oMathPara xmlns:m="http://schemas.openxmlformats.org/officeDocument/2006/math">
                    <m:oMath>
                      <m:sSub>
                        <m:sSubPr>
                          <m:ctrlPr>
                            <a:rPr lang="de-DE" b="0" i="1" smtClean="0">
                              <a:latin typeface="Cambria Math" panose="02040503050406030204" pitchFamily="18" charset="0"/>
                            </a:rPr>
                          </m:ctrlPr>
                        </m:sSubPr>
                        <m:e>
                          <m:r>
                            <m:rPr>
                              <m:sty m:val="p"/>
                            </m:rPr>
                            <a:rPr lang="de-DE" b="0" i="1" smtClean="0">
                              <a:latin typeface="Cambria Math" panose="02040503050406030204" pitchFamily="18" charset="0"/>
                            </a:rPr>
                            <m:t>m</m:t>
                          </m:r>
                        </m:e>
                        <m:sub>
                          <m:r>
                            <m:rPr>
                              <m:sty m:val="p"/>
                            </m:rPr>
                            <a:rPr lang="de-DE" b="0" i="1" smtClean="0">
                              <a:latin typeface="Cambria Math" panose="02040503050406030204" pitchFamily="18" charset="0"/>
                            </a:rPr>
                            <m:t>out</m:t>
                          </m:r>
                        </m:sub>
                      </m:sSub>
                    </m:oMath>
                  </m:oMathPara>
                </a14:m>
                <a:endParaRPr lang="en-US" dirty="0"/>
              </a:p>
            </p:txBody>
          </p:sp>
        </mc:Choice>
        <mc:Fallback xmlns="">
          <p:sp>
            <p:nvSpPr>
              <p:cNvPr id="45" name="TextBox 44">
                <a:extLst>
                  <a:ext uri="{FF2B5EF4-FFF2-40B4-BE49-F238E27FC236}">
                    <a16:creationId xmlns:a16="http://schemas.microsoft.com/office/drawing/2014/main" id="{BCF77BB8-F621-64C7-FB2C-0693728E6F05}"/>
                  </a:ext>
                </a:extLst>
              </p:cNvPr>
              <p:cNvSpPr txBox="1">
                <a:spLocks noRot="1" noChangeAspect="1" noMove="1" noResize="1" noEditPoints="1" noAdjustHandles="1" noChangeArrowheads="1" noChangeShapeType="1" noTextEdit="1"/>
              </p:cNvSpPr>
              <p:nvPr/>
            </p:nvSpPr>
            <p:spPr>
              <a:xfrm>
                <a:off x="11375115" y="876413"/>
                <a:ext cx="524049" cy="369332"/>
              </a:xfrm>
              <a:prstGeom prst="rect">
                <a:avLst/>
              </a:prstGeom>
              <a:blipFill>
                <a:blip r:embed="rId24"/>
                <a:stretch>
                  <a:fillRect r="-151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28868A95-757A-EE73-FFD9-2056A3E2B1A4}"/>
                  </a:ext>
                </a:extLst>
              </p:cNvPr>
              <p:cNvSpPr txBox="1"/>
              <p:nvPr/>
            </p:nvSpPr>
            <p:spPr>
              <a:xfrm>
                <a:off x="10724748" y="1074050"/>
                <a:ext cx="448081"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No</m:t>
                          </m:r>
                        </m:sub>
                      </m:sSub>
                    </m:oMath>
                  </m:oMathPara>
                </a14:m>
                <a:endParaRPr lang="en-US" dirty="0">
                  <a:solidFill>
                    <a:schemeClr val="bg1"/>
                  </a:solidFill>
                </a:endParaRPr>
              </a:p>
            </p:txBody>
          </p:sp>
        </mc:Choice>
        <mc:Fallback xmlns="">
          <p:sp>
            <p:nvSpPr>
              <p:cNvPr id="46" name="TextBox 45">
                <a:extLst>
                  <a:ext uri="{FF2B5EF4-FFF2-40B4-BE49-F238E27FC236}">
                    <a16:creationId xmlns:a16="http://schemas.microsoft.com/office/drawing/2014/main" id="{28868A95-757A-EE73-FFD9-2056A3E2B1A4}"/>
                  </a:ext>
                </a:extLst>
              </p:cNvPr>
              <p:cNvSpPr txBox="1">
                <a:spLocks noRot="1" noChangeAspect="1" noMove="1" noResize="1" noEditPoints="1" noAdjustHandles="1" noChangeArrowheads="1" noChangeShapeType="1" noTextEdit="1"/>
              </p:cNvSpPr>
              <p:nvPr/>
            </p:nvSpPr>
            <p:spPr>
              <a:xfrm>
                <a:off x="10724748" y="1074050"/>
                <a:ext cx="448081" cy="369332"/>
              </a:xfrm>
              <a:prstGeom prst="rect">
                <a:avLst/>
              </a:prstGeom>
              <a:blipFill>
                <a:blip r:embed="rId25"/>
                <a:stretch>
                  <a:fillRect r="-405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1496ABCC-6297-9D08-ADD9-C566B28DF60A}"/>
                  </a:ext>
                </a:extLst>
              </p:cNvPr>
              <p:cNvSpPr txBox="1"/>
              <p:nvPr/>
            </p:nvSpPr>
            <p:spPr>
              <a:xfrm>
                <a:off x="9511235" y="134106"/>
                <a:ext cx="557613"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Na</m:t>
                          </m:r>
                        </m:sub>
                      </m:sSub>
                    </m:oMath>
                  </m:oMathPara>
                </a14:m>
                <a:endParaRPr lang="en-US" dirty="0">
                  <a:solidFill>
                    <a:schemeClr val="bg1"/>
                  </a:solidFill>
                </a:endParaRPr>
              </a:p>
            </p:txBody>
          </p:sp>
        </mc:Choice>
        <mc:Fallback xmlns="">
          <p:sp>
            <p:nvSpPr>
              <p:cNvPr id="47" name="TextBox 46">
                <a:extLst>
                  <a:ext uri="{FF2B5EF4-FFF2-40B4-BE49-F238E27FC236}">
                    <a16:creationId xmlns:a16="http://schemas.microsoft.com/office/drawing/2014/main" id="{1496ABCC-6297-9D08-ADD9-C566B28DF60A}"/>
                  </a:ext>
                </a:extLst>
              </p:cNvPr>
              <p:cNvSpPr txBox="1">
                <a:spLocks noRot="1" noChangeAspect="1" noMove="1" noResize="1" noEditPoints="1" noAdjustHandles="1" noChangeArrowheads="1" noChangeShapeType="1" noTextEdit="1"/>
              </p:cNvSpPr>
              <p:nvPr/>
            </p:nvSpPr>
            <p:spPr>
              <a:xfrm>
                <a:off x="9511235" y="134106"/>
                <a:ext cx="557613" cy="369332"/>
              </a:xfrm>
              <a:prstGeom prst="rect">
                <a:avLst/>
              </a:prstGeom>
              <a:blipFill>
                <a:blip r:embed="rId2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7DF6B845-3A36-6B74-02A7-B3C7009769D4}"/>
                  </a:ext>
                </a:extLst>
              </p:cNvPr>
              <p:cNvSpPr txBox="1"/>
              <p:nvPr/>
            </p:nvSpPr>
            <p:spPr>
              <a:xfrm>
                <a:off x="9565907" y="2016332"/>
                <a:ext cx="421017"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Nb</m:t>
                          </m:r>
                        </m:sub>
                      </m:sSub>
                    </m:oMath>
                  </m:oMathPara>
                </a14:m>
                <a:endParaRPr lang="en-US" dirty="0">
                  <a:solidFill>
                    <a:schemeClr val="bg1"/>
                  </a:solidFill>
                </a:endParaRPr>
              </a:p>
            </p:txBody>
          </p:sp>
        </mc:Choice>
        <mc:Fallback xmlns="">
          <p:sp>
            <p:nvSpPr>
              <p:cNvPr id="48" name="TextBox 47">
                <a:extLst>
                  <a:ext uri="{FF2B5EF4-FFF2-40B4-BE49-F238E27FC236}">
                    <a16:creationId xmlns:a16="http://schemas.microsoft.com/office/drawing/2014/main" id="{7DF6B845-3A36-6B74-02A7-B3C7009769D4}"/>
                  </a:ext>
                </a:extLst>
              </p:cNvPr>
              <p:cNvSpPr txBox="1">
                <a:spLocks noRot="1" noChangeAspect="1" noMove="1" noResize="1" noEditPoints="1" noAdjustHandles="1" noChangeArrowheads="1" noChangeShapeType="1" noTextEdit="1"/>
              </p:cNvSpPr>
              <p:nvPr/>
            </p:nvSpPr>
            <p:spPr>
              <a:xfrm>
                <a:off x="9565907" y="2016332"/>
                <a:ext cx="421017" cy="369332"/>
              </a:xfrm>
              <a:prstGeom prst="rect">
                <a:avLst/>
              </a:prstGeom>
              <a:blipFill>
                <a:blip r:embed="rId27"/>
                <a:stretch>
                  <a:fillRect r="-130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C7D99413-212F-35CA-E093-3C800165A610}"/>
                  </a:ext>
                </a:extLst>
              </p:cNvPr>
              <p:cNvSpPr txBox="1"/>
              <p:nvPr/>
            </p:nvSpPr>
            <p:spPr>
              <a:xfrm>
                <a:off x="8506274" y="1072597"/>
                <a:ext cx="448081"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Ni</m:t>
                          </m:r>
                        </m:sub>
                      </m:sSub>
                    </m:oMath>
                  </m:oMathPara>
                </a14:m>
                <a:endParaRPr lang="en-US" dirty="0">
                  <a:solidFill>
                    <a:schemeClr val="bg1"/>
                  </a:solidFill>
                </a:endParaRPr>
              </a:p>
            </p:txBody>
          </p:sp>
        </mc:Choice>
        <mc:Fallback xmlns="">
          <p:sp>
            <p:nvSpPr>
              <p:cNvPr id="49" name="TextBox 48">
                <a:extLst>
                  <a:ext uri="{FF2B5EF4-FFF2-40B4-BE49-F238E27FC236}">
                    <a16:creationId xmlns:a16="http://schemas.microsoft.com/office/drawing/2014/main" id="{C7D99413-212F-35CA-E093-3C800165A610}"/>
                  </a:ext>
                </a:extLst>
              </p:cNvPr>
              <p:cNvSpPr txBox="1">
                <a:spLocks noRot="1" noChangeAspect="1" noMove="1" noResize="1" noEditPoints="1" noAdjustHandles="1" noChangeArrowheads="1" noChangeShapeType="1" noTextEdit="1"/>
              </p:cNvSpPr>
              <p:nvPr/>
            </p:nvSpPr>
            <p:spPr>
              <a:xfrm>
                <a:off x="8506274" y="1072597"/>
                <a:ext cx="448081" cy="369332"/>
              </a:xfrm>
              <a:prstGeom prst="rect">
                <a:avLst/>
              </a:prstGeom>
              <a:blipFill>
                <a:blip r:embed="rId28"/>
                <a:stretch>
                  <a:fillRect/>
                </a:stretch>
              </a:blipFill>
            </p:spPr>
            <p:txBody>
              <a:bodyPr/>
              <a:lstStyle/>
              <a:p>
                <a:r>
                  <a:rPr lang="en-US">
                    <a:noFill/>
                  </a:rPr>
                  <a:t> </a:t>
                </a:r>
              </a:p>
            </p:txBody>
          </p:sp>
        </mc:Fallback>
      </mc:AlternateContent>
      <p:cxnSp>
        <p:nvCxnSpPr>
          <p:cNvPr id="60" name="Straight Connector 59">
            <a:extLst>
              <a:ext uri="{FF2B5EF4-FFF2-40B4-BE49-F238E27FC236}">
                <a16:creationId xmlns:a16="http://schemas.microsoft.com/office/drawing/2014/main" id="{1ECF490B-5191-1D1F-28A5-06C88A001727}"/>
              </a:ext>
            </a:extLst>
          </p:cNvPr>
          <p:cNvCxnSpPr>
            <a:cxnSpLocks/>
          </p:cNvCxnSpPr>
          <p:nvPr/>
        </p:nvCxnSpPr>
        <p:spPr>
          <a:xfrm>
            <a:off x="7775843" y="695981"/>
            <a:ext cx="8451" cy="559993"/>
          </a:xfrm>
          <a:prstGeom prst="line">
            <a:avLst/>
          </a:prstGeom>
        </p:spPr>
        <p:style>
          <a:lnRef idx="2">
            <a:schemeClr val="accent1"/>
          </a:lnRef>
          <a:fillRef idx="0">
            <a:schemeClr val="accent1"/>
          </a:fillRef>
          <a:effectRef idx="1">
            <a:schemeClr val="accent1"/>
          </a:effectRef>
          <a:fontRef idx="minor">
            <a:schemeClr val="tx1"/>
          </a:fontRef>
        </p:style>
      </p:cxnSp>
      <p:sp>
        <p:nvSpPr>
          <p:cNvPr id="113" name="Rectangle 112">
            <a:extLst>
              <a:ext uri="{FF2B5EF4-FFF2-40B4-BE49-F238E27FC236}">
                <a16:creationId xmlns:a16="http://schemas.microsoft.com/office/drawing/2014/main" id="{0AEDA90E-832D-7BB7-A5AC-09C545A11A61}"/>
              </a:ext>
            </a:extLst>
          </p:cNvPr>
          <p:cNvSpPr/>
          <p:nvPr/>
        </p:nvSpPr>
        <p:spPr>
          <a:xfrm>
            <a:off x="8320025" y="45697"/>
            <a:ext cx="3073000" cy="2537212"/>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15" name="TextBox 114">
            <a:extLst>
              <a:ext uri="{FF2B5EF4-FFF2-40B4-BE49-F238E27FC236}">
                <a16:creationId xmlns:a16="http://schemas.microsoft.com/office/drawing/2014/main" id="{73A540FF-C7F4-B26D-7400-1E3F06FA0BF0}"/>
              </a:ext>
            </a:extLst>
          </p:cNvPr>
          <p:cNvSpPr txBox="1"/>
          <p:nvPr/>
        </p:nvSpPr>
        <p:spPr>
          <a:xfrm>
            <a:off x="8334903" y="76227"/>
            <a:ext cx="473206" cy="338554"/>
          </a:xfrm>
          <a:prstGeom prst="rect">
            <a:avLst/>
          </a:prstGeom>
          <a:noFill/>
        </p:spPr>
        <p:txBody>
          <a:bodyPr wrap="none" rtlCol="0">
            <a:spAutoFit/>
          </a:bodyPr>
          <a:lstStyle/>
          <a:p>
            <a:r>
              <a:rPr lang="en-US" sz="1600" dirty="0"/>
              <a:t>NN</a:t>
            </a:r>
          </a:p>
        </p:txBody>
      </p:sp>
      <p:sp>
        <p:nvSpPr>
          <p:cNvPr id="2" name="Rectangle: Rounded Corners 1">
            <a:extLst>
              <a:ext uri="{FF2B5EF4-FFF2-40B4-BE49-F238E27FC236}">
                <a16:creationId xmlns:a16="http://schemas.microsoft.com/office/drawing/2014/main" id="{6FB540DE-695E-7280-3F20-5BA7A668EC75}"/>
              </a:ext>
            </a:extLst>
          </p:cNvPr>
          <p:cNvSpPr/>
          <p:nvPr/>
        </p:nvSpPr>
        <p:spPr>
          <a:xfrm>
            <a:off x="287532" y="3087592"/>
            <a:ext cx="1289392" cy="767408"/>
          </a:xfrm>
          <a:prstGeom prst="roundRect">
            <a:avLst>
              <a:gd name="adj" fmla="val 11702"/>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1EC88761-1FFF-3708-172E-D0DA6423B99E}"/>
              </a:ext>
            </a:extLst>
          </p:cNvPr>
          <p:cNvSpPr txBox="1"/>
          <p:nvPr/>
        </p:nvSpPr>
        <p:spPr>
          <a:xfrm>
            <a:off x="282144" y="3194043"/>
            <a:ext cx="1385316" cy="646331"/>
          </a:xfrm>
          <a:prstGeom prst="rect">
            <a:avLst/>
          </a:prstGeom>
          <a:noFill/>
        </p:spPr>
        <p:txBody>
          <a:bodyPr wrap="none" rtlCol="0">
            <a:spAutoFit/>
          </a:bodyPr>
          <a:lstStyle/>
          <a:p>
            <a:pPr algn="ctr"/>
            <a:r>
              <a:rPr lang="de-DE" dirty="0" err="1"/>
              <a:t>Map</a:t>
            </a:r>
            <a:r>
              <a:rPr lang="de-DE" dirty="0"/>
              <a:t> Chem. </a:t>
            </a:r>
          </a:p>
          <a:p>
            <a:pPr algn="ctr"/>
            <a:r>
              <a:rPr lang="de-DE" dirty="0"/>
              <a:t>Diff. in S</a:t>
            </a:r>
            <a:endParaRPr lang="en-US" dirty="0"/>
          </a:p>
        </p:txBody>
      </p:sp>
      <p:sp>
        <p:nvSpPr>
          <p:cNvPr id="11" name="Oval 10">
            <a:extLst>
              <a:ext uri="{FF2B5EF4-FFF2-40B4-BE49-F238E27FC236}">
                <a16:creationId xmlns:a16="http://schemas.microsoft.com/office/drawing/2014/main" id="{3477D63D-0444-7B01-1E1E-35BE2CBCA2BA}"/>
              </a:ext>
            </a:extLst>
          </p:cNvPr>
          <p:cNvSpPr>
            <a:spLocks noChangeAspect="1"/>
          </p:cNvSpPr>
          <p:nvPr/>
        </p:nvSpPr>
        <p:spPr>
          <a:xfrm>
            <a:off x="129509" y="2958144"/>
            <a:ext cx="316045" cy="316045"/>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solidFill>
                  <a:schemeClr val="tx1"/>
                </a:solidFill>
              </a:rPr>
              <a:t>1</a:t>
            </a:r>
            <a:endParaRPr lang="en-US" dirty="0">
              <a:solidFill>
                <a:schemeClr val="tx1"/>
              </a:solidFill>
            </a:endParaRPr>
          </a:p>
        </p:txBody>
      </p:sp>
      <p:sp>
        <p:nvSpPr>
          <p:cNvPr id="12" name="Rectangle: Rounded Corners 11">
            <a:extLst>
              <a:ext uri="{FF2B5EF4-FFF2-40B4-BE49-F238E27FC236}">
                <a16:creationId xmlns:a16="http://schemas.microsoft.com/office/drawing/2014/main" id="{BE2101BC-E7BD-E10C-A370-8CA241F831CC}"/>
              </a:ext>
            </a:extLst>
          </p:cNvPr>
          <p:cNvSpPr/>
          <p:nvPr/>
        </p:nvSpPr>
        <p:spPr>
          <a:xfrm>
            <a:off x="2024752" y="3087592"/>
            <a:ext cx="1289392" cy="767408"/>
          </a:xfrm>
          <a:prstGeom prst="roundRect">
            <a:avLst>
              <a:gd name="adj" fmla="val 11702"/>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C496A98B-8980-7D74-CCF3-83C7254FDD72}"/>
              </a:ext>
            </a:extLst>
          </p:cNvPr>
          <p:cNvSpPr txBox="1"/>
          <p:nvPr/>
        </p:nvSpPr>
        <p:spPr>
          <a:xfrm>
            <a:off x="2133885" y="3208669"/>
            <a:ext cx="1071126" cy="646331"/>
          </a:xfrm>
          <a:prstGeom prst="rect">
            <a:avLst/>
          </a:prstGeom>
          <a:noFill/>
        </p:spPr>
        <p:txBody>
          <a:bodyPr wrap="none" rtlCol="0">
            <a:spAutoFit/>
          </a:bodyPr>
          <a:lstStyle/>
          <a:p>
            <a:pPr algn="ctr"/>
            <a:r>
              <a:rPr lang="de-DE" dirty="0" err="1"/>
              <a:t>Simulate</a:t>
            </a:r>
            <a:endParaRPr lang="de-DE" dirty="0"/>
          </a:p>
          <a:p>
            <a:pPr algn="ctr"/>
            <a:r>
              <a:rPr lang="de-DE" dirty="0" err="1"/>
              <a:t>Kinetics</a:t>
            </a:r>
            <a:endParaRPr lang="en-US" dirty="0"/>
          </a:p>
        </p:txBody>
      </p:sp>
      <p:sp>
        <p:nvSpPr>
          <p:cNvPr id="14" name="Oval 13">
            <a:extLst>
              <a:ext uri="{FF2B5EF4-FFF2-40B4-BE49-F238E27FC236}">
                <a16:creationId xmlns:a16="http://schemas.microsoft.com/office/drawing/2014/main" id="{9FFC2D59-68AE-D584-3820-56F36125C48D}"/>
              </a:ext>
            </a:extLst>
          </p:cNvPr>
          <p:cNvSpPr>
            <a:spLocks noChangeAspect="1"/>
          </p:cNvSpPr>
          <p:nvPr/>
        </p:nvSpPr>
        <p:spPr>
          <a:xfrm>
            <a:off x="1866729" y="2929569"/>
            <a:ext cx="316045" cy="316045"/>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solidFill>
                  <a:schemeClr val="tx1"/>
                </a:solidFill>
              </a:rPr>
              <a:t>2</a:t>
            </a:r>
            <a:endParaRPr lang="en-US" dirty="0">
              <a:solidFill>
                <a:schemeClr val="tx1"/>
              </a:solidFill>
            </a:endParaRPr>
          </a:p>
        </p:txBody>
      </p:sp>
      <p:cxnSp>
        <p:nvCxnSpPr>
          <p:cNvPr id="16" name="Straight Arrow Connector 15">
            <a:extLst>
              <a:ext uri="{FF2B5EF4-FFF2-40B4-BE49-F238E27FC236}">
                <a16:creationId xmlns:a16="http://schemas.microsoft.com/office/drawing/2014/main" id="{411D0F2B-4165-2A70-C988-9A8BD6DD8F72}"/>
              </a:ext>
            </a:extLst>
          </p:cNvPr>
          <p:cNvCxnSpPr>
            <a:cxnSpLocks/>
            <a:stCxn id="2" idx="3"/>
            <a:endCxn id="12" idx="1"/>
          </p:cNvCxnSpPr>
          <p:nvPr/>
        </p:nvCxnSpPr>
        <p:spPr>
          <a:xfrm>
            <a:off x="1576924" y="3471296"/>
            <a:ext cx="447828" cy="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sp>
        <p:nvSpPr>
          <p:cNvPr id="18" name="Rectangle: Rounded Corners 17">
            <a:extLst>
              <a:ext uri="{FF2B5EF4-FFF2-40B4-BE49-F238E27FC236}">
                <a16:creationId xmlns:a16="http://schemas.microsoft.com/office/drawing/2014/main" id="{138474FB-75D4-7F58-812F-027E86991825}"/>
              </a:ext>
            </a:extLst>
          </p:cNvPr>
          <p:cNvSpPr/>
          <p:nvPr/>
        </p:nvSpPr>
        <p:spPr>
          <a:xfrm>
            <a:off x="3761972" y="3087592"/>
            <a:ext cx="1289392" cy="767408"/>
          </a:xfrm>
          <a:prstGeom prst="roundRect">
            <a:avLst>
              <a:gd name="adj" fmla="val 11702"/>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9121449E-BC53-9DAF-868A-EF43B1B46C52}"/>
              </a:ext>
            </a:extLst>
          </p:cNvPr>
          <p:cNvSpPr txBox="1"/>
          <p:nvPr/>
        </p:nvSpPr>
        <p:spPr>
          <a:xfrm>
            <a:off x="3695345" y="3208669"/>
            <a:ext cx="1403398" cy="646331"/>
          </a:xfrm>
          <a:prstGeom prst="rect">
            <a:avLst/>
          </a:prstGeom>
          <a:noFill/>
        </p:spPr>
        <p:txBody>
          <a:bodyPr wrap="none" rtlCol="0">
            <a:spAutoFit/>
          </a:bodyPr>
          <a:lstStyle/>
          <a:p>
            <a:pPr algn="ctr"/>
            <a:r>
              <a:rPr lang="de-DE" dirty="0" err="1"/>
              <a:t>Map</a:t>
            </a:r>
            <a:endParaRPr lang="de-DE" dirty="0"/>
          </a:p>
          <a:p>
            <a:pPr algn="ctr"/>
            <a:r>
              <a:rPr lang="de-DE" dirty="0"/>
              <a:t>Counter in S</a:t>
            </a:r>
            <a:endParaRPr lang="en-US" dirty="0"/>
          </a:p>
        </p:txBody>
      </p:sp>
      <p:sp>
        <p:nvSpPr>
          <p:cNvPr id="20" name="Oval 19">
            <a:extLst>
              <a:ext uri="{FF2B5EF4-FFF2-40B4-BE49-F238E27FC236}">
                <a16:creationId xmlns:a16="http://schemas.microsoft.com/office/drawing/2014/main" id="{6E052C30-C60E-284F-58A2-A8E261A9BF9A}"/>
              </a:ext>
            </a:extLst>
          </p:cNvPr>
          <p:cNvSpPr>
            <a:spLocks noChangeAspect="1"/>
          </p:cNvSpPr>
          <p:nvPr/>
        </p:nvSpPr>
        <p:spPr>
          <a:xfrm>
            <a:off x="3603949" y="2929569"/>
            <a:ext cx="316045" cy="316045"/>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solidFill>
                  <a:schemeClr val="tx1"/>
                </a:solidFill>
              </a:rPr>
              <a:t>3</a:t>
            </a:r>
            <a:endParaRPr lang="en-US" dirty="0">
              <a:solidFill>
                <a:schemeClr val="tx1"/>
              </a:solidFill>
            </a:endParaRPr>
          </a:p>
        </p:txBody>
      </p:sp>
      <p:cxnSp>
        <p:nvCxnSpPr>
          <p:cNvPr id="21" name="Straight Arrow Connector 20">
            <a:extLst>
              <a:ext uri="{FF2B5EF4-FFF2-40B4-BE49-F238E27FC236}">
                <a16:creationId xmlns:a16="http://schemas.microsoft.com/office/drawing/2014/main" id="{75CD46F5-75A3-34A7-A1DC-DA5E44537F80}"/>
              </a:ext>
            </a:extLst>
          </p:cNvPr>
          <p:cNvCxnSpPr>
            <a:cxnSpLocks/>
            <a:endCxn id="18" idx="1"/>
          </p:cNvCxnSpPr>
          <p:nvPr/>
        </p:nvCxnSpPr>
        <p:spPr>
          <a:xfrm>
            <a:off x="3314144" y="3471296"/>
            <a:ext cx="447828" cy="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sp>
        <p:nvSpPr>
          <p:cNvPr id="22" name="Rectangle: Rounded Corners 21">
            <a:extLst>
              <a:ext uri="{FF2B5EF4-FFF2-40B4-BE49-F238E27FC236}">
                <a16:creationId xmlns:a16="http://schemas.microsoft.com/office/drawing/2014/main" id="{00042FD1-9C19-E899-819C-7ED2DA37F4CD}"/>
              </a:ext>
            </a:extLst>
          </p:cNvPr>
          <p:cNvSpPr/>
          <p:nvPr/>
        </p:nvSpPr>
        <p:spPr>
          <a:xfrm>
            <a:off x="5499592" y="3075206"/>
            <a:ext cx="1289392" cy="767408"/>
          </a:xfrm>
          <a:prstGeom prst="roundRect">
            <a:avLst>
              <a:gd name="adj" fmla="val 11702"/>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026A673B-9BA9-5B7A-CF24-14A4B29E3E33}"/>
              </a:ext>
            </a:extLst>
          </p:cNvPr>
          <p:cNvSpPr txBox="1"/>
          <p:nvPr/>
        </p:nvSpPr>
        <p:spPr>
          <a:xfrm>
            <a:off x="5676847" y="3196283"/>
            <a:ext cx="915635" cy="646331"/>
          </a:xfrm>
          <a:prstGeom prst="rect">
            <a:avLst/>
          </a:prstGeom>
          <a:noFill/>
        </p:spPr>
        <p:txBody>
          <a:bodyPr wrap="none" rtlCol="0">
            <a:spAutoFit/>
          </a:bodyPr>
          <a:lstStyle/>
          <a:p>
            <a:pPr algn="ctr"/>
            <a:r>
              <a:rPr lang="de-DE" dirty="0" err="1"/>
              <a:t>Map</a:t>
            </a:r>
            <a:endParaRPr lang="de-DE" dirty="0"/>
          </a:p>
          <a:p>
            <a:pPr algn="ctr"/>
            <a:r>
              <a:rPr lang="de-DE" dirty="0"/>
              <a:t>NN in S</a:t>
            </a:r>
            <a:endParaRPr lang="en-US" dirty="0"/>
          </a:p>
        </p:txBody>
      </p:sp>
      <p:sp>
        <p:nvSpPr>
          <p:cNvPr id="24" name="Oval 23">
            <a:extLst>
              <a:ext uri="{FF2B5EF4-FFF2-40B4-BE49-F238E27FC236}">
                <a16:creationId xmlns:a16="http://schemas.microsoft.com/office/drawing/2014/main" id="{8FB0595F-3AB0-BD9E-4759-669B0637B226}"/>
              </a:ext>
            </a:extLst>
          </p:cNvPr>
          <p:cNvSpPr>
            <a:spLocks noChangeAspect="1"/>
          </p:cNvSpPr>
          <p:nvPr/>
        </p:nvSpPr>
        <p:spPr>
          <a:xfrm>
            <a:off x="5341569" y="2917183"/>
            <a:ext cx="316045" cy="316045"/>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solidFill>
                  <a:schemeClr val="tx1"/>
                </a:solidFill>
              </a:rPr>
              <a:t>4</a:t>
            </a:r>
            <a:endParaRPr lang="en-US" dirty="0">
              <a:solidFill>
                <a:schemeClr val="tx1"/>
              </a:solidFill>
            </a:endParaRPr>
          </a:p>
        </p:txBody>
      </p:sp>
      <p:cxnSp>
        <p:nvCxnSpPr>
          <p:cNvPr id="25" name="Straight Arrow Connector 24">
            <a:extLst>
              <a:ext uri="{FF2B5EF4-FFF2-40B4-BE49-F238E27FC236}">
                <a16:creationId xmlns:a16="http://schemas.microsoft.com/office/drawing/2014/main" id="{83C1C4C8-8DC0-0A08-4BCC-478CC0F108CD}"/>
              </a:ext>
            </a:extLst>
          </p:cNvPr>
          <p:cNvCxnSpPr>
            <a:cxnSpLocks/>
            <a:endCxn id="22" idx="1"/>
          </p:cNvCxnSpPr>
          <p:nvPr/>
        </p:nvCxnSpPr>
        <p:spPr>
          <a:xfrm>
            <a:off x="5051764" y="3458910"/>
            <a:ext cx="447828" cy="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34BB30D4-2D1F-B6F6-0832-3DAA50F415A7}"/>
              </a:ext>
            </a:extLst>
          </p:cNvPr>
          <p:cNvSpPr txBox="1"/>
          <p:nvPr/>
        </p:nvSpPr>
        <p:spPr>
          <a:xfrm>
            <a:off x="210110" y="4209458"/>
            <a:ext cx="4540794" cy="369332"/>
          </a:xfrm>
          <a:prstGeom prst="rect">
            <a:avLst/>
          </a:prstGeom>
          <a:noFill/>
        </p:spPr>
        <p:txBody>
          <a:bodyPr wrap="square">
            <a:spAutoFit/>
          </a:bodyPr>
          <a:lstStyle/>
          <a:p>
            <a:r>
              <a:rPr lang="en-US" b="0" i="0" dirty="0">
                <a:effectLst/>
                <a:latin typeface="Menlo"/>
              </a:rPr>
              <a:t>Total candidates (4-reaction topology): 22</a:t>
            </a:r>
            <a:endParaRPr lang="en-US" dirty="0"/>
          </a:p>
        </p:txBody>
      </p:sp>
      <p:pic>
        <p:nvPicPr>
          <p:cNvPr id="50" name="Picture 49">
            <a:extLst>
              <a:ext uri="{FF2B5EF4-FFF2-40B4-BE49-F238E27FC236}">
                <a16:creationId xmlns:a16="http://schemas.microsoft.com/office/drawing/2014/main" id="{F9FE1867-F928-947B-D383-5AEC98E51FA4}"/>
              </a:ext>
            </a:extLst>
          </p:cNvPr>
          <p:cNvPicPr>
            <a:picLocks noChangeAspect="1"/>
          </p:cNvPicPr>
          <p:nvPr/>
        </p:nvPicPr>
        <p:blipFill>
          <a:blip r:embed="rId29"/>
          <a:stretch>
            <a:fillRect/>
          </a:stretch>
        </p:blipFill>
        <p:spPr>
          <a:xfrm>
            <a:off x="6886731" y="2944209"/>
            <a:ext cx="5249008" cy="2857899"/>
          </a:xfrm>
          <a:prstGeom prst="rect">
            <a:avLst/>
          </a:prstGeom>
        </p:spPr>
      </p:pic>
      <p:cxnSp>
        <p:nvCxnSpPr>
          <p:cNvPr id="15" name="Straight Arrow Connector 14">
            <a:extLst>
              <a:ext uri="{FF2B5EF4-FFF2-40B4-BE49-F238E27FC236}">
                <a16:creationId xmlns:a16="http://schemas.microsoft.com/office/drawing/2014/main" id="{25D7B7A4-DA44-1DEF-3BFD-7E17D45D06BB}"/>
              </a:ext>
            </a:extLst>
          </p:cNvPr>
          <p:cNvCxnSpPr>
            <a:cxnSpLocks/>
          </p:cNvCxnSpPr>
          <p:nvPr/>
        </p:nvCxnSpPr>
        <p:spPr>
          <a:xfrm>
            <a:off x="7621821" y="6492240"/>
            <a:ext cx="748044" cy="0"/>
          </a:xfrm>
          <a:prstGeom prst="straightConnector1">
            <a:avLst/>
          </a:prstGeom>
          <a:ln>
            <a:headEnd type="triangle" w="lg" len="lg"/>
            <a:tailEnd type="none" w="lg" len="lg"/>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9360956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85C55B7-523D-8565-C92A-3FEA51708560}"/>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CA72C35A-A172-FDCD-A80B-FF73C73E0337}"/>
              </a:ext>
            </a:extLst>
          </p:cNvPr>
          <p:cNvSpPr/>
          <p:nvPr/>
        </p:nvSpPr>
        <p:spPr>
          <a:xfrm>
            <a:off x="112333" y="6080783"/>
            <a:ext cx="1371600" cy="73152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Algorithm </a:t>
            </a:r>
          </a:p>
        </p:txBody>
      </p:sp>
      <p:sp>
        <p:nvSpPr>
          <p:cNvPr id="5" name="Rectangle: Rounded Corners 4">
            <a:extLst>
              <a:ext uri="{FF2B5EF4-FFF2-40B4-BE49-F238E27FC236}">
                <a16:creationId xmlns:a16="http://schemas.microsoft.com/office/drawing/2014/main" id="{FB976987-FB6B-9F1B-BDF6-50269CEEBA0B}"/>
              </a:ext>
            </a:extLst>
          </p:cNvPr>
          <p:cNvSpPr/>
          <p:nvPr/>
        </p:nvSpPr>
        <p:spPr>
          <a:xfrm>
            <a:off x="1948877" y="6080783"/>
            <a:ext cx="1371600" cy="731520"/>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Chemical Reactions </a:t>
            </a:r>
          </a:p>
        </p:txBody>
      </p:sp>
      <p:sp>
        <p:nvSpPr>
          <p:cNvPr id="6" name="Rectangle: Rounded Corners 5">
            <a:extLst>
              <a:ext uri="{FF2B5EF4-FFF2-40B4-BE49-F238E27FC236}">
                <a16:creationId xmlns:a16="http://schemas.microsoft.com/office/drawing/2014/main" id="{3EB9EA9A-0D92-5F66-F1A6-BE2B2759FF0D}"/>
              </a:ext>
            </a:extLst>
          </p:cNvPr>
          <p:cNvSpPr/>
          <p:nvPr/>
        </p:nvSpPr>
        <p:spPr>
          <a:xfrm>
            <a:off x="3785421" y="6080783"/>
            <a:ext cx="1371600" cy="731520"/>
          </a:xfrm>
          <a:prstGeom prst="roundRect">
            <a:avLst/>
          </a:prstGeom>
          <a:solidFill>
            <a:srgbClr val="DCEAF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Metabolic Network</a:t>
            </a:r>
          </a:p>
        </p:txBody>
      </p:sp>
      <p:sp>
        <p:nvSpPr>
          <p:cNvPr id="7" name="Rectangle: Rounded Corners 6">
            <a:extLst>
              <a:ext uri="{FF2B5EF4-FFF2-40B4-BE49-F238E27FC236}">
                <a16:creationId xmlns:a16="http://schemas.microsoft.com/office/drawing/2014/main" id="{BD4A79BC-9C8B-44C5-4C64-2CD9B50BF9F7}"/>
              </a:ext>
            </a:extLst>
          </p:cNvPr>
          <p:cNvSpPr/>
          <p:nvPr/>
        </p:nvSpPr>
        <p:spPr>
          <a:xfrm>
            <a:off x="5621966" y="6080783"/>
            <a:ext cx="1371600" cy="73152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THz Actuation</a:t>
            </a:r>
          </a:p>
        </p:txBody>
      </p:sp>
      <p:cxnSp>
        <p:nvCxnSpPr>
          <p:cNvPr id="8" name="Straight Arrow Connector 7">
            <a:extLst>
              <a:ext uri="{FF2B5EF4-FFF2-40B4-BE49-F238E27FC236}">
                <a16:creationId xmlns:a16="http://schemas.microsoft.com/office/drawing/2014/main" id="{B5B3BB8C-A08A-04BF-85C0-D3DB42E15911}"/>
              </a:ext>
            </a:extLst>
          </p:cNvPr>
          <p:cNvCxnSpPr>
            <a:cxnSpLocks/>
            <a:stCxn id="4" idx="3"/>
            <a:endCxn id="5" idx="1"/>
          </p:cNvCxnSpPr>
          <p:nvPr/>
        </p:nvCxnSpPr>
        <p:spPr>
          <a:xfrm>
            <a:off x="1483933" y="6446543"/>
            <a:ext cx="464944" cy="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6EBD1694-28A1-1701-9EDD-E84FB5785237}"/>
              </a:ext>
            </a:extLst>
          </p:cNvPr>
          <p:cNvCxnSpPr>
            <a:cxnSpLocks/>
            <a:stCxn id="5" idx="3"/>
            <a:endCxn id="6" idx="1"/>
          </p:cNvCxnSpPr>
          <p:nvPr/>
        </p:nvCxnSpPr>
        <p:spPr>
          <a:xfrm>
            <a:off x="3320477" y="6446543"/>
            <a:ext cx="464944" cy="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3225CA34-9446-61B0-09C0-F384A2FCDBCC}"/>
              </a:ext>
            </a:extLst>
          </p:cNvPr>
          <p:cNvCxnSpPr>
            <a:cxnSpLocks/>
            <a:stCxn id="6" idx="3"/>
            <a:endCxn id="7" idx="1"/>
          </p:cNvCxnSpPr>
          <p:nvPr/>
        </p:nvCxnSpPr>
        <p:spPr>
          <a:xfrm>
            <a:off x="5157021" y="6446543"/>
            <a:ext cx="464945" cy="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sp>
        <p:nvSpPr>
          <p:cNvPr id="69" name="Oval 68">
            <a:extLst>
              <a:ext uri="{FF2B5EF4-FFF2-40B4-BE49-F238E27FC236}">
                <a16:creationId xmlns:a16="http://schemas.microsoft.com/office/drawing/2014/main" id="{8FD73A8B-2CDB-DA23-2A6C-AC19690AC2A5}"/>
              </a:ext>
            </a:extLst>
          </p:cNvPr>
          <p:cNvSpPr>
            <a:spLocks noChangeAspect="1"/>
          </p:cNvSpPr>
          <p:nvPr/>
        </p:nvSpPr>
        <p:spPr>
          <a:xfrm>
            <a:off x="4944147" y="494998"/>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70" name="TextBox 69">
                <a:extLst>
                  <a:ext uri="{FF2B5EF4-FFF2-40B4-BE49-F238E27FC236}">
                    <a16:creationId xmlns:a16="http://schemas.microsoft.com/office/drawing/2014/main" id="{5D1E8C3D-C2B4-56FC-4729-D7A233A7DC19}"/>
                  </a:ext>
                </a:extLst>
              </p:cNvPr>
              <p:cNvSpPr txBox="1"/>
              <p:nvPr/>
            </p:nvSpPr>
            <p:spPr>
              <a:xfrm>
                <a:off x="4889951" y="466275"/>
                <a:ext cx="518558" cy="394019"/>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Cp</m:t>
                          </m:r>
                        </m:sub>
                      </m:sSub>
                    </m:oMath>
                  </m:oMathPara>
                </a14:m>
                <a:endParaRPr lang="en-US" dirty="0">
                  <a:solidFill>
                    <a:schemeClr val="bg1"/>
                  </a:solidFill>
                </a:endParaRPr>
              </a:p>
            </p:txBody>
          </p:sp>
        </mc:Choice>
        <mc:Fallback xmlns="">
          <p:sp>
            <p:nvSpPr>
              <p:cNvPr id="70" name="TextBox 69">
                <a:extLst>
                  <a:ext uri="{FF2B5EF4-FFF2-40B4-BE49-F238E27FC236}">
                    <a16:creationId xmlns:a16="http://schemas.microsoft.com/office/drawing/2014/main" id="{5D1E8C3D-C2B4-56FC-4729-D7A233A7DC19}"/>
                  </a:ext>
                </a:extLst>
              </p:cNvPr>
              <p:cNvSpPr txBox="1">
                <a:spLocks noRot="1" noChangeAspect="1" noMove="1" noResize="1" noEditPoints="1" noAdjustHandles="1" noChangeArrowheads="1" noChangeShapeType="1" noTextEdit="1"/>
              </p:cNvSpPr>
              <p:nvPr/>
            </p:nvSpPr>
            <p:spPr>
              <a:xfrm>
                <a:off x="4889951" y="466275"/>
                <a:ext cx="518558" cy="394019"/>
              </a:xfrm>
              <a:prstGeom prst="rect">
                <a:avLst/>
              </a:prstGeom>
              <a:blipFill>
                <a:blip r:embed="rId3"/>
                <a:stretch>
                  <a:fillRect b="-76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1" name="TextBox 70">
                <a:extLst>
                  <a:ext uri="{FF2B5EF4-FFF2-40B4-BE49-F238E27FC236}">
                    <a16:creationId xmlns:a16="http://schemas.microsoft.com/office/drawing/2014/main" id="{51C995A1-C2D4-FFFD-56EB-CE0611418D17}"/>
                  </a:ext>
                </a:extLst>
              </p:cNvPr>
              <p:cNvSpPr txBox="1"/>
              <p:nvPr/>
            </p:nvSpPr>
            <p:spPr>
              <a:xfrm>
                <a:off x="6042817" y="320258"/>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c</m:t>
                          </m:r>
                        </m:sub>
                      </m:sSub>
                    </m:oMath>
                  </m:oMathPara>
                </a14:m>
                <a:endParaRPr lang="en-US" dirty="0">
                  <a:solidFill>
                    <a:schemeClr val="tx1"/>
                  </a:solidFill>
                </a:endParaRPr>
              </a:p>
            </p:txBody>
          </p:sp>
        </mc:Choice>
        <mc:Fallback xmlns="">
          <p:sp>
            <p:nvSpPr>
              <p:cNvPr id="71" name="TextBox 70">
                <a:extLst>
                  <a:ext uri="{FF2B5EF4-FFF2-40B4-BE49-F238E27FC236}">
                    <a16:creationId xmlns:a16="http://schemas.microsoft.com/office/drawing/2014/main" id="{51C995A1-C2D4-FFFD-56EB-CE0611418D17}"/>
                  </a:ext>
                </a:extLst>
              </p:cNvPr>
              <p:cNvSpPr txBox="1">
                <a:spLocks noRot="1" noChangeAspect="1" noMove="1" noResize="1" noEditPoints="1" noAdjustHandles="1" noChangeArrowheads="1" noChangeShapeType="1" noTextEdit="1"/>
              </p:cNvSpPr>
              <p:nvPr/>
            </p:nvSpPr>
            <p:spPr>
              <a:xfrm>
                <a:off x="6042817" y="320258"/>
                <a:ext cx="507796" cy="369332"/>
              </a:xfrm>
              <a:prstGeom prst="rect">
                <a:avLst/>
              </a:prstGeom>
              <a:blipFill>
                <a:blip r:embed="rId4"/>
                <a:stretch>
                  <a:fillRect/>
                </a:stretch>
              </a:blipFill>
            </p:spPr>
            <p:txBody>
              <a:bodyPr/>
              <a:lstStyle/>
              <a:p>
                <a:r>
                  <a:rPr lang="en-US">
                    <a:noFill/>
                  </a:rPr>
                  <a:t> </a:t>
                </a:r>
              </a:p>
            </p:txBody>
          </p:sp>
        </mc:Fallback>
      </mc:AlternateContent>
      <p:sp>
        <p:nvSpPr>
          <p:cNvPr id="72" name="Oval 71">
            <a:extLst>
              <a:ext uri="{FF2B5EF4-FFF2-40B4-BE49-F238E27FC236}">
                <a16:creationId xmlns:a16="http://schemas.microsoft.com/office/drawing/2014/main" id="{6DE03E31-657B-9072-D460-6030A7121295}"/>
              </a:ext>
            </a:extLst>
          </p:cNvPr>
          <p:cNvSpPr>
            <a:spLocks noChangeAspect="1"/>
          </p:cNvSpPr>
          <p:nvPr/>
        </p:nvSpPr>
        <p:spPr>
          <a:xfrm>
            <a:off x="6106964" y="1188320"/>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73" name="TextBox 72">
                <a:extLst>
                  <a:ext uri="{FF2B5EF4-FFF2-40B4-BE49-F238E27FC236}">
                    <a16:creationId xmlns:a16="http://schemas.microsoft.com/office/drawing/2014/main" id="{8DCA8EA4-0377-1186-2094-74111265ED61}"/>
                  </a:ext>
                </a:extLst>
              </p:cNvPr>
              <p:cNvSpPr txBox="1"/>
              <p:nvPr/>
            </p:nvSpPr>
            <p:spPr>
              <a:xfrm>
                <a:off x="6048487" y="1163848"/>
                <a:ext cx="518558" cy="395493"/>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Cg</m:t>
                          </m:r>
                        </m:sub>
                      </m:sSub>
                    </m:oMath>
                  </m:oMathPara>
                </a14:m>
                <a:endParaRPr lang="en-US" dirty="0">
                  <a:solidFill>
                    <a:schemeClr val="bg1"/>
                  </a:solidFill>
                </a:endParaRPr>
              </a:p>
            </p:txBody>
          </p:sp>
        </mc:Choice>
        <mc:Fallback xmlns="">
          <p:sp>
            <p:nvSpPr>
              <p:cNvPr id="73" name="TextBox 72">
                <a:extLst>
                  <a:ext uri="{FF2B5EF4-FFF2-40B4-BE49-F238E27FC236}">
                    <a16:creationId xmlns:a16="http://schemas.microsoft.com/office/drawing/2014/main" id="{8DCA8EA4-0377-1186-2094-74111265ED61}"/>
                  </a:ext>
                </a:extLst>
              </p:cNvPr>
              <p:cNvSpPr txBox="1">
                <a:spLocks noRot="1" noChangeAspect="1" noMove="1" noResize="1" noEditPoints="1" noAdjustHandles="1" noChangeArrowheads="1" noChangeShapeType="1" noTextEdit="1"/>
              </p:cNvSpPr>
              <p:nvPr/>
            </p:nvSpPr>
            <p:spPr>
              <a:xfrm>
                <a:off x="6048487" y="1163848"/>
                <a:ext cx="518558" cy="395493"/>
              </a:xfrm>
              <a:prstGeom prst="rect">
                <a:avLst/>
              </a:prstGeom>
              <a:blipFill>
                <a:blip r:embed="rId5"/>
                <a:stretch>
                  <a:fillRect b="-76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4" name="TextBox 73">
                <a:extLst>
                  <a:ext uri="{FF2B5EF4-FFF2-40B4-BE49-F238E27FC236}">
                    <a16:creationId xmlns:a16="http://schemas.microsoft.com/office/drawing/2014/main" id="{9FE93079-5D7A-7E25-E1A6-040AF94D0020}"/>
                  </a:ext>
                </a:extLst>
              </p:cNvPr>
              <p:cNvSpPr txBox="1"/>
              <p:nvPr/>
            </p:nvSpPr>
            <p:spPr>
              <a:xfrm>
                <a:off x="4902710" y="1199060"/>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Cs</m:t>
                          </m:r>
                        </m:sub>
                      </m:sSub>
                    </m:oMath>
                  </m:oMathPara>
                </a14:m>
                <a:endParaRPr lang="en-US" dirty="0">
                  <a:solidFill>
                    <a:schemeClr val="tx1"/>
                  </a:solidFill>
                </a:endParaRPr>
              </a:p>
            </p:txBody>
          </p:sp>
        </mc:Choice>
        <mc:Fallback xmlns="">
          <p:sp>
            <p:nvSpPr>
              <p:cNvPr id="74" name="TextBox 73">
                <a:extLst>
                  <a:ext uri="{FF2B5EF4-FFF2-40B4-BE49-F238E27FC236}">
                    <a16:creationId xmlns:a16="http://schemas.microsoft.com/office/drawing/2014/main" id="{9FE93079-5D7A-7E25-E1A6-040AF94D0020}"/>
                  </a:ext>
                </a:extLst>
              </p:cNvPr>
              <p:cNvSpPr txBox="1">
                <a:spLocks noRot="1" noChangeAspect="1" noMove="1" noResize="1" noEditPoints="1" noAdjustHandles="1" noChangeArrowheads="1" noChangeShapeType="1" noTextEdit="1"/>
              </p:cNvSpPr>
              <p:nvPr/>
            </p:nvSpPr>
            <p:spPr>
              <a:xfrm>
                <a:off x="4902710" y="1199060"/>
                <a:ext cx="507796" cy="369332"/>
              </a:xfrm>
              <a:prstGeom prst="rect">
                <a:avLst/>
              </a:prstGeom>
              <a:blipFill>
                <a:blip r:embed="rId6"/>
                <a:stretch>
                  <a:fillRect r="-3571"/>
                </a:stretch>
              </a:blipFill>
            </p:spPr>
            <p:txBody>
              <a:bodyPr/>
              <a:lstStyle/>
              <a:p>
                <a:r>
                  <a:rPr lang="en-US">
                    <a:noFill/>
                  </a:rPr>
                  <a:t> </a:t>
                </a:r>
              </a:p>
            </p:txBody>
          </p:sp>
        </mc:Fallback>
      </mc:AlternateContent>
      <p:sp>
        <p:nvSpPr>
          <p:cNvPr id="75" name="Oval 74">
            <a:extLst>
              <a:ext uri="{FF2B5EF4-FFF2-40B4-BE49-F238E27FC236}">
                <a16:creationId xmlns:a16="http://schemas.microsoft.com/office/drawing/2014/main" id="{DF1F4A02-AC92-8AC2-D3B8-35AFC831A069}"/>
              </a:ext>
            </a:extLst>
          </p:cNvPr>
          <p:cNvSpPr>
            <a:spLocks noChangeAspect="1"/>
          </p:cNvSpPr>
          <p:nvPr/>
        </p:nvSpPr>
        <p:spPr>
          <a:xfrm>
            <a:off x="4972757" y="2004874"/>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76" name="TextBox 75">
                <a:extLst>
                  <a:ext uri="{FF2B5EF4-FFF2-40B4-BE49-F238E27FC236}">
                    <a16:creationId xmlns:a16="http://schemas.microsoft.com/office/drawing/2014/main" id="{4F3ABED9-C621-4A42-D562-C80A99234CD2}"/>
                  </a:ext>
                </a:extLst>
              </p:cNvPr>
              <p:cNvSpPr txBox="1"/>
              <p:nvPr/>
            </p:nvSpPr>
            <p:spPr>
              <a:xfrm>
                <a:off x="4917222" y="1969552"/>
                <a:ext cx="518558"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Cr</m:t>
                          </m:r>
                        </m:sub>
                      </m:sSub>
                    </m:oMath>
                  </m:oMathPara>
                </a14:m>
                <a:endParaRPr lang="en-US" dirty="0">
                  <a:solidFill>
                    <a:schemeClr val="bg1"/>
                  </a:solidFill>
                </a:endParaRPr>
              </a:p>
            </p:txBody>
          </p:sp>
        </mc:Choice>
        <mc:Fallback xmlns="">
          <p:sp>
            <p:nvSpPr>
              <p:cNvPr id="76" name="TextBox 75">
                <a:extLst>
                  <a:ext uri="{FF2B5EF4-FFF2-40B4-BE49-F238E27FC236}">
                    <a16:creationId xmlns:a16="http://schemas.microsoft.com/office/drawing/2014/main" id="{4F3ABED9-C621-4A42-D562-C80A99234CD2}"/>
                  </a:ext>
                </a:extLst>
              </p:cNvPr>
              <p:cNvSpPr txBox="1">
                <a:spLocks noRot="1" noChangeAspect="1" noMove="1" noResize="1" noEditPoints="1" noAdjustHandles="1" noChangeArrowheads="1" noChangeShapeType="1" noTextEdit="1"/>
              </p:cNvSpPr>
              <p:nvPr/>
            </p:nvSpPr>
            <p:spPr>
              <a:xfrm>
                <a:off x="4917222" y="1969552"/>
                <a:ext cx="518558" cy="369332"/>
              </a:xfrm>
              <a:prstGeom prst="rect">
                <a:avLst/>
              </a:prstGeom>
              <a:blipFill>
                <a:blip r:embed="rId7"/>
                <a:stretch>
                  <a:fillRect/>
                </a:stretch>
              </a:blipFill>
            </p:spPr>
            <p:txBody>
              <a:bodyPr/>
              <a:lstStyle/>
              <a:p>
                <a:r>
                  <a:rPr lang="en-US">
                    <a:noFill/>
                  </a:rPr>
                  <a:t> </a:t>
                </a:r>
              </a:p>
            </p:txBody>
          </p:sp>
        </mc:Fallback>
      </mc:AlternateContent>
      <p:cxnSp>
        <p:nvCxnSpPr>
          <p:cNvPr id="77" name="Straight Arrow Connector 76">
            <a:extLst>
              <a:ext uri="{FF2B5EF4-FFF2-40B4-BE49-F238E27FC236}">
                <a16:creationId xmlns:a16="http://schemas.microsoft.com/office/drawing/2014/main" id="{B34E7087-F71E-B5A9-6F89-1D15BD688A31}"/>
              </a:ext>
            </a:extLst>
          </p:cNvPr>
          <p:cNvCxnSpPr>
            <a:cxnSpLocks/>
            <a:endCxn id="69" idx="3"/>
          </p:cNvCxnSpPr>
          <p:nvPr/>
        </p:nvCxnSpPr>
        <p:spPr>
          <a:xfrm flipV="1">
            <a:off x="4121733" y="820556"/>
            <a:ext cx="878271" cy="488885"/>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80" name="Straight Arrow Connector 79">
            <a:extLst>
              <a:ext uri="{FF2B5EF4-FFF2-40B4-BE49-F238E27FC236}">
                <a16:creationId xmlns:a16="http://schemas.microsoft.com/office/drawing/2014/main" id="{80F05550-FF2B-682C-CE3E-4AAC1E47EE47}"/>
              </a:ext>
            </a:extLst>
          </p:cNvPr>
          <p:cNvCxnSpPr>
            <a:cxnSpLocks/>
            <a:endCxn id="75" idx="1"/>
          </p:cNvCxnSpPr>
          <p:nvPr/>
        </p:nvCxnSpPr>
        <p:spPr>
          <a:xfrm>
            <a:off x="4125155" y="1314303"/>
            <a:ext cx="903459" cy="746428"/>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84" name="Straight Arrow Connector 83">
            <a:extLst>
              <a:ext uri="{FF2B5EF4-FFF2-40B4-BE49-F238E27FC236}">
                <a16:creationId xmlns:a16="http://schemas.microsoft.com/office/drawing/2014/main" id="{0094250B-4E39-7B07-DA4A-B979DA8A44E2}"/>
              </a:ext>
            </a:extLst>
          </p:cNvPr>
          <p:cNvCxnSpPr>
            <a:cxnSpLocks/>
            <a:stCxn id="74" idx="3"/>
            <a:endCxn id="72" idx="2"/>
          </p:cNvCxnSpPr>
          <p:nvPr/>
        </p:nvCxnSpPr>
        <p:spPr>
          <a:xfrm flipV="1">
            <a:off x="5410506" y="1379028"/>
            <a:ext cx="696458" cy="4698"/>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88" name="Straight Arrow Connector 87">
            <a:extLst>
              <a:ext uri="{FF2B5EF4-FFF2-40B4-BE49-F238E27FC236}">
                <a16:creationId xmlns:a16="http://schemas.microsoft.com/office/drawing/2014/main" id="{6A175AEB-5322-BE58-F87E-40ABC878DDFE}"/>
              </a:ext>
            </a:extLst>
          </p:cNvPr>
          <p:cNvCxnSpPr>
            <a:cxnSpLocks/>
            <a:stCxn id="74" idx="2"/>
            <a:endCxn id="75" idx="0"/>
          </p:cNvCxnSpPr>
          <p:nvPr/>
        </p:nvCxnSpPr>
        <p:spPr>
          <a:xfrm>
            <a:off x="5156608" y="1568392"/>
            <a:ext cx="6856" cy="436482"/>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6" name="Straight Arrow Connector 95">
            <a:extLst>
              <a:ext uri="{FF2B5EF4-FFF2-40B4-BE49-F238E27FC236}">
                <a16:creationId xmlns:a16="http://schemas.microsoft.com/office/drawing/2014/main" id="{079C9681-2BC0-8F82-0BDD-824A3D192A6B}"/>
              </a:ext>
            </a:extLst>
          </p:cNvPr>
          <p:cNvCxnSpPr>
            <a:cxnSpLocks/>
            <a:stCxn id="69" idx="6"/>
          </p:cNvCxnSpPr>
          <p:nvPr/>
        </p:nvCxnSpPr>
        <p:spPr>
          <a:xfrm>
            <a:off x="5325561" y="685706"/>
            <a:ext cx="2460842" cy="10275"/>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9" name="Straight Arrow Connector 98">
            <a:extLst>
              <a:ext uri="{FF2B5EF4-FFF2-40B4-BE49-F238E27FC236}">
                <a16:creationId xmlns:a16="http://schemas.microsoft.com/office/drawing/2014/main" id="{FB8BD709-DC59-EDCE-3359-10A025549109}"/>
              </a:ext>
            </a:extLst>
          </p:cNvPr>
          <p:cNvCxnSpPr>
            <a:cxnSpLocks/>
            <a:stCxn id="71" idx="2"/>
            <a:endCxn id="72" idx="0"/>
          </p:cNvCxnSpPr>
          <p:nvPr/>
        </p:nvCxnSpPr>
        <p:spPr>
          <a:xfrm>
            <a:off x="6296715" y="689590"/>
            <a:ext cx="956" cy="49873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sp>
        <p:nvSpPr>
          <p:cNvPr id="102" name="Rectangle 101">
            <a:extLst>
              <a:ext uri="{FF2B5EF4-FFF2-40B4-BE49-F238E27FC236}">
                <a16:creationId xmlns:a16="http://schemas.microsoft.com/office/drawing/2014/main" id="{A42D51C6-E5A6-5425-DA02-0F5D689A8F83}"/>
              </a:ext>
            </a:extLst>
          </p:cNvPr>
          <p:cNvSpPr/>
          <p:nvPr/>
        </p:nvSpPr>
        <p:spPr>
          <a:xfrm>
            <a:off x="4449953" y="108527"/>
            <a:ext cx="2873133" cy="2407763"/>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03" name="TextBox 102">
            <a:extLst>
              <a:ext uri="{FF2B5EF4-FFF2-40B4-BE49-F238E27FC236}">
                <a16:creationId xmlns:a16="http://schemas.microsoft.com/office/drawing/2014/main" id="{4A731527-01CA-94A0-807C-1B647B80EAF5}"/>
              </a:ext>
            </a:extLst>
          </p:cNvPr>
          <p:cNvSpPr txBox="1"/>
          <p:nvPr/>
        </p:nvSpPr>
        <p:spPr>
          <a:xfrm>
            <a:off x="4449953" y="92506"/>
            <a:ext cx="1774204" cy="338554"/>
          </a:xfrm>
          <a:prstGeom prst="rect">
            <a:avLst/>
          </a:prstGeom>
          <a:noFill/>
        </p:spPr>
        <p:txBody>
          <a:bodyPr wrap="none" rtlCol="0">
            <a:spAutoFit/>
          </a:bodyPr>
          <a:lstStyle/>
          <a:p>
            <a:r>
              <a:rPr lang="en-US" sz="1600" dirty="0"/>
              <a:t>Chemical counter</a:t>
            </a:r>
          </a:p>
        </p:txBody>
      </p:sp>
      <mc:AlternateContent xmlns:mc="http://schemas.openxmlformats.org/markup-compatibility/2006" xmlns:a14="http://schemas.microsoft.com/office/drawing/2010/main">
        <mc:Choice Requires="a14">
          <p:sp>
            <p:nvSpPr>
              <p:cNvPr id="67" name="TextBox 66">
                <a:extLst>
                  <a:ext uri="{FF2B5EF4-FFF2-40B4-BE49-F238E27FC236}">
                    <a16:creationId xmlns:a16="http://schemas.microsoft.com/office/drawing/2014/main" id="{03124156-2E54-4AEF-13D7-4A0CE216AA14}"/>
                  </a:ext>
                </a:extLst>
              </p:cNvPr>
              <p:cNvSpPr txBox="1"/>
              <p:nvPr/>
            </p:nvSpPr>
            <p:spPr>
              <a:xfrm>
                <a:off x="3" y="1445647"/>
                <a:ext cx="593368" cy="369332"/>
              </a:xfrm>
              <a:prstGeom prst="rect">
                <a:avLst/>
              </a:prstGeom>
              <a:noFill/>
            </p:spPr>
            <p:txBody>
              <a:bodyPr wrap="none" rtlCol="0">
                <a:spAutoFit/>
              </a:bodyPr>
              <a:lstStyle/>
              <a:p>
                <a:pPr/>
                <a14:m>
                  <m:oMathPara xmlns:m="http://schemas.openxmlformats.org/officeDocument/2006/math">
                    <m:oMath>
                      <m:sSub>
                        <m:sSubPr>
                          <m:ctrlPr>
                            <a:rPr lang="de-DE" b="0" i="1" smtClean="0">
                              <a:latin typeface="Cambria Math" panose="02040503050406030204" pitchFamily="18" charset="0"/>
                            </a:rPr>
                          </m:ctrlPr>
                        </m:sSubPr>
                        <m:e>
                          <m:r>
                            <m:rPr>
                              <m:sty m:val="p"/>
                            </m:rPr>
                            <a:rPr lang="de-DE" b="0" i="1" smtClean="0">
                              <a:latin typeface="Cambria Math" panose="02040503050406030204" pitchFamily="18" charset="0"/>
                            </a:rPr>
                            <m:t>m</m:t>
                          </m:r>
                        </m:e>
                        <m:sub>
                          <m:r>
                            <m:rPr>
                              <m:sty m:val="p"/>
                            </m:rPr>
                            <a:rPr lang="de-DE" b="0" i="1" smtClean="0">
                              <a:latin typeface="Cambria Math" panose="02040503050406030204" pitchFamily="18" charset="0"/>
                            </a:rPr>
                            <m:t>in</m:t>
                          </m:r>
                        </m:sub>
                      </m:sSub>
                    </m:oMath>
                  </m:oMathPara>
                </a14:m>
                <a:endParaRPr lang="en-US" dirty="0"/>
              </a:p>
            </p:txBody>
          </p:sp>
        </mc:Choice>
        <mc:Fallback xmlns="">
          <p:sp>
            <p:nvSpPr>
              <p:cNvPr id="67" name="TextBox 66">
                <a:extLst>
                  <a:ext uri="{FF2B5EF4-FFF2-40B4-BE49-F238E27FC236}">
                    <a16:creationId xmlns:a16="http://schemas.microsoft.com/office/drawing/2014/main" id="{03124156-2E54-4AEF-13D7-4A0CE216AA14}"/>
                  </a:ext>
                </a:extLst>
              </p:cNvPr>
              <p:cNvSpPr txBox="1">
                <a:spLocks noRot="1" noChangeAspect="1" noMove="1" noResize="1" noEditPoints="1" noAdjustHandles="1" noChangeArrowheads="1" noChangeShapeType="1" noTextEdit="1"/>
              </p:cNvSpPr>
              <p:nvPr/>
            </p:nvSpPr>
            <p:spPr>
              <a:xfrm>
                <a:off x="3" y="1445647"/>
                <a:ext cx="593368" cy="369332"/>
              </a:xfrm>
              <a:prstGeom prst="rect">
                <a:avLst/>
              </a:prstGeom>
              <a:blipFill>
                <a:blip r:embed="rId8"/>
                <a:stretch>
                  <a:fillRect/>
                </a:stretch>
              </a:blipFill>
            </p:spPr>
            <p:txBody>
              <a:bodyPr/>
              <a:lstStyle/>
              <a:p>
                <a:r>
                  <a:rPr lang="en-US">
                    <a:noFill/>
                  </a:rPr>
                  <a:t> </a:t>
                </a:r>
              </a:p>
            </p:txBody>
          </p:sp>
        </mc:Fallback>
      </mc:AlternateContent>
      <p:sp>
        <p:nvSpPr>
          <p:cNvPr id="78" name="Rectangle 77">
            <a:extLst>
              <a:ext uri="{FF2B5EF4-FFF2-40B4-BE49-F238E27FC236}">
                <a16:creationId xmlns:a16="http://schemas.microsoft.com/office/drawing/2014/main" id="{44FA5EBA-E48A-D4FD-F4A4-DD11FEA84595}"/>
              </a:ext>
            </a:extLst>
          </p:cNvPr>
          <p:cNvSpPr/>
          <p:nvPr/>
        </p:nvSpPr>
        <p:spPr>
          <a:xfrm>
            <a:off x="813767" y="311940"/>
            <a:ext cx="2873133" cy="2222154"/>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79" name="TextBox 78">
            <a:extLst>
              <a:ext uri="{FF2B5EF4-FFF2-40B4-BE49-F238E27FC236}">
                <a16:creationId xmlns:a16="http://schemas.microsoft.com/office/drawing/2014/main" id="{2A043D18-74D0-EA4E-8DFD-5A8DFA827F19}"/>
              </a:ext>
            </a:extLst>
          </p:cNvPr>
          <p:cNvSpPr txBox="1"/>
          <p:nvPr/>
        </p:nvSpPr>
        <p:spPr>
          <a:xfrm>
            <a:off x="787443" y="311939"/>
            <a:ext cx="1362617" cy="584775"/>
          </a:xfrm>
          <a:prstGeom prst="rect">
            <a:avLst/>
          </a:prstGeom>
          <a:noFill/>
        </p:spPr>
        <p:txBody>
          <a:bodyPr wrap="none" rtlCol="0">
            <a:spAutoFit/>
          </a:bodyPr>
          <a:lstStyle/>
          <a:p>
            <a:r>
              <a:rPr lang="en-US" sz="1600" dirty="0"/>
              <a:t>Chemical</a:t>
            </a:r>
            <a:br>
              <a:rPr lang="en-US" sz="1600" dirty="0"/>
            </a:br>
            <a:r>
              <a:rPr lang="en-US" sz="1600" dirty="0"/>
              <a:t>Differentiator</a:t>
            </a:r>
          </a:p>
        </p:txBody>
      </p:sp>
      <p:sp>
        <p:nvSpPr>
          <p:cNvPr id="81" name="Oval 80">
            <a:extLst>
              <a:ext uri="{FF2B5EF4-FFF2-40B4-BE49-F238E27FC236}">
                <a16:creationId xmlns:a16="http://schemas.microsoft.com/office/drawing/2014/main" id="{E88C0E8E-5869-01BD-3CFA-46E887B637C2}"/>
              </a:ext>
            </a:extLst>
          </p:cNvPr>
          <p:cNvSpPr>
            <a:spLocks noChangeAspect="1"/>
          </p:cNvSpPr>
          <p:nvPr/>
        </p:nvSpPr>
        <p:spPr>
          <a:xfrm>
            <a:off x="1051702" y="1100334"/>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82" name="TextBox 81">
                <a:extLst>
                  <a:ext uri="{FF2B5EF4-FFF2-40B4-BE49-F238E27FC236}">
                    <a16:creationId xmlns:a16="http://schemas.microsoft.com/office/drawing/2014/main" id="{AA31719D-0570-F002-00B6-7F33863530AA}"/>
                  </a:ext>
                </a:extLst>
              </p:cNvPr>
              <p:cNvSpPr txBox="1"/>
              <p:nvPr/>
            </p:nvSpPr>
            <p:spPr>
              <a:xfrm>
                <a:off x="996675" y="1076178"/>
                <a:ext cx="518558"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Df</m:t>
                          </m:r>
                        </m:sub>
                      </m:sSub>
                    </m:oMath>
                  </m:oMathPara>
                </a14:m>
                <a:endParaRPr lang="en-US" dirty="0">
                  <a:solidFill>
                    <a:schemeClr val="bg1"/>
                  </a:solidFill>
                </a:endParaRPr>
              </a:p>
            </p:txBody>
          </p:sp>
        </mc:Choice>
        <mc:Fallback xmlns="">
          <p:sp>
            <p:nvSpPr>
              <p:cNvPr id="82" name="TextBox 81">
                <a:extLst>
                  <a:ext uri="{FF2B5EF4-FFF2-40B4-BE49-F238E27FC236}">
                    <a16:creationId xmlns:a16="http://schemas.microsoft.com/office/drawing/2014/main" id="{AA31719D-0570-F002-00B6-7F33863530AA}"/>
                  </a:ext>
                </a:extLst>
              </p:cNvPr>
              <p:cNvSpPr txBox="1">
                <a:spLocks noRot="1" noChangeAspect="1" noMove="1" noResize="1" noEditPoints="1" noAdjustHandles="1" noChangeArrowheads="1" noChangeShapeType="1" noTextEdit="1"/>
              </p:cNvSpPr>
              <p:nvPr/>
            </p:nvSpPr>
            <p:spPr>
              <a:xfrm>
                <a:off x="996675" y="1076178"/>
                <a:ext cx="518558" cy="369332"/>
              </a:xfrm>
              <a:prstGeom prst="rect">
                <a:avLst/>
              </a:prstGeom>
              <a:blipFill>
                <a:blip r:embed="rId9"/>
                <a:stretch>
                  <a:fillRect/>
                </a:stretch>
              </a:blipFill>
            </p:spPr>
            <p:txBody>
              <a:bodyPr/>
              <a:lstStyle/>
              <a:p>
                <a:r>
                  <a:rPr lang="en-US">
                    <a:noFill/>
                  </a:rPr>
                  <a:t> </a:t>
                </a:r>
              </a:p>
            </p:txBody>
          </p:sp>
        </mc:Fallback>
      </mc:AlternateContent>
      <p:sp>
        <p:nvSpPr>
          <p:cNvPr id="83" name="Oval 82">
            <a:extLst>
              <a:ext uri="{FF2B5EF4-FFF2-40B4-BE49-F238E27FC236}">
                <a16:creationId xmlns:a16="http://schemas.microsoft.com/office/drawing/2014/main" id="{B42388A0-38D8-9321-3260-7961FE7959ED}"/>
              </a:ext>
            </a:extLst>
          </p:cNvPr>
          <p:cNvSpPr>
            <a:spLocks noChangeAspect="1"/>
          </p:cNvSpPr>
          <p:nvPr/>
        </p:nvSpPr>
        <p:spPr>
          <a:xfrm>
            <a:off x="1155183" y="1993690"/>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85" name="TextBox 84">
                <a:extLst>
                  <a:ext uri="{FF2B5EF4-FFF2-40B4-BE49-F238E27FC236}">
                    <a16:creationId xmlns:a16="http://schemas.microsoft.com/office/drawing/2014/main" id="{57EF8D08-E78E-11F6-07D5-4E8D594C3B25}"/>
                  </a:ext>
                </a:extLst>
              </p:cNvPr>
              <p:cNvSpPr txBox="1"/>
              <p:nvPr/>
            </p:nvSpPr>
            <p:spPr>
              <a:xfrm>
                <a:off x="1097396" y="1985666"/>
                <a:ext cx="518558"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Ds</m:t>
                          </m:r>
                        </m:sub>
                      </m:sSub>
                    </m:oMath>
                  </m:oMathPara>
                </a14:m>
                <a:endParaRPr lang="en-US" dirty="0">
                  <a:solidFill>
                    <a:schemeClr val="bg1"/>
                  </a:solidFill>
                </a:endParaRPr>
              </a:p>
            </p:txBody>
          </p:sp>
        </mc:Choice>
        <mc:Fallback xmlns="">
          <p:sp>
            <p:nvSpPr>
              <p:cNvPr id="85" name="TextBox 84">
                <a:extLst>
                  <a:ext uri="{FF2B5EF4-FFF2-40B4-BE49-F238E27FC236}">
                    <a16:creationId xmlns:a16="http://schemas.microsoft.com/office/drawing/2014/main" id="{57EF8D08-E78E-11F6-07D5-4E8D594C3B25}"/>
                  </a:ext>
                </a:extLst>
              </p:cNvPr>
              <p:cNvSpPr txBox="1">
                <a:spLocks noRot="1" noChangeAspect="1" noMove="1" noResize="1" noEditPoints="1" noAdjustHandles="1" noChangeArrowheads="1" noChangeShapeType="1" noTextEdit="1"/>
              </p:cNvSpPr>
              <p:nvPr/>
            </p:nvSpPr>
            <p:spPr>
              <a:xfrm>
                <a:off x="1097396" y="1985666"/>
                <a:ext cx="518558" cy="369332"/>
              </a:xfrm>
              <a:prstGeom prst="rect">
                <a:avLst/>
              </a:prstGeom>
              <a:blipFill>
                <a:blip r:embed="rId10"/>
                <a:stretch>
                  <a:fillRect/>
                </a:stretch>
              </a:blipFill>
            </p:spPr>
            <p:txBody>
              <a:bodyPr/>
              <a:lstStyle/>
              <a:p>
                <a:r>
                  <a:rPr lang="en-US">
                    <a:noFill/>
                  </a:rPr>
                  <a:t> </a:t>
                </a:r>
              </a:p>
            </p:txBody>
          </p:sp>
        </mc:Fallback>
      </mc:AlternateContent>
      <p:sp>
        <p:nvSpPr>
          <p:cNvPr id="86" name="Oval 85">
            <a:extLst>
              <a:ext uri="{FF2B5EF4-FFF2-40B4-BE49-F238E27FC236}">
                <a16:creationId xmlns:a16="http://schemas.microsoft.com/office/drawing/2014/main" id="{B1D3AD22-3E61-09B1-5087-569B9FE15956}"/>
              </a:ext>
            </a:extLst>
          </p:cNvPr>
          <p:cNvSpPr>
            <a:spLocks noChangeAspect="1"/>
          </p:cNvSpPr>
          <p:nvPr/>
        </p:nvSpPr>
        <p:spPr>
          <a:xfrm>
            <a:off x="2221390" y="1104191"/>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87" name="TextBox 86">
                <a:extLst>
                  <a:ext uri="{FF2B5EF4-FFF2-40B4-BE49-F238E27FC236}">
                    <a16:creationId xmlns:a16="http://schemas.microsoft.com/office/drawing/2014/main" id="{44981E59-C4C9-3ACF-387D-65EF902E7632}"/>
                  </a:ext>
                </a:extLst>
              </p:cNvPr>
              <p:cNvSpPr txBox="1"/>
              <p:nvPr/>
            </p:nvSpPr>
            <p:spPr>
              <a:xfrm>
                <a:off x="2166529" y="1075615"/>
                <a:ext cx="518558" cy="394019"/>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Dp</m:t>
                          </m:r>
                        </m:sub>
                      </m:sSub>
                    </m:oMath>
                  </m:oMathPara>
                </a14:m>
                <a:endParaRPr lang="en-US" dirty="0">
                  <a:solidFill>
                    <a:schemeClr val="bg1"/>
                  </a:solidFill>
                </a:endParaRPr>
              </a:p>
            </p:txBody>
          </p:sp>
        </mc:Choice>
        <mc:Fallback xmlns="">
          <p:sp>
            <p:nvSpPr>
              <p:cNvPr id="87" name="TextBox 86">
                <a:extLst>
                  <a:ext uri="{FF2B5EF4-FFF2-40B4-BE49-F238E27FC236}">
                    <a16:creationId xmlns:a16="http://schemas.microsoft.com/office/drawing/2014/main" id="{44981E59-C4C9-3ACF-387D-65EF902E7632}"/>
                  </a:ext>
                </a:extLst>
              </p:cNvPr>
              <p:cNvSpPr txBox="1">
                <a:spLocks noRot="1" noChangeAspect="1" noMove="1" noResize="1" noEditPoints="1" noAdjustHandles="1" noChangeArrowheads="1" noChangeShapeType="1" noTextEdit="1"/>
              </p:cNvSpPr>
              <p:nvPr/>
            </p:nvSpPr>
            <p:spPr>
              <a:xfrm>
                <a:off x="2166529" y="1075615"/>
                <a:ext cx="518558" cy="394019"/>
              </a:xfrm>
              <a:prstGeom prst="rect">
                <a:avLst/>
              </a:prstGeom>
              <a:blipFill>
                <a:blip r:embed="rId11"/>
                <a:stretch>
                  <a:fillRect b="-7692"/>
                </a:stretch>
              </a:blipFill>
            </p:spPr>
            <p:txBody>
              <a:bodyPr/>
              <a:lstStyle/>
              <a:p>
                <a:r>
                  <a:rPr lang="en-US">
                    <a:noFill/>
                  </a:rPr>
                  <a:t> </a:t>
                </a:r>
              </a:p>
            </p:txBody>
          </p:sp>
        </mc:Fallback>
      </mc:AlternateContent>
      <p:cxnSp>
        <p:nvCxnSpPr>
          <p:cNvPr id="89" name="Straight Arrow Connector 88">
            <a:extLst>
              <a:ext uri="{FF2B5EF4-FFF2-40B4-BE49-F238E27FC236}">
                <a16:creationId xmlns:a16="http://schemas.microsoft.com/office/drawing/2014/main" id="{8871BD1D-EC34-3D08-CEB7-F9F842DCFDDC}"/>
              </a:ext>
            </a:extLst>
          </p:cNvPr>
          <p:cNvCxnSpPr>
            <a:cxnSpLocks/>
            <a:stCxn id="67" idx="3"/>
            <a:endCxn id="81" idx="2"/>
          </p:cNvCxnSpPr>
          <p:nvPr/>
        </p:nvCxnSpPr>
        <p:spPr>
          <a:xfrm flipV="1">
            <a:off x="593371" y="1291042"/>
            <a:ext cx="458331" cy="339271"/>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0" name="Straight Arrow Connector 89">
            <a:extLst>
              <a:ext uri="{FF2B5EF4-FFF2-40B4-BE49-F238E27FC236}">
                <a16:creationId xmlns:a16="http://schemas.microsoft.com/office/drawing/2014/main" id="{188D0EE7-4CD4-89F1-0B76-34931CA15732}"/>
              </a:ext>
            </a:extLst>
          </p:cNvPr>
          <p:cNvCxnSpPr>
            <a:cxnSpLocks/>
            <a:stCxn id="67" idx="3"/>
            <a:endCxn id="83" idx="2"/>
          </p:cNvCxnSpPr>
          <p:nvPr/>
        </p:nvCxnSpPr>
        <p:spPr>
          <a:xfrm>
            <a:off x="593371" y="1630313"/>
            <a:ext cx="561812" cy="554085"/>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1" name="Straight Arrow Connector 90">
            <a:extLst>
              <a:ext uri="{FF2B5EF4-FFF2-40B4-BE49-F238E27FC236}">
                <a16:creationId xmlns:a16="http://schemas.microsoft.com/office/drawing/2014/main" id="{ACF5C6FF-BE95-E460-FE8B-C2D606EDB78A}"/>
              </a:ext>
            </a:extLst>
          </p:cNvPr>
          <p:cNvCxnSpPr>
            <a:cxnSpLocks/>
            <a:stCxn id="81" idx="6"/>
            <a:endCxn id="86" idx="2"/>
          </p:cNvCxnSpPr>
          <p:nvPr/>
        </p:nvCxnSpPr>
        <p:spPr>
          <a:xfrm>
            <a:off x="1433116" y="1291042"/>
            <a:ext cx="788274" cy="3858"/>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2" name="Straight Arrow Connector 91">
            <a:extLst>
              <a:ext uri="{FF2B5EF4-FFF2-40B4-BE49-F238E27FC236}">
                <a16:creationId xmlns:a16="http://schemas.microsoft.com/office/drawing/2014/main" id="{78234966-397B-6AF7-501E-BE4C25502790}"/>
              </a:ext>
            </a:extLst>
          </p:cNvPr>
          <p:cNvCxnSpPr>
            <a:cxnSpLocks/>
            <a:stCxn id="83" idx="6"/>
            <a:endCxn id="98" idx="2"/>
          </p:cNvCxnSpPr>
          <p:nvPr/>
        </p:nvCxnSpPr>
        <p:spPr>
          <a:xfrm>
            <a:off x="1536597" y="2184398"/>
            <a:ext cx="1447412" cy="33588"/>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3" name="Straight Arrow Connector 92">
            <a:extLst>
              <a:ext uri="{FF2B5EF4-FFF2-40B4-BE49-F238E27FC236}">
                <a16:creationId xmlns:a16="http://schemas.microsoft.com/office/drawing/2014/main" id="{0B7B7168-F531-0F88-A8C7-60FA723C8310}"/>
              </a:ext>
            </a:extLst>
          </p:cNvPr>
          <p:cNvCxnSpPr>
            <a:cxnSpLocks/>
            <a:stCxn id="86" idx="6"/>
          </p:cNvCxnSpPr>
          <p:nvPr/>
        </p:nvCxnSpPr>
        <p:spPr>
          <a:xfrm>
            <a:off x="2602804" y="1294899"/>
            <a:ext cx="1532016" cy="14542"/>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94" name="TextBox 93">
                <a:extLst>
                  <a:ext uri="{FF2B5EF4-FFF2-40B4-BE49-F238E27FC236}">
                    <a16:creationId xmlns:a16="http://schemas.microsoft.com/office/drawing/2014/main" id="{90E20DE6-F981-E528-0DB0-CCA45EFFD9FA}"/>
                  </a:ext>
                </a:extLst>
              </p:cNvPr>
              <p:cNvSpPr txBox="1"/>
              <p:nvPr/>
            </p:nvSpPr>
            <p:spPr>
              <a:xfrm>
                <a:off x="2910704" y="926659"/>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d</m:t>
                          </m:r>
                        </m:sub>
                      </m:sSub>
                    </m:oMath>
                  </m:oMathPara>
                </a14:m>
                <a:endParaRPr lang="en-US" dirty="0">
                  <a:solidFill>
                    <a:schemeClr val="tx1"/>
                  </a:solidFill>
                </a:endParaRPr>
              </a:p>
            </p:txBody>
          </p:sp>
        </mc:Choice>
        <mc:Fallback xmlns="">
          <p:sp>
            <p:nvSpPr>
              <p:cNvPr id="94" name="TextBox 93">
                <a:extLst>
                  <a:ext uri="{FF2B5EF4-FFF2-40B4-BE49-F238E27FC236}">
                    <a16:creationId xmlns:a16="http://schemas.microsoft.com/office/drawing/2014/main" id="{90E20DE6-F981-E528-0DB0-CCA45EFFD9FA}"/>
                  </a:ext>
                </a:extLst>
              </p:cNvPr>
              <p:cNvSpPr txBox="1">
                <a:spLocks noRot="1" noChangeAspect="1" noMove="1" noResize="1" noEditPoints="1" noAdjustHandles="1" noChangeArrowheads="1" noChangeShapeType="1" noTextEdit="1"/>
              </p:cNvSpPr>
              <p:nvPr/>
            </p:nvSpPr>
            <p:spPr>
              <a:xfrm>
                <a:off x="2910704" y="926659"/>
                <a:ext cx="507796" cy="369332"/>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5" name="TextBox 94">
                <a:extLst>
                  <a:ext uri="{FF2B5EF4-FFF2-40B4-BE49-F238E27FC236}">
                    <a16:creationId xmlns:a16="http://schemas.microsoft.com/office/drawing/2014/main" id="{1D96C7DB-F27F-38CE-BE9B-E7E98A84D9C4}"/>
                  </a:ext>
                </a:extLst>
              </p:cNvPr>
              <p:cNvSpPr txBox="1"/>
              <p:nvPr/>
            </p:nvSpPr>
            <p:spPr>
              <a:xfrm>
                <a:off x="1551728" y="914064"/>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Df</m:t>
                          </m:r>
                        </m:sub>
                      </m:sSub>
                    </m:oMath>
                  </m:oMathPara>
                </a14:m>
                <a:endParaRPr lang="en-US" dirty="0">
                  <a:solidFill>
                    <a:schemeClr val="tx1"/>
                  </a:solidFill>
                </a:endParaRPr>
              </a:p>
            </p:txBody>
          </p:sp>
        </mc:Choice>
        <mc:Fallback xmlns="">
          <p:sp>
            <p:nvSpPr>
              <p:cNvPr id="95" name="TextBox 94">
                <a:extLst>
                  <a:ext uri="{FF2B5EF4-FFF2-40B4-BE49-F238E27FC236}">
                    <a16:creationId xmlns:a16="http://schemas.microsoft.com/office/drawing/2014/main" id="{1D96C7DB-F27F-38CE-BE9B-E7E98A84D9C4}"/>
                  </a:ext>
                </a:extLst>
              </p:cNvPr>
              <p:cNvSpPr txBox="1">
                <a:spLocks noRot="1" noChangeAspect="1" noMove="1" noResize="1" noEditPoints="1" noAdjustHandles="1" noChangeArrowheads="1" noChangeShapeType="1" noTextEdit="1"/>
              </p:cNvSpPr>
              <p:nvPr/>
            </p:nvSpPr>
            <p:spPr>
              <a:xfrm>
                <a:off x="1551728" y="914064"/>
                <a:ext cx="507796" cy="369332"/>
              </a:xfrm>
              <a:prstGeom prst="rect">
                <a:avLst/>
              </a:prstGeom>
              <a:blipFill>
                <a:blip r:embed="rId13"/>
                <a:stretch>
                  <a:fillRect r="-481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7" name="TextBox 96">
                <a:extLst>
                  <a:ext uri="{FF2B5EF4-FFF2-40B4-BE49-F238E27FC236}">
                    <a16:creationId xmlns:a16="http://schemas.microsoft.com/office/drawing/2014/main" id="{945AE56D-61A5-00DE-7352-9C5D14D3E811}"/>
                  </a:ext>
                </a:extLst>
              </p:cNvPr>
              <p:cNvSpPr txBox="1"/>
              <p:nvPr/>
            </p:nvSpPr>
            <p:spPr>
              <a:xfrm>
                <a:off x="1957369" y="2148694"/>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Ds</m:t>
                          </m:r>
                        </m:sub>
                      </m:sSub>
                    </m:oMath>
                  </m:oMathPara>
                </a14:m>
                <a:endParaRPr lang="en-US" dirty="0">
                  <a:solidFill>
                    <a:schemeClr val="tx1"/>
                  </a:solidFill>
                </a:endParaRPr>
              </a:p>
            </p:txBody>
          </p:sp>
        </mc:Choice>
        <mc:Fallback xmlns="">
          <p:sp>
            <p:nvSpPr>
              <p:cNvPr id="97" name="TextBox 96">
                <a:extLst>
                  <a:ext uri="{FF2B5EF4-FFF2-40B4-BE49-F238E27FC236}">
                    <a16:creationId xmlns:a16="http://schemas.microsoft.com/office/drawing/2014/main" id="{945AE56D-61A5-00DE-7352-9C5D14D3E811}"/>
                  </a:ext>
                </a:extLst>
              </p:cNvPr>
              <p:cNvSpPr txBox="1">
                <a:spLocks noRot="1" noChangeAspect="1" noMove="1" noResize="1" noEditPoints="1" noAdjustHandles="1" noChangeArrowheads="1" noChangeShapeType="1" noTextEdit="1"/>
              </p:cNvSpPr>
              <p:nvPr/>
            </p:nvSpPr>
            <p:spPr>
              <a:xfrm>
                <a:off x="1957369" y="2148694"/>
                <a:ext cx="507796" cy="369332"/>
              </a:xfrm>
              <a:prstGeom prst="rect">
                <a:avLst/>
              </a:prstGeom>
              <a:blipFill>
                <a:blip r:embed="rId14"/>
                <a:stretch>
                  <a:fillRect r="-8434"/>
                </a:stretch>
              </a:blipFill>
            </p:spPr>
            <p:txBody>
              <a:bodyPr/>
              <a:lstStyle/>
              <a:p>
                <a:r>
                  <a:rPr lang="en-US">
                    <a:noFill/>
                  </a:rPr>
                  <a:t> </a:t>
                </a:r>
              </a:p>
            </p:txBody>
          </p:sp>
        </mc:Fallback>
      </mc:AlternateContent>
      <p:sp>
        <p:nvSpPr>
          <p:cNvPr id="98" name="Oval 97">
            <a:extLst>
              <a:ext uri="{FF2B5EF4-FFF2-40B4-BE49-F238E27FC236}">
                <a16:creationId xmlns:a16="http://schemas.microsoft.com/office/drawing/2014/main" id="{F29DC6B1-C1E9-D66A-1983-32FBB046055F}"/>
              </a:ext>
            </a:extLst>
          </p:cNvPr>
          <p:cNvSpPr>
            <a:spLocks noChangeAspect="1"/>
          </p:cNvSpPr>
          <p:nvPr/>
        </p:nvSpPr>
        <p:spPr>
          <a:xfrm>
            <a:off x="2984009" y="2027278"/>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100" name="TextBox 99">
                <a:extLst>
                  <a:ext uri="{FF2B5EF4-FFF2-40B4-BE49-F238E27FC236}">
                    <a16:creationId xmlns:a16="http://schemas.microsoft.com/office/drawing/2014/main" id="{1E0C4E94-8060-874B-A083-A3C566086FB5}"/>
                  </a:ext>
                </a:extLst>
              </p:cNvPr>
              <p:cNvSpPr txBox="1"/>
              <p:nvPr/>
            </p:nvSpPr>
            <p:spPr>
              <a:xfrm>
                <a:off x="2918454" y="1988926"/>
                <a:ext cx="518558"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Di</m:t>
                          </m:r>
                        </m:sub>
                      </m:sSub>
                    </m:oMath>
                  </m:oMathPara>
                </a14:m>
                <a:endParaRPr lang="en-US" dirty="0">
                  <a:solidFill>
                    <a:schemeClr val="bg1"/>
                  </a:solidFill>
                </a:endParaRPr>
              </a:p>
            </p:txBody>
          </p:sp>
        </mc:Choice>
        <mc:Fallback xmlns="">
          <p:sp>
            <p:nvSpPr>
              <p:cNvPr id="100" name="TextBox 99">
                <a:extLst>
                  <a:ext uri="{FF2B5EF4-FFF2-40B4-BE49-F238E27FC236}">
                    <a16:creationId xmlns:a16="http://schemas.microsoft.com/office/drawing/2014/main" id="{1E0C4E94-8060-874B-A083-A3C566086FB5}"/>
                  </a:ext>
                </a:extLst>
              </p:cNvPr>
              <p:cNvSpPr txBox="1">
                <a:spLocks noRot="1" noChangeAspect="1" noMove="1" noResize="1" noEditPoints="1" noAdjustHandles="1" noChangeArrowheads="1" noChangeShapeType="1" noTextEdit="1"/>
              </p:cNvSpPr>
              <p:nvPr/>
            </p:nvSpPr>
            <p:spPr>
              <a:xfrm>
                <a:off x="2918454" y="1988926"/>
                <a:ext cx="518558" cy="369332"/>
              </a:xfrm>
              <a:prstGeom prst="rect">
                <a:avLst/>
              </a:prstGeom>
              <a:blipFill>
                <a:blip r:embed="rId15"/>
                <a:stretch>
                  <a:fillRect/>
                </a:stretch>
              </a:blipFill>
            </p:spPr>
            <p:txBody>
              <a:bodyPr/>
              <a:lstStyle/>
              <a:p>
                <a:r>
                  <a:rPr lang="en-US">
                    <a:noFill/>
                  </a:rPr>
                  <a:t> </a:t>
                </a:r>
              </a:p>
            </p:txBody>
          </p:sp>
        </mc:Fallback>
      </mc:AlternateContent>
      <p:cxnSp>
        <p:nvCxnSpPr>
          <p:cNvPr id="101" name="Straight Arrow Connector 100">
            <a:extLst>
              <a:ext uri="{FF2B5EF4-FFF2-40B4-BE49-F238E27FC236}">
                <a16:creationId xmlns:a16="http://schemas.microsoft.com/office/drawing/2014/main" id="{7706B744-F50A-DF0A-32E3-7C42FD04590C}"/>
              </a:ext>
            </a:extLst>
          </p:cNvPr>
          <p:cNvCxnSpPr>
            <a:cxnSpLocks/>
            <a:stCxn id="94" idx="2"/>
            <a:endCxn id="98" idx="0"/>
          </p:cNvCxnSpPr>
          <p:nvPr/>
        </p:nvCxnSpPr>
        <p:spPr>
          <a:xfrm>
            <a:off x="3164602" y="1295991"/>
            <a:ext cx="10114" cy="731287"/>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104" name="Straight Arrow Connector 103">
            <a:extLst>
              <a:ext uri="{FF2B5EF4-FFF2-40B4-BE49-F238E27FC236}">
                <a16:creationId xmlns:a16="http://schemas.microsoft.com/office/drawing/2014/main" id="{8AB5DEC4-FA3F-BF34-5177-4E3184F104DC}"/>
              </a:ext>
            </a:extLst>
          </p:cNvPr>
          <p:cNvCxnSpPr>
            <a:cxnSpLocks/>
            <a:stCxn id="81" idx="5"/>
            <a:endCxn id="98" idx="1"/>
          </p:cNvCxnSpPr>
          <p:nvPr/>
        </p:nvCxnSpPr>
        <p:spPr>
          <a:xfrm>
            <a:off x="1377259" y="1425892"/>
            <a:ext cx="1662607" cy="657243"/>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05" name="TextBox 104">
                <a:extLst>
                  <a:ext uri="{FF2B5EF4-FFF2-40B4-BE49-F238E27FC236}">
                    <a16:creationId xmlns:a16="http://schemas.microsoft.com/office/drawing/2014/main" id="{82D591D2-735D-63CB-D20E-33871DB32779}"/>
                  </a:ext>
                </a:extLst>
              </p:cNvPr>
              <p:cNvSpPr txBox="1"/>
              <p:nvPr/>
            </p:nvSpPr>
            <p:spPr>
              <a:xfrm>
                <a:off x="1805626" y="1637324"/>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Df</m:t>
                          </m:r>
                        </m:sub>
                      </m:sSub>
                    </m:oMath>
                  </m:oMathPara>
                </a14:m>
                <a:endParaRPr lang="en-US" dirty="0">
                  <a:solidFill>
                    <a:schemeClr val="tx1"/>
                  </a:solidFill>
                </a:endParaRPr>
              </a:p>
            </p:txBody>
          </p:sp>
        </mc:Choice>
        <mc:Fallback xmlns="">
          <p:sp>
            <p:nvSpPr>
              <p:cNvPr id="105" name="TextBox 104">
                <a:extLst>
                  <a:ext uri="{FF2B5EF4-FFF2-40B4-BE49-F238E27FC236}">
                    <a16:creationId xmlns:a16="http://schemas.microsoft.com/office/drawing/2014/main" id="{82D591D2-735D-63CB-D20E-33871DB32779}"/>
                  </a:ext>
                </a:extLst>
              </p:cNvPr>
              <p:cNvSpPr txBox="1">
                <a:spLocks noRot="1" noChangeAspect="1" noMove="1" noResize="1" noEditPoints="1" noAdjustHandles="1" noChangeArrowheads="1" noChangeShapeType="1" noTextEdit="1"/>
              </p:cNvSpPr>
              <p:nvPr/>
            </p:nvSpPr>
            <p:spPr>
              <a:xfrm>
                <a:off x="1805626" y="1637324"/>
                <a:ext cx="507796" cy="369332"/>
              </a:xfrm>
              <a:prstGeom prst="rect">
                <a:avLst/>
              </a:prstGeom>
              <a:blipFill>
                <a:blip r:embed="rId16"/>
                <a:stretch>
                  <a:fillRect r="-481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9" name="TextBox 108">
                <a:extLst>
                  <a:ext uri="{FF2B5EF4-FFF2-40B4-BE49-F238E27FC236}">
                    <a16:creationId xmlns:a16="http://schemas.microsoft.com/office/drawing/2014/main" id="{176C8795-FE07-EBD0-ADE7-419E28BE9D01}"/>
                  </a:ext>
                </a:extLst>
              </p:cNvPr>
              <p:cNvSpPr txBox="1"/>
              <p:nvPr/>
            </p:nvSpPr>
            <p:spPr>
              <a:xfrm>
                <a:off x="3796744" y="817909"/>
                <a:ext cx="578427" cy="400110"/>
              </a:xfrm>
              <a:prstGeom prst="rect">
                <a:avLst/>
              </a:prstGeom>
              <a:noFill/>
            </p:spPr>
            <p:txBody>
              <a:bodyPr wrap="none" rtlCol="0">
                <a:spAutoFit/>
              </a:bodyPr>
              <a:lstStyle/>
              <a:p>
                <a:pPr/>
                <a14:m>
                  <m:oMathPara xmlns:m="http://schemas.openxmlformats.org/officeDocument/2006/math">
                    <m:oMath>
                      <m:sSub>
                        <m:sSubPr>
                          <m:ctrlPr>
                            <a:rPr lang="de-DE" sz="2000" b="0" i="1" smtClean="0">
                              <a:latin typeface="Cambria Math" panose="02040503050406030204" pitchFamily="18" charset="0"/>
                            </a:rPr>
                          </m:ctrlPr>
                        </m:sSubPr>
                        <m:e>
                          <m:r>
                            <m:rPr>
                              <m:sty m:val="p"/>
                            </m:rPr>
                            <a:rPr lang="de-DE" sz="2000" b="0" i="1" smtClean="0">
                              <a:latin typeface="Cambria Math" panose="02040503050406030204" pitchFamily="18" charset="0"/>
                            </a:rPr>
                            <m:t>m</m:t>
                          </m:r>
                        </m:e>
                        <m:sub>
                          <m:r>
                            <m:rPr>
                              <m:sty m:val="p"/>
                            </m:rPr>
                            <a:rPr lang="de-DE" sz="2000" b="0" i="1" smtClean="0">
                              <a:latin typeface="Cambria Math" panose="02040503050406030204" pitchFamily="18" charset="0"/>
                            </a:rPr>
                            <m:t>d</m:t>
                          </m:r>
                        </m:sub>
                      </m:sSub>
                    </m:oMath>
                  </m:oMathPara>
                </a14:m>
                <a:endParaRPr lang="en-US" sz="2000" dirty="0"/>
              </a:p>
            </p:txBody>
          </p:sp>
        </mc:Choice>
        <mc:Fallback xmlns="">
          <p:sp>
            <p:nvSpPr>
              <p:cNvPr id="109" name="TextBox 108">
                <a:extLst>
                  <a:ext uri="{FF2B5EF4-FFF2-40B4-BE49-F238E27FC236}">
                    <a16:creationId xmlns:a16="http://schemas.microsoft.com/office/drawing/2014/main" id="{176C8795-FE07-EBD0-ADE7-419E28BE9D01}"/>
                  </a:ext>
                </a:extLst>
              </p:cNvPr>
              <p:cNvSpPr txBox="1">
                <a:spLocks noRot="1" noChangeAspect="1" noMove="1" noResize="1" noEditPoints="1" noAdjustHandles="1" noChangeArrowheads="1" noChangeShapeType="1" noTextEdit="1"/>
              </p:cNvSpPr>
              <p:nvPr/>
            </p:nvSpPr>
            <p:spPr>
              <a:xfrm>
                <a:off x="3796744" y="817909"/>
                <a:ext cx="578427" cy="400110"/>
              </a:xfrm>
              <a:prstGeom prst="rect">
                <a:avLst/>
              </a:prstGeom>
              <a:blipFill>
                <a:blip r:embed="rId17"/>
                <a:stretch>
                  <a:fillRect b="-151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2" name="TextBox 111">
                <a:extLst>
                  <a:ext uri="{FF2B5EF4-FFF2-40B4-BE49-F238E27FC236}">
                    <a16:creationId xmlns:a16="http://schemas.microsoft.com/office/drawing/2014/main" id="{6422384F-EB81-21B8-8437-86AD9A176140}"/>
                  </a:ext>
                </a:extLst>
              </p:cNvPr>
              <p:cNvSpPr txBox="1"/>
              <p:nvPr/>
            </p:nvSpPr>
            <p:spPr>
              <a:xfrm>
                <a:off x="7415257" y="274596"/>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c</m:t>
                          </m:r>
                        </m:sub>
                      </m:sSub>
                    </m:oMath>
                  </m:oMathPara>
                </a14:m>
                <a:endParaRPr lang="en-US" dirty="0">
                  <a:solidFill>
                    <a:schemeClr val="tx1"/>
                  </a:solidFill>
                </a:endParaRPr>
              </a:p>
            </p:txBody>
          </p:sp>
        </mc:Choice>
        <mc:Fallback xmlns="">
          <p:sp>
            <p:nvSpPr>
              <p:cNvPr id="112" name="TextBox 111">
                <a:extLst>
                  <a:ext uri="{FF2B5EF4-FFF2-40B4-BE49-F238E27FC236}">
                    <a16:creationId xmlns:a16="http://schemas.microsoft.com/office/drawing/2014/main" id="{6422384F-EB81-21B8-8437-86AD9A176140}"/>
                  </a:ext>
                </a:extLst>
              </p:cNvPr>
              <p:cNvSpPr txBox="1">
                <a:spLocks noRot="1" noChangeAspect="1" noMove="1" noResize="1" noEditPoints="1" noAdjustHandles="1" noChangeArrowheads="1" noChangeShapeType="1" noTextEdit="1"/>
              </p:cNvSpPr>
              <p:nvPr/>
            </p:nvSpPr>
            <p:spPr>
              <a:xfrm>
                <a:off x="7415257" y="274596"/>
                <a:ext cx="507796" cy="369332"/>
              </a:xfrm>
              <a:prstGeom prst="rect">
                <a:avLst/>
              </a:prstGeom>
              <a:blipFill>
                <a:blip r:embed="rId18"/>
                <a:stretch>
                  <a:fillRect/>
                </a:stretch>
              </a:blipFill>
            </p:spPr>
            <p:txBody>
              <a:bodyPr/>
              <a:lstStyle/>
              <a:p>
                <a:r>
                  <a:rPr lang="en-US">
                    <a:noFill/>
                  </a:rPr>
                  <a:t> </a:t>
                </a:r>
              </a:p>
            </p:txBody>
          </p:sp>
        </mc:Fallback>
      </mc:AlternateContent>
      <p:sp>
        <p:nvSpPr>
          <p:cNvPr id="30" name="Oval 29">
            <a:extLst>
              <a:ext uri="{FF2B5EF4-FFF2-40B4-BE49-F238E27FC236}">
                <a16:creationId xmlns:a16="http://schemas.microsoft.com/office/drawing/2014/main" id="{596FD6D6-858C-53B5-AF83-FB95BA7AC39A}"/>
              </a:ext>
            </a:extLst>
          </p:cNvPr>
          <p:cNvSpPr>
            <a:spLocks noChangeAspect="1"/>
          </p:cNvSpPr>
          <p:nvPr/>
        </p:nvSpPr>
        <p:spPr>
          <a:xfrm>
            <a:off x="9575982" y="166731"/>
            <a:ext cx="410141" cy="41014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1" name="Oval 30">
            <a:extLst>
              <a:ext uri="{FF2B5EF4-FFF2-40B4-BE49-F238E27FC236}">
                <a16:creationId xmlns:a16="http://schemas.microsoft.com/office/drawing/2014/main" id="{AC043DDB-8666-B5AB-1F3E-AF6F7339D0AB}"/>
              </a:ext>
            </a:extLst>
          </p:cNvPr>
          <p:cNvSpPr>
            <a:spLocks noChangeAspect="1"/>
          </p:cNvSpPr>
          <p:nvPr/>
        </p:nvSpPr>
        <p:spPr>
          <a:xfrm>
            <a:off x="9585692" y="2037834"/>
            <a:ext cx="410141" cy="41014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32" name="Straight Arrow Connector 31">
            <a:extLst>
              <a:ext uri="{FF2B5EF4-FFF2-40B4-BE49-F238E27FC236}">
                <a16:creationId xmlns:a16="http://schemas.microsoft.com/office/drawing/2014/main" id="{4217F2D9-89DF-99F3-9588-C5EE138732B8}"/>
              </a:ext>
            </a:extLst>
          </p:cNvPr>
          <p:cNvCxnSpPr>
            <a:cxnSpLocks/>
            <a:stCxn id="31" idx="6"/>
            <a:endCxn id="43" idx="3"/>
          </p:cNvCxnSpPr>
          <p:nvPr/>
        </p:nvCxnSpPr>
        <p:spPr>
          <a:xfrm flipV="1">
            <a:off x="9995833" y="1444685"/>
            <a:ext cx="806857" cy="798219"/>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a16="http://schemas.microsoft.com/office/drawing/2014/main" id="{4C93498F-DB07-4487-3C52-D4B4A0C10406}"/>
              </a:ext>
            </a:extLst>
          </p:cNvPr>
          <p:cNvCxnSpPr>
            <a:cxnSpLocks/>
            <a:stCxn id="30" idx="6"/>
            <a:endCxn id="43" idx="1"/>
          </p:cNvCxnSpPr>
          <p:nvPr/>
        </p:nvCxnSpPr>
        <p:spPr>
          <a:xfrm>
            <a:off x="9986123" y="371802"/>
            <a:ext cx="816567" cy="78287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62D11D39-4FDF-5540-51D6-8FA8FAF4CACF}"/>
                  </a:ext>
                </a:extLst>
              </p:cNvPr>
              <p:cNvSpPr txBox="1"/>
              <p:nvPr/>
            </p:nvSpPr>
            <p:spPr>
              <a:xfrm>
                <a:off x="10078294" y="264605"/>
                <a:ext cx="855270"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Nc</m:t>
                          </m:r>
                        </m:sub>
                      </m:sSub>
                    </m:oMath>
                  </m:oMathPara>
                </a14:m>
                <a:endParaRPr lang="en-US" dirty="0">
                  <a:solidFill>
                    <a:schemeClr val="tx1"/>
                  </a:solidFill>
                </a:endParaRPr>
              </a:p>
            </p:txBody>
          </p:sp>
        </mc:Choice>
        <mc:Fallback xmlns="">
          <p:sp>
            <p:nvSpPr>
              <p:cNvPr id="34" name="TextBox 33">
                <a:extLst>
                  <a:ext uri="{FF2B5EF4-FFF2-40B4-BE49-F238E27FC236}">
                    <a16:creationId xmlns:a16="http://schemas.microsoft.com/office/drawing/2014/main" id="{62D11D39-4FDF-5540-51D6-8FA8FAF4CACF}"/>
                  </a:ext>
                </a:extLst>
              </p:cNvPr>
              <p:cNvSpPr txBox="1">
                <a:spLocks noRot="1" noChangeAspect="1" noMove="1" noResize="1" noEditPoints="1" noAdjustHandles="1" noChangeArrowheads="1" noChangeShapeType="1" noTextEdit="1"/>
              </p:cNvSpPr>
              <p:nvPr/>
            </p:nvSpPr>
            <p:spPr>
              <a:xfrm>
                <a:off x="10078294" y="264605"/>
                <a:ext cx="855270" cy="369332"/>
              </a:xfrm>
              <a:prstGeom prst="rect">
                <a:avLst/>
              </a:prstGeom>
              <a:blipFill>
                <a:blip r:embed="rId1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C5336811-6812-595A-06E9-278A6A9BCE73}"/>
                  </a:ext>
                </a:extLst>
              </p:cNvPr>
              <p:cNvSpPr txBox="1"/>
              <p:nvPr/>
            </p:nvSpPr>
            <p:spPr>
              <a:xfrm>
                <a:off x="10136557" y="1792664"/>
                <a:ext cx="855270"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Nc</m:t>
                          </m:r>
                        </m:sub>
                      </m:sSub>
                    </m:oMath>
                  </m:oMathPara>
                </a14:m>
                <a:endParaRPr lang="en-US" dirty="0">
                  <a:solidFill>
                    <a:schemeClr val="tx1"/>
                  </a:solidFill>
                </a:endParaRPr>
              </a:p>
            </p:txBody>
          </p:sp>
        </mc:Choice>
        <mc:Fallback xmlns="">
          <p:sp>
            <p:nvSpPr>
              <p:cNvPr id="35" name="TextBox 34">
                <a:extLst>
                  <a:ext uri="{FF2B5EF4-FFF2-40B4-BE49-F238E27FC236}">
                    <a16:creationId xmlns:a16="http://schemas.microsoft.com/office/drawing/2014/main" id="{C5336811-6812-595A-06E9-278A6A9BCE73}"/>
                  </a:ext>
                </a:extLst>
              </p:cNvPr>
              <p:cNvSpPr txBox="1">
                <a:spLocks noRot="1" noChangeAspect="1" noMove="1" noResize="1" noEditPoints="1" noAdjustHandles="1" noChangeArrowheads="1" noChangeShapeType="1" noTextEdit="1"/>
              </p:cNvSpPr>
              <p:nvPr/>
            </p:nvSpPr>
            <p:spPr>
              <a:xfrm>
                <a:off x="10136557" y="1792664"/>
                <a:ext cx="855270" cy="369332"/>
              </a:xfrm>
              <a:prstGeom prst="rect">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F663DA83-B9A6-63D8-A0EB-7CFF12C0DEE0}"/>
                  </a:ext>
                </a:extLst>
              </p:cNvPr>
              <p:cNvSpPr txBox="1"/>
              <p:nvPr/>
            </p:nvSpPr>
            <p:spPr>
              <a:xfrm>
                <a:off x="8973209" y="617681"/>
                <a:ext cx="855270"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Na</m:t>
                          </m:r>
                        </m:sub>
                      </m:sSub>
                    </m:oMath>
                  </m:oMathPara>
                </a14:m>
                <a:endParaRPr lang="en-US" dirty="0">
                  <a:solidFill>
                    <a:schemeClr val="tx1"/>
                  </a:solidFill>
                </a:endParaRPr>
              </a:p>
            </p:txBody>
          </p:sp>
        </mc:Choice>
        <mc:Fallback xmlns="">
          <p:sp>
            <p:nvSpPr>
              <p:cNvPr id="36" name="TextBox 35">
                <a:extLst>
                  <a:ext uri="{FF2B5EF4-FFF2-40B4-BE49-F238E27FC236}">
                    <a16:creationId xmlns:a16="http://schemas.microsoft.com/office/drawing/2014/main" id="{F663DA83-B9A6-63D8-A0EB-7CFF12C0DEE0}"/>
                  </a:ext>
                </a:extLst>
              </p:cNvPr>
              <p:cNvSpPr txBox="1">
                <a:spLocks noRot="1" noChangeAspect="1" noMove="1" noResize="1" noEditPoints="1" noAdjustHandles="1" noChangeArrowheads="1" noChangeShapeType="1" noTextEdit="1"/>
              </p:cNvSpPr>
              <p:nvPr/>
            </p:nvSpPr>
            <p:spPr>
              <a:xfrm>
                <a:off x="8973209" y="617681"/>
                <a:ext cx="855270" cy="369332"/>
              </a:xfrm>
              <a:prstGeom prst="rect">
                <a:avLst/>
              </a:prstGeom>
              <a:blipFill>
                <a:blip r:embed="rId2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22A73132-A6C0-9747-24FB-D0B1786530C0}"/>
                  </a:ext>
                </a:extLst>
              </p:cNvPr>
              <p:cNvSpPr txBox="1"/>
              <p:nvPr/>
            </p:nvSpPr>
            <p:spPr>
              <a:xfrm>
                <a:off x="8905461" y="1528467"/>
                <a:ext cx="855270"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Nb</m:t>
                          </m:r>
                        </m:sub>
                      </m:sSub>
                    </m:oMath>
                  </m:oMathPara>
                </a14:m>
                <a:endParaRPr lang="en-US" dirty="0">
                  <a:solidFill>
                    <a:schemeClr val="tx1"/>
                  </a:solidFill>
                </a:endParaRPr>
              </a:p>
            </p:txBody>
          </p:sp>
        </mc:Choice>
        <mc:Fallback xmlns="">
          <p:sp>
            <p:nvSpPr>
              <p:cNvPr id="37" name="TextBox 36">
                <a:extLst>
                  <a:ext uri="{FF2B5EF4-FFF2-40B4-BE49-F238E27FC236}">
                    <a16:creationId xmlns:a16="http://schemas.microsoft.com/office/drawing/2014/main" id="{22A73132-A6C0-9747-24FB-D0B1786530C0}"/>
                  </a:ext>
                </a:extLst>
              </p:cNvPr>
              <p:cNvSpPr txBox="1">
                <a:spLocks noRot="1" noChangeAspect="1" noMove="1" noResize="1" noEditPoints="1" noAdjustHandles="1" noChangeArrowheads="1" noChangeShapeType="1" noTextEdit="1"/>
              </p:cNvSpPr>
              <p:nvPr/>
            </p:nvSpPr>
            <p:spPr>
              <a:xfrm>
                <a:off x="8905461" y="1528467"/>
                <a:ext cx="855270" cy="369332"/>
              </a:xfrm>
              <a:prstGeom prst="rect">
                <a:avLst/>
              </a:prstGeom>
              <a:blipFill>
                <a:blip r:embed="rId22"/>
                <a:stretch>
                  <a:fillRect/>
                </a:stretch>
              </a:blipFill>
            </p:spPr>
            <p:txBody>
              <a:bodyPr/>
              <a:lstStyle/>
              <a:p>
                <a:r>
                  <a:rPr lang="en-US">
                    <a:noFill/>
                  </a:rPr>
                  <a:t> </a:t>
                </a:r>
              </a:p>
            </p:txBody>
          </p:sp>
        </mc:Fallback>
      </mc:AlternateContent>
      <p:sp>
        <p:nvSpPr>
          <p:cNvPr id="38" name="Oval 37">
            <a:extLst>
              <a:ext uri="{FF2B5EF4-FFF2-40B4-BE49-F238E27FC236}">
                <a16:creationId xmlns:a16="http://schemas.microsoft.com/office/drawing/2014/main" id="{B70D2FFF-21B9-9C13-BD05-7C0A5BB6EE62}"/>
              </a:ext>
            </a:extLst>
          </p:cNvPr>
          <p:cNvSpPr>
            <a:spLocks noChangeAspect="1"/>
          </p:cNvSpPr>
          <p:nvPr/>
        </p:nvSpPr>
        <p:spPr>
          <a:xfrm>
            <a:off x="8524901" y="1094608"/>
            <a:ext cx="410141" cy="41014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39" name="Straight Arrow Connector 38">
            <a:extLst>
              <a:ext uri="{FF2B5EF4-FFF2-40B4-BE49-F238E27FC236}">
                <a16:creationId xmlns:a16="http://schemas.microsoft.com/office/drawing/2014/main" id="{6188155A-EAD9-1EAB-C52F-1B50F3E3EA46}"/>
              </a:ext>
            </a:extLst>
          </p:cNvPr>
          <p:cNvCxnSpPr>
            <a:cxnSpLocks/>
            <a:stCxn id="38" idx="0"/>
            <a:endCxn id="30" idx="2"/>
          </p:cNvCxnSpPr>
          <p:nvPr/>
        </p:nvCxnSpPr>
        <p:spPr>
          <a:xfrm flipV="1">
            <a:off x="8729972" y="371802"/>
            <a:ext cx="846010" cy="722806"/>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D338112B-F470-D2D4-EAB6-E0C6CE404E8C}"/>
                  </a:ext>
                </a:extLst>
              </p:cNvPr>
              <p:cNvSpPr txBox="1"/>
              <p:nvPr/>
            </p:nvSpPr>
            <p:spPr>
              <a:xfrm>
                <a:off x="7804969" y="886642"/>
                <a:ext cx="546041"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c</m:t>
                          </m:r>
                        </m:sub>
                      </m:sSub>
                    </m:oMath>
                  </m:oMathPara>
                </a14:m>
                <a:endParaRPr lang="en-US" dirty="0">
                  <a:solidFill>
                    <a:schemeClr val="tx1"/>
                  </a:solidFill>
                </a:endParaRPr>
              </a:p>
            </p:txBody>
          </p:sp>
        </mc:Choice>
        <mc:Fallback xmlns="">
          <p:sp>
            <p:nvSpPr>
              <p:cNvPr id="40" name="TextBox 39">
                <a:extLst>
                  <a:ext uri="{FF2B5EF4-FFF2-40B4-BE49-F238E27FC236}">
                    <a16:creationId xmlns:a16="http://schemas.microsoft.com/office/drawing/2014/main" id="{D338112B-F470-D2D4-EAB6-E0C6CE404E8C}"/>
                  </a:ext>
                </a:extLst>
              </p:cNvPr>
              <p:cNvSpPr txBox="1">
                <a:spLocks noRot="1" noChangeAspect="1" noMove="1" noResize="1" noEditPoints="1" noAdjustHandles="1" noChangeArrowheads="1" noChangeShapeType="1" noTextEdit="1"/>
              </p:cNvSpPr>
              <p:nvPr/>
            </p:nvSpPr>
            <p:spPr>
              <a:xfrm>
                <a:off x="7804969" y="886642"/>
                <a:ext cx="546041" cy="369332"/>
              </a:xfrm>
              <a:prstGeom prst="rect">
                <a:avLst/>
              </a:prstGeom>
              <a:blipFill>
                <a:blip r:embed="rId23"/>
                <a:stretch>
                  <a:fillRect/>
                </a:stretch>
              </a:blipFill>
            </p:spPr>
            <p:txBody>
              <a:bodyPr/>
              <a:lstStyle/>
              <a:p>
                <a:r>
                  <a:rPr lang="en-US">
                    <a:noFill/>
                  </a:rPr>
                  <a:t> </a:t>
                </a:r>
              </a:p>
            </p:txBody>
          </p:sp>
        </mc:Fallback>
      </mc:AlternateContent>
      <p:cxnSp>
        <p:nvCxnSpPr>
          <p:cNvPr id="41" name="Straight Arrow Connector 40">
            <a:extLst>
              <a:ext uri="{FF2B5EF4-FFF2-40B4-BE49-F238E27FC236}">
                <a16:creationId xmlns:a16="http://schemas.microsoft.com/office/drawing/2014/main" id="{0769E67E-357E-8F2A-30B2-D7C6B151534E}"/>
              </a:ext>
            </a:extLst>
          </p:cNvPr>
          <p:cNvCxnSpPr>
            <a:cxnSpLocks/>
            <a:endCxn id="49" idx="1"/>
          </p:cNvCxnSpPr>
          <p:nvPr/>
        </p:nvCxnSpPr>
        <p:spPr>
          <a:xfrm>
            <a:off x="7765440" y="1255974"/>
            <a:ext cx="740834" cy="1289"/>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42" name="Straight Arrow Connector 41">
            <a:extLst>
              <a:ext uri="{FF2B5EF4-FFF2-40B4-BE49-F238E27FC236}">
                <a16:creationId xmlns:a16="http://schemas.microsoft.com/office/drawing/2014/main" id="{50FCA170-3199-1AB6-9501-8468E56A0779}"/>
              </a:ext>
            </a:extLst>
          </p:cNvPr>
          <p:cNvCxnSpPr>
            <a:cxnSpLocks/>
            <a:stCxn id="38" idx="4"/>
            <a:endCxn id="31" idx="2"/>
          </p:cNvCxnSpPr>
          <p:nvPr/>
        </p:nvCxnSpPr>
        <p:spPr>
          <a:xfrm>
            <a:off x="8729972" y="1504749"/>
            <a:ext cx="855720" cy="738155"/>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sp>
        <p:nvSpPr>
          <p:cNvPr id="43" name="Oval 42">
            <a:extLst>
              <a:ext uri="{FF2B5EF4-FFF2-40B4-BE49-F238E27FC236}">
                <a16:creationId xmlns:a16="http://schemas.microsoft.com/office/drawing/2014/main" id="{08FCAD5D-A80D-CACB-293A-051E5855C6F9}"/>
              </a:ext>
            </a:extLst>
          </p:cNvPr>
          <p:cNvSpPr>
            <a:spLocks noChangeAspect="1"/>
          </p:cNvSpPr>
          <p:nvPr/>
        </p:nvSpPr>
        <p:spPr>
          <a:xfrm>
            <a:off x="10742626" y="1094608"/>
            <a:ext cx="410141" cy="41014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44" name="Straight Arrow Connector 43">
            <a:extLst>
              <a:ext uri="{FF2B5EF4-FFF2-40B4-BE49-F238E27FC236}">
                <a16:creationId xmlns:a16="http://schemas.microsoft.com/office/drawing/2014/main" id="{C1F97182-28F0-FE5A-B5FA-7751D4A4F508}"/>
              </a:ext>
            </a:extLst>
          </p:cNvPr>
          <p:cNvCxnSpPr>
            <a:cxnSpLocks/>
          </p:cNvCxnSpPr>
          <p:nvPr/>
        </p:nvCxnSpPr>
        <p:spPr>
          <a:xfrm flipV="1">
            <a:off x="11152767" y="1283396"/>
            <a:ext cx="782058" cy="16282"/>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50388D00-0826-6E3F-7981-6DB120C0039E}"/>
                  </a:ext>
                </a:extLst>
              </p:cNvPr>
              <p:cNvSpPr txBox="1"/>
              <p:nvPr/>
            </p:nvSpPr>
            <p:spPr>
              <a:xfrm>
                <a:off x="11375115" y="876413"/>
                <a:ext cx="524049" cy="369332"/>
              </a:xfrm>
              <a:prstGeom prst="rect">
                <a:avLst/>
              </a:prstGeom>
              <a:noFill/>
            </p:spPr>
            <p:txBody>
              <a:bodyPr wrap="square">
                <a:spAutoFit/>
              </a:bodyPr>
              <a:lstStyle/>
              <a:p>
                <a:pPr/>
                <a14:m>
                  <m:oMathPara xmlns:m="http://schemas.openxmlformats.org/officeDocument/2006/math">
                    <m:oMath>
                      <m:sSub>
                        <m:sSubPr>
                          <m:ctrlPr>
                            <a:rPr lang="de-DE" b="0" i="1" smtClean="0">
                              <a:latin typeface="Cambria Math" panose="02040503050406030204" pitchFamily="18" charset="0"/>
                            </a:rPr>
                          </m:ctrlPr>
                        </m:sSubPr>
                        <m:e>
                          <m:r>
                            <m:rPr>
                              <m:sty m:val="p"/>
                            </m:rPr>
                            <a:rPr lang="de-DE" b="0" i="1" smtClean="0">
                              <a:latin typeface="Cambria Math" panose="02040503050406030204" pitchFamily="18" charset="0"/>
                            </a:rPr>
                            <m:t>m</m:t>
                          </m:r>
                        </m:e>
                        <m:sub>
                          <m:r>
                            <m:rPr>
                              <m:sty m:val="p"/>
                            </m:rPr>
                            <a:rPr lang="de-DE" b="0" i="1" smtClean="0">
                              <a:latin typeface="Cambria Math" panose="02040503050406030204" pitchFamily="18" charset="0"/>
                            </a:rPr>
                            <m:t>out</m:t>
                          </m:r>
                        </m:sub>
                      </m:sSub>
                    </m:oMath>
                  </m:oMathPara>
                </a14:m>
                <a:endParaRPr lang="en-US" dirty="0"/>
              </a:p>
            </p:txBody>
          </p:sp>
        </mc:Choice>
        <mc:Fallback xmlns="">
          <p:sp>
            <p:nvSpPr>
              <p:cNvPr id="45" name="TextBox 44">
                <a:extLst>
                  <a:ext uri="{FF2B5EF4-FFF2-40B4-BE49-F238E27FC236}">
                    <a16:creationId xmlns:a16="http://schemas.microsoft.com/office/drawing/2014/main" id="{50388D00-0826-6E3F-7981-6DB120C0039E}"/>
                  </a:ext>
                </a:extLst>
              </p:cNvPr>
              <p:cNvSpPr txBox="1">
                <a:spLocks noRot="1" noChangeAspect="1" noMove="1" noResize="1" noEditPoints="1" noAdjustHandles="1" noChangeArrowheads="1" noChangeShapeType="1" noTextEdit="1"/>
              </p:cNvSpPr>
              <p:nvPr/>
            </p:nvSpPr>
            <p:spPr>
              <a:xfrm>
                <a:off x="11375115" y="876413"/>
                <a:ext cx="524049" cy="369332"/>
              </a:xfrm>
              <a:prstGeom prst="rect">
                <a:avLst/>
              </a:prstGeom>
              <a:blipFill>
                <a:blip r:embed="rId24"/>
                <a:stretch>
                  <a:fillRect r="-151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D9E9DB10-0E8B-A60D-2D0A-AD3829509D80}"/>
                  </a:ext>
                </a:extLst>
              </p:cNvPr>
              <p:cNvSpPr txBox="1"/>
              <p:nvPr/>
            </p:nvSpPr>
            <p:spPr>
              <a:xfrm>
                <a:off x="10724748" y="1074050"/>
                <a:ext cx="448081"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No</m:t>
                          </m:r>
                        </m:sub>
                      </m:sSub>
                    </m:oMath>
                  </m:oMathPara>
                </a14:m>
                <a:endParaRPr lang="en-US" dirty="0">
                  <a:solidFill>
                    <a:schemeClr val="bg1"/>
                  </a:solidFill>
                </a:endParaRPr>
              </a:p>
            </p:txBody>
          </p:sp>
        </mc:Choice>
        <mc:Fallback xmlns="">
          <p:sp>
            <p:nvSpPr>
              <p:cNvPr id="46" name="TextBox 45">
                <a:extLst>
                  <a:ext uri="{FF2B5EF4-FFF2-40B4-BE49-F238E27FC236}">
                    <a16:creationId xmlns:a16="http://schemas.microsoft.com/office/drawing/2014/main" id="{D9E9DB10-0E8B-A60D-2D0A-AD3829509D80}"/>
                  </a:ext>
                </a:extLst>
              </p:cNvPr>
              <p:cNvSpPr txBox="1">
                <a:spLocks noRot="1" noChangeAspect="1" noMove="1" noResize="1" noEditPoints="1" noAdjustHandles="1" noChangeArrowheads="1" noChangeShapeType="1" noTextEdit="1"/>
              </p:cNvSpPr>
              <p:nvPr/>
            </p:nvSpPr>
            <p:spPr>
              <a:xfrm>
                <a:off x="10724748" y="1074050"/>
                <a:ext cx="448081" cy="369332"/>
              </a:xfrm>
              <a:prstGeom prst="rect">
                <a:avLst/>
              </a:prstGeom>
              <a:blipFill>
                <a:blip r:embed="rId25"/>
                <a:stretch>
                  <a:fillRect r="-405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BF5B0A67-69BC-DDE6-D5C1-48EEAE990A34}"/>
                  </a:ext>
                </a:extLst>
              </p:cNvPr>
              <p:cNvSpPr txBox="1"/>
              <p:nvPr/>
            </p:nvSpPr>
            <p:spPr>
              <a:xfrm>
                <a:off x="9511235" y="134106"/>
                <a:ext cx="557613"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Na</m:t>
                          </m:r>
                        </m:sub>
                      </m:sSub>
                    </m:oMath>
                  </m:oMathPara>
                </a14:m>
                <a:endParaRPr lang="en-US" dirty="0">
                  <a:solidFill>
                    <a:schemeClr val="bg1"/>
                  </a:solidFill>
                </a:endParaRPr>
              </a:p>
            </p:txBody>
          </p:sp>
        </mc:Choice>
        <mc:Fallback xmlns="">
          <p:sp>
            <p:nvSpPr>
              <p:cNvPr id="47" name="TextBox 46">
                <a:extLst>
                  <a:ext uri="{FF2B5EF4-FFF2-40B4-BE49-F238E27FC236}">
                    <a16:creationId xmlns:a16="http://schemas.microsoft.com/office/drawing/2014/main" id="{BF5B0A67-69BC-DDE6-D5C1-48EEAE990A34}"/>
                  </a:ext>
                </a:extLst>
              </p:cNvPr>
              <p:cNvSpPr txBox="1">
                <a:spLocks noRot="1" noChangeAspect="1" noMove="1" noResize="1" noEditPoints="1" noAdjustHandles="1" noChangeArrowheads="1" noChangeShapeType="1" noTextEdit="1"/>
              </p:cNvSpPr>
              <p:nvPr/>
            </p:nvSpPr>
            <p:spPr>
              <a:xfrm>
                <a:off x="9511235" y="134106"/>
                <a:ext cx="557613" cy="369332"/>
              </a:xfrm>
              <a:prstGeom prst="rect">
                <a:avLst/>
              </a:prstGeom>
              <a:blipFill>
                <a:blip r:embed="rId2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B6D3F7F8-C94E-4A0F-C68D-070AABB6AC72}"/>
                  </a:ext>
                </a:extLst>
              </p:cNvPr>
              <p:cNvSpPr txBox="1"/>
              <p:nvPr/>
            </p:nvSpPr>
            <p:spPr>
              <a:xfrm>
                <a:off x="9565907" y="2016332"/>
                <a:ext cx="421017"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Nb</m:t>
                          </m:r>
                        </m:sub>
                      </m:sSub>
                    </m:oMath>
                  </m:oMathPara>
                </a14:m>
                <a:endParaRPr lang="en-US" dirty="0">
                  <a:solidFill>
                    <a:schemeClr val="bg1"/>
                  </a:solidFill>
                </a:endParaRPr>
              </a:p>
            </p:txBody>
          </p:sp>
        </mc:Choice>
        <mc:Fallback xmlns="">
          <p:sp>
            <p:nvSpPr>
              <p:cNvPr id="48" name="TextBox 47">
                <a:extLst>
                  <a:ext uri="{FF2B5EF4-FFF2-40B4-BE49-F238E27FC236}">
                    <a16:creationId xmlns:a16="http://schemas.microsoft.com/office/drawing/2014/main" id="{B6D3F7F8-C94E-4A0F-C68D-070AABB6AC72}"/>
                  </a:ext>
                </a:extLst>
              </p:cNvPr>
              <p:cNvSpPr txBox="1">
                <a:spLocks noRot="1" noChangeAspect="1" noMove="1" noResize="1" noEditPoints="1" noAdjustHandles="1" noChangeArrowheads="1" noChangeShapeType="1" noTextEdit="1"/>
              </p:cNvSpPr>
              <p:nvPr/>
            </p:nvSpPr>
            <p:spPr>
              <a:xfrm>
                <a:off x="9565907" y="2016332"/>
                <a:ext cx="421017" cy="369332"/>
              </a:xfrm>
              <a:prstGeom prst="rect">
                <a:avLst/>
              </a:prstGeom>
              <a:blipFill>
                <a:blip r:embed="rId27"/>
                <a:stretch>
                  <a:fillRect r="-130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858D489F-E3B6-EE20-6E29-0C609871EE76}"/>
                  </a:ext>
                </a:extLst>
              </p:cNvPr>
              <p:cNvSpPr txBox="1"/>
              <p:nvPr/>
            </p:nvSpPr>
            <p:spPr>
              <a:xfrm>
                <a:off x="8506274" y="1072597"/>
                <a:ext cx="448081"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Ni</m:t>
                          </m:r>
                        </m:sub>
                      </m:sSub>
                    </m:oMath>
                  </m:oMathPara>
                </a14:m>
                <a:endParaRPr lang="en-US" dirty="0">
                  <a:solidFill>
                    <a:schemeClr val="bg1"/>
                  </a:solidFill>
                </a:endParaRPr>
              </a:p>
            </p:txBody>
          </p:sp>
        </mc:Choice>
        <mc:Fallback xmlns="">
          <p:sp>
            <p:nvSpPr>
              <p:cNvPr id="49" name="TextBox 48">
                <a:extLst>
                  <a:ext uri="{FF2B5EF4-FFF2-40B4-BE49-F238E27FC236}">
                    <a16:creationId xmlns:a16="http://schemas.microsoft.com/office/drawing/2014/main" id="{858D489F-E3B6-EE20-6E29-0C609871EE76}"/>
                  </a:ext>
                </a:extLst>
              </p:cNvPr>
              <p:cNvSpPr txBox="1">
                <a:spLocks noRot="1" noChangeAspect="1" noMove="1" noResize="1" noEditPoints="1" noAdjustHandles="1" noChangeArrowheads="1" noChangeShapeType="1" noTextEdit="1"/>
              </p:cNvSpPr>
              <p:nvPr/>
            </p:nvSpPr>
            <p:spPr>
              <a:xfrm>
                <a:off x="8506274" y="1072597"/>
                <a:ext cx="448081" cy="369332"/>
              </a:xfrm>
              <a:prstGeom prst="rect">
                <a:avLst/>
              </a:prstGeom>
              <a:blipFill>
                <a:blip r:embed="rId28"/>
                <a:stretch>
                  <a:fillRect/>
                </a:stretch>
              </a:blipFill>
            </p:spPr>
            <p:txBody>
              <a:bodyPr/>
              <a:lstStyle/>
              <a:p>
                <a:r>
                  <a:rPr lang="en-US">
                    <a:noFill/>
                  </a:rPr>
                  <a:t> </a:t>
                </a:r>
              </a:p>
            </p:txBody>
          </p:sp>
        </mc:Fallback>
      </mc:AlternateContent>
      <p:cxnSp>
        <p:nvCxnSpPr>
          <p:cNvPr id="60" name="Straight Connector 59">
            <a:extLst>
              <a:ext uri="{FF2B5EF4-FFF2-40B4-BE49-F238E27FC236}">
                <a16:creationId xmlns:a16="http://schemas.microsoft.com/office/drawing/2014/main" id="{9BCD99D5-7F76-6CB7-1D4E-6F433C18EA80}"/>
              </a:ext>
            </a:extLst>
          </p:cNvPr>
          <p:cNvCxnSpPr>
            <a:cxnSpLocks/>
          </p:cNvCxnSpPr>
          <p:nvPr/>
        </p:nvCxnSpPr>
        <p:spPr>
          <a:xfrm>
            <a:off x="7775843" y="695981"/>
            <a:ext cx="8451" cy="559993"/>
          </a:xfrm>
          <a:prstGeom prst="line">
            <a:avLst/>
          </a:prstGeom>
        </p:spPr>
        <p:style>
          <a:lnRef idx="2">
            <a:schemeClr val="accent1"/>
          </a:lnRef>
          <a:fillRef idx="0">
            <a:schemeClr val="accent1"/>
          </a:fillRef>
          <a:effectRef idx="1">
            <a:schemeClr val="accent1"/>
          </a:effectRef>
          <a:fontRef idx="minor">
            <a:schemeClr val="tx1"/>
          </a:fontRef>
        </p:style>
      </p:cxnSp>
      <p:sp>
        <p:nvSpPr>
          <p:cNvPr id="113" name="Rectangle 112">
            <a:extLst>
              <a:ext uri="{FF2B5EF4-FFF2-40B4-BE49-F238E27FC236}">
                <a16:creationId xmlns:a16="http://schemas.microsoft.com/office/drawing/2014/main" id="{9C016EBC-870E-A363-1EF9-425418D97733}"/>
              </a:ext>
            </a:extLst>
          </p:cNvPr>
          <p:cNvSpPr/>
          <p:nvPr/>
        </p:nvSpPr>
        <p:spPr>
          <a:xfrm>
            <a:off x="8320025" y="45697"/>
            <a:ext cx="3073000" cy="2537212"/>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15" name="TextBox 114">
            <a:extLst>
              <a:ext uri="{FF2B5EF4-FFF2-40B4-BE49-F238E27FC236}">
                <a16:creationId xmlns:a16="http://schemas.microsoft.com/office/drawing/2014/main" id="{656CBDFA-8ECB-2017-16CE-7DD226F898A8}"/>
              </a:ext>
            </a:extLst>
          </p:cNvPr>
          <p:cNvSpPr txBox="1"/>
          <p:nvPr/>
        </p:nvSpPr>
        <p:spPr>
          <a:xfrm>
            <a:off x="8334903" y="76227"/>
            <a:ext cx="473206" cy="338554"/>
          </a:xfrm>
          <a:prstGeom prst="rect">
            <a:avLst/>
          </a:prstGeom>
          <a:noFill/>
        </p:spPr>
        <p:txBody>
          <a:bodyPr wrap="none" rtlCol="0">
            <a:spAutoFit/>
          </a:bodyPr>
          <a:lstStyle/>
          <a:p>
            <a:r>
              <a:rPr lang="en-US" sz="1600" dirty="0"/>
              <a:t>NN</a:t>
            </a:r>
          </a:p>
        </p:txBody>
      </p:sp>
      <p:sp>
        <p:nvSpPr>
          <p:cNvPr id="2" name="Rectangle: Rounded Corners 1">
            <a:extLst>
              <a:ext uri="{FF2B5EF4-FFF2-40B4-BE49-F238E27FC236}">
                <a16:creationId xmlns:a16="http://schemas.microsoft.com/office/drawing/2014/main" id="{7895B9D3-4D74-16DC-4129-E3402BB20B3C}"/>
              </a:ext>
            </a:extLst>
          </p:cNvPr>
          <p:cNvSpPr/>
          <p:nvPr/>
        </p:nvSpPr>
        <p:spPr>
          <a:xfrm>
            <a:off x="239244" y="2819746"/>
            <a:ext cx="1289392" cy="767408"/>
          </a:xfrm>
          <a:prstGeom prst="roundRect">
            <a:avLst>
              <a:gd name="adj" fmla="val 11702"/>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18CF4DF5-6554-6620-7C12-BA2B8F5BDBAB}"/>
              </a:ext>
            </a:extLst>
          </p:cNvPr>
          <p:cNvSpPr txBox="1"/>
          <p:nvPr/>
        </p:nvSpPr>
        <p:spPr>
          <a:xfrm>
            <a:off x="233856" y="2926197"/>
            <a:ext cx="1385316" cy="646331"/>
          </a:xfrm>
          <a:prstGeom prst="rect">
            <a:avLst/>
          </a:prstGeom>
          <a:noFill/>
        </p:spPr>
        <p:txBody>
          <a:bodyPr wrap="none" rtlCol="0">
            <a:spAutoFit/>
          </a:bodyPr>
          <a:lstStyle/>
          <a:p>
            <a:pPr algn="ctr"/>
            <a:r>
              <a:rPr lang="de-DE" dirty="0" err="1"/>
              <a:t>Map</a:t>
            </a:r>
            <a:r>
              <a:rPr lang="de-DE" dirty="0"/>
              <a:t> Chem. </a:t>
            </a:r>
          </a:p>
          <a:p>
            <a:pPr algn="ctr"/>
            <a:r>
              <a:rPr lang="de-DE" dirty="0"/>
              <a:t>Diff. in S</a:t>
            </a:r>
            <a:endParaRPr lang="en-US" dirty="0"/>
          </a:p>
        </p:txBody>
      </p:sp>
      <p:sp>
        <p:nvSpPr>
          <p:cNvPr id="11" name="Oval 10">
            <a:extLst>
              <a:ext uri="{FF2B5EF4-FFF2-40B4-BE49-F238E27FC236}">
                <a16:creationId xmlns:a16="http://schemas.microsoft.com/office/drawing/2014/main" id="{E941211E-BE8F-4653-058E-E3FA2BD2223F}"/>
              </a:ext>
            </a:extLst>
          </p:cNvPr>
          <p:cNvSpPr>
            <a:spLocks noChangeAspect="1"/>
          </p:cNvSpPr>
          <p:nvPr/>
        </p:nvSpPr>
        <p:spPr>
          <a:xfrm>
            <a:off x="81221" y="2690298"/>
            <a:ext cx="316045" cy="316045"/>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solidFill>
                  <a:schemeClr val="tx1"/>
                </a:solidFill>
              </a:rPr>
              <a:t>1</a:t>
            </a:r>
            <a:endParaRPr lang="en-US" dirty="0">
              <a:solidFill>
                <a:schemeClr val="tx1"/>
              </a:solidFill>
            </a:endParaRPr>
          </a:p>
        </p:txBody>
      </p:sp>
      <p:sp>
        <p:nvSpPr>
          <p:cNvPr id="12" name="Rectangle: Rounded Corners 11">
            <a:extLst>
              <a:ext uri="{FF2B5EF4-FFF2-40B4-BE49-F238E27FC236}">
                <a16:creationId xmlns:a16="http://schemas.microsoft.com/office/drawing/2014/main" id="{11689145-5160-F2C9-8ABA-2395916F3C55}"/>
              </a:ext>
            </a:extLst>
          </p:cNvPr>
          <p:cNvSpPr/>
          <p:nvPr/>
        </p:nvSpPr>
        <p:spPr>
          <a:xfrm>
            <a:off x="1976464" y="2819746"/>
            <a:ext cx="1289392" cy="767408"/>
          </a:xfrm>
          <a:prstGeom prst="roundRect">
            <a:avLst>
              <a:gd name="adj" fmla="val 11702"/>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2C1AFAEA-E9CB-0B17-C2B5-253B0849A2C6}"/>
              </a:ext>
            </a:extLst>
          </p:cNvPr>
          <p:cNvSpPr txBox="1"/>
          <p:nvPr/>
        </p:nvSpPr>
        <p:spPr>
          <a:xfrm>
            <a:off x="2085597" y="2940823"/>
            <a:ext cx="1071126" cy="646331"/>
          </a:xfrm>
          <a:prstGeom prst="rect">
            <a:avLst/>
          </a:prstGeom>
          <a:noFill/>
        </p:spPr>
        <p:txBody>
          <a:bodyPr wrap="none" rtlCol="0">
            <a:spAutoFit/>
          </a:bodyPr>
          <a:lstStyle/>
          <a:p>
            <a:pPr algn="ctr"/>
            <a:r>
              <a:rPr lang="de-DE" dirty="0" err="1"/>
              <a:t>Simulate</a:t>
            </a:r>
            <a:endParaRPr lang="de-DE" dirty="0"/>
          </a:p>
          <a:p>
            <a:pPr algn="ctr"/>
            <a:r>
              <a:rPr lang="de-DE" dirty="0" err="1"/>
              <a:t>Kinetics</a:t>
            </a:r>
            <a:endParaRPr lang="en-US" dirty="0"/>
          </a:p>
        </p:txBody>
      </p:sp>
      <p:sp>
        <p:nvSpPr>
          <p:cNvPr id="14" name="Oval 13">
            <a:extLst>
              <a:ext uri="{FF2B5EF4-FFF2-40B4-BE49-F238E27FC236}">
                <a16:creationId xmlns:a16="http://schemas.microsoft.com/office/drawing/2014/main" id="{8075CE64-2282-7E4B-3C21-7B1854D5D53C}"/>
              </a:ext>
            </a:extLst>
          </p:cNvPr>
          <p:cNvSpPr>
            <a:spLocks noChangeAspect="1"/>
          </p:cNvSpPr>
          <p:nvPr/>
        </p:nvSpPr>
        <p:spPr>
          <a:xfrm>
            <a:off x="1818441" y="2661723"/>
            <a:ext cx="316045" cy="316045"/>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solidFill>
                  <a:schemeClr val="tx1"/>
                </a:solidFill>
              </a:rPr>
              <a:t>2</a:t>
            </a:r>
            <a:endParaRPr lang="en-US" dirty="0">
              <a:solidFill>
                <a:schemeClr val="tx1"/>
              </a:solidFill>
            </a:endParaRPr>
          </a:p>
        </p:txBody>
      </p:sp>
      <p:cxnSp>
        <p:nvCxnSpPr>
          <p:cNvPr id="16" name="Straight Arrow Connector 15">
            <a:extLst>
              <a:ext uri="{FF2B5EF4-FFF2-40B4-BE49-F238E27FC236}">
                <a16:creationId xmlns:a16="http://schemas.microsoft.com/office/drawing/2014/main" id="{5B7D79FB-3CF7-6B1C-C0B4-33966DDED2F6}"/>
              </a:ext>
            </a:extLst>
          </p:cNvPr>
          <p:cNvCxnSpPr>
            <a:cxnSpLocks/>
            <a:stCxn id="2" idx="3"/>
            <a:endCxn id="12" idx="1"/>
          </p:cNvCxnSpPr>
          <p:nvPr/>
        </p:nvCxnSpPr>
        <p:spPr>
          <a:xfrm>
            <a:off x="1528636" y="3203450"/>
            <a:ext cx="447828" cy="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sp>
        <p:nvSpPr>
          <p:cNvPr id="18" name="Rectangle: Rounded Corners 17">
            <a:extLst>
              <a:ext uri="{FF2B5EF4-FFF2-40B4-BE49-F238E27FC236}">
                <a16:creationId xmlns:a16="http://schemas.microsoft.com/office/drawing/2014/main" id="{D30075F6-D194-20BA-6E5A-822429A31774}"/>
              </a:ext>
            </a:extLst>
          </p:cNvPr>
          <p:cNvSpPr/>
          <p:nvPr/>
        </p:nvSpPr>
        <p:spPr>
          <a:xfrm>
            <a:off x="3713684" y="2819746"/>
            <a:ext cx="1289392" cy="767408"/>
          </a:xfrm>
          <a:prstGeom prst="roundRect">
            <a:avLst>
              <a:gd name="adj" fmla="val 11702"/>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F48CA1AD-ACC4-65C7-5751-5CA5CCA7B722}"/>
              </a:ext>
            </a:extLst>
          </p:cNvPr>
          <p:cNvSpPr txBox="1"/>
          <p:nvPr/>
        </p:nvSpPr>
        <p:spPr>
          <a:xfrm>
            <a:off x="3647057" y="2940823"/>
            <a:ext cx="1403398" cy="646331"/>
          </a:xfrm>
          <a:prstGeom prst="rect">
            <a:avLst/>
          </a:prstGeom>
          <a:noFill/>
        </p:spPr>
        <p:txBody>
          <a:bodyPr wrap="none" rtlCol="0">
            <a:spAutoFit/>
          </a:bodyPr>
          <a:lstStyle/>
          <a:p>
            <a:pPr algn="ctr"/>
            <a:r>
              <a:rPr lang="de-DE" dirty="0" err="1"/>
              <a:t>Map</a:t>
            </a:r>
            <a:endParaRPr lang="de-DE" dirty="0"/>
          </a:p>
          <a:p>
            <a:pPr algn="ctr"/>
            <a:r>
              <a:rPr lang="de-DE" dirty="0"/>
              <a:t>Counter in S</a:t>
            </a:r>
            <a:endParaRPr lang="en-US" dirty="0"/>
          </a:p>
        </p:txBody>
      </p:sp>
      <p:sp>
        <p:nvSpPr>
          <p:cNvPr id="20" name="Oval 19">
            <a:extLst>
              <a:ext uri="{FF2B5EF4-FFF2-40B4-BE49-F238E27FC236}">
                <a16:creationId xmlns:a16="http://schemas.microsoft.com/office/drawing/2014/main" id="{900612CA-981A-629D-290C-81BDD6AEAC97}"/>
              </a:ext>
            </a:extLst>
          </p:cNvPr>
          <p:cNvSpPr>
            <a:spLocks noChangeAspect="1"/>
          </p:cNvSpPr>
          <p:nvPr/>
        </p:nvSpPr>
        <p:spPr>
          <a:xfrm>
            <a:off x="3555661" y="2661723"/>
            <a:ext cx="316045" cy="316045"/>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solidFill>
                  <a:schemeClr val="tx1"/>
                </a:solidFill>
              </a:rPr>
              <a:t>3</a:t>
            </a:r>
            <a:endParaRPr lang="en-US" dirty="0">
              <a:solidFill>
                <a:schemeClr val="tx1"/>
              </a:solidFill>
            </a:endParaRPr>
          </a:p>
        </p:txBody>
      </p:sp>
      <p:cxnSp>
        <p:nvCxnSpPr>
          <p:cNvPr id="21" name="Straight Arrow Connector 20">
            <a:extLst>
              <a:ext uri="{FF2B5EF4-FFF2-40B4-BE49-F238E27FC236}">
                <a16:creationId xmlns:a16="http://schemas.microsoft.com/office/drawing/2014/main" id="{07666C6B-CF30-3165-E543-9EE72F4BD0D5}"/>
              </a:ext>
            </a:extLst>
          </p:cNvPr>
          <p:cNvCxnSpPr>
            <a:cxnSpLocks/>
            <a:endCxn id="18" idx="1"/>
          </p:cNvCxnSpPr>
          <p:nvPr/>
        </p:nvCxnSpPr>
        <p:spPr>
          <a:xfrm>
            <a:off x="3265856" y="3203450"/>
            <a:ext cx="447828" cy="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sp>
        <p:nvSpPr>
          <p:cNvPr id="22" name="Rectangle: Rounded Corners 21">
            <a:extLst>
              <a:ext uri="{FF2B5EF4-FFF2-40B4-BE49-F238E27FC236}">
                <a16:creationId xmlns:a16="http://schemas.microsoft.com/office/drawing/2014/main" id="{9A8121EF-ADEA-E9D6-6B30-D811C021C85A}"/>
              </a:ext>
            </a:extLst>
          </p:cNvPr>
          <p:cNvSpPr/>
          <p:nvPr/>
        </p:nvSpPr>
        <p:spPr>
          <a:xfrm>
            <a:off x="5451304" y="2807360"/>
            <a:ext cx="1289392" cy="767408"/>
          </a:xfrm>
          <a:prstGeom prst="roundRect">
            <a:avLst>
              <a:gd name="adj" fmla="val 11702"/>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29E18020-80E3-F2AC-02A4-274648B41BFF}"/>
              </a:ext>
            </a:extLst>
          </p:cNvPr>
          <p:cNvSpPr txBox="1"/>
          <p:nvPr/>
        </p:nvSpPr>
        <p:spPr>
          <a:xfrm>
            <a:off x="5628559" y="2928437"/>
            <a:ext cx="915635" cy="646331"/>
          </a:xfrm>
          <a:prstGeom prst="rect">
            <a:avLst/>
          </a:prstGeom>
          <a:noFill/>
        </p:spPr>
        <p:txBody>
          <a:bodyPr wrap="none" rtlCol="0">
            <a:spAutoFit/>
          </a:bodyPr>
          <a:lstStyle/>
          <a:p>
            <a:pPr algn="ctr"/>
            <a:r>
              <a:rPr lang="de-DE" dirty="0" err="1"/>
              <a:t>Map</a:t>
            </a:r>
            <a:endParaRPr lang="de-DE" dirty="0"/>
          </a:p>
          <a:p>
            <a:pPr algn="ctr"/>
            <a:r>
              <a:rPr lang="de-DE" dirty="0"/>
              <a:t>NN in S</a:t>
            </a:r>
            <a:endParaRPr lang="en-US" dirty="0"/>
          </a:p>
        </p:txBody>
      </p:sp>
      <p:sp>
        <p:nvSpPr>
          <p:cNvPr id="24" name="Oval 23">
            <a:extLst>
              <a:ext uri="{FF2B5EF4-FFF2-40B4-BE49-F238E27FC236}">
                <a16:creationId xmlns:a16="http://schemas.microsoft.com/office/drawing/2014/main" id="{EECF927C-AF0F-6FF1-8714-B3F2B0302FA4}"/>
              </a:ext>
            </a:extLst>
          </p:cNvPr>
          <p:cNvSpPr>
            <a:spLocks noChangeAspect="1"/>
          </p:cNvSpPr>
          <p:nvPr/>
        </p:nvSpPr>
        <p:spPr>
          <a:xfrm>
            <a:off x="5293281" y="2649337"/>
            <a:ext cx="316045" cy="316045"/>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solidFill>
                  <a:schemeClr val="tx1"/>
                </a:solidFill>
              </a:rPr>
              <a:t>4</a:t>
            </a:r>
            <a:endParaRPr lang="en-US" dirty="0">
              <a:solidFill>
                <a:schemeClr val="tx1"/>
              </a:solidFill>
            </a:endParaRPr>
          </a:p>
        </p:txBody>
      </p:sp>
      <p:cxnSp>
        <p:nvCxnSpPr>
          <p:cNvPr id="25" name="Straight Arrow Connector 24">
            <a:extLst>
              <a:ext uri="{FF2B5EF4-FFF2-40B4-BE49-F238E27FC236}">
                <a16:creationId xmlns:a16="http://schemas.microsoft.com/office/drawing/2014/main" id="{CB9D1E15-E9CB-009B-1592-15909774779D}"/>
              </a:ext>
            </a:extLst>
          </p:cNvPr>
          <p:cNvCxnSpPr>
            <a:cxnSpLocks/>
            <a:endCxn id="22" idx="1"/>
          </p:cNvCxnSpPr>
          <p:nvPr/>
        </p:nvCxnSpPr>
        <p:spPr>
          <a:xfrm>
            <a:off x="5003476" y="3191064"/>
            <a:ext cx="447828" cy="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pic>
        <p:nvPicPr>
          <p:cNvPr id="26" name="Picture 25">
            <a:extLst>
              <a:ext uri="{FF2B5EF4-FFF2-40B4-BE49-F238E27FC236}">
                <a16:creationId xmlns:a16="http://schemas.microsoft.com/office/drawing/2014/main" id="{23876092-07DB-5B50-08F6-0A932B247948}"/>
              </a:ext>
            </a:extLst>
          </p:cNvPr>
          <p:cNvPicPr>
            <a:picLocks noChangeAspect="1"/>
          </p:cNvPicPr>
          <p:nvPr/>
        </p:nvPicPr>
        <p:blipFill>
          <a:blip r:embed="rId29"/>
          <a:stretch>
            <a:fillRect/>
          </a:stretch>
        </p:blipFill>
        <p:spPr>
          <a:xfrm>
            <a:off x="5497709" y="3676605"/>
            <a:ext cx="6620799" cy="2267266"/>
          </a:xfrm>
          <a:prstGeom prst="rect">
            <a:avLst/>
          </a:prstGeom>
        </p:spPr>
      </p:pic>
      <p:sp>
        <p:nvSpPr>
          <p:cNvPr id="28" name="TextBox 27">
            <a:extLst>
              <a:ext uri="{FF2B5EF4-FFF2-40B4-BE49-F238E27FC236}">
                <a16:creationId xmlns:a16="http://schemas.microsoft.com/office/drawing/2014/main" id="{D87CDCCD-D846-80C2-D14C-22326EF2250E}"/>
              </a:ext>
            </a:extLst>
          </p:cNvPr>
          <p:cNvSpPr txBox="1"/>
          <p:nvPr/>
        </p:nvSpPr>
        <p:spPr>
          <a:xfrm>
            <a:off x="-53273" y="4224577"/>
            <a:ext cx="5216737" cy="646331"/>
          </a:xfrm>
          <a:prstGeom prst="rect">
            <a:avLst/>
          </a:prstGeom>
          <a:noFill/>
        </p:spPr>
        <p:txBody>
          <a:bodyPr wrap="square">
            <a:spAutoFit/>
          </a:bodyPr>
          <a:lstStyle/>
          <a:p>
            <a:r>
              <a:rPr lang="en-US" dirty="0"/>
              <a:t>Joint candidates passing 7-reaction gene-</a:t>
            </a:r>
            <a:r>
              <a:rPr lang="en-US" dirty="0" err="1"/>
              <a:t>disjointness</a:t>
            </a:r>
            <a:r>
              <a:rPr lang="en-US" dirty="0"/>
              <a:t>: 31</a:t>
            </a:r>
          </a:p>
        </p:txBody>
      </p:sp>
    </p:spTree>
    <p:extLst>
      <p:ext uri="{BB962C8B-B14F-4D97-AF65-F5344CB8AC3E}">
        <p14:creationId xmlns:p14="http://schemas.microsoft.com/office/powerpoint/2010/main" val="148948839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63CEE1F-6718-81A1-46D2-7CF496256C99}"/>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C38B6FC7-199C-F1A9-5FC7-56A07973DF56}"/>
              </a:ext>
            </a:extLst>
          </p:cNvPr>
          <p:cNvSpPr/>
          <p:nvPr/>
        </p:nvSpPr>
        <p:spPr>
          <a:xfrm>
            <a:off x="112333" y="6080783"/>
            <a:ext cx="1371600" cy="73152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Algorithm </a:t>
            </a:r>
          </a:p>
        </p:txBody>
      </p:sp>
      <p:sp>
        <p:nvSpPr>
          <p:cNvPr id="5" name="Rectangle: Rounded Corners 4">
            <a:extLst>
              <a:ext uri="{FF2B5EF4-FFF2-40B4-BE49-F238E27FC236}">
                <a16:creationId xmlns:a16="http://schemas.microsoft.com/office/drawing/2014/main" id="{9027EC54-733E-F5AE-65BF-978BDB9C4A45}"/>
              </a:ext>
            </a:extLst>
          </p:cNvPr>
          <p:cNvSpPr/>
          <p:nvPr/>
        </p:nvSpPr>
        <p:spPr>
          <a:xfrm>
            <a:off x="1948877" y="6080783"/>
            <a:ext cx="1371600" cy="731520"/>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Chemical Reactions </a:t>
            </a:r>
          </a:p>
        </p:txBody>
      </p:sp>
      <p:sp>
        <p:nvSpPr>
          <p:cNvPr id="6" name="Rectangle: Rounded Corners 5">
            <a:extLst>
              <a:ext uri="{FF2B5EF4-FFF2-40B4-BE49-F238E27FC236}">
                <a16:creationId xmlns:a16="http://schemas.microsoft.com/office/drawing/2014/main" id="{6FD7A601-0B76-8C16-CDFE-808A3988E83A}"/>
              </a:ext>
            </a:extLst>
          </p:cNvPr>
          <p:cNvSpPr/>
          <p:nvPr/>
        </p:nvSpPr>
        <p:spPr>
          <a:xfrm>
            <a:off x="3785421" y="6080783"/>
            <a:ext cx="1371600" cy="731520"/>
          </a:xfrm>
          <a:prstGeom prst="roundRect">
            <a:avLst/>
          </a:prstGeom>
          <a:solidFill>
            <a:srgbClr val="DCEAF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Metabolic Network</a:t>
            </a:r>
          </a:p>
        </p:txBody>
      </p:sp>
      <p:sp>
        <p:nvSpPr>
          <p:cNvPr id="7" name="Rectangle: Rounded Corners 6">
            <a:extLst>
              <a:ext uri="{FF2B5EF4-FFF2-40B4-BE49-F238E27FC236}">
                <a16:creationId xmlns:a16="http://schemas.microsoft.com/office/drawing/2014/main" id="{384CE302-80B2-99FA-62CF-2E795CA1D049}"/>
              </a:ext>
            </a:extLst>
          </p:cNvPr>
          <p:cNvSpPr/>
          <p:nvPr/>
        </p:nvSpPr>
        <p:spPr>
          <a:xfrm>
            <a:off x="5621966" y="6080783"/>
            <a:ext cx="1371600" cy="73152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THz Actuation</a:t>
            </a:r>
          </a:p>
        </p:txBody>
      </p:sp>
      <p:cxnSp>
        <p:nvCxnSpPr>
          <p:cNvPr id="8" name="Straight Arrow Connector 7">
            <a:extLst>
              <a:ext uri="{FF2B5EF4-FFF2-40B4-BE49-F238E27FC236}">
                <a16:creationId xmlns:a16="http://schemas.microsoft.com/office/drawing/2014/main" id="{2EC3A91A-F46C-269D-B985-DCA508D60C62}"/>
              </a:ext>
            </a:extLst>
          </p:cNvPr>
          <p:cNvCxnSpPr>
            <a:cxnSpLocks/>
            <a:stCxn id="4" idx="3"/>
            <a:endCxn id="5" idx="1"/>
          </p:cNvCxnSpPr>
          <p:nvPr/>
        </p:nvCxnSpPr>
        <p:spPr>
          <a:xfrm>
            <a:off x="1483933" y="6446543"/>
            <a:ext cx="464944" cy="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300FA93C-18A6-FBFE-92B1-F9BBC868FA27}"/>
              </a:ext>
            </a:extLst>
          </p:cNvPr>
          <p:cNvCxnSpPr>
            <a:cxnSpLocks/>
            <a:stCxn id="5" idx="3"/>
            <a:endCxn id="6" idx="1"/>
          </p:cNvCxnSpPr>
          <p:nvPr/>
        </p:nvCxnSpPr>
        <p:spPr>
          <a:xfrm>
            <a:off x="3320477" y="6446543"/>
            <a:ext cx="464944" cy="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C93F23AB-6885-8016-32BF-FA2FAE4EB210}"/>
              </a:ext>
            </a:extLst>
          </p:cNvPr>
          <p:cNvCxnSpPr>
            <a:cxnSpLocks/>
            <a:stCxn id="6" idx="3"/>
            <a:endCxn id="7" idx="1"/>
          </p:cNvCxnSpPr>
          <p:nvPr/>
        </p:nvCxnSpPr>
        <p:spPr>
          <a:xfrm>
            <a:off x="5157021" y="6446543"/>
            <a:ext cx="464945" cy="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sp>
        <p:nvSpPr>
          <p:cNvPr id="69" name="Oval 68">
            <a:extLst>
              <a:ext uri="{FF2B5EF4-FFF2-40B4-BE49-F238E27FC236}">
                <a16:creationId xmlns:a16="http://schemas.microsoft.com/office/drawing/2014/main" id="{16DFCDF2-C5D6-55F1-3692-F3DD2C82A2D0}"/>
              </a:ext>
            </a:extLst>
          </p:cNvPr>
          <p:cNvSpPr>
            <a:spLocks noChangeAspect="1"/>
          </p:cNvSpPr>
          <p:nvPr/>
        </p:nvSpPr>
        <p:spPr>
          <a:xfrm>
            <a:off x="4944147" y="494998"/>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70" name="TextBox 69">
                <a:extLst>
                  <a:ext uri="{FF2B5EF4-FFF2-40B4-BE49-F238E27FC236}">
                    <a16:creationId xmlns:a16="http://schemas.microsoft.com/office/drawing/2014/main" id="{E70EDC39-5E68-5542-00E4-BA7542A0301A}"/>
                  </a:ext>
                </a:extLst>
              </p:cNvPr>
              <p:cNvSpPr txBox="1"/>
              <p:nvPr/>
            </p:nvSpPr>
            <p:spPr>
              <a:xfrm>
                <a:off x="4889951" y="466275"/>
                <a:ext cx="518558" cy="394019"/>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Cp</m:t>
                          </m:r>
                        </m:sub>
                      </m:sSub>
                    </m:oMath>
                  </m:oMathPara>
                </a14:m>
                <a:endParaRPr lang="en-US" dirty="0">
                  <a:solidFill>
                    <a:schemeClr val="bg1"/>
                  </a:solidFill>
                </a:endParaRPr>
              </a:p>
            </p:txBody>
          </p:sp>
        </mc:Choice>
        <mc:Fallback xmlns="">
          <p:sp>
            <p:nvSpPr>
              <p:cNvPr id="70" name="TextBox 69">
                <a:extLst>
                  <a:ext uri="{FF2B5EF4-FFF2-40B4-BE49-F238E27FC236}">
                    <a16:creationId xmlns:a16="http://schemas.microsoft.com/office/drawing/2014/main" id="{E70EDC39-5E68-5542-00E4-BA7542A0301A}"/>
                  </a:ext>
                </a:extLst>
              </p:cNvPr>
              <p:cNvSpPr txBox="1">
                <a:spLocks noRot="1" noChangeAspect="1" noMove="1" noResize="1" noEditPoints="1" noAdjustHandles="1" noChangeArrowheads="1" noChangeShapeType="1" noTextEdit="1"/>
              </p:cNvSpPr>
              <p:nvPr/>
            </p:nvSpPr>
            <p:spPr>
              <a:xfrm>
                <a:off x="4889951" y="466275"/>
                <a:ext cx="518558" cy="394019"/>
              </a:xfrm>
              <a:prstGeom prst="rect">
                <a:avLst/>
              </a:prstGeom>
              <a:blipFill>
                <a:blip r:embed="rId3"/>
                <a:stretch>
                  <a:fillRect b="-76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1" name="TextBox 70">
                <a:extLst>
                  <a:ext uri="{FF2B5EF4-FFF2-40B4-BE49-F238E27FC236}">
                    <a16:creationId xmlns:a16="http://schemas.microsoft.com/office/drawing/2014/main" id="{50D30ADA-9C00-98D7-BED7-384CD3628A10}"/>
                  </a:ext>
                </a:extLst>
              </p:cNvPr>
              <p:cNvSpPr txBox="1"/>
              <p:nvPr/>
            </p:nvSpPr>
            <p:spPr>
              <a:xfrm>
                <a:off x="6042817" y="320258"/>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c</m:t>
                          </m:r>
                        </m:sub>
                      </m:sSub>
                    </m:oMath>
                  </m:oMathPara>
                </a14:m>
                <a:endParaRPr lang="en-US" dirty="0">
                  <a:solidFill>
                    <a:schemeClr val="tx1"/>
                  </a:solidFill>
                </a:endParaRPr>
              </a:p>
            </p:txBody>
          </p:sp>
        </mc:Choice>
        <mc:Fallback xmlns="">
          <p:sp>
            <p:nvSpPr>
              <p:cNvPr id="71" name="TextBox 70">
                <a:extLst>
                  <a:ext uri="{FF2B5EF4-FFF2-40B4-BE49-F238E27FC236}">
                    <a16:creationId xmlns:a16="http://schemas.microsoft.com/office/drawing/2014/main" id="{50D30ADA-9C00-98D7-BED7-384CD3628A10}"/>
                  </a:ext>
                </a:extLst>
              </p:cNvPr>
              <p:cNvSpPr txBox="1">
                <a:spLocks noRot="1" noChangeAspect="1" noMove="1" noResize="1" noEditPoints="1" noAdjustHandles="1" noChangeArrowheads="1" noChangeShapeType="1" noTextEdit="1"/>
              </p:cNvSpPr>
              <p:nvPr/>
            </p:nvSpPr>
            <p:spPr>
              <a:xfrm>
                <a:off x="6042817" y="320258"/>
                <a:ext cx="507796" cy="369332"/>
              </a:xfrm>
              <a:prstGeom prst="rect">
                <a:avLst/>
              </a:prstGeom>
              <a:blipFill>
                <a:blip r:embed="rId4"/>
                <a:stretch>
                  <a:fillRect/>
                </a:stretch>
              </a:blipFill>
            </p:spPr>
            <p:txBody>
              <a:bodyPr/>
              <a:lstStyle/>
              <a:p>
                <a:r>
                  <a:rPr lang="en-US">
                    <a:noFill/>
                  </a:rPr>
                  <a:t> </a:t>
                </a:r>
              </a:p>
            </p:txBody>
          </p:sp>
        </mc:Fallback>
      </mc:AlternateContent>
      <p:sp>
        <p:nvSpPr>
          <p:cNvPr id="72" name="Oval 71">
            <a:extLst>
              <a:ext uri="{FF2B5EF4-FFF2-40B4-BE49-F238E27FC236}">
                <a16:creationId xmlns:a16="http://schemas.microsoft.com/office/drawing/2014/main" id="{E877D3CB-B527-72C6-D9F3-7757AA260B8D}"/>
              </a:ext>
            </a:extLst>
          </p:cNvPr>
          <p:cNvSpPr>
            <a:spLocks noChangeAspect="1"/>
          </p:cNvSpPr>
          <p:nvPr/>
        </p:nvSpPr>
        <p:spPr>
          <a:xfrm>
            <a:off x="6106964" y="1188320"/>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73" name="TextBox 72">
                <a:extLst>
                  <a:ext uri="{FF2B5EF4-FFF2-40B4-BE49-F238E27FC236}">
                    <a16:creationId xmlns:a16="http://schemas.microsoft.com/office/drawing/2014/main" id="{F51D9EAC-FC1E-D844-AF94-03B7CF2A3969}"/>
                  </a:ext>
                </a:extLst>
              </p:cNvPr>
              <p:cNvSpPr txBox="1"/>
              <p:nvPr/>
            </p:nvSpPr>
            <p:spPr>
              <a:xfrm>
                <a:off x="6048487" y="1163848"/>
                <a:ext cx="518558" cy="395493"/>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Cg</m:t>
                          </m:r>
                        </m:sub>
                      </m:sSub>
                    </m:oMath>
                  </m:oMathPara>
                </a14:m>
                <a:endParaRPr lang="en-US" dirty="0">
                  <a:solidFill>
                    <a:schemeClr val="bg1"/>
                  </a:solidFill>
                </a:endParaRPr>
              </a:p>
            </p:txBody>
          </p:sp>
        </mc:Choice>
        <mc:Fallback xmlns="">
          <p:sp>
            <p:nvSpPr>
              <p:cNvPr id="73" name="TextBox 72">
                <a:extLst>
                  <a:ext uri="{FF2B5EF4-FFF2-40B4-BE49-F238E27FC236}">
                    <a16:creationId xmlns:a16="http://schemas.microsoft.com/office/drawing/2014/main" id="{F51D9EAC-FC1E-D844-AF94-03B7CF2A3969}"/>
                  </a:ext>
                </a:extLst>
              </p:cNvPr>
              <p:cNvSpPr txBox="1">
                <a:spLocks noRot="1" noChangeAspect="1" noMove="1" noResize="1" noEditPoints="1" noAdjustHandles="1" noChangeArrowheads="1" noChangeShapeType="1" noTextEdit="1"/>
              </p:cNvSpPr>
              <p:nvPr/>
            </p:nvSpPr>
            <p:spPr>
              <a:xfrm>
                <a:off x="6048487" y="1163848"/>
                <a:ext cx="518558" cy="395493"/>
              </a:xfrm>
              <a:prstGeom prst="rect">
                <a:avLst/>
              </a:prstGeom>
              <a:blipFill>
                <a:blip r:embed="rId5"/>
                <a:stretch>
                  <a:fillRect b="-76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4" name="TextBox 73">
                <a:extLst>
                  <a:ext uri="{FF2B5EF4-FFF2-40B4-BE49-F238E27FC236}">
                    <a16:creationId xmlns:a16="http://schemas.microsoft.com/office/drawing/2014/main" id="{071C0BA8-716C-030F-E501-8B8802F47BC4}"/>
                  </a:ext>
                </a:extLst>
              </p:cNvPr>
              <p:cNvSpPr txBox="1"/>
              <p:nvPr/>
            </p:nvSpPr>
            <p:spPr>
              <a:xfrm>
                <a:off x="4902710" y="1199060"/>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Cs</m:t>
                          </m:r>
                        </m:sub>
                      </m:sSub>
                    </m:oMath>
                  </m:oMathPara>
                </a14:m>
                <a:endParaRPr lang="en-US" dirty="0">
                  <a:solidFill>
                    <a:schemeClr val="tx1"/>
                  </a:solidFill>
                </a:endParaRPr>
              </a:p>
            </p:txBody>
          </p:sp>
        </mc:Choice>
        <mc:Fallback xmlns="">
          <p:sp>
            <p:nvSpPr>
              <p:cNvPr id="74" name="TextBox 73">
                <a:extLst>
                  <a:ext uri="{FF2B5EF4-FFF2-40B4-BE49-F238E27FC236}">
                    <a16:creationId xmlns:a16="http://schemas.microsoft.com/office/drawing/2014/main" id="{071C0BA8-716C-030F-E501-8B8802F47BC4}"/>
                  </a:ext>
                </a:extLst>
              </p:cNvPr>
              <p:cNvSpPr txBox="1">
                <a:spLocks noRot="1" noChangeAspect="1" noMove="1" noResize="1" noEditPoints="1" noAdjustHandles="1" noChangeArrowheads="1" noChangeShapeType="1" noTextEdit="1"/>
              </p:cNvSpPr>
              <p:nvPr/>
            </p:nvSpPr>
            <p:spPr>
              <a:xfrm>
                <a:off x="4902710" y="1199060"/>
                <a:ext cx="507796" cy="369332"/>
              </a:xfrm>
              <a:prstGeom prst="rect">
                <a:avLst/>
              </a:prstGeom>
              <a:blipFill>
                <a:blip r:embed="rId6"/>
                <a:stretch>
                  <a:fillRect r="-3571"/>
                </a:stretch>
              </a:blipFill>
            </p:spPr>
            <p:txBody>
              <a:bodyPr/>
              <a:lstStyle/>
              <a:p>
                <a:r>
                  <a:rPr lang="en-US">
                    <a:noFill/>
                  </a:rPr>
                  <a:t> </a:t>
                </a:r>
              </a:p>
            </p:txBody>
          </p:sp>
        </mc:Fallback>
      </mc:AlternateContent>
      <p:sp>
        <p:nvSpPr>
          <p:cNvPr id="75" name="Oval 74">
            <a:extLst>
              <a:ext uri="{FF2B5EF4-FFF2-40B4-BE49-F238E27FC236}">
                <a16:creationId xmlns:a16="http://schemas.microsoft.com/office/drawing/2014/main" id="{F241F946-A511-F6F1-ED86-2DA22396DA90}"/>
              </a:ext>
            </a:extLst>
          </p:cNvPr>
          <p:cNvSpPr>
            <a:spLocks noChangeAspect="1"/>
          </p:cNvSpPr>
          <p:nvPr/>
        </p:nvSpPr>
        <p:spPr>
          <a:xfrm>
            <a:off x="4972757" y="2004874"/>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76" name="TextBox 75">
                <a:extLst>
                  <a:ext uri="{FF2B5EF4-FFF2-40B4-BE49-F238E27FC236}">
                    <a16:creationId xmlns:a16="http://schemas.microsoft.com/office/drawing/2014/main" id="{4BFAACEC-A3FA-A381-8874-EFB156501780}"/>
                  </a:ext>
                </a:extLst>
              </p:cNvPr>
              <p:cNvSpPr txBox="1"/>
              <p:nvPr/>
            </p:nvSpPr>
            <p:spPr>
              <a:xfrm>
                <a:off x="4917222" y="1969552"/>
                <a:ext cx="518558"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Cr</m:t>
                          </m:r>
                        </m:sub>
                      </m:sSub>
                    </m:oMath>
                  </m:oMathPara>
                </a14:m>
                <a:endParaRPr lang="en-US" dirty="0">
                  <a:solidFill>
                    <a:schemeClr val="bg1"/>
                  </a:solidFill>
                </a:endParaRPr>
              </a:p>
            </p:txBody>
          </p:sp>
        </mc:Choice>
        <mc:Fallback xmlns="">
          <p:sp>
            <p:nvSpPr>
              <p:cNvPr id="76" name="TextBox 75">
                <a:extLst>
                  <a:ext uri="{FF2B5EF4-FFF2-40B4-BE49-F238E27FC236}">
                    <a16:creationId xmlns:a16="http://schemas.microsoft.com/office/drawing/2014/main" id="{4BFAACEC-A3FA-A381-8874-EFB156501780}"/>
                  </a:ext>
                </a:extLst>
              </p:cNvPr>
              <p:cNvSpPr txBox="1">
                <a:spLocks noRot="1" noChangeAspect="1" noMove="1" noResize="1" noEditPoints="1" noAdjustHandles="1" noChangeArrowheads="1" noChangeShapeType="1" noTextEdit="1"/>
              </p:cNvSpPr>
              <p:nvPr/>
            </p:nvSpPr>
            <p:spPr>
              <a:xfrm>
                <a:off x="4917222" y="1969552"/>
                <a:ext cx="518558" cy="369332"/>
              </a:xfrm>
              <a:prstGeom prst="rect">
                <a:avLst/>
              </a:prstGeom>
              <a:blipFill>
                <a:blip r:embed="rId7"/>
                <a:stretch>
                  <a:fillRect/>
                </a:stretch>
              </a:blipFill>
            </p:spPr>
            <p:txBody>
              <a:bodyPr/>
              <a:lstStyle/>
              <a:p>
                <a:r>
                  <a:rPr lang="en-US">
                    <a:noFill/>
                  </a:rPr>
                  <a:t> </a:t>
                </a:r>
              </a:p>
            </p:txBody>
          </p:sp>
        </mc:Fallback>
      </mc:AlternateContent>
      <p:cxnSp>
        <p:nvCxnSpPr>
          <p:cNvPr id="77" name="Straight Arrow Connector 76">
            <a:extLst>
              <a:ext uri="{FF2B5EF4-FFF2-40B4-BE49-F238E27FC236}">
                <a16:creationId xmlns:a16="http://schemas.microsoft.com/office/drawing/2014/main" id="{49D2B8A5-E369-0149-BA46-9AC7EA8FB00F}"/>
              </a:ext>
            </a:extLst>
          </p:cNvPr>
          <p:cNvCxnSpPr>
            <a:cxnSpLocks/>
            <a:endCxn id="69" idx="3"/>
          </p:cNvCxnSpPr>
          <p:nvPr/>
        </p:nvCxnSpPr>
        <p:spPr>
          <a:xfrm flipV="1">
            <a:off x="4121733" y="820556"/>
            <a:ext cx="878271" cy="488885"/>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80" name="Straight Arrow Connector 79">
            <a:extLst>
              <a:ext uri="{FF2B5EF4-FFF2-40B4-BE49-F238E27FC236}">
                <a16:creationId xmlns:a16="http://schemas.microsoft.com/office/drawing/2014/main" id="{469EAA89-7D9F-C263-244A-312162FAEB16}"/>
              </a:ext>
            </a:extLst>
          </p:cNvPr>
          <p:cNvCxnSpPr>
            <a:cxnSpLocks/>
            <a:endCxn id="75" idx="1"/>
          </p:cNvCxnSpPr>
          <p:nvPr/>
        </p:nvCxnSpPr>
        <p:spPr>
          <a:xfrm>
            <a:off x="4125155" y="1314303"/>
            <a:ext cx="903459" cy="746428"/>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84" name="Straight Arrow Connector 83">
            <a:extLst>
              <a:ext uri="{FF2B5EF4-FFF2-40B4-BE49-F238E27FC236}">
                <a16:creationId xmlns:a16="http://schemas.microsoft.com/office/drawing/2014/main" id="{40499E42-FC23-33F2-0A72-20F1F7B51B87}"/>
              </a:ext>
            </a:extLst>
          </p:cNvPr>
          <p:cNvCxnSpPr>
            <a:cxnSpLocks/>
            <a:stCxn id="74" idx="3"/>
            <a:endCxn id="72" idx="2"/>
          </p:cNvCxnSpPr>
          <p:nvPr/>
        </p:nvCxnSpPr>
        <p:spPr>
          <a:xfrm flipV="1">
            <a:off x="5410506" y="1379028"/>
            <a:ext cx="696458" cy="4698"/>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88" name="Straight Arrow Connector 87">
            <a:extLst>
              <a:ext uri="{FF2B5EF4-FFF2-40B4-BE49-F238E27FC236}">
                <a16:creationId xmlns:a16="http://schemas.microsoft.com/office/drawing/2014/main" id="{215B7E54-0B9E-7A22-A6F2-8070A1ED7ACD}"/>
              </a:ext>
            </a:extLst>
          </p:cNvPr>
          <p:cNvCxnSpPr>
            <a:cxnSpLocks/>
            <a:stCxn id="74" idx="2"/>
            <a:endCxn id="75" idx="0"/>
          </p:cNvCxnSpPr>
          <p:nvPr/>
        </p:nvCxnSpPr>
        <p:spPr>
          <a:xfrm>
            <a:off x="5156608" y="1568392"/>
            <a:ext cx="6856" cy="436482"/>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6" name="Straight Arrow Connector 95">
            <a:extLst>
              <a:ext uri="{FF2B5EF4-FFF2-40B4-BE49-F238E27FC236}">
                <a16:creationId xmlns:a16="http://schemas.microsoft.com/office/drawing/2014/main" id="{F70DD518-9771-449A-AF80-13924D572186}"/>
              </a:ext>
            </a:extLst>
          </p:cNvPr>
          <p:cNvCxnSpPr>
            <a:cxnSpLocks/>
            <a:stCxn id="69" idx="6"/>
          </p:cNvCxnSpPr>
          <p:nvPr/>
        </p:nvCxnSpPr>
        <p:spPr>
          <a:xfrm>
            <a:off x="5325561" y="685706"/>
            <a:ext cx="2460842" cy="10275"/>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9" name="Straight Arrow Connector 98">
            <a:extLst>
              <a:ext uri="{FF2B5EF4-FFF2-40B4-BE49-F238E27FC236}">
                <a16:creationId xmlns:a16="http://schemas.microsoft.com/office/drawing/2014/main" id="{A4315425-69F9-8EA0-43B6-4C559912383E}"/>
              </a:ext>
            </a:extLst>
          </p:cNvPr>
          <p:cNvCxnSpPr>
            <a:cxnSpLocks/>
            <a:stCxn id="71" idx="2"/>
            <a:endCxn id="72" idx="0"/>
          </p:cNvCxnSpPr>
          <p:nvPr/>
        </p:nvCxnSpPr>
        <p:spPr>
          <a:xfrm>
            <a:off x="6296715" y="689590"/>
            <a:ext cx="956" cy="49873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sp>
        <p:nvSpPr>
          <p:cNvPr id="102" name="Rectangle 101">
            <a:extLst>
              <a:ext uri="{FF2B5EF4-FFF2-40B4-BE49-F238E27FC236}">
                <a16:creationId xmlns:a16="http://schemas.microsoft.com/office/drawing/2014/main" id="{A71D5537-7431-5A5E-088A-A84FC1969A80}"/>
              </a:ext>
            </a:extLst>
          </p:cNvPr>
          <p:cNvSpPr/>
          <p:nvPr/>
        </p:nvSpPr>
        <p:spPr>
          <a:xfrm>
            <a:off x="4449953" y="108527"/>
            <a:ext cx="2873133" cy="2407763"/>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03" name="TextBox 102">
            <a:extLst>
              <a:ext uri="{FF2B5EF4-FFF2-40B4-BE49-F238E27FC236}">
                <a16:creationId xmlns:a16="http://schemas.microsoft.com/office/drawing/2014/main" id="{ED1624F7-D340-017F-5754-DB2885BF283D}"/>
              </a:ext>
            </a:extLst>
          </p:cNvPr>
          <p:cNvSpPr txBox="1"/>
          <p:nvPr/>
        </p:nvSpPr>
        <p:spPr>
          <a:xfrm>
            <a:off x="4449953" y="92506"/>
            <a:ext cx="1774204" cy="338554"/>
          </a:xfrm>
          <a:prstGeom prst="rect">
            <a:avLst/>
          </a:prstGeom>
          <a:noFill/>
        </p:spPr>
        <p:txBody>
          <a:bodyPr wrap="none" rtlCol="0">
            <a:spAutoFit/>
          </a:bodyPr>
          <a:lstStyle/>
          <a:p>
            <a:r>
              <a:rPr lang="en-US" sz="1600" dirty="0"/>
              <a:t>Chemical counter</a:t>
            </a:r>
          </a:p>
        </p:txBody>
      </p:sp>
      <mc:AlternateContent xmlns:mc="http://schemas.openxmlformats.org/markup-compatibility/2006" xmlns:a14="http://schemas.microsoft.com/office/drawing/2010/main">
        <mc:Choice Requires="a14">
          <p:sp>
            <p:nvSpPr>
              <p:cNvPr id="67" name="TextBox 66">
                <a:extLst>
                  <a:ext uri="{FF2B5EF4-FFF2-40B4-BE49-F238E27FC236}">
                    <a16:creationId xmlns:a16="http://schemas.microsoft.com/office/drawing/2014/main" id="{484109B5-5435-9612-1EB4-F43F1571C4E9}"/>
                  </a:ext>
                </a:extLst>
              </p:cNvPr>
              <p:cNvSpPr txBox="1"/>
              <p:nvPr/>
            </p:nvSpPr>
            <p:spPr>
              <a:xfrm>
                <a:off x="3" y="1445647"/>
                <a:ext cx="593368" cy="369332"/>
              </a:xfrm>
              <a:prstGeom prst="rect">
                <a:avLst/>
              </a:prstGeom>
              <a:noFill/>
            </p:spPr>
            <p:txBody>
              <a:bodyPr wrap="none" rtlCol="0">
                <a:spAutoFit/>
              </a:bodyPr>
              <a:lstStyle/>
              <a:p>
                <a:pPr/>
                <a14:m>
                  <m:oMathPara xmlns:m="http://schemas.openxmlformats.org/officeDocument/2006/math">
                    <m:oMath>
                      <m:sSub>
                        <m:sSubPr>
                          <m:ctrlPr>
                            <a:rPr lang="de-DE" b="0" i="1" smtClean="0">
                              <a:latin typeface="Cambria Math" panose="02040503050406030204" pitchFamily="18" charset="0"/>
                            </a:rPr>
                          </m:ctrlPr>
                        </m:sSubPr>
                        <m:e>
                          <m:r>
                            <m:rPr>
                              <m:sty m:val="p"/>
                            </m:rPr>
                            <a:rPr lang="de-DE" b="0" i="1" smtClean="0">
                              <a:latin typeface="Cambria Math" panose="02040503050406030204" pitchFamily="18" charset="0"/>
                            </a:rPr>
                            <m:t>m</m:t>
                          </m:r>
                        </m:e>
                        <m:sub>
                          <m:r>
                            <m:rPr>
                              <m:sty m:val="p"/>
                            </m:rPr>
                            <a:rPr lang="de-DE" b="0" i="1" smtClean="0">
                              <a:latin typeface="Cambria Math" panose="02040503050406030204" pitchFamily="18" charset="0"/>
                            </a:rPr>
                            <m:t>in</m:t>
                          </m:r>
                        </m:sub>
                      </m:sSub>
                    </m:oMath>
                  </m:oMathPara>
                </a14:m>
                <a:endParaRPr lang="en-US" dirty="0"/>
              </a:p>
            </p:txBody>
          </p:sp>
        </mc:Choice>
        <mc:Fallback xmlns="">
          <p:sp>
            <p:nvSpPr>
              <p:cNvPr id="67" name="TextBox 66">
                <a:extLst>
                  <a:ext uri="{FF2B5EF4-FFF2-40B4-BE49-F238E27FC236}">
                    <a16:creationId xmlns:a16="http://schemas.microsoft.com/office/drawing/2014/main" id="{484109B5-5435-9612-1EB4-F43F1571C4E9}"/>
                  </a:ext>
                </a:extLst>
              </p:cNvPr>
              <p:cNvSpPr txBox="1">
                <a:spLocks noRot="1" noChangeAspect="1" noMove="1" noResize="1" noEditPoints="1" noAdjustHandles="1" noChangeArrowheads="1" noChangeShapeType="1" noTextEdit="1"/>
              </p:cNvSpPr>
              <p:nvPr/>
            </p:nvSpPr>
            <p:spPr>
              <a:xfrm>
                <a:off x="3" y="1445647"/>
                <a:ext cx="593368" cy="369332"/>
              </a:xfrm>
              <a:prstGeom prst="rect">
                <a:avLst/>
              </a:prstGeom>
              <a:blipFill>
                <a:blip r:embed="rId8"/>
                <a:stretch>
                  <a:fillRect/>
                </a:stretch>
              </a:blipFill>
            </p:spPr>
            <p:txBody>
              <a:bodyPr/>
              <a:lstStyle/>
              <a:p>
                <a:r>
                  <a:rPr lang="en-US">
                    <a:noFill/>
                  </a:rPr>
                  <a:t> </a:t>
                </a:r>
              </a:p>
            </p:txBody>
          </p:sp>
        </mc:Fallback>
      </mc:AlternateContent>
      <p:sp>
        <p:nvSpPr>
          <p:cNvPr id="78" name="Rectangle 77">
            <a:extLst>
              <a:ext uri="{FF2B5EF4-FFF2-40B4-BE49-F238E27FC236}">
                <a16:creationId xmlns:a16="http://schemas.microsoft.com/office/drawing/2014/main" id="{5E63BBFA-5BBD-83F1-84BF-92179995788F}"/>
              </a:ext>
            </a:extLst>
          </p:cNvPr>
          <p:cNvSpPr/>
          <p:nvPr/>
        </p:nvSpPr>
        <p:spPr>
          <a:xfrm>
            <a:off x="813767" y="311940"/>
            <a:ext cx="2873133" cy="2222154"/>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79" name="TextBox 78">
            <a:extLst>
              <a:ext uri="{FF2B5EF4-FFF2-40B4-BE49-F238E27FC236}">
                <a16:creationId xmlns:a16="http://schemas.microsoft.com/office/drawing/2014/main" id="{0015B149-B35E-8155-159B-525484638218}"/>
              </a:ext>
            </a:extLst>
          </p:cNvPr>
          <p:cNvSpPr txBox="1"/>
          <p:nvPr/>
        </p:nvSpPr>
        <p:spPr>
          <a:xfrm>
            <a:off x="787443" y="311939"/>
            <a:ext cx="1362617" cy="584775"/>
          </a:xfrm>
          <a:prstGeom prst="rect">
            <a:avLst/>
          </a:prstGeom>
          <a:noFill/>
        </p:spPr>
        <p:txBody>
          <a:bodyPr wrap="none" rtlCol="0">
            <a:spAutoFit/>
          </a:bodyPr>
          <a:lstStyle/>
          <a:p>
            <a:r>
              <a:rPr lang="en-US" sz="1600" dirty="0"/>
              <a:t>Chemical</a:t>
            </a:r>
            <a:br>
              <a:rPr lang="en-US" sz="1600" dirty="0"/>
            </a:br>
            <a:r>
              <a:rPr lang="en-US" sz="1600" dirty="0"/>
              <a:t>Differentiator</a:t>
            </a:r>
          </a:p>
        </p:txBody>
      </p:sp>
      <p:sp>
        <p:nvSpPr>
          <p:cNvPr id="81" name="Oval 80">
            <a:extLst>
              <a:ext uri="{FF2B5EF4-FFF2-40B4-BE49-F238E27FC236}">
                <a16:creationId xmlns:a16="http://schemas.microsoft.com/office/drawing/2014/main" id="{35A98483-59BE-79D7-9CE6-AC84608EE75F}"/>
              </a:ext>
            </a:extLst>
          </p:cNvPr>
          <p:cNvSpPr>
            <a:spLocks noChangeAspect="1"/>
          </p:cNvSpPr>
          <p:nvPr/>
        </p:nvSpPr>
        <p:spPr>
          <a:xfrm>
            <a:off x="1051702" y="1100334"/>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82" name="TextBox 81">
                <a:extLst>
                  <a:ext uri="{FF2B5EF4-FFF2-40B4-BE49-F238E27FC236}">
                    <a16:creationId xmlns:a16="http://schemas.microsoft.com/office/drawing/2014/main" id="{071A3E0B-6600-3DD3-9852-42A8B3AA9DFD}"/>
                  </a:ext>
                </a:extLst>
              </p:cNvPr>
              <p:cNvSpPr txBox="1"/>
              <p:nvPr/>
            </p:nvSpPr>
            <p:spPr>
              <a:xfrm>
                <a:off x="996675" y="1076178"/>
                <a:ext cx="518558"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Df</m:t>
                          </m:r>
                        </m:sub>
                      </m:sSub>
                    </m:oMath>
                  </m:oMathPara>
                </a14:m>
                <a:endParaRPr lang="en-US" dirty="0">
                  <a:solidFill>
                    <a:schemeClr val="bg1"/>
                  </a:solidFill>
                </a:endParaRPr>
              </a:p>
            </p:txBody>
          </p:sp>
        </mc:Choice>
        <mc:Fallback xmlns="">
          <p:sp>
            <p:nvSpPr>
              <p:cNvPr id="82" name="TextBox 81">
                <a:extLst>
                  <a:ext uri="{FF2B5EF4-FFF2-40B4-BE49-F238E27FC236}">
                    <a16:creationId xmlns:a16="http://schemas.microsoft.com/office/drawing/2014/main" id="{071A3E0B-6600-3DD3-9852-42A8B3AA9DFD}"/>
                  </a:ext>
                </a:extLst>
              </p:cNvPr>
              <p:cNvSpPr txBox="1">
                <a:spLocks noRot="1" noChangeAspect="1" noMove="1" noResize="1" noEditPoints="1" noAdjustHandles="1" noChangeArrowheads="1" noChangeShapeType="1" noTextEdit="1"/>
              </p:cNvSpPr>
              <p:nvPr/>
            </p:nvSpPr>
            <p:spPr>
              <a:xfrm>
                <a:off x="996675" y="1076178"/>
                <a:ext cx="518558" cy="369332"/>
              </a:xfrm>
              <a:prstGeom prst="rect">
                <a:avLst/>
              </a:prstGeom>
              <a:blipFill>
                <a:blip r:embed="rId9"/>
                <a:stretch>
                  <a:fillRect/>
                </a:stretch>
              </a:blipFill>
            </p:spPr>
            <p:txBody>
              <a:bodyPr/>
              <a:lstStyle/>
              <a:p>
                <a:r>
                  <a:rPr lang="en-US">
                    <a:noFill/>
                  </a:rPr>
                  <a:t> </a:t>
                </a:r>
              </a:p>
            </p:txBody>
          </p:sp>
        </mc:Fallback>
      </mc:AlternateContent>
      <p:sp>
        <p:nvSpPr>
          <p:cNvPr id="83" name="Oval 82">
            <a:extLst>
              <a:ext uri="{FF2B5EF4-FFF2-40B4-BE49-F238E27FC236}">
                <a16:creationId xmlns:a16="http://schemas.microsoft.com/office/drawing/2014/main" id="{CED0CEDE-5AC1-A9F5-1846-6756ADA984D5}"/>
              </a:ext>
            </a:extLst>
          </p:cNvPr>
          <p:cNvSpPr>
            <a:spLocks noChangeAspect="1"/>
          </p:cNvSpPr>
          <p:nvPr/>
        </p:nvSpPr>
        <p:spPr>
          <a:xfrm>
            <a:off x="1155183" y="1993690"/>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85" name="TextBox 84">
                <a:extLst>
                  <a:ext uri="{FF2B5EF4-FFF2-40B4-BE49-F238E27FC236}">
                    <a16:creationId xmlns:a16="http://schemas.microsoft.com/office/drawing/2014/main" id="{DAAC4690-823E-6B30-8384-53CD033EEEF5}"/>
                  </a:ext>
                </a:extLst>
              </p:cNvPr>
              <p:cNvSpPr txBox="1"/>
              <p:nvPr/>
            </p:nvSpPr>
            <p:spPr>
              <a:xfrm>
                <a:off x="1097396" y="1985666"/>
                <a:ext cx="518558"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Ds</m:t>
                          </m:r>
                        </m:sub>
                      </m:sSub>
                    </m:oMath>
                  </m:oMathPara>
                </a14:m>
                <a:endParaRPr lang="en-US" dirty="0">
                  <a:solidFill>
                    <a:schemeClr val="bg1"/>
                  </a:solidFill>
                </a:endParaRPr>
              </a:p>
            </p:txBody>
          </p:sp>
        </mc:Choice>
        <mc:Fallback xmlns="">
          <p:sp>
            <p:nvSpPr>
              <p:cNvPr id="85" name="TextBox 84">
                <a:extLst>
                  <a:ext uri="{FF2B5EF4-FFF2-40B4-BE49-F238E27FC236}">
                    <a16:creationId xmlns:a16="http://schemas.microsoft.com/office/drawing/2014/main" id="{DAAC4690-823E-6B30-8384-53CD033EEEF5}"/>
                  </a:ext>
                </a:extLst>
              </p:cNvPr>
              <p:cNvSpPr txBox="1">
                <a:spLocks noRot="1" noChangeAspect="1" noMove="1" noResize="1" noEditPoints="1" noAdjustHandles="1" noChangeArrowheads="1" noChangeShapeType="1" noTextEdit="1"/>
              </p:cNvSpPr>
              <p:nvPr/>
            </p:nvSpPr>
            <p:spPr>
              <a:xfrm>
                <a:off x="1097396" y="1985666"/>
                <a:ext cx="518558" cy="369332"/>
              </a:xfrm>
              <a:prstGeom prst="rect">
                <a:avLst/>
              </a:prstGeom>
              <a:blipFill>
                <a:blip r:embed="rId10"/>
                <a:stretch>
                  <a:fillRect/>
                </a:stretch>
              </a:blipFill>
            </p:spPr>
            <p:txBody>
              <a:bodyPr/>
              <a:lstStyle/>
              <a:p>
                <a:r>
                  <a:rPr lang="en-US">
                    <a:noFill/>
                  </a:rPr>
                  <a:t> </a:t>
                </a:r>
              </a:p>
            </p:txBody>
          </p:sp>
        </mc:Fallback>
      </mc:AlternateContent>
      <p:sp>
        <p:nvSpPr>
          <p:cNvPr id="86" name="Oval 85">
            <a:extLst>
              <a:ext uri="{FF2B5EF4-FFF2-40B4-BE49-F238E27FC236}">
                <a16:creationId xmlns:a16="http://schemas.microsoft.com/office/drawing/2014/main" id="{309E73F1-BE11-6CED-825E-F07BF17C7A1F}"/>
              </a:ext>
            </a:extLst>
          </p:cNvPr>
          <p:cNvSpPr>
            <a:spLocks noChangeAspect="1"/>
          </p:cNvSpPr>
          <p:nvPr/>
        </p:nvSpPr>
        <p:spPr>
          <a:xfrm>
            <a:off x="2221390" y="1104191"/>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87" name="TextBox 86">
                <a:extLst>
                  <a:ext uri="{FF2B5EF4-FFF2-40B4-BE49-F238E27FC236}">
                    <a16:creationId xmlns:a16="http://schemas.microsoft.com/office/drawing/2014/main" id="{895F78D1-463E-D738-F174-FF040F9B3C72}"/>
                  </a:ext>
                </a:extLst>
              </p:cNvPr>
              <p:cNvSpPr txBox="1"/>
              <p:nvPr/>
            </p:nvSpPr>
            <p:spPr>
              <a:xfrm>
                <a:off x="2166529" y="1075615"/>
                <a:ext cx="518558" cy="394019"/>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Dp</m:t>
                          </m:r>
                        </m:sub>
                      </m:sSub>
                    </m:oMath>
                  </m:oMathPara>
                </a14:m>
                <a:endParaRPr lang="en-US" dirty="0">
                  <a:solidFill>
                    <a:schemeClr val="bg1"/>
                  </a:solidFill>
                </a:endParaRPr>
              </a:p>
            </p:txBody>
          </p:sp>
        </mc:Choice>
        <mc:Fallback xmlns="">
          <p:sp>
            <p:nvSpPr>
              <p:cNvPr id="87" name="TextBox 86">
                <a:extLst>
                  <a:ext uri="{FF2B5EF4-FFF2-40B4-BE49-F238E27FC236}">
                    <a16:creationId xmlns:a16="http://schemas.microsoft.com/office/drawing/2014/main" id="{895F78D1-463E-D738-F174-FF040F9B3C72}"/>
                  </a:ext>
                </a:extLst>
              </p:cNvPr>
              <p:cNvSpPr txBox="1">
                <a:spLocks noRot="1" noChangeAspect="1" noMove="1" noResize="1" noEditPoints="1" noAdjustHandles="1" noChangeArrowheads="1" noChangeShapeType="1" noTextEdit="1"/>
              </p:cNvSpPr>
              <p:nvPr/>
            </p:nvSpPr>
            <p:spPr>
              <a:xfrm>
                <a:off x="2166529" y="1075615"/>
                <a:ext cx="518558" cy="394019"/>
              </a:xfrm>
              <a:prstGeom prst="rect">
                <a:avLst/>
              </a:prstGeom>
              <a:blipFill>
                <a:blip r:embed="rId11"/>
                <a:stretch>
                  <a:fillRect b="-7692"/>
                </a:stretch>
              </a:blipFill>
            </p:spPr>
            <p:txBody>
              <a:bodyPr/>
              <a:lstStyle/>
              <a:p>
                <a:r>
                  <a:rPr lang="en-US">
                    <a:noFill/>
                  </a:rPr>
                  <a:t> </a:t>
                </a:r>
              </a:p>
            </p:txBody>
          </p:sp>
        </mc:Fallback>
      </mc:AlternateContent>
      <p:cxnSp>
        <p:nvCxnSpPr>
          <p:cNvPr id="89" name="Straight Arrow Connector 88">
            <a:extLst>
              <a:ext uri="{FF2B5EF4-FFF2-40B4-BE49-F238E27FC236}">
                <a16:creationId xmlns:a16="http://schemas.microsoft.com/office/drawing/2014/main" id="{4D7F7D13-BA3D-99FD-3117-A1FD34BB3D9A}"/>
              </a:ext>
            </a:extLst>
          </p:cNvPr>
          <p:cNvCxnSpPr>
            <a:cxnSpLocks/>
            <a:stCxn id="67" idx="3"/>
            <a:endCxn id="81" idx="2"/>
          </p:cNvCxnSpPr>
          <p:nvPr/>
        </p:nvCxnSpPr>
        <p:spPr>
          <a:xfrm flipV="1">
            <a:off x="593371" y="1291042"/>
            <a:ext cx="458331" cy="339271"/>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0" name="Straight Arrow Connector 89">
            <a:extLst>
              <a:ext uri="{FF2B5EF4-FFF2-40B4-BE49-F238E27FC236}">
                <a16:creationId xmlns:a16="http://schemas.microsoft.com/office/drawing/2014/main" id="{929FEB8C-8061-E1A9-36C7-C10EB9ED3656}"/>
              </a:ext>
            </a:extLst>
          </p:cNvPr>
          <p:cNvCxnSpPr>
            <a:cxnSpLocks/>
            <a:stCxn id="67" idx="3"/>
            <a:endCxn id="83" idx="2"/>
          </p:cNvCxnSpPr>
          <p:nvPr/>
        </p:nvCxnSpPr>
        <p:spPr>
          <a:xfrm>
            <a:off x="593371" y="1630313"/>
            <a:ext cx="561812" cy="554085"/>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1" name="Straight Arrow Connector 90">
            <a:extLst>
              <a:ext uri="{FF2B5EF4-FFF2-40B4-BE49-F238E27FC236}">
                <a16:creationId xmlns:a16="http://schemas.microsoft.com/office/drawing/2014/main" id="{762D07D1-FBF7-6D9B-2F3B-C7E71B980962}"/>
              </a:ext>
            </a:extLst>
          </p:cNvPr>
          <p:cNvCxnSpPr>
            <a:cxnSpLocks/>
            <a:stCxn id="81" idx="6"/>
            <a:endCxn id="86" idx="2"/>
          </p:cNvCxnSpPr>
          <p:nvPr/>
        </p:nvCxnSpPr>
        <p:spPr>
          <a:xfrm>
            <a:off x="1433116" y="1291042"/>
            <a:ext cx="788274" cy="3858"/>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2" name="Straight Arrow Connector 91">
            <a:extLst>
              <a:ext uri="{FF2B5EF4-FFF2-40B4-BE49-F238E27FC236}">
                <a16:creationId xmlns:a16="http://schemas.microsoft.com/office/drawing/2014/main" id="{3558B3AD-4D58-3719-C257-33BC2431A392}"/>
              </a:ext>
            </a:extLst>
          </p:cNvPr>
          <p:cNvCxnSpPr>
            <a:cxnSpLocks/>
            <a:stCxn id="83" idx="6"/>
            <a:endCxn id="98" idx="2"/>
          </p:cNvCxnSpPr>
          <p:nvPr/>
        </p:nvCxnSpPr>
        <p:spPr>
          <a:xfrm>
            <a:off x="1536597" y="2184398"/>
            <a:ext cx="1447412" cy="33588"/>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3" name="Straight Arrow Connector 92">
            <a:extLst>
              <a:ext uri="{FF2B5EF4-FFF2-40B4-BE49-F238E27FC236}">
                <a16:creationId xmlns:a16="http://schemas.microsoft.com/office/drawing/2014/main" id="{13542656-FCFC-0F4C-A3B1-EE84A36F336B}"/>
              </a:ext>
            </a:extLst>
          </p:cNvPr>
          <p:cNvCxnSpPr>
            <a:cxnSpLocks/>
            <a:stCxn id="86" idx="6"/>
          </p:cNvCxnSpPr>
          <p:nvPr/>
        </p:nvCxnSpPr>
        <p:spPr>
          <a:xfrm>
            <a:off x="2602804" y="1294899"/>
            <a:ext cx="1532016" cy="14542"/>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94" name="TextBox 93">
                <a:extLst>
                  <a:ext uri="{FF2B5EF4-FFF2-40B4-BE49-F238E27FC236}">
                    <a16:creationId xmlns:a16="http://schemas.microsoft.com/office/drawing/2014/main" id="{AF2DA5D4-2936-2DC1-0208-6CFB274C1090}"/>
                  </a:ext>
                </a:extLst>
              </p:cNvPr>
              <p:cNvSpPr txBox="1"/>
              <p:nvPr/>
            </p:nvSpPr>
            <p:spPr>
              <a:xfrm>
                <a:off x="2910704" y="926659"/>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d</m:t>
                          </m:r>
                        </m:sub>
                      </m:sSub>
                    </m:oMath>
                  </m:oMathPara>
                </a14:m>
                <a:endParaRPr lang="en-US" dirty="0">
                  <a:solidFill>
                    <a:schemeClr val="tx1"/>
                  </a:solidFill>
                </a:endParaRPr>
              </a:p>
            </p:txBody>
          </p:sp>
        </mc:Choice>
        <mc:Fallback xmlns="">
          <p:sp>
            <p:nvSpPr>
              <p:cNvPr id="94" name="TextBox 93">
                <a:extLst>
                  <a:ext uri="{FF2B5EF4-FFF2-40B4-BE49-F238E27FC236}">
                    <a16:creationId xmlns:a16="http://schemas.microsoft.com/office/drawing/2014/main" id="{AF2DA5D4-2936-2DC1-0208-6CFB274C1090}"/>
                  </a:ext>
                </a:extLst>
              </p:cNvPr>
              <p:cNvSpPr txBox="1">
                <a:spLocks noRot="1" noChangeAspect="1" noMove="1" noResize="1" noEditPoints="1" noAdjustHandles="1" noChangeArrowheads="1" noChangeShapeType="1" noTextEdit="1"/>
              </p:cNvSpPr>
              <p:nvPr/>
            </p:nvSpPr>
            <p:spPr>
              <a:xfrm>
                <a:off x="2910704" y="926659"/>
                <a:ext cx="507796" cy="369332"/>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5" name="TextBox 94">
                <a:extLst>
                  <a:ext uri="{FF2B5EF4-FFF2-40B4-BE49-F238E27FC236}">
                    <a16:creationId xmlns:a16="http://schemas.microsoft.com/office/drawing/2014/main" id="{02D8A5B2-E1BF-D57A-6311-1EA835F4A852}"/>
                  </a:ext>
                </a:extLst>
              </p:cNvPr>
              <p:cNvSpPr txBox="1"/>
              <p:nvPr/>
            </p:nvSpPr>
            <p:spPr>
              <a:xfrm>
                <a:off x="1551728" y="914064"/>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Df</m:t>
                          </m:r>
                        </m:sub>
                      </m:sSub>
                    </m:oMath>
                  </m:oMathPara>
                </a14:m>
                <a:endParaRPr lang="en-US" dirty="0">
                  <a:solidFill>
                    <a:schemeClr val="tx1"/>
                  </a:solidFill>
                </a:endParaRPr>
              </a:p>
            </p:txBody>
          </p:sp>
        </mc:Choice>
        <mc:Fallback xmlns="">
          <p:sp>
            <p:nvSpPr>
              <p:cNvPr id="95" name="TextBox 94">
                <a:extLst>
                  <a:ext uri="{FF2B5EF4-FFF2-40B4-BE49-F238E27FC236}">
                    <a16:creationId xmlns:a16="http://schemas.microsoft.com/office/drawing/2014/main" id="{02D8A5B2-E1BF-D57A-6311-1EA835F4A852}"/>
                  </a:ext>
                </a:extLst>
              </p:cNvPr>
              <p:cNvSpPr txBox="1">
                <a:spLocks noRot="1" noChangeAspect="1" noMove="1" noResize="1" noEditPoints="1" noAdjustHandles="1" noChangeArrowheads="1" noChangeShapeType="1" noTextEdit="1"/>
              </p:cNvSpPr>
              <p:nvPr/>
            </p:nvSpPr>
            <p:spPr>
              <a:xfrm>
                <a:off x="1551728" y="914064"/>
                <a:ext cx="507796" cy="369332"/>
              </a:xfrm>
              <a:prstGeom prst="rect">
                <a:avLst/>
              </a:prstGeom>
              <a:blipFill>
                <a:blip r:embed="rId13"/>
                <a:stretch>
                  <a:fillRect r="-481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7" name="TextBox 96">
                <a:extLst>
                  <a:ext uri="{FF2B5EF4-FFF2-40B4-BE49-F238E27FC236}">
                    <a16:creationId xmlns:a16="http://schemas.microsoft.com/office/drawing/2014/main" id="{128EB33A-13CE-3FAD-E619-1F23555185AC}"/>
                  </a:ext>
                </a:extLst>
              </p:cNvPr>
              <p:cNvSpPr txBox="1"/>
              <p:nvPr/>
            </p:nvSpPr>
            <p:spPr>
              <a:xfrm>
                <a:off x="1957369" y="2148694"/>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Ds</m:t>
                          </m:r>
                        </m:sub>
                      </m:sSub>
                    </m:oMath>
                  </m:oMathPara>
                </a14:m>
                <a:endParaRPr lang="en-US" dirty="0">
                  <a:solidFill>
                    <a:schemeClr val="tx1"/>
                  </a:solidFill>
                </a:endParaRPr>
              </a:p>
            </p:txBody>
          </p:sp>
        </mc:Choice>
        <mc:Fallback xmlns="">
          <p:sp>
            <p:nvSpPr>
              <p:cNvPr id="97" name="TextBox 96">
                <a:extLst>
                  <a:ext uri="{FF2B5EF4-FFF2-40B4-BE49-F238E27FC236}">
                    <a16:creationId xmlns:a16="http://schemas.microsoft.com/office/drawing/2014/main" id="{128EB33A-13CE-3FAD-E619-1F23555185AC}"/>
                  </a:ext>
                </a:extLst>
              </p:cNvPr>
              <p:cNvSpPr txBox="1">
                <a:spLocks noRot="1" noChangeAspect="1" noMove="1" noResize="1" noEditPoints="1" noAdjustHandles="1" noChangeArrowheads="1" noChangeShapeType="1" noTextEdit="1"/>
              </p:cNvSpPr>
              <p:nvPr/>
            </p:nvSpPr>
            <p:spPr>
              <a:xfrm>
                <a:off x="1957369" y="2148694"/>
                <a:ext cx="507796" cy="369332"/>
              </a:xfrm>
              <a:prstGeom prst="rect">
                <a:avLst/>
              </a:prstGeom>
              <a:blipFill>
                <a:blip r:embed="rId14"/>
                <a:stretch>
                  <a:fillRect r="-8434"/>
                </a:stretch>
              </a:blipFill>
            </p:spPr>
            <p:txBody>
              <a:bodyPr/>
              <a:lstStyle/>
              <a:p>
                <a:r>
                  <a:rPr lang="en-US">
                    <a:noFill/>
                  </a:rPr>
                  <a:t> </a:t>
                </a:r>
              </a:p>
            </p:txBody>
          </p:sp>
        </mc:Fallback>
      </mc:AlternateContent>
      <p:sp>
        <p:nvSpPr>
          <p:cNvPr id="98" name="Oval 97">
            <a:extLst>
              <a:ext uri="{FF2B5EF4-FFF2-40B4-BE49-F238E27FC236}">
                <a16:creationId xmlns:a16="http://schemas.microsoft.com/office/drawing/2014/main" id="{493FB24D-4B19-2CE9-A23E-3ED2F747CF62}"/>
              </a:ext>
            </a:extLst>
          </p:cNvPr>
          <p:cNvSpPr>
            <a:spLocks noChangeAspect="1"/>
          </p:cNvSpPr>
          <p:nvPr/>
        </p:nvSpPr>
        <p:spPr>
          <a:xfrm>
            <a:off x="2984009" y="2027278"/>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100" name="TextBox 99">
                <a:extLst>
                  <a:ext uri="{FF2B5EF4-FFF2-40B4-BE49-F238E27FC236}">
                    <a16:creationId xmlns:a16="http://schemas.microsoft.com/office/drawing/2014/main" id="{5A27B361-AEA1-71AE-1029-A47942168E4B}"/>
                  </a:ext>
                </a:extLst>
              </p:cNvPr>
              <p:cNvSpPr txBox="1"/>
              <p:nvPr/>
            </p:nvSpPr>
            <p:spPr>
              <a:xfrm>
                <a:off x="2918454" y="1988926"/>
                <a:ext cx="518558"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Di</m:t>
                          </m:r>
                        </m:sub>
                      </m:sSub>
                    </m:oMath>
                  </m:oMathPara>
                </a14:m>
                <a:endParaRPr lang="en-US" dirty="0">
                  <a:solidFill>
                    <a:schemeClr val="bg1"/>
                  </a:solidFill>
                </a:endParaRPr>
              </a:p>
            </p:txBody>
          </p:sp>
        </mc:Choice>
        <mc:Fallback xmlns="">
          <p:sp>
            <p:nvSpPr>
              <p:cNvPr id="100" name="TextBox 99">
                <a:extLst>
                  <a:ext uri="{FF2B5EF4-FFF2-40B4-BE49-F238E27FC236}">
                    <a16:creationId xmlns:a16="http://schemas.microsoft.com/office/drawing/2014/main" id="{5A27B361-AEA1-71AE-1029-A47942168E4B}"/>
                  </a:ext>
                </a:extLst>
              </p:cNvPr>
              <p:cNvSpPr txBox="1">
                <a:spLocks noRot="1" noChangeAspect="1" noMove="1" noResize="1" noEditPoints="1" noAdjustHandles="1" noChangeArrowheads="1" noChangeShapeType="1" noTextEdit="1"/>
              </p:cNvSpPr>
              <p:nvPr/>
            </p:nvSpPr>
            <p:spPr>
              <a:xfrm>
                <a:off x="2918454" y="1988926"/>
                <a:ext cx="518558" cy="369332"/>
              </a:xfrm>
              <a:prstGeom prst="rect">
                <a:avLst/>
              </a:prstGeom>
              <a:blipFill>
                <a:blip r:embed="rId15"/>
                <a:stretch>
                  <a:fillRect/>
                </a:stretch>
              </a:blipFill>
            </p:spPr>
            <p:txBody>
              <a:bodyPr/>
              <a:lstStyle/>
              <a:p>
                <a:r>
                  <a:rPr lang="en-US">
                    <a:noFill/>
                  </a:rPr>
                  <a:t> </a:t>
                </a:r>
              </a:p>
            </p:txBody>
          </p:sp>
        </mc:Fallback>
      </mc:AlternateContent>
      <p:cxnSp>
        <p:nvCxnSpPr>
          <p:cNvPr id="101" name="Straight Arrow Connector 100">
            <a:extLst>
              <a:ext uri="{FF2B5EF4-FFF2-40B4-BE49-F238E27FC236}">
                <a16:creationId xmlns:a16="http://schemas.microsoft.com/office/drawing/2014/main" id="{00E3DDC6-5AE6-4008-4710-41485F11D0EB}"/>
              </a:ext>
            </a:extLst>
          </p:cNvPr>
          <p:cNvCxnSpPr>
            <a:cxnSpLocks/>
            <a:stCxn id="94" idx="2"/>
            <a:endCxn id="98" idx="0"/>
          </p:cNvCxnSpPr>
          <p:nvPr/>
        </p:nvCxnSpPr>
        <p:spPr>
          <a:xfrm>
            <a:off x="3164602" y="1295991"/>
            <a:ext cx="10114" cy="731287"/>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104" name="Straight Arrow Connector 103">
            <a:extLst>
              <a:ext uri="{FF2B5EF4-FFF2-40B4-BE49-F238E27FC236}">
                <a16:creationId xmlns:a16="http://schemas.microsoft.com/office/drawing/2014/main" id="{CD5F29F0-B04D-6561-13DC-FAD4FD758CD3}"/>
              </a:ext>
            </a:extLst>
          </p:cNvPr>
          <p:cNvCxnSpPr>
            <a:cxnSpLocks/>
            <a:stCxn id="81" idx="5"/>
            <a:endCxn id="98" idx="1"/>
          </p:cNvCxnSpPr>
          <p:nvPr/>
        </p:nvCxnSpPr>
        <p:spPr>
          <a:xfrm>
            <a:off x="1377259" y="1425892"/>
            <a:ext cx="1662607" cy="657243"/>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05" name="TextBox 104">
                <a:extLst>
                  <a:ext uri="{FF2B5EF4-FFF2-40B4-BE49-F238E27FC236}">
                    <a16:creationId xmlns:a16="http://schemas.microsoft.com/office/drawing/2014/main" id="{B041AE0F-FD8D-FF3A-DA4C-01031D03E5DE}"/>
                  </a:ext>
                </a:extLst>
              </p:cNvPr>
              <p:cNvSpPr txBox="1"/>
              <p:nvPr/>
            </p:nvSpPr>
            <p:spPr>
              <a:xfrm>
                <a:off x="1805626" y="1637324"/>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Df</m:t>
                          </m:r>
                        </m:sub>
                      </m:sSub>
                    </m:oMath>
                  </m:oMathPara>
                </a14:m>
                <a:endParaRPr lang="en-US" dirty="0">
                  <a:solidFill>
                    <a:schemeClr val="tx1"/>
                  </a:solidFill>
                </a:endParaRPr>
              </a:p>
            </p:txBody>
          </p:sp>
        </mc:Choice>
        <mc:Fallback xmlns="">
          <p:sp>
            <p:nvSpPr>
              <p:cNvPr id="105" name="TextBox 104">
                <a:extLst>
                  <a:ext uri="{FF2B5EF4-FFF2-40B4-BE49-F238E27FC236}">
                    <a16:creationId xmlns:a16="http://schemas.microsoft.com/office/drawing/2014/main" id="{B041AE0F-FD8D-FF3A-DA4C-01031D03E5DE}"/>
                  </a:ext>
                </a:extLst>
              </p:cNvPr>
              <p:cNvSpPr txBox="1">
                <a:spLocks noRot="1" noChangeAspect="1" noMove="1" noResize="1" noEditPoints="1" noAdjustHandles="1" noChangeArrowheads="1" noChangeShapeType="1" noTextEdit="1"/>
              </p:cNvSpPr>
              <p:nvPr/>
            </p:nvSpPr>
            <p:spPr>
              <a:xfrm>
                <a:off x="1805626" y="1637324"/>
                <a:ext cx="507796" cy="369332"/>
              </a:xfrm>
              <a:prstGeom prst="rect">
                <a:avLst/>
              </a:prstGeom>
              <a:blipFill>
                <a:blip r:embed="rId16"/>
                <a:stretch>
                  <a:fillRect r="-481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9" name="TextBox 108">
                <a:extLst>
                  <a:ext uri="{FF2B5EF4-FFF2-40B4-BE49-F238E27FC236}">
                    <a16:creationId xmlns:a16="http://schemas.microsoft.com/office/drawing/2014/main" id="{7C40692B-245D-DB58-D8D8-AF40C6E874C1}"/>
                  </a:ext>
                </a:extLst>
              </p:cNvPr>
              <p:cNvSpPr txBox="1"/>
              <p:nvPr/>
            </p:nvSpPr>
            <p:spPr>
              <a:xfrm>
                <a:off x="3796744" y="817909"/>
                <a:ext cx="578427" cy="400110"/>
              </a:xfrm>
              <a:prstGeom prst="rect">
                <a:avLst/>
              </a:prstGeom>
              <a:noFill/>
            </p:spPr>
            <p:txBody>
              <a:bodyPr wrap="none" rtlCol="0">
                <a:spAutoFit/>
              </a:bodyPr>
              <a:lstStyle/>
              <a:p>
                <a:pPr/>
                <a14:m>
                  <m:oMathPara xmlns:m="http://schemas.openxmlformats.org/officeDocument/2006/math">
                    <m:oMath>
                      <m:sSub>
                        <m:sSubPr>
                          <m:ctrlPr>
                            <a:rPr lang="de-DE" sz="2000" b="0" i="1" smtClean="0">
                              <a:latin typeface="Cambria Math" panose="02040503050406030204" pitchFamily="18" charset="0"/>
                            </a:rPr>
                          </m:ctrlPr>
                        </m:sSubPr>
                        <m:e>
                          <m:r>
                            <m:rPr>
                              <m:sty m:val="p"/>
                            </m:rPr>
                            <a:rPr lang="de-DE" sz="2000" b="0" i="1" smtClean="0">
                              <a:latin typeface="Cambria Math" panose="02040503050406030204" pitchFamily="18" charset="0"/>
                            </a:rPr>
                            <m:t>m</m:t>
                          </m:r>
                        </m:e>
                        <m:sub>
                          <m:r>
                            <m:rPr>
                              <m:sty m:val="p"/>
                            </m:rPr>
                            <a:rPr lang="de-DE" sz="2000" b="0" i="1" smtClean="0">
                              <a:latin typeface="Cambria Math" panose="02040503050406030204" pitchFamily="18" charset="0"/>
                            </a:rPr>
                            <m:t>d</m:t>
                          </m:r>
                        </m:sub>
                      </m:sSub>
                    </m:oMath>
                  </m:oMathPara>
                </a14:m>
                <a:endParaRPr lang="en-US" sz="2000" dirty="0"/>
              </a:p>
            </p:txBody>
          </p:sp>
        </mc:Choice>
        <mc:Fallback xmlns="">
          <p:sp>
            <p:nvSpPr>
              <p:cNvPr id="109" name="TextBox 108">
                <a:extLst>
                  <a:ext uri="{FF2B5EF4-FFF2-40B4-BE49-F238E27FC236}">
                    <a16:creationId xmlns:a16="http://schemas.microsoft.com/office/drawing/2014/main" id="{7C40692B-245D-DB58-D8D8-AF40C6E874C1}"/>
                  </a:ext>
                </a:extLst>
              </p:cNvPr>
              <p:cNvSpPr txBox="1">
                <a:spLocks noRot="1" noChangeAspect="1" noMove="1" noResize="1" noEditPoints="1" noAdjustHandles="1" noChangeArrowheads="1" noChangeShapeType="1" noTextEdit="1"/>
              </p:cNvSpPr>
              <p:nvPr/>
            </p:nvSpPr>
            <p:spPr>
              <a:xfrm>
                <a:off x="3796744" y="817909"/>
                <a:ext cx="578427" cy="400110"/>
              </a:xfrm>
              <a:prstGeom prst="rect">
                <a:avLst/>
              </a:prstGeom>
              <a:blipFill>
                <a:blip r:embed="rId17"/>
                <a:stretch>
                  <a:fillRect b="-151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2" name="TextBox 111">
                <a:extLst>
                  <a:ext uri="{FF2B5EF4-FFF2-40B4-BE49-F238E27FC236}">
                    <a16:creationId xmlns:a16="http://schemas.microsoft.com/office/drawing/2014/main" id="{1347907B-4450-F61F-F647-3103844AB2C6}"/>
                  </a:ext>
                </a:extLst>
              </p:cNvPr>
              <p:cNvSpPr txBox="1"/>
              <p:nvPr/>
            </p:nvSpPr>
            <p:spPr>
              <a:xfrm>
                <a:off x="7415257" y="274596"/>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c</m:t>
                          </m:r>
                        </m:sub>
                      </m:sSub>
                    </m:oMath>
                  </m:oMathPara>
                </a14:m>
                <a:endParaRPr lang="en-US" dirty="0">
                  <a:solidFill>
                    <a:schemeClr val="tx1"/>
                  </a:solidFill>
                </a:endParaRPr>
              </a:p>
            </p:txBody>
          </p:sp>
        </mc:Choice>
        <mc:Fallback xmlns="">
          <p:sp>
            <p:nvSpPr>
              <p:cNvPr id="112" name="TextBox 111">
                <a:extLst>
                  <a:ext uri="{FF2B5EF4-FFF2-40B4-BE49-F238E27FC236}">
                    <a16:creationId xmlns:a16="http://schemas.microsoft.com/office/drawing/2014/main" id="{1347907B-4450-F61F-F647-3103844AB2C6}"/>
                  </a:ext>
                </a:extLst>
              </p:cNvPr>
              <p:cNvSpPr txBox="1">
                <a:spLocks noRot="1" noChangeAspect="1" noMove="1" noResize="1" noEditPoints="1" noAdjustHandles="1" noChangeArrowheads="1" noChangeShapeType="1" noTextEdit="1"/>
              </p:cNvSpPr>
              <p:nvPr/>
            </p:nvSpPr>
            <p:spPr>
              <a:xfrm>
                <a:off x="7415257" y="274596"/>
                <a:ext cx="507796" cy="369332"/>
              </a:xfrm>
              <a:prstGeom prst="rect">
                <a:avLst/>
              </a:prstGeom>
              <a:blipFill>
                <a:blip r:embed="rId18"/>
                <a:stretch>
                  <a:fillRect/>
                </a:stretch>
              </a:blipFill>
            </p:spPr>
            <p:txBody>
              <a:bodyPr/>
              <a:lstStyle/>
              <a:p>
                <a:r>
                  <a:rPr lang="en-US">
                    <a:noFill/>
                  </a:rPr>
                  <a:t> </a:t>
                </a:r>
              </a:p>
            </p:txBody>
          </p:sp>
        </mc:Fallback>
      </mc:AlternateContent>
      <p:sp>
        <p:nvSpPr>
          <p:cNvPr id="30" name="Oval 29">
            <a:extLst>
              <a:ext uri="{FF2B5EF4-FFF2-40B4-BE49-F238E27FC236}">
                <a16:creationId xmlns:a16="http://schemas.microsoft.com/office/drawing/2014/main" id="{955DE9AD-59B2-5466-4B6C-7E41283DE118}"/>
              </a:ext>
            </a:extLst>
          </p:cNvPr>
          <p:cNvSpPr>
            <a:spLocks noChangeAspect="1"/>
          </p:cNvSpPr>
          <p:nvPr/>
        </p:nvSpPr>
        <p:spPr>
          <a:xfrm>
            <a:off x="9575982" y="166731"/>
            <a:ext cx="410141" cy="41014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1" name="Oval 30">
            <a:extLst>
              <a:ext uri="{FF2B5EF4-FFF2-40B4-BE49-F238E27FC236}">
                <a16:creationId xmlns:a16="http://schemas.microsoft.com/office/drawing/2014/main" id="{BD4FCEB6-3810-4E60-1EBB-8F077CF8EE20}"/>
              </a:ext>
            </a:extLst>
          </p:cNvPr>
          <p:cNvSpPr>
            <a:spLocks noChangeAspect="1"/>
          </p:cNvSpPr>
          <p:nvPr/>
        </p:nvSpPr>
        <p:spPr>
          <a:xfrm>
            <a:off x="9585692" y="2037834"/>
            <a:ext cx="410141" cy="41014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32" name="Straight Arrow Connector 31">
            <a:extLst>
              <a:ext uri="{FF2B5EF4-FFF2-40B4-BE49-F238E27FC236}">
                <a16:creationId xmlns:a16="http://schemas.microsoft.com/office/drawing/2014/main" id="{E88442F2-D0D1-442C-9C97-914E98F8443B}"/>
              </a:ext>
            </a:extLst>
          </p:cNvPr>
          <p:cNvCxnSpPr>
            <a:cxnSpLocks/>
            <a:stCxn id="31" idx="6"/>
            <a:endCxn id="43" idx="3"/>
          </p:cNvCxnSpPr>
          <p:nvPr/>
        </p:nvCxnSpPr>
        <p:spPr>
          <a:xfrm flipV="1">
            <a:off x="9995833" y="1444685"/>
            <a:ext cx="806857" cy="798219"/>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a16="http://schemas.microsoft.com/office/drawing/2014/main" id="{ABB2880C-7DAA-176F-A777-64F13D64D0D9}"/>
              </a:ext>
            </a:extLst>
          </p:cNvPr>
          <p:cNvCxnSpPr>
            <a:cxnSpLocks/>
            <a:stCxn id="30" idx="6"/>
            <a:endCxn id="43" idx="1"/>
          </p:cNvCxnSpPr>
          <p:nvPr/>
        </p:nvCxnSpPr>
        <p:spPr>
          <a:xfrm>
            <a:off x="9986123" y="371802"/>
            <a:ext cx="816567" cy="78287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BEFC2334-B57C-38BD-7BA7-BB8E5812BCCB}"/>
                  </a:ext>
                </a:extLst>
              </p:cNvPr>
              <p:cNvSpPr txBox="1"/>
              <p:nvPr/>
            </p:nvSpPr>
            <p:spPr>
              <a:xfrm>
                <a:off x="10078294" y="264605"/>
                <a:ext cx="855270"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Nc</m:t>
                          </m:r>
                        </m:sub>
                      </m:sSub>
                    </m:oMath>
                  </m:oMathPara>
                </a14:m>
                <a:endParaRPr lang="en-US" dirty="0">
                  <a:solidFill>
                    <a:schemeClr val="tx1"/>
                  </a:solidFill>
                </a:endParaRPr>
              </a:p>
            </p:txBody>
          </p:sp>
        </mc:Choice>
        <mc:Fallback xmlns="">
          <p:sp>
            <p:nvSpPr>
              <p:cNvPr id="34" name="TextBox 33">
                <a:extLst>
                  <a:ext uri="{FF2B5EF4-FFF2-40B4-BE49-F238E27FC236}">
                    <a16:creationId xmlns:a16="http://schemas.microsoft.com/office/drawing/2014/main" id="{BEFC2334-B57C-38BD-7BA7-BB8E5812BCCB}"/>
                  </a:ext>
                </a:extLst>
              </p:cNvPr>
              <p:cNvSpPr txBox="1">
                <a:spLocks noRot="1" noChangeAspect="1" noMove="1" noResize="1" noEditPoints="1" noAdjustHandles="1" noChangeArrowheads="1" noChangeShapeType="1" noTextEdit="1"/>
              </p:cNvSpPr>
              <p:nvPr/>
            </p:nvSpPr>
            <p:spPr>
              <a:xfrm>
                <a:off x="10078294" y="264605"/>
                <a:ext cx="855270" cy="369332"/>
              </a:xfrm>
              <a:prstGeom prst="rect">
                <a:avLst/>
              </a:prstGeom>
              <a:blipFill>
                <a:blip r:embed="rId1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DA2B7314-27B2-86E6-2D6F-121C83C36FA4}"/>
                  </a:ext>
                </a:extLst>
              </p:cNvPr>
              <p:cNvSpPr txBox="1"/>
              <p:nvPr/>
            </p:nvSpPr>
            <p:spPr>
              <a:xfrm>
                <a:off x="10136557" y="1792664"/>
                <a:ext cx="855270"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Nc</m:t>
                          </m:r>
                        </m:sub>
                      </m:sSub>
                    </m:oMath>
                  </m:oMathPara>
                </a14:m>
                <a:endParaRPr lang="en-US" dirty="0">
                  <a:solidFill>
                    <a:schemeClr val="tx1"/>
                  </a:solidFill>
                </a:endParaRPr>
              </a:p>
            </p:txBody>
          </p:sp>
        </mc:Choice>
        <mc:Fallback xmlns="">
          <p:sp>
            <p:nvSpPr>
              <p:cNvPr id="35" name="TextBox 34">
                <a:extLst>
                  <a:ext uri="{FF2B5EF4-FFF2-40B4-BE49-F238E27FC236}">
                    <a16:creationId xmlns:a16="http://schemas.microsoft.com/office/drawing/2014/main" id="{DA2B7314-27B2-86E6-2D6F-121C83C36FA4}"/>
                  </a:ext>
                </a:extLst>
              </p:cNvPr>
              <p:cNvSpPr txBox="1">
                <a:spLocks noRot="1" noChangeAspect="1" noMove="1" noResize="1" noEditPoints="1" noAdjustHandles="1" noChangeArrowheads="1" noChangeShapeType="1" noTextEdit="1"/>
              </p:cNvSpPr>
              <p:nvPr/>
            </p:nvSpPr>
            <p:spPr>
              <a:xfrm>
                <a:off x="10136557" y="1792664"/>
                <a:ext cx="855270" cy="369332"/>
              </a:xfrm>
              <a:prstGeom prst="rect">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D647098B-3C01-4570-600D-3570B8E89F1A}"/>
                  </a:ext>
                </a:extLst>
              </p:cNvPr>
              <p:cNvSpPr txBox="1"/>
              <p:nvPr/>
            </p:nvSpPr>
            <p:spPr>
              <a:xfrm>
                <a:off x="8973209" y="617681"/>
                <a:ext cx="855270"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Na</m:t>
                          </m:r>
                        </m:sub>
                      </m:sSub>
                    </m:oMath>
                  </m:oMathPara>
                </a14:m>
                <a:endParaRPr lang="en-US" dirty="0">
                  <a:solidFill>
                    <a:schemeClr val="tx1"/>
                  </a:solidFill>
                </a:endParaRPr>
              </a:p>
            </p:txBody>
          </p:sp>
        </mc:Choice>
        <mc:Fallback xmlns="">
          <p:sp>
            <p:nvSpPr>
              <p:cNvPr id="36" name="TextBox 35">
                <a:extLst>
                  <a:ext uri="{FF2B5EF4-FFF2-40B4-BE49-F238E27FC236}">
                    <a16:creationId xmlns:a16="http://schemas.microsoft.com/office/drawing/2014/main" id="{D647098B-3C01-4570-600D-3570B8E89F1A}"/>
                  </a:ext>
                </a:extLst>
              </p:cNvPr>
              <p:cNvSpPr txBox="1">
                <a:spLocks noRot="1" noChangeAspect="1" noMove="1" noResize="1" noEditPoints="1" noAdjustHandles="1" noChangeArrowheads="1" noChangeShapeType="1" noTextEdit="1"/>
              </p:cNvSpPr>
              <p:nvPr/>
            </p:nvSpPr>
            <p:spPr>
              <a:xfrm>
                <a:off x="8973209" y="617681"/>
                <a:ext cx="855270" cy="369332"/>
              </a:xfrm>
              <a:prstGeom prst="rect">
                <a:avLst/>
              </a:prstGeom>
              <a:blipFill>
                <a:blip r:embed="rId2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681599CA-BE53-395F-AAB6-60C4D7D17413}"/>
                  </a:ext>
                </a:extLst>
              </p:cNvPr>
              <p:cNvSpPr txBox="1"/>
              <p:nvPr/>
            </p:nvSpPr>
            <p:spPr>
              <a:xfrm>
                <a:off x="8905461" y="1528467"/>
                <a:ext cx="855270"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Nb</m:t>
                          </m:r>
                        </m:sub>
                      </m:sSub>
                    </m:oMath>
                  </m:oMathPara>
                </a14:m>
                <a:endParaRPr lang="en-US" dirty="0">
                  <a:solidFill>
                    <a:schemeClr val="tx1"/>
                  </a:solidFill>
                </a:endParaRPr>
              </a:p>
            </p:txBody>
          </p:sp>
        </mc:Choice>
        <mc:Fallback xmlns="">
          <p:sp>
            <p:nvSpPr>
              <p:cNvPr id="37" name="TextBox 36">
                <a:extLst>
                  <a:ext uri="{FF2B5EF4-FFF2-40B4-BE49-F238E27FC236}">
                    <a16:creationId xmlns:a16="http://schemas.microsoft.com/office/drawing/2014/main" id="{681599CA-BE53-395F-AAB6-60C4D7D17413}"/>
                  </a:ext>
                </a:extLst>
              </p:cNvPr>
              <p:cNvSpPr txBox="1">
                <a:spLocks noRot="1" noChangeAspect="1" noMove="1" noResize="1" noEditPoints="1" noAdjustHandles="1" noChangeArrowheads="1" noChangeShapeType="1" noTextEdit="1"/>
              </p:cNvSpPr>
              <p:nvPr/>
            </p:nvSpPr>
            <p:spPr>
              <a:xfrm>
                <a:off x="8905461" y="1528467"/>
                <a:ext cx="855270" cy="369332"/>
              </a:xfrm>
              <a:prstGeom prst="rect">
                <a:avLst/>
              </a:prstGeom>
              <a:blipFill>
                <a:blip r:embed="rId22"/>
                <a:stretch>
                  <a:fillRect/>
                </a:stretch>
              </a:blipFill>
            </p:spPr>
            <p:txBody>
              <a:bodyPr/>
              <a:lstStyle/>
              <a:p>
                <a:r>
                  <a:rPr lang="en-US">
                    <a:noFill/>
                  </a:rPr>
                  <a:t> </a:t>
                </a:r>
              </a:p>
            </p:txBody>
          </p:sp>
        </mc:Fallback>
      </mc:AlternateContent>
      <p:sp>
        <p:nvSpPr>
          <p:cNvPr id="38" name="Oval 37">
            <a:extLst>
              <a:ext uri="{FF2B5EF4-FFF2-40B4-BE49-F238E27FC236}">
                <a16:creationId xmlns:a16="http://schemas.microsoft.com/office/drawing/2014/main" id="{85CCE70D-4923-326B-098D-CC71F743D3D7}"/>
              </a:ext>
            </a:extLst>
          </p:cNvPr>
          <p:cNvSpPr>
            <a:spLocks noChangeAspect="1"/>
          </p:cNvSpPr>
          <p:nvPr/>
        </p:nvSpPr>
        <p:spPr>
          <a:xfrm>
            <a:off x="8524901" y="1094608"/>
            <a:ext cx="410141" cy="41014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39" name="Straight Arrow Connector 38">
            <a:extLst>
              <a:ext uri="{FF2B5EF4-FFF2-40B4-BE49-F238E27FC236}">
                <a16:creationId xmlns:a16="http://schemas.microsoft.com/office/drawing/2014/main" id="{F21D9C35-EF22-1655-78B7-0C4F57398142}"/>
              </a:ext>
            </a:extLst>
          </p:cNvPr>
          <p:cNvCxnSpPr>
            <a:cxnSpLocks/>
            <a:stCxn id="38" idx="0"/>
            <a:endCxn id="30" idx="2"/>
          </p:cNvCxnSpPr>
          <p:nvPr/>
        </p:nvCxnSpPr>
        <p:spPr>
          <a:xfrm flipV="1">
            <a:off x="8729972" y="371802"/>
            <a:ext cx="846010" cy="722806"/>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36323CE5-F1C1-376A-D338-EFC94844EE29}"/>
                  </a:ext>
                </a:extLst>
              </p:cNvPr>
              <p:cNvSpPr txBox="1"/>
              <p:nvPr/>
            </p:nvSpPr>
            <p:spPr>
              <a:xfrm>
                <a:off x="7804969" y="886642"/>
                <a:ext cx="546041"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c</m:t>
                          </m:r>
                        </m:sub>
                      </m:sSub>
                    </m:oMath>
                  </m:oMathPara>
                </a14:m>
                <a:endParaRPr lang="en-US" dirty="0">
                  <a:solidFill>
                    <a:schemeClr val="tx1"/>
                  </a:solidFill>
                </a:endParaRPr>
              </a:p>
            </p:txBody>
          </p:sp>
        </mc:Choice>
        <mc:Fallback xmlns="">
          <p:sp>
            <p:nvSpPr>
              <p:cNvPr id="40" name="TextBox 39">
                <a:extLst>
                  <a:ext uri="{FF2B5EF4-FFF2-40B4-BE49-F238E27FC236}">
                    <a16:creationId xmlns:a16="http://schemas.microsoft.com/office/drawing/2014/main" id="{36323CE5-F1C1-376A-D338-EFC94844EE29}"/>
                  </a:ext>
                </a:extLst>
              </p:cNvPr>
              <p:cNvSpPr txBox="1">
                <a:spLocks noRot="1" noChangeAspect="1" noMove="1" noResize="1" noEditPoints="1" noAdjustHandles="1" noChangeArrowheads="1" noChangeShapeType="1" noTextEdit="1"/>
              </p:cNvSpPr>
              <p:nvPr/>
            </p:nvSpPr>
            <p:spPr>
              <a:xfrm>
                <a:off x="7804969" y="886642"/>
                <a:ext cx="546041" cy="369332"/>
              </a:xfrm>
              <a:prstGeom prst="rect">
                <a:avLst/>
              </a:prstGeom>
              <a:blipFill>
                <a:blip r:embed="rId23"/>
                <a:stretch>
                  <a:fillRect/>
                </a:stretch>
              </a:blipFill>
            </p:spPr>
            <p:txBody>
              <a:bodyPr/>
              <a:lstStyle/>
              <a:p>
                <a:r>
                  <a:rPr lang="en-US">
                    <a:noFill/>
                  </a:rPr>
                  <a:t> </a:t>
                </a:r>
              </a:p>
            </p:txBody>
          </p:sp>
        </mc:Fallback>
      </mc:AlternateContent>
      <p:cxnSp>
        <p:nvCxnSpPr>
          <p:cNvPr id="41" name="Straight Arrow Connector 40">
            <a:extLst>
              <a:ext uri="{FF2B5EF4-FFF2-40B4-BE49-F238E27FC236}">
                <a16:creationId xmlns:a16="http://schemas.microsoft.com/office/drawing/2014/main" id="{928C7DEA-4DE7-77F8-5A15-EDDC732B932C}"/>
              </a:ext>
            </a:extLst>
          </p:cNvPr>
          <p:cNvCxnSpPr>
            <a:cxnSpLocks/>
            <a:endCxn id="49" idx="1"/>
          </p:cNvCxnSpPr>
          <p:nvPr/>
        </p:nvCxnSpPr>
        <p:spPr>
          <a:xfrm>
            <a:off x="7765440" y="1255974"/>
            <a:ext cx="740834" cy="1289"/>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42" name="Straight Arrow Connector 41">
            <a:extLst>
              <a:ext uri="{FF2B5EF4-FFF2-40B4-BE49-F238E27FC236}">
                <a16:creationId xmlns:a16="http://schemas.microsoft.com/office/drawing/2014/main" id="{43DB876B-DF25-131A-D19D-AD404E60734B}"/>
              </a:ext>
            </a:extLst>
          </p:cNvPr>
          <p:cNvCxnSpPr>
            <a:cxnSpLocks/>
            <a:stCxn id="38" idx="4"/>
            <a:endCxn id="31" idx="2"/>
          </p:cNvCxnSpPr>
          <p:nvPr/>
        </p:nvCxnSpPr>
        <p:spPr>
          <a:xfrm>
            <a:off x="8729972" y="1504749"/>
            <a:ext cx="855720" cy="738155"/>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sp>
        <p:nvSpPr>
          <p:cNvPr id="43" name="Oval 42">
            <a:extLst>
              <a:ext uri="{FF2B5EF4-FFF2-40B4-BE49-F238E27FC236}">
                <a16:creationId xmlns:a16="http://schemas.microsoft.com/office/drawing/2014/main" id="{C0E7AC85-21EE-1019-E79F-0C1869344932}"/>
              </a:ext>
            </a:extLst>
          </p:cNvPr>
          <p:cNvSpPr>
            <a:spLocks noChangeAspect="1"/>
          </p:cNvSpPr>
          <p:nvPr/>
        </p:nvSpPr>
        <p:spPr>
          <a:xfrm>
            <a:off x="10742626" y="1094608"/>
            <a:ext cx="410141" cy="41014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44" name="Straight Arrow Connector 43">
            <a:extLst>
              <a:ext uri="{FF2B5EF4-FFF2-40B4-BE49-F238E27FC236}">
                <a16:creationId xmlns:a16="http://schemas.microsoft.com/office/drawing/2014/main" id="{ED1DC91B-164B-0C12-4C80-EB32861F1015}"/>
              </a:ext>
            </a:extLst>
          </p:cNvPr>
          <p:cNvCxnSpPr>
            <a:cxnSpLocks/>
          </p:cNvCxnSpPr>
          <p:nvPr/>
        </p:nvCxnSpPr>
        <p:spPr>
          <a:xfrm flipV="1">
            <a:off x="11152767" y="1283396"/>
            <a:ext cx="782058" cy="16282"/>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40B6550D-FF9E-7F0E-0AD1-70F6C51338E8}"/>
                  </a:ext>
                </a:extLst>
              </p:cNvPr>
              <p:cNvSpPr txBox="1"/>
              <p:nvPr/>
            </p:nvSpPr>
            <p:spPr>
              <a:xfrm>
                <a:off x="11375115" y="876413"/>
                <a:ext cx="524049" cy="369332"/>
              </a:xfrm>
              <a:prstGeom prst="rect">
                <a:avLst/>
              </a:prstGeom>
              <a:noFill/>
            </p:spPr>
            <p:txBody>
              <a:bodyPr wrap="square">
                <a:spAutoFit/>
              </a:bodyPr>
              <a:lstStyle/>
              <a:p>
                <a:pPr/>
                <a14:m>
                  <m:oMathPara xmlns:m="http://schemas.openxmlformats.org/officeDocument/2006/math">
                    <m:oMath>
                      <m:sSub>
                        <m:sSubPr>
                          <m:ctrlPr>
                            <a:rPr lang="de-DE" b="0" i="1" smtClean="0">
                              <a:latin typeface="Cambria Math" panose="02040503050406030204" pitchFamily="18" charset="0"/>
                            </a:rPr>
                          </m:ctrlPr>
                        </m:sSubPr>
                        <m:e>
                          <m:r>
                            <m:rPr>
                              <m:sty m:val="p"/>
                            </m:rPr>
                            <a:rPr lang="de-DE" b="0" i="1" smtClean="0">
                              <a:latin typeface="Cambria Math" panose="02040503050406030204" pitchFamily="18" charset="0"/>
                            </a:rPr>
                            <m:t>m</m:t>
                          </m:r>
                        </m:e>
                        <m:sub>
                          <m:r>
                            <m:rPr>
                              <m:sty m:val="p"/>
                            </m:rPr>
                            <a:rPr lang="de-DE" b="0" i="1" smtClean="0">
                              <a:latin typeface="Cambria Math" panose="02040503050406030204" pitchFamily="18" charset="0"/>
                            </a:rPr>
                            <m:t>out</m:t>
                          </m:r>
                        </m:sub>
                      </m:sSub>
                    </m:oMath>
                  </m:oMathPara>
                </a14:m>
                <a:endParaRPr lang="en-US" dirty="0"/>
              </a:p>
            </p:txBody>
          </p:sp>
        </mc:Choice>
        <mc:Fallback xmlns="">
          <p:sp>
            <p:nvSpPr>
              <p:cNvPr id="45" name="TextBox 44">
                <a:extLst>
                  <a:ext uri="{FF2B5EF4-FFF2-40B4-BE49-F238E27FC236}">
                    <a16:creationId xmlns:a16="http://schemas.microsoft.com/office/drawing/2014/main" id="{40B6550D-FF9E-7F0E-0AD1-70F6C51338E8}"/>
                  </a:ext>
                </a:extLst>
              </p:cNvPr>
              <p:cNvSpPr txBox="1">
                <a:spLocks noRot="1" noChangeAspect="1" noMove="1" noResize="1" noEditPoints="1" noAdjustHandles="1" noChangeArrowheads="1" noChangeShapeType="1" noTextEdit="1"/>
              </p:cNvSpPr>
              <p:nvPr/>
            </p:nvSpPr>
            <p:spPr>
              <a:xfrm>
                <a:off x="11375115" y="876413"/>
                <a:ext cx="524049" cy="369332"/>
              </a:xfrm>
              <a:prstGeom prst="rect">
                <a:avLst/>
              </a:prstGeom>
              <a:blipFill>
                <a:blip r:embed="rId24"/>
                <a:stretch>
                  <a:fillRect r="-151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B3A659FA-A07A-A758-AB88-4C379BE1BBF3}"/>
                  </a:ext>
                </a:extLst>
              </p:cNvPr>
              <p:cNvSpPr txBox="1"/>
              <p:nvPr/>
            </p:nvSpPr>
            <p:spPr>
              <a:xfrm>
                <a:off x="10724748" y="1074050"/>
                <a:ext cx="448081"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No</m:t>
                          </m:r>
                        </m:sub>
                      </m:sSub>
                    </m:oMath>
                  </m:oMathPara>
                </a14:m>
                <a:endParaRPr lang="en-US" dirty="0">
                  <a:solidFill>
                    <a:schemeClr val="bg1"/>
                  </a:solidFill>
                </a:endParaRPr>
              </a:p>
            </p:txBody>
          </p:sp>
        </mc:Choice>
        <mc:Fallback xmlns="">
          <p:sp>
            <p:nvSpPr>
              <p:cNvPr id="46" name="TextBox 45">
                <a:extLst>
                  <a:ext uri="{FF2B5EF4-FFF2-40B4-BE49-F238E27FC236}">
                    <a16:creationId xmlns:a16="http://schemas.microsoft.com/office/drawing/2014/main" id="{B3A659FA-A07A-A758-AB88-4C379BE1BBF3}"/>
                  </a:ext>
                </a:extLst>
              </p:cNvPr>
              <p:cNvSpPr txBox="1">
                <a:spLocks noRot="1" noChangeAspect="1" noMove="1" noResize="1" noEditPoints="1" noAdjustHandles="1" noChangeArrowheads="1" noChangeShapeType="1" noTextEdit="1"/>
              </p:cNvSpPr>
              <p:nvPr/>
            </p:nvSpPr>
            <p:spPr>
              <a:xfrm>
                <a:off x="10724748" y="1074050"/>
                <a:ext cx="448081" cy="369332"/>
              </a:xfrm>
              <a:prstGeom prst="rect">
                <a:avLst/>
              </a:prstGeom>
              <a:blipFill>
                <a:blip r:embed="rId25"/>
                <a:stretch>
                  <a:fillRect r="-405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1F4C7A19-9B81-A5F6-8B49-3FEB78DCCD2A}"/>
                  </a:ext>
                </a:extLst>
              </p:cNvPr>
              <p:cNvSpPr txBox="1"/>
              <p:nvPr/>
            </p:nvSpPr>
            <p:spPr>
              <a:xfrm>
                <a:off x="9511235" y="134106"/>
                <a:ext cx="557613"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Na</m:t>
                          </m:r>
                        </m:sub>
                      </m:sSub>
                    </m:oMath>
                  </m:oMathPara>
                </a14:m>
                <a:endParaRPr lang="en-US" dirty="0">
                  <a:solidFill>
                    <a:schemeClr val="bg1"/>
                  </a:solidFill>
                </a:endParaRPr>
              </a:p>
            </p:txBody>
          </p:sp>
        </mc:Choice>
        <mc:Fallback xmlns="">
          <p:sp>
            <p:nvSpPr>
              <p:cNvPr id="47" name="TextBox 46">
                <a:extLst>
                  <a:ext uri="{FF2B5EF4-FFF2-40B4-BE49-F238E27FC236}">
                    <a16:creationId xmlns:a16="http://schemas.microsoft.com/office/drawing/2014/main" id="{1F4C7A19-9B81-A5F6-8B49-3FEB78DCCD2A}"/>
                  </a:ext>
                </a:extLst>
              </p:cNvPr>
              <p:cNvSpPr txBox="1">
                <a:spLocks noRot="1" noChangeAspect="1" noMove="1" noResize="1" noEditPoints="1" noAdjustHandles="1" noChangeArrowheads="1" noChangeShapeType="1" noTextEdit="1"/>
              </p:cNvSpPr>
              <p:nvPr/>
            </p:nvSpPr>
            <p:spPr>
              <a:xfrm>
                <a:off x="9511235" y="134106"/>
                <a:ext cx="557613" cy="369332"/>
              </a:xfrm>
              <a:prstGeom prst="rect">
                <a:avLst/>
              </a:prstGeom>
              <a:blipFill>
                <a:blip r:embed="rId2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ED5ABFAE-CFF1-94D7-75EA-ED3F1FFF509A}"/>
                  </a:ext>
                </a:extLst>
              </p:cNvPr>
              <p:cNvSpPr txBox="1"/>
              <p:nvPr/>
            </p:nvSpPr>
            <p:spPr>
              <a:xfrm>
                <a:off x="9565907" y="2016332"/>
                <a:ext cx="421017"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Nb</m:t>
                          </m:r>
                        </m:sub>
                      </m:sSub>
                    </m:oMath>
                  </m:oMathPara>
                </a14:m>
                <a:endParaRPr lang="en-US" dirty="0">
                  <a:solidFill>
                    <a:schemeClr val="bg1"/>
                  </a:solidFill>
                </a:endParaRPr>
              </a:p>
            </p:txBody>
          </p:sp>
        </mc:Choice>
        <mc:Fallback xmlns="">
          <p:sp>
            <p:nvSpPr>
              <p:cNvPr id="48" name="TextBox 47">
                <a:extLst>
                  <a:ext uri="{FF2B5EF4-FFF2-40B4-BE49-F238E27FC236}">
                    <a16:creationId xmlns:a16="http://schemas.microsoft.com/office/drawing/2014/main" id="{ED5ABFAE-CFF1-94D7-75EA-ED3F1FFF509A}"/>
                  </a:ext>
                </a:extLst>
              </p:cNvPr>
              <p:cNvSpPr txBox="1">
                <a:spLocks noRot="1" noChangeAspect="1" noMove="1" noResize="1" noEditPoints="1" noAdjustHandles="1" noChangeArrowheads="1" noChangeShapeType="1" noTextEdit="1"/>
              </p:cNvSpPr>
              <p:nvPr/>
            </p:nvSpPr>
            <p:spPr>
              <a:xfrm>
                <a:off x="9565907" y="2016332"/>
                <a:ext cx="421017" cy="369332"/>
              </a:xfrm>
              <a:prstGeom prst="rect">
                <a:avLst/>
              </a:prstGeom>
              <a:blipFill>
                <a:blip r:embed="rId27"/>
                <a:stretch>
                  <a:fillRect r="-130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96C831F4-A2D7-1153-2B20-E9FEF7219BF9}"/>
                  </a:ext>
                </a:extLst>
              </p:cNvPr>
              <p:cNvSpPr txBox="1"/>
              <p:nvPr/>
            </p:nvSpPr>
            <p:spPr>
              <a:xfrm>
                <a:off x="8506274" y="1072597"/>
                <a:ext cx="448081"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Ni</m:t>
                          </m:r>
                        </m:sub>
                      </m:sSub>
                    </m:oMath>
                  </m:oMathPara>
                </a14:m>
                <a:endParaRPr lang="en-US" dirty="0">
                  <a:solidFill>
                    <a:schemeClr val="bg1"/>
                  </a:solidFill>
                </a:endParaRPr>
              </a:p>
            </p:txBody>
          </p:sp>
        </mc:Choice>
        <mc:Fallback xmlns="">
          <p:sp>
            <p:nvSpPr>
              <p:cNvPr id="49" name="TextBox 48">
                <a:extLst>
                  <a:ext uri="{FF2B5EF4-FFF2-40B4-BE49-F238E27FC236}">
                    <a16:creationId xmlns:a16="http://schemas.microsoft.com/office/drawing/2014/main" id="{96C831F4-A2D7-1153-2B20-E9FEF7219BF9}"/>
                  </a:ext>
                </a:extLst>
              </p:cNvPr>
              <p:cNvSpPr txBox="1">
                <a:spLocks noRot="1" noChangeAspect="1" noMove="1" noResize="1" noEditPoints="1" noAdjustHandles="1" noChangeArrowheads="1" noChangeShapeType="1" noTextEdit="1"/>
              </p:cNvSpPr>
              <p:nvPr/>
            </p:nvSpPr>
            <p:spPr>
              <a:xfrm>
                <a:off x="8506274" y="1072597"/>
                <a:ext cx="448081" cy="369332"/>
              </a:xfrm>
              <a:prstGeom prst="rect">
                <a:avLst/>
              </a:prstGeom>
              <a:blipFill>
                <a:blip r:embed="rId28"/>
                <a:stretch>
                  <a:fillRect/>
                </a:stretch>
              </a:blipFill>
            </p:spPr>
            <p:txBody>
              <a:bodyPr/>
              <a:lstStyle/>
              <a:p>
                <a:r>
                  <a:rPr lang="en-US">
                    <a:noFill/>
                  </a:rPr>
                  <a:t> </a:t>
                </a:r>
              </a:p>
            </p:txBody>
          </p:sp>
        </mc:Fallback>
      </mc:AlternateContent>
      <p:cxnSp>
        <p:nvCxnSpPr>
          <p:cNvPr id="60" name="Straight Connector 59">
            <a:extLst>
              <a:ext uri="{FF2B5EF4-FFF2-40B4-BE49-F238E27FC236}">
                <a16:creationId xmlns:a16="http://schemas.microsoft.com/office/drawing/2014/main" id="{51BED310-06F2-E47F-29D6-87FA155F036E}"/>
              </a:ext>
            </a:extLst>
          </p:cNvPr>
          <p:cNvCxnSpPr>
            <a:cxnSpLocks/>
          </p:cNvCxnSpPr>
          <p:nvPr/>
        </p:nvCxnSpPr>
        <p:spPr>
          <a:xfrm>
            <a:off x="7775843" y="695981"/>
            <a:ext cx="8451" cy="559993"/>
          </a:xfrm>
          <a:prstGeom prst="line">
            <a:avLst/>
          </a:prstGeom>
        </p:spPr>
        <p:style>
          <a:lnRef idx="2">
            <a:schemeClr val="accent1"/>
          </a:lnRef>
          <a:fillRef idx="0">
            <a:schemeClr val="accent1"/>
          </a:fillRef>
          <a:effectRef idx="1">
            <a:schemeClr val="accent1"/>
          </a:effectRef>
          <a:fontRef idx="minor">
            <a:schemeClr val="tx1"/>
          </a:fontRef>
        </p:style>
      </p:cxnSp>
      <p:sp>
        <p:nvSpPr>
          <p:cNvPr id="113" name="Rectangle 112">
            <a:extLst>
              <a:ext uri="{FF2B5EF4-FFF2-40B4-BE49-F238E27FC236}">
                <a16:creationId xmlns:a16="http://schemas.microsoft.com/office/drawing/2014/main" id="{E797662E-CEBC-DAAE-3E5F-18636EF38677}"/>
              </a:ext>
            </a:extLst>
          </p:cNvPr>
          <p:cNvSpPr/>
          <p:nvPr/>
        </p:nvSpPr>
        <p:spPr>
          <a:xfrm>
            <a:off x="8320025" y="45697"/>
            <a:ext cx="3073000" cy="2537212"/>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15" name="TextBox 114">
            <a:extLst>
              <a:ext uri="{FF2B5EF4-FFF2-40B4-BE49-F238E27FC236}">
                <a16:creationId xmlns:a16="http://schemas.microsoft.com/office/drawing/2014/main" id="{93778832-96D7-2947-B80A-A56B0F3A40C3}"/>
              </a:ext>
            </a:extLst>
          </p:cNvPr>
          <p:cNvSpPr txBox="1"/>
          <p:nvPr/>
        </p:nvSpPr>
        <p:spPr>
          <a:xfrm>
            <a:off x="8334903" y="76227"/>
            <a:ext cx="473206" cy="338554"/>
          </a:xfrm>
          <a:prstGeom prst="rect">
            <a:avLst/>
          </a:prstGeom>
          <a:noFill/>
        </p:spPr>
        <p:txBody>
          <a:bodyPr wrap="none" rtlCol="0">
            <a:spAutoFit/>
          </a:bodyPr>
          <a:lstStyle/>
          <a:p>
            <a:r>
              <a:rPr lang="en-US" sz="1600" dirty="0"/>
              <a:t>NN</a:t>
            </a:r>
          </a:p>
        </p:txBody>
      </p:sp>
      <p:sp>
        <p:nvSpPr>
          <p:cNvPr id="2" name="Rectangle: Rounded Corners 1">
            <a:extLst>
              <a:ext uri="{FF2B5EF4-FFF2-40B4-BE49-F238E27FC236}">
                <a16:creationId xmlns:a16="http://schemas.microsoft.com/office/drawing/2014/main" id="{527796F3-03A6-6ACF-7598-DD0BBF06BE72}"/>
              </a:ext>
            </a:extLst>
          </p:cNvPr>
          <p:cNvSpPr/>
          <p:nvPr/>
        </p:nvSpPr>
        <p:spPr>
          <a:xfrm>
            <a:off x="239244" y="2819746"/>
            <a:ext cx="1289392" cy="767408"/>
          </a:xfrm>
          <a:prstGeom prst="roundRect">
            <a:avLst>
              <a:gd name="adj" fmla="val 11702"/>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7ACF3A79-6BE7-9B0E-CD99-E0D613660B0B}"/>
              </a:ext>
            </a:extLst>
          </p:cNvPr>
          <p:cNvSpPr txBox="1"/>
          <p:nvPr/>
        </p:nvSpPr>
        <p:spPr>
          <a:xfrm>
            <a:off x="233856" y="2926197"/>
            <a:ext cx="1385316" cy="646331"/>
          </a:xfrm>
          <a:prstGeom prst="rect">
            <a:avLst/>
          </a:prstGeom>
          <a:noFill/>
        </p:spPr>
        <p:txBody>
          <a:bodyPr wrap="none" rtlCol="0">
            <a:spAutoFit/>
          </a:bodyPr>
          <a:lstStyle/>
          <a:p>
            <a:pPr algn="ctr"/>
            <a:r>
              <a:rPr lang="de-DE" dirty="0" err="1"/>
              <a:t>Map</a:t>
            </a:r>
            <a:r>
              <a:rPr lang="de-DE" dirty="0"/>
              <a:t> Chem. </a:t>
            </a:r>
          </a:p>
          <a:p>
            <a:pPr algn="ctr"/>
            <a:r>
              <a:rPr lang="de-DE" dirty="0"/>
              <a:t>Diff. in S</a:t>
            </a:r>
            <a:endParaRPr lang="en-US" dirty="0"/>
          </a:p>
        </p:txBody>
      </p:sp>
      <p:sp>
        <p:nvSpPr>
          <p:cNvPr id="11" name="Oval 10">
            <a:extLst>
              <a:ext uri="{FF2B5EF4-FFF2-40B4-BE49-F238E27FC236}">
                <a16:creationId xmlns:a16="http://schemas.microsoft.com/office/drawing/2014/main" id="{653FD999-7E7D-5C1E-B14B-A7AE290E8116}"/>
              </a:ext>
            </a:extLst>
          </p:cNvPr>
          <p:cNvSpPr>
            <a:spLocks noChangeAspect="1"/>
          </p:cNvSpPr>
          <p:nvPr/>
        </p:nvSpPr>
        <p:spPr>
          <a:xfrm>
            <a:off x="81221" y="2690298"/>
            <a:ext cx="316045" cy="316045"/>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solidFill>
                  <a:schemeClr val="tx1"/>
                </a:solidFill>
              </a:rPr>
              <a:t>1</a:t>
            </a:r>
            <a:endParaRPr lang="en-US" dirty="0">
              <a:solidFill>
                <a:schemeClr val="tx1"/>
              </a:solidFill>
            </a:endParaRPr>
          </a:p>
        </p:txBody>
      </p:sp>
      <p:sp>
        <p:nvSpPr>
          <p:cNvPr id="12" name="Rectangle: Rounded Corners 11">
            <a:extLst>
              <a:ext uri="{FF2B5EF4-FFF2-40B4-BE49-F238E27FC236}">
                <a16:creationId xmlns:a16="http://schemas.microsoft.com/office/drawing/2014/main" id="{7DD72C87-8C8B-7249-2C1E-7C5101542E23}"/>
              </a:ext>
            </a:extLst>
          </p:cNvPr>
          <p:cNvSpPr/>
          <p:nvPr/>
        </p:nvSpPr>
        <p:spPr>
          <a:xfrm>
            <a:off x="1976464" y="2819746"/>
            <a:ext cx="1289392" cy="767408"/>
          </a:xfrm>
          <a:prstGeom prst="roundRect">
            <a:avLst>
              <a:gd name="adj" fmla="val 11702"/>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BFEF01F9-C59E-28F2-20B0-2C431442C896}"/>
              </a:ext>
            </a:extLst>
          </p:cNvPr>
          <p:cNvSpPr txBox="1"/>
          <p:nvPr/>
        </p:nvSpPr>
        <p:spPr>
          <a:xfrm>
            <a:off x="2085597" y="2940823"/>
            <a:ext cx="1071126" cy="646331"/>
          </a:xfrm>
          <a:prstGeom prst="rect">
            <a:avLst/>
          </a:prstGeom>
          <a:noFill/>
        </p:spPr>
        <p:txBody>
          <a:bodyPr wrap="none" rtlCol="0">
            <a:spAutoFit/>
          </a:bodyPr>
          <a:lstStyle/>
          <a:p>
            <a:pPr algn="ctr"/>
            <a:r>
              <a:rPr lang="de-DE" dirty="0" err="1"/>
              <a:t>Simulate</a:t>
            </a:r>
            <a:endParaRPr lang="de-DE" dirty="0"/>
          </a:p>
          <a:p>
            <a:pPr algn="ctr"/>
            <a:r>
              <a:rPr lang="de-DE" dirty="0" err="1"/>
              <a:t>Kinetics</a:t>
            </a:r>
            <a:endParaRPr lang="en-US" dirty="0"/>
          </a:p>
        </p:txBody>
      </p:sp>
      <p:sp>
        <p:nvSpPr>
          <p:cNvPr id="14" name="Oval 13">
            <a:extLst>
              <a:ext uri="{FF2B5EF4-FFF2-40B4-BE49-F238E27FC236}">
                <a16:creationId xmlns:a16="http://schemas.microsoft.com/office/drawing/2014/main" id="{26BEB7E7-6379-36B8-F440-3EA3838B6A42}"/>
              </a:ext>
            </a:extLst>
          </p:cNvPr>
          <p:cNvSpPr>
            <a:spLocks noChangeAspect="1"/>
          </p:cNvSpPr>
          <p:nvPr/>
        </p:nvSpPr>
        <p:spPr>
          <a:xfrm>
            <a:off x="1818441" y="2661723"/>
            <a:ext cx="316045" cy="316045"/>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solidFill>
                  <a:schemeClr val="tx1"/>
                </a:solidFill>
              </a:rPr>
              <a:t>2</a:t>
            </a:r>
            <a:endParaRPr lang="en-US" dirty="0">
              <a:solidFill>
                <a:schemeClr val="tx1"/>
              </a:solidFill>
            </a:endParaRPr>
          </a:p>
        </p:txBody>
      </p:sp>
      <p:cxnSp>
        <p:nvCxnSpPr>
          <p:cNvPr id="16" name="Straight Arrow Connector 15">
            <a:extLst>
              <a:ext uri="{FF2B5EF4-FFF2-40B4-BE49-F238E27FC236}">
                <a16:creationId xmlns:a16="http://schemas.microsoft.com/office/drawing/2014/main" id="{8C8F2F69-E9D6-EEB1-9017-972230F4BE78}"/>
              </a:ext>
            </a:extLst>
          </p:cNvPr>
          <p:cNvCxnSpPr>
            <a:cxnSpLocks/>
            <a:stCxn id="2" idx="3"/>
            <a:endCxn id="12" idx="1"/>
          </p:cNvCxnSpPr>
          <p:nvPr/>
        </p:nvCxnSpPr>
        <p:spPr>
          <a:xfrm>
            <a:off x="1528636" y="3203450"/>
            <a:ext cx="447828" cy="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sp>
        <p:nvSpPr>
          <p:cNvPr id="18" name="Rectangle: Rounded Corners 17">
            <a:extLst>
              <a:ext uri="{FF2B5EF4-FFF2-40B4-BE49-F238E27FC236}">
                <a16:creationId xmlns:a16="http://schemas.microsoft.com/office/drawing/2014/main" id="{0D5549F3-AD70-F6F3-EC22-D4BCAFB9F80E}"/>
              </a:ext>
            </a:extLst>
          </p:cNvPr>
          <p:cNvSpPr/>
          <p:nvPr/>
        </p:nvSpPr>
        <p:spPr>
          <a:xfrm>
            <a:off x="3713684" y="2819746"/>
            <a:ext cx="1289392" cy="767408"/>
          </a:xfrm>
          <a:prstGeom prst="roundRect">
            <a:avLst>
              <a:gd name="adj" fmla="val 11702"/>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11C5A117-50B0-E088-668E-DB68E643D72D}"/>
              </a:ext>
            </a:extLst>
          </p:cNvPr>
          <p:cNvSpPr txBox="1"/>
          <p:nvPr/>
        </p:nvSpPr>
        <p:spPr>
          <a:xfrm>
            <a:off x="3647057" y="2940823"/>
            <a:ext cx="1403398" cy="646331"/>
          </a:xfrm>
          <a:prstGeom prst="rect">
            <a:avLst/>
          </a:prstGeom>
          <a:noFill/>
        </p:spPr>
        <p:txBody>
          <a:bodyPr wrap="none" rtlCol="0">
            <a:spAutoFit/>
          </a:bodyPr>
          <a:lstStyle/>
          <a:p>
            <a:pPr algn="ctr"/>
            <a:r>
              <a:rPr lang="de-DE" dirty="0" err="1"/>
              <a:t>Map</a:t>
            </a:r>
            <a:endParaRPr lang="de-DE" dirty="0"/>
          </a:p>
          <a:p>
            <a:pPr algn="ctr"/>
            <a:r>
              <a:rPr lang="de-DE" dirty="0"/>
              <a:t>Counter in S</a:t>
            </a:r>
            <a:endParaRPr lang="en-US" dirty="0"/>
          </a:p>
        </p:txBody>
      </p:sp>
      <p:sp>
        <p:nvSpPr>
          <p:cNvPr id="20" name="Oval 19">
            <a:extLst>
              <a:ext uri="{FF2B5EF4-FFF2-40B4-BE49-F238E27FC236}">
                <a16:creationId xmlns:a16="http://schemas.microsoft.com/office/drawing/2014/main" id="{808FD04D-25F7-94B2-9C1E-F29F6D3D1AD9}"/>
              </a:ext>
            </a:extLst>
          </p:cNvPr>
          <p:cNvSpPr>
            <a:spLocks noChangeAspect="1"/>
          </p:cNvSpPr>
          <p:nvPr/>
        </p:nvSpPr>
        <p:spPr>
          <a:xfrm>
            <a:off x="3555661" y="2661723"/>
            <a:ext cx="316045" cy="316045"/>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solidFill>
                  <a:schemeClr val="tx1"/>
                </a:solidFill>
              </a:rPr>
              <a:t>3</a:t>
            </a:r>
            <a:endParaRPr lang="en-US" dirty="0">
              <a:solidFill>
                <a:schemeClr val="tx1"/>
              </a:solidFill>
            </a:endParaRPr>
          </a:p>
        </p:txBody>
      </p:sp>
      <p:cxnSp>
        <p:nvCxnSpPr>
          <p:cNvPr id="21" name="Straight Arrow Connector 20">
            <a:extLst>
              <a:ext uri="{FF2B5EF4-FFF2-40B4-BE49-F238E27FC236}">
                <a16:creationId xmlns:a16="http://schemas.microsoft.com/office/drawing/2014/main" id="{9E5CA64F-2E01-1A8F-0F89-BC91587C2FD4}"/>
              </a:ext>
            </a:extLst>
          </p:cNvPr>
          <p:cNvCxnSpPr>
            <a:cxnSpLocks/>
            <a:endCxn id="18" idx="1"/>
          </p:cNvCxnSpPr>
          <p:nvPr/>
        </p:nvCxnSpPr>
        <p:spPr>
          <a:xfrm>
            <a:off x="3265856" y="3203450"/>
            <a:ext cx="447828" cy="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sp>
        <p:nvSpPr>
          <p:cNvPr id="22" name="Rectangle: Rounded Corners 21">
            <a:extLst>
              <a:ext uri="{FF2B5EF4-FFF2-40B4-BE49-F238E27FC236}">
                <a16:creationId xmlns:a16="http://schemas.microsoft.com/office/drawing/2014/main" id="{BEDF6BC6-6D35-1B44-3892-138872AB69E7}"/>
              </a:ext>
            </a:extLst>
          </p:cNvPr>
          <p:cNvSpPr/>
          <p:nvPr/>
        </p:nvSpPr>
        <p:spPr>
          <a:xfrm>
            <a:off x="5451304" y="2807360"/>
            <a:ext cx="1289392" cy="767408"/>
          </a:xfrm>
          <a:prstGeom prst="roundRect">
            <a:avLst>
              <a:gd name="adj" fmla="val 11702"/>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44C0CFF2-BC08-F6A5-9027-5D77B1BB6376}"/>
              </a:ext>
            </a:extLst>
          </p:cNvPr>
          <p:cNvSpPr txBox="1"/>
          <p:nvPr/>
        </p:nvSpPr>
        <p:spPr>
          <a:xfrm>
            <a:off x="5628559" y="2928437"/>
            <a:ext cx="915635" cy="646331"/>
          </a:xfrm>
          <a:prstGeom prst="rect">
            <a:avLst/>
          </a:prstGeom>
          <a:noFill/>
        </p:spPr>
        <p:txBody>
          <a:bodyPr wrap="none" rtlCol="0">
            <a:spAutoFit/>
          </a:bodyPr>
          <a:lstStyle/>
          <a:p>
            <a:pPr algn="ctr"/>
            <a:r>
              <a:rPr lang="de-DE" dirty="0" err="1"/>
              <a:t>Map</a:t>
            </a:r>
            <a:endParaRPr lang="de-DE" dirty="0"/>
          </a:p>
          <a:p>
            <a:pPr algn="ctr"/>
            <a:r>
              <a:rPr lang="de-DE" dirty="0"/>
              <a:t>NN in S</a:t>
            </a:r>
            <a:endParaRPr lang="en-US" dirty="0"/>
          </a:p>
        </p:txBody>
      </p:sp>
      <p:sp>
        <p:nvSpPr>
          <p:cNvPr id="24" name="Oval 23">
            <a:extLst>
              <a:ext uri="{FF2B5EF4-FFF2-40B4-BE49-F238E27FC236}">
                <a16:creationId xmlns:a16="http://schemas.microsoft.com/office/drawing/2014/main" id="{B0481AAD-80CB-9674-419C-676C679311B8}"/>
              </a:ext>
            </a:extLst>
          </p:cNvPr>
          <p:cNvSpPr>
            <a:spLocks noChangeAspect="1"/>
          </p:cNvSpPr>
          <p:nvPr/>
        </p:nvSpPr>
        <p:spPr>
          <a:xfrm>
            <a:off x="5293281" y="2649337"/>
            <a:ext cx="316045" cy="316045"/>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solidFill>
                  <a:schemeClr val="tx1"/>
                </a:solidFill>
              </a:rPr>
              <a:t>4</a:t>
            </a:r>
            <a:endParaRPr lang="en-US" dirty="0">
              <a:solidFill>
                <a:schemeClr val="tx1"/>
              </a:solidFill>
            </a:endParaRPr>
          </a:p>
        </p:txBody>
      </p:sp>
      <p:cxnSp>
        <p:nvCxnSpPr>
          <p:cNvPr id="25" name="Straight Arrow Connector 24">
            <a:extLst>
              <a:ext uri="{FF2B5EF4-FFF2-40B4-BE49-F238E27FC236}">
                <a16:creationId xmlns:a16="http://schemas.microsoft.com/office/drawing/2014/main" id="{FC6AC493-A8D0-6676-6D2D-56152DE674BC}"/>
              </a:ext>
            </a:extLst>
          </p:cNvPr>
          <p:cNvCxnSpPr>
            <a:cxnSpLocks/>
            <a:endCxn id="22" idx="1"/>
          </p:cNvCxnSpPr>
          <p:nvPr/>
        </p:nvCxnSpPr>
        <p:spPr>
          <a:xfrm>
            <a:off x="5003476" y="3191064"/>
            <a:ext cx="447828" cy="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7159077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a:extLst>
              <a:ext uri="{FF2B5EF4-FFF2-40B4-BE49-F238E27FC236}">
                <a16:creationId xmlns:a16="http://schemas.microsoft.com/office/drawing/2014/main" id="{76382F74-C45A-66E5-8477-18197D7EF130}"/>
              </a:ext>
            </a:extLst>
          </p:cNvPr>
          <p:cNvSpPr/>
          <p:nvPr/>
        </p:nvSpPr>
        <p:spPr>
          <a:xfrm>
            <a:off x="3578087" y="1232452"/>
            <a:ext cx="1272209" cy="126227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Chem A</a:t>
            </a:r>
          </a:p>
        </p:txBody>
      </p:sp>
      <p:sp>
        <p:nvSpPr>
          <p:cNvPr id="5" name="Oval 4">
            <a:extLst>
              <a:ext uri="{FF2B5EF4-FFF2-40B4-BE49-F238E27FC236}">
                <a16:creationId xmlns:a16="http://schemas.microsoft.com/office/drawing/2014/main" id="{DDB2A9E8-2079-823F-1DB5-9189163CDCD1}"/>
              </a:ext>
            </a:extLst>
          </p:cNvPr>
          <p:cNvSpPr/>
          <p:nvPr/>
        </p:nvSpPr>
        <p:spPr>
          <a:xfrm>
            <a:off x="4850296" y="2166730"/>
            <a:ext cx="1272209" cy="126227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Chem B</a:t>
            </a:r>
          </a:p>
        </p:txBody>
      </p:sp>
      <p:sp>
        <p:nvSpPr>
          <p:cNvPr id="6" name="Rectangle 5">
            <a:extLst>
              <a:ext uri="{FF2B5EF4-FFF2-40B4-BE49-F238E27FC236}">
                <a16:creationId xmlns:a16="http://schemas.microsoft.com/office/drawing/2014/main" id="{258B3088-21D9-B6DD-98A4-2826FA9D4D9B}"/>
              </a:ext>
            </a:extLst>
          </p:cNvPr>
          <p:cNvSpPr/>
          <p:nvPr/>
        </p:nvSpPr>
        <p:spPr>
          <a:xfrm rot="18924219">
            <a:off x="4777377" y="2058398"/>
            <a:ext cx="145838" cy="58112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5A5A30F8-7733-76EB-5589-C1B184599F59}"/>
              </a:ext>
            </a:extLst>
          </p:cNvPr>
          <p:cNvSpPr/>
          <p:nvPr/>
        </p:nvSpPr>
        <p:spPr>
          <a:xfrm>
            <a:off x="6096000" y="3213652"/>
            <a:ext cx="1272209" cy="126227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Chem C</a:t>
            </a:r>
          </a:p>
        </p:txBody>
      </p:sp>
      <p:sp>
        <p:nvSpPr>
          <p:cNvPr id="8" name="Rectangle 7">
            <a:extLst>
              <a:ext uri="{FF2B5EF4-FFF2-40B4-BE49-F238E27FC236}">
                <a16:creationId xmlns:a16="http://schemas.microsoft.com/office/drawing/2014/main" id="{3F65D165-9247-8D1E-1EC2-4BFF686BFA66}"/>
              </a:ext>
            </a:extLst>
          </p:cNvPr>
          <p:cNvSpPr/>
          <p:nvPr/>
        </p:nvSpPr>
        <p:spPr>
          <a:xfrm rot="18924219">
            <a:off x="6023081" y="3105320"/>
            <a:ext cx="145838" cy="58112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Rounded Corners 8">
            <a:extLst>
              <a:ext uri="{FF2B5EF4-FFF2-40B4-BE49-F238E27FC236}">
                <a16:creationId xmlns:a16="http://schemas.microsoft.com/office/drawing/2014/main" id="{BFBD2881-BC2F-AC53-0411-802FEC454D86}"/>
              </a:ext>
            </a:extLst>
          </p:cNvPr>
          <p:cNvSpPr/>
          <p:nvPr/>
        </p:nvSpPr>
        <p:spPr>
          <a:xfrm>
            <a:off x="579472" y="5259788"/>
            <a:ext cx="1371600" cy="73152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Algorithm </a:t>
            </a:r>
          </a:p>
        </p:txBody>
      </p:sp>
      <p:sp>
        <p:nvSpPr>
          <p:cNvPr id="10" name="Rectangle: Rounded Corners 9">
            <a:extLst>
              <a:ext uri="{FF2B5EF4-FFF2-40B4-BE49-F238E27FC236}">
                <a16:creationId xmlns:a16="http://schemas.microsoft.com/office/drawing/2014/main" id="{5E042F87-456C-545F-34A5-46586C400948}"/>
              </a:ext>
            </a:extLst>
          </p:cNvPr>
          <p:cNvSpPr/>
          <p:nvPr/>
        </p:nvSpPr>
        <p:spPr>
          <a:xfrm>
            <a:off x="2416016" y="5259788"/>
            <a:ext cx="1371600" cy="731520"/>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Chemical Reactions </a:t>
            </a:r>
          </a:p>
        </p:txBody>
      </p:sp>
      <p:sp>
        <p:nvSpPr>
          <p:cNvPr id="11" name="Rectangle: Rounded Corners 10">
            <a:extLst>
              <a:ext uri="{FF2B5EF4-FFF2-40B4-BE49-F238E27FC236}">
                <a16:creationId xmlns:a16="http://schemas.microsoft.com/office/drawing/2014/main" id="{58DDB5AB-EDC1-1A45-8226-A3C5000C4E97}"/>
              </a:ext>
            </a:extLst>
          </p:cNvPr>
          <p:cNvSpPr/>
          <p:nvPr/>
        </p:nvSpPr>
        <p:spPr>
          <a:xfrm>
            <a:off x="4252560" y="5259788"/>
            <a:ext cx="1371600" cy="731520"/>
          </a:xfrm>
          <a:prstGeom prst="roundRect">
            <a:avLst/>
          </a:prstGeom>
          <a:solidFill>
            <a:srgbClr val="DCEAF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Metabolic Network</a:t>
            </a:r>
          </a:p>
        </p:txBody>
      </p:sp>
      <p:sp>
        <p:nvSpPr>
          <p:cNvPr id="12" name="Rectangle: Rounded Corners 11">
            <a:extLst>
              <a:ext uri="{FF2B5EF4-FFF2-40B4-BE49-F238E27FC236}">
                <a16:creationId xmlns:a16="http://schemas.microsoft.com/office/drawing/2014/main" id="{43408131-7CF2-CEBA-8701-D54CE11A789A}"/>
              </a:ext>
            </a:extLst>
          </p:cNvPr>
          <p:cNvSpPr/>
          <p:nvPr/>
        </p:nvSpPr>
        <p:spPr>
          <a:xfrm>
            <a:off x="6089105" y="5259788"/>
            <a:ext cx="1371600" cy="73152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THz Actuation</a:t>
            </a:r>
          </a:p>
        </p:txBody>
      </p:sp>
      <p:cxnSp>
        <p:nvCxnSpPr>
          <p:cNvPr id="13" name="Straight Arrow Connector 12">
            <a:extLst>
              <a:ext uri="{FF2B5EF4-FFF2-40B4-BE49-F238E27FC236}">
                <a16:creationId xmlns:a16="http://schemas.microsoft.com/office/drawing/2014/main" id="{E73B9A77-143C-A0BA-E26D-0B63BB343507}"/>
              </a:ext>
            </a:extLst>
          </p:cNvPr>
          <p:cNvCxnSpPr>
            <a:cxnSpLocks/>
            <a:stCxn id="9" idx="3"/>
            <a:endCxn id="10" idx="1"/>
          </p:cNvCxnSpPr>
          <p:nvPr/>
        </p:nvCxnSpPr>
        <p:spPr>
          <a:xfrm>
            <a:off x="1951072" y="5625548"/>
            <a:ext cx="464944" cy="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FBA9F3A8-0553-50A4-67AC-9EB20845848E}"/>
              </a:ext>
            </a:extLst>
          </p:cNvPr>
          <p:cNvCxnSpPr>
            <a:cxnSpLocks/>
            <a:stCxn id="10" idx="3"/>
            <a:endCxn id="11" idx="1"/>
          </p:cNvCxnSpPr>
          <p:nvPr/>
        </p:nvCxnSpPr>
        <p:spPr>
          <a:xfrm>
            <a:off x="3787616" y="5625548"/>
            <a:ext cx="464944" cy="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B672A58C-71BC-F365-A0F3-C351245C31C7}"/>
              </a:ext>
            </a:extLst>
          </p:cNvPr>
          <p:cNvCxnSpPr>
            <a:cxnSpLocks/>
            <a:stCxn id="11" idx="3"/>
            <a:endCxn id="12" idx="1"/>
          </p:cNvCxnSpPr>
          <p:nvPr/>
        </p:nvCxnSpPr>
        <p:spPr>
          <a:xfrm>
            <a:off x="5624160" y="5625548"/>
            <a:ext cx="464945" cy="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9953D1B4-A4FC-973A-70AF-B9F2FCB3C0A3}"/>
              </a:ext>
            </a:extLst>
          </p:cNvPr>
          <p:cNvCxnSpPr>
            <a:cxnSpLocks/>
            <a:stCxn id="11" idx="0"/>
          </p:cNvCxnSpPr>
          <p:nvPr/>
        </p:nvCxnSpPr>
        <p:spPr>
          <a:xfrm flipH="1" flipV="1">
            <a:off x="4244009" y="2295939"/>
            <a:ext cx="694351" cy="296384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1696DC0D-C095-C378-7513-87FEFAB7D6CA}"/>
              </a:ext>
            </a:extLst>
          </p:cNvPr>
          <p:cNvCxnSpPr>
            <a:cxnSpLocks/>
            <a:stCxn id="11" idx="0"/>
          </p:cNvCxnSpPr>
          <p:nvPr/>
        </p:nvCxnSpPr>
        <p:spPr>
          <a:xfrm flipV="1">
            <a:off x="4938360" y="3137783"/>
            <a:ext cx="341808" cy="212200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27E648B3-95E5-3ED9-829E-F0817C6EDD0D}"/>
              </a:ext>
            </a:extLst>
          </p:cNvPr>
          <p:cNvCxnSpPr>
            <a:cxnSpLocks/>
            <a:stCxn id="11" idx="0"/>
          </p:cNvCxnSpPr>
          <p:nvPr/>
        </p:nvCxnSpPr>
        <p:spPr>
          <a:xfrm flipV="1">
            <a:off x="4938360" y="4163005"/>
            <a:ext cx="1629482" cy="109678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3273658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C2179D-ABA7-9E34-A6B9-DD098A07F771}"/>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9DDC88E-1204-6A90-F5A9-C177EA442D2C}"/>
              </a:ext>
            </a:extLst>
          </p:cNvPr>
          <p:cNvSpPr>
            <a:spLocks noGrp="1"/>
          </p:cNvSpPr>
          <p:nvPr>
            <p:ph type="sldNum" sz="quarter" idx="12"/>
          </p:nvPr>
        </p:nvSpPr>
        <p:spPr/>
        <p:txBody>
          <a:bodyPr/>
          <a:lstStyle/>
          <a:p>
            <a:fld id="{250B62C5-2ACF-4D78-8FF3-37371B948607}" type="slidenum">
              <a:rPr lang="en-US" smtClean="0"/>
              <a:t>79</a:t>
            </a:fld>
            <a:endParaRPr lang="en-US"/>
          </a:p>
        </p:txBody>
      </p:sp>
      <p:sp>
        <p:nvSpPr>
          <p:cNvPr id="43" name="Rectangle: Rounded Corners 42">
            <a:extLst>
              <a:ext uri="{FF2B5EF4-FFF2-40B4-BE49-F238E27FC236}">
                <a16:creationId xmlns:a16="http://schemas.microsoft.com/office/drawing/2014/main" id="{3C7CD612-B2C7-E3E6-8CDD-9E9F468933E9}"/>
              </a:ext>
            </a:extLst>
          </p:cNvPr>
          <p:cNvSpPr/>
          <p:nvPr/>
        </p:nvSpPr>
        <p:spPr>
          <a:xfrm>
            <a:off x="10668919" y="143935"/>
            <a:ext cx="1522517" cy="91440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Algorithm </a:t>
            </a:r>
          </a:p>
        </p:txBody>
      </p:sp>
      <p:sp>
        <p:nvSpPr>
          <p:cNvPr id="44" name="Rectangle: Rounded Corners 43">
            <a:extLst>
              <a:ext uri="{FF2B5EF4-FFF2-40B4-BE49-F238E27FC236}">
                <a16:creationId xmlns:a16="http://schemas.microsoft.com/office/drawing/2014/main" id="{D3A72784-8DD7-3C9C-14F8-876EF59DD60E}"/>
              </a:ext>
            </a:extLst>
          </p:cNvPr>
          <p:cNvSpPr/>
          <p:nvPr/>
        </p:nvSpPr>
        <p:spPr>
          <a:xfrm>
            <a:off x="10668919" y="1568281"/>
            <a:ext cx="1522517" cy="914400"/>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Chemical Reactions </a:t>
            </a:r>
          </a:p>
        </p:txBody>
      </p:sp>
      <p:sp>
        <p:nvSpPr>
          <p:cNvPr id="45" name="Rectangle: Rounded Corners 44">
            <a:extLst>
              <a:ext uri="{FF2B5EF4-FFF2-40B4-BE49-F238E27FC236}">
                <a16:creationId xmlns:a16="http://schemas.microsoft.com/office/drawing/2014/main" id="{A6CAD62A-0195-F53F-DB6C-7FB86F281F9D}"/>
              </a:ext>
            </a:extLst>
          </p:cNvPr>
          <p:cNvSpPr/>
          <p:nvPr/>
        </p:nvSpPr>
        <p:spPr>
          <a:xfrm>
            <a:off x="10668919" y="2992627"/>
            <a:ext cx="1522517" cy="91440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Metabolic Network</a:t>
            </a:r>
          </a:p>
        </p:txBody>
      </p:sp>
      <p:sp>
        <p:nvSpPr>
          <p:cNvPr id="46" name="Rectangle: Rounded Corners 45">
            <a:extLst>
              <a:ext uri="{FF2B5EF4-FFF2-40B4-BE49-F238E27FC236}">
                <a16:creationId xmlns:a16="http://schemas.microsoft.com/office/drawing/2014/main" id="{5FD4354D-A716-C263-B6CD-95699B7689E7}"/>
              </a:ext>
            </a:extLst>
          </p:cNvPr>
          <p:cNvSpPr/>
          <p:nvPr/>
        </p:nvSpPr>
        <p:spPr>
          <a:xfrm>
            <a:off x="10668919" y="4416973"/>
            <a:ext cx="1522517" cy="914400"/>
          </a:xfrm>
          <a:prstGeom prst="round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THz Actuation</a:t>
            </a:r>
          </a:p>
        </p:txBody>
      </p:sp>
      <p:cxnSp>
        <p:nvCxnSpPr>
          <p:cNvPr id="47" name="Straight Arrow Connector 46">
            <a:extLst>
              <a:ext uri="{FF2B5EF4-FFF2-40B4-BE49-F238E27FC236}">
                <a16:creationId xmlns:a16="http://schemas.microsoft.com/office/drawing/2014/main" id="{2DB61A76-D20A-3D67-4E71-2A774738499F}"/>
              </a:ext>
            </a:extLst>
          </p:cNvPr>
          <p:cNvCxnSpPr>
            <a:stCxn id="43" idx="2"/>
            <a:endCxn id="44" idx="0"/>
          </p:cNvCxnSpPr>
          <p:nvPr/>
        </p:nvCxnSpPr>
        <p:spPr>
          <a:xfrm>
            <a:off x="11430178" y="1058335"/>
            <a:ext cx="0" cy="509946"/>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48" name="Straight Arrow Connector 47">
            <a:extLst>
              <a:ext uri="{FF2B5EF4-FFF2-40B4-BE49-F238E27FC236}">
                <a16:creationId xmlns:a16="http://schemas.microsoft.com/office/drawing/2014/main" id="{4C2CD84B-A209-6A87-AAE6-648163126621}"/>
              </a:ext>
            </a:extLst>
          </p:cNvPr>
          <p:cNvCxnSpPr>
            <a:cxnSpLocks/>
            <a:stCxn id="44" idx="2"/>
            <a:endCxn id="45" idx="0"/>
          </p:cNvCxnSpPr>
          <p:nvPr/>
        </p:nvCxnSpPr>
        <p:spPr>
          <a:xfrm>
            <a:off x="11430178" y="2482681"/>
            <a:ext cx="0" cy="509946"/>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49" name="Straight Arrow Connector 48">
            <a:extLst>
              <a:ext uri="{FF2B5EF4-FFF2-40B4-BE49-F238E27FC236}">
                <a16:creationId xmlns:a16="http://schemas.microsoft.com/office/drawing/2014/main" id="{6E0BA15C-A2BA-2C25-F386-04439D5196FC}"/>
              </a:ext>
            </a:extLst>
          </p:cNvPr>
          <p:cNvCxnSpPr>
            <a:cxnSpLocks/>
            <a:stCxn id="46" idx="0"/>
          </p:cNvCxnSpPr>
          <p:nvPr/>
        </p:nvCxnSpPr>
        <p:spPr>
          <a:xfrm flipV="1">
            <a:off x="11430178" y="3907027"/>
            <a:ext cx="0" cy="509946"/>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pic>
        <p:nvPicPr>
          <p:cNvPr id="34" name="Picture 33">
            <a:extLst>
              <a:ext uri="{FF2B5EF4-FFF2-40B4-BE49-F238E27FC236}">
                <a16:creationId xmlns:a16="http://schemas.microsoft.com/office/drawing/2014/main" id="{11AB9319-1D3F-84B8-44DD-167F9EE193AF}"/>
              </a:ext>
            </a:extLst>
          </p:cNvPr>
          <p:cNvPicPr>
            <a:picLocks noChangeAspect="1"/>
          </p:cNvPicPr>
          <p:nvPr/>
        </p:nvPicPr>
        <p:blipFill>
          <a:blip r:embed="rId3"/>
          <a:stretch>
            <a:fillRect/>
          </a:stretch>
        </p:blipFill>
        <p:spPr>
          <a:xfrm rot="16379150" flipH="1">
            <a:off x="8086680" y="2088196"/>
            <a:ext cx="1483213" cy="1483214"/>
          </a:xfrm>
          <a:prstGeom prst="rect">
            <a:avLst/>
          </a:prstGeom>
        </p:spPr>
      </p:pic>
      <p:sp>
        <p:nvSpPr>
          <p:cNvPr id="35" name="TextBox 34">
            <a:extLst>
              <a:ext uri="{FF2B5EF4-FFF2-40B4-BE49-F238E27FC236}">
                <a16:creationId xmlns:a16="http://schemas.microsoft.com/office/drawing/2014/main" id="{57049E24-0EFC-5095-A4E3-B5B20ACD425C}"/>
              </a:ext>
            </a:extLst>
          </p:cNvPr>
          <p:cNvSpPr txBox="1"/>
          <p:nvPr/>
        </p:nvSpPr>
        <p:spPr>
          <a:xfrm>
            <a:off x="9206012" y="2261941"/>
            <a:ext cx="1210460" cy="338555"/>
          </a:xfrm>
          <a:prstGeom prst="rect">
            <a:avLst/>
          </a:prstGeom>
          <a:noFill/>
        </p:spPr>
        <p:txBody>
          <a:bodyPr wrap="none" rtlCol="0">
            <a:spAutoFit/>
          </a:bodyPr>
          <a:lstStyle/>
          <a:p>
            <a:r>
              <a:rPr lang="en-US" sz="1600" dirty="0">
                <a:ln/>
                <a:solidFill>
                  <a:srgbClr val="000000"/>
                </a:solidFill>
                <a:latin typeface="Arial"/>
                <a:cs typeface="Arial"/>
                <a:sym typeface="Arial"/>
                <a:rtl val="0"/>
              </a:rPr>
              <a:t>  </a:t>
            </a:r>
            <a:r>
              <a:rPr lang="en-US" sz="1600" spc="0" baseline="0" dirty="0">
                <a:ln/>
                <a:solidFill>
                  <a:srgbClr val="000000"/>
                </a:solidFill>
                <a:latin typeface="Arial"/>
                <a:cs typeface="Arial"/>
                <a:sym typeface="Arial"/>
                <a:rtl val="0"/>
              </a:rPr>
              <a:t>Yeast Cell</a:t>
            </a:r>
            <a:endParaRPr lang="en-US" sz="1600" dirty="0">
              <a:ln/>
              <a:solidFill>
                <a:srgbClr val="000000"/>
              </a:solidFill>
              <a:latin typeface="Arial"/>
              <a:cs typeface="Arial"/>
              <a:sym typeface="Arial"/>
              <a:rtl val="0"/>
            </a:endParaRPr>
          </a:p>
        </p:txBody>
      </p:sp>
      <p:pic>
        <p:nvPicPr>
          <p:cNvPr id="37" name="Picture 36">
            <a:extLst>
              <a:ext uri="{FF2B5EF4-FFF2-40B4-BE49-F238E27FC236}">
                <a16:creationId xmlns:a16="http://schemas.microsoft.com/office/drawing/2014/main" id="{DE6F9422-B057-F3C6-24E2-8F5A6057287D}"/>
              </a:ext>
            </a:extLst>
          </p:cNvPr>
          <p:cNvPicPr>
            <a:picLocks noChangeAspect="1"/>
          </p:cNvPicPr>
          <p:nvPr/>
        </p:nvPicPr>
        <p:blipFill>
          <a:blip r:embed="rId4"/>
          <a:srcRect l="8213"/>
          <a:stretch>
            <a:fillRect/>
          </a:stretch>
        </p:blipFill>
        <p:spPr>
          <a:xfrm>
            <a:off x="6347448" y="2613535"/>
            <a:ext cx="1438385" cy="1567101"/>
          </a:xfrm>
          <a:prstGeom prst="rect">
            <a:avLst/>
          </a:prstGeom>
        </p:spPr>
      </p:pic>
      <p:cxnSp>
        <p:nvCxnSpPr>
          <p:cNvPr id="38" name="Straight Connector 37">
            <a:extLst>
              <a:ext uri="{FF2B5EF4-FFF2-40B4-BE49-F238E27FC236}">
                <a16:creationId xmlns:a16="http://schemas.microsoft.com/office/drawing/2014/main" id="{BAA28442-9B3C-3FE6-90A2-EAE3A2BC3734}"/>
              </a:ext>
            </a:extLst>
          </p:cNvPr>
          <p:cNvCxnSpPr>
            <a:cxnSpLocks/>
          </p:cNvCxnSpPr>
          <p:nvPr/>
        </p:nvCxnSpPr>
        <p:spPr>
          <a:xfrm flipH="1" flipV="1">
            <a:off x="6968672" y="2620646"/>
            <a:ext cx="1750311" cy="198020"/>
          </a:xfrm>
          <a:prstGeom prst="line">
            <a:avLst/>
          </a:prstGeom>
          <a:ln w="19050">
            <a:prstDash val="dash"/>
          </a:ln>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2CA2855A-4F44-3D01-FFCF-27A1BA4D4E74}"/>
              </a:ext>
            </a:extLst>
          </p:cNvPr>
          <p:cNvCxnSpPr>
            <a:cxnSpLocks/>
          </p:cNvCxnSpPr>
          <p:nvPr/>
        </p:nvCxnSpPr>
        <p:spPr>
          <a:xfrm flipV="1">
            <a:off x="7678944" y="2895633"/>
            <a:ext cx="1040040" cy="1030124"/>
          </a:xfrm>
          <a:prstGeom prst="line">
            <a:avLst/>
          </a:prstGeom>
          <a:ln w="28575">
            <a:prstDash val="dash"/>
          </a:ln>
        </p:spPr>
        <p:style>
          <a:lnRef idx="2">
            <a:schemeClr val="accent1"/>
          </a:lnRef>
          <a:fillRef idx="0">
            <a:schemeClr val="accent1"/>
          </a:fillRef>
          <a:effectRef idx="1">
            <a:schemeClr val="accent1"/>
          </a:effectRef>
          <a:fontRef idx="minor">
            <a:schemeClr val="tx1"/>
          </a:fontRef>
        </p:style>
      </p:cxnSp>
      <p:pic>
        <p:nvPicPr>
          <p:cNvPr id="51" name="Picture 50">
            <a:extLst>
              <a:ext uri="{FF2B5EF4-FFF2-40B4-BE49-F238E27FC236}">
                <a16:creationId xmlns:a16="http://schemas.microsoft.com/office/drawing/2014/main" id="{D356D1CF-4460-2D82-9352-4804DBED312C}"/>
              </a:ext>
            </a:extLst>
          </p:cNvPr>
          <p:cNvPicPr>
            <a:picLocks noChangeAspect="1"/>
          </p:cNvPicPr>
          <p:nvPr/>
        </p:nvPicPr>
        <p:blipFill>
          <a:blip r:embed="rId5"/>
          <a:stretch>
            <a:fillRect/>
          </a:stretch>
        </p:blipFill>
        <p:spPr>
          <a:xfrm>
            <a:off x="6010526" y="5025508"/>
            <a:ext cx="1679641" cy="1679642"/>
          </a:xfrm>
          <a:prstGeom prst="rect">
            <a:avLst/>
          </a:prstGeom>
        </p:spPr>
      </p:pic>
      <p:pic>
        <p:nvPicPr>
          <p:cNvPr id="52" name="Picture 51">
            <a:extLst>
              <a:ext uri="{FF2B5EF4-FFF2-40B4-BE49-F238E27FC236}">
                <a16:creationId xmlns:a16="http://schemas.microsoft.com/office/drawing/2014/main" id="{91C5ECFA-5B94-9FDB-64FF-BB374CC1BC41}"/>
              </a:ext>
            </a:extLst>
          </p:cNvPr>
          <p:cNvPicPr>
            <a:picLocks noChangeAspect="1"/>
          </p:cNvPicPr>
          <p:nvPr/>
        </p:nvPicPr>
        <p:blipFill>
          <a:blip r:embed="rId6"/>
          <a:srcRect l="25538" t="6542" r="31911" b="10234"/>
          <a:stretch>
            <a:fillRect/>
          </a:stretch>
        </p:blipFill>
        <p:spPr>
          <a:xfrm rot="9842333">
            <a:off x="7548097" y="780269"/>
            <a:ext cx="354848" cy="462687"/>
          </a:xfrm>
          <a:prstGeom prst="rect">
            <a:avLst/>
          </a:prstGeom>
        </p:spPr>
      </p:pic>
      <p:sp>
        <p:nvSpPr>
          <p:cNvPr id="53" name="Freeform: Shape 52">
            <a:extLst>
              <a:ext uri="{FF2B5EF4-FFF2-40B4-BE49-F238E27FC236}">
                <a16:creationId xmlns:a16="http://schemas.microsoft.com/office/drawing/2014/main" id="{1D8F0F41-382F-6C90-41D2-655EA136BA99}"/>
              </a:ext>
            </a:extLst>
          </p:cNvPr>
          <p:cNvSpPr/>
          <p:nvPr/>
        </p:nvSpPr>
        <p:spPr>
          <a:xfrm rot="3269968" flipV="1">
            <a:off x="7951866" y="1688874"/>
            <a:ext cx="1038348" cy="76200"/>
          </a:xfrm>
          <a:custGeom>
            <a:avLst/>
            <a:gdLst>
              <a:gd name="connsiteX0" fmla="*/ 0 w 4991100"/>
              <a:gd name="connsiteY0" fmla="*/ 914404 h 914418"/>
              <a:gd name="connsiteX1" fmla="*/ 901700 w 4991100"/>
              <a:gd name="connsiteY1" fmla="*/ 25404 h 914418"/>
              <a:gd name="connsiteX2" fmla="*/ 1816100 w 4991100"/>
              <a:gd name="connsiteY2" fmla="*/ 914404 h 914418"/>
              <a:gd name="connsiteX3" fmla="*/ 2717800 w 4991100"/>
              <a:gd name="connsiteY3" fmla="*/ 4 h 914418"/>
              <a:gd name="connsiteX4" fmla="*/ 3644900 w 4991100"/>
              <a:gd name="connsiteY4" fmla="*/ 901704 h 914418"/>
              <a:gd name="connsiteX5" fmla="*/ 4533900 w 4991100"/>
              <a:gd name="connsiteY5" fmla="*/ 457204 h 914418"/>
              <a:gd name="connsiteX6" fmla="*/ 4991100 w 4991100"/>
              <a:gd name="connsiteY6" fmla="*/ 355604 h 9144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91100" h="914418">
                <a:moveTo>
                  <a:pt x="0" y="914404"/>
                </a:moveTo>
                <a:cubicBezTo>
                  <a:pt x="299508" y="469904"/>
                  <a:pt x="599017" y="25404"/>
                  <a:pt x="901700" y="25404"/>
                </a:cubicBezTo>
                <a:cubicBezTo>
                  <a:pt x="1204383" y="25404"/>
                  <a:pt x="1513417" y="918637"/>
                  <a:pt x="1816100" y="914404"/>
                </a:cubicBezTo>
                <a:cubicBezTo>
                  <a:pt x="2118783" y="910171"/>
                  <a:pt x="2413000" y="2121"/>
                  <a:pt x="2717800" y="4"/>
                </a:cubicBezTo>
                <a:cubicBezTo>
                  <a:pt x="3022600" y="-2113"/>
                  <a:pt x="3342217" y="825504"/>
                  <a:pt x="3644900" y="901704"/>
                </a:cubicBezTo>
                <a:cubicBezTo>
                  <a:pt x="3947583" y="977904"/>
                  <a:pt x="4309533" y="548221"/>
                  <a:pt x="4533900" y="457204"/>
                </a:cubicBezTo>
                <a:cubicBezTo>
                  <a:pt x="4758267" y="366187"/>
                  <a:pt x="4874683" y="360895"/>
                  <a:pt x="4991100" y="355604"/>
                </a:cubicBezTo>
              </a:path>
            </a:pathLst>
          </a:custGeom>
          <a:ln w="31750">
            <a:tailEnd type="triangle" w="lg" len="lg"/>
          </a:ln>
          <a:effectLst>
            <a:glow rad="457200">
              <a:schemeClr val="accent2">
                <a:satMod val="175000"/>
                <a:alpha val="40000"/>
              </a:schemeClr>
            </a:glow>
          </a:effectLst>
        </p:spPr>
        <p:style>
          <a:lnRef idx="3">
            <a:schemeClr val="accent2"/>
          </a:lnRef>
          <a:fillRef idx="0">
            <a:schemeClr val="accent2"/>
          </a:fillRef>
          <a:effectRef idx="2">
            <a:schemeClr val="accent2"/>
          </a:effectRef>
          <a:fontRef idx="minor">
            <a:schemeClr val="tx1"/>
          </a:fontRef>
        </p:style>
        <p:txBody>
          <a:bodyPr rtlCol="0" anchor="ctr"/>
          <a:lstStyle/>
          <a:p>
            <a:pPr algn="ctr"/>
            <a:endParaRPr lang="en-US" sz="1200">
              <a:ln w="0"/>
              <a:solidFill>
                <a:schemeClr val="accent1"/>
              </a:solidFill>
              <a:effectLst>
                <a:outerShdw blurRad="38100" dist="25400" dir="5400000" algn="ctr" rotWithShape="0">
                  <a:srgbClr val="6E747A">
                    <a:alpha val="43000"/>
                  </a:srgbClr>
                </a:outerShdw>
              </a:effectLst>
            </a:endParaRPr>
          </a:p>
        </p:txBody>
      </p:sp>
      <p:pic>
        <p:nvPicPr>
          <p:cNvPr id="54" name="Picture 53">
            <a:extLst>
              <a:ext uri="{FF2B5EF4-FFF2-40B4-BE49-F238E27FC236}">
                <a16:creationId xmlns:a16="http://schemas.microsoft.com/office/drawing/2014/main" id="{5303D494-DD88-DF84-0B84-4E16103AACBF}"/>
              </a:ext>
            </a:extLst>
          </p:cNvPr>
          <p:cNvPicPr>
            <a:picLocks noChangeAspect="1"/>
          </p:cNvPicPr>
          <p:nvPr/>
        </p:nvPicPr>
        <p:blipFill>
          <a:blip r:embed="rId6"/>
          <a:srcRect l="25538" t="6542" r="31911" b="10234"/>
          <a:stretch>
            <a:fillRect/>
          </a:stretch>
        </p:blipFill>
        <p:spPr>
          <a:xfrm rot="9842333">
            <a:off x="7800461" y="467330"/>
            <a:ext cx="354848" cy="462687"/>
          </a:xfrm>
          <a:prstGeom prst="rect">
            <a:avLst/>
          </a:prstGeom>
        </p:spPr>
      </p:pic>
      <p:pic>
        <p:nvPicPr>
          <p:cNvPr id="55" name="Picture 54">
            <a:extLst>
              <a:ext uri="{FF2B5EF4-FFF2-40B4-BE49-F238E27FC236}">
                <a16:creationId xmlns:a16="http://schemas.microsoft.com/office/drawing/2014/main" id="{8AE10154-C705-ED2B-5C73-792A8386BA6D}"/>
              </a:ext>
            </a:extLst>
          </p:cNvPr>
          <p:cNvPicPr>
            <a:picLocks noChangeAspect="1"/>
          </p:cNvPicPr>
          <p:nvPr/>
        </p:nvPicPr>
        <p:blipFill>
          <a:blip r:embed="rId6"/>
          <a:srcRect l="25538" t="6542" r="31911" b="10234"/>
          <a:stretch>
            <a:fillRect/>
          </a:stretch>
        </p:blipFill>
        <p:spPr>
          <a:xfrm rot="9842333">
            <a:off x="7225377" y="659908"/>
            <a:ext cx="354848" cy="462687"/>
          </a:xfrm>
          <a:prstGeom prst="rect">
            <a:avLst/>
          </a:prstGeom>
        </p:spPr>
      </p:pic>
      <p:pic>
        <p:nvPicPr>
          <p:cNvPr id="56" name="Picture 55">
            <a:extLst>
              <a:ext uri="{FF2B5EF4-FFF2-40B4-BE49-F238E27FC236}">
                <a16:creationId xmlns:a16="http://schemas.microsoft.com/office/drawing/2014/main" id="{87E00050-F5DE-2B01-33B7-11750F76A37D}"/>
              </a:ext>
            </a:extLst>
          </p:cNvPr>
          <p:cNvPicPr>
            <a:picLocks noChangeAspect="1"/>
          </p:cNvPicPr>
          <p:nvPr/>
        </p:nvPicPr>
        <p:blipFill>
          <a:blip r:embed="rId6"/>
          <a:srcRect l="25538" t="6542" r="31911" b="10234"/>
          <a:stretch>
            <a:fillRect/>
          </a:stretch>
        </p:blipFill>
        <p:spPr>
          <a:xfrm rot="9842333">
            <a:off x="7529971" y="480089"/>
            <a:ext cx="354848" cy="462687"/>
          </a:xfrm>
          <a:prstGeom prst="rect">
            <a:avLst/>
          </a:prstGeom>
        </p:spPr>
      </p:pic>
      <p:sp>
        <p:nvSpPr>
          <p:cNvPr id="57" name="Freeform: Shape 56">
            <a:extLst>
              <a:ext uri="{FF2B5EF4-FFF2-40B4-BE49-F238E27FC236}">
                <a16:creationId xmlns:a16="http://schemas.microsoft.com/office/drawing/2014/main" id="{ACEE2A12-97A2-9C11-6FAE-8DC5982E7560}"/>
              </a:ext>
            </a:extLst>
          </p:cNvPr>
          <p:cNvSpPr/>
          <p:nvPr/>
        </p:nvSpPr>
        <p:spPr>
          <a:xfrm rot="3269968" flipV="1">
            <a:off x="8256575" y="1556055"/>
            <a:ext cx="783907" cy="117839"/>
          </a:xfrm>
          <a:custGeom>
            <a:avLst/>
            <a:gdLst>
              <a:gd name="connsiteX0" fmla="*/ 0 w 4991100"/>
              <a:gd name="connsiteY0" fmla="*/ 914404 h 914418"/>
              <a:gd name="connsiteX1" fmla="*/ 901700 w 4991100"/>
              <a:gd name="connsiteY1" fmla="*/ 25404 h 914418"/>
              <a:gd name="connsiteX2" fmla="*/ 1816100 w 4991100"/>
              <a:gd name="connsiteY2" fmla="*/ 914404 h 914418"/>
              <a:gd name="connsiteX3" fmla="*/ 2717800 w 4991100"/>
              <a:gd name="connsiteY3" fmla="*/ 4 h 914418"/>
              <a:gd name="connsiteX4" fmla="*/ 3644900 w 4991100"/>
              <a:gd name="connsiteY4" fmla="*/ 901704 h 914418"/>
              <a:gd name="connsiteX5" fmla="*/ 4533900 w 4991100"/>
              <a:gd name="connsiteY5" fmla="*/ 457204 h 914418"/>
              <a:gd name="connsiteX6" fmla="*/ 4991100 w 4991100"/>
              <a:gd name="connsiteY6" fmla="*/ 355604 h 9144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91100" h="914418">
                <a:moveTo>
                  <a:pt x="0" y="914404"/>
                </a:moveTo>
                <a:cubicBezTo>
                  <a:pt x="299508" y="469904"/>
                  <a:pt x="599017" y="25404"/>
                  <a:pt x="901700" y="25404"/>
                </a:cubicBezTo>
                <a:cubicBezTo>
                  <a:pt x="1204383" y="25404"/>
                  <a:pt x="1513417" y="918637"/>
                  <a:pt x="1816100" y="914404"/>
                </a:cubicBezTo>
                <a:cubicBezTo>
                  <a:pt x="2118783" y="910171"/>
                  <a:pt x="2413000" y="2121"/>
                  <a:pt x="2717800" y="4"/>
                </a:cubicBezTo>
                <a:cubicBezTo>
                  <a:pt x="3022600" y="-2113"/>
                  <a:pt x="3342217" y="825504"/>
                  <a:pt x="3644900" y="901704"/>
                </a:cubicBezTo>
                <a:cubicBezTo>
                  <a:pt x="3947583" y="977904"/>
                  <a:pt x="4309533" y="548221"/>
                  <a:pt x="4533900" y="457204"/>
                </a:cubicBezTo>
                <a:cubicBezTo>
                  <a:pt x="4758267" y="366187"/>
                  <a:pt x="4874683" y="360895"/>
                  <a:pt x="4991100" y="355604"/>
                </a:cubicBezTo>
              </a:path>
            </a:pathLst>
          </a:custGeom>
          <a:ln w="31750">
            <a:tailEnd type="triangle" w="lg" len="lg"/>
          </a:ln>
          <a:effectLst>
            <a:glow rad="457200">
              <a:schemeClr val="accent2">
                <a:satMod val="175000"/>
                <a:alpha val="40000"/>
              </a:schemeClr>
            </a:glow>
          </a:effectLst>
        </p:spPr>
        <p:style>
          <a:lnRef idx="3">
            <a:schemeClr val="accent2"/>
          </a:lnRef>
          <a:fillRef idx="0">
            <a:schemeClr val="accent2"/>
          </a:fillRef>
          <a:effectRef idx="2">
            <a:schemeClr val="accent2"/>
          </a:effectRef>
          <a:fontRef idx="minor">
            <a:schemeClr val="tx1"/>
          </a:fontRef>
        </p:style>
        <p:txBody>
          <a:bodyPr rtlCol="0" anchor="ctr"/>
          <a:lstStyle/>
          <a:p>
            <a:pPr algn="ctr"/>
            <a:endParaRPr lang="en-US" sz="1200">
              <a:ln w="0"/>
              <a:solidFill>
                <a:schemeClr val="accent1"/>
              </a:solidFill>
              <a:effectLst>
                <a:outerShdw blurRad="38100" dist="25400" dir="5400000" algn="ctr" rotWithShape="0">
                  <a:srgbClr val="6E747A">
                    <a:alpha val="43000"/>
                  </a:srgbClr>
                </a:outerShdw>
              </a:effectLst>
            </a:endParaRPr>
          </a:p>
        </p:txBody>
      </p:sp>
      <p:sp>
        <p:nvSpPr>
          <p:cNvPr id="58" name="Freeform: Shape 57">
            <a:extLst>
              <a:ext uri="{FF2B5EF4-FFF2-40B4-BE49-F238E27FC236}">
                <a16:creationId xmlns:a16="http://schemas.microsoft.com/office/drawing/2014/main" id="{CBCF80BD-F1EC-F8F9-DE6C-92272C088970}"/>
              </a:ext>
            </a:extLst>
          </p:cNvPr>
          <p:cNvSpPr/>
          <p:nvPr/>
        </p:nvSpPr>
        <p:spPr>
          <a:xfrm rot="3269968" flipV="1">
            <a:off x="7859180" y="1777997"/>
            <a:ext cx="806703" cy="117839"/>
          </a:xfrm>
          <a:custGeom>
            <a:avLst/>
            <a:gdLst>
              <a:gd name="connsiteX0" fmla="*/ 0 w 4991100"/>
              <a:gd name="connsiteY0" fmla="*/ 914404 h 914418"/>
              <a:gd name="connsiteX1" fmla="*/ 901700 w 4991100"/>
              <a:gd name="connsiteY1" fmla="*/ 25404 h 914418"/>
              <a:gd name="connsiteX2" fmla="*/ 1816100 w 4991100"/>
              <a:gd name="connsiteY2" fmla="*/ 914404 h 914418"/>
              <a:gd name="connsiteX3" fmla="*/ 2717800 w 4991100"/>
              <a:gd name="connsiteY3" fmla="*/ 4 h 914418"/>
              <a:gd name="connsiteX4" fmla="*/ 3644900 w 4991100"/>
              <a:gd name="connsiteY4" fmla="*/ 901704 h 914418"/>
              <a:gd name="connsiteX5" fmla="*/ 4533900 w 4991100"/>
              <a:gd name="connsiteY5" fmla="*/ 457204 h 914418"/>
              <a:gd name="connsiteX6" fmla="*/ 4991100 w 4991100"/>
              <a:gd name="connsiteY6" fmla="*/ 355604 h 9144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91100" h="914418">
                <a:moveTo>
                  <a:pt x="0" y="914404"/>
                </a:moveTo>
                <a:cubicBezTo>
                  <a:pt x="299508" y="469904"/>
                  <a:pt x="599017" y="25404"/>
                  <a:pt x="901700" y="25404"/>
                </a:cubicBezTo>
                <a:cubicBezTo>
                  <a:pt x="1204383" y="25404"/>
                  <a:pt x="1513417" y="918637"/>
                  <a:pt x="1816100" y="914404"/>
                </a:cubicBezTo>
                <a:cubicBezTo>
                  <a:pt x="2118783" y="910171"/>
                  <a:pt x="2413000" y="2121"/>
                  <a:pt x="2717800" y="4"/>
                </a:cubicBezTo>
                <a:cubicBezTo>
                  <a:pt x="3022600" y="-2113"/>
                  <a:pt x="3342217" y="825504"/>
                  <a:pt x="3644900" y="901704"/>
                </a:cubicBezTo>
                <a:cubicBezTo>
                  <a:pt x="3947583" y="977904"/>
                  <a:pt x="4309533" y="548221"/>
                  <a:pt x="4533900" y="457204"/>
                </a:cubicBezTo>
                <a:cubicBezTo>
                  <a:pt x="4758267" y="366187"/>
                  <a:pt x="4874683" y="360895"/>
                  <a:pt x="4991100" y="355604"/>
                </a:cubicBezTo>
              </a:path>
            </a:pathLst>
          </a:custGeom>
          <a:ln w="31750">
            <a:tailEnd type="triangle" w="lg" len="lg"/>
          </a:ln>
          <a:effectLst>
            <a:glow rad="457200">
              <a:schemeClr val="accent2">
                <a:satMod val="175000"/>
                <a:alpha val="40000"/>
              </a:schemeClr>
            </a:glow>
          </a:effectLst>
        </p:spPr>
        <p:style>
          <a:lnRef idx="3">
            <a:schemeClr val="accent2"/>
          </a:lnRef>
          <a:fillRef idx="0">
            <a:schemeClr val="accent2"/>
          </a:fillRef>
          <a:effectRef idx="2">
            <a:schemeClr val="accent2"/>
          </a:effectRef>
          <a:fontRef idx="minor">
            <a:schemeClr val="tx1"/>
          </a:fontRef>
        </p:style>
        <p:txBody>
          <a:bodyPr rtlCol="0" anchor="ctr"/>
          <a:lstStyle/>
          <a:p>
            <a:pPr algn="ctr"/>
            <a:endParaRPr lang="en-US" sz="1200">
              <a:ln w="0"/>
              <a:solidFill>
                <a:schemeClr val="accent1"/>
              </a:solidFill>
              <a:effectLst>
                <a:outerShdw blurRad="38100" dist="25400" dir="5400000" algn="ctr" rotWithShape="0">
                  <a:srgbClr val="6E747A">
                    <a:alpha val="43000"/>
                  </a:srgbClr>
                </a:outerShdw>
              </a:effectLst>
            </a:endParaRPr>
          </a:p>
        </p:txBody>
      </p:sp>
      <p:sp>
        <p:nvSpPr>
          <p:cNvPr id="59" name="TextBox 58">
            <a:extLst>
              <a:ext uri="{FF2B5EF4-FFF2-40B4-BE49-F238E27FC236}">
                <a16:creationId xmlns:a16="http://schemas.microsoft.com/office/drawing/2014/main" id="{29B237BC-21F3-9191-0A7C-1CEA79954BCC}"/>
              </a:ext>
            </a:extLst>
          </p:cNvPr>
          <p:cNvSpPr txBox="1"/>
          <p:nvPr/>
        </p:nvSpPr>
        <p:spPr>
          <a:xfrm>
            <a:off x="6661121" y="136525"/>
            <a:ext cx="1588641" cy="338555"/>
          </a:xfrm>
          <a:prstGeom prst="rect">
            <a:avLst/>
          </a:prstGeom>
          <a:noFill/>
        </p:spPr>
        <p:txBody>
          <a:bodyPr wrap="none" rtlCol="0">
            <a:spAutoFit/>
          </a:bodyPr>
          <a:lstStyle/>
          <a:p>
            <a:r>
              <a:rPr lang="en-US" sz="1600" dirty="0">
                <a:ln/>
                <a:solidFill>
                  <a:srgbClr val="000000"/>
                </a:solidFill>
                <a:latin typeface="Arial"/>
                <a:cs typeface="Arial"/>
                <a:sym typeface="Arial"/>
                <a:rtl val="0"/>
              </a:rPr>
              <a:t>  </a:t>
            </a:r>
            <a:r>
              <a:rPr lang="en-US" sz="1600" spc="0" baseline="0" dirty="0">
                <a:ln/>
                <a:solidFill>
                  <a:srgbClr val="000000"/>
                </a:solidFill>
                <a:latin typeface="Arial"/>
                <a:cs typeface="Arial"/>
                <a:sym typeface="Arial"/>
                <a:rtl val="0"/>
              </a:rPr>
              <a:t>Antenna Array</a:t>
            </a:r>
            <a:endParaRPr lang="en-US" sz="1600" dirty="0">
              <a:ln/>
              <a:solidFill>
                <a:srgbClr val="000000"/>
              </a:solidFill>
              <a:latin typeface="Arial"/>
              <a:cs typeface="Arial"/>
              <a:sym typeface="Arial"/>
              <a:rtl val="0"/>
            </a:endParaRPr>
          </a:p>
        </p:txBody>
      </p:sp>
      <p:sp>
        <p:nvSpPr>
          <p:cNvPr id="60" name="TextBox 59">
            <a:extLst>
              <a:ext uri="{FF2B5EF4-FFF2-40B4-BE49-F238E27FC236}">
                <a16:creationId xmlns:a16="http://schemas.microsoft.com/office/drawing/2014/main" id="{23B9B7FF-97C3-7DBF-E32E-7AE95CF54731}"/>
              </a:ext>
            </a:extLst>
          </p:cNvPr>
          <p:cNvSpPr txBox="1"/>
          <p:nvPr/>
        </p:nvSpPr>
        <p:spPr>
          <a:xfrm>
            <a:off x="8975461" y="809410"/>
            <a:ext cx="1215782" cy="584774"/>
          </a:xfrm>
          <a:prstGeom prst="rect">
            <a:avLst/>
          </a:prstGeom>
          <a:noFill/>
        </p:spPr>
        <p:txBody>
          <a:bodyPr wrap="none" rtlCol="0">
            <a:spAutoFit/>
          </a:bodyPr>
          <a:lstStyle/>
          <a:p>
            <a:r>
              <a:rPr lang="en-US" sz="1600" dirty="0">
                <a:ln/>
                <a:solidFill>
                  <a:srgbClr val="000000"/>
                </a:solidFill>
                <a:latin typeface="Arial"/>
                <a:cs typeface="Arial"/>
                <a:sym typeface="Arial"/>
                <a:rtl val="0"/>
              </a:rPr>
              <a:t>  </a:t>
            </a:r>
            <a:r>
              <a:rPr lang="en-US" sz="1600" spc="0" baseline="0" dirty="0">
                <a:ln/>
                <a:solidFill>
                  <a:srgbClr val="000000"/>
                </a:solidFill>
                <a:latin typeface="Arial"/>
                <a:cs typeface="Arial"/>
                <a:sym typeface="Arial"/>
                <a:rtl val="0"/>
              </a:rPr>
              <a:t>Terahertz</a:t>
            </a:r>
          </a:p>
          <a:p>
            <a:pPr algn="ctr"/>
            <a:r>
              <a:rPr lang="en-US" sz="1600" dirty="0">
                <a:ln/>
                <a:solidFill>
                  <a:srgbClr val="000000"/>
                </a:solidFill>
                <a:latin typeface="Arial"/>
                <a:cs typeface="Arial"/>
                <a:sym typeface="Arial"/>
                <a:rtl val="0"/>
              </a:rPr>
              <a:t>Waveforms</a:t>
            </a:r>
          </a:p>
        </p:txBody>
      </p:sp>
      <p:sp>
        <p:nvSpPr>
          <p:cNvPr id="61" name="Arc 60">
            <a:extLst>
              <a:ext uri="{FF2B5EF4-FFF2-40B4-BE49-F238E27FC236}">
                <a16:creationId xmlns:a16="http://schemas.microsoft.com/office/drawing/2014/main" id="{52ECDDFD-9CE3-A911-0168-70DD87915576}"/>
              </a:ext>
            </a:extLst>
          </p:cNvPr>
          <p:cNvSpPr/>
          <p:nvPr/>
        </p:nvSpPr>
        <p:spPr>
          <a:xfrm>
            <a:off x="6105526" y="4159409"/>
            <a:ext cx="1378779" cy="1778117"/>
          </a:xfrm>
          <a:prstGeom prst="arc">
            <a:avLst>
              <a:gd name="adj1" fmla="val 17378697"/>
              <a:gd name="adj2" fmla="val 1554691"/>
            </a:avLst>
          </a:prstGeom>
          <a:ln w="15875">
            <a:tailEnd type="triangle" w="lg" len="lg"/>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1200"/>
          </a:p>
        </p:txBody>
      </p:sp>
      <p:sp>
        <p:nvSpPr>
          <p:cNvPr id="62" name="TextBox 61">
            <a:extLst>
              <a:ext uri="{FF2B5EF4-FFF2-40B4-BE49-F238E27FC236}">
                <a16:creationId xmlns:a16="http://schemas.microsoft.com/office/drawing/2014/main" id="{BE99F2C2-E1C6-B7C4-EA0A-F016DF2298F5}"/>
              </a:ext>
            </a:extLst>
          </p:cNvPr>
          <p:cNvSpPr txBox="1"/>
          <p:nvPr/>
        </p:nvSpPr>
        <p:spPr>
          <a:xfrm>
            <a:off x="5329921" y="2187337"/>
            <a:ext cx="1723549" cy="338555"/>
          </a:xfrm>
          <a:prstGeom prst="rect">
            <a:avLst/>
          </a:prstGeom>
          <a:noFill/>
        </p:spPr>
        <p:txBody>
          <a:bodyPr wrap="none" rtlCol="0">
            <a:spAutoFit/>
          </a:bodyPr>
          <a:lstStyle/>
          <a:p>
            <a:r>
              <a:rPr lang="en-US" sz="1600" dirty="0">
                <a:ln/>
                <a:solidFill>
                  <a:srgbClr val="000000"/>
                </a:solidFill>
                <a:latin typeface="Arial"/>
                <a:cs typeface="Arial"/>
                <a:sym typeface="Arial"/>
                <a:rtl val="0"/>
              </a:rPr>
              <a:t>  </a:t>
            </a:r>
            <a:r>
              <a:rPr lang="en-US" sz="1600" spc="0" baseline="0" dirty="0">
                <a:ln/>
                <a:solidFill>
                  <a:srgbClr val="000000"/>
                </a:solidFill>
                <a:latin typeface="Arial"/>
                <a:cs typeface="Arial"/>
                <a:sym typeface="Arial"/>
                <a:rtl val="0"/>
              </a:rPr>
              <a:t>Folded Enzyme</a:t>
            </a:r>
            <a:endParaRPr lang="en-US" sz="1600" dirty="0">
              <a:ln/>
              <a:solidFill>
                <a:srgbClr val="000000"/>
              </a:solidFill>
              <a:latin typeface="Arial"/>
              <a:cs typeface="Arial"/>
              <a:sym typeface="Arial"/>
              <a:rtl val="0"/>
            </a:endParaRPr>
          </a:p>
        </p:txBody>
      </p:sp>
      <p:sp>
        <p:nvSpPr>
          <p:cNvPr id="63" name="TextBox 62">
            <a:extLst>
              <a:ext uri="{FF2B5EF4-FFF2-40B4-BE49-F238E27FC236}">
                <a16:creationId xmlns:a16="http://schemas.microsoft.com/office/drawing/2014/main" id="{46FEFC3A-04F7-1072-3DA1-BFC7A7DEFAE9}"/>
              </a:ext>
            </a:extLst>
          </p:cNvPr>
          <p:cNvSpPr txBox="1"/>
          <p:nvPr/>
        </p:nvSpPr>
        <p:spPr>
          <a:xfrm>
            <a:off x="5329921" y="4557511"/>
            <a:ext cx="1917513" cy="338555"/>
          </a:xfrm>
          <a:prstGeom prst="rect">
            <a:avLst/>
          </a:prstGeom>
          <a:noFill/>
        </p:spPr>
        <p:txBody>
          <a:bodyPr wrap="none" rtlCol="0">
            <a:spAutoFit/>
          </a:bodyPr>
          <a:lstStyle/>
          <a:p>
            <a:r>
              <a:rPr lang="en-US" sz="1600" dirty="0">
                <a:ln/>
                <a:solidFill>
                  <a:srgbClr val="000000"/>
                </a:solidFill>
                <a:latin typeface="Arial"/>
                <a:cs typeface="Arial"/>
                <a:sym typeface="Arial"/>
                <a:rtl val="0"/>
              </a:rPr>
              <a:t>  Unf</a:t>
            </a:r>
            <a:r>
              <a:rPr lang="en-US" sz="1600" spc="0" baseline="0" dirty="0">
                <a:ln/>
                <a:solidFill>
                  <a:srgbClr val="000000"/>
                </a:solidFill>
                <a:latin typeface="Arial"/>
                <a:cs typeface="Arial"/>
                <a:sym typeface="Arial"/>
                <a:rtl val="0"/>
              </a:rPr>
              <a:t>olded Enzyme</a:t>
            </a:r>
            <a:endParaRPr lang="en-US" sz="1600" dirty="0">
              <a:ln/>
              <a:solidFill>
                <a:srgbClr val="000000"/>
              </a:solidFill>
              <a:latin typeface="Arial"/>
              <a:cs typeface="Arial"/>
              <a:sym typeface="Arial"/>
              <a:rtl val="0"/>
            </a:endParaRPr>
          </a:p>
        </p:txBody>
      </p:sp>
      <mc:AlternateContent xmlns:mc="http://schemas.openxmlformats.org/markup-compatibility/2006" xmlns:a14="http://schemas.microsoft.com/office/drawing/2010/main">
        <mc:Choice Requires="a14">
          <p:sp>
            <p:nvSpPr>
              <p:cNvPr id="67" name="TextBox 66">
                <a:extLst>
                  <a:ext uri="{FF2B5EF4-FFF2-40B4-BE49-F238E27FC236}">
                    <a16:creationId xmlns:a16="http://schemas.microsoft.com/office/drawing/2014/main" id="{178A5D34-E61C-98A5-BB8A-AA8E8D1D24EA}"/>
                  </a:ext>
                </a:extLst>
              </p:cNvPr>
              <p:cNvSpPr txBox="1"/>
              <p:nvPr/>
            </p:nvSpPr>
            <p:spPr>
              <a:xfrm>
                <a:off x="377297" y="1461840"/>
                <a:ext cx="3532698" cy="953018"/>
              </a:xfrm>
              <a:prstGeom prst="rect">
                <a:avLst/>
              </a:prstGeom>
              <a:noFill/>
            </p:spPr>
            <p:txBody>
              <a:bodyPr wrap="none" lIns="0" tIns="0" rIns="0" bIns="0" rtlCol="0">
                <a:spAutoFit/>
              </a:bodyPr>
              <a:lstStyle/>
              <a:p>
                <a:pPr/>
                <a14:m>
                  <m:oMathPara xmlns:m="http://schemas.openxmlformats.org/officeDocument/2006/math">
                    <m:oMath>
                      <m:sSub>
                        <m:sSubPr>
                          <m:ctrlPr>
                            <a:rPr lang="en-US" sz="2400" i="1">
                              <a:latin typeface="Cambria Math" panose="02040503050406030204" pitchFamily="18" charset="0"/>
                            </a:rPr>
                          </m:ctrlPr>
                        </m:sSubPr>
                        <m:e>
                          <m:r>
                            <a:rPr lang="en-US" sz="2400" i="1">
                              <a:latin typeface="Cambria Math" panose="02040503050406030204" pitchFamily="18" charset="0"/>
                            </a:rPr>
                            <m:t>𝑝</m:t>
                          </m:r>
                        </m:e>
                        <m:sub>
                          <m:r>
                            <a:rPr lang="en-US" sz="2400" i="1">
                              <a:latin typeface="Cambria Math" panose="02040503050406030204" pitchFamily="18" charset="0"/>
                            </a:rPr>
                            <m:t>𝑈</m:t>
                          </m:r>
                        </m:sub>
                      </m:sSub>
                      <m:r>
                        <a:rPr lang="en-US" sz="2400" i="1">
                          <a:latin typeface="Cambria Math" panose="02040503050406030204" pitchFamily="18" charset="0"/>
                        </a:rPr>
                        <m:t>=1−</m:t>
                      </m:r>
                      <m:f>
                        <m:fPr>
                          <m:ctrlPr>
                            <a:rPr lang="en-US" sz="2400" i="1">
                              <a:latin typeface="Cambria Math" panose="02040503050406030204" pitchFamily="18" charset="0"/>
                            </a:rPr>
                          </m:ctrlPr>
                        </m:fPr>
                        <m:num>
                          <m:r>
                            <a:rPr lang="en-US" sz="2400" i="1">
                              <a:latin typeface="Cambria Math" panose="02040503050406030204" pitchFamily="18" charset="0"/>
                            </a:rPr>
                            <m:t>1</m:t>
                          </m:r>
                        </m:num>
                        <m:den>
                          <m:r>
                            <a:rPr lang="en-US" sz="2400" i="1">
                              <a:latin typeface="Cambria Math" panose="02040503050406030204" pitchFamily="18" charset="0"/>
                            </a:rPr>
                            <m:t>1+</m:t>
                          </m:r>
                          <m:sSup>
                            <m:sSupPr>
                              <m:ctrlPr>
                                <a:rPr lang="de-DE" sz="2400" b="0" i="1" smtClean="0">
                                  <a:latin typeface="Cambria Math" panose="02040503050406030204" pitchFamily="18" charset="0"/>
                                </a:rPr>
                              </m:ctrlPr>
                            </m:sSupPr>
                            <m:e>
                              <m:r>
                                <a:rPr lang="de-DE" sz="2400" b="0" i="1" smtClean="0">
                                  <a:latin typeface="Cambria Math" panose="02040503050406030204" pitchFamily="18" charset="0"/>
                                </a:rPr>
                                <m:t>𝑒</m:t>
                              </m:r>
                            </m:e>
                            <m:sup>
                              <m:d>
                                <m:dPr>
                                  <m:ctrlPr>
                                    <a:rPr lang="en-US" sz="2400" i="1">
                                      <a:latin typeface="Cambria Math" panose="02040503050406030204" pitchFamily="18" charset="0"/>
                                    </a:rPr>
                                  </m:ctrlPr>
                                </m:dPr>
                                <m:e>
                                  <m:f>
                                    <m:fPr>
                                      <m:ctrlPr>
                                        <a:rPr lang="en-US" sz="2400">
                                          <a:latin typeface="Cambria Math" panose="02040503050406030204" pitchFamily="18" charset="0"/>
                                        </a:rPr>
                                      </m:ctrlPr>
                                    </m:fPr>
                                    <m:num>
                                      <m:r>
                                        <m:rPr>
                                          <m:sty m:val="p"/>
                                        </m:rPr>
                                        <a:rPr lang="en-US" sz="2400">
                                          <a:latin typeface="Cambria Math" panose="02040503050406030204" pitchFamily="18" charset="0"/>
                                        </a:rPr>
                                        <m:t>Δ</m:t>
                                      </m:r>
                                      <m:r>
                                        <a:rPr lang="en-US" sz="2400" i="1">
                                          <a:latin typeface="Cambria Math" panose="02040503050406030204" pitchFamily="18" charset="0"/>
                                        </a:rPr>
                                        <m:t>𝐸</m:t>
                                      </m:r>
                                      <m:r>
                                        <a:rPr lang="en-US" sz="2400" i="1">
                                          <a:latin typeface="Cambria Math" panose="02040503050406030204" pitchFamily="18" charset="0"/>
                                        </a:rPr>
                                        <m:t>−</m:t>
                                      </m:r>
                                      <m:sSub>
                                        <m:sSubPr>
                                          <m:ctrlPr>
                                            <a:rPr lang="en-US" sz="2400" i="1">
                                              <a:solidFill>
                                                <a:srgbClr val="C00000"/>
                                              </a:solidFill>
                                              <a:latin typeface="Cambria Math" panose="02040503050406030204" pitchFamily="18" charset="0"/>
                                            </a:rPr>
                                          </m:ctrlPr>
                                        </m:sSubPr>
                                        <m:e>
                                          <m:d>
                                            <m:dPr>
                                              <m:begChr m:val="⟨"/>
                                              <m:endChr m:val="⟩"/>
                                              <m:ctrlPr>
                                                <a:rPr lang="en-US" sz="2400" i="1">
                                                  <a:solidFill>
                                                    <a:srgbClr val="C00000"/>
                                                  </a:solidFill>
                                                  <a:latin typeface="Cambria Math" panose="02040503050406030204" pitchFamily="18" charset="0"/>
                                                </a:rPr>
                                              </m:ctrlPr>
                                            </m:dPr>
                                            <m:e>
                                              <m:sSub>
                                                <m:sSubPr>
                                                  <m:ctrlPr>
                                                    <a:rPr lang="en-US" sz="2400" i="1">
                                                      <a:solidFill>
                                                        <a:srgbClr val="C00000"/>
                                                      </a:solidFill>
                                                      <a:latin typeface="Cambria Math" panose="02040503050406030204" pitchFamily="18" charset="0"/>
                                                    </a:rPr>
                                                  </m:ctrlPr>
                                                </m:sSubPr>
                                                <m:e>
                                                  <m:r>
                                                    <a:rPr lang="en-US" sz="2400" i="1">
                                                      <a:solidFill>
                                                        <a:srgbClr val="C00000"/>
                                                      </a:solidFill>
                                                      <a:latin typeface="Cambria Math" panose="02040503050406030204" pitchFamily="18" charset="0"/>
                                                    </a:rPr>
                                                    <m:t>𝐸</m:t>
                                                  </m:r>
                                                </m:e>
                                                <m:sub>
                                                  <m:r>
                                                    <a:rPr lang="en-US" sz="2400" i="1">
                                                      <a:solidFill>
                                                        <a:srgbClr val="C00000"/>
                                                      </a:solidFill>
                                                      <a:latin typeface="Cambria Math" panose="02040503050406030204" pitchFamily="18" charset="0"/>
                                                    </a:rPr>
                                                    <m:t>𝑡𝑜𝑡</m:t>
                                                  </m:r>
                                                </m:sub>
                                              </m:sSub>
                                            </m:e>
                                          </m:d>
                                        </m:e>
                                        <m:sub>
                                          <m:r>
                                            <a:rPr lang="en-US" sz="2400" i="1">
                                              <a:solidFill>
                                                <a:srgbClr val="C00000"/>
                                              </a:solidFill>
                                              <a:latin typeface="Cambria Math" panose="02040503050406030204" pitchFamily="18" charset="0"/>
                                            </a:rPr>
                                            <m:t>𝑠𝑠</m:t>
                                          </m:r>
                                        </m:sub>
                                      </m:sSub>
                                    </m:num>
                                    <m:den>
                                      <m:sSub>
                                        <m:sSubPr>
                                          <m:ctrlPr>
                                            <a:rPr lang="en-US" sz="2400" i="1">
                                              <a:latin typeface="Cambria Math" panose="02040503050406030204" pitchFamily="18" charset="0"/>
                                            </a:rPr>
                                          </m:ctrlPr>
                                        </m:sSubPr>
                                        <m:e>
                                          <m:r>
                                            <a:rPr lang="en-US" sz="2400" i="1">
                                              <a:latin typeface="Cambria Math" panose="02040503050406030204" pitchFamily="18" charset="0"/>
                                            </a:rPr>
                                            <m:t>𝑘</m:t>
                                          </m:r>
                                        </m:e>
                                        <m:sub>
                                          <m:r>
                                            <a:rPr lang="en-US" sz="2400" i="1">
                                              <a:latin typeface="Cambria Math" panose="02040503050406030204" pitchFamily="18" charset="0"/>
                                            </a:rPr>
                                            <m:t>𝑏</m:t>
                                          </m:r>
                                        </m:sub>
                                      </m:sSub>
                                      <m:r>
                                        <a:rPr lang="en-US" sz="2400" i="1">
                                          <a:latin typeface="Cambria Math" panose="02040503050406030204" pitchFamily="18" charset="0"/>
                                        </a:rPr>
                                        <m:t>𝑇</m:t>
                                      </m:r>
                                    </m:den>
                                  </m:f>
                                </m:e>
                              </m:d>
                            </m:sup>
                          </m:sSup>
                        </m:den>
                      </m:f>
                    </m:oMath>
                  </m:oMathPara>
                </a14:m>
                <a:endParaRPr lang="en-US" sz="2400" dirty="0"/>
              </a:p>
            </p:txBody>
          </p:sp>
        </mc:Choice>
        <mc:Fallback xmlns="">
          <p:sp>
            <p:nvSpPr>
              <p:cNvPr id="67" name="TextBox 66">
                <a:extLst>
                  <a:ext uri="{FF2B5EF4-FFF2-40B4-BE49-F238E27FC236}">
                    <a16:creationId xmlns:a16="http://schemas.microsoft.com/office/drawing/2014/main" id="{178A5D34-E61C-98A5-BB8A-AA8E8D1D24EA}"/>
                  </a:ext>
                </a:extLst>
              </p:cNvPr>
              <p:cNvSpPr txBox="1">
                <a:spLocks noRot="1" noChangeAspect="1" noMove="1" noResize="1" noEditPoints="1" noAdjustHandles="1" noChangeArrowheads="1" noChangeShapeType="1" noTextEdit="1"/>
              </p:cNvSpPr>
              <p:nvPr/>
            </p:nvSpPr>
            <p:spPr>
              <a:xfrm>
                <a:off x="377297" y="1461840"/>
                <a:ext cx="3532698" cy="953018"/>
              </a:xfrm>
              <a:prstGeom prst="rect">
                <a:avLst/>
              </a:prstGeom>
              <a:blipFill>
                <a:blip r:embed="rId7"/>
                <a:stretch>
                  <a:fillRect/>
                </a:stretch>
              </a:blipFill>
            </p:spPr>
            <p:txBody>
              <a:bodyPr/>
              <a:lstStyle/>
              <a:p>
                <a:r>
                  <a:rPr lang="en-US">
                    <a:noFill/>
                  </a:rPr>
                  <a:t> </a:t>
                </a:r>
              </a:p>
            </p:txBody>
          </p:sp>
        </mc:Fallback>
      </mc:AlternateContent>
      <p:sp>
        <p:nvSpPr>
          <p:cNvPr id="68" name="TextBox 67">
            <a:extLst>
              <a:ext uri="{FF2B5EF4-FFF2-40B4-BE49-F238E27FC236}">
                <a16:creationId xmlns:a16="http://schemas.microsoft.com/office/drawing/2014/main" id="{F14013BE-C408-7CFB-87CB-790C3C4E93F6}"/>
              </a:ext>
            </a:extLst>
          </p:cNvPr>
          <p:cNvSpPr txBox="1"/>
          <p:nvPr/>
        </p:nvSpPr>
        <p:spPr>
          <a:xfrm>
            <a:off x="81223" y="628199"/>
            <a:ext cx="4124847" cy="461665"/>
          </a:xfrm>
          <a:prstGeom prst="rect">
            <a:avLst/>
          </a:prstGeom>
          <a:noFill/>
        </p:spPr>
        <p:txBody>
          <a:bodyPr wrap="none" rtlCol="0">
            <a:spAutoFit/>
          </a:bodyPr>
          <a:lstStyle/>
          <a:p>
            <a:r>
              <a:rPr lang="en-US" sz="2400" spc="0" baseline="0" dirty="0">
                <a:ln/>
                <a:solidFill>
                  <a:srgbClr val="000000"/>
                </a:solidFill>
                <a:latin typeface="Arial"/>
                <a:cs typeface="Arial"/>
                <a:sym typeface="Arial"/>
                <a:rtl val="0"/>
              </a:rPr>
              <a:t>Enzyme unfolding probability</a:t>
            </a:r>
            <a:endParaRPr lang="en-US" sz="2400" dirty="0">
              <a:ln/>
              <a:solidFill>
                <a:srgbClr val="000000"/>
              </a:solidFill>
              <a:latin typeface="Arial"/>
              <a:cs typeface="Arial"/>
              <a:sym typeface="Arial"/>
              <a:rtl val="0"/>
            </a:endParaRPr>
          </a:p>
        </p:txBody>
      </p:sp>
      <mc:AlternateContent xmlns:mc="http://schemas.openxmlformats.org/markup-compatibility/2006" xmlns:a14="http://schemas.microsoft.com/office/drawing/2010/main">
        <mc:Choice Requires="a14">
          <p:sp>
            <p:nvSpPr>
              <p:cNvPr id="69" name="TextBox 68">
                <a:extLst>
                  <a:ext uri="{FF2B5EF4-FFF2-40B4-BE49-F238E27FC236}">
                    <a16:creationId xmlns:a16="http://schemas.microsoft.com/office/drawing/2014/main" id="{F734E4FD-AB4E-42E3-C411-3E1EBA58FC1D}"/>
                  </a:ext>
                </a:extLst>
              </p:cNvPr>
              <p:cNvSpPr txBox="1"/>
              <p:nvPr/>
            </p:nvSpPr>
            <p:spPr>
              <a:xfrm>
                <a:off x="81223" y="3657690"/>
                <a:ext cx="281598" cy="461665"/>
              </a:xfrm>
              <a:prstGeom prst="rect">
                <a:avLst/>
              </a:prstGeom>
              <a:noFill/>
            </p:spPr>
            <p:txBody>
              <a:bodyPr wrap="square">
                <a:spAutoFit/>
              </a:bodyPr>
              <a:lstStyle/>
              <a:p>
                <a:pPr/>
                <a14:m>
                  <m:oMathPara xmlns:m="http://schemas.openxmlformats.org/officeDocument/2006/math">
                    <m:oMath>
                      <m:r>
                        <m:rPr>
                          <m:sty m:val="p"/>
                        </m:rPr>
                        <a:rPr lang="en-US" sz="2400" smtClean="0">
                          <a:latin typeface="Cambria Math" panose="02040503050406030204" pitchFamily="18" charset="0"/>
                        </a:rPr>
                        <m:t>Δ</m:t>
                      </m:r>
                      <m:r>
                        <a:rPr lang="en-US" sz="2400" i="1">
                          <a:latin typeface="Cambria Math" panose="02040503050406030204" pitchFamily="18" charset="0"/>
                        </a:rPr>
                        <m:t>𝐸</m:t>
                      </m:r>
                    </m:oMath>
                  </m:oMathPara>
                </a14:m>
                <a:endParaRPr lang="en-US" sz="2400" dirty="0"/>
              </a:p>
            </p:txBody>
          </p:sp>
        </mc:Choice>
        <mc:Fallback xmlns="">
          <p:sp>
            <p:nvSpPr>
              <p:cNvPr id="69" name="TextBox 68">
                <a:extLst>
                  <a:ext uri="{FF2B5EF4-FFF2-40B4-BE49-F238E27FC236}">
                    <a16:creationId xmlns:a16="http://schemas.microsoft.com/office/drawing/2014/main" id="{F734E4FD-AB4E-42E3-C411-3E1EBA58FC1D}"/>
                  </a:ext>
                </a:extLst>
              </p:cNvPr>
              <p:cNvSpPr txBox="1">
                <a:spLocks noRot="1" noChangeAspect="1" noMove="1" noResize="1" noEditPoints="1" noAdjustHandles="1" noChangeArrowheads="1" noChangeShapeType="1" noTextEdit="1"/>
              </p:cNvSpPr>
              <p:nvPr/>
            </p:nvSpPr>
            <p:spPr>
              <a:xfrm>
                <a:off x="81223" y="3657690"/>
                <a:ext cx="281598" cy="461665"/>
              </a:xfrm>
              <a:prstGeom prst="rect">
                <a:avLst/>
              </a:prstGeom>
              <a:blipFill>
                <a:blip r:embed="rId8"/>
                <a:stretch>
                  <a:fillRect l="-4255" r="-10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0" name="TextBox 69">
                <a:extLst>
                  <a:ext uri="{FF2B5EF4-FFF2-40B4-BE49-F238E27FC236}">
                    <a16:creationId xmlns:a16="http://schemas.microsoft.com/office/drawing/2014/main" id="{64740742-BCA5-790C-F0CD-4F614DBAA7FF}"/>
                  </a:ext>
                </a:extLst>
              </p:cNvPr>
              <p:cNvSpPr txBox="1"/>
              <p:nvPr/>
            </p:nvSpPr>
            <p:spPr>
              <a:xfrm>
                <a:off x="21848" y="2896622"/>
                <a:ext cx="469949" cy="461665"/>
              </a:xfrm>
              <a:prstGeom prst="rect">
                <a:avLst/>
              </a:prstGeom>
              <a:noFill/>
            </p:spPr>
            <p:txBody>
              <a:bodyPr wrap="square">
                <a:spAutoFit/>
              </a:bodyPr>
              <a:lstStyle/>
              <a:p>
                <a:pPr/>
                <a14:m>
                  <m:oMathPara xmlns:m="http://schemas.openxmlformats.org/officeDocument/2006/math">
                    <m:oMathParaPr>
                      <m:jc m:val="left"/>
                    </m:oMathParaPr>
                    <m:oMath>
                      <m:sSub>
                        <m:sSubPr>
                          <m:ctrlPr>
                            <a:rPr lang="en-US" sz="2400" i="1">
                              <a:solidFill>
                                <a:srgbClr val="C00000"/>
                              </a:solidFill>
                              <a:latin typeface="Cambria Math" panose="02040503050406030204" pitchFamily="18" charset="0"/>
                            </a:rPr>
                          </m:ctrlPr>
                        </m:sSubPr>
                        <m:e>
                          <m:d>
                            <m:dPr>
                              <m:begChr m:val="⟨"/>
                              <m:endChr m:val="⟩"/>
                              <m:ctrlPr>
                                <a:rPr lang="en-US" sz="2400" i="1">
                                  <a:solidFill>
                                    <a:srgbClr val="C00000"/>
                                  </a:solidFill>
                                  <a:latin typeface="Cambria Math" panose="02040503050406030204" pitchFamily="18" charset="0"/>
                                </a:rPr>
                              </m:ctrlPr>
                            </m:dPr>
                            <m:e>
                              <m:sSub>
                                <m:sSubPr>
                                  <m:ctrlPr>
                                    <a:rPr lang="en-US" sz="2400" i="1">
                                      <a:solidFill>
                                        <a:srgbClr val="C00000"/>
                                      </a:solidFill>
                                      <a:latin typeface="Cambria Math" panose="02040503050406030204" pitchFamily="18" charset="0"/>
                                    </a:rPr>
                                  </m:ctrlPr>
                                </m:sSubPr>
                                <m:e>
                                  <m:r>
                                    <a:rPr lang="en-US" sz="2400" i="1">
                                      <a:solidFill>
                                        <a:srgbClr val="C00000"/>
                                      </a:solidFill>
                                      <a:latin typeface="Cambria Math" panose="02040503050406030204" pitchFamily="18" charset="0"/>
                                    </a:rPr>
                                    <m:t>𝐸</m:t>
                                  </m:r>
                                </m:e>
                                <m:sub>
                                  <m:r>
                                    <a:rPr lang="en-US" sz="2400" i="1">
                                      <a:solidFill>
                                        <a:srgbClr val="C00000"/>
                                      </a:solidFill>
                                      <a:latin typeface="Cambria Math" panose="02040503050406030204" pitchFamily="18" charset="0"/>
                                    </a:rPr>
                                    <m:t>𝑡𝑜𝑡</m:t>
                                  </m:r>
                                </m:sub>
                              </m:sSub>
                            </m:e>
                          </m:d>
                        </m:e>
                        <m:sub>
                          <m:r>
                            <a:rPr lang="en-US" sz="2400" i="1">
                              <a:solidFill>
                                <a:srgbClr val="C00000"/>
                              </a:solidFill>
                              <a:latin typeface="Cambria Math" panose="02040503050406030204" pitchFamily="18" charset="0"/>
                            </a:rPr>
                            <m:t>𝑠𝑠</m:t>
                          </m:r>
                        </m:sub>
                      </m:sSub>
                    </m:oMath>
                  </m:oMathPara>
                </a14:m>
                <a:endParaRPr lang="en-US" sz="2400" dirty="0"/>
              </a:p>
            </p:txBody>
          </p:sp>
        </mc:Choice>
        <mc:Fallback xmlns="">
          <p:sp>
            <p:nvSpPr>
              <p:cNvPr id="70" name="TextBox 69">
                <a:extLst>
                  <a:ext uri="{FF2B5EF4-FFF2-40B4-BE49-F238E27FC236}">
                    <a16:creationId xmlns:a16="http://schemas.microsoft.com/office/drawing/2014/main" id="{64740742-BCA5-790C-F0CD-4F614DBAA7FF}"/>
                  </a:ext>
                </a:extLst>
              </p:cNvPr>
              <p:cNvSpPr txBox="1">
                <a:spLocks noRot="1" noChangeAspect="1" noMove="1" noResize="1" noEditPoints="1" noAdjustHandles="1" noChangeArrowheads="1" noChangeShapeType="1" noTextEdit="1"/>
              </p:cNvSpPr>
              <p:nvPr/>
            </p:nvSpPr>
            <p:spPr>
              <a:xfrm>
                <a:off x="21848" y="2896622"/>
                <a:ext cx="469949" cy="461665"/>
              </a:xfrm>
              <a:prstGeom prst="rect">
                <a:avLst/>
              </a:prstGeom>
              <a:blipFill>
                <a:blip r:embed="rId9"/>
                <a:stretch>
                  <a:fillRect r="-13506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1" name="TextBox 70">
                <a:extLst>
                  <a:ext uri="{FF2B5EF4-FFF2-40B4-BE49-F238E27FC236}">
                    <a16:creationId xmlns:a16="http://schemas.microsoft.com/office/drawing/2014/main" id="{CA7FAABF-BD94-6536-BABA-904D5E979E71}"/>
                  </a:ext>
                </a:extLst>
              </p:cNvPr>
              <p:cNvSpPr txBox="1"/>
              <p:nvPr/>
            </p:nvSpPr>
            <p:spPr>
              <a:xfrm>
                <a:off x="141796" y="4308598"/>
                <a:ext cx="331731" cy="461665"/>
              </a:xfrm>
              <a:prstGeom prst="rect">
                <a:avLst/>
              </a:prstGeom>
              <a:noFill/>
            </p:spPr>
            <p:txBody>
              <a:bodyPr wrap="square">
                <a:spAutoFit/>
              </a:bodyPr>
              <a:lstStyle/>
              <a:p>
                <a:pPr/>
                <a14:m>
                  <m:oMathPara xmlns:m="http://schemas.openxmlformats.org/officeDocument/2006/math">
                    <m:oMathParaPr>
                      <m:jc m:val="left"/>
                    </m:oMathParaPr>
                    <m:oMath>
                      <m:sSub>
                        <m:sSubPr>
                          <m:ctrlPr>
                            <a:rPr lang="en-US" sz="2400" i="1">
                              <a:latin typeface="Cambria Math" panose="02040503050406030204" pitchFamily="18" charset="0"/>
                            </a:rPr>
                          </m:ctrlPr>
                        </m:sSubPr>
                        <m:e>
                          <m:r>
                            <a:rPr lang="en-US" sz="2400" i="1">
                              <a:latin typeface="Cambria Math" panose="02040503050406030204" pitchFamily="18" charset="0"/>
                            </a:rPr>
                            <m:t>𝑘</m:t>
                          </m:r>
                        </m:e>
                        <m:sub>
                          <m:r>
                            <a:rPr lang="en-US" sz="2400" i="1">
                              <a:latin typeface="Cambria Math" panose="02040503050406030204" pitchFamily="18" charset="0"/>
                            </a:rPr>
                            <m:t>𝑏</m:t>
                          </m:r>
                        </m:sub>
                      </m:sSub>
                    </m:oMath>
                  </m:oMathPara>
                </a14:m>
                <a:endParaRPr lang="en-US" sz="2400" dirty="0"/>
              </a:p>
            </p:txBody>
          </p:sp>
        </mc:Choice>
        <mc:Fallback xmlns="">
          <p:sp>
            <p:nvSpPr>
              <p:cNvPr id="71" name="TextBox 70">
                <a:extLst>
                  <a:ext uri="{FF2B5EF4-FFF2-40B4-BE49-F238E27FC236}">
                    <a16:creationId xmlns:a16="http://schemas.microsoft.com/office/drawing/2014/main" id="{CA7FAABF-BD94-6536-BABA-904D5E979E71}"/>
                  </a:ext>
                </a:extLst>
              </p:cNvPr>
              <p:cNvSpPr txBox="1">
                <a:spLocks noRot="1" noChangeAspect="1" noMove="1" noResize="1" noEditPoints="1" noAdjustHandles="1" noChangeArrowheads="1" noChangeShapeType="1" noTextEdit="1"/>
              </p:cNvSpPr>
              <p:nvPr/>
            </p:nvSpPr>
            <p:spPr>
              <a:xfrm>
                <a:off x="141796" y="4308598"/>
                <a:ext cx="331731" cy="461665"/>
              </a:xfrm>
              <a:prstGeom prst="rect">
                <a:avLst/>
              </a:prstGeom>
              <a:blipFill>
                <a:blip r:embed="rId10"/>
                <a:stretch>
                  <a:fillRect l="-5455" r="-4181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2" name="TextBox 71">
                <a:extLst>
                  <a:ext uri="{FF2B5EF4-FFF2-40B4-BE49-F238E27FC236}">
                    <a16:creationId xmlns:a16="http://schemas.microsoft.com/office/drawing/2014/main" id="{75D4B868-2D8A-8A07-8E56-1FF3145C0907}"/>
                  </a:ext>
                </a:extLst>
              </p:cNvPr>
              <p:cNvSpPr txBox="1"/>
              <p:nvPr/>
            </p:nvSpPr>
            <p:spPr>
              <a:xfrm>
                <a:off x="180796" y="5051270"/>
                <a:ext cx="191670" cy="461665"/>
              </a:xfrm>
              <a:prstGeom prst="rect">
                <a:avLst/>
              </a:prstGeom>
              <a:noFill/>
            </p:spPr>
            <p:txBody>
              <a:bodyPr wrap="square">
                <a:spAutoFit/>
              </a:bodyPr>
              <a:lstStyle/>
              <a:p>
                <a:pPr/>
                <a14:m>
                  <m:oMathPara xmlns:m="http://schemas.openxmlformats.org/officeDocument/2006/math">
                    <m:oMathParaPr>
                      <m:jc m:val="left"/>
                    </m:oMathParaPr>
                    <m:oMath>
                      <m:r>
                        <a:rPr lang="en-US" sz="2400" i="1" smtClean="0">
                          <a:latin typeface="Cambria Math" panose="02040503050406030204" pitchFamily="18" charset="0"/>
                        </a:rPr>
                        <m:t>𝑇</m:t>
                      </m:r>
                    </m:oMath>
                  </m:oMathPara>
                </a14:m>
                <a:endParaRPr lang="en-US" sz="2400" dirty="0"/>
              </a:p>
            </p:txBody>
          </p:sp>
        </mc:Choice>
        <mc:Fallback xmlns="">
          <p:sp>
            <p:nvSpPr>
              <p:cNvPr id="72" name="TextBox 71">
                <a:extLst>
                  <a:ext uri="{FF2B5EF4-FFF2-40B4-BE49-F238E27FC236}">
                    <a16:creationId xmlns:a16="http://schemas.microsoft.com/office/drawing/2014/main" id="{75D4B868-2D8A-8A07-8E56-1FF3145C0907}"/>
                  </a:ext>
                </a:extLst>
              </p:cNvPr>
              <p:cNvSpPr txBox="1">
                <a:spLocks noRot="1" noChangeAspect="1" noMove="1" noResize="1" noEditPoints="1" noAdjustHandles="1" noChangeArrowheads="1" noChangeShapeType="1" noTextEdit="1"/>
              </p:cNvSpPr>
              <p:nvPr/>
            </p:nvSpPr>
            <p:spPr>
              <a:xfrm>
                <a:off x="180796" y="5051270"/>
                <a:ext cx="191670" cy="461665"/>
              </a:xfrm>
              <a:prstGeom prst="rect">
                <a:avLst/>
              </a:prstGeom>
              <a:blipFill>
                <a:blip r:embed="rId11"/>
                <a:stretch>
                  <a:fillRect l="-9677" r="-100000"/>
                </a:stretch>
              </a:blipFill>
            </p:spPr>
            <p:txBody>
              <a:bodyPr/>
              <a:lstStyle/>
              <a:p>
                <a:r>
                  <a:rPr lang="en-US">
                    <a:noFill/>
                  </a:rPr>
                  <a:t> </a:t>
                </a:r>
              </a:p>
            </p:txBody>
          </p:sp>
        </mc:Fallback>
      </mc:AlternateContent>
      <p:sp>
        <p:nvSpPr>
          <p:cNvPr id="73" name="TextBox 72">
            <a:extLst>
              <a:ext uri="{FF2B5EF4-FFF2-40B4-BE49-F238E27FC236}">
                <a16:creationId xmlns:a16="http://schemas.microsoft.com/office/drawing/2014/main" id="{12CA827E-E878-8424-A07D-AE3C3F792B01}"/>
              </a:ext>
            </a:extLst>
          </p:cNvPr>
          <p:cNvSpPr txBox="1"/>
          <p:nvPr/>
        </p:nvSpPr>
        <p:spPr>
          <a:xfrm>
            <a:off x="1194466" y="2904921"/>
            <a:ext cx="3674852" cy="461665"/>
          </a:xfrm>
          <a:prstGeom prst="rect">
            <a:avLst/>
          </a:prstGeom>
          <a:noFill/>
        </p:spPr>
        <p:txBody>
          <a:bodyPr wrap="none" rtlCol="0">
            <a:spAutoFit/>
          </a:bodyPr>
          <a:lstStyle/>
          <a:p>
            <a:r>
              <a:rPr lang="en-US" sz="2400" dirty="0"/>
              <a:t>Total energy of the enzyme</a:t>
            </a:r>
          </a:p>
        </p:txBody>
      </p:sp>
      <p:sp>
        <p:nvSpPr>
          <p:cNvPr id="74" name="TextBox 73">
            <a:extLst>
              <a:ext uri="{FF2B5EF4-FFF2-40B4-BE49-F238E27FC236}">
                <a16:creationId xmlns:a16="http://schemas.microsoft.com/office/drawing/2014/main" id="{7AD17808-474F-6976-5359-216C793D7EEA}"/>
              </a:ext>
            </a:extLst>
          </p:cNvPr>
          <p:cNvSpPr txBox="1"/>
          <p:nvPr/>
        </p:nvSpPr>
        <p:spPr>
          <a:xfrm>
            <a:off x="1281504" y="3667685"/>
            <a:ext cx="2787558" cy="461665"/>
          </a:xfrm>
          <a:prstGeom prst="rect">
            <a:avLst/>
          </a:prstGeom>
          <a:noFill/>
        </p:spPr>
        <p:txBody>
          <a:bodyPr wrap="none" rtlCol="0">
            <a:spAutoFit/>
          </a:bodyPr>
          <a:lstStyle/>
          <a:p>
            <a:r>
              <a:rPr lang="en-US" sz="2400" dirty="0"/>
              <a:t>Enzyme-free energy</a:t>
            </a:r>
          </a:p>
        </p:txBody>
      </p:sp>
      <p:sp>
        <p:nvSpPr>
          <p:cNvPr id="75" name="TextBox 74">
            <a:extLst>
              <a:ext uri="{FF2B5EF4-FFF2-40B4-BE49-F238E27FC236}">
                <a16:creationId xmlns:a16="http://schemas.microsoft.com/office/drawing/2014/main" id="{10710BCE-49D7-CE73-7C4C-D046DFA7A4E0}"/>
              </a:ext>
            </a:extLst>
          </p:cNvPr>
          <p:cNvSpPr txBox="1"/>
          <p:nvPr/>
        </p:nvSpPr>
        <p:spPr>
          <a:xfrm>
            <a:off x="1245881" y="4316897"/>
            <a:ext cx="2863476" cy="461665"/>
          </a:xfrm>
          <a:prstGeom prst="rect">
            <a:avLst/>
          </a:prstGeom>
          <a:noFill/>
        </p:spPr>
        <p:txBody>
          <a:bodyPr wrap="none" rtlCol="0">
            <a:spAutoFit/>
          </a:bodyPr>
          <a:lstStyle/>
          <a:p>
            <a:r>
              <a:rPr lang="en-US" sz="2400" dirty="0"/>
              <a:t>Boltzmann constant</a:t>
            </a:r>
          </a:p>
        </p:txBody>
      </p:sp>
      <p:sp>
        <p:nvSpPr>
          <p:cNvPr id="76" name="TextBox 75">
            <a:extLst>
              <a:ext uri="{FF2B5EF4-FFF2-40B4-BE49-F238E27FC236}">
                <a16:creationId xmlns:a16="http://schemas.microsoft.com/office/drawing/2014/main" id="{37851621-EE64-BC9C-10A4-68D316CB5C8F}"/>
              </a:ext>
            </a:extLst>
          </p:cNvPr>
          <p:cNvSpPr txBox="1"/>
          <p:nvPr/>
        </p:nvSpPr>
        <p:spPr>
          <a:xfrm>
            <a:off x="1251548" y="5063557"/>
            <a:ext cx="3269806" cy="461665"/>
          </a:xfrm>
          <a:prstGeom prst="rect">
            <a:avLst/>
          </a:prstGeom>
          <a:noFill/>
        </p:spPr>
        <p:txBody>
          <a:bodyPr wrap="none" rtlCol="0">
            <a:spAutoFit/>
          </a:bodyPr>
          <a:lstStyle/>
          <a:p>
            <a:r>
              <a:rPr lang="en-US" sz="2400" dirty="0"/>
              <a:t>Temperature of the Cell</a:t>
            </a:r>
          </a:p>
        </p:txBody>
      </p:sp>
      <p:sp>
        <p:nvSpPr>
          <p:cNvPr id="81" name="TextBox 80">
            <a:extLst>
              <a:ext uri="{FF2B5EF4-FFF2-40B4-BE49-F238E27FC236}">
                <a16:creationId xmlns:a16="http://schemas.microsoft.com/office/drawing/2014/main" id="{4EE48F58-5458-5FC3-0F35-3DE10B057BA3}"/>
              </a:ext>
            </a:extLst>
          </p:cNvPr>
          <p:cNvSpPr txBox="1"/>
          <p:nvPr/>
        </p:nvSpPr>
        <p:spPr>
          <a:xfrm>
            <a:off x="0" y="5945688"/>
            <a:ext cx="6108700" cy="954107"/>
          </a:xfrm>
          <a:prstGeom prst="rect">
            <a:avLst/>
          </a:prstGeom>
          <a:noFill/>
        </p:spPr>
        <p:txBody>
          <a:bodyPr wrap="square">
            <a:spAutoFit/>
          </a:bodyPr>
          <a:lstStyle/>
          <a:p>
            <a:r>
              <a:rPr lang="en-US" sz="1400" dirty="0"/>
              <a:t>[1] Hadeel Elayan, Andrew W. Eckford, and Raviraj S. Adve. 2023. Terahertz In-</a:t>
            </a:r>
            <a:r>
              <a:rPr lang="en-US" sz="1400" dirty="0" err="1"/>
              <a:t>duced</a:t>
            </a:r>
            <a:r>
              <a:rPr lang="en-US" sz="1400" dirty="0"/>
              <a:t> Protein Interactions in a Random Medium. IEEE Transactions </a:t>
            </a:r>
            <a:r>
              <a:rPr lang="en-US" sz="1400"/>
              <a:t>on Molecular</a:t>
            </a:r>
            <a:r>
              <a:rPr lang="en-US" sz="1400" dirty="0"/>
              <a:t>, Biological and Multi-Scale Communications 9, 4 (Dec. 2023), 435–446. https://doi.org/10.1109/tmbmc.2023.3327302</a:t>
            </a:r>
          </a:p>
        </p:txBody>
      </p:sp>
      <p:pic>
        <p:nvPicPr>
          <p:cNvPr id="3" name="Picture 2">
            <a:extLst>
              <a:ext uri="{FF2B5EF4-FFF2-40B4-BE49-F238E27FC236}">
                <a16:creationId xmlns:a16="http://schemas.microsoft.com/office/drawing/2014/main" id="{99B2599D-79C4-ECC8-68E8-F95CF6B15871}"/>
              </a:ext>
            </a:extLst>
          </p:cNvPr>
          <p:cNvPicPr>
            <a:picLocks noChangeAspect="1"/>
          </p:cNvPicPr>
          <p:nvPr/>
        </p:nvPicPr>
        <p:blipFill>
          <a:blip r:embed="rId4"/>
          <a:srcRect l="8213"/>
          <a:stretch>
            <a:fillRect/>
          </a:stretch>
        </p:blipFill>
        <p:spPr>
          <a:xfrm>
            <a:off x="7422009" y="4403058"/>
            <a:ext cx="1438385" cy="1567101"/>
          </a:xfrm>
          <a:prstGeom prst="rect">
            <a:avLst/>
          </a:prstGeom>
        </p:spPr>
      </p:pic>
    </p:spTree>
    <p:extLst>
      <p:ext uri="{BB962C8B-B14F-4D97-AF65-F5344CB8AC3E}">
        <p14:creationId xmlns:p14="http://schemas.microsoft.com/office/powerpoint/2010/main" val="76006025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25726F7-7CD3-3BFF-07C2-F4DE40DE8E98}"/>
              </a:ext>
            </a:extLst>
          </p:cNvPr>
          <p:cNvPicPr>
            <a:picLocks noChangeAspect="1"/>
          </p:cNvPicPr>
          <p:nvPr/>
        </p:nvPicPr>
        <p:blipFill>
          <a:blip r:embed="rId2"/>
          <a:srcRect l="8213"/>
          <a:stretch>
            <a:fillRect/>
          </a:stretch>
        </p:blipFill>
        <p:spPr>
          <a:xfrm rot="17783186">
            <a:off x="6149504" y="5526656"/>
            <a:ext cx="1438385" cy="1567101"/>
          </a:xfrm>
          <a:prstGeom prst="rect">
            <a:avLst/>
          </a:prstGeom>
        </p:spPr>
      </p:pic>
      <p:pic>
        <p:nvPicPr>
          <p:cNvPr id="7" name="Picture 6">
            <a:extLst>
              <a:ext uri="{FF2B5EF4-FFF2-40B4-BE49-F238E27FC236}">
                <a16:creationId xmlns:a16="http://schemas.microsoft.com/office/drawing/2014/main" id="{763F9B05-5477-8ACE-8AC9-AD565F352AFF}"/>
              </a:ext>
            </a:extLst>
          </p:cNvPr>
          <p:cNvPicPr>
            <a:picLocks noChangeAspect="1"/>
          </p:cNvPicPr>
          <p:nvPr/>
        </p:nvPicPr>
        <p:blipFill>
          <a:blip r:embed="rId2"/>
          <a:srcRect l="8213"/>
          <a:stretch>
            <a:fillRect/>
          </a:stretch>
        </p:blipFill>
        <p:spPr>
          <a:xfrm rot="17896018">
            <a:off x="4048897" y="5490565"/>
            <a:ext cx="1438385" cy="1567101"/>
          </a:xfrm>
          <a:prstGeom prst="rect">
            <a:avLst/>
          </a:prstGeom>
        </p:spPr>
      </p:pic>
      <p:pic>
        <p:nvPicPr>
          <p:cNvPr id="9" name="Picture 8">
            <a:extLst>
              <a:ext uri="{FF2B5EF4-FFF2-40B4-BE49-F238E27FC236}">
                <a16:creationId xmlns:a16="http://schemas.microsoft.com/office/drawing/2014/main" id="{AB5B3CAD-466F-CDC1-0AC5-6E06403AB3C2}"/>
              </a:ext>
            </a:extLst>
          </p:cNvPr>
          <p:cNvPicPr>
            <a:picLocks noChangeAspect="1"/>
          </p:cNvPicPr>
          <p:nvPr/>
        </p:nvPicPr>
        <p:blipFill>
          <a:blip r:embed="rId3"/>
          <a:srcRect l="25538" t="6542" r="31911" b="10234"/>
          <a:stretch>
            <a:fillRect/>
          </a:stretch>
        </p:blipFill>
        <p:spPr>
          <a:xfrm rot="14206249">
            <a:off x="8008518" y="4477193"/>
            <a:ext cx="354848" cy="462687"/>
          </a:xfrm>
          <a:prstGeom prst="rect">
            <a:avLst/>
          </a:prstGeom>
        </p:spPr>
      </p:pic>
      <p:pic>
        <p:nvPicPr>
          <p:cNvPr id="13" name="Picture 12">
            <a:extLst>
              <a:ext uri="{FF2B5EF4-FFF2-40B4-BE49-F238E27FC236}">
                <a16:creationId xmlns:a16="http://schemas.microsoft.com/office/drawing/2014/main" id="{52C84477-B15D-0E12-A6A4-72ADD914EAFD}"/>
              </a:ext>
            </a:extLst>
          </p:cNvPr>
          <p:cNvPicPr>
            <a:picLocks noChangeAspect="1"/>
          </p:cNvPicPr>
          <p:nvPr/>
        </p:nvPicPr>
        <p:blipFill>
          <a:blip r:embed="rId3"/>
          <a:srcRect l="25538" t="6542" r="31911" b="10234"/>
          <a:stretch>
            <a:fillRect/>
          </a:stretch>
        </p:blipFill>
        <p:spPr>
          <a:xfrm rot="14206249">
            <a:off x="8260882" y="4164254"/>
            <a:ext cx="354848" cy="462687"/>
          </a:xfrm>
          <a:prstGeom prst="rect">
            <a:avLst/>
          </a:prstGeom>
        </p:spPr>
      </p:pic>
      <p:pic>
        <p:nvPicPr>
          <p:cNvPr id="15" name="Picture 14">
            <a:extLst>
              <a:ext uri="{FF2B5EF4-FFF2-40B4-BE49-F238E27FC236}">
                <a16:creationId xmlns:a16="http://schemas.microsoft.com/office/drawing/2014/main" id="{5C949FFD-360D-1911-3CE0-C1E80451171F}"/>
              </a:ext>
            </a:extLst>
          </p:cNvPr>
          <p:cNvPicPr>
            <a:picLocks noChangeAspect="1"/>
          </p:cNvPicPr>
          <p:nvPr/>
        </p:nvPicPr>
        <p:blipFill>
          <a:blip r:embed="rId3"/>
          <a:srcRect l="25538" t="6542" r="31911" b="10234"/>
          <a:stretch>
            <a:fillRect/>
          </a:stretch>
        </p:blipFill>
        <p:spPr>
          <a:xfrm rot="14206249">
            <a:off x="7685798" y="4356832"/>
            <a:ext cx="354848" cy="462687"/>
          </a:xfrm>
          <a:prstGeom prst="rect">
            <a:avLst/>
          </a:prstGeom>
        </p:spPr>
      </p:pic>
      <p:pic>
        <p:nvPicPr>
          <p:cNvPr id="17" name="Picture 16">
            <a:extLst>
              <a:ext uri="{FF2B5EF4-FFF2-40B4-BE49-F238E27FC236}">
                <a16:creationId xmlns:a16="http://schemas.microsoft.com/office/drawing/2014/main" id="{240E6D54-4E04-19C1-C22E-7C80CAD4B5F3}"/>
              </a:ext>
            </a:extLst>
          </p:cNvPr>
          <p:cNvPicPr>
            <a:picLocks noChangeAspect="1"/>
          </p:cNvPicPr>
          <p:nvPr/>
        </p:nvPicPr>
        <p:blipFill>
          <a:blip r:embed="rId3"/>
          <a:srcRect l="25538" t="6542" r="31911" b="10234"/>
          <a:stretch>
            <a:fillRect/>
          </a:stretch>
        </p:blipFill>
        <p:spPr>
          <a:xfrm rot="14206249">
            <a:off x="7990392" y="4177013"/>
            <a:ext cx="354848" cy="462687"/>
          </a:xfrm>
          <a:prstGeom prst="rect">
            <a:avLst/>
          </a:prstGeom>
        </p:spPr>
      </p:pic>
      <p:grpSp>
        <p:nvGrpSpPr>
          <p:cNvPr id="32" name="Group 31">
            <a:extLst>
              <a:ext uri="{FF2B5EF4-FFF2-40B4-BE49-F238E27FC236}">
                <a16:creationId xmlns:a16="http://schemas.microsoft.com/office/drawing/2014/main" id="{BF86301F-C77E-FCE3-A400-A0B4C2583C27}"/>
              </a:ext>
            </a:extLst>
          </p:cNvPr>
          <p:cNvGrpSpPr/>
          <p:nvPr/>
        </p:nvGrpSpPr>
        <p:grpSpPr>
          <a:xfrm rot="4968348">
            <a:off x="7022254" y="4839533"/>
            <a:ext cx="503836" cy="1038348"/>
            <a:chOff x="1542491" y="3147918"/>
            <a:chExt cx="503836" cy="1038348"/>
          </a:xfrm>
        </p:grpSpPr>
        <p:sp>
          <p:nvSpPr>
            <p:cNvPr id="11" name="Freeform: Shape 10">
              <a:extLst>
                <a:ext uri="{FF2B5EF4-FFF2-40B4-BE49-F238E27FC236}">
                  <a16:creationId xmlns:a16="http://schemas.microsoft.com/office/drawing/2014/main" id="{6F7429D0-DBE7-4877-899F-7024797B5D90}"/>
                </a:ext>
              </a:extLst>
            </p:cNvPr>
            <p:cNvSpPr/>
            <p:nvPr/>
          </p:nvSpPr>
          <p:spPr>
            <a:xfrm rot="3269968" flipV="1">
              <a:off x="1290745" y="3628992"/>
              <a:ext cx="1038348" cy="76200"/>
            </a:xfrm>
            <a:custGeom>
              <a:avLst/>
              <a:gdLst>
                <a:gd name="connsiteX0" fmla="*/ 0 w 4991100"/>
                <a:gd name="connsiteY0" fmla="*/ 914404 h 914418"/>
                <a:gd name="connsiteX1" fmla="*/ 901700 w 4991100"/>
                <a:gd name="connsiteY1" fmla="*/ 25404 h 914418"/>
                <a:gd name="connsiteX2" fmla="*/ 1816100 w 4991100"/>
                <a:gd name="connsiteY2" fmla="*/ 914404 h 914418"/>
                <a:gd name="connsiteX3" fmla="*/ 2717800 w 4991100"/>
                <a:gd name="connsiteY3" fmla="*/ 4 h 914418"/>
                <a:gd name="connsiteX4" fmla="*/ 3644900 w 4991100"/>
                <a:gd name="connsiteY4" fmla="*/ 901704 h 914418"/>
                <a:gd name="connsiteX5" fmla="*/ 4533900 w 4991100"/>
                <a:gd name="connsiteY5" fmla="*/ 457204 h 914418"/>
                <a:gd name="connsiteX6" fmla="*/ 4991100 w 4991100"/>
                <a:gd name="connsiteY6" fmla="*/ 355604 h 9144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91100" h="914418">
                  <a:moveTo>
                    <a:pt x="0" y="914404"/>
                  </a:moveTo>
                  <a:cubicBezTo>
                    <a:pt x="299508" y="469904"/>
                    <a:pt x="599017" y="25404"/>
                    <a:pt x="901700" y="25404"/>
                  </a:cubicBezTo>
                  <a:cubicBezTo>
                    <a:pt x="1204383" y="25404"/>
                    <a:pt x="1513417" y="918637"/>
                    <a:pt x="1816100" y="914404"/>
                  </a:cubicBezTo>
                  <a:cubicBezTo>
                    <a:pt x="2118783" y="910171"/>
                    <a:pt x="2413000" y="2121"/>
                    <a:pt x="2717800" y="4"/>
                  </a:cubicBezTo>
                  <a:cubicBezTo>
                    <a:pt x="3022600" y="-2113"/>
                    <a:pt x="3342217" y="825504"/>
                    <a:pt x="3644900" y="901704"/>
                  </a:cubicBezTo>
                  <a:cubicBezTo>
                    <a:pt x="3947583" y="977904"/>
                    <a:pt x="4309533" y="548221"/>
                    <a:pt x="4533900" y="457204"/>
                  </a:cubicBezTo>
                  <a:cubicBezTo>
                    <a:pt x="4758267" y="366187"/>
                    <a:pt x="4874683" y="360895"/>
                    <a:pt x="4991100" y="355604"/>
                  </a:cubicBezTo>
                </a:path>
              </a:pathLst>
            </a:custGeom>
            <a:ln w="31750">
              <a:tailEnd type="triangle" w="lg" len="lg"/>
            </a:ln>
            <a:effectLst>
              <a:glow rad="457200">
                <a:schemeClr val="accent2">
                  <a:satMod val="175000"/>
                  <a:alpha val="40000"/>
                </a:schemeClr>
              </a:glow>
            </a:effectLst>
          </p:spPr>
          <p:style>
            <a:lnRef idx="3">
              <a:schemeClr val="accent2"/>
            </a:lnRef>
            <a:fillRef idx="0">
              <a:schemeClr val="accent2"/>
            </a:fillRef>
            <a:effectRef idx="2">
              <a:schemeClr val="accent2"/>
            </a:effectRef>
            <a:fontRef idx="minor">
              <a:schemeClr val="tx1"/>
            </a:fontRef>
          </p:style>
          <p:txBody>
            <a:bodyPr rtlCol="0" anchor="ctr"/>
            <a:lstStyle/>
            <a:p>
              <a:pPr algn="ctr"/>
              <a:endParaRPr lang="en-US" sz="1200">
                <a:ln w="0"/>
                <a:solidFill>
                  <a:schemeClr val="accent1"/>
                </a:solidFill>
                <a:effectLst>
                  <a:outerShdw blurRad="38100" dist="25400" dir="5400000" algn="ctr" rotWithShape="0">
                    <a:srgbClr val="6E747A">
                      <a:alpha val="43000"/>
                    </a:srgbClr>
                  </a:outerShdw>
                </a:effectLst>
              </a:endParaRPr>
            </a:p>
          </p:txBody>
        </p:sp>
        <p:sp>
          <p:nvSpPr>
            <p:cNvPr id="19" name="Freeform: Shape 18">
              <a:extLst>
                <a:ext uri="{FF2B5EF4-FFF2-40B4-BE49-F238E27FC236}">
                  <a16:creationId xmlns:a16="http://schemas.microsoft.com/office/drawing/2014/main" id="{1209C0FB-D045-E765-4D98-B22BB096C534}"/>
                </a:ext>
              </a:extLst>
            </p:cNvPr>
            <p:cNvSpPr/>
            <p:nvPr/>
          </p:nvSpPr>
          <p:spPr>
            <a:xfrm rot="3269968" flipV="1">
              <a:off x="1595454" y="3496173"/>
              <a:ext cx="783907" cy="117839"/>
            </a:xfrm>
            <a:custGeom>
              <a:avLst/>
              <a:gdLst>
                <a:gd name="connsiteX0" fmla="*/ 0 w 4991100"/>
                <a:gd name="connsiteY0" fmla="*/ 914404 h 914418"/>
                <a:gd name="connsiteX1" fmla="*/ 901700 w 4991100"/>
                <a:gd name="connsiteY1" fmla="*/ 25404 h 914418"/>
                <a:gd name="connsiteX2" fmla="*/ 1816100 w 4991100"/>
                <a:gd name="connsiteY2" fmla="*/ 914404 h 914418"/>
                <a:gd name="connsiteX3" fmla="*/ 2717800 w 4991100"/>
                <a:gd name="connsiteY3" fmla="*/ 4 h 914418"/>
                <a:gd name="connsiteX4" fmla="*/ 3644900 w 4991100"/>
                <a:gd name="connsiteY4" fmla="*/ 901704 h 914418"/>
                <a:gd name="connsiteX5" fmla="*/ 4533900 w 4991100"/>
                <a:gd name="connsiteY5" fmla="*/ 457204 h 914418"/>
                <a:gd name="connsiteX6" fmla="*/ 4991100 w 4991100"/>
                <a:gd name="connsiteY6" fmla="*/ 355604 h 9144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91100" h="914418">
                  <a:moveTo>
                    <a:pt x="0" y="914404"/>
                  </a:moveTo>
                  <a:cubicBezTo>
                    <a:pt x="299508" y="469904"/>
                    <a:pt x="599017" y="25404"/>
                    <a:pt x="901700" y="25404"/>
                  </a:cubicBezTo>
                  <a:cubicBezTo>
                    <a:pt x="1204383" y="25404"/>
                    <a:pt x="1513417" y="918637"/>
                    <a:pt x="1816100" y="914404"/>
                  </a:cubicBezTo>
                  <a:cubicBezTo>
                    <a:pt x="2118783" y="910171"/>
                    <a:pt x="2413000" y="2121"/>
                    <a:pt x="2717800" y="4"/>
                  </a:cubicBezTo>
                  <a:cubicBezTo>
                    <a:pt x="3022600" y="-2113"/>
                    <a:pt x="3342217" y="825504"/>
                    <a:pt x="3644900" y="901704"/>
                  </a:cubicBezTo>
                  <a:cubicBezTo>
                    <a:pt x="3947583" y="977904"/>
                    <a:pt x="4309533" y="548221"/>
                    <a:pt x="4533900" y="457204"/>
                  </a:cubicBezTo>
                  <a:cubicBezTo>
                    <a:pt x="4758267" y="366187"/>
                    <a:pt x="4874683" y="360895"/>
                    <a:pt x="4991100" y="355604"/>
                  </a:cubicBezTo>
                </a:path>
              </a:pathLst>
            </a:custGeom>
            <a:ln w="31750">
              <a:tailEnd type="triangle" w="lg" len="lg"/>
            </a:ln>
            <a:effectLst>
              <a:glow rad="457200">
                <a:schemeClr val="accent2">
                  <a:satMod val="175000"/>
                  <a:alpha val="40000"/>
                </a:schemeClr>
              </a:glow>
            </a:effectLst>
          </p:spPr>
          <p:style>
            <a:lnRef idx="3">
              <a:schemeClr val="accent2"/>
            </a:lnRef>
            <a:fillRef idx="0">
              <a:schemeClr val="accent2"/>
            </a:fillRef>
            <a:effectRef idx="2">
              <a:schemeClr val="accent2"/>
            </a:effectRef>
            <a:fontRef idx="minor">
              <a:schemeClr val="tx1"/>
            </a:fontRef>
          </p:style>
          <p:txBody>
            <a:bodyPr rtlCol="0" anchor="ctr"/>
            <a:lstStyle/>
            <a:p>
              <a:pPr algn="ctr"/>
              <a:endParaRPr lang="en-US" sz="1200">
                <a:ln w="0"/>
                <a:solidFill>
                  <a:schemeClr val="accent1"/>
                </a:solidFill>
                <a:effectLst>
                  <a:outerShdw blurRad="38100" dist="25400" dir="5400000" algn="ctr" rotWithShape="0">
                    <a:srgbClr val="6E747A">
                      <a:alpha val="43000"/>
                    </a:srgbClr>
                  </a:outerShdw>
                </a:effectLst>
              </a:endParaRPr>
            </a:p>
          </p:txBody>
        </p:sp>
        <p:sp>
          <p:nvSpPr>
            <p:cNvPr id="21" name="Freeform: Shape 20">
              <a:extLst>
                <a:ext uri="{FF2B5EF4-FFF2-40B4-BE49-F238E27FC236}">
                  <a16:creationId xmlns:a16="http://schemas.microsoft.com/office/drawing/2014/main" id="{2FA675D1-E503-3973-E4E6-A526778FB5E2}"/>
                </a:ext>
              </a:extLst>
            </p:cNvPr>
            <p:cNvSpPr/>
            <p:nvPr/>
          </p:nvSpPr>
          <p:spPr>
            <a:xfrm rot="3269968" flipV="1">
              <a:off x="1198059" y="3718115"/>
              <a:ext cx="806703" cy="117839"/>
            </a:xfrm>
            <a:custGeom>
              <a:avLst/>
              <a:gdLst>
                <a:gd name="connsiteX0" fmla="*/ 0 w 4991100"/>
                <a:gd name="connsiteY0" fmla="*/ 914404 h 914418"/>
                <a:gd name="connsiteX1" fmla="*/ 901700 w 4991100"/>
                <a:gd name="connsiteY1" fmla="*/ 25404 h 914418"/>
                <a:gd name="connsiteX2" fmla="*/ 1816100 w 4991100"/>
                <a:gd name="connsiteY2" fmla="*/ 914404 h 914418"/>
                <a:gd name="connsiteX3" fmla="*/ 2717800 w 4991100"/>
                <a:gd name="connsiteY3" fmla="*/ 4 h 914418"/>
                <a:gd name="connsiteX4" fmla="*/ 3644900 w 4991100"/>
                <a:gd name="connsiteY4" fmla="*/ 901704 h 914418"/>
                <a:gd name="connsiteX5" fmla="*/ 4533900 w 4991100"/>
                <a:gd name="connsiteY5" fmla="*/ 457204 h 914418"/>
                <a:gd name="connsiteX6" fmla="*/ 4991100 w 4991100"/>
                <a:gd name="connsiteY6" fmla="*/ 355604 h 9144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91100" h="914418">
                  <a:moveTo>
                    <a:pt x="0" y="914404"/>
                  </a:moveTo>
                  <a:cubicBezTo>
                    <a:pt x="299508" y="469904"/>
                    <a:pt x="599017" y="25404"/>
                    <a:pt x="901700" y="25404"/>
                  </a:cubicBezTo>
                  <a:cubicBezTo>
                    <a:pt x="1204383" y="25404"/>
                    <a:pt x="1513417" y="918637"/>
                    <a:pt x="1816100" y="914404"/>
                  </a:cubicBezTo>
                  <a:cubicBezTo>
                    <a:pt x="2118783" y="910171"/>
                    <a:pt x="2413000" y="2121"/>
                    <a:pt x="2717800" y="4"/>
                  </a:cubicBezTo>
                  <a:cubicBezTo>
                    <a:pt x="3022600" y="-2113"/>
                    <a:pt x="3342217" y="825504"/>
                    <a:pt x="3644900" y="901704"/>
                  </a:cubicBezTo>
                  <a:cubicBezTo>
                    <a:pt x="3947583" y="977904"/>
                    <a:pt x="4309533" y="548221"/>
                    <a:pt x="4533900" y="457204"/>
                  </a:cubicBezTo>
                  <a:cubicBezTo>
                    <a:pt x="4758267" y="366187"/>
                    <a:pt x="4874683" y="360895"/>
                    <a:pt x="4991100" y="355604"/>
                  </a:cubicBezTo>
                </a:path>
              </a:pathLst>
            </a:custGeom>
            <a:ln w="31750">
              <a:tailEnd type="triangle" w="lg" len="lg"/>
            </a:ln>
            <a:effectLst>
              <a:glow rad="457200">
                <a:schemeClr val="accent2">
                  <a:satMod val="175000"/>
                  <a:alpha val="40000"/>
                </a:schemeClr>
              </a:glow>
            </a:effectLst>
          </p:spPr>
          <p:style>
            <a:lnRef idx="3">
              <a:schemeClr val="accent2"/>
            </a:lnRef>
            <a:fillRef idx="0">
              <a:schemeClr val="accent2"/>
            </a:fillRef>
            <a:effectRef idx="2">
              <a:schemeClr val="accent2"/>
            </a:effectRef>
            <a:fontRef idx="minor">
              <a:schemeClr val="tx1"/>
            </a:fontRef>
          </p:style>
          <p:txBody>
            <a:bodyPr rtlCol="0" anchor="ctr"/>
            <a:lstStyle/>
            <a:p>
              <a:pPr algn="ctr"/>
              <a:endParaRPr lang="en-US" sz="1200">
                <a:ln w="0"/>
                <a:solidFill>
                  <a:schemeClr val="accent1"/>
                </a:solidFill>
                <a:effectLst>
                  <a:outerShdw blurRad="38100" dist="25400" dir="5400000" algn="ctr" rotWithShape="0">
                    <a:srgbClr val="6E747A">
                      <a:alpha val="43000"/>
                    </a:srgbClr>
                  </a:outerShdw>
                </a:effectLst>
              </a:endParaRPr>
            </a:p>
          </p:txBody>
        </p:sp>
      </p:grpSp>
      <p:sp>
        <p:nvSpPr>
          <p:cNvPr id="23" name="TextBox 22">
            <a:extLst>
              <a:ext uri="{FF2B5EF4-FFF2-40B4-BE49-F238E27FC236}">
                <a16:creationId xmlns:a16="http://schemas.microsoft.com/office/drawing/2014/main" id="{99F84973-EBF5-BB11-7F28-F9CCC76340EF}"/>
              </a:ext>
            </a:extLst>
          </p:cNvPr>
          <p:cNvSpPr txBox="1"/>
          <p:nvPr/>
        </p:nvSpPr>
        <p:spPr>
          <a:xfrm>
            <a:off x="7837014" y="3674255"/>
            <a:ext cx="1588640" cy="338554"/>
          </a:xfrm>
          <a:prstGeom prst="rect">
            <a:avLst/>
          </a:prstGeom>
          <a:noFill/>
        </p:spPr>
        <p:txBody>
          <a:bodyPr wrap="none" rtlCol="0">
            <a:spAutoFit/>
          </a:bodyPr>
          <a:lstStyle/>
          <a:p>
            <a:pPr algn="ctr"/>
            <a:r>
              <a:rPr lang="en-US" sz="1600" dirty="0">
                <a:ln/>
                <a:solidFill>
                  <a:srgbClr val="000000"/>
                </a:solidFill>
                <a:latin typeface="Arial"/>
                <a:cs typeface="Arial"/>
                <a:sym typeface="Arial"/>
                <a:rtl val="0"/>
              </a:rPr>
              <a:t>  </a:t>
            </a:r>
            <a:r>
              <a:rPr lang="en-US" sz="1600" spc="0" baseline="0" dirty="0">
                <a:ln/>
                <a:solidFill>
                  <a:srgbClr val="000000"/>
                </a:solidFill>
                <a:latin typeface="Arial"/>
                <a:cs typeface="Arial"/>
                <a:sym typeface="Arial"/>
                <a:rtl val="0"/>
              </a:rPr>
              <a:t>Antenna Array</a:t>
            </a:r>
            <a:endParaRPr lang="en-US" sz="1600" dirty="0">
              <a:ln/>
              <a:solidFill>
                <a:srgbClr val="000000"/>
              </a:solidFill>
              <a:latin typeface="Arial"/>
              <a:cs typeface="Arial"/>
              <a:sym typeface="Arial"/>
              <a:rtl val="0"/>
            </a:endParaRPr>
          </a:p>
        </p:txBody>
      </p:sp>
      <p:sp>
        <p:nvSpPr>
          <p:cNvPr id="25" name="TextBox 24">
            <a:extLst>
              <a:ext uri="{FF2B5EF4-FFF2-40B4-BE49-F238E27FC236}">
                <a16:creationId xmlns:a16="http://schemas.microsoft.com/office/drawing/2014/main" id="{5CE34DE6-B10D-0750-D472-8610150FDCA6}"/>
              </a:ext>
            </a:extLst>
          </p:cNvPr>
          <p:cNvSpPr txBox="1"/>
          <p:nvPr/>
        </p:nvSpPr>
        <p:spPr>
          <a:xfrm>
            <a:off x="2390308" y="5269612"/>
            <a:ext cx="1215782" cy="584774"/>
          </a:xfrm>
          <a:prstGeom prst="rect">
            <a:avLst/>
          </a:prstGeom>
          <a:noFill/>
        </p:spPr>
        <p:txBody>
          <a:bodyPr wrap="none" rtlCol="0">
            <a:spAutoFit/>
          </a:bodyPr>
          <a:lstStyle/>
          <a:p>
            <a:r>
              <a:rPr lang="en-US" sz="1600" dirty="0">
                <a:ln/>
                <a:solidFill>
                  <a:srgbClr val="000000"/>
                </a:solidFill>
                <a:latin typeface="Arial"/>
                <a:cs typeface="Arial"/>
                <a:sym typeface="Arial"/>
                <a:rtl val="0"/>
              </a:rPr>
              <a:t>  </a:t>
            </a:r>
            <a:r>
              <a:rPr lang="en-US" sz="1600" spc="0" baseline="0" dirty="0">
                <a:ln/>
                <a:solidFill>
                  <a:srgbClr val="000000"/>
                </a:solidFill>
                <a:latin typeface="Arial"/>
                <a:cs typeface="Arial"/>
                <a:sym typeface="Arial"/>
                <a:rtl val="0"/>
              </a:rPr>
              <a:t>Terahertz</a:t>
            </a:r>
          </a:p>
          <a:p>
            <a:pPr algn="ctr"/>
            <a:r>
              <a:rPr lang="en-US" sz="1600" dirty="0">
                <a:ln/>
                <a:solidFill>
                  <a:srgbClr val="000000"/>
                </a:solidFill>
                <a:latin typeface="Arial"/>
                <a:cs typeface="Arial"/>
                <a:sym typeface="Arial"/>
                <a:rtl val="0"/>
              </a:rPr>
              <a:t>Waveforms</a:t>
            </a:r>
          </a:p>
        </p:txBody>
      </p:sp>
      <p:grpSp>
        <p:nvGrpSpPr>
          <p:cNvPr id="33" name="Group 32">
            <a:extLst>
              <a:ext uri="{FF2B5EF4-FFF2-40B4-BE49-F238E27FC236}">
                <a16:creationId xmlns:a16="http://schemas.microsoft.com/office/drawing/2014/main" id="{2A79015A-F7FC-FE11-34B4-CD18A4EB40DD}"/>
              </a:ext>
            </a:extLst>
          </p:cNvPr>
          <p:cNvGrpSpPr/>
          <p:nvPr/>
        </p:nvGrpSpPr>
        <p:grpSpPr>
          <a:xfrm>
            <a:off x="3855342" y="4695359"/>
            <a:ext cx="503836" cy="1050868"/>
            <a:chOff x="3285151" y="2838368"/>
            <a:chExt cx="503836" cy="1050868"/>
          </a:xfrm>
        </p:grpSpPr>
        <p:sp>
          <p:nvSpPr>
            <p:cNvPr id="27" name="Freeform: Shape 26">
              <a:extLst>
                <a:ext uri="{FF2B5EF4-FFF2-40B4-BE49-F238E27FC236}">
                  <a16:creationId xmlns:a16="http://schemas.microsoft.com/office/drawing/2014/main" id="{591C7E29-3859-F98B-FD2C-1019E15C90BF}"/>
                </a:ext>
              </a:extLst>
            </p:cNvPr>
            <p:cNvSpPr/>
            <p:nvPr/>
          </p:nvSpPr>
          <p:spPr>
            <a:xfrm rot="3269968" flipV="1">
              <a:off x="3059961" y="3331962"/>
              <a:ext cx="1038348" cy="76200"/>
            </a:xfrm>
            <a:custGeom>
              <a:avLst/>
              <a:gdLst>
                <a:gd name="connsiteX0" fmla="*/ 0 w 4991100"/>
                <a:gd name="connsiteY0" fmla="*/ 914404 h 914418"/>
                <a:gd name="connsiteX1" fmla="*/ 901700 w 4991100"/>
                <a:gd name="connsiteY1" fmla="*/ 25404 h 914418"/>
                <a:gd name="connsiteX2" fmla="*/ 1816100 w 4991100"/>
                <a:gd name="connsiteY2" fmla="*/ 914404 h 914418"/>
                <a:gd name="connsiteX3" fmla="*/ 2717800 w 4991100"/>
                <a:gd name="connsiteY3" fmla="*/ 4 h 914418"/>
                <a:gd name="connsiteX4" fmla="*/ 3644900 w 4991100"/>
                <a:gd name="connsiteY4" fmla="*/ 901704 h 914418"/>
                <a:gd name="connsiteX5" fmla="*/ 4533900 w 4991100"/>
                <a:gd name="connsiteY5" fmla="*/ 457204 h 914418"/>
                <a:gd name="connsiteX6" fmla="*/ 4991100 w 4991100"/>
                <a:gd name="connsiteY6" fmla="*/ 355604 h 9144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91100" h="914418">
                  <a:moveTo>
                    <a:pt x="0" y="914404"/>
                  </a:moveTo>
                  <a:cubicBezTo>
                    <a:pt x="299508" y="469904"/>
                    <a:pt x="599017" y="25404"/>
                    <a:pt x="901700" y="25404"/>
                  </a:cubicBezTo>
                  <a:cubicBezTo>
                    <a:pt x="1204383" y="25404"/>
                    <a:pt x="1513417" y="918637"/>
                    <a:pt x="1816100" y="914404"/>
                  </a:cubicBezTo>
                  <a:cubicBezTo>
                    <a:pt x="2118783" y="910171"/>
                    <a:pt x="2413000" y="2121"/>
                    <a:pt x="2717800" y="4"/>
                  </a:cubicBezTo>
                  <a:cubicBezTo>
                    <a:pt x="3022600" y="-2113"/>
                    <a:pt x="3342217" y="825504"/>
                    <a:pt x="3644900" y="901704"/>
                  </a:cubicBezTo>
                  <a:cubicBezTo>
                    <a:pt x="3947583" y="977904"/>
                    <a:pt x="4309533" y="548221"/>
                    <a:pt x="4533900" y="457204"/>
                  </a:cubicBezTo>
                  <a:cubicBezTo>
                    <a:pt x="4758267" y="366187"/>
                    <a:pt x="4874683" y="360895"/>
                    <a:pt x="4991100" y="355604"/>
                  </a:cubicBezTo>
                </a:path>
              </a:pathLst>
            </a:custGeom>
            <a:ln w="31750">
              <a:tailEnd type="triangle" w="lg" len="lg"/>
            </a:ln>
            <a:effectLst>
              <a:glow rad="457200">
                <a:schemeClr val="accent2">
                  <a:satMod val="175000"/>
                  <a:alpha val="40000"/>
                </a:schemeClr>
              </a:glow>
            </a:effectLst>
          </p:spPr>
          <p:style>
            <a:lnRef idx="3">
              <a:schemeClr val="accent2"/>
            </a:lnRef>
            <a:fillRef idx="0">
              <a:schemeClr val="accent2"/>
            </a:fillRef>
            <a:effectRef idx="2">
              <a:schemeClr val="accent2"/>
            </a:effectRef>
            <a:fontRef idx="minor">
              <a:schemeClr val="tx1"/>
            </a:fontRef>
          </p:style>
          <p:txBody>
            <a:bodyPr rtlCol="0" anchor="ctr"/>
            <a:lstStyle/>
            <a:p>
              <a:pPr algn="ctr"/>
              <a:endParaRPr lang="en-US" sz="1200">
                <a:ln w="0"/>
                <a:solidFill>
                  <a:schemeClr val="accent1"/>
                </a:solidFill>
                <a:effectLst>
                  <a:outerShdw blurRad="38100" dist="25400" dir="5400000" algn="ctr" rotWithShape="0">
                    <a:srgbClr val="6E747A">
                      <a:alpha val="43000"/>
                    </a:srgbClr>
                  </a:outerShdw>
                </a:effectLst>
              </a:endParaRPr>
            </a:p>
          </p:txBody>
        </p:sp>
        <p:sp>
          <p:nvSpPr>
            <p:cNvPr id="29" name="Freeform: Shape 28">
              <a:extLst>
                <a:ext uri="{FF2B5EF4-FFF2-40B4-BE49-F238E27FC236}">
                  <a16:creationId xmlns:a16="http://schemas.microsoft.com/office/drawing/2014/main" id="{820245ED-47D9-45DB-1F54-41A4D379D89E}"/>
                </a:ext>
              </a:extLst>
            </p:cNvPr>
            <p:cNvSpPr/>
            <p:nvPr/>
          </p:nvSpPr>
          <p:spPr>
            <a:xfrm rot="3269968" flipV="1">
              <a:off x="3338114" y="3171402"/>
              <a:ext cx="783907" cy="117839"/>
            </a:xfrm>
            <a:custGeom>
              <a:avLst/>
              <a:gdLst>
                <a:gd name="connsiteX0" fmla="*/ 0 w 4991100"/>
                <a:gd name="connsiteY0" fmla="*/ 914404 h 914418"/>
                <a:gd name="connsiteX1" fmla="*/ 901700 w 4991100"/>
                <a:gd name="connsiteY1" fmla="*/ 25404 h 914418"/>
                <a:gd name="connsiteX2" fmla="*/ 1816100 w 4991100"/>
                <a:gd name="connsiteY2" fmla="*/ 914404 h 914418"/>
                <a:gd name="connsiteX3" fmla="*/ 2717800 w 4991100"/>
                <a:gd name="connsiteY3" fmla="*/ 4 h 914418"/>
                <a:gd name="connsiteX4" fmla="*/ 3644900 w 4991100"/>
                <a:gd name="connsiteY4" fmla="*/ 901704 h 914418"/>
                <a:gd name="connsiteX5" fmla="*/ 4533900 w 4991100"/>
                <a:gd name="connsiteY5" fmla="*/ 457204 h 914418"/>
                <a:gd name="connsiteX6" fmla="*/ 4991100 w 4991100"/>
                <a:gd name="connsiteY6" fmla="*/ 355604 h 9144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91100" h="914418">
                  <a:moveTo>
                    <a:pt x="0" y="914404"/>
                  </a:moveTo>
                  <a:cubicBezTo>
                    <a:pt x="299508" y="469904"/>
                    <a:pt x="599017" y="25404"/>
                    <a:pt x="901700" y="25404"/>
                  </a:cubicBezTo>
                  <a:cubicBezTo>
                    <a:pt x="1204383" y="25404"/>
                    <a:pt x="1513417" y="918637"/>
                    <a:pt x="1816100" y="914404"/>
                  </a:cubicBezTo>
                  <a:cubicBezTo>
                    <a:pt x="2118783" y="910171"/>
                    <a:pt x="2413000" y="2121"/>
                    <a:pt x="2717800" y="4"/>
                  </a:cubicBezTo>
                  <a:cubicBezTo>
                    <a:pt x="3022600" y="-2113"/>
                    <a:pt x="3342217" y="825504"/>
                    <a:pt x="3644900" y="901704"/>
                  </a:cubicBezTo>
                  <a:cubicBezTo>
                    <a:pt x="3947583" y="977904"/>
                    <a:pt x="4309533" y="548221"/>
                    <a:pt x="4533900" y="457204"/>
                  </a:cubicBezTo>
                  <a:cubicBezTo>
                    <a:pt x="4758267" y="366187"/>
                    <a:pt x="4874683" y="360895"/>
                    <a:pt x="4991100" y="355604"/>
                  </a:cubicBezTo>
                </a:path>
              </a:pathLst>
            </a:custGeom>
            <a:ln w="31750">
              <a:tailEnd type="triangle" w="lg" len="lg"/>
            </a:ln>
            <a:effectLst>
              <a:glow rad="457200">
                <a:schemeClr val="accent2">
                  <a:satMod val="175000"/>
                  <a:alpha val="40000"/>
                </a:schemeClr>
              </a:glow>
            </a:effectLst>
          </p:spPr>
          <p:style>
            <a:lnRef idx="3">
              <a:schemeClr val="accent2"/>
            </a:lnRef>
            <a:fillRef idx="0">
              <a:schemeClr val="accent2"/>
            </a:fillRef>
            <a:effectRef idx="2">
              <a:schemeClr val="accent2"/>
            </a:effectRef>
            <a:fontRef idx="minor">
              <a:schemeClr val="tx1"/>
            </a:fontRef>
          </p:style>
          <p:txBody>
            <a:bodyPr rtlCol="0" anchor="ctr"/>
            <a:lstStyle/>
            <a:p>
              <a:pPr algn="ctr"/>
              <a:endParaRPr lang="en-US" sz="1200">
                <a:ln w="0"/>
                <a:solidFill>
                  <a:schemeClr val="accent1"/>
                </a:solidFill>
                <a:effectLst>
                  <a:outerShdw blurRad="38100" dist="25400" dir="5400000" algn="ctr" rotWithShape="0">
                    <a:srgbClr val="6E747A">
                      <a:alpha val="43000"/>
                    </a:srgbClr>
                  </a:outerShdw>
                </a:effectLst>
              </a:endParaRPr>
            </a:p>
          </p:txBody>
        </p:sp>
        <p:sp>
          <p:nvSpPr>
            <p:cNvPr id="31" name="Freeform: Shape 30">
              <a:extLst>
                <a:ext uri="{FF2B5EF4-FFF2-40B4-BE49-F238E27FC236}">
                  <a16:creationId xmlns:a16="http://schemas.microsoft.com/office/drawing/2014/main" id="{4D90661B-2D14-F18D-3CC4-E809387C1E94}"/>
                </a:ext>
              </a:extLst>
            </p:cNvPr>
            <p:cNvSpPr/>
            <p:nvPr/>
          </p:nvSpPr>
          <p:spPr>
            <a:xfrm rot="3269968" flipV="1">
              <a:off x="2940719" y="3393344"/>
              <a:ext cx="806703" cy="117839"/>
            </a:xfrm>
            <a:custGeom>
              <a:avLst/>
              <a:gdLst>
                <a:gd name="connsiteX0" fmla="*/ 0 w 4991100"/>
                <a:gd name="connsiteY0" fmla="*/ 914404 h 914418"/>
                <a:gd name="connsiteX1" fmla="*/ 901700 w 4991100"/>
                <a:gd name="connsiteY1" fmla="*/ 25404 h 914418"/>
                <a:gd name="connsiteX2" fmla="*/ 1816100 w 4991100"/>
                <a:gd name="connsiteY2" fmla="*/ 914404 h 914418"/>
                <a:gd name="connsiteX3" fmla="*/ 2717800 w 4991100"/>
                <a:gd name="connsiteY3" fmla="*/ 4 h 914418"/>
                <a:gd name="connsiteX4" fmla="*/ 3644900 w 4991100"/>
                <a:gd name="connsiteY4" fmla="*/ 901704 h 914418"/>
                <a:gd name="connsiteX5" fmla="*/ 4533900 w 4991100"/>
                <a:gd name="connsiteY5" fmla="*/ 457204 h 914418"/>
                <a:gd name="connsiteX6" fmla="*/ 4991100 w 4991100"/>
                <a:gd name="connsiteY6" fmla="*/ 355604 h 9144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91100" h="914418">
                  <a:moveTo>
                    <a:pt x="0" y="914404"/>
                  </a:moveTo>
                  <a:cubicBezTo>
                    <a:pt x="299508" y="469904"/>
                    <a:pt x="599017" y="25404"/>
                    <a:pt x="901700" y="25404"/>
                  </a:cubicBezTo>
                  <a:cubicBezTo>
                    <a:pt x="1204383" y="25404"/>
                    <a:pt x="1513417" y="918637"/>
                    <a:pt x="1816100" y="914404"/>
                  </a:cubicBezTo>
                  <a:cubicBezTo>
                    <a:pt x="2118783" y="910171"/>
                    <a:pt x="2413000" y="2121"/>
                    <a:pt x="2717800" y="4"/>
                  </a:cubicBezTo>
                  <a:cubicBezTo>
                    <a:pt x="3022600" y="-2113"/>
                    <a:pt x="3342217" y="825504"/>
                    <a:pt x="3644900" y="901704"/>
                  </a:cubicBezTo>
                  <a:cubicBezTo>
                    <a:pt x="3947583" y="977904"/>
                    <a:pt x="4309533" y="548221"/>
                    <a:pt x="4533900" y="457204"/>
                  </a:cubicBezTo>
                  <a:cubicBezTo>
                    <a:pt x="4758267" y="366187"/>
                    <a:pt x="4874683" y="360895"/>
                    <a:pt x="4991100" y="355604"/>
                  </a:cubicBezTo>
                </a:path>
              </a:pathLst>
            </a:custGeom>
            <a:ln w="31750">
              <a:tailEnd type="triangle" w="lg" len="lg"/>
            </a:ln>
            <a:effectLst>
              <a:glow rad="457200">
                <a:schemeClr val="accent2">
                  <a:satMod val="175000"/>
                  <a:alpha val="40000"/>
                </a:schemeClr>
              </a:glow>
            </a:effectLst>
          </p:spPr>
          <p:style>
            <a:lnRef idx="3">
              <a:schemeClr val="accent2"/>
            </a:lnRef>
            <a:fillRef idx="0">
              <a:schemeClr val="accent2"/>
            </a:fillRef>
            <a:effectRef idx="2">
              <a:schemeClr val="accent2"/>
            </a:effectRef>
            <a:fontRef idx="minor">
              <a:schemeClr val="tx1"/>
            </a:fontRef>
          </p:style>
          <p:txBody>
            <a:bodyPr rtlCol="0" anchor="ctr"/>
            <a:lstStyle/>
            <a:p>
              <a:pPr algn="ctr"/>
              <a:endParaRPr lang="en-US" sz="1200">
                <a:ln w="0"/>
                <a:solidFill>
                  <a:schemeClr val="accent1"/>
                </a:solidFill>
                <a:effectLst>
                  <a:outerShdw blurRad="38100" dist="25400" dir="5400000" algn="ctr" rotWithShape="0">
                    <a:srgbClr val="6E747A">
                      <a:alpha val="43000"/>
                    </a:srgbClr>
                  </a:outerShdw>
                </a:effectLst>
              </a:endParaRPr>
            </a:p>
          </p:txBody>
        </p:sp>
      </p:grpSp>
      <p:sp>
        <p:nvSpPr>
          <p:cNvPr id="34" name="Oval 33">
            <a:extLst>
              <a:ext uri="{FF2B5EF4-FFF2-40B4-BE49-F238E27FC236}">
                <a16:creationId xmlns:a16="http://schemas.microsoft.com/office/drawing/2014/main" id="{1F988971-0B5B-E240-EA66-BC6E10058FF9}"/>
              </a:ext>
            </a:extLst>
          </p:cNvPr>
          <p:cNvSpPr>
            <a:spLocks noChangeAspect="1"/>
          </p:cNvSpPr>
          <p:nvPr/>
        </p:nvSpPr>
        <p:spPr>
          <a:xfrm>
            <a:off x="4944144" y="603816"/>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6862982B-79D9-436E-FCDA-FB52B434E5D6}"/>
                  </a:ext>
                </a:extLst>
              </p:cNvPr>
              <p:cNvSpPr txBox="1"/>
              <p:nvPr/>
            </p:nvSpPr>
            <p:spPr>
              <a:xfrm>
                <a:off x="4889948" y="575093"/>
                <a:ext cx="518558" cy="394019"/>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Cp</m:t>
                          </m:r>
                        </m:sub>
                      </m:sSub>
                    </m:oMath>
                  </m:oMathPara>
                </a14:m>
                <a:endParaRPr lang="en-US" dirty="0">
                  <a:solidFill>
                    <a:schemeClr val="bg1"/>
                  </a:solidFill>
                </a:endParaRPr>
              </a:p>
            </p:txBody>
          </p:sp>
        </mc:Choice>
        <mc:Fallback xmlns="">
          <p:sp>
            <p:nvSpPr>
              <p:cNvPr id="35" name="TextBox 34">
                <a:extLst>
                  <a:ext uri="{FF2B5EF4-FFF2-40B4-BE49-F238E27FC236}">
                    <a16:creationId xmlns:a16="http://schemas.microsoft.com/office/drawing/2014/main" id="{6862982B-79D9-436E-FCDA-FB52B434E5D6}"/>
                  </a:ext>
                </a:extLst>
              </p:cNvPr>
              <p:cNvSpPr txBox="1">
                <a:spLocks noRot="1" noChangeAspect="1" noMove="1" noResize="1" noEditPoints="1" noAdjustHandles="1" noChangeArrowheads="1" noChangeShapeType="1" noTextEdit="1"/>
              </p:cNvSpPr>
              <p:nvPr/>
            </p:nvSpPr>
            <p:spPr>
              <a:xfrm>
                <a:off x="4889948" y="575093"/>
                <a:ext cx="518558" cy="394019"/>
              </a:xfrm>
              <a:prstGeom prst="rect">
                <a:avLst/>
              </a:prstGeom>
              <a:blipFill>
                <a:blip r:embed="rId4"/>
                <a:stretch>
                  <a:fillRect b="-76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ED953A3C-9991-84BA-C3E4-A3A9870C4A59}"/>
                  </a:ext>
                </a:extLst>
              </p:cNvPr>
              <p:cNvSpPr txBox="1"/>
              <p:nvPr/>
            </p:nvSpPr>
            <p:spPr>
              <a:xfrm>
                <a:off x="6042814" y="429076"/>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c</m:t>
                          </m:r>
                        </m:sub>
                      </m:sSub>
                    </m:oMath>
                  </m:oMathPara>
                </a14:m>
                <a:endParaRPr lang="en-US" dirty="0">
                  <a:solidFill>
                    <a:schemeClr val="tx1"/>
                  </a:solidFill>
                </a:endParaRPr>
              </a:p>
            </p:txBody>
          </p:sp>
        </mc:Choice>
        <mc:Fallback xmlns="">
          <p:sp>
            <p:nvSpPr>
              <p:cNvPr id="36" name="TextBox 35">
                <a:extLst>
                  <a:ext uri="{FF2B5EF4-FFF2-40B4-BE49-F238E27FC236}">
                    <a16:creationId xmlns:a16="http://schemas.microsoft.com/office/drawing/2014/main" id="{ED953A3C-9991-84BA-C3E4-A3A9870C4A59}"/>
                  </a:ext>
                </a:extLst>
              </p:cNvPr>
              <p:cNvSpPr txBox="1">
                <a:spLocks noRot="1" noChangeAspect="1" noMove="1" noResize="1" noEditPoints="1" noAdjustHandles="1" noChangeArrowheads="1" noChangeShapeType="1" noTextEdit="1"/>
              </p:cNvSpPr>
              <p:nvPr/>
            </p:nvSpPr>
            <p:spPr>
              <a:xfrm>
                <a:off x="6042814" y="429076"/>
                <a:ext cx="507796" cy="369332"/>
              </a:xfrm>
              <a:prstGeom prst="rect">
                <a:avLst/>
              </a:prstGeom>
              <a:blipFill>
                <a:blip r:embed="rId5"/>
                <a:stretch>
                  <a:fillRect/>
                </a:stretch>
              </a:blipFill>
            </p:spPr>
            <p:txBody>
              <a:bodyPr/>
              <a:lstStyle/>
              <a:p>
                <a:r>
                  <a:rPr lang="en-US">
                    <a:noFill/>
                  </a:rPr>
                  <a:t> </a:t>
                </a:r>
              </a:p>
            </p:txBody>
          </p:sp>
        </mc:Fallback>
      </mc:AlternateContent>
      <p:sp>
        <p:nvSpPr>
          <p:cNvPr id="37" name="Oval 36">
            <a:extLst>
              <a:ext uri="{FF2B5EF4-FFF2-40B4-BE49-F238E27FC236}">
                <a16:creationId xmlns:a16="http://schemas.microsoft.com/office/drawing/2014/main" id="{FB2AFB9A-C614-7307-E9FF-098FD17B47B6}"/>
              </a:ext>
            </a:extLst>
          </p:cNvPr>
          <p:cNvSpPr>
            <a:spLocks noChangeAspect="1"/>
          </p:cNvSpPr>
          <p:nvPr/>
        </p:nvSpPr>
        <p:spPr>
          <a:xfrm>
            <a:off x="6106961" y="1297138"/>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5D882646-02E3-1822-8F21-027D274699A8}"/>
                  </a:ext>
                </a:extLst>
              </p:cNvPr>
              <p:cNvSpPr txBox="1"/>
              <p:nvPr/>
            </p:nvSpPr>
            <p:spPr>
              <a:xfrm>
                <a:off x="6048484" y="1272666"/>
                <a:ext cx="518558" cy="395493"/>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Cg</m:t>
                          </m:r>
                        </m:sub>
                      </m:sSub>
                    </m:oMath>
                  </m:oMathPara>
                </a14:m>
                <a:endParaRPr lang="en-US" dirty="0">
                  <a:solidFill>
                    <a:schemeClr val="bg1"/>
                  </a:solidFill>
                </a:endParaRPr>
              </a:p>
            </p:txBody>
          </p:sp>
        </mc:Choice>
        <mc:Fallback xmlns="">
          <p:sp>
            <p:nvSpPr>
              <p:cNvPr id="38" name="TextBox 37">
                <a:extLst>
                  <a:ext uri="{FF2B5EF4-FFF2-40B4-BE49-F238E27FC236}">
                    <a16:creationId xmlns:a16="http://schemas.microsoft.com/office/drawing/2014/main" id="{5D882646-02E3-1822-8F21-027D274699A8}"/>
                  </a:ext>
                </a:extLst>
              </p:cNvPr>
              <p:cNvSpPr txBox="1">
                <a:spLocks noRot="1" noChangeAspect="1" noMove="1" noResize="1" noEditPoints="1" noAdjustHandles="1" noChangeArrowheads="1" noChangeShapeType="1" noTextEdit="1"/>
              </p:cNvSpPr>
              <p:nvPr/>
            </p:nvSpPr>
            <p:spPr>
              <a:xfrm>
                <a:off x="6048484" y="1272666"/>
                <a:ext cx="518558" cy="395493"/>
              </a:xfrm>
              <a:prstGeom prst="rect">
                <a:avLst/>
              </a:prstGeom>
              <a:blipFill>
                <a:blip r:embed="rId6"/>
                <a:stretch>
                  <a:fillRect b="-76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B1AF7C42-7C2F-87BC-CA5E-58D7392DC5BD}"/>
                  </a:ext>
                </a:extLst>
              </p:cNvPr>
              <p:cNvSpPr txBox="1"/>
              <p:nvPr/>
            </p:nvSpPr>
            <p:spPr>
              <a:xfrm>
                <a:off x="4902707" y="1307878"/>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Cs</m:t>
                          </m:r>
                        </m:sub>
                      </m:sSub>
                    </m:oMath>
                  </m:oMathPara>
                </a14:m>
                <a:endParaRPr lang="en-US" dirty="0">
                  <a:solidFill>
                    <a:schemeClr val="tx1"/>
                  </a:solidFill>
                </a:endParaRPr>
              </a:p>
            </p:txBody>
          </p:sp>
        </mc:Choice>
        <mc:Fallback xmlns="">
          <p:sp>
            <p:nvSpPr>
              <p:cNvPr id="39" name="TextBox 38">
                <a:extLst>
                  <a:ext uri="{FF2B5EF4-FFF2-40B4-BE49-F238E27FC236}">
                    <a16:creationId xmlns:a16="http://schemas.microsoft.com/office/drawing/2014/main" id="{B1AF7C42-7C2F-87BC-CA5E-58D7392DC5BD}"/>
                  </a:ext>
                </a:extLst>
              </p:cNvPr>
              <p:cNvSpPr txBox="1">
                <a:spLocks noRot="1" noChangeAspect="1" noMove="1" noResize="1" noEditPoints="1" noAdjustHandles="1" noChangeArrowheads="1" noChangeShapeType="1" noTextEdit="1"/>
              </p:cNvSpPr>
              <p:nvPr/>
            </p:nvSpPr>
            <p:spPr>
              <a:xfrm>
                <a:off x="4902707" y="1307878"/>
                <a:ext cx="507796" cy="369332"/>
              </a:xfrm>
              <a:prstGeom prst="rect">
                <a:avLst/>
              </a:prstGeom>
              <a:blipFill>
                <a:blip r:embed="rId7"/>
                <a:stretch>
                  <a:fillRect r="-3571"/>
                </a:stretch>
              </a:blipFill>
            </p:spPr>
            <p:txBody>
              <a:bodyPr/>
              <a:lstStyle/>
              <a:p>
                <a:r>
                  <a:rPr lang="en-US">
                    <a:noFill/>
                  </a:rPr>
                  <a:t> </a:t>
                </a:r>
              </a:p>
            </p:txBody>
          </p:sp>
        </mc:Fallback>
      </mc:AlternateContent>
      <p:sp>
        <p:nvSpPr>
          <p:cNvPr id="40" name="Oval 39">
            <a:extLst>
              <a:ext uri="{FF2B5EF4-FFF2-40B4-BE49-F238E27FC236}">
                <a16:creationId xmlns:a16="http://schemas.microsoft.com/office/drawing/2014/main" id="{BFF3D1A1-947A-2D0A-68F5-2CDF2CA7AC70}"/>
              </a:ext>
            </a:extLst>
          </p:cNvPr>
          <p:cNvSpPr>
            <a:spLocks noChangeAspect="1"/>
          </p:cNvSpPr>
          <p:nvPr/>
        </p:nvSpPr>
        <p:spPr>
          <a:xfrm>
            <a:off x="4972754" y="2113692"/>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17253044-F248-FCEF-61A0-81334D94A3C4}"/>
                  </a:ext>
                </a:extLst>
              </p:cNvPr>
              <p:cNvSpPr txBox="1"/>
              <p:nvPr/>
            </p:nvSpPr>
            <p:spPr>
              <a:xfrm>
                <a:off x="4917219" y="2078370"/>
                <a:ext cx="518558"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Cr</m:t>
                          </m:r>
                        </m:sub>
                      </m:sSub>
                    </m:oMath>
                  </m:oMathPara>
                </a14:m>
                <a:endParaRPr lang="en-US" dirty="0">
                  <a:solidFill>
                    <a:schemeClr val="bg1"/>
                  </a:solidFill>
                </a:endParaRPr>
              </a:p>
            </p:txBody>
          </p:sp>
        </mc:Choice>
        <mc:Fallback xmlns="">
          <p:sp>
            <p:nvSpPr>
              <p:cNvPr id="41" name="TextBox 40">
                <a:extLst>
                  <a:ext uri="{FF2B5EF4-FFF2-40B4-BE49-F238E27FC236}">
                    <a16:creationId xmlns:a16="http://schemas.microsoft.com/office/drawing/2014/main" id="{17253044-F248-FCEF-61A0-81334D94A3C4}"/>
                  </a:ext>
                </a:extLst>
              </p:cNvPr>
              <p:cNvSpPr txBox="1">
                <a:spLocks noRot="1" noChangeAspect="1" noMove="1" noResize="1" noEditPoints="1" noAdjustHandles="1" noChangeArrowheads="1" noChangeShapeType="1" noTextEdit="1"/>
              </p:cNvSpPr>
              <p:nvPr/>
            </p:nvSpPr>
            <p:spPr>
              <a:xfrm>
                <a:off x="4917219" y="2078370"/>
                <a:ext cx="518558" cy="369332"/>
              </a:xfrm>
              <a:prstGeom prst="rect">
                <a:avLst/>
              </a:prstGeom>
              <a:blipFill>
                <a:blip r:embed="rId8"/>
                <a:stretch>
                  <a:fillRect/>
                </a:stretch>
              </a:blipFill>
            </p:spPr>
            <p:txBody>
              <a:bodyPr/>
              <a:lstStyle/>
              <a:p>
                <a:r>
                  <a:rPr lang="en-US">
                    <a:noFill/>
                  </a:rPr>
                  <a:t> </a:t>
                </a:r>
              </a:p>
            </p:txBody>
          </p:sp>
        </mc:Fallback>
      </mc:AlternateContent>
      <p:cxnSp>
        <p:nvCxnSpPr>
          <p:cNvPr id="42" name="Straight Arrow Connector 41">
            <a:extLst>
              <a:ext uri="{FF2B5EF4-FFF2-40B4-BE49-F238E27FC236}">
                <a16:creationId xmlns:a16="http://schemas.microsoft.com/office/drawing/2014/main" id="{B8A4E73A-5973-4CFC-67CA-3212B29DD76C}"/>
              </a:ext>
            </a:extLst>
          </p:cNvPr>
          <p:cNvCxnSpPr>
            <a:cxnSpLocks/>
            <a:endCxn id="34" idx="3"/>
          </p:cNvCxnSpPr>
          <p:nvPr/>
        </p:nvCxnSpPr>
        <p:spPr>
          <a:xfrm flipV="1">
            <a:off x="4121730" y="929374"/>
            <a:ext cx="878271" cy="488885"/>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43" name="Straight Arrow Connector 42">
            <a:extLst>
              <a:ext uri="{FF2B5EF4-FFF2-40B4-BE49-F238E27FC236}">
                <a16:creationId xmlns:a16="http://schemas.microsoft.com/office/drawing/2014/main" id="{F2A22FA2-4B5B-30DB-06C3-9229AE73DBF9}"/>
              </a:ext>
            </a:extLst>
          </p:cNvPr>
          <p:cNvCxnSpPr>
            <a:cxnSpLocks/>
            <a:endCxn id="40" idx="1"/>
          </p:cNvCxnSpPr>
          <p:nvPr/>
        </p:nvCxnSpPr>
        <p:spPr>
          <a:xfrm>
            <a:off x="4125152" y="1423121"/>
            <a:ext cx="903459" cy="746428"/>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44" name="Straight Arrow Connector 43">
            <a:extLst>
              <a:ext uri="{FF2B5EF4-FFF2-40B4-BE49-F238E27FC236}">
                <a16:creationId xmlns:a16="http://schemas.microsoft.com/office/drawing/2014/main" id="{8EAD5EA2-CFAD-FA79-82FB-C36E08483382}"/>
              </a:ext>
            </a:extLst>
          </p:cNvPr>
          <p:cNvCxnSpPr>
            <a:cxnSpLocks/>
            <a:stCxn id="39" idx="3"/>
            <a:endCxn id="37" idx="2"/>
          </p:cNvCxnSpPr>
          <p:nvPr/>
        </p:nvCxnSpPr>
        <p:spPr>
          <a:xfrm flipV="1">
            <a:off x="5410503" y="1487846"/>
            <a:ext cx="696458" cy="4698"/>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45" name="Straight Arrow Connector 44">
            <a:extLst>
              <a:ext uri="{FF2B5EF4-FFF2-40B4-BE49-F238E27FC236}">
                <a16:creationId xmlns:a16="http://schemas.microsoft.com/office/drawing/2014/main" id="{DBF07B30-6E4E-2BDE-C3AE-2FE3FFDB7764}"/>
              </a:ext>
            </a:extLst>
          </p:cNvPr>
          <p:cNvCxnSpPr>
            <a:cxnSpLocks/>
            <a:stCxn id="39" idx="2"/>
            <a:endCxn id="40" idx="0"/>
          </p:cNvCxnSpPr>
          <p:nvPr/>
        </p:nvCxnSpPr>
        <p:spPr>
          <a:xfrm>
            <a:off x="5156605" y="1677210"/>
            <a:ext cx="6856" cy="436482"/>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46" name="Straight Arrow Connector 45">
            <a:extLst>
              <a:ext uri="{FF2B5EF4-FFF2-40B4-BE49-F238E27FC236}">
                <a16:creationId xmlns:a16="http://schemas.microsoft.com/office/drawing/2014/main" id="{04542E87-711B-35F4-FEDA-41A08139155D}"/>
              </a:ext>
            </a:extLst>
          </p:cNvPr>
          <p:cNvCxnSpPr>
            <a:cxnSpLocks/>
            <a:stCxn id="34" idx="6"/>
          </p:cNvCxnSpPr>
          <p:nvPr/>
        </p:nvCxnSpPr>
        <p:spPr>
          <a:xfrm>
            <a:off x="5325558" y="794524"/>
            <a:ext cx="2460842" cy="10275"/>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47" name="Straight Arrow Connector 46">
            <a:extLst>
              <a:ext uri="{FF2B5EF4-FFF2-40B4-BE49-F238E27FC236}">
                <a16:creationId xmlns:a16="http://schemas.microsoft.com/office/drawing/2014/main" id="{67043A28-6546-4DB0-AB00-329B5E375F9B}"/>
              </a:ext>
            </a:extLst>
          </p:cNvPr>
          <p:cNvCxnSpPr>
            <a:cxnSpLocks/>
            <a:stCxn id="36" idx="2"/>
            <a:endCxn id="37" idx="0"/>
          </p:cNvCxnSpPr>
          <p:nvPr/>
        </p:nvCxnSpPr>
        <p:spPr>
          <a:xfrm>
            <a:off x="6296712" y="798408"/>
            <a:ext cx="956" cy="49873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sp>
        <p:nvSpPr>
          <p:cNvPr id="48" name="Rectangle 47">
            <a:extLst>
              <a:ext uri="{FF2B5EF4-FFF2-40B4-BE49-F238E27FC236}">
                <a16:creationId xmlns:a16="http://schemas.microsoft.com/office/drawing/2014/main" id="{90DF1BD8-C01E-D766-2CC4-5EA170276428}"/>
              </a:ext>
            </a:extLst>
          </p:cNvPr>
          <p:cNvSpPr/>
          <p:nvPr/>
        </p:nvSpPr>
        <p:spPr>
          <a:xfrm>
            <a:off x="4449950" y="217345"/>
            <a:ext cx="2873133" cy="2407763"/>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49" name="TextBox 48">
            <a:extLst>
              <a:ext uri="{FF2B5EF4-FFF2-40B4-BE49-F238E27FC236}">
                <a16:creationId xmlns:a16="http://schemas.microsoft.com/office/drawing/2014/main" id="{7F9D9D16-F5A1-3CD7-F4C6-F007FA9E4538}"/>
              </a:ext>
            </a:extLst>
          </p:cNvPr>
          <p:cNvSpPr txBox="1"/>
          <p:nvPr/>
        </p:nvSpPr>
        <p:spPr>
          <a:xfrm>
            <a:off x="4449950" y="201324"/>
            <a:ext cx="1774204" cy="338554"/>
          </a:xfrm>
          <a:prstGeom prst="rect">
            <a:avLst/>
          </a:prstGeom>
          <a:noFill/>
        </p:spPr>
        <p:txBody>
          <a:bodyPr wrap="none" rtlCol="0">
            <a:spAutoFit/>
          </a:bodyPr>
          <a:lstStyle/>
          <a:p>
            <a:r>
              <a:rPr lang="en-US" sz="1600" dirty="0"/>
              <a:t>Chemical counter</a:t>
            </a:r>
          </a:p>
        </p:txBody>
      </p:sp>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FA769EA0-EE7F-44D4-4E2F-266F4466B0BE}"/>
                  </a:ext>
                </a:extLst>
              </p:cNvPr>
              <p:cNvSpPr txBox="1"/>
              <p:nvPr/>
            </p:nvSpPr>
            <p:spPr>
              <a:xfrm>
                <a:off x="0" y="1554465"/>
                <a:ext cx="593368" cy="369332"/>
              </a:xfrm>
              <a:prstGeom prst="rect">
                <a:avLst/>
              </a:prstGeom>
              <a:noFill/>
            </p:spPr>
            <p:txBody>
              <a:bodyPr wrap="none" rtlCol="0">
                <a:spAutoFit/>
              </a:bodyPr>
              <a:lstStyle/>
              <a:p>
                <a:pPr/>
                <a14:m>
                  <m:oMathPara xmlns:m="http://schemas.openxmlformats.org/officeDocument/2006/math">
                    <m:oMath>
                      <m:sSub>
                        <m:sSubPr>
                          <m:ctrlPr>
                            <a:rPr lang="de-DE" b="0" i="1" smtClean="0">
                              <a:latin typeface="Cambria Math" panose="02040503050406030204" pitchFamily="18" charset="0"/>
                            </a:rPr>
                          </m:ctrlPr>
                        </m:sSubPr>
                        <m:e>
                          <m:r>
                            <m:rPr>
                              <m:sty m:val="p"/>
                            </m:rPr>
                            <a:rPr lang="de-DE" b="0" i="1" smtClean="0">
                              <a:latin typeface="Cambria Math" panose="02040503050406030204" pitchFamily="18" charset="0"/>
                            </a:rPr>
                            <m:t>m</m:t>
                          </m:r>
                        </m:e>
                        <m:sub>
                          <m:r>
                            <m:rPr>
                              <m:sty m:val="p"/>
                            </m:rPr>
                            <a:rPr lang="de-DE" b="0" i="1" smtClean="0">
                              <a:latin typeface="Cambria Math" panose="02040503050406030204" pitchFamily="18" charset="0"/>
                            </a:rPr>
                            <m:t>in</m:t>
                          </m:r>
                        </m:sub>
                      </m:sSub>
                    </m:oMath>
                  </m:oMathPara>
                </a14:m>
                <a:endParaRPr lang="en-US" dirty="0"/>
              </a:p>
            </p:txBody>
          </p:sp>
        </mc:Choice>
        <mc:Fallback xmlns="">
          <p:sp>
            <p:nvSpPr>
              <p:cNvPr id="50" name="TextBox 49">
                <a:extLst>
                  <a:ext uri="{FF2B5EF4-FFF2-40B4-BE49-F238E27FC236}">
                    <a16:creationId xmlns:a16="http://schemas.microsoft.com/office/drawing/2014/main" id="{FA769EA0-EE7F-44D4-4E2F-266F4466B0BE}"/>
                  </a:ext>
                </a:extLst>
              </p:cNvPr>
              <p:cNvSpPr txBox="1">
                <a:spLocks noRot="1" noChangeAspect="1" noMove="1" noResize="1" noEditPoints="1" noAdjustHandles="1" noChangeArrowheads="1" noChangeShapeType="1" noTextEdit="1"/>
              </p:cNvSpPr>
              <p:nvPr/>
            </p:nvSpPr>
            <p:spPr>
              <a:xfrm>
                <a:off x="0" y="1554465"/>
                <a:ext cx="593368" cy="369332"/>
              </a:xfrm>
              <a:prstGeom prst="rect">
                <a:avLst/>
              </a:prstGeom>
              <a:blipFill>
                <a:blip r:embed="rId9"/>
                <a:stretch>
                  <a:fillRect/>
                </a:stretch>
              </a:blipFill>
            </p:spPr>
            <p:txBody>
              <a:bodyPr/>
              <a:lstStyle/>
              <a:p>
                <a:r>
                  <a:rPr lang="en-US">
                    <a:noFill/>
                  </a:rPr>
                  <a:t> </a:t>
                </a:r>
              </a:p>
            </p:txBody>
          </p:sp>
        </mc:Fallback>
      </mc:AlternateContent>
      <p:sp>
        <p:nvSpPr>
          <p:cNvPr id="51" name="Rectangle 50">
            <a:extLst>
              <a:ext uri="{FF2B5EF4-FFF2-40B4-BE49-F238E27FC236}">
                <a16:creationId xmlns:a16="http://schemas.microsoft.com/office/drawing/2014/main" id="{431B41D5-A91B-534E-DE42-7E2E53BD9B3E}"/>
              </a:ext>
            </a:extLst>
          </p:cNvPr>
          <p:cNvSpPr/>
          <p:nvPr/>
        </p:nvSpPr>
        <p:spPr>
          <a:xfrm>
            <a:off x="813764" y="420758"/>
            <a:ext cx="2873133" cy="2222154"/>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2" name="TextBox 51">
            <a:extLst>
              <a:ext uri="{FF2B5EF4-FFF2-40B4-BE49-F238E27FC236}">
                <a16:creationId xmlns:a16="http://schemas.microsoft.com/office/drawing/2014/main" id="{C2D87ADA-15B2-F0FD-19FC-E5D6519A906C}"/>
              </a:ext>
            </a:extLst>
          </p:cNvPr>
          <p:cNvSpPr txBox="1"/>
          <p:nvPr/>
        </p:nvSpPr>
        <p:spPr>
          <a:xfrm>
            <a:off x="787440" y="420757"/>
            <a:ext cx="1362617" cy="584775"/>
          </a:xfrm>
          <a:prstGeom prst="rect">
            <a:avLst/>
          </a:prstGeom>
          <a:noFill/>
        </p:spPr>
        <p:txBody>
          <a:bodyPr wrap="none" rtlCol="0">
            <a:spAutoFit/>
          </a:bodyPr>
          <a:lstStyle/>
          <a:p>
            <a:r>
              <a:rPr lang="en-US" sz="1600" dirty="0"/>
              <a:t>Chemical</a:t>
            </a:r>
            <a:br>
              <a:rPr lang="en-US" sz="1600" dirty="0"/>
            </a:br>
            <a:r>
              <a:rPr lang="en-US" sz="1600" dirty="0"/>
              <a:t>Differentiator</a:t>
            </a:r>
          </a:p>
        </p:txBody>
      </p:sp>
      <p:sp>
        <p:nvSpPr>
          <p:cNvPr id="53" name="Oval 52">
            <a:extLst>
              <a:ext uri="{FF2B5EF4-FFF2-40B4-BE49-F238E27FC236}">
                <a16:creationId xmlns:a16="http://schemas.microsoft.com/office/drawing/2014/main" id="{2309358B-52FB-D707-2AD5-AADAC78582C2}"/>
              </a:ext>
            </a:extLst>
          </p:cNvPr>
          <p:cNvSpPr>
            <a:spLocks noChangeAspect="1"/>
          </p:cNvSpPr>
          <p:nvPr/>
        </p:nvSpPr>
        <p:spPr>
          <a:xfrm>
            <a:off x="1051699" y="1209152"/>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0E694EFC-EE42-22DD-6B42-ADB74DB39CF3}"/>
                  </a:ext>
                </a:extLst>
              </p:cNvPr>
              <p:cNvSpPr txBox="1"/>
              <p:nvPr/>
            </p:nvSpPr>
            <p:spPr>
              <a:xfrm>
                <a:off x="996672" y="1184996"/>
                <a:ext cx="518558"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Df</m:t>
                          </m:r>
                        </m:sub>
                      </m:sSub>
                    </m:oMath>
                  </m:oMathPara>
                </a14:m>
                <a:endParaRPr lang="en-US" dirty="0">
                  <a:solidFill>
                    <a:schemeClr val="bg1"/>
                  </a:solidFill>
                </a:endParaRPr>
              </a:p>
            </p:txBody>
          </p:sp>
        </mc:Choice>
        <mc:Fallback xmlns="">
          <p:sp>
            <p:nvSpPr>
              <p:cNvPr id="54" name="TextBox 53">
                <a:extLst>
                  <a:ext uri="{FF2B5EF4-FFF2-40B4-BE49-F238E27FC236}">
                    <a16:creationId xmlns:a16="http://schemas.microsoft.com/office/drawing/2014/main" id="{0E694EFC-EE42-22DD-6B42-ADB74DB39CF3}"/>
                  </a:ext>
                </a:extLst>
              </p:cNvPr>
              <p:cNvSpPr txBox="1">
                <a:spLocks noRot="1" noChangeAspect="1" noMove="1" noResize="1" noEditPoints="1" noAdjustHandles="1" noChangeArrowheads="1" noChangeShapeType="1" noTextEdit="1"/>
              </p:cNvSpPr>
              <p:nvPr/>
            </p:nvSpPr>
            <p:spPr>
              <a:xfrm>
                <a:off x="996672" y="1184996"/>
                <a:ext cx="518558" cy="369332"/>
              </a:xfrm>
              <a:prstGeom prst="rect">
                <a:avLst/>
              </a:prstGeom>
              <a:blipFill>
                <a:blip r:embed="rId10"/>
                <a:stretch>
                  <a:fillRect/>
                </a:stretch>
              </a:blipFill>
            </p:spPr>
            <p:txBody>
              <a:bodyPr/>
              <a:lstStyle/>
              <a:p>
                <a:r>
                  <a:rPr lang="en-US">
                    <a:noFill/>
                  </a:rPr>
                  <a:t> </a:t>
                </a:r>
              </a:p>
            </p:txBody>
          </p:sp>
        </mc:Fallback>
      </mc:AlternateContent>
      <p:sp>
        <p:nvSpPr>
          <p:cNvPr id="55" name="Oval 54">
            <a:extLst>
              <a:ext uri="{FF2B5EF4-FFF2-40B4-BE49-F238E27FC236}">
                <a16:creationId xmlns:a16="http://schemas.microsoft.com/office/drawing/2014/main" id="{8A5C76E9-42A4-E27B-D5C0-363836CAECA2}"/>
              </a:ext>
            </a:extLst>
          </p:cNvPr>
          <p:cNvSpPr>
            <a:spLocks noChangeAspect="1"/>
          </p:cNvSpPr>
          <p:nvPr/>
        </p:nvSpPr>
        <p:spPr>
          <a:xfrm>
            <a:off x="1155180" y="2102508"/>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4B1033BF-3CE6-C93F-B5D2-0ED2C3E212E9}"/>
                  </a:ext>
                </a:extLst>
              </p:cNvPr>
              <p:cNvSpPr txBox="1"/>
              <p:nvPr/>
            </p:nvSpPr>
            <p:spPr>
              <a:xfrm>
                <a:off x="1097393" y="2094484"/>
                <a:ext cx="518558"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Ds</m:t>
                          </m:r>
                        </m:sub>
                      </m:sSub>
                    </m:oMath>
                  </m:oMathPara>
                </a14:m>
                <a:endParaRPr lang="en-US" dirty="0">
                  <a:solidFill>
                    <a:schemeClr val="bg1"/>
                  </a:solidFill>
                </a:endParaRPr>
              </a:p>
            </p:txBody>
          </p:sp>
        </mc:Choice>
        <mc:Fallback xmlns="">
          <p:sp>
            <p:nvSpPr>
              <p:cNvPr id="56" name="TextBox 55">
                <a:extLst>
                  <a:ext uri="{FF2B5EF4-FFF2-40B4-BE49-F238E27FC236}">
                    <a16:creationId xmlns:a16="http://schemas.microsoft.com/office/drawing/2014/main" id="{4B1033BF-3CE6-C93F-B5D2-0ED2C3E212E9}"/>
                  </a:ext>
                </a:extLst>
              </p:cNvPr>
              <p:cNvSpPr txBox="1">
                <a:spLocks noRot="1" noChangeAspect="1" noMove="1" noResize="1" noEditPoints="1" noAdjustHandles="1" noChangeArrowheads="1" noChangeShapeType="1" noTextEdit="1"/>
              </p:cNvSpPr>
              <p:nvPr/>
            </p:nvSpPr>
            <p:spPr>
              <a:xfrm>
                <a:off x="1097393" y="2094484"/>
                <a:ext cx="518558" cy="369332"/>
              </a:xfrm>
              <a:prstGeom prst="rect">
                <a:avLst/>
              </a:prstGeom>
              <a:blipFill>
                <a:blip r:embed="rId11"/>
                <a:stretch>
                  <a:fillRect/>
                </a:stretch>
              </a:blipFill>
            </p:spPr>
            <p:txBody>
              <a:bodyPr/>
              <a:lstStyle/>
              <a:p>
                <a:r>
                  <a:rPr lang="en-US">
                    <a:noFill/>
                  </a:rPr>
                  <a:t> </a:t>
                </a:r>
              </a:p>
            </p:txBody>
          </p:sp>
        </mc:Fallback>
      </mc:AlternateContent>
      <p:sp>
        <p:nvSpPr>
          <p:cNvPr id="57" name="Oval 56">
            <a:extLst>
              <a:ext uri="{FF2B5EF4-FFF2-40B4-BE49-F238E27FC236}">
                <a16:creationId xmlns:a16="http://schemas.microsoft.com/office/drawing/2014/main" id="{32C0D1A6-08E1-FD37-BEBB-A8036EFC0515}"/>
              </a:ext>
            </a:extLst>
          </p:cNvPr>
          <p:cNvSpPr>
            <a:spLocks noChangeAspect="1"/>
          </p:cNvSpPr>
          <p:nvPr/>
        </p:nvSpPr>
        <p:spPr>
          <a:xfrm>
            <a:off x="2221387" y="1213009"/>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A33BDED0-AE66-E5C6-5341-555725E119CD}"/>
                  </a:ext>
                </a:extLst>
              </p:cNvPr>
              <p:cNvSpPr txBox="1"/>
              <p:nvPr/>
            </p:nvSpPr>
            <p:spPr>
              <a:xfrm>
                <a:off x="2166526" y="1184433"/>
                <a:ext cx="518558" cy="394019"/>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Dp</m:t>
                          </m:r>
                        </m:sub>
                      </m:sSub>
                    </m:oMath>
                  </m:oMathPara>
                </a14:m>
                <a:endParaRPr lang="en-US" dirty="0">
                  <a:solidFill>
                    <a:schemeClr val="bg1"/>
                  </a:solidFill>
                </a:endParaRPr>
              </a:p>
            </p:txBody>
          </p:sp>
        </mc:Choice>
        <mc:Fallback xmlns="">
          <p:sp>
            <p:nvSpPr>
              <p:cNvPr id="58" name="TextBox 57">
                <a:extLst>
                  <a:ext uri="{FF2B5EF4-FFF2-40B4-BE49-F238E27FC236}">
                    <a16:creationId xmlns:a16="http://schemas.microsoft.com/office/drawing/2014/main" id="{A33BDED0-AE66-E5C6-5341-555725E119CD}"/>
                  </a:ext>
                </a:extLst>
              </p:cNvPr>
              <p:cNvSpPr txBox="1">
                <a:spLocks noRot="1" noChangeAspect="1" noMove="1" noResize="1" noEditPoints="1" noAdjustHandles="1" noChangeArrowheads="1" noChangeShapeType="1" noTextEdit="1"/>
              </p:cNvSpPr>
              <p:nvPr/>
            </p:nvSpPr>
            <p:spPr>
              <a:xfrm>
                <a:off x="2166526" y="1184433"/>
                <a:ext cx="518558" cy="394019"/>
              </a:xfrm>
              <a:prstGeom prst="rect">
                <a:avLst/>
              </a:prstGeom>
              <a:blipFill>
                <a:blip r:embed="rId12"/>
                <a:stretch>
                  <a:fillRect b="-7692"/>
                </a:stretch>
              </a:blipFill>
            </p:spPr>
            <p:txBody>
              <a:bodyPr/>
              <a:lstStyle/>
              <a:p>
                <a:r>
                  <a:rPr lang="en-US">
                    <a:noFill/>
                  </a:rPr>
                  <a:t> </a:t>
                </a:r>
              </a:p>
            </p:txBody>
          </p:sp>
        </mc:Fallback>
      </mc:AlternateContent>
      <p:cxnSp>
        <p:nvCxnSpPr>
          <p:cNvPr id="59" name="Straight Arrow Connector 58">
            <a:extLst>
              <a:ext uri="{FF2B5EF4-FFF2-40B4-BE49-F238E27FC236}">
                <a16:creationId xmlns:a16="http://schemas.microsoft.com/office/drawing/2014/main" id="{75B65738-2D6E-9BC8-010B-DD3E53C9A8F2}"/>
              </a:ext>
            </a:extLst>
          </p:cNvPr>
          <p:cNvCxnSpPr>
            <a:cxnSpLocks/>
            <a:stCxn id="50" idx="3"/>
            <a:endCxn id="53" idx="2"/>
          </p:cNvCxnSpPr>
          <p:nvPr/>
        </p:nvCxnSpPr>
        <p:spPr>
          <a:xfrm flipV="1">
            <a:off x="593368" y="1399860"/>
            <a:ext cx="458331" cy="339271"/>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60" name="Straight Arrow Connector 59">
            <a:extLst>
              <a:ext uri="{FF2B5EF4-FFF2-40B4-BE49-F238E27FC236}">
                <a16:creationId xmlns:a16="http://schemas.microsoft.com/office/drawing/2014/main" id="{2E4E9539-230D-B397-C1BC-EBCEEABCBDC0}"/>
              </a:ext>
            </a:extLst>
          </p:cNvPr>
          <p:cNvCxnSpPr>
            <a:cxnSpLocks/>
            <a:stCxn id="50" idx="3"/>
            <a:endCxn id="55" idx="2"/>
          </p:cNvCxnSpPr>
          <p:nvPr/>
        </p:nvCxnSpPr>
        <p:spPr>
          <a:xfrm>
            <a:off x="593368" y="1739131"/>
            <a:ext cx="561812" cy="554085"/>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61" name="Straight Arrow Connector 60">
            <a:extLst>
              <a:ext uri="{FF2B5EF4-FFF2-40B4-BE49-F238E27FC236}">
                <a16:creationId xmlns:a16="http://schemas.microsoft.com/office/drawing/2014/main" id="{18988C08-C98D-9007-DC02-7BD92AF15F3A}"/>
              </a:ext>
            </a:extLst>
          </p:cNvPr>
          <p:cNvCxnSpPr>
            <a:cxnSpLocks/>
            <a:stCxn id="53" idx="6"/>
            <a:endCxn id="57" idx="2"/>
          </p:cNvCxnSpPr>
          <p:nvPr/>
        </p:nvCxnSpPr>
        <p:spPr>
          <a:xfrm>
            <a:off x="1433113" y="1399860"/>
            <a:ext cx="788274" cy="3858"/>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62" name="Straight Arrow Connector 61">
            <a:extLst>
              <a:ext uri="{FF2B5EF4-FFF2-40B4-BE49-F238E27FC236}">
                <a16:creationId xmlns:a16="http://schemas.microsoft.com/office/drawing/2014/main" id="{D00B7754-07C8-5782-F564-D6909BB1DF7A}"/>
              </a:ext>
            </a:extLst>
          </p:cNvPr>
          <p:cNvCxnSpPr>
            <a:cxnSpLocks/>
            <a:stCxn id="55" idx="6"/>
            <a:endCxn id="67" idx="2"/>
          </p:cNvCxnSpPr>
          <p:nvPr/>
        </p:nvCxnSpPr>
        <p:spPr>
          <a:xfrm>
            <a:off x="1536594" y="2293216"/>
            <a:ext cx="1447412" cy="33588"/>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63" name="Straight Arrow Connector 62">
            <a:extLst>
              <a:ext uri="{FF2B5EF4-FFF2-40B4-BE49-F238E27FC236}">
                <a16:creationId xmlns:a16="http://schemas.microsoft.com/office/drawing/2014/main" id="{A8E207DD-6438-6594-BDD3-0645D796F2CF}"/>
              </a:ext>
            </a:extLst>
          </p:cNvPr>
          <p:cNvCxnSpPr>
            <a:cxnSpLocks/>
            <a:stCxn id="57" idx="6"/>
          </p:cNvCxnSpPr>
          <p:nvPr/>
        </p:nvCxnSpPr>
        <p:spPr>
          <a:xfrm>
            <a:off x="2602801" y="1403717"/>
            <a:ext cx="1532016" cy="14542"/>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64" name="TextBox 63">
                <a:extLst>
                  <a:ext uri="{FF2B5EF4-FFF2-40B4-BE49-F238E27FC236}">
                    <a16:creationId xmlns:a16="http://schemas.microsoft.com/office/drawing/2014/main" id="{0C49181A-B98E-B6A5-8125-3EAF81D06358}"/>
                  </a:ext>
                </a:extLst>
              </p:cNvPr>
              <p:cNvSpPr txBox="1"/>
              <p:nvPr/>
            </p:nvSpPr>
            <p:spPr>
              <a:xfrm>
                <a:off x="2910701" y="1035477"/>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d</m:t>
                          </m:r>
                        </m:sub>
                      </m:sSub>
                    </m:oMath>
                  </m:oMathPara>
                </a14:m>
                <a:endParaRPr lang="en-US" dirty="0">
                  <a:solidFill>
                    <a:schemeClr val="tx1"/>
                  </a:solidFill>
                </a:endParaRPr>
              </a:p>
            </p:txBody>
          </p:sp>
        </mc:Choice>
        <mc:Fallback xmlns="">
          <p:sp>
            <p:nvSpPr>
              <p:cNvPr id="64" name="TextBox 63">
                <a:extLst>
                  <a:ext uri="{FF2B5EF4-FFF2-40B4-BE49-F238E27FC236}">
                    <a16:creationId xmlns:a16="http://schemas.microsoft.com/office/drawing/2014/main" id="{0C49181A-B98E-B6A5-8125-3EAF81D06358}"/>
                  </a:ext>
                </a:extLst>
              </p:cNvPr>
              <p:cNvSpPr txBox="1">
                <a:spLocks noRot="1" noChangeAspect="1" noMove="1" noResize="1" noEditPoints="1" noAdjustHandles="1" noChangeArrowheads="1" noChangeShapeType="1" noTextEdit="1"/>
              </p:cNvSpPr>
              <p:nvPr/>
            </p:nvSpPr>
            <p:spPr>
              <a:xfrm>
                <a:off x="2910701" y="1035477"/>
                <a:ext cx="507796" cy="369332"/>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5" name="TextBox 64">
                <a:extLst>
                  <a:ext uri="{FF2B5EF4-FFF2-40B4-BE49-F238E27FC236}">
                    <a16:creationId xmlns:a16="http://schemas.microsoft.com/office/drawing/2014/main" id="{8100DCE8-9B9A-E858-1121-FD83BFF32D53}"/>
                  </a:ext>
                </a:extLst>
              </p:cNvPr>
              <p:cNvSpPr txBox="1"/>
              <p:nvPr/>
            </p:nvSpPr>
            <p:spPr>
              <a:xfrm>
                <a:off x="1551725" y="1022882"/>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Df</m:t>
                          </m:r>
                        </m:sub>
                      </m:sSub>
                    </m:oMath>
                  </m:oMathPara>
                </a14:m>
                <a:endParaRPr lang="en-US" dirty="0">
                  <a:solidFill>
                    <a:schemeClr val="tx1"/>
                  </a:solidFill>
                </a:endParaRPr>
              </a:p>
            </p:txBody>
          </p:sp>
        </mc:Choice>
        <mc:Fallback xmlns="">
          <p:sp>
            <p:nvSpPr>
              <p:cNvPr id="65" name="TextBox 64">
                <a:extLst>
                  <a:ext uri="{FF2B5EF4-FFF2-40B4-BE49-F238E27FC236}">
                    <a16:creationId xmlns:a16="http://schemas.microsoft.com/office/drawing/2014/main" id="{8100DCE8-9B9A-E858-1121-FD83BFF32D53}"/>
                  </a:ext>
                </a:extLst>
              </p:cNvPr>
              <p:cNvSpPr txBox="1">
                <a:spLocks noRot="1" noChangeAspect="1" noMove="1" noResize="1" noEditPoints="1" noAdjustHandles="1" noChangeArrowheads="1" noChangeShapeType="1" noTextEdit="1"/>
              </p:cNvSpPr>
              <p:nvPr/>
            </p:nvSpPr>
            <p:spPr>
              <a:xfrm>
                <a:off x="1551725" y="1022882"/>
                <a:ext cx="507796" cy="369332"/>
              </a:xfrm>
              <a:prstGeom prst="rect">
                <a:avLst/>
              </a:prstGeom>
              <a:blipFill>
                <a:blip r:embed="rId14"/>
                <a:stretch>
                  <a:fillRect r="-481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6" name="TextBox 65">
                <a:extLst>
                  <a:ext uri="{FF2B5EF4-FFF2-40B4-BE49-F238E27FC236}">
                    <a16:creationId xmlns:a16="http://schemas.microsoft.com/office/drawing/2014/main" id="{5E306777-D0C7-2849-1614-839530821D0F}"/>
                  </a:ext>
                </a:extLst>
              </p:cNvPr>
              <p:cNvSpPr txBox="1"/>
              <p:nvPr/>
            </p:nvSpPr>
            <p:spPr>
              <a:xfrm>
                <a:off x="1957366" y="2257512"/>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Ds</m:t>
                          </m:r>
                        </m:sub>
                      </m:sSub>
                    </m:oMath>
                  </m:oMathPara>
                </a14:m>
                <a:endParaRPr lang="en-US" dirty="0">
                  <a:solidFill>
                    <a:schemeClr val="tx1"/>
                  </a:solidFill>
                </a:endParaRPr>
              </a:p>
            </p:txBody>
          </p:sp>
        </mc:Choice>
        <mc:Fallback xmlns="">
          <p:sp>
            <p:nvSpPr>
              <p:cNvPr id="66" name="TextBox 65">
                <a:extLst>
                  <a:ext uri="{FF2B5EF4-FFF2-40B4-BE49-F238E27FC236}">
                    <a16:creationId xmlns:a16="http://schemas.microsoft.com/office/drawing/2014/main" id="{5E306777-D0C7-2849-1614-839530821D0F}"/>
                  </a:ext>
                </a:extLst>
              </p:cNvPr>
              <p:cNvSpPr txBox="1">
                <a:spLocks noRot="1" noChangeAspect="1" noMove="1" noResize="1" noEditPoints="1" noAdjustHandles="1" noChangeArrowheads="1" noChangeShapeType="1" noTextEdit="1"/>
              </p:cNvSpPr>
              <p:nvPr/>
            </p:nvSpPr>
            <p:spPr>
              <a:xfrm>
                <a:off x="1957366" y="2257512"/>
                <a:ext cx="507796" cy="369332"/>
              </a:xfrm>
              <a:prstGeom prst="rect">
                <a:avLst/>
              </a:prstGeom>
              <a:blipFill>
                <a:blip r:embed="rId15"/>
                <a:stretch>
                  <a:fillRect r="-8434"/>
                </a:stretch>
              </a:blipFill>
            </p:spPr>
            <p:txBody>
              <a:bodyPr/>
              <a:lstStyle/>
              <a:p>
                <a:r>
                  <a:rPr lang="en-US">
                    <a:noFill/>
                  </a:rPr>
                  <a:t> </a:t>
                </a:r>
              </a:p>
            </p:txBody>
          </p:sp>
        </mc:Fallback>
      </mc:AlternateContent>
      <p:sp>
        <p:nvSpPr>
          <p:cNvPr id="67" name="Oval 66">
            <a:extLst>
              <a:ext uri="{FF2B5EF4-FFF2-40B4-BE49-F238E27FC236}">
                <a16:creationId xmlns:a16="http://schemas.microsoft.com/office/drawing/2014/main" id="{140747D1-2811-47AB-69EF-F1952029BFE1}"/>
              </a:ext>
            </a:extLst>
          </p:cNvPr>
          <p:cNvSpPr>
            <a:spLocks noChangeAspect="1"/>
          </p:cNvSpPr>
          <p:nvPr/>
        </p:nvSpPr>
        <p:spPr>
          <a:xfrm>
            <a:off x="2984006" y="2136096"/>
            <a:ext cx="381414" cy="3814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68" name="TextBox 67">
                <a:extLst>
                  <a:ext uri="{FF2B5EF4-FFF2-40B4-BE49-F238E27FC236}">
                    <a16:creationId xmlns:a16="http://schemas.microsoft.com/office/drawing/2014/main" id="{72EBA837-E669-BEDC-A9FD-FBDF982B2540}"/>
                  </a:ext>
                </a:extLst>
              </p:cNvPr>
              <p:cNvSpPr txBox="1"/>
              <p:nvPr/>
            </p:nvSpPr>
            <p:spPr>
              <a:xfrm>
                <a:off x="2918451" y="2097744"/>
                <a:ext cx="518558"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Di</m:t>
                          </m:r>
                        </m:sub>
                      </m:sSub>
                    </m:oMath>
                  </m:oMathPara>
                </a14:m>
                <a:endParaRPr lang="en-US" dirty="0">
                  <a:solidFill>
                    <a:schemeClr val="bg1"/>
                  </a:solidFill>
                </a:endParaRPr>
              </a:p>
            </p:txBody>
          </p:sp>
        </mc:Choice>
        <mc:Fallback xmlns="">
          <p:sp>
            <p:nvSpPr>
              <p:cNvPr id="68" name="TextBox 67">
                <a:extLst>
                  <a:ext uri="{FF2B5EF4-FFF2-40B4-BE49-F238E27FC236}">
                    <a16:creationId xmlns:a16="http://schemas.microsoft.com/office/drawing/2014/main" id="{72EBA837-E669-BEDC-A9FD-FBDF982B2540}"/>
                  </a:ext>
                </a:extLst>
              </p:cNvPr>
              <p:cNvSpPr txBox="1">
                <a:spLocks noRot="1" noChangeAspect="1" noMove="1" noResize="1" noEditPoints="1" noAdjustHandles="1" noChangeArrowheads="1" noChangeShapeType="1" noTextEdit="1"/>
              </p:cNvSpPr>
              <p:nvPr/>
            </p:nvSpPr>
            <p:spPr>
              <a:xfrm>
                <a:off x="2918451" y="2097744"/>
                <a:ext cx="518558" cy="369332"/>
              </a:xfrm>
              <a:prstGeom prst="rect">
                <a:avLst/>
              </a:prstGeom>
              <a:blipFill>
                <a:blip r:embed="rId16"/>
                <a:stretch>
                  <a:fillRect/>
                </a:stretch>
              </a:blipFill>
            </p:spPr>
            <p:txBody>
              <a:bodyPr/>
              <a:lstStyle/>
              <a:p>
                <a:r>
                  <a:rPr lang="en-US">
                    <a:noFill/>
                  </a:rPr>
                  <a:t> </a:t>
                </a:r>
              </a:p>
            </p:txBody>
          </p:sp>
        </mc:Fallback>
      </mc:AlternateContent>
      <p:cxnSp>
        <p:nvCxnSpPr>
          <p:cNvPr id="69" name="Straight Arrow Connector 68">
            <a:extLst>
              <a:ext uri="{FF2B5EF4-FFF2-40B4-BE49-F238E27FC236}">
                <a16:creationId xmlns:a16="http://schemas.microsoft.com/office/drawing/2014/main" id="{01B2539D-015A-EA56-68E3-4AFF359632CA}"/>
              </a:ext>
            </a:extLst>
          </p:cNvPr>
          <p:cNvCxnSpPr>
            <a:cxnSpLocks/>
            <a:stCxn id="64" idx="2"/>
            <a:endCxn id="67" idx="0"/>
          </p:cNvCxnSpPr>
          <p:nvPr/>
        </p:nvCxnSpPr>
        <p:spPr>
          <a:xfrm>
            <a:off x="3164599" y="1404809"/>
            <a:ext cx="10114" cy="731287"/>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70" name="Straight Arrow Connector 69">
            <a:extLst>
              <a:ext uri="{FF2B5EF4-FFF2-40B4-BE49-F238E27FC236}">
                <a16:creationId xmlns:a16="http://schemas.microsoft.com/office/drawing/2014/main" id="{6652066A-89AB-CDC7-1C36-8BE3ED1A36B2}"/>
              </a:ext>
            </a:extLst>
          </p:cNvPr>
          <p:cNvCxnSpPr>
            <a:cxnSpLocks/>
            <a:stCxn id="53" idx="5"/>
            <a:endCxn id="67" idx="1"/>
          </p:cNvCxnSpPr>
          <p:nvPr/>
        </p:nvCxnSpPr>
        <p:spPr>
          <a:xfrm>
            <a:off x="1377256" y="1534710"/>
            <a:ext cx="1662607" cy="657243"/>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71" name="TextBox 70">
                <a:extLst>
                  <a:ext uri="{FF2B5EF4-FFF2-40B4-BE49-F238E27FC236}">
                    <a16:creationId xmlns:a16="http://schemas.microsoft.com/office/drawing/2014/main" id="{78178368-3B6B-A6CE-9F51-E83EBB098B8E}"/>
                  </a:ext>
                </a:extLst>
              </p:cNvPr>
              <p:cNvSpPr txBox="1"/>
              <p:nvPr/>
            </p:nvSpPr>
            <p:spPr>
              <a:xfrm>
                <a:off x="1805623" y="1746142"/>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Df</m:t>
                          </m:r>
                        </m:sub>
                      </m:sSub>
                    </m:oMath>
                  </m:oMathPara>
                </a14:m>
                <a:endParaRPr lang="en-US" dirty="0">
                  <a:solidFill>
                    <a:schemeClr val="tx1"/>
                  </a:solidFill>
                </a:endParaRPr>
              </a:p>
            </p:txBody>
          </p:sp>
        </mc:Choice>
        <mc:Fallback xmlns="">
          <p:sp>
            <p:nvSpPr>
              <p:cNvPr id="71" name="TextBox 70">
                <a:extLst>
                  <a:ext uri="{FF2B5EF4-FFF2-40B4-BE49-F238E27FC236}">
                    <a16:creationId xmlns:a16="http://schemas.microsoft.com/office/drawing/2014/main" id="{78178368-3B6B-A6CE-9F51-E83EBB098B8E}"/>
                  </a:ext>
                </a:extLst>
              </p:cNvPr>
              <p:cNvSpPr txBox="1">
                <a:spLocks noRot="1" noChangeAspect="1" noMove="1" noResize="1" noEditPoints="1" noAdjustHandles="1" noChangeArrowheads="1" noChangeShapeType="1" noTextEdit="1"/>
              </p:cNvSpPr>
              <p:nvPr/>
            </p:nvSpPr>
            <p:spPr>
              <a:xfrm>
                <a:off x="1805623" y="1746142"/>
                <a:ext cx="507796" cy="369332"/>
              </a:xfrm>
              <a:prstGeom prst="rect">
                <a:avLst/>
              </a:prstGeom>
              <a:blipFill>
                <a:blip r:embed="rId17"/>
                <a:stretch>
                  <a:fillRect r="-481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2" name="TextBox 71">
                <a:extLst>
                  <a:ext uri="{FF2B5EF4-FFF2-40B4-BE49-F238E27FC236}">
                    <a16:creationId xmlns:a16="http://schemas.microsoft.com/office/drawing/2014/main" id="{E1AD7067-9B3D-BEE5-2B17-361A9518C7CF}"/>
                  </a:ext>
                </a:extLst>
              </p:cNvPr>
              <p:cNvSpPr txBox="1"/>
              <p:nvPr/>
            </p:nvSpPr>
            <p:spPr>
              <a:xfrm>
                <a:off x="3796741" y="926727"/>
                <a:ext cx="578427" cy="400110"/>
              </a:xfrm>
              <a:prstGeom prst="rect">
                <a:avLst/>
              </a:prstGeom>
              <a:noFill/>
            </p:spPr>
            <p:txBody>
              <a:bodyPr wrap="none" rtlCol="0">
                <a:spAutoFit/>
              </a:bodyPr>
              <a:lstStyle/>
              <a:p>
                <a:pPr/>
                <a14:m>
                  <m:oMathPara xmlns:m="http://schemas.openxmlformats.org/officeDocument/2006/math">
                    <m:oMath>
                      <m:sSub>
                        <m:sSubPr>
                          <m:ctrlPr>
                            <a:rPr lang="de-DE" sz="2000" b="0" i="1" smtClean="0">
                              <a:latin typeface="Cambria Math" panose="02040503050406030204" pitchFamily="18" charset="0"/>
                            </a:rPr>
                          </m:ctrlPr>
                        </m:sSubPr>
                        <m:e>
                          <m:r>
                            <m:rPr>
                              <m:sty m:val="p"/>
                            </m:rPr>
                            <a:rPr lang="de-DE" sz="2000" b="0" i="1" smtClean="0">
                              <a:latin typeface="Cambria Math" panose="02040503050406030204" pitchFamily="18" charset="0"/>
                            </a:rPr>
                            <m:t>m</m:t>
                          </m:r>
                        </m:e>
                        <m:sub>
                          <m:r>
                            <m:rPr>
                              <m:sty m:val="p"/>
                            </m:rPr>
                            <a:rPr lang="de-DE" sz="2000" b="0" i="1" smtClean="0">
                              <a:latin typeface="Cambria Math" panose="02040503050406030204" pitchFamily="18" charset="0"/>
                            </a:rPr>
                            <m:t>d</m:t>
                          </m:r>
                        </m:sub>
                      </m:sSub>
                    </m:oMath>
                  </m:oMathPara>
                </a14:m>
                <a:endParaRPr lang="en-US" sz="2000" dirty="0"/>
              </a:p>
            </p:txBody>
          </p:sp>
        </mc:Choice>
        <mc:Fallback xmlns="">
          <p:sp>
            <p:nvSpPr>
              <p:cNvPr id="72" name="TextBox 71">
                <a:extLst>
                  <a:ext uri="{FF2B5EF4-FFF2-40B4-BE49-F238E27FC236}">
                    <a16:creationId xmlns:a16="http://schemas.microsoft.com/office/drawing/2014/main" id="{E1AD7067-9B3D-BEE5-2B17-361A9518C7CF}"/>
                  </a:ext>
                </a:extLst>
              </p:cNvPr>
              <p:cNvSpPr txBox="1">
                <a:spLocks noRot="1" noChangeAspect="1" noMove="1" noResize="1" noEditPoints="1" noAdjustHandles="1" noChangeArrowheads="1" noChangeShapeType="1" noTextEdit="1"/>
              </p:cNvSpPr>
              <p:nvPr/>
            </p:nvSpPr>
            <p:spPr>
              <a:xfrm>
                <a:off x="3796741" y="926727"/>
                <a:ext cx="578427" cy="400110"/>
              </a:xfrm>
              <a:prstGeom prst="rect">
                <a:avLst/>
              </a:prstGeom>
              <a:blipFill>
                <a:blip r:embed="rId18"/>
                <a:stretch>
                  <a:fillRect b="-151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3" name="TextBox 72">
                <a:extLst>
                  <a:ext uri="{FF2B5EF4-FFF2-40B4-BE49-F238E27FC236}">
                    <a16:creationId xmlns:a16="http://schemas.microsoft.com/office/drawing/2014/main" id="{6B184FB1-A92D-6021-7A38-E2212A783471}"/>
                  </a:ext>
                </a:extLst>
              </p:cNvPr>
              <p:cNvSpPr txBox="1"/>
              <p:nvPr/>
            </p:nvSpPr>
            <p:spPr>
              <a:xfrm>
                <a:off x="7415254" y="383414"/>
                <a:ext cx="507796"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c</m:t>
                          </m:r>
                        </m:sub>
                      </m:sSub>
                    </m:oMath>
                  </m:oMathPara>
                </a14:m>
                <a:endParaRPr lang="en-US" dirty="0">
                  <a:solidFill>
                    <a:schemeClr val="tx1"/>
                  </a:solidFill>
                </a:endParaRPr>
              </a:p>
            </p:txBody>
          </p:sp>
        </mc:Choice>
        <mc:Fallback xmlns="">
          <p:sp>
            <p:nvSpPr>
              <p:cNvPr id="73" name="TextBox 72">
                <a:extLst>
                  <a:ext uri="{FF2B5EF4-FFF2-40B4-BE49-F238E27FC236}">
                    <a16:creationId xmlns:a16="http://schemas.microsoft.com/office/drawing/2014/main" id="{6B184FB1-A92D-6021-7A38-E2212A783471}"/>
                  </a:ext>
                </a:extLst>
              </p:cNvPr>
              <p:cNvSpPr txBox="1">
                <a:spLocks noRot="1" noChangeAspect="1" noMove="1" noResize="1" noEditPoints="1" noAdjustHandles="1" noChangeArrowheads="1" noChangeShapeType="1" noTextEdit="1"/>
              </p:cNvSpPr>
              <p:nvPr/>
            </p:nvSpPr>
            <p:spPr>
              <a:xfrm>
                <a:off x="7415254" y="383414"/>
                <a:ext cx="507796" cy="369332"/>
              </a:xfrm>
              <a:prstGeom prst="rect">
                <a:avLst/>
              </a:prstGeom>
              <a:blipFill>
                <a:blip r:embed="rId19"/>
                <a:stretch>
                  <a:fillRect/>
                </a:stretch>
              </a:blipFill>
            </p:spPr>
            <p:txBody>
              <a:bodyPr/>
              <a:lstStyle/>
              <a:p>
                <a:r>
                  <a:rPr lang="en-US">
                    <a:noFill/>
                  </a:rPr>
                  <a:t> </a:t>
                </a:r>
              </a:p>
            </p:txBody>
          </p:sp>
        </mc:Fallback>
      </mc:AlternateContent>
      <p:sp>
        <p:nvSpPr>
          <p:cNvPr id="74" name="Oval 73">
            <a:extLst>
              <a:ext uri="{FF2B5EF4-FFF2-40B4-BE49-F238E27FC236}">
                <a16:creationId xmlns:a16="http://schemas.microsoft.com/office/drawing/2014/main" id="{53593D70-0C03-F755-20FB-2113A0BC4A30}"/>
              </a:ext>
            </a:extLst>
          </p:cNvPr>
          <p:cNvSpPr>
            <a:spLocks noChangeAspect="1"/>
          </p:cNvSpPr>
          <p:nvPr/>
        </p:nvSpPr>
        <p:spPr>
          <a:xfrm>
            <a:off x="9575979" y="275549"/>
            <a:ext cx="410141" cy="41014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75" name="Oval 74">
            <a:extLst>
              <a:ext uri="{FF2B5EF4-FFF2-40B4-BE49-F238E27FC236}">
                <a16:creationId xmlns:a16="http://schemas.microsoft.com/office/drawing/2014/main" id="{25F03214-C559-BFBE-AD37-7EB3E9EDC9FF}"/>
              </a:ext>
            </a:extLst>
          </p:cNvPr>
          <p:cNvSpPr>
            <a:spLocks noChangeAspect="1"/>
          </p:cNvSpPr>
          <p:nvPr/>
        </p:nvSpPr>
        <p:spPr>
          <a:xfrm>
            <a:off x="9585689" y="2146652"/>
            <a:ext cx="410141" cy="41014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76" name="Straight Arrow Connector 75">
            <a:extLst>
              <a:ext uri="{FF2B5EF4-FFF2-40B4-BE49-F238E27FC236}">
                <a16:creationId xmlns:a16="http://schemas.microsoft.com/office/drawing/2014/main" id="{8DAB28CF-8785-8177-381F-A33BE8DFF879}"/>
              </a:ext>
            </a:extLst>
          </p:cNvPr>
          <p:cNvCxnSpPr>
            <a:cxnSpLocks/>
            <a:stCxn id="75" idx="6"/>
            <a:endCxn id="87" idx="3"/>
          </p:cNvCxnSpPr>
          <p:nvPr/>
        </p:nvCxnSpPr>
        <p:spPr>
          <a:xfrm flipV="1">
            <a:off x="9995830" y="1553503"/>
            <a:ext cx="806857" cy="798219"/>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77" name="Straight Arrow Connector 76">
            <a:extLst>
              <a:ext uri="{FF2B5EF4-FFF2-40B4-BE49-F238E27FC236}">
                <a16:creationId xmlns:a16="http://schemas.microsoft.com/office/drawing/2014/main" id="{9BEE4C21-19DA-06CA-F192-1B4DFB879D2F}"/>
              </a:ext>
            </a:extLst>
          </p:cNvPr>
          <p:cNvCxnSpPr>
            <a:cxnSpLocks/>
            <a:stCxn id="74" idx="6"/>
            <a:endCxn id="87" idx="1"/>
          </p:cNvCxnSpPr>
          <p:nvPr/>
        </p:nvCxnSpPr>
        <p:spPr>
          <a:xfrm>
            <a:off x="9986120" y="480620"/>
            <a:ext cx="816567" cy="78287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78" name="TextBox 77">
                <a:extLst>
                  <a:ext uri="{FF2B5EF4-FFF2-40B4-BE49-F238E27FC236}">
                    <a16:creationId xmlns:a16="http://schemas.microsoft.com/office/drawing/2014/main" id="{9FE6EFAF-1C24-3330-40A6-329804D00144}"/>
                  </a:ext>
                </a:extLst>
              </p:cNvPr>
              <p:cNvSpPr txBox="1"/>
              <p:nvPr/>
            </p:nvSpPr>
            <p:spPr>
              <a:xfrm>
                <a:off x="10078291" y="373423"/>
                <a:ext cx="855270"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Nc</m:t>
                          </m:r>
                        </m:sub>
                      </m:sSub>
                    </m:oMath>
                  </m:oMathPara>
                </a14:m>
                <a:endParaRPr lang="en-US" dirty="0">
                  <a:solidFill>
                    <a:schemeClr val="tx1"/>
                  </a:solidFill>
                </a:endParaRPr>
              </a:p>
            </p:txBody>
          </p:sp>
        </mc:Choice>
        <mc:Fallback xmlns="">
          <p:sp>
            <p:nvSpPr>
              <p:cNvPr id="78" name="TextBox 77">
                <a:extLst>
                  <a:ext uri="{FF2B5EF4-FFF2-40B4-BE49-F238E27FC236}">
                    <a16:creationId xmlns:a16="http://schemas.microsoft.com/office/drawing/2014/main" id="{9FE6EFAF-1C24-3330-40A6-329804D00144}"/>
                  </a:ext>
                </a:extLst>
              </p:cNvPr>
              <p:cNvSpPr txBox="1">
                <a:spLocks noRot="1" noChangeAspect="1" noMove="1" noResize="1" noEditPoints="1" noAdjustHandles="1" noChangeArrowheads="1" noChangeShapeType="1" noTextEdit="1"/>
              </p:cNvSpPr>
              <p:nvPr/>
            </p:nvSpPr>
            <p:spPr>
              <a:xfrm>
                <a:off x="10078291" y="373423"/>
                <a:ext cx="855270" cy="369332"/>
              </a:xfrm>
              <a:prstGeom prst="rect">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9" name="TextBox 78">
                <a:extLst>
                  <a:ext uri="{FF2B5EF4-FFF2-40B4-BE49-F238E27FC236}">
                    <a16:creationId xmlns:a16="http://schemas.microsoft.com/office/drawing/2014/main" id="{4042BFD0-D67D-367C-77F1-FDDB488349E5}"/>
                  </a:ext>
                </a:extLst>
              </p:cNvPr>
              <p:cNvSpPr txBox="1"/>
              <p:nvPr/>
            </p:nvSpPr>
            <p:spPr>
              <a:xfrm>
                <a:off x="10136554" y="1901482"/>
                <a:ext cx="855270"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Nc</m:t>
                          </m:r>
                        </m:sub>
                      </m:sSub>
                    </m:oMath>
                  </m:oMathPara>
                </a14:m>
                <a:endParaRPr lang="en-US" dirty="0">
                  <a:solidFill>
                    <a:schemeClr val="tx1"/>
                  </a:solidFill>
                </a:endParaRPr>
              </a:p>
            </p:txBody>
          </p:sp>
        </mc:Choice>
        <mc:Fallback xmlns="">
          <p:sp>
            <p:nvSpPr>
              <p:cNvPr id="79" name="TextBox 78">
                <a:extLst>
                  <a:ext uri="{FF2B5EF4-FFF2-40B4-BE49-F238E27FC236}">
                    <a16:creationId xmlns:a16="http://schemas.microsoft.com/office/drawing/2014/main" id="{4042BFD0-D67D-367C-77F1-FDDB488349E5}"/>
                  </a:ext>
                </a:extLst>
              </p:cNvPr>
              <p:cNvSpPr txBox="1">
                <a:spLocks noRot="1" noChangeAspect="1" noMove="1" noResize="1" noEditPoints="1" noAdjustHandles="1" noChangeArrowheads="1" noChangeShapeType="1" noTextEdit="1"/>
              </p:cNvSpPr>
              <p:nvPr/>
            </p:nvSpPr>
            <p:spPr>
              <a:xfrm>
                <a:off x="10136554" y="1901482"/>
                <a:ext cx="855270" cy="369332"/>
              </a:xfrm>
              <a:prstGeom prst="rect">
                <a:avLst/>
              </a:prstGeom>
              <a:blipFill>
                <a:blip r:embed="rId21"/>
                <a:stretch>
                  <a:fillRect/>
                </a:stretch>
              </a:blipFill>
            </p:spPr>
            <p:txBody>
              <a:bodyPr/>
              <a:lstStyle/>
              <a:p>
                <a:r>
                  <a:rPr lang="en-US">
                    <a:noFill/>
                  </a:rPr>
                  <a:t> </a:t>
                </a:r>
              </a:p>
            </p:txBody>
          </p:sp>
        </mc:Fallback>
      </mc:AlternateContent>
      <p:cxnSp>
        <p:nvCxnSpPr>
          <p:cNvPr id="83" name="Straight Arrow Connector 82">
            <a:extLst>
              <a:ext uri="{FF2B5EF4-FFF2-40B4-BE49-F238E27FC236}">
                <a16:creationId xmlns:a16="http://schemas.microsoft.com/office/drawing/2014/main" id="{EC08FFA6-F535-62DF-BCAF-55EAFE15D1B6}"/>
              </a:ext>
            </a:extLst>
          </p:cNvPr>
          <p:cNvCxnSpPr>
            <a:cxnSpLocks/>
            <a:endCxn id="74" idx="2"/>
          </p:cNvCxnSpPr>
          <p:nvPr/>
        </p:nvCxnSpPr>
        <p:spPr>
          <a:xfrm flipV="1">
            <a:off x="8486244" y="480620"/>
            <a:ext cx="1089735" cy="884172"/>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84" name="TextBox 83">
                <a:extLst>
                  <a:ext uri="{FF2B5EF4-FFF2-40B4-BE49-F238E27FC236}">
                    <a16:creationId xmlns:a16="http://schemas.microsoft.com/office/drawing/2014/main" id="{3FAA3E98-FEAC-8940-5CBF-6FC760A82B6B}"/>
                  </a:ext>
                </a:extLst>
              </p:cNvPr>
              <p:cNvSpPr txBox="1"/>
              <p:nvPr/>
            </p:nvSpPr>
            <p:spPr>
              <a:xfrm>
                <a:off x="7804966" y="995460"/>
                <a:ext cx="546041" cy="369332"/>
              </a:xfrm>
              <a:prstGeom prst="rect">
                <a:avLst/>
              </a:prstGeom>
              <a:noFill/>
            </p:spPr>
            <p:txBody>
              <a:bodyPr wrap="square">
                <a:spAutoFit/>
              </a:bodyPr>
              <a:lstStyle/>
              <a:p>
                <a:pPr/>
                <a14:m>
                  <m:oMathPara xmlns:m="http://schemas.openxmlformats.org/officeDocument/2006/math">
                    <m:oMath>
                      <m:sSub>
                        <m:sSubPr>
                          <m:ctrlPr>
                            <a:rPr lang="de-DE" b="0" i="0" smtClean="0">
                              <a:solidFill>
                                <a:schemeClr val="tx1"/>
                              </a:solidFill>
                              <a:latin typeface="Cambria Math" panose="02040503050406030204" pitchFamily="18" charset="0"/>
                            </a:rPr>
                          </m:ctrlPr>
                        </m:sSubPr>
                        <m:e>
                          <m:r>
                            <m:rPr>
                              <m:sty m:val="p"/>
                            </m:rPr>
                            <a:rPr lang="de-DE" b="0" i="0" smtClean="0">
                              <a:solidFill>
                                <a:schemeClr val="tx1"/>
                              </a:solidFill>
                              <a:latin typeface="Cambria Math" panose="02040503050406030204" pitchFamily="18" charset="0"/>
                            </a:rPr>
                            <m:t>m</m:t>
                          </m:r>
                        </m:e>
                        <m:sub>
                          <m:r>
                            <m:rPr>
                              <m:sty m:val="p"/>
                            </m:rPr>
                            <a:rPr lang="de-DE" b="0" i="1" smtClean="0">
                              <a:solidFill>
                                <a:schemeClr val="tx1"/>
                              </a:solidFill>
                              <a:latin typeface="Cambria Math" panose="02040503050406030204" pitchFamily="18" charset="0"/>
                            </a:rPr>
                            <m:t>c</m:t>
                          </m:r>
                        </m:sub>
                      </m:sSub>
                    </m:oMath>
                  </m:oMathPara>
                </a14:m>
                <a:endParaRPr lang="en-US" dirty="0">
                  <a:solidFill>
                    <a:schemeClr val="tx1"/>
                  </a:solidFill>
                </a:endParaRPr>
              </a:p>
            </p:txBody>
          </p:sp>
        </mc:Choice>
        <mc:Fallback xmlns="">
          <p:sp>
            <p:nvSpPr>
              <p:cNvPr id="84" name="TextBox 83">
                <a:extLst>
                  <a:ext uri="{FF2B5EF4-FFF2-40B4-BE49-F238E27FC236}">
                    <a16:creationId xmlns:a16="http://schemas.microsoft.com/office/drawing/2014/main" id="{3FAA3E98-FEAC-8940-5CBF-6FC760A82B6B}"/>
                  </a:ext>
                </a:extLst>
              </p:cNvPr>
              <p:cNvSpPr txBox="1">
                <a:spLocks noRot="1" noChangeAspect="1" noMove="1" noResize="1" noEditPoints="1" noAdjustHandles="1" noChangeArrowheads="1" noChangeShapeType="1" noTextEdit="1"/>
              </p:cNvSpPr>
              <p:nvPr/>
            </p:nvSpPr>
            <p:spPr>
              <a:xfrm>
                <a:off x="7804966" y="995460"/>
                <a:ext cx="546041" cy="369332"/>
              </a:xfrm>
              <a:prstGeom prst="rect">
                <a:avLst/>
              </a:prstGeom>
              <a:blipFill>
                <a:blip r:embed="rId22"/>
                <a:stretch>
                  <a:fillRect/>
                </a:stretch>
              </a:blipFill>
            </p:spPr>
            <p:txBody>
              <a:bodyPr/>
              <a:lstStyle/>
              <a:p>
                <a:r>
                  <a:rPr lang="en-US">
                    <a:noFill/>
                  </a:rPr>
                  <a:t> </a:t>
                </a:r>
              </a:p>
            </p:txBody>
          </p:sp>
        </mc:Fallback>
      </mc:AlternateContent>
      <p:cxnSp>
        <p:nvCxnSpPr>
          <p:cNvPr id="85" name="Straight Arrow Connector 84">
            <a:extLst>
              <a:ext uri="{FF2B5EF4-FFF2-40B4-BE49-F238E27FC236}">
                <a16:creationId xmlns:a16="http://schemas.microsoft.com/office/drawing/2014/main" id="{6405C4CD-86A8-9352-FC59-87AA9467A6F4}"/>
              </a:ext>
            </a:extLst>
          </p:cNvPr>
          <p:cNvCxnSpPr>
            <a:cxnSpLocks/>
          </p:cNvCxnSpPr>
          <p:nvPr/>
        </p:nvCxnSpPr>
        <p:spPr>
          <a:xfrm>
            <a:off x="7765437" y="1364792"/>
            <a:ext cx="740834" cy="1289"/>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86" name="Straight Arrow Connector 85">
            <a:extLst>
              <a:ext uri="{FF2B5EF4-FFF2-40B4-BE49-F238E27FC236}">
                <a16:creationId xmlns:a16="http://schemas.microsoft.com/office/drawing/2014/main" id="{261FA0AA-8547-94FA-6647-F7B017B54173}"/>
              </a:ext>
            </a:extLst>
          </p:cNvPr>
          <p:cNvCxnSpPr>
            <a:cxnSpLocks/>
            <a:endCxn id="75" idx="2"/>
          </p:cNvCxnSpPr>
          <p:nvPr/>
        </p:nvCxnSpPr>
        <p:spPr>
          <a:xfrm>
            <a:off x="8497394" y="1392214"/>
            <a:ext cx="1088295" cy="959509"/>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sp>
        <p:nvSpPr>
          <p:cNvPr id="87" name="Oval 86">
            <a:extLst>
              <a:ext uri="{FF2B5EF4-FFF2-40B4-BE49-F238E27FC236}">
                <a16:creationId xmlns:a16="http://schemas.microsoft.com/office/drawing/2014/main" id="{B6853D97-08AA-95E0-C406-A6A51B885C60}"/>
              </a:ext>
            </a:extLst>
          </p:cNvPr>
          <p:cNvSpPr>
            <a:spLocks noChangeAspect="1"/>
          </p:cNvSpPr>
          <p:nvPr/>
        </p:nvSpPr>
        <p:spPr>
          <a:xfrm>
            <a:off x="10742623" y="1203426"/>
            <a:ext cx="410141" cy="41014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88" name="Straight Arrow Connector 87">
            <a:extLst>
              <a:ext uri="{FF2B5EF4-FFF2-40B4-BE49-F238E27FC236}">
                <a16:creationId xmlns:a16="http://schemas.microsoft.com/office/drawing/2014/main" id="{E48DC8BB-5EBD-78E9-76B2-C44DA141932F}"/>
              </a:ext>
            </a:extLst>
          </p:cNvPr>
          <p:cNvCxnSpPr>
            <a:cxnSpLocks/>
          </p:cNvCxnSpPr>
          <p:nvPr/>
        </p:nvCxnSpPr>
        <p:spPr>
          <a:xfrm flipV="1">
            <a:off x="11152764" y="1392214"/>
            <a:ext cx="782058" cy="16282"/>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89" name="TextBox 88">
                <a:extLst>
                  <a:ext uri="{FF2B5EF4-FFF2-40B4-BE49-F238E27FC236}">
                    <a16:creationId xmlns:a16="http://schemas.microsoft.com/office/drawing/2014/main" id="{D85CD0C1-198C-D96E-3AA3-BE114B82F78C}"/>
                  </a:ext>
                </a:extLst>
              </p:cNvPr>
              <p:cNvSpPr txBox="1"/>
              <p:nvPr/>
            </p:nvSpPr>
            <p:spPr>
              <a:xfrm>
                <a:off x="11375112" y="985231"/>
                <a:ext cx="524049" cy="369332"/>
              </a:xfrm>
              <a:prstGeom prst="rect">
                <a:avLst/>
              </a:prstGeom>
              <a:noFill/>
            </p:spPr>
            <p:txBody>
              <a:bodyPr wrap="square">
                <a:spAutoFit/>
              </a:bodyPr>
              <a:lstStyle/>
              <a:p>
                <a:pPr/>
                <a14:m>
                  <m:oMathPara xmlns:m="http://schemas.openxmlformats.org/officeDocument/2006/math">
                    <m:oMath>
                      <m:sSub>
                        <m:sSubPr>
                          <m:ctrlPr>
                            <a:rPr lang="de-DE" b="0" i="1" smtClean="0">
                              <a:latin typeface="Cambria Math" panose="02040503050406030204" pitchFamily="18" charset="0"/>
                            </a:rPr>
                          </m:ctrlPr>
                        </m:sSubPr>
                        <m:e>
                          <m:r>
                            <m:rPr>
                              <m:sty m:val="p"/>
                            </m:rPr>
                            <a:rPr lang="de-DE" b="0" i="1" smtClean="0">
                              <a:latin typeface="Cambria Math" panose="02040503050406030204" pitchFamily="18" charset="0"/>
                            </a:rPr>
                            <m:t>m</m:t>
                          </m:r>
                        </m:e>
                        <m:sub>
                          <m:r>
                            <m:rPr>
                              <m:sty m:val="p"/>
                            </m:rPr>
                            <a:rPr lang="de-DE" b="0" i="1" smtClean="0">
                              <a:latin typeface="Cambria Math" panose="02040503050406030204" pitchFamily="18" charset="0"/>
                            </a:rPr>
                            <m:t>out</m:t>
                          </m:r>
                        </m:sub>
                      </m:sSub>
                    </m:oMath>
                  </m:oMathPara>
                </a14:m>
                <a:endParaRPr lang="en-US" dirty="0"/>
              </a:p>
            </p:txBody>
          </p:sp>
        </mc:Choice>
        <mc:Fallback xmlns="">
          <p:sp>
            <p:nvSpPr>
              <p:cNvPr id="89" name="TextBox 88">
                <a:extLst>
                  <a:ext uri="{FF2B5EF4-FFF2-40B4-BE49-F238E27FC236}">
                    <a16:creationId xmlns:a16="http://schemas.microsoft.com/office/drawing/2014/main" id="{D85CD0C1-198C-D96E-3AA3-BE114B82F78C}"/>
                  </a:ext>
                </a:extLst>
              </p:cNvPr>
              <p:cNvSpPr txBox="1">
                <a:spLocks noRot="1" noChangeAspect="1" noMove="1" noResize="1" noEditPoints="1" noAdjustHandles="1" noChangeArrowheads="1" noChangeShapeType="1" noTextEdit="1"/>
              </p:cNvSpPr>
              <p:nvPr/>
            </p:nvSpPr>
            <p:spPr>
              <a:xfrm>
                <a:off x="11375112" y="985231"/>
                <a:ext cx="524049" cy="369332"/>
              </a:xfrm>
              <a:prstGeom prst="rect">
                <a:avLst/>
              </a:prstGeom>
              <a:blipFill>
                <a:blip r:embed="rId23"/>
                <a:stretch>
                  <a:fillRect r="-151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0" name="TextBox 89">
                <a:extLst>
                  <a:ext uri="{FF2B5EF4-FFF2-40B4-BE49-F238E27FC236}">
                    <a16:creationId xmlns:a16="http://schemas.microsoft.com/office/drawing/2014/main" id="{A1D46857-E4C9-3D49-DDEC-30AB07D02E79}"/>
                  </a:ext>
                </a:extLst>
              </p:cNvPr>
              <p:cNvSpPr txBox="1"/>
              <p:nvPr/>
            </p:nvSpPr>
            <p:spPr>
              <a:xfrm>
                <a:off x="10724745" y="1182868"/>
                <a:ext cx="448081"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No</m:t>
                          </m:r>
                        </m:sub>
                      </m:sSub>
                    </m:oMath>
                  </m:oMathPara>
                </a14:m>
                <a:endParaRPr lang="en-US" dirty="0">
                  <a:solidFill>
                    <a:schemeClr val="bg1"/>
                  </a:solidFill>
                </a:endParaRPr>
              </a:p>
            </p:txBody>
          </p:sp>
        </mc:Choice>
        <mc:Fallback xmlns="">
          <p:sp>
            <p:nvSpPr>
              <p:cNvPr id="90" name="TextBox 89">
                <a:extLst>
                  <a:ext uri="{FF2B5EF4-FFF2-40B4-BE49-F238E27FC236}">
                    <a16:creationId xmlns:a16="http://schemas.microsoft.com/office/drawing/2014/main" id="{A1D46857-E4C9-3D49-DDEC-30AB07D02E79}"/>
                  </a:ext>
                </a:extLst>
              </p:cNvPr>
              <p:cNvSpPr txBox="1">
                <a:spLocks noRot="1" noChangeAspect="1" noMove="1" noResize="1" noEditPoints="1" noAdjustHandles="1" noChangeArrowheads="1" noChangeShapeType="1" noTextEdit="1"/>
              </p:cNvSpPr>
              <p:nvPr/>
            </p:nvSpPr>
            <p:spPr>
              <a:xfrm>
                <a:off x="10724745" y="1182868"/>
                <a:ext cx="448081" cy="369332"/>
              </a:xfrm>
              <a:prstGeom prst="rect">
                <a:avLst/>
              </a:prstGeom>
              <a:blipFill>
                <a:blip r:embed="rId24"/>
                <a:stretch>
                  <a:fillRect r="-405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1" name="TextBox 90">
                <a:extLst>
                  <a:ext uri="{FF2B5EF4-FFF2-40B4-BE49-F238E27FC236}">
                    <a16:creationId xmlns:a16="http://schemas.microsoft.com/office/drawing/2014/main" id="{EE9BD4C6-BF6D-96E1-C987-C1055F36B21B}"/>
                  </a:ext>
                </a:extLst>
              </p:cNvPr>
              <p:cNvSpPr txBox="1"/>
              <p:nvPr/>
            </p:nvSpPr>
            <p:spPr>
              <a:xfrm>
                <a:off x="9511232" y="242924"/>
                <a:ext cx="557613"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Na</m:t>
                          </m:r>
                        </m:sub>
                      </m:sSub>
                    </m:oMath>
                  </m:oMathPara>
                </a14:m>
                <a:endParaRPr lang="en-US" dirty="0">
                  <a:solidFill>
                    <a:schemeClr val="bg1"/>
                  </a:solidFill>
                </a:endParaRPr>
              </a:p>
            </p:txBody>
          </p:sp>
        </mc:Choice>
        <mc:Fallback xmlns="">
          <p:sp>
            <p:nvSpPr>
              <p:cNvPr id="91" name="TextBox 90">
                <a:extLst>
                  <a:ext uri="{FF2B5EF4-FFF2-40B4-BE49-F238E27FC236}">
                    <a16:creationId xmlns:a16="http://schemas.microsoft.com/office/drawing/2014/main" id="{EE9BD4C6-BF6D-96E1-C987-C1055F36B21B}"/>
                  </a:ext>
                </a:extLst>
              </p:cNvPr>
              <p:cNvSpPr txBox="1">
                <a:spLocks noRot="1" noChangeAspect="1" noMove="1" noResize="1" noEditPoints="1" noAdjustHandles="1" noChangeArrowheads="1" noChangeShapeType="1" noTextEdit="1"/>
              </p:cNvSpPr>
              <p:nvPr/>
            </p:nvSpPr>
            <p:spPr>
              <a:xfrm>
                <a:off x="9511232" y="242924"/>
                <a:ext cx="557613" cy="369332"/>
              </a:xfrm>
              <a:prstGeom prst="rect">
                <a:avLst/>
              </a:prstGeom>
              <a:blipFill>
                <a:blip r:embed="rId2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2" name="TextBox 91">
                <a:extLst>
                  <a:ext uri="{FF2B5EF4-FFF2-40B4-BE49-F238E27FC236}">
                    <a16:creationId xmlns:a16="http://schemas.microsoft.com/office/drawing/2014/main" id="{2D3C1584-EB7F-5B62-2E08-89C33E9A458E}"/>
                  </a:ext>
                </a:extLst>
              </p:cNvPr>
              <p:cNvSpPr txBox="1"/>
              <p:nvPr/>
            </p:nvSpPr>
            <p:spPr>
              <a:xfrm>
                <a:off x="9565904" y="2125150"/>
                <a:ext cx="421017" cy="369332"/>
              </a:xfrm>
              <a:prstGeom prst="rect">
                <a:avLst/>
              </a:prstGeom>
              <a:noFill/>
            </p:spPr>
            <p:txBody>
              <a:bodyPr wrap="square">
                <a:spAutoFit/>
              </a:bodyPr>
              <a:lstStyle/>
              <a:p>
                <a:pPr/>
                <a14:m>
                  <m:oMathPara xmlns:m="http://schemas.openxmlformats.org/officeDocument/2006/math">
                    <m:oMath>
                      <m:sSub>
                        <m:sSubPr>
                          <m:ctrlPr>
                            <a:rPr lang="de-DE" b="0" i="1" smtClean="0">
                              <a:solidFill>
                                <a:schemeClr val="bg1"/>
                              </a:solidFill>
                              <a:latin typeface="Cambria Math" panose="02040503050406030204" pitchFamily="18" charset="0"/>
                            </a:rPr>
                          </m:ctrlPr>
                        </m:sSubPr>
                        <m:e>
                          <m:r>
                            <m:rPr>
                              <m:sty m:val="p"/>
                            </m:rPr>
                            <a:rPr lang="de-DE" b="0" i="1" smtClean="0">
                              <a:solidFill>
                                <a:schemeClr val="bg1"/>
                              </a:solidFill>
                              <a:latin typeface="Cambria Math" panose="02040503050406030204" pitchFamily="18" charset="0"/>
                            </a:rPr>
                            <m:t>r</m:t>
                          </m:r>
                        </m:e>
                        <m:sub>
                          <m:r>
                            <m:rPr>
                              <m:sty m:val="p"/>
                            </m:rPr>
                            <a:rPr lang="de-DE" b="0" i="1" smtClean="0">
                              <a:solidFill>
                                <a:schemeClr val="bg1"/>
                              </a:solidFill>
                              <a:latin typeface="Cambria Math" panose="02040503050406030204" pitchFamily="18" charset="0"/>
                            </a:rPr>
                            <m:t>Nb</m:t>
                          </m:r>
                        </m:sub>
                      </m:sSub>
                    </m:oMath>
                  </m:oMathPara>
                </a14:m>
                <a:endParaRPr lang="en-US" dirty="0">
                  <a:solidFill>
                    <a:schemeClr val="bg1"/>
                  </a:solidFill>
                </a:endParaRPr>
              </a:p>
            </p:txBody>
          </p:sp>
        </mc:Choice>
        <mc:Fallback xmlns="">
          <p:sp>
            <p:nvSpPr>
              <p:cNvPr id="92" name="TextBox 91">
                <a:extLst>
                  <a:ext uri="{FF2B5EF4-FFF2-40B4-BE49-F238E27FC236}">
                    <a16:creationId xmlns:a16="http://schemas.microsoft.com/office/drawing/2014/main" id="{2D3C1584-EB7F-5B62-2E08-89C33E9A458E}"/>
                  </a:ext>
                </a:extLst>
              </p:cNvPr>
              <p:cNvSpPr txBox="1">
                <a:spLocks noRot="1" noChangeAspect="1" noMove="1" noResize="1" noEditPoints="1" noAdjustHandles="1" noChangeArrowheads="1" noChangeShapeType="1" noTextEdit="1"/>
              </p:cNvSpPr>
              <p:nvPr/>
            </p:nvSpPr>
            <p:spPr>
              <a:xfrm>
                <a:off x="9565904" y="2125150"/>
                <a:ext cx="421017" cy="369332"/>
              </a:xfrm>
              <a:prstGeom prst="rect">
                <a:avLst/>
              </a:prstGeom>
              <a:blipFill>
                <a:blip r:embed="rId26"/>
                <a:stretch>
                  <a:fillRect r="-13043"/>
                </a:stretch>
              </a:blipFill>
            </p:spPr>
            <p:txBody>
              <a:bodyPr/>
              <a:lstStyle/>
              <a:p>
                <a:r>
                  <a:rPr lang="en-US">
                    <a:noFill/>
                  </a:rPr>
                  <a:t> </a:t>
                </a:r>
              </a:p>
            </p:txBody>
          </p:sp>
        </mc:Fallback>
      </mc:AlternateContent>
      <p:cxnSp>
        <p:nvCxnSpPr>
          <p:cNvPr id="94" name="Straight Connector 93">
            <a:extLst>
              <a:ext uri="{FF2B5EF4-FFF2-40B4-BE49-F238E27FC236}">
                <a16:creationId xmlns:a16="http://schemas.microsoft.com/office/drawing/2014/main" id="{BD934B4F-608B-C335-32F2-1EB8687817AE}"/>
              </a:ext>
            </a:extLst>
          </p:cNvPr>
          <p:cNvCxnSpPr>
            <a:cxnSpLocks/>
          </p:cNvCxnSpPr>
          <p:nvPr/>
        </p:nvCxnSpPr>
        <p:spPr>
          <a:xfrm>
            <a:off x="7775840" y="804799"/>
            <a:ext cx="8451" cy="559993"/>
          </a:xfrm>
          <a:prstGeom prst="line">
            <a:avLst/>
          </a:prstGeom>
        </p:spPr>
        <p:style>
          <a:lnRef idx="2">
            <a:schemeClr val="accent1"/>
          </a:lnRef>
          <a:fillRef idx="0">
            <a:schemeClr val="accent1"/>
          </a:fillRef>
          <a:effectRef idx="1">
            <a:schemeClr val="accent1"/>
          </a:effectRef>
          <a:fontRef idx="minor">
            <a:schemeClr val="tx1"/>
          </a:fontRef>
        </p:style>
      </p:cxnSp>
      <p:sp>
        <p:nvSpPr>
          <p:cNvPr id="95" name="Rectangle 94">
            <a:extLst>
              <a:ext uri="{FF2B5EF4-FFF2-40B4-BE49-F238E27FC236}">
                <a16:creationId xmlns:a16="http://schemas.microsoft.com/office/drawing/2014/main" id="{25CDC29F-8F5D-A118-927F-C277B7CFFAF3}"/>
              </a:ext>
            </a:extLst>
          </p:cNvPr>
          <p:cNvSpPr/>
          <p:nvPr/>
        </p:nvSpPr>
        <p:spPr>
          <a:xfrm>
            <a:off x="8320022" y="154515"/>
            <a:ext cx="3073000" cy="2537212"/>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96" name="TextBox 95">
            <a:extLst>
              <a:ext uri="{FF2B5EF4-FFF2-40B4-BE49-F238E27FC236}">
                <a16:creationId xmlns:a16="http://schemas.microsoft.com/office/drawing/2014/main" id="{F40E5A2F-51B1-7F53-64A1-F8FBE2EEE007}"/>
              </a:ext>
            </a:extLst>
          </p:cNvPr>
          <p:cNvSpPr txBox="1"/>
          <p:nvPr/>
        </p:nvSpPr>
        <p:spPr>
          <a:xfrm>
            <a:off x="8334900" y="185045"/>
            <a:ext cx="473206" cy="338554"/>
          </a:xfrm>
          <a:prstGeom prst="rect">
            <a:avLst/>
          </a:prstGeom>
          <a:noFill/>
        </p:spPr>
        <p:txBody>
          <a:bodyPr wrap="none" rtlCol="0">
            <a:spAutoFit/>
          </a:bodyPr>
          <a:lstStyle/>
          <a:p>
            <a:r>
              <a:rPr lang="en-US" sz="1600" dirty="0"/>
              <a:t>NN</a:t>
            </a:r>
          </a:p>
        </p:txBody>
      </p:sp>
      <p:sp>
        <p:nvSpPr>
          <p:cNvPr id="100" name="Rectangle 99">
            <a:extLst>
              <a:ext uri="{FF2B5EF4-FFF2-40B4-BE49-F238E27FC236}">
                <a16:creationId xmlns:a16="http://schemas.microsoft.com/office/drawing/2014/main" id="{F77B351F-DD5A-1394-A18D-B84597C129AE}"/>
              </a:ext>
            </a:extLst>
          </p:cNvPr>
          <p:cNvSpPr/>
          <p:nvPr/>
        </p:nvSpPr>
        <p:spPr>
          <a:xfrm>
            <a:off x="3858454" y="3364908"/>
            <a:ext cx="3708070" cy="347966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1" name="Picture 110">
            <a:extLst>
              <a:ext uri="{FF2B5EF4-FFF2-40B4-BE49-F238E27FC236}">
                <a16:creationId xmlns:a16="http://schemas.microsoft.com/office/drawing/2014/main" id="{94CCDDD7-8C85-1A01-8BE6-20DB97EE30A5}"/>
              </a:ext>
            </a:extLst>
          </p:cNvPr>
          <p:cNvPicPr>
            <a:picLocks noChangeAspect="1"/>
          </p:cNvPicPr>
          <p:nvPr/>
        </p:nvPicPr>
        <p:blipFill>
          <a:blip r:embed="rId3"/>
          <a:srcRect l="25538" t="6542" r="31911" b="10234"/>
          <a:stretch>
            <a:fillRect/>
          </a:stretch>
        </p:blipFill>
        <p:spPr>
          <a:xfrm rot="10119253">
            <a:off x="3161619" y="4323992"/>
            <a:ext cx="354848" cy="462687"/>
          </a:xfrm>
          <a:prstGeom prst="rect">
            <a:avLst/>
          </a:prstGeom>
        </p:spPr>
      </p:pic>
      <p:pic>
        <p:nvPicPr>
          <p:cNvPr id="113" name="Picture 112">
            <a:extLst>
              <a:ext uri="{FF2B5EF4-FFF2-40B4-BE49-F238E27FC236}">
                <a16:creationId xmlns:a16="http://schemas.microsoft.com/office/drawing/2014/main" id="{80DF4DCE-DA59-B7EF-6A45-38E4B1FB909C}"/>
              </a:ext>
            </a:extLst>
          </p:cNvPr>
          <p:cNvPicPr>
            <a:picLocks noChangeAspect="1"/>
          </p:cNvPicPr>
          <p:nvPr/>
        </p:nvPicPr>
        <p:blipFill>
          <a:blip r:embed="rId3"/>
          <a:srcRect l="25538" t="6542" r="31911" b="10234"/>
          <a:stretch>
            <a:fillRect/>
          </a:stretch>
        </p:blipFill>
        <p:spPr>
          <a:xfrm rot="10119253">
            <a:off x="3413983" y="4011053"/>
            <a:ext cx="354848" cy="462687"/>
          </a:xfrm>
          <a:prstGeom prst="rect">
            <a:avLst/>
          </a:prstGeom>
        </p:spPr>
      </p:pic>
      <p:pic>
        <p:nvPicPr>
          <p:cNvPr id="115" name="Picture 114">
            <a:extLst>
              <a:ext uri="{FF2B5EF4-FFF2-40B4-BE49-F238E27FC236}">
                <a16:creationId xmlns:a16="http://schemas.microsoft.com/office/drawing/2014/main" id="{CB985C87-9F30-F290-8F20-92243B12325A}"/>
              </a:ext>
            </a:extLst>
          </p:cNvPr>
          <p:cNvPicPr>
            <a:picLocks noChangeAspect="1"/>
          </p:cNvPicPr>
          <p:nvPr/>
        </p:nvPicPr>
        <p:blipFill>
          <a:blip r:embed="rId3"/>
          <a:srcRect l="25538" t="6542" r="31911" b="10234"/>
          <a:stretch>
            <a:fillRect/>
          </a:stretch>
        </p:blipFill>
        <p:spPr>
          <a:xfrm rot="10119253">
            <a:off x="2909255" y="4156185"/>
            <a:ext cx="354848" cy="462687"/>
          </a:xfrm>
          <a:prstGeom prst="rect">
            <a:avLst/>
          </a:prstGeom>
        </p:spPr>
      </p:pic>
      <p:pic>
        <p:nvPicPr>
          <p:cNvPr id="117" name="Picture 116">
            <a:extLst>
              <a:ext uri="{FF2B5EF4-FFF2-40B4-BE49-F238E27FC236}">
                <a16:creationId xmlns:a16="http://schemas.microsoft.com/office/drawing/2014/main" id="{9E80FBA1-9ACE-B26E-8748-84800172F4E4}"/>
              </a:ext>
            </a:extLst>
          </p:cNvPr>
          <p:cNvPicPr>
            <a:picLocks noChangeAspect="1"/>
          </p:cNvPicPr>
          <p:nvPr/>
        </p:nvPicPr>
        <p:blipFill>
          <a:blip r:embed="rId3"/>
          <a:srcRect l="25538" t="6542" r="31911" b="10234"/>
          <a:stretch>
            <a:fillRect/>
          </a:stretch>
        </p:blipFill>
        <p:spPr>
          <a:xfrm rot="10119253">
            <a:off x="3143493" y="4023812"/>
            <a:ext cx="354848" cy="462687"/>
          </a:xfrm>
          <a:prstGeom prst="rect">
            <a:avLst/>
          </a:prstGeom>
        </p:spPr>
      </p:pic>
      <p:cxnSp>
        <p:nvCxnSpPr>
          <p:cNvPr id="119" name="Straight Connector 118">
            <a:extLst>
              <a:ext uri="{FF2B5EF4-FFF2-40B4-BE49-F238E27FC236}">
                <a16:creationId xmlns:a16="http://schemas.microsoft.com/office/drawing/2014/main" id="{128972D6-32D9-A200-48E7-C87CFBBBB579}"/>
              </a:ext>
            </a:extLst>
          </p:cNvPr>
          <p:cNvCxnSpPr>
            <a:cxnSpLocks/>
          </p:cNvCxnSpPr>
          <p:nvPr/>
        </p:nvCxnSpPr>
        <p:spPr>
          <a:xfrm>
            <a:off x="3899316" y="4387528"/>
            <a:ext cx="3454616" cy="0"/>
          </a:xfrm>
          <a:prstGeom prst="line">
            <a:avLst/>
          </a:prstGeom>
          <a:ln w="22225">
            <a:prstDash val="dash"/>
          </a:ln>
        </p:spPr>
        <p:style>
          <a:lnRef idx="2">
            <a:schemeClr val="accent1"/>
          </a:lnRef>
          <a:fillRef idx="0">
            <a:schemeClr val="accent1"/>
          </a:fillRef>
          <a:effectRef idx="1">
            <a:schemeClr val="accent1"/>
          </a:effectRef>
          <a:fontRef idx="minor">
            <a:schemeClr val="tx1"/>
          </a:fontRef>
        </p:style>
      </p:cxnSp>
      <p:sp>
        <p:nvSpPr>
          <p:cNvPr id="122" name="TextBox 121">
            <a:extLst>
              <a:ext uri="{FF2B5EF4-FFF2-40B4-BE49-F238E27FC236}">
                <a16:creationId xmlns:a16="http://schemas.microsoft.com/office/drawing/2014/main" id="{CBFA6EEA-C646-D1ED-3350-F406CE3C4308}"/>
              </a:ext>
            </a:extLst>
          </p:cNvPr>
          <p:cNvSpPr txBox="1"/>
          <p:nvPr/>
        </p:nvSpPr>
        <p:spPr>
          <a:xfrm>
            <a:off x="2166526" y="3679019"/>
            <a:ext cx="1588640" cy="338554"/>
          </a:xfrm>
          <a:prstGeom prst="rect">
            <a:avLst/>
          </a:prstGeom>
          <a:noFill/>
        </p:spPr>
        <p:txBody>
          <a:bodyPr wrap="none" rtlCol="0">
            <a:spAutoFit/>
          </a:bodyPr>
          <a:lstStyle/>
          <a:p>
            <a:pPr algn="ctr"/>
            <a:r>
              <a:rPr lang="en-US" sz="1600" dirty="0">
                <a:ln/>
                <a:solidFill>
                  <a:srgbClr val="000000"/>
                </a:solidFill>
                <a:latin typeface="Arial"/>
                <a:cs typeface="Arial"/>
                <a:sym typeface="Arial"/>
                <a:rtl val="0"/>
              </a:rPr>
              <a:t>  </a:t>
            </a:r>
            <a:r>
              <a:rPr lang="en-US" sz="1600" spc="0" baseline="0" dirty="0">
                <a:ln/>
                <a:solidFill>
                  <a:srgbClr val="000000"/>
                </a:solidFill>
                <a:latin typeface="Arial"/>
                <a:cs typeface="Arial"/>
                <a:sym typeface="Arial"/>
                <a:rtl val="0"/>
              </a:rPr>
              <a:t>Antenna Array</a:t>
            </a:r>
            <a:endParaRPr lang="en-US" sz="1600" dirty="0">
              <a:ln/>
              <a:solidFill>
                <a:srgbClr val="000000"/>
              </a:solidFill>
              <a:latin typeface="Arial"/>
              <a:cs typeface="Arial"/>
              <a:sym typeface="Arial"/>
              <a:rtl val="0"/>
            </a:endParaRPr>
          </a:p>
        </p:txBody>
      </p:sp>
      <p:sp>
        <p:nvSpPr>
          <p:cNvPr id="124" name="TextBox 123">
            <a:extLst>
              <a:ext uri="{FF2B5EF4-FFF2-40B4-BE49-F238E27FC236}">
                <a16:creationId xmlns:a16="http://schemas.microsoft.com/office/drawing/2014/main" id="{8AAF0065-7770-3101-3198-D7F1A1C1C586}"/>
              </a:ext>
            </a:extLst>
          </p:cNvPr>
          <p:cNvSpPr txBox="1"/>
          <p:nvPr/>
        </p:nvSpPr>
        <p:spPr>
          <a:xfrm>
            <a:off x="4655755" y="2947727"/>
            <a:ext cx="1813317" cy="338554"/>
          </a:xfrm>
          <a:prstGeom prst="rect">
            <a:avLst/>
          </a:prstGeom>
          <a:noFill/>
        </p:spPr>
        <p:txBody>
          <a:bodyPr wrap="none" rtlCol="0">
            <a:spAutoFit/>
          </a:bodyPr>
          <a:lstStyle/>
          <a:p>
            <a:pPr algn="ctr"/>
            <a:r>
              <a:rPr lang="en-US" sz="1600" dirty="0">
                <a:ln/>
                <a:solidFill>
                  <a:srgbClr val="000000"/>
                </a:solidFill>
                <a:latin typeface="Arial"/>
                <a:cs typeface="Arial"/>
                <a:sym typeface="Arial"/>
                <a:rtl val="0"/>
              </a:rPr>
              <a:t>Chemical Reactor</a:t>
            </a:r>
          </a:p>
        </p:txBody>
      </p:sp>
    </p:spTree>
    <p:extLst>
      <p:ext uri="{BB962C8B-B14F-4D97-AF65-F5344CB8AC3E}">
        <p14:creationId xmlns:p14="http://schemas.microsoft.com/office/powerpoint/2010/main" val="92918529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886FDA-0916-A5E4-A2DB-FDCBDCC77843}"/>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73EA366-B66B-7517-89A7-3318E2525376}"/>
              </a:ext>
            </a:extLst>
          </p:cNvPr>
          <p:cNvSpPr>
            <a:spLocks noGrp="1"/>
          </p:cNvSpPr>
          <p:nvPr>
            <p:ph type="sldNum" sz="quarter" idx="12"/>
          </p:nvPr>
        </p:nvSpPr>
        <p:spPr/>
        <p:txBody>
          <a:bodyPr/>
          <a:lstStyle/>
          <a:p>
            <a:fld id="{250B62C5-2ACF-4D78-8FF3-37371B948607}" type="slidenum">
              <a:rPr lang="en-US" smtClean="0"/>
              <a:t>81</a:t>
            </a:fld>
            <a:endParaRPr lang="en-US" dirty="0"/>
          </a:p>
        </p:txBody>
      </p:sp>
      <p:sp>
        <p:nvSpPr>
          <p:cNvPr id="43" name="Rectangle: Rounded Corners 42">
            <a:extLst>
              <a:ext uri="{FF2B5EF4-FFF2-40B4-BE49-F238E27FC236}">
                <a16:creationId xmlns:a16="http://schemas.microsoft.com/office/drawing/2014/main" id="{54FFC7DB-A5EA-A23E-BD61-39E22670C7FB}"/>
              </a:ext>
            </a:extLst>
          </p:cNvPr>
          <p:cNvSpPr/>
          <p:nvPr/>
        </p:nvSpPr>
        <p:spPr>
          <a:xfrm>
            <a:off x="10668919" y="143935"/>
            <a:ext cx="1522517" cy="91440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Algorithm </a:t>
            </a:r>
          </a:p>
        </p:txBody>
      </p:sp>
      <p:sp>
        <p:nvSpPr>
          <p:cNvPr id="44" name="Rectangle: Rounded Corners 43">
            <a:extLst>
              <a:ext uri="{FF2B5EF4-FFF2-40B4-BE49-F238E27FC236}">
                <a16:creationId xmlns:a16="http://schemas.microsoft.com/office/drawing/2014/main" id="{FFD10628-66C9-D904-3401-FF6BD4575C5E}"/>
              </a:ext>
            </a:extLst>
          </p:cNvPr>
          <p:cNvSpPr/>
          <p:nvPr/>
        </p:nvSpPr>
        <p:spPr>
          <a:xfrm>
            <a:off x="10668919" y="1568281"/>
            <a:ext cx="1522517" cy="914400"/>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Chemical Reactions </a:t>
            </a:r>
          </a:p>
        </p:txBody>
      </p:sp>
      <p:sp>
        <p:nvSpPr>
          <p:cNvPr id="45" name="Rectangle: Rounded Corners 44">
            <a:extLst>
              <a:ext uri="{FF2B5EF4-FFF2-40B4-BE49-F238E27FC236}">
                <a16:creationId xmlns:a16="http://schemas.microsoft.com/office/drawing/2014/main" id="{29C36305-AE8C-1715-E206-BB6CC4E15650}"/>
              </a:ext>
            </a:extLst>
          </p:cNvPr>
          <p:cNvSpPr/>
          <p:nvPr/>
        </p:nvSpPr>
        <p:spPr>
          <a:xfrm>
            <a:off x="10668919" y="2992627"/>
            <a:ext cx="1522517" cy="91440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Metabolic Network</a:t>
            </a:r>
          </a:p>
        </p:txBody>
      </p:sp>
      <p:sp>
        <p:nvSpPr>
          <p:cNvPr id="46" name="Rectangle: Rounded Corners 45">
            <a:extLst>
              <a:ext uri="{FF2B5EF4-FFF2-40B4-BE49-F238E27FC236}">
                <a16:creationId xmlns:a16="http://schemas.microsoft.com/office/drawing/2014/main" id="{36A5010F-D9FA-908C-AB62-866325D65FC2}"/>
              </a:ext>
            </a:extLst>
          </p:cNvPr>
          <p:cNvSpPr/>
          <p:nvPr/>
        </p:nvSpPr>
        <p:spPr>
          <a:xfrm>
            <a:off x="10668919" y="4416973"/>
            <a:ext cx="1522517" cy="914400"/>
          </a:xfrm>
          <a:prstGeom prst="round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THz Actuation</a:t>
            </a:r>
          </a:p>
        </p:txBody>
      </p:sp>
      <p:cxnSp>
        <p:nvCxnSpPr>
          <p:cNvPr id="47" name="Straight Arrow Connector 46">
            <a:extLst>
              <a:ext uri="{FF2B5EF4-FFF2-40B4-BE49-F238E27FC236}">
                <a16:creationId xmlns:a16="http://schemas.microsoft.com/office/drawing/2014/main" id="{F7FFFF3A-AED6-E576-7780-3D5D9DEAE096}"/>
              </a:ext>
            </a:extLst>
          </p:cNvPr>
          <p:cNvCxnSpPr>
            <a:stCxn id="43" idx="2"/>
            <a:endCxn id="44" idx="0"/>
          </p:cNvCxnSpPr>
          <p:nvPr/>
        </p:nvCxnSpPr>
        <p:spPr>
          <a:xfrm>
            <a:off x="11430178" y="1058335"/>
            <a:ext cx="0" cy="509946"/>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48" name="Straight Arrow Connector 47">
            <a:extLst>
              <a:ext uri="{FF2B5EF4-FFF2-40B4-BE49-F238E27FC236}">
                <a16:creationId xmlns:a16="http://schemas.microsoft.com/office/drawing/2014/main" id="{23CABB17-59DF-3E29-497A-0D6585BFC9B9}"/>
              </a:ext>
            </a:extLst>
          </p:cNvPr>
          <p:cNvCxnSpPr>
            <a:cxnSpLocks/>
            <a:stCxn id="44" idx="2"/>
            <a:endCxn id="45" idx="0"/>
          </p:cNvCxnSpPr>
          <p:nvPr/>
        </p:nvCxnSpPr>
        <p:spPr>
          <a:xfrm>
            <a:off x="11430178" y="2482681"/>
            <a:ext cx="0" cy="509946"/>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49" name="Straight Arrow Connector 48">
            <a:extLst>
              <a:ext uri="{FF2B5EF4-FFF2-40B4-BE49-F238E27FC236}">
                <a16:creationId xmlns:a16="http://schemas.microsoft.com/office/drawing/2014/main" id="{9F56CE00-076A-1C2A-169B-E269DE21FEFF}"/>
              </a:ext>
            </a:extLst>
          </p:cNvPr>
          <p:cNvCxnSpPr>
            <a:cxnSpLocks/>
            <a:stCxn id="46" idx="0"/>
          </p:cNvCxnSpPr>
          <p:nvPr/>
        </p:nvCxnSpPr>
        <p:spPr>
          <a:xfrm flipV="1">
            <a:off x="11430178" y="3907027"/>
            <a:ext cx="0" cy="509946"/>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pic>
        <p:nvPicPr>
          <p:cNvPr id="2050" name="Picture 2">
            <a:extLst>
              <a:ext uri="{FF2B5EF4-FFF2-40B4-BE49-F238E27FC236}">
                <a16:creationId xmlns:a16="http://schemas.microsoft.com/office/drawing/2014/main" id="{DD492981-1B4F-154B-2F9A-FDFEE37404F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6745" t="4225" r="15412" b="7108"/>
          <a:stretch>
            <a:fillRect/>
          </a:stretch>
        </p:blipFill>
        <p:spPr bwMode="auto">
          <a:xfrm>
            <a:off x="112073" y="1108601"/>
            <a:ext cx="2271032" cy="2968099"/>
          </a:xfrm>
          <a:prstGeom prst="rect">
            <a:avLst/>
          </a:prstGeom>
          <a:noFill/>
          <a:extLst>
            <a:ext uri="{909E8E84-426E-40DD-AFC4-6F175D3DCCD1}">
              <a14:hiddenFill xmlns:a14="http://schemas.microsoft.com/office/drawing/2010/main">
                <a:solidFill>
                  <a:srgbClr val="FFFFFF"/>
                </a:solidFill>
              </a14:hiddenFill>
            </a:ext>
          </a:extLst>
        </p:spPr>
      </p:pic>
      <p:sp>
        <p:nvSpPr>
          <p:cNvPr id="83" name="TextBox 82">
            <a:extLst>
              <a:ext uri="{FF2B5EF4-FFF2-40B4-BE49-F238E27FC236}">
                <a16:creationId xmlns:a16="http://schemas.microsoft.com/office/drawing/2014/main" id="{6DDBD8ED-5FAE-C80E-7139-5BBC3133A025}"/>
              </a:ext>
            </a:extLst>
          </p:cNvPr>
          <p:cNvSpPr txBox="1"/>
          <p:nvPr/>
        </p:nvSpPr>
        <p:spPr>
          <a:xfrm>
            <a:off x="102393" y="143935"/>
            <a:ext cx="3231042" cy="907941"/>
          </a:xfrm>
          <a:prstGeom prst="rect">
            <a:avLst/>
          </a:prstGeom>
          <a:noFill/>
        </p:spPr>
        <p:txBody>
          <a:bodyPr wrap="square">
            <a:spAutoFit/>
          </a:bodyPr>
          <a:lstStyle/>
          <a:p>
            <a:pPr>
              <a:spcAft>
                <a:spcPts val="600"/>
              </a:spcAft>
            </a:pPr>
            <a:r>
              <a:rPr lang="es-ES" sz="2400" dirty="0" err="1">
                <a:hlinkClick r:id="rId4"/>
              </a:rPr>
              <a:t>Enzyme</a:t>
            </a:r>
            <a:endParaRPr lang="es-ES" sz="2400" dirty="0">
              <a:hlinkClick r:id="rId4"/>
            </a:endParaRPr>
          </a:p>
          <a:p>
            <a:pPr>
              <a:spcAft>
                <a:spcPts val="600"/>
              </a:spcAft>
            </a:pPr>
            <a:r>
              <a:rPr lang="es-ES" sz="2400" dirty="0">
                <a:hlinkClick r:id="rId4"/>
              </a:rPr>
              <a:t>PBD ID: 1TUB </a:t>
            </a:r>
            <a:endParaRPr lang="en-US" sz="2400" dirty="0"/>
          </a:p>
        </p:txBody>
      </p:sp>
      <p:sp>
        <p:nvSpPr>
          <p:cNvPr id="85" name="TextBox 84">
            <a:extLst>
              <a:ext uri="{FF2B5EF4-FFF2-40B4-BE49-F238E27FC236}">
                <a16:creationId xmlns:a16="http://schemas.microsoft.com/office/drawing/2014/main" id="{39BE3FB1-3008-2FE5-7F57-ED3002C48358}"/>
              </a:ext>
            </a:extLst>
          </p:cNvPr>
          <p:cNvSpPr txBox="1"/>
          <p:nvPr/>
        </p:nvSpPr>
        <p:spPr>
          <a:xfrm>
            <a:off x="2942102" y="23037"/>
            <a:ext cx="2269043" cy="1200329"/>
          </a:xfrm>
          <a:prstGeom prst="rect">
            <a:avLst/>
          </a:prstGeom>
          <a:noFill/>
        </p:spPr>
        <p:txBody>
          <a:bodyPr wrap="square">
            <a:spAutoFit/>
          </a:bodyPr>
          <a:lstStyle/>
          <a:p>
            <a:r>
              <a:rPr lang="en-US" sz="2400" dirty="0"/>
              <a:t>Anisotropic Network</a:t>
            </a:r>
          </a:p>
          <a:p>
            <a:r>
              <a:rPr lang="en-US" sz="2400" dirty="0"/>
              <a:t>Model</a:t>
            </a:r>
          </a:p>
        </p:txBody>
      </p:sp>
      <p:pic>
        <p:nvPicPr>
          <p:cNvPr id="90" name="Picture 89">
            <a:extLst>
              <a:ext uri="{FF2B5EF4-FFF2-40B4-BE49-F238E27FC236}">
                <a16:creationId xmlns:a16="http://schemas.microsoft.com/office/drawing/2014/main" id="{7BD3BB82-2421-9ECA-3E41-FFBCB6E88E41}"/>
              </a:ext>
            </a:extLst>
          </p:cNvPr>
          <p:cNvPicPr>
            <a:picLocks noChangeAspect="1"/>
          </p:cNvPicPr>
          <p:nvPr/>
        </p:nvPicPr>
        <p:blipFill>
          <a:blip r:embed="rId5"/>
          <a:srcRect t="6852" b="5399"/>
          <a:stretch>
            <a:fillRect/>
          </a:stretch>
        </p:blipFill>
        <p:spPr>
          <a:xfrm>
            <a:off x="2606297" y="1344264"/>
            <a:ext cx="2384803" cy="2968099"/>
          </a:xfrm>
          <a:prstGeom prst="rect">
            <a:avLst/>
          </a:prstGeom>
        </p:spPr>
      </p:pic>
      <mc:AlternateContent xmlns:mc="http://schemas.openxmlformats.org/markup-compatibility/2006" xmlns:a14="http://schemas.microsoft.com/office/drawing/2010/main">
        <mc:Choice Requires="a14">
          <p:sp>
            <p:nvSpPr>
              <p:cNvPr id="105" name="TextBox 104">
                <a:extLst>
                  <a:ext uri="{FF2B5EF4-FFF2-40B4-BE49-F238E27FC236}">
                    <a16:creationId xmlns:a16="http://schemas.microsoft.com/office/drawing/2014/main" id="{BF309272-F6DC-735C-93A4-24FAE8BB2F57}"/>
                  </a:ext>
                </a:extLst>
              </p:cNvPr>
              <p:cNvSpPr txBox="1"/>
              <p:nvPr/>
            </p:nvSpPr>
            <p:spPr>
              <a:xfrm>
                <a:off x="5466503" y="4467904"/>
                <a:ext cx="3532698" cy="953018"/>
              </a:xfrm>
              <a:prstGeom prst="rect">
                <a:avLst/>
              </a:prstGeom>
              <a:noFill/>
            </p:spPr>
            <p:txBody>
              <a:bodyPr wrap="none" lIns="0" tIns="0" rIns="0" bIns="0" rtlCol="0">
                <a:spAutoFit/>
              </a:bodyPr>
              <a:lstStyle/>
              <a:p>
                <a:pPr/>
                <a14:m>
                  <m:oMathPara xmlns:m="http://schemas.openxmlformats.org/officeDocument/2006/math">
                    <m:oMath>
                      <m:sSub>
                        <m:sSubPr>
                          <m:ctrlPr>
                            <a:rPr lang="en-US" sz="2400" i="1">
                              <a:latin typeface="Cambria Math" panose="02040503050406030204" pitchFamily="18" charset="0"/>
                            </a:rPr>
                          </m:ctrlPr>
                        </m:sSubPr>
                        <m:e>
                          <m:r>
                            <a:rPr lang="en-US" sz="2400" i="1">
                              <a:latin typeface="Cambria Math" panose="02040503050406030204" pitchFamily="18" charset="0"/>
                            </a:rPr>
                            <m:t>𝑝</m:t>
                          </m:r>
                        </m:e>
                        <m:sub>
                          <m:r>
                            <a:rPr lang="en-US" sz="2400" i="1">
                              <a:latin typeface="Cambria Math" panose="02040503050406030204" pitchFamily="18" charset="0"/>
                            </a:rPr>
                            <m:t>𝑈</m:t>
                          </m:r>
                        </m:sub>
                      </m:sSub>
                      <m:r>
                        <a:rPr lang="en-US" sz="2400" i="1">
                          <a:latin typeface="Cambria Math" panose="02040503050406030204" pitchFamily="18" charset="0"/>
                        </a:rPr>
                        <m:t>=1−</m:t>
                      </m:r>
                      <m:f>
                        <m:fPr>
                          <m:ctrlPr>
                            <a:rPr lang="en-US" sz="2400" i="1">
                              <a:latin typeface="Cambria Math" panose="02040503050406030204" pitchFamily="18" charset="0"/>
                            </a:rPr>
                          </m:ctrlPr>
                        </m:fPr>
                        <m:num>
                          <m:r>
                            <a:rPr lang="en-US" sz="2400" i="1">
                              <a:latin typeface="Cambria Math" panose="02040503050406030204" pitchFamily="18" charset="0"/>
                            </a:rPr>
                            <m:t>1</m:t>
                          </m:r>
                        </m:num>
                        <m:den>
                          <m:r>
                            <a:rPr lang="en-US" sz="2400" i="1">
                              <a:latin typeface="Cambria Math" panose="02040503050406030204" pitchFamily="18" charset="0"/>
                            </a:rPr>
                            <m:t>1+</m:t>
                          </m:r>
                          <m:sSup>
                            <m:sSupPr>
                              <m:ctrlPr>
                                <a:rPr lang="de-DE" sz="2400" b="0" i="1" smtClean="0">
                                  <a:latin typeface="Cambria Math" panose="02040503050406030204" pitchFamily="18" charset="0"/>
                                </a:rPr>
                              </m:ctrlPr>
                            </m:sSupPr>
                            <m:e>
                              <m:r>
                                <a:rPr lang="de-DE" sz="2400" b="0" i="1" smtClean="0">
                                  <a:latin typeface="Cambria Math" panose="02040503050406030204" pitchFamily="18" charset="0"/>
                                </a:rPr>
                                <m:t>𝑒</m:t>
                              </m:r>
                            </m:e>
                            <m:sup>
                              <m:d>
                                <m:dPr>
                                  <m:ctrlPr>
                                    <a:rPr lang="en-US" sz="2400" i="1">
                                      <a:latin typeface="Cambria Math" panose="02040503050406030204" pitchFamily="18" charset="0"/>
                                    </a:rPr>
                                  </m:ctrlPr>
                                </m:dPr>
                                <m:e>
                                  <m:f>
                                    <m:fPr>
                                      <m:ctrlPr>
                                        <a:rPr lang="en-US" sz="2400">
                                          <a:latin typeface="Cambria Math" panose="02040503050406030204" pitchFamily="18" charset="0"/>
                                        </a:rPr>
                                      </m:ctrlPr>
                                    </m:fPr>
                                    <m:num>
                                      <m:r>
                                        <m:rPr>
                                          <m:sty m:val="p"/>
                                        </m:rPr>
                                        <a:rPr lang="en-US" sz="2400">
                                          <a:latin typeface="Cambria Math" panose="02040503050406030204" pitchFamily="18" charset="0"/>
                                        </a:rPr>
                                        <m:t>Δ</m:t>
                                      </m:r>
                                      <m:r>
                                        <a:rPr lang="en-US" sz="2400" i="1">
                                          <a:latin typeface="Cambria Math" panose="02040503050406030204" pitchFamily="18" charset="0"/>
                                        </a:rPr>
                                        <m:t>𝐸</m:t>
                                      </m:r>
                                      <m:r>
                                        <a:rPr lang="en-US" sz="2400" i="1">
                                          <a:latin typeface="Cambria Math" panose="02040503050406030204" pitchFamily="18" charset="0"/>
                                        </a:rPr>
                                        <m:t>−</m:t>
                                      </m:r>
                                      <m:sSub>
                                        <m:sSubPr>
                                          <m:ctrlPr>
                                            <a:rPr lang="en-US" sz="2400" i="1">
                                              <a:solidFill>
                                                <a:srgbClr val="C00000"/>
                                              </a:solidFill>
                                              <a:latin typeface="Cambria Math" panose="02040503050406030204" pitchFamily="18" charset="0"/>
                                            </a:rPr>
                                          </m:ctrlPr>
                                        </m:sSubPr>
                                        <m:e>
                                          <m:d>
                                            <m:dPr>
                                              <m:begChr m:val="⟨"/>
                                              <m:endChr m:val="⟩"/>
                                              <m:ctrlPr>
                                                <a:rPr lang="en-US" sz="2400" i="1">
                                                  <a:solidFill>
                                                    <a:srgbClr val="C00000"/>
                                                  </a:solidFill>
                                                  <a:latin typeface="Cambria Math" panose="02040503050406030204" pitchFamily="18" charset="0"/>
                                                </a:rPr>
                                              </m:ctrlPr>
                                            </m:dPr>
                                            <m:e>
                                              <m:sSub>
                                                <m:sSubPr>
                                                  <m:ctrlPr>
                                                    <a:rPr lang="en-US" sz="2400" i="1">
                                                      <a:solidFill>
                                                        <a:srgbClr val="C00000"/>
                                                      </a:solidFill>
                                                      <a:latin typeface="Cambria Math" panose="02040503050406030204" pitchFamily="18" charset="0"/>
                                                    </a:rPr>
                                                  </m:ctrlPr>
                                                </m:sSubPr>
                                                <m:e>
                                                  <m:r>
                                                    <a:rPr lang="en-US" sz="2400" i="1">
                                                      <a:solidFill>
                                                        <a:srgbClr val="C00000"/>
                                                      </a:solidFill>
                                                      <a:latin typeface="Cambria Math" panose="02040503050406030204" pitchFamily="18" charset="0"/>
                                                    </a:rPr>
                                                    <m:t>𝐸</m:t>
                                                  </m:r>
                                                </m:e>
                                                <m:sub>
                                                  <m:r>
                                                    <m:rPr>
                                                      <m:sty m:val="p"/>
                                                    </m:rPr>
                                                    <a:rPr lang="en-US" sz="2400" i="0">
                                                      <a:solidFill>
                                                        <a:srgbClr val="C00000"/>
                                                      </a:solidFill>
                                                      <a:latin typeface="Cambria Math" panose="02040503050406030204" pitchFamily="18" charset="0"/>
                                                    </a:rPr>
                                                    <m:t>tot</m:t>
                                                  </m:r>
                                                </m:sub>
                                              </m:sSub>
                                            </m:e>
                                          </m:d>
                                        </m:e>
                                        <m:sub>
                                          <m:r>
                                            <a:rPr lang="en-US" sz="2400" i="1">
                                              <a:solidFill>
                                                <a:srgbClr val="C00000"/>
                                              </a:solidFill>
                                              <a:latin typeface="Cambria Math" panose="02040503050406030204" pitchFamily="18" charset="0"/>
                                            </a:rPr>
                                            <m:t>𝑠𝑠</m:t>
                                          </m:r>
                                        </m:sub>
                                      </m:sSub>
                                    </m:num>
                                    <m:den>
                                      <m:sSub>
                                        <m:sSubPr>
                                          <m:ctrlPr>
                                            <a:rPr lang="en-US" sz="2400" i="1">
                                              <a:latin typeface="Cambria Math" panose="02040503050406030204" pitchFamily="18" charset="0"/>
                                            </a:rPr>
                                          </m:ctrlPr>
                                        </m:sSubPr>
                                        <m:e>
                                          <m:r>
                                            <a:rPr lang="en-US" sz="2400" i="1">
                                              <a:latin typeface="Cambria Math" panose="02040503050406030204" pitchFamily="18" charset="0"/>
                                            </a:rPr>
                                            <m:t>𝑘</m:t>
                                          </m:r>
                                        </m:e>
                                        <m:sub>
                                          <m:r>
                                            <a:rPr lang="en-US" sz="2400" i="1">
                                              <a:latin typeface="Cambria Math" panose="02040503050406030204" pitchFamily="18" charset="0"/>
                                            </a:rPr>
                                            <m:t>𝑏</m:t>
                                          </m:r>
                                        </m:sub>
                                      </m:sSub>
                                      <m:r>
                                        <a:rPr lang="en-US" sz="2400" i="1">
                                          <a:latin typeface="Cambria Math" panose="02040503050406030204" pitchFamily="18" charset="0"/>
                                        </a:rPr>
                                        <m:t>𝑇</m:t>
                                      </m:r>
                                    </m:den>
                                  </m:f>
                                </m:e>
                              </m:d>
                            </m:sup>
                          </m:sSup>
                        </m:den>
                      </m:f>
                    </m:oMath>
                  </m:oMathPara>
                </a14:m>
                <a:endParaRPr lang="en-US" sz="2400" dirty="0"/>
              </a:p>
            </p:txBody>
          </p:sp>
        </mc:Choice>
        <mc:Fallback xmlns="">
          <p:sp>
            <p:nvSpPr>
              <p:cNvPr id="105" name="TextBox 104">
                <a:extLst>
                  <a:ext uri="{FF2B5EF4-FFF2-40B4-BE49-F238E27FC236}">
                    <a16:creationId xmlns:a16="http://schemas.microsoft.com/office/drawing/2014/main" id="{BF309272-F6DC-735C-93A4-24FAE8BB2F57}"/>
                  </a:ext>
                </a:extLst>
              </p:cNvPr>
              <p:cNvSpPr txBox="1">
                <a:spLocks noRot="1" noChangeAspect="1" noMove="1" noResize="1" noEditPoints="1" noAdjustHandles="1" noChangeArrowheads="1" noChangeShapeType="1" noTextEdit="1"/>
              </p:cNvSpPr>
              <p:nvPr/>
            </p:nvSpPr>
            <p:spPr>
              <a:xfrm>
                <a:off x="5466503" y="4467904"/>
                <a:ext cx="3532698" cy="953018"/>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6" name="TextBox 105">
                <a:extLst>
                  <a:ext uri="{FF2B5EF4-FFF2-40B4-BE49-F238E27FC236}">
                    <a16:creationId xmlns:a16="http://schemas.microsoft.com/office/drawing/2014/main" id="{9709DABF-9CF8-BE8A-39AB-43CCA5A9DE6D}"/>
                  </a:ext>
                </a:extLst>
              </p:cNvPr>
              <p:cNvSpPr txBox="1"/>
              <p:nvPr/>
            </p:nvSpPr>
            <p:spPr>
              <a:xfrm>
                <a:off x="4738858" y="5732731"/>
                <a:ext cx="6793911" cy="708143"/>
              </a:xfrm>
              <a:prstGeom prst="rect">
                <a:avLst/>
              </a:prstGeom>
              <a:noFill/>
            </p:spPr>
            <p:txBody>
              <a:bodyPr wrap="none" lIns="0" tIns="0" rIns="0" bIns="0" rtlCol="0">
                <a:spAutoFit/>
              </a:bodyPr>
              <a:lstStyle/>
              <a:p>
                <a:pPr/>
                <a14:m>
                  <m:oMathPara xmlns:m="http://schemas.openxmlformats.org/officeDocument/2006/math">
                    <m:oMath>
                      <m:r>
                        <a:rPr lang="es-ES" sz="2400" i="1" smtClean="0">
                          <a:latin typeface="Cambria Math" panose="02040503050406030204" pitchFamily="18" charset="0"/>
                        </a:rPr>
                        <m:t>⟨</m:t>
                      </m:r>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𝐸</m:t>
                          </m:r>
                        </m:e>
                        <m:sub>
                          <m:r>
                            <m:rPr>
                              <m:sty m:val="p"/>
                            </m:rPr>
                            <a:rPr lang="de-DE" sz="2400" b="0" i="1" smtClean="0">
                              <a:latin typeface="Cambria Math" panose="02040503050406030204" pitchFamily="18" charset="0"/>
                            </a:rPr>
                            <m:t>tot</m:t>
                          </m:r>
                        </m:sub>
                      </m:sSub>
                      <m:r>
                        <a:rPr lang="es-ES" sz="2400" i="1" smtClean="0">
                          <a:latin typeface="Cambria Math" panose="02040503050406030204" pitchFamily="18" charset="0"/>
                        </a:rPr>
                        <m:t> ⟩=</m:t>
                      </m:r>
                      <m:f>
                        <m:fPr>
                          <m:ctrlPr>
                            <a:rPr lang="es-ES" sz="2400" i="1" smtClean="0">
                              <a:solidFill>
                                <a:srgbClr val="C00000"/>
                              </a:solidFill>
                              <a:latin typeface="Cambria Math" panose="02040503050406030204" pitchFamily="18" charset="0"/>
                            </a:rPr>
                          </m:ctrlPr>
                        </m:fPr>
                        <m:num>
                          <m:r>
                            <a:rPr lang="es-ES" sz="2400" i="1" smtClean="0">
                              <a:solidFill>
                                <a:srgbClr val="C00000"/>
                              </a:solidFill>
                              <a:latin typeface="Cambria Math" panose="02040503050406030204" pitchFamily="18" charset="0"/>
                            </a:rPr>
                            <m:t>𝛼</m:t>
                          </m:r>
                        </m:num>
                        <m:den>
                          <m:r>
                            <a:rPr lang="de-DE" sz="2400" b="0" i="1" smtClean="0">
                              <a:latin typeface="Cambria Math" panose="02040503050406030204" pitchFamily="18" charset="0"/>
                            </a:rPr>
                            <m:t>4</m:t>
                          </m:r>
                          <m:r>
                            <a:rPr lang="de-DE" sz="2400" b="0" i="1" smtClean="0">
                              <a:latin typeface="Cambria Math" panose="02040503050406030204" pitchFamily="18" charset="0"/>
                              <a:ea typeface="Cambria Math" panose="02040503050406030204" pitchFamily="18" charset="0"/>
                            </a:rPr>
                            <m:t>𝛽</m:t>
                          </m:r>
                          <m:r>
                            <a:rPr lang="de-DE" sz="2400" b="0" i="1" smtClean="0">
                              <a:latin typeface="Cambria Math" panose="02040503050406030204" pitchFamily="18" charset="0"/>
                              <a:ea typeface="Cambria Math" panose="02040503050406030204" pitchFamily="18" charset="0"/>
                            </a:rPr>
                            <m:t>𝑚</m:t>
                          </m:r>
                          <m:d>
                            <m:dPr>
                              <m:begChr m:val="["/>
                              <m:endChr m:val="]"/>
                              <m:ctrlPr>
                                <a:rPr lang="es-ES" sz="2400" i="1">
                                  <a:latin typeface="Cambria Math" panose="02040503050406030204" pitchFamily="18" charset="0"/>
                                </a:rPr>
                              </m:ctrlPr>
                            </m:dPr>
                            <m:e>
                              <m:sSup>
                                <m:sSupPr>
                                  <m:ctrlPr>
                                    <a:rPr lang="es-ES" sz="2400" i="1">
                                      <a:latin typeface="Cambria Math" panose="02040503050406030204" pitchFamily="18" charset="0"/>
                                    </a:rPr>
                                  </m:ctrlPr>
                                </m:sSupPr>
                                <m:e>
                                  <m:d>
                                    <m:dPr>
                                      <m:ctrlPr>
                                        <a:rPr lang="es-ES" sz="2400" i="1">
                                          <a:latin typeface="Cambria Math" panose="02040503050406030204" pitchFamily="18" charset="0"/>
                                        </a:rPr>
                                      </m:ctrlPr>
                                    </m:dPr>
                                    <m:e>
                                      <m:sSubSup>
                                        <m:sSubSupPr>
                                          <m:ctrlPr>
                                            <a:rPr lang="es-ES" sz="2400" i="1">
                                              <a:latin typeface="Cambria Math" panose="02040503050406030204" pitchFamily="18" charset="0"/>
                                            </a:rPr>
                                          </m:ctrlPr>
                                        </m:sSubSupPr>
                                        <m:e>
                                          <m:r>
                                            <a:rPr lang="es-ES" sz="2400" i="1">
                                              <a:latin typeface="Cambria Math" panose="02040503050406030204" pitchFamily="18" charset="0"/>
                                            </a:rPr>
                                            <m:t>𝜔</m:t>
                                          </m:r>
                                        </m:e>
                                        <m:sub>
                                          <m:r>
                                            <a:rPr lang="es-ES" sz="2400" i="1">
                                              <a:latin typeface="Cambria Math" panose="02040503050406030204" pitchFamily="18" charset="0"/>
                                            </a:rPr>
                                            <m:t>𝑜</m:t>
                                          </m:r>
                                        </m:sub>
                                        <m:sup>
                                          <m:r>
                                            <a:rPr lang="es-ES" sz="2400" i="1">
                                              <a:latin typeface="Cambria Math" panose="02040503050406030204" pitchFamily="18" charset="0"/>
                                            </a:rPr>
                                            <m:t>2</m:t>
                                          </m:r>
                                        </m:sup>
                                      </m:sSubSup>
                                      <m:r>
                                        <a:rPr lang="es-ES" sz="2400" i="1">
                                          <a:latin typeface="Cambria Math" panose="02040503050406030204" pitchFamily="18" charset="0"/>
                                        </a:rPr>
                                        <m:t>−</m:t>
                                      </m:r>
                                      <m:sSubSup>
                                        <m:sSubSupPr>
                                          <m:ctrlPr>
                                            <a:rPr lang="es-ES" sz="2400" i="1">
                                              <a:solidFill>
                                                <a:srgbClr val="C00000"/>
                                              </a:solidFill>
                                              <a:latin typeface="Cambria Math" panose="02040503050406030204" pitchFamily="18" charset="0"/>
                                            </a:rPr>
                                          </m:ctrlPr>
                                        </m:sSubSupPr>
                                        <m:e>
                                          <m:r>
                                            <a:rPr lang="es-ES" sz="2400" i="1">
                                              <a:solidFill>
                                                <a:srgbClr val="C00000"/>
                                              </a:solidFill>
                                              <a:latin typeface="Cambria Math" panose="02040503050406030204" pitchFamily="18" charset="0"/>
                                            </a:rPr>
                                            <m:t>𝜔</m:t>
                                          </m:r>
                                        </m:e>
                                        <m:sub>
                                          <m:r>
                                            <a:rPr lang="es-ES" sz="2400" i="1">
                                              <a:solidFill>
                                                <a:srgbClr val="C00000"/>
                                              </a:solidFill>
                                              <a:latin typeface="Cambria Math" panose="02040503050406030204" pitchFamily="18" charset="0"/>
                                            </a:rPr>
                                            <m:t>𝑎</m:t>
                                          </m:r>
                                        </m:sub>
                                        <m:sup>
                                          <m:r>
                                            <a:rPr lang="es-ES" sz="2400" i="1">
                                              <a:solidFill>
                                                <a:srgbClr val="C00000"/>
                                              </a:solidFill>
                                              <a:latin typeface="Cambria Math" panose="02040503050406030204" pitchFamily="18" charset="0"/>
                                            </a:rPr>
                                            <m:t>2</m:t>
                                          </m:r>
                                        </m:sup>
                                      </m:sSubSup>
                                    </m:e>
                                  </m:d>
                                </m:e>
                                <m:sup>
                                  <m:r>
                                    <a:rPr lang="es-ES" sz="2400" i="1">
                                      <a:latin typeface="Cambria Math" panose="02040503050406030204" pitchFamily="18" charset="0"/>
                                    </a:rPr>
                                    <m:t>2</m:t>
                                  </m:r>
                                </m:sup>
                              </m:sSup>
                              <m:r>
                                <a:rPr lang="es-ES" sz="2400" i="1">
                                  <a:latin typeface="Cambria Math" panose="02040503050406030204" pitchFamily="18" charset="0"/>
                                </a:rPr>
                                <m:t>+</m:t>
                              </m:r>
                              <m:sSup>
                                <m:sSupPr>
                                  <m:ctrlPr>
                                    <a:rPr lang="es-ES" sz="2400" i="1">
                                      <a:latin typeface="Cambria Math" panose="02040503050406030204" pitchFamily="18" charset="0"/>
                                    </a:rPr>
                                  </m:ctrlPr>
                                </m:sSupPr>
                                <m:e>
                                  <m:d>
                                    <m:dPr>
                                      <m:ctrlPr>
                                        <a:rPr lang="es-ES" sz="2400" i="1">
                                          <a:latin typeface="Cambria Math" panose="02040503050406030204" pitchFamily="18" charset="0"/>
                                        </a:rPr>
                                      </m:ctrlPr>
                                    </m:dPr>
                                    <m:e>
                                      <m:sSub>
                                        <m:sSubPr>
                                          <m:ctrlPr>
                                            <a:rPr lang="es-ES" sz="2400" i="1">
                                              <a:latin typeface="Cambria Math" panose="02040503050406030204" pitchFamily="18" charset="0"/>
                                            </a:rPr>
                                          </m:ctrlPr>
                                        </m:sSubPr>
                                        <m:e>
                                          <m:r>
                                            <a:rPr lang="es-ES" sz="2400" i="1">
                                              <a:latin typeface="Cambria Math" panose="02040503050406030204" pitchFamily="18" charset="0"/>
                                            </a:rPr>
                                            <m:t>𝜔</m:t>
                                          </m:r>
                                        </m:e>
                                        <m:sub>
                                          <m:r>
                                            <a:rPr lang="es-ES" sz="2400" i="1">
                                              <a:latin typeface="Cambria Math" panose="02040503050406030204" pitchFamily="18" charset="0"/>
                                            </a:rPr>
                                            <m:t>𝑎</m:t>
                                          </m:r>
                                        </m:sub>
                                      </m:sSub>
                                      <m:r>
                                        <a:rPr lang="es-ES" sz="2400" i="1">
                                          <a:latin typeface="Cambria Math" panose="02040503050406030204" pitchFamily="18" charset="0"/>
                                        </a:rPr>
                                        <m:t>𝛾</m:t>
                                      </m:r>
                                    </m:e>
                                  </m:d>
                                </m:e>
                                <m:sup>
                                  <m:r>
                                    <a:rPr lang="es-ES" sz="2400" i="1">
                                      <a:latin typeface="Cambria Math" panose="02040503050406030204" pitchFamily="18" charset="0"/>
                                    </a:rPr>
                                    <m:t>2</m:t>
                                  </m:r>
                                </m:sup>
                              </m:sSup>
                            </m:e>
                          </m:d>
                        </m:den>
                      </m:f>
                      <m:sSup>
                        <m:sSupPr>
                          <m:ctrlPr>
                            <a:rPr lang="es-ES" sz="2400" i="1">
                              <a:latin typeface="Cambria Math" panose="02040503050406030204" pitchFamily="18" charset="0"/>
                            </a:rPr>
                          </m:ctrlPr>
                        </m:sSupPr>
                        <m:e>
                          <m:d>
                            <m:dPr>
                              <m:ctrlPr>
                                <a:rPr lang="es-ES" sz="2400" i="1">
                                  <a:latin typeface="Cambria Math" panose="02040503050406030204" pitchFamily="18" charset="0"/>
                                </a:rPr>
                              </m:ctrlPr>
                            </m:dPr>
                            <m:e>
                              <m:sSubSup>
                                <m:sSubSupPr>
                                  <m:ctrlPr>
                                    <a:rPr lang="es-ES" sz="2400" i="1">
                                      <a:latin typeface="Cambria Math" panose="02040503050406030204" pitchFamily="18" charset="0"/>
                                    </a:rPr>
                                  </m:ctrlPr>
                                </m:sSubSupPr>
                                <m:e>
                                  <m:r>
                                    <a:rPr lang="es-ES" sz="2400" i="1">
                                      <a:latin typeface="Cambria Math" panose="02040503050406030204" pitchFamily="18" charset="0"/>
                                    </a:rPr>
                                    <m:t>𝜔</m:t>
                                  </m:r>
                                </m:e>
                                <m:sub>
                                  <m:r>
                                    <a:rPr lang="es-ES" sz="2400" i="1">
                                      <a:latin typeface="Cambria Math" panose="02040503050406030204" pitchFamily="18" charset="0"/>
                                    </a:rPr>
                                    <m:t>𝑜</m:t>
                                  </m:r>
                                </m:sub>
                                <m:sup>
                                  <m:r>
                                    <a:rPr lang="es-ES" sz="2400" i="1">
                                      <a:latin typeface="Cambria Math" panose="02040503050406030204" pitchFamily="18" charset="0"/>
                                    </a:rPr>
                                    <m:t>2</m:t>
                                  </m:r>
                                </m:sup>
                              </m:sSubSup>
                              <m:r>
                                <a:rPr lang="de-DE" sz="2400" b="0" i="1" smtClean="0">
                                  <a:latin typeface="Cambria Math" panose="02040503050406030204" pitchFamily="18" charset="0"/>
                                </a:rPr>
                                <m:t>+</m:t>
                              </m:r>
                              <m:sSubSup>
                                <m:sSubSupPr>
                                  <m:ctrlPr>
                                    <a:rPr lang="es-ES" sz="2400" i="1">
                                      <a:latin typeface="Cambria Math" panose="02040503050406030204" pitchFamily="18" charset="0"/>
                                    </a:rPr>
                                  </m:ctrlPr>
                                </m:sSubSupPr>
                                <m:e>
                                  <m:r>
                                    <a:rPr lang="es-ES" sz="2400" i="1">
                                      <a:latin typeface="Cambria Math" panose="02040503050406030204" pitchFamily="18" charset="0"/>
                                    </a:rPr>
                                    <m:t>𝜔</m:t>
                                  </m:r>
                                </m:e>
                                <m:sub>
                                  <m:r>
                                    <a:rPr lang="es-ES" sz="2400" i="1">
                                      <a:latin typeface="Cambria Math" panose="02040503050406030204" pitchFamily="18" charset="0"/>
                                    </a:rPr>
                                    <m:t>𝑎</m:t>
                                  </m:r>
                                </m:sub>
                                <m:sup>
                                  <m:r>
                                    <a:rPr lang="es-ES" sz="2400" i="1">
                                      <a:latin typeface="Cambria Math" panose="02040503050406030204" pitchFamily="18" charset="0"/>
                                    </a:rPr>
                                    <m:t>2</m:t>
                                  </m:r>
                                </m:sup>
                              </m:sSubSup>
                            </m:e>
                          </m:d>
                        </m:e>
                        <m:sup>
                          <m:r>
                            <a:rPr lang="es-ES" sz="2400" i="1">
                              <a:latin typeface="Cambria Math" panose="02040503050406030204" pitchFamily="18" charset="0"/>
                            </a:rPr>
                            <m:t>2</m:t>
                          </m:r>
                        </m:sup>
                      </m:sSup>
                    </m:oMath>
                  </m:oMathPara>
                </a14:m>
                <a:br>
                  <a:rPr lang="es-ES" sz="2400" dirty="0"/>
                </a:br>
                <a:endParaRPr lang="en-US" sz="2400" dirty="0"/>
              </a:p>
            </p:txBody>
          </p:sp>
        </mc:Choice>
        <mc:Fallback xmlns="">
          <p:sp>
            <p:nvSpPr>
              <p:cNvPr id="106" name="TextBox 105">
                <a:extLst>
                  <a:ext uri="{FF2B5EF4-FFF2-40B4-BE49-F238E27FC236}">
                    <a16:creationId xmlns:a16="http://schemas.microsoft.com/office/drawing/2014/main" id="{9709DABF-9CF8-BE8A-39AB-43CCA5A9DE6D}"/>
                  </a:ext>
                </a:extLst>
              </p:cNvPr>
              <p:cNvSpPr txBox="1">
                <a:spLocks noRot="1" noChangeAspect="1" noMove="1" noResize="1" noEditPoints="1" noAdjustHandles="1" noChangeArrowheads="1" noChangeShapeType="1" noTextEdit="1"/>
              </p:cNvSpPr>
              <p:nvPr/>
            </p:nvSpPr>
            <p:spPr>
              <a:xfrm>
                <a:off x="4738858" y="5732731"/>
                <a:ext cx="6793911" cy="708143"/>
              </a:xfrm>
              <a:prstGeom prst="rect">
                <a:avLst/>
              </a:prstGeom>
              <a:blipFill>
                <a:blip r:embed="rId7"/>
                <a:stretch>
                  <a:fillRect/>
                </a:stretch>
              </a:blipFill>
            </p:spPr>
            <p:txBody>
              <a:bodyPr/>
              <a:lstStyle/>
              <a:p>
                <a:r>
                  <a:rPr lang="en-US">
                    <a:noFill/>
                  </a:rPr>
                  <a:t> </a:t>
                </a:r>
              </a:p>
            </p:txBody>
          </p:sp>
        </mc:Fallback>
      </mc:AlternateContent>
      <p:sp>
        <p:nvSpPr>
          <p:cNvPr id="107" name="TextBox 106">
            <a:extLst>
              <a:ext uri="{FF2B5EF4-FFF2-40B4-BE49-F238E27FC236}">
                <a16:creationId xmlns:a16="http://schemas.microsoft.com/office/drawing/2014/main" id="{7CA3258E-ABF8-0E54-5D94-D716117E064D}"/>
              </a:ext>
            </a:extLst>
          </p:cNvPr>
          <p:cNvSpPr txBox="1"/>
          <p:nvPr/>
        </p:nvSpPr>
        <p:spPr>
          <a:xfrm>
            <a:off x="0" y="5234525"/>
            <a:ext cx="3721100" cy="1600438"/>
          </a:xfrm>
          <a:prstGeom prst="rect">
            <a:avLst/>
          </a:prstGeom>
          <a:noFill/>
        </p:spPr>
        <p:txBody>
          <a:bodyPr wrap="square">
            <a:spAutoFit/>
          </a:bodyPr>
          <a:lstStyle/>
          <a:p>
            <a:r>
              <a:rPr lang="en-US" sz="1400" dirty="0"/>
              <a:t>[1] Hadeel Elayan, Andrew W. Eckford, and Raviraj S. Adve. 2023. Terahertz In-</a:t>
            </a:r>
            <a:r>
              <a:rPr lang="en-US" sz="1400" dirty="0" err="1"/>
              <a:t>duced</a:t>
            </a:r>
            <a:r>
              <a:rPr lang="en-US" sz="1400" dirty="0"/>
              <a:t> Protein Interactions in a Random Medium. IEEE Transactions on </a:t>
            </a:r>
            <a:r>
              <a:rPr lang="en-US" sz="1400" dirty="0" err="1"/>
              <a:t>Molecu</a:t>
            </a:r>
            <a:r>
              <a:rPr lang="en-US" sz="1400" dirty="0"/>
              <a:t>-lar, Biological and Multi-Scale Communications 9, 4 (Dec. 2023), 435–446. https://doi.org/10.1109/tmbmc.2023.3327302</a:t>
            </a:r>
          </a:p>
        </p:txBody>
      </p:sp>
      <p:sp>
        <p:nvSpPr>
          <p:cNvPr id="111" name="TextBox 110">
            <a:extLst>
              <a:ext uri="{FF2B5EF4-FFF2-40B4-BE49-F238E27FC236}">
                <a16:creationId xmlns:a16="http://schemas.microsoft.com/office/drawing/2014/main" id="{4FF7ABDE-FBD8-8EDD-1593-7B0FD15A55B1}"/>
              </a:ext>
            </a:extLst>
          </p:cNvPr>
          <p:cNvSpPr txBox="1"/>
          <p:nvPr/>
        </p:nvSpPr>
        <p:spPr>
          <a:xfrm>
            <a:off x="9344403" y="4686155"/>
            <a:ext cx="471604" cy="400110"/>
          </a:xfrm>
          <a:prstGeom prst="rect">
            <a:avLst/>
          </a:prstGeom>
          <a:noFill/>
        </p:spPr>
        <p:txBody>
          <a:bodyPr wrap="none" rtlCol="0">
            <a:spAutoFit/>
          </a:bodyPr>
          <a:lstStyle/>
          <a:p>
            <a:r>
              <a:rPr lang="en-US" sz="2000" dirty="0"/>
              <a:t>(4)</a:t>
            </a:r>
          </a:p>
        </p:txBody>
      </p:sp>
      <p:sp>
        <p:nvSpPr>
          <p:cNvPr id="112" name="TextBox 111">
            <a:extLst>
              <a:ext uri="{FF2B5EF4-FFF2-40B4-BE49-F238E27FC236}">
                <a16:creationId xmlns:a16="http://schemas.microsoft.com/office/drawing/2014/main" id="{95B1400A-55FF-80DB-8E76-3C87C927A276}"/>
              </a:ext>
            </a:extLst>
          </p:cNvPr>
          <p:cNvSpPr txBox="1"/>
          <p:nvPr/>
        </p:nvSpPr>
        <p:spPr>
          <a:xfrm>
            <a:off x="11569877" y="5886747"/>
            <a:ext cx="471604" cy="400110"/>
          </a:xfrm>
          <a:prstGeom prst="rect">
            <a:avLst/>
          </a:prstGeom>
          <a:noFill/>
        </p:spPr>
        <p:txBody>
          <a:bodyPr wrap="none" rtlCol="0">
            <a:spAutoFit/>
          </a:bodyPr>
          <a:lstStyle/>
          <a:p>
            <a:r>
              <a:rPr lang="en-US" sz="2000" dirty="0"/>
              <a:t>(5)</a:t>
            </a:r>
          </a:p>
        </p:txBody>
      </p:sp>
      <p:grpSp>
        <p:nvGrpSpPr>
          <p:cNvPr id="13" name="Group 12">
            <a:extLst>
              <a:ext uri="{FF2B5EF4-FFF2-40B4-BE49-F238E27FC236}">
                <a16:creationId xmlns:a16="http://schemas.microsoft.com/office/drawing/2014/main" id="{2953EC0A-49C8-F409-2D1C-3339B371CF73}"/>
              </a:ext>
            </a:extLst>
          </p:cNvPr>
          <p:cNvGrpSpPr/>
          <p:nvPr/>
        </p:nvGrpSpPr>
        <p:grpSpPr>
          <a:xfrm>
            <a:off x="4643513" y="272505"/>
            <a:ext cx="6037758" cy="3693215"/>
            <a:chOff x="4643513" y="272505"/>
            <a:chExt cx="6037758" cy="3693215"/>
          </a:xfrm>
        </p:grpSpPr>
        <p:sp>
          <p:nvSpPr>
            <p:cNvPr id="95" name="TextBox 94">
              <a:extLst>
                <a:ext uri="{FF2B5EF4-FFF2-40B4-BE49-F238E27FC236}">
                  <a16:creationId xmlns:a16="http://schemas.microsoft.com/office/drawing/2014/main" id="{E343C40F-6BFC-FD22-C97B-B486031B418C}"/>
                </a:ext>
              </a:extLst>
            </p:cNvPr>
            <p:cNvSpPr txBox="1"/>
            <p:nvPr/>
          </p:nvSpPr>
          <p:spPr>
            <a:xfrm>
              <a:off x="6173144" y="272505"/>
              <a:ext cx="4013199" cy="738664"/>
            </a:xfrm>
            <a:prstGeom prst="rect">
              <a:avLst/>
            </a:prstGeom>
            <a:noFill/>
          </p:spPr>
          <p:txBody>
            <a:bodyPr wrap="square" rtlCol="0">
              <a:spAutoFit/>
            </a:bodyPr>
            <a:lstStyle/>
            <a:p>
              <a:r>
                <a:rPr lang="es-ES" sz="2400" dirty="0"/>
                <a:t>Langevin</a:t>
              </a:r>
              <a:r>
                <a:rPr lang="es-ES" b="1" dirty="0"/>
                <a:t> </a:t>
              </a:r>
              <a:r>
                <a:rPr lang="es-ES" sz="2400" dirty="0" err="1"/>
                <a:t>Equation</a:t>
              </a:r>
              <a:endParaRPr lang="es-ES" sz="2400" dirty="0"/>
            </a:p>
            <a:p>
              <a:endParaRPr lang="en-US" dirty="0"/>
            </a:p>
          </p:txBody>
        </p:sp>
        <p:sp>
          <p:nvSpPr>
            <p:cNvPr id="94" name="Oval 93">
              <a:extLst>
                <a:ext uri="{FF2B5EF4-FFF2-40B4-BE49-F238E27FC236}">
                  <a16:creationId xmlns:a16="http://schemas.microsoft.com/office/drawing/2014/main" id="{A6771E7B-4F59-DF3A-D61E-432DC761F8BF}"/>
                </a:ext>
              </a:extLst>
            </p:cNvPr>
            <p:cNvSpPr/>
            <p:nvPr/>
          </p:nvSpPr>
          <p:spPr>
            <a:xfrm rot="20516196">
              <a:off x="4643513" y="2619652"/>
              <a:ext cx="454684" cy="573775"/>
            </a:xfrm>
            <a:prstGeom prst="ellipse">
              <a:avLst/>
            </a:prstGeom>
            <a:solidFill>
              <a:schemeClr val="bg1">
                <a:alpha val="74000"/>
              </a:schemeClr>
            </a:solidFill>
            <a:ln w="41275">
              <a:solidFill>
                <a:srgbClr val="0070C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7" name="Straight Arrow Connector 96">
              <a:extLst>
                <a:ext uri="{FF2B5EF4-FFF2-40B4-BE49-F238E27FC236}">
                  <a16:creationId xmlns:a16="http://schemas.microsoft.com/office/drawing/2014/main" id="{DD1DE0D2-5303-1A66-DF09-88F15431BDE6}"/>
                </a:ext>
              </a:extLst>
            </p:cNvPr>
            <p:cNvCxnSpPr>
              <a:cxnSpLocks/>
              <a:stCxn id="94" idx="7"/>
              <a:endCxn id="8" idx="1"/>
            </p:cNvCxnSpPr>
            <p:nvPr/>
          </p:nvCxnSpPr>
          <p:spPr>
            <a:xfrm flipV="1">
              <a:off x="4960786" y="2399388"/>
              <a:ext cx="427667" cy="264444"/>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99" name="TextBox 98">
                  <a:extLst>
                    <a:ext uri="{FF2B5EF4-FFF2-40B4-BE49-F238E27FC236}">
                      <a16:creationId xmlns:a16="http://schemas.microsoft.com/office/drawing/2014/main" id="{47B227BC-264C-6109-07E2-4878E8A2AC2B}"/>
                    </a:ext>
                  </a:extLst>
                </p:cNvPr>
                <p:cNvSpPr txBox="1"/>
                <p:nvPr/>
              </p:nvSpPr>
              <p:spPr>
                <a:xfrm>
                  <a:off x="5753100" y="1874426"/>
                  <a:ext cx="3474477" cy="369332"/>
                </a:xfrm>
                <a:prstGeom prst="rect">
                  <a:avLst/>
                </a:prstGeom>
                <a:noFill/>
              </p:spPr>
              <p:txBody>
                <a:bodyPr wrap="none" lIns="0" tIns="0" rIns="0" bIns="0" rtlCol="0">
                  <a:spAutoFit/>
                </a:bodyPr>
                <a:lstStyle/>
                <a:p>
                  <a:pPr/>
                  <a14:m>
                    <m:oMathPara xmlns:m="http://schemas.openxmlformats.org/officeDocument/2006/math">
                      <m:oMath>
                        <m:sSub>
                          <m:sSubPr>
                            <m:ctrlPr>
                              <a:rPr lang="es-ES" sz="2400" i="1">
                                <a:latin typeface="Cambria Math" panose="02040503050406030204" pitchFamily="18" charset="0"/>
                              </a:rPr>
                            </m:ctrlPr>
                          </m:sSubPr>
                          <m:e>
                            <m:r>
                              <a:rPr lang="es-ES" sz="2400" i="1">
                                <a:latin typeface="Cambria Math" panose="02040503050406030204" pitchFamily="18" charset="0"/>
                              </a:rPr>
                              <m:t>𝑓</m:t>
                            </m:r>
                          </m:e>
                          <m:sub>
                            <m:r>
                              <m:rPr>
                                <m:sty m:val="p"/>
                              </m:rPr>
                              <a:rPr lang="de-DE" sz="2400" b="0" i="1" smtClean="0">
                                <a:latin typeface="Cambria Math" panose="02040503050406030204" pitchFamily="18" charset="0"/>
                              </a:rPr>
                              <m:t>THz</m:t>
                            </m:r>
                          </m:sub>
                        </m:sSub>
                        <m:d>
                          <m:dPr>
                            <m:ctrlPr>
                              <a:rPr lang="es-ES" sz="2400" i="1">
                                <a:latin typeface="Cambria Math" panose="02040503050406030204" pitchFamily="18" charset="0"/>
                              </a:rPr>
                            </m:ctrlPr>
                          </m:dPr>
                          <m:e>
                            <m:r>
                              <a:rPr lang="es-ES" sz="2400" i="1">
                                <a:latin typeface="Cambria Math" panose="02040503050406030204" pitchFamily="18" charset="0"/>
                              </a:rPr>
                              <m:t>𝑡</m:t>
                            </m:r>
                          </m:e>
                        </m:d>
                        <m:r>
                          <a:rPr lang="de-DE" sz="2400" b="0" i="1" smtClean="0">
                            <a:latin typeface="Cambria Math" panose="02040503050406030204" pitchFamily="18" charset="0"/>
                          </a:rPr>
                          <m:t>=</m:t>
                        </m:r>
                        <m:sSub>
                          <m:sSubPr>
                            <m:ctrlPr>
                              <a:rPr lang="es-ES" sz="2400" i="1">
                                <a:solidFill>
                                  <a:srgbClr val="C00000"/>
                                </a:solidFill>
                                <a:latin typeface="Cambria Math" panose="02040503050406030204" pitchFamily="18" charset="0"/>
                              </a:rPr>
                            </m:ctrlPr>
                          </m:sSubPr>
                          <m:e>
                            <m:r>
                              <a:rPr lang="es-ES" sz="2400" i="1">
                                <a:solidFill>
                                  <a:srgbClr val="C00000"/>
                                </a:solidFill>
                                <a:latin typeface="Cambria Math" panose="02040503050406030204" pitchFamily="18" charset="0"/>
                              </a:rPr>
                              <m:t>𝑓</m:t>
                            </m:r>
                          </m:e>
                          <m:sub>
                            <m:r>
                              <a:rPr lang="es-ES" sz="2400" i="1">
                                <a:solidFill>
                                  <a:srgbClr val="C00000"/>
                                </a:solidFill>
                                <a:latin typeface="Cambria Math" panose="02040503050406030204" pitchFamily="18" charset="0"/>
                              </a:rPr>
                              <m:t>𝑜</m:t>
                            </m:r>
                          </m:sub>
                        </m:sSub>
                        <m:r>
                          <m:rPr>
                            <m:nor/>
                          </m:rPr>
                          <a:rPr lang="es-ES" sz="2400" i="0"/>
                          <m:t>cos</m:t>
                        </m:r>
                        <m:d>
                          <m:dPr>
                            <m:ctrlPr>
                              <a:rPr lang="es-ES" sz="2400" i="1">
                                <a:solidFill>
                                  <a:srgbClr val="C00000"/>
                                </a:solidFill>
                                <a:latin typeface="Cambria Math" panose="02040503050406030204" pitchFamily="18" charset="0"/>
                              </a:rPr>
                            </m:ctrlPr>
                          </m:dPr>
                          <m:e>
                            <m:sSub>
                              <m:sSubPr>
                                <m:ctrlPr>
                                  <a:rPr lang="es-ES" sz="2400" i="1">
                                    <a:solidFill>
                                      <a:srgbClr val="C00000"/>
                                    </a:solidFill>
                                    <a:latin typeface="Cambria Math" panose="02040503050406030204" pitchFamily="18" charset="0"/>
                                  </a:rPr>
                                </m:ctrlPr>
                              </m:sSubPr>
                              <m:e>
                                <m:r>
                                  <a:rPr lang="es-ES" sz="2400" i="1">
                                    <a:solidFill>
                                      <a:srgbClr val="C00000"/>
                                    </a:solidFill>
                                    <a:latin typeface="Cambria Math" panose="02040503050406030204" pitchFamily="18" charset="0"/>
                                  </a:rPr>
                                  <m:t>𝜔</m:t>
                                </m:r>
                              </m:e>
                              <m:sub>
                                <m:r>
                                  <a:rPr lang="es-ES" sz="2400" i="1">
                                    <a:solidFill>
                                      <a:srgbClr val="C00000"/>
                                    </a:solidFill>
                                    <a:latin typeface="Cambria Math" panose="02040503050406030204" pitchFamily="18" charset="0"/>
                                  </a:rPr>
                                  <m:t>𝑎</m:t>
                                </m:r>
                              </m:sub>
                            </m:sSub>
                            <m:r>
                              <a:rPr lang="es-ES" sz="2400" i="1">
                                <a:latin typeface="Cambria Math" panose="02040503050406030204" pitchFamily="18" charset="0"/>
                              </a:rPr>
                              <m:t>𝑡</m:t>
                            </m:r>
                            <m:r>
                              <a:rPr lang="es-ES" sz="2400" i="1">
                                <a:latin typeface="Cambria Math" panose="02040503050406030204" pitchFamily="18" charset="0"/>
                              </a:rPr>
                              <m:t>+</m:t>
                            </m:r>
                            <m:r>
                              <m:rPr>
                                <m:sty m:val="p"/>
                              </m:rPr>
                              <a:rPr lang="es-ES" sz="2400">
                                <a:latin typeface="Cambria Math" panose="02040503050406030204" pitchFamily="18" charset="0"/>
                              </a:rPr>
                              <m:t>Θ</m:t>
                            </m:r>
                          </m:e>
                        </m:d>
                      </m:oMath>
                    </m:oMathPara>
                  </a14:m>
                  <a:endParaRPr lang="en-US" sz="2400" dirty="0"/>
                </a:p>
              </p:txBody>
            </p:sp>
          </mc:Choice>
          <mc:Fallback xmlns="">
            <p:sp>
              <p:nvSpPr>
                <p:cNvPr id="99" name="TextBox 98">
                  <a:extLst>
                    <a:ext uri="{FF2B5EF4-FFF2-40B4-BE49-F238E27FC236}">
                      <a16:creationId xmlns:a16="http://schemas.microsoft.com/office/drawing/2014/main" id="{47B227BC-264C-6109-07E2-4878E8A2AC2B}"/>
                    </a:ext>
                  </a:extLst>
                </p:cNvPr>
                <p:cNvSpPr txBox="1">
                  <a:spLocks noRot="1" noChangeAspect="1" noMove="1" noResize="1" noEditPoints="1" noAdjustHandles="1" noChangeArrowheads="1" noChangeShapeType="1" noTextEdit="1"/>
                </p:cNvSpPr>
                <p:nvPr/>
              </p:nvSpPr>
              <p:spPr>
                <a:xfrm>
                  <a:off x="5753100" y="1874426"/>
                  <a:ext cx="3474477" cy="369332"/>
                </a:xfrm>
                <a:prstGeom prst="rect">
                  <a:avLst/>
                </a:prstGeom>
                <a:blipFill>
                  <a:blip r:embed="rId8"/>
                  <a:stretch>
                    <a:fillRect l="-2807" t="-1639" b="-327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2" name="TextBox 101">
                  <a:extLst>
                    <a:ext uri="{FF2B5EF4-FFF2-40B4-BE49-F238E27FC236}">
                      <a16:creationId xmlns:a16="http://schemas.microsoft.com/office/drawing/2014/main" id="{0E7BA2BA-1B01-7A64-5119-6E05F9209BC8}"/>
                    </a:ext>
                  </a:extLst>
                </p:cNvPr>
                <p:cNvSpPr txBox="1"/>
                <p:nvPr/>
              </p:nvSpPr>
              <p:spPr>
                <a:xfrm>
                  <a:off x="5682403" y="2687669"/>
                  <a:ext cx="3880359" cy="461665"/>
                </a:xfrm>
                <a:prstGeom prst="rect">
                  <a:avLst/>
                </a:prstGeom>
                <a:noFill/>
              </p:spPr>
              <p:txBody>
                <a:bodyPr wrap="square">
                  <a:spAutoFit/>
                </a:bodyPr>
                <a:lstStyle/>
                <a:p>
                  <a:pPr/>
                  <a14:m>
                    <m:oMathPara xmlns:m="http://schemas.openxmlformats.org/officeDocument/2006/math">
                      <m:oMath>
                        <m:sSub>
                          <m:sSubPr>
                            <m:ctrlPr>
                              <a:rPr lang="en-US" sz="2400" i="1" dirty="0" smtClean="0">
                                <a:latin typeface="Cambria Math" panose="02040503050406030204" pitchFamily="18" charset="0"/>
                              </a:rPr>
                            </m:ctrlPr>
                          </m:sSubPr>
                          <m:e>
                            <m:r>
                              <a:rPr lang="en-US" sz="2400" i="1" dirty="0" smtClean="0">
                                <a:latin typeface="Cambria Math" panose="02040503050406030204" pitchFamily="18" charset="0"/>
                              </a:rPr>
                              <m:t>𝑓</m:t>
                            </m:r>
                          </m:e>
                          <m:sub>
                            <m:r>
                              <a:rPr lang="en-US" sz="2400" i="1" dirty="0" smtClean="0">
                                <a:latin typeface="Cambria Math" panose="02040503050406030204" pitchFamily="18" charset="0"/>
                              </a:rPr>
                              <m:t>𝑜</m:t>
                            </m:r>
                          </m:sub>
                        </m:sSub>
                        <m:r>
                          <a:rPr lang="de-DE" sz="2400" b="0" i="1" dirty="0" smtClean="0">
                            <a:latin typeface="Cambria Math" panose="02040503050406030204" pitchFamily="18" charset="0"/>
                          </a:rPr>
                          <m:t>=</m:t>
                        </m:r>
                        <m:r>
                          <a:rPr lang="en-US" sz="2400" i="1" dirty="0" smtClean="0">
                            <a:latin typeface="Cambria Math" panose="02040503050406030204" pitchFamily="18" charset="0"/>
                          </a:rPr>
                          <m:t>2</m:t>
                        </m:r>
                        <m:r>
                          <a:rPr lang="en-US" sz="2400" i="1" dirty="0" smtClean="0">
                            <a:latin typeface="Cambria Math" panose="02040503050406030204" pitchFamily="18" charset="0"/>
                          </a:rPr>
                          <m:t>𝜋</m:t>
                        </m:r>
                        <m:sSup>
                          <m:sSupPr>
                            <m:ctrlPr>
                              <a:rPr lang="en-US" sz="2400" i="1" dirty="0" smtClean="0">
                                <a:latin typeface="Cambria Math" panose="02040503050406030204" pitchFamily="18" charset="0"/>
                              </a:rPr>
                            </m:ctrlPr>
                          </m:sSupPr>
                          <m:e>
                            <m:r>
                              <a:rPr lang="en-US" sz="2400" i="1" dirty="0" smtClean="0">
                                <a:latin typeface="Cambria Math" panose="02040503050406030204" pitchFamily="18" charset="0"/>
                              </a:rPr>
                              <m:t>𝑟</m:t>
                            </m:r>
                          </m:e>
                          <m:sup>
                            <m:r>
                              <a:rPr lang="en-US" sz="2400" i="1" dirty="0" smtClean="0">
                                <a:latin typeface="Cambria Math" panose="02040503050406030204" pitchFamily="18" charset="0"/>
                              </a:rPr>
                              <m:t>3</m:t>
                            </m:r>
                          </m:sup>
                        </m:sSup>
                        <m:sSub>
                          <m:sSubPr>
                            <m:ctrlPr>
                              <a:rPr lang="en-US" sz="2400" i="1" dirty="0" smtClean="0">
                                <a:latin typeface="Cambria Math" panose="02040503050406030204" pitchFamily="18" charset="0"/>
                              </a:rPr>
                            </m:ctrlPr>
                          </m:sSubPr>
                          <m:e>
                            <m:r>
                              <a:rPr lang="en-US" sz="2400" i="1" dirty="0" smtClean="0">
                                <a:latin typeface="Cambria Math" panose="02040503050406030204" pitchFamily="18" charset="0"/>
                              </a:rPr>
                              <m:t>𝜀</m:t>
                            </m:r>
                          </m:e>
                          <m:sub>
                            <m:r>
                              <a:rPr lang="en-US" sz="2400" i="1" dirty="0">
                                <a:latin typeface="Cambria Math" panose="02040503050406030204" pitchFamily="18" charset="0"/>
                              </a:rPr>
                              <m:t>𝑚</m:t>
                            </m:r>
                          </m:sub>
                        </m:sSub>
                        <m:r>
                          <a:rPr lang="en-US" sz="2400" i="1" dirty="0">
                            <a:latin typeface="Cambria Math" panose="02040503050406030204" pitchFamily="18" charset="0"/>
                          </a:rPr>
                          <m:t>𝐑𝐞</m:t>
                        </m:r>
                        <m:d>
                          <m:dPr>
                            <m:begChr m:val="{"/>
                            <m:endChr m:val="}"/>
                            <m:ctrlPr>
                              <a:rPr lang="en-US" sz="2400" i="1" dirty="0">
                                <a:latin typeface="Cambria Math" panose="02040503050406030204" pitchFamily="18" charset="0"/>
                              </a:rPr>
                            </m:ctrlPr>
                          </m:dPr>
                          <m:e>
                            <m:r>
                              <a:rPr lang="en-US" sz="2400" i="1" dirty="0">
                                <a:latin typeface="Cambria Math" panose="02040503050406030204" pitchFamily="18" charset="0"/>
                              </a:rPr>
                              <m:t>𝒦</m:t>
                            </m:r>
                          </m:e>
                        </m:d>
                        <m:r>
                          <m:rPr>
                            <m:sty m:val="p"/>
                          </m:rPr>
                          <a:rPr lang="en-US" sz="2400" i="0" dirty="0">
                            <a:latin typeface="Cambria Math" panose="02040503050406030204" pitchFamily="18" charset="0"/>
                          </a:rPr>
                          <m:t>∇</m:t>
                        </m:r>
                        <m:sSup>
                          <m:sSupPr>
                            <m:ctrlPr>
                              <a:rPr lang="en-US" sz="2400" i="1" dirty="0">
                                <a:latin typeface="Cambria Math" panose="02040503050406030204" pitchFamily="18" charset="0"/>
                              </a:rPr>
                            </m:ctrlPr>
                          </m:sSupPr>
                          <m:e>
                            <m:d>
                              <m:dPr>
                                <m:begChr m:val="|"/>
                                <m:endChr m:val="|"/>
                                <m:ctrlPr>
                                  <a:rPr lang="en-US" sz="2400" i="1" dirty="0">
                                    <a:latin typeface="Cambria Math" panose="02040503050406030204" pitchFamily="18" charset="0"/>
                                  </a:rPr>
                                </m:ctrlPr>
                              </m:dPr>
                              <m:e>
                                <m:sSub>
                                  <m:sSubPr>
                                    <m:ctrlPr>
                                      <a:rPr lang="en-US" sz="2400" i="1" dirty="0">
                                        <a:latin typeface="Cambria Math" panose="02040503050406030204" pitchFamily="18" charset="0"/>
                                      </a:rPr>
                                    </m:ctrlPr>
                                  </m:sSubPr>
                                  <m:e>
                                    <m:r>
                                      <a:rPr lang="en-US" sz="2400" i="1" dirty="0">
                                        <a:latin typeface="Cambria Math" panose="02040503050406030204" pitchFamily="18" charset="0"/>
                                      </a:rPr>
                                      <m:t>𝐄</m:t>
                                    </m:r>
                                  </m:e>
                                  <m:sub>
                                    <m:r>
                                      <a:rPr lang="en-US" sz="2400" i="1" dirty="0">
                                        <a:latin typeface="Cambria Math" panose="02040503050406030204" pitchFamily="18" charset="0"/>
                                      </a:rPr>
                                      <m:t>𝐫𝐦𝐬</m:t>
                                    </m:r>
                                  </m:sub>
                                </m:sSub>
                              </m:e>
                            </m:d>
                          </m:e>
                          <m:sup>
                            <m:r>
                              <a:rPr lang="en-US" sz="2400" i="1" dirty="0">
                                <a:latin typeface="Cambria Math" panose="02040503050406030204" pitchFamily="18" charset="0"/>
                              </a:rPr>
                              <m:t>2</m:t>
                            </m:r>
                          </m:sup>
                        </m:sSup>
                      </m:oMath>
                    </m:oMathPara>
                  </a14:m>
                  <a:endParaRPr dirty="0"/>
                </a:p>
              </p:txBody>
            </p:sp>
          </mc:Choice>
          <mc:Fallback xmlns="">
            <p:sp>
              <p:nvSpPr>
                <p:cNvPr id="102" name="TextBox 101">
                  <a:extLst>
                    <a:ext uri="{FF2B5EF4-FFF2-40B4-BE49-F238E27FC236}">
                      <a16:creationId xmlns:a16="http://schemas.microsoft.com/office/drawing/2014/main" id="{0E7BA2BA-1B01-7A64-5119-6E05F9209BC8}"/>
                    </a:ext>
                  </a:extLst>
                </p:cNvPr>
                <p:cNvSpPr txBox="1">
                  <a:spLocks noRot="1" noChangeAspect="1" noMove="1" noResize="1" noEditPoints="1" noAdjustHandles="1" noChangeArrowheads="1" noChangeShapeType="1" noTextEdit="1"/>
                </p:cNvSpPr>
                <p:nvPr/>
              </p:nvSpPr>
              <p:spPr>
                <a:xfrm>
                  <a:off x="5682403" y="2687669"/>
                  <a:ext cx="3880359" cy="461665"/>
                </a:xfrm>
                <a:prstGeom prst="rect">
                  <a:avLst/>
                </a:prstGeom>
                <a:blipFill>
                  <a:blip r:embed="rId9"/>
                  <a:stretch>
                    <a:fillRect l="-942" b="-17105"/>
                  </a:stretch>
                </a:blipFill>
              </p:spPr>
              <p:txBody>
                <a:bodyPr/>
                <a:lstStyle/>
                <a:p>
                  <a:r>
                    <a:rPr lang="en-US">
                      <a:noFill/>
                    </a:rPr>
                    <a:t> </a:t>
                  </a:r>
                </a:p>
              </p:txBody>
            </p:sp>
          </mc:Fallback>
        </mc:AlternateContent>
        <p:sp>
          <p:nvSpPr>
            <p:cNvPr id="108" name="TextBox 107">
              <a:extLst>
                <a:ext uri="{FF2B5EF4-FFF2-40B4-BE49-F238E27FC236}">
                  <a16:creationId xmlns:a16="http://schemas.microsoft.com/office/drawing/2014/main" id="{8500DB88-FE51-DD98-92E3-7283DC5265A9}"/>
                </a:ext>
              </a:extLst>
            </p:cNvPr>
            <p:cNvSpPr txBox="1"/>
            <p:nvPr/>
          </p:nvSpPr>
          <p:spPr>
            <a:xfrm>
              <a:off x="10209667" y="1029373"/>
              <a:ext cx="471604" cy="400110"/>
            </a:xfrm>
            <a:prstGeom prst="rect">
              <a:avLst/>
            </a:prstGeom>
            <a:noFill/>
          </p:spPr>
          <p:txBody>
            <a:bodyPr wrap="none" rtlCol="0">
              <a:spAutoFit/>
            </a:bodyPr>
            <a:lstStyle/>
            <a:p>
              <a:r>
                <a:rPr lang="en-US" sz="2000" dirty="0"/>
                <a:t>(1)</a:t>
              </a:r>
            </a:p>
          </p:txBody>
        </p:sp>
        <p:sp>
          <p:nvSpPr>
            <p:cNvPr id="109" name="TextBox 108">
              <a:extLst>
                <a:ext uri="{FF2B5EF4-FFF2-40B4-BE49-F238E27FC236}">
                  <a16:creationId xmlns:a16="http://schemas.microsoft.com/office/drawing/2014/main" id="{B6B0C176-6AA8-27A0-A2EE-3F0FEBBB0CDB}"/>
                </a:ext>
              </a:extLst>
            </p:cNvPr>
            <p:cNvSpPr txBox="1"/>
            <p:nvPr/>
          </p:nvSpPr>
          <p:spPr>
            <a:xfrm>
              <a:off x="9624930" y="1850925"/>
              <a:ext cx="471604" cy="400110"/>
            </a:xfrm>
            <a:prstGeom prst="rect">
              <a:avLst/>
            </a:prstGeom>
            <a:noFill/>
          </p:spPr>
          <p:txBody>
            <a:bodyPr wrap="none" rtlCol="0">
              <a:spAutoFit/>
            </a:bodyPr>
            <a:lstStyle/>
            <a:p>
              <a:r>
                <a:rPr lang="en-US" sz="2000" dirty="0"/>
                <a:t>(2)</a:t>
              </a:r>
            </a:p>
          </p:txBody>
        </p:sp>
        <p:sp>
          <p:nvSpPr>
            <p:cNvPr id="110" name="TextBox 109">
              <a:extLst>
                <a:ext uri="{FF2B5EF4-FFF2-40B4-BE49-F238E27FC236}">
                  <a16:creationId xmlns:a16="http://schemas.microsoft.com/office/drawing/2014/main" id="{3BCB471D-22CB-80BE-4C0E-1C37C5081B54}"/>
                </a:ext>
              </a:extLst>
            </p:cNvPr>
            <p:cNvSpPr txBox="1"/>
            <p:nvPr/>
          </p:nvSpPr>
          <p:spPr>
            <a:xfrm>
              <a:off x="9624930" y="2729423"/>
              <a:ext cx="471604" cy="400110"/>
            </a:xfrm>
            <a:prstGeom prst="rect">
              <a:avLst/>
            </a:prstGeom>
            <a:noFill/>
          </p:spPr>
          <p:txBody>
            <a:bodyPr wrap="none" rtlCol="0">
              <a:spAutoFit/>
            </a:bodyPr>
            <a:lstStyle/>
            <a:p>
              <a:r>
                <a:rPr lang="en-US" sz="2000" dirty="0"/>
                <a:t>(3)</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0932E11D-E651-4C41-D65F-3B2F628F1F02}"/>
                    </a:ext>
                  </a:extLst>
                </p:cNvPr>
                <p:cNvSpPr txBox="1"/>
                <p:nvPr/>
              </p:nvSpPr>
              <p:spPr>
                <a:xfrm>
                  <a:off x="5397085" y="980692"/>
                  <a:ext cx="5052829" cy="475708"/>
                </a:xfrm>
                <a:prstGeom prst="rect">
                  <a:avLst/>
                </a:prstGeom>
                <a:noFill/>
              </p:spPr>
              <p:txBody>
                <a:bodyPr wrap="square">
                  <a:spAutoFit/>
                </a:bodyPr>
                <a:lstStyle/>
                <a:p>
                  <a:pPr/>
                  <a14:m>
                    <m:oMathPara xmlns:m="http://schemas.openxmlformats.org/officeDocument/2006/math">
                      <m:oMath>
                        <m:r>
                          <a:rPr lang="es-ES" sz="2400" i="1" dirty="0" smtClean="0">
                            <a:latin typeface="Cambria Math" panose="02040503050406030204" pitchFamily="18" charset="0"/>
                          </a:rPr>
                          <m:t>𝐌</m:t>
                        </m:r>
                        <m:acc>
                          <m:accPr>
                            <m:chr m:val="̈"/>
                            <m:ctrlPr>
                              <a:rPr lang="es-ES" sz="2400" i="1" dirty="0" smtClean="0">
                                <a:latin typeface="Cambria Math" panose="02040503050406030204" pitchFamily="18" charset="0"/>
                              </a:rPr>
                            </m:ctrlPr>
                          </m:accPr>
                          <m:e>
                            <m:r>
                              <a:rPr lang="es-ES" sz="2400" i="1" dirty="0" smtClean="0">
                                <a:latin typeface="Cambria Math" panose="02040503050406030204" pitchFamily="18" charset="0"/>
                              </a:rPr>
                              <m:t>𝐱</m:t>
                            </m:r>
                          </m:e>
                        </m:acc>
                        <m:r>
                          <a:rPr lang="es-ES" sz="2400" i="1" dirty="0" smtClean="0">
                            <a:latin typeface="Cambria Math" panose="02040503050406030204" pitchFamily="18" charset="0"/>
                          </a:rPr>
                          <m:t>=−</m:t>
                        </m:r>
                        <m:r>
                          <a:rPr lang="es-ES" sz="2400" i="1" dirty="0" smtClean="0">
                            <a:latin typeface="Cambria Math" panose="02040503050406030204" pitchFamily="18" charset="0"/>
                          </a:rPr>
                          <m:t>𝐇𝐱</m:t>
                        </m:r>
                        <m:r>
                          <a:rPr lang="es-ES" sz="2400" i="1" dirty="0" smtClean="0">
                            <a:latin typeface="Cambria Math" panose="02040503050406030204" pitchFamily="18" charset="0"/>
                          </a:rPr>
                          <m:t>−</m:t>
                        </m:r>
                        <m:r>
                          <a:rPr lang="es-ES" sz="2400" i="1" dirty="0" smtClean="0">
                            <a:latin typeface="Cambria Math" panose="02040503050406030204" pitchFamily="18" charset="0"/>
                          </a:rPr>
                          <m:t>𝐁</m:t>
                        </m:r>
                        <m:acc>
                          <m:accPr>
                            <m:chr m:val="̇"/>
                            <m:ctrlPr>
                              <a:rPr lang="es-ES" sz="2400" i="1" dirty="0" smtClean="0">
                                <a:latin typeface="Cambria Math" panose="02040503050406030204" pitchFamily="18" charset="0"/>
                              </a:rPr>
                            </m:ctrlPr>
                          </m:accPr>
                          <m:e>
                            <m:r>
                              <a:rPr lang="es-ES" sz="2400" i="1" dirty="0" smtClean="0">
                                <a:latin typeface="Cambria Math" panose="02040503050406030204" pitchFamily="18" charset="0"/>
                              </a:rPr>
                              <m:t>𝐱</m:t>
                            </m:r>
                          </m:e>
                        </m:acc>
                        <m:r>
                          <a:rPr lang="es-ES" sz="2400" i="1" dirty="0" smtClean="0">
                            <a:latin typeface="Cambria Math" panose="02040503050406030204" pitchFamily="18" charset="0"/>
                          </a:rPr>
                          <m:t>+</m:t>
                        </m:r>
                        <m:sSub>
                          <m:sSubPr>
                            <m:ctrlPr>
                              <a:rPr lang="es-ES" sz="2400" i="1" dirty="0" smtClean="0">
                                <a:latin typeface="Cambria Math" panose="02040503050406030204" pitchFamily="18" charset="0"/>
                              </a:rPr>
                            </m:ctrlPr>
                          </m:sSubPr>
                          <m:e>
                            <m:r>
                              <a:rPr lang="es-ES" sz="2400" i="1" dirty="0" smtClean="0">
                                <a:latin typeface="Cambria Math" panose="02040503050406030204" pitchFamily="18" charset="0"/>
                              </a:rPr>
                              <m:t>𝐟</m:t>
                            </m:r>
                          </m:e>
                          <m:sub>
                            <m:r>
                              <a:rPr lang="es-ES" sz="2400" i="1" dirty="0" smtClean="0">
                                <a:latin typeface="Cambria Math" panose="02040503050406030204" pitchFamily="18" charset="0"/>
                              </a:rPr>
                              <m:t>𝐓𝐇𝐳</m:t>
                            </m:r>
                          </m:sub>
                        </m:sSub>
                        <m:d>
                          <m:dPr>
                            <m:ctrlPr>
                              <a:rPr lang="es-ES" sz="2400" i="1" dirty="0" smtClean="0">
                                <a:latin typeface="Cambria Math" panose="02040503050406030204" pitchFamily="18" charset="0"/>
                              </a:rPr>
                            </m:ctrlPr>
                          </m:dPr>
                          <m:e>
                            <m:r>
                              <a:rPr lang="es-ES" sz="2400" i="1" dirty="0" smtClean="0">
                                <a:latin typeface="Cambria Math" panose="02040503050406030204" pitchFamily="18" charset="0"/>
                              </a:rPr>
                              <m:t>𝑡</m:t>
                            </m:r>
                          </m:e>
                        </m:d>
                        <m:r>
                          <a:rPr lang="es-ES" sz="2400" i="1" dirty="0" smtClean="0">
                            <a:latin typeface="Cambria Math" panose="02040503050406030204" pitchFamily="18" charset="0"/>
                          </a:rPr>
                          <m:t>+</m:t>
                        </m:r>
                        <m:r>
                          <a:rPr lang="es-ES" sz="2400" i="1" dirty="0" smtClean="0">
                            <a:latin typeface="Cambria Math" panose="02040503050406030204" pitchFamily="18" charset="0"/>
                          </a:rPr>
                          <m:t>𝝃</m:t>
                        </m:r>
                        <m:d>
                          <m:dPr>
                            <m:ctrlPr>
                              <a:rPr lang="es-ES" sz="2400" i="1" dirty="0" smtClean="0">
                                <a:latin typeface="Cambria Math" panose="02040503050406030204" pitchFamily="18" charset="0"/>
                              </a:rPr>
                            </m:ctrlPr>
                          </m:dPr>
                          <m:e>
                            <m:r>
                              <a:rPr lang="es-ES" sz="2400" i="1" dirty="0" smtClean="0">
                                <a:latin typeface="Cambria Math" panose="02040503050406030204" pitchFamily="18" charset="0"/>
                              </a:rPr>
                              <m:t>𝑡</m:t>
                            </m:r>
                          </m:e>
                        </m:d>
                      </m:oMath>
                    </m:oMathPara>
                  </a14:m>
                  <a:endParaRPr dirty="0"/>
                </a:p>
              </p:txBody>
            </p:sp>
          </mc:Choice>
          <mc:Fallback xmlns="">
            <p:sp>
              <p:nvSpPr>
                <p:cNvPr id="5" name="TextBox 4">
                  <a:extLst>
                    <a:ext uri="{FF2B5EF4-FFF2-40B4-BE49-F238E27FC236}">
                      <a16:creationId xmlns:a16="http://schemas.microsoft.com/office/drawing/2014/main" id="{0932E11D-E651-4C41-D65F-3B2F628F1F02}"/>
                    </a:ext>
                  </a:extLst>
                </p:cNvPr>
                <p:cNvSpPr txBox="1">
                  <a:spLocks noRot="1" noChangeAspect="1" noMove="1" noResize="1" noEditPoints="1" noAdjustHandles="1" noChangeArrowheads="1" noChangeShapeType="1" noTextEdit="1"/>
                </p:cNvSpPr>
                <p:nvPr/>
              </p:nvSpPr>
              <p:spPr>
                <a:xfrm>
                  <a:off x="5397085" y="980692"/>
                  <a:ext cx="5052829" cy="475708"/>
                </a:xfrm>
                <a:prstGeom prst="rect">
                  <a:avLst/>
                </a:prstGeom>
                <a:blipFill>
                  <a:blip r:embed="rId10"/>
                  <a:stretch>
                    <a:fillRect t="-10256" b="-25641"/>
                  </a:stretch>
                </a:blipFill>
              </p:spPr>
              <p:txBody>
                <a:bodyPr/>
                <a:lstStyle/>
                <a:p>
                  <a:r>
                    <a:rPr lang="en-US">
                      <a:noFill/>
                    </a:rPr>
                    <a:t> </a:t>
                  </a:r>
                </a:p>
              </p:txBody>
            </p:sp>
          </mc:Fallback>
        </mc:AlternateContent>
        <p:sp>
          <p:nvSpPr>
            <p:cNvPr id="8" name="Left Brace 7">
              <a:extLst>
                <a:ext uri="{FF2B5EF4-FFF2-40B4-BE49-F238E27FC236}">
                  <a16:creationId xmlns:a16="http://schemas.microsoft.com/office/drawing/2014/main" id="{882299D6-FAB8-DF47-A7E1-83D2AC335198}"/>
                </a:ext>
              </a:extLst>
            </p:cNvPr>
            <p:cNvSpPr/>
            <p:nvPr/>
          </p:nvSpPr>
          <p:spPr>
            <a:xfrm>
              <a:off x="5388453" y="833055"/>
              <a:ext cx="456041" cy="3132665"/>
            </a:xfrm>
            <a:prstGeom prst="leftBrace">
              <a:avLst>
                <a:gd name="adj1" fmla="val 64030"/>
                <a:gd name="adj2" fmla="val 50000"/>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grpSp>
    </p:spTree>
    <p:extLst>
      <p:ext uri="{BB962C8B-B14F-4D97-AF65-F5344CB8AC3E}">
        <p14:creationId xmlns:p14="http://schemas.microsoft.com/office/powerpoint/2010/main" val="20237698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5"/>
                                        </p:tgtEl>
                                        <p:attrNameLst>
                                          <p:attrName>style.visibility</p:attrName>
                                        </p:attrNameLst>
                                      </p:cBhvr>
                                      <p:to>
                                        <p:strVal val="visible"/>
                                      </p:to>
                                    </p:set>
                                    <p:animEffect transition="in" filter="fade">
                                      <p:cBhvr>
                                        <p:cTn id="12" dur="500"/>
                                        <p:tgtEl>
                                          <p:spTgt spid="105"/>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11"/>
                                        </p:tgtEl>
                                        <p:attrNameLst>
                                          <p:attrName>style.visibility</p:attrName>
                                        </p:attrNameLst>
                                      </p:cBhvr>
                                      <p:to>
                                        <p:strVal val="visible"/>
                                      </p:to>
                                    </p:set>
                                    <p:animEffect transition="in" filter="fade">
                                      <p:cBhvr>
                                        <p:cTn id="15" dur="500"/>
                                        <p:tgtEl>
                                          <p:spTgt spid="111"/>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6"/>
                                        </p:tgtEl>
                                        <p:attrNameLst>
                                          <p:attrName>style.visibility</p:attrName>
                                        </p:attrNameLst>
                                      </p:cBhvr>
                                      <p:to>
                                        <p:strVal val="visible"/>
                                      </p:to>
                                    </p:set>
                                    <p:animEffect transition="in" filter="fade">
                                      <p:cBhvr>
                                        <p:cTn id="18" dur="500"/>
                                        <p:tgtEl>
                                          <p:spTgt spid="106"/>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12"/>
                                        </p:tgtEl>
                                        <p:attrNameLst>
                                          <p:attrName>style.visibility</p:attrName>
                                        </p:attrNameLst>
                                      </p:cBhvr>
                                      <p:to>
                                        <p:strVal val="visible"/>
                                      </p:to>
                                    </p:set>
                                    <p:animEffect transition="in" filter="fade">
                                      <p:cBhvr>
                                        <p:cTn id="21" dur="500"/>
                                        <p:tgtEl>
                                          <p:spTgt spid="1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 grpId="0"/>
      <p:bldP spid="106" grpId="0"/>
      <p:bldP spid="111" grpId="0"/>
      <p:bldP spid="112" grpId="0"/>
    </p:bldLst>
  </p:timing>
</p:sld>
</file>

<file path=ppt/slides/slide8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91FF8BC-C1CD-C854-2065-650DB1A26638}"/>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9AF181D-FA2D-B34D-CDC2-F822EF562840}"/>
              </a:ext>
            </a:extLst>
          </p:cNvPr>
          <p:cNvSpPr>
            <a:spLocks noGrp="1"/>
          </p:cNvSpPr>
          <p:nvPr>
            <p:ph type="sldNum" sz="quarter" idx="12"/>
          </p:nvPr>
        </p:nvSpPr>
        <p:spPr/>
        <p:txBody>
          <a:bodyPr/>
          <a:lstStyle/>
          <a:p>
            <a:fld id="{250B62C5-2ACF-4D78-8FF3-37371B948607}" type="slidenum">
              <a:rPr lang="en-US" smtClean="0"/>
              <a:t>82</a:t>
            </a:fld>
            <a:endParaRPr lang="en-US" dirty="0"/>
          </a:p>
        </p:txBody>
      </p:sp>
      <p:sp>
        <p:nvSpPr>
          <p:cNvPr id="43" name="Rectangle: Rounded Corners 42">
            <a:extLst>
              <a:ext uri="{FF2B5EF4-FFF2-40B4-BE49-F238E27FC236}">
                <a16:creationId xmlns:a16="http://schemas.microsoft.com/office/drawing/2014/main" id="{598CA4A7-89BE-F68E-1C05-D5078D55EA13}"/>
              </a:ext>
            </a:extLst>
          </p:cNvPr>
          <p:cNvSpPr/>
          <p:nvPr/>
        </p:nvSpPr>
        <p:spPr>
          <a:xfrm>
            <a:off x="10668919" y="143935"/>
            <a:ext cx="1522517" cy="91440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Algorithm </a:t>
            </a:r>
          </a:p>
        </p:txBody>
      </p:sp>
      <p:sp>
        <p:nvSpPr>
          <p:cNvPr id="44" name="Rectangle: Rounded Corners 43">
            <a:extLst>
              <a:ext uri="{FF2B5EF4-FFF2-40B4-BE49-F238E27FC236}">
                <a16:creationId xmlns:a16="http://schemas.microsoft.com/office/drawing/2014/main" id="{8A48F83E-7363-9CCC-F5D3-4DEA8D100B73}"/>
              </a:ext>
            </a:extLst>
          </p:cNvPr>
          <p:cNvSpPr/>
          <p:nvPr/>
        </p:nvSpPr>
        <p:spPr>
          <a:xfrm>
            <a:off x="10668919" y="1568281"/>
            <a:ext cx="1522517" cy="914400"/>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Chemical Reactions </a:t>
            </a:r>
          </a:p>
        </p:txBody>
      </p:sp>
      <p:sp>
        <p:nvSpPr>
          <p:cNvPr id="45" name="Rectangle: Rounded Corners 44">
            <a:extLst>
              <a:ext uri="{FF2B5EF4-FFF2-40B4-BE49-F238E27FC236}">
                <a16:creationId xmlns:a16="http://schemas.microsoft.com/office/drawing/2014/main" id="{F6BBB922-0BDC-4B85-60C0-2A15CCBCB899}"/>
              </a:ext>
            </a:extLst>
          </p:cNvPr>
          <p:cNvSpPr/>
          <p:nvPr/>
        </p:nvSpPr>
        <p:spPr>
          <a:xfrm>
            <a:off x="10668919" y="2992627"/>
            <a:ext cx="1522517" cy="91440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Metabolic Network</a:t>
            </a:r>
          </a:p>
        </p:txBody>
      </p:sp>
      <p:sp>
        <p:nvSpPr>
          <p:cNvPr id="46" name="Rectangle: Rounded Corners 45">
            <a:extLst>
              <a:ext uri="{FF2B5EF4-FFF2-40B4-BE49-F238E27FC236}">
                <a16:creationId xmlns:a16="http://schemas.microsoft.com/office/drawing/2014/main" id="{A586477E-4E52-27F1-28D6-0C5F2112A1EF}"/>
              </a:ext>
            </a:extLst>
          </p:cNvPr>
          <p:cNvSpPr/>
          <p:nvPr/>
        </p:nvSpPr>
        <p:spPr>
          <a:xfrm>
            <a:off x="10668919" y="4416973"/>
            <a:ext cx="1522517" cy="914400"/>
          </a:xfrm>
          <a:prstGeom prst="round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THz Actuation</a:t>
            </a:r>
          </a:p>
        </p:txBody>
      </p:sp>
      <p:cxnSp>
        <p:nvCxnSpPr>
          <p:cNvPr id="47" name="Straight Arrow Connector 46">
            <a:extLst>
              <a:ext uri="{FF2B5EF4-FFF2-40B4-BE49-F238E27FC236}">
                <a16:creationId xmlns:a16="http://schemas.microsoft.com/office/drawing/2014/main" id="{491888F8-24F0-EDDE-F754-4B73E0ECA1AF}"/>
              </a:ext>
            </a:extLst>
          </p:cNvPr>
          <p:cNvCxnSpPr>
            <a:stCxn id="43" idx="2"/>
            <a:endCxn id="44" idx="0"/>
          </p:cNvCxnSpPr>
          <p:nvPr/>
        </p:nvCxnSpPr>
        <p:spPr>
          <a:xfrm>
            <a:off x="11430178" y="1058335"/>
            <a:ext cx="0" cy="509946"/>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48" name="Straight Arrow Connector 47">
            <a:extLst>
              <a:ext uri="{FF2B5EF4-FFF2-40B4-BE49-F238E27FC236}">
                <a16:creationId xmlns:a16="http://schemas.microsoft.com/office/drawing/2014/main" id="{B061B7F1-2925-7478-BD65-C2D2F370B362}"/>
              </a:ext>
            </a:extLst>
          </p:cNvPr>
          <p:cNvCxnSpPr>
            <a:cxnSpLocks/>
            <a:stCxn id="44" idx="2"/>
            <a:endCxn id="45" idx="0"/>
          </p:cNvCxnSpPr>
          <p:nvPr/>
        </p:nvCxnSpPr>
        <p:spPr>
          <a:xfrm>
            <a:off x="11430178" y="2482681"/>
            <a:ext cx="0" cy="509946"/>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49" name="Straight Arrow Connector 48">
            <a:extLst>
              <a:ext uri="{FF2B5EF4-FFF2-40B4-BE49-F238E27FC236}">
                <a16:creationId xmlns:a16="http://schemas.microsoft.com/office/drawing/2014/main" id="{6CB9AAF6-7D1B-16B4-7DBF-FA813195BA66}"/>
              </a:ext>
            </a:extLst>
          </p:cNvPr>
          <p:cNvCxnSpPr>
            <a:cxnSpLocks/>
            <a:stCxn id="46" idx="0"/>
          </p:cNvCxnSpPr>
          <p:nvPr/>
        </p:nvCxnSpPr>
        <p:spPr>
          <a:xfrm flipV="1">
            <a:off x="11430178" y="3907027"/>
            <a:ext cx="0" cy="509946"/>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pic>
        <p:nvPicPr>
          <p:cNvPr id="2050" name="Picture 2">
            <a:extLst>
              <a:ext uri="{FF2B5EF4-FFF2-40B4-BE49-F238E27FC236}">
                <a16:creationId xmlns:a16="http://schemas.microsoft.com/office/drawing/2014/main" id="{BD83AB8B-DBF2-20CD-1102-B04A7860CB8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6745" t="4225" r="15412" b="7108"/>
          <a:stretch>
            <a:fillRect/>
          </a:stretch>
        </p:blipFill>
        <p:spPr bwMode="auto">
          <a:xfrm>
            <a:off x="112073" y="1108601"/>
            <a:ext cx="2271032" cy="2968099"/>
          </a:xfrm>
          <a:prstGeom prst="rect">
            <a:avLst/>
          </a:prstGeom>
          <a:noFill/>
          <a:extLst>
            <a:ext uri="{909E8E84-426E-40DD-AFC4-6F175D3DCCD1}">
              <a14:hiddenFill xmlns:a14="http://schemas.microsoft.com/office/drawing/2010/main">
                <a:solidFill>
                  <a:srgbClr val="FFFFFF"/>
                </a:solidFill>
              </a14:hiddenFill>
            </a:ext>
          </a:extLst>
        </p:spPr>
      </p:pic>
      <p:sp>
        <p:nvSpPr>
          <p:cNvPr id="83" name="TextBox 82">
            <a:extLst>
              <a:ext uri="{FF2B5EF4-FFF2-40B4-BE49-F238E27FC236}">
                <a16:creationId xmlns:a16="http://schemas.microsoft.com/office/drawing/2014/main" id="{30035882-8742-71D3-102E-60D255627154}"/>
              </a:ext>
            </a:extLst>
          </p:cNvPr>
          <p:cNvSpPr txBox="1"/>
          <p:nvPr/>
        </p:nvSpPr>
        <p:spPr>
          <a:xfrm>
            <a:off x="102393" y="143935"/>
            <a:ext cx="3231042" cy="907941"/>
          </a:xfrm>
          <a:prstGeom prst="rect">
            <a:avLst/>
          </a:prstGeom>
          <a:noFill/>
        </p:spPr>
        <p:txBody>
          <a:bodyPr wrap="square">
            <a:spAutoFit/>
          </a:bodyPr>
          <a:lstStyle/>
          <a:p>
            <a:pPr>
              <a:spcAft>
                <a:spcPts val="600"/>
              </a:spcAft>
            </a:pPr>
            <a:r>
              <a:rPr lang="es-ES" sz="2400" dirty="0" err="1">
                <a:hlinkClick r:id="rId4"/>
              </a:rPr>
              <a:t>Enzyme</a:t>
            </a:r>
            <a:endParaRPr lang="es-ES" sz="2400" dirty="0">
              <a:hlinkClick r:id="rId4"/>
            </a:endParaRPr>
          </a:p>
          <a:p>
            <a:pPr>
              <a:spcAft>
                <a:spcPts val="600"/>
              </a:spcAft>
            </a:pPr>
            <a:r>
              <a:rPr lang="es-ES" sz="2400" dirty="0">
                <a:hlinkClick r:id="rId4"/>
              </a:rPr>
              <a:t>PBD ID: 1TUB </a:t>
            </a:r>
            <a:endParaRPr lang="en-US" sz="2400" dirty="0"/>
          </a:p>
        </p:txBody>
      </p:sp>
      <p:sp>
        <p:nvSpPr>
          <p:cNvPr id="85" name="TextBox 84">
            <a:extLst>
              <a:ext uri="{FF2B5EF4-FFF2-40B4-BE49-F238E27FC236}">
                <a16:creationId xmlns:a16="http://schemas.microsoft.com/office/drawing/2014/main" id="{DB566FE2-4EB1-68F5-3AEC-3875725231EC}"/>
              </a:ext>
            </a:extLst>
          </p:cNvPr>
          <p:cNvSpPr txBox="1"/>
          <p:nvPr/>
        </p:nvSpPr>
        <p:spPr>
          <a:xfrm>
            <a:off x="2942102" y="23037"/>
            <a:ext cx="2269043" cy="1200329"/>
          </a:xfrm>
          <a:prstGeom prst="rect">
            <a:avLst/>
          </a:prstGeom>
          <a:noFill/>
        </p:spPr>
        <p:txBody>
          <a:bodyPr wrap="square">
            <a:spAutoFit/>
          </a:bodyPr>
          <a:lstStyle/>
          <a:p>
            <a:r>
              <a:rPr lang="en-US" sz="2400" dirty="0"/>
              <a:t>Anisotropic Network</a:t>
            </a:r>
          </a:p>
          <a:p>
            <a:r>
              <a:rPr lang="en-US" sz="2400" dirty="0"/>
              <a:t>Model</a:t>
            </a:r>
          </a:p>
        </p:txBody>
      </p:sp>
      <mc:AlternateContent xmlns:mc="http://schemas.openxmlformats.org/markup-compatibility/2006" xmlns:a14="http://schemas.microsoft.com/office/drawing/2010/main">
        <mc:Choice Requires="a14">
          <p:sp>
            <p:nvSpPr>
              <p:cNvPr id="93" name="TextBox 92">
                <a:extLst>
                  <a:ext uri="{FF2B5EF4-FFF2-40B4-BE49-F238E27FC236}">
                    <a16:creationId xmlns:a16="http://schemas.microsoft.com/office/drawing/2014/main" id="{58EBD3DF-A80F-328A-9B53-604F01FC5903}"/>
                  </a:ext>
                </a:extLst>
              </p:cNvPr>
              <p:cNvSpPr txBox="1"/>
              <p:nvPr/>
            </p:nvSpPr>
            <p:spPr>
              <a:xfrm>
                <a:off x="5123130" y="893318"/>
                <a:ext cx="4998804" cy="741100"/>
              </a:xfrm>
              <a:prstGeom prst="rect">
                <a:avLst/>
              </a:prstGeom>
              <a:noFill/>
            </p:spPr>
            <p:txBody>
              <a:bodyPr wrap="none" lIns="0" tIns="0" rIns="0" bIns="0" rtlCol="0">
                <a:spAutoFit/>
              </a:bodyPr>
              <a:lstStyle/>
              <a:p>
                <a:pPr/>
                <a14:m>
                  <m:oMathPara xmlns:m="http://schemas.openxmlformats.org/officeDocument/2006/math">
                    <m:oMath>
                      <m:r>
                        <a:rPr lang="es-ES" sz="2400" i="1" smtClean="0">
                          <a:latin typeface="Cambria Math" panose="02040503050406030204" pitchFamily="18" charset="0"/>
                        </a:rPr>
                        <m:t>𝑚</m:t>
                      </m:r>
                      <m:r>
                        <a:rPr lang="es-ES" sz="2400" i="1" smtClean="0">
                          <a:latin typeface="Cambria Math" panose="02040503050406030204" pitchFamily="18" charset="0"/>
                        </a:rPr>
                        <m:t> </m:t>
                      </m:r>
                      <m:f>
                        <m:fPr>
                          <m:ctrlPr>
                            <a:rPr lang="es-ES" sz="2400" i="1" smtClean="0">
                              <a:latin typeface="Cambria Math" panose="02040503050406030204" pitchFamily="18" charset="0"/>
                            </a:rPr>
                          </m:ctrlPr>
                        </m:fPr>
                        <m:num>
                          <m:sSup>
                            <m:sSupPr>
                              <m:ctrlPr>
                                <a:rPr lang="es-ES" sz="2400" i="1" smtClean="0">
                                  <a:latin typeface="Cambria Math" panose="02040503050406030204" pitchFamily="18" charset="0"/>
                                </a:rPr>
                              </m:ctrlPr>
                            </m:sSupPr>
                            <m:e>
                              <m:r>
                                <a:rPr lang="es-ES" sz="2400" i="1" smtClean="0">
                                  <a:latin typeface="Cambria Math" panose="02040503050406030204" pitchFamily="18" charset="0"/>
                                </a:rPr>
                                <m:t>𝑑</m:t>
                              </m:r>
                            </m:e>
                            <m:sup>
                              <m:r>
                                <a:rPr lang="es-ES" sz="2400" i="1" smtClean="0">
                                  <a:latin typeface="Cambria Math" panose="02040503050406030204" pitchFamily="18" charset="0"/>
                                </a:rPr>
                                <m:t>2</m:t>
                              </m:r>
                            </m:sup>
                          </m:sSup>
                          <m:r>
                            <a:rPr lang="es-ES" sz="2400" i="1" smtClean="0">
                              <a:latin typeface="Cambria Math" panose="02040503050406030204" pitchFamily="18" charset="0"/>
                            </a:rPr>
                            <m:t> </m:t>
                          </m:r>
                          <m:r>
                            <a:rPr lang="es-ES" sz="2400" i="1" smtClean="0">
                              <a:latin typeface="Cambria Math" panose="02040503050406030204" pitchFamily="18" charset="0"/>
                            </a:rPr>
                            <m:t>𝑥</m:t>
                          </m:r>
                        </m:num>
                        <m:den>
                          <m:r>
                            <a:rPr lang="es-ES" sz="2400" i="1" smtClean="0">
                              <a:latin typeface="Cambria Math" panose="02040503050406030204" pitchFamily="18" charset="0"/>
                            </a:rPr>
                            <m:t>𝑑</m:t>
                          </m:r>
                          <m:sSup>
                            <m:sSupPr>
                              <m:ctrlPr>
                                <a:rPr lang="es-ES" sz="2400" i="1" smtClean="0">
                                  <a:latin typeface="Cambria Math" panose="02040503050406030204" pitchFamily="18" charset="0"/>
                                </a:rPr>
                              </m:ctrlPr>
                            </m:sSupPr>
                            <m:e>
                              <m:r>
                                <a:rPr lang="es-ES" sz="2400" i="1" smtClean="0">
                                  <a:latin typeface="Cambria Math" panose="02040503050406030204" pitchFamily="18" charset="0"/>
                                </a:rPr>
                                <m:t>𝑡</m:t>
                              </m:r>
                            </m:e>
                            <m:sup>
                              <m:r>
                                <a:rPr lang="es-ES" sz="2400" i="1" smtClean="0">
                                  <a:latin typeface="Cambria Math" panose="02040503050406030204" pitchFamily="18" charset="0"/>
                                </a:rPr>
                                <m:t>2</m:t>
                              </m:r>
                            </m:sup>
                          </m:sSup>
                        </m:den>
                      </m:f>
                      <m:r>
                        <a:rPr lang="es-ES" sz="2400" i="1" smtClean="0">
                          <a:latin typeface="Cambria Math" panose="02040503050406030204" pitchFamily="18" charset="0"/>
                        </a:rPr>
                        <m:t>+</m:t>
                      </m:r>
                      <m:acc>
                        <m:accPr>
                          <m:chr m:val="̈"/>
                          <m:ctrlPr>
                            <a:rPr lang="es-ES" sz="2400" i="1" smtClean="0">
                              <a:latin typeface="Cambria Math" panose="02040503050406030204" pitchFamily="18" charset="0"/>
                            </a:rPr>
                          </m:ctrlPr>
                        </m:accPr>
                        <m:e>
                          <m:r>
                            <m:rPr>
                              <m:sty m:val="p"/>
                            </m:rPr>
                            <a:rPr lang="es-ES" sz="2400" i="1" smtClean="0">
                              <a:latin typeface="Cambria Math" panose="02040503050406030204" pitchFamily="18" charset="0"/>
                            </a:rPr>
                            <m:t>β</m:t>
                          </m:r>
                        </m:e>
                      </m:acc>
                      <m:f>
                        <m:fPr>
                          <m:ctrlPr>
                            <a:rPr lang="es-ES" sz="2400" i="1" smtClean="0">
                              <a:latin typeface="Cambria Math" panose="02040503050406030204" pitchFamily="18" charset="0"/>
                            </a:rPr>
                          </m:ctrlPr>
                        </m:fPr>
                        <m:num>
                          <m:r>
                            <a:rPr lang="es-ES" sz="2400" i="1" smtClean="0">
                              <a:latin typeface="Cambria Math" panose="02040503050406030204" pitchFamily="18" charset="0"/>
                            </a:rPr>
                            <m:t>𝑑𝑥</m:t>
                          </m:r>
                        </m:num>
                        <m:den>
                          <m:r>
                            <a:rPr lang="es-ES" sz="2400" i="1" smtClean="0">
                              <a:latin typeface="Cambria Math" panose="02040503050406030204" pitchFamily="18" charset="0"/>
                            </a:rPr>
                            <m:t>𝑑𝑡</m:t>
                          </m:r>
                        </m:den>
                      </m:f>
                      <m:r>
                        <a:rPr lang="es-ES" sz="2400" i="1" smtClean="0">
                          <a:latin typeface="Cambria Math" panose="02040503050406030204" pitchFamily="18" charset="0"/>
                        </a:rPr>
                        <m:t>+</m:t>
                      </m:r>
                      <m:r>
                        <a:rPr lang="es-ES" sz="2400" i="1" smtClean="0">
                          <a:latin typeface="Cambria Math" panose="02040503050406030204" pitchFamily="18" charset="0"/>
                        </a:rPr>
                        <m:t>𝑘𝑥</m:t>
                      </m:r>
                      <m:d>
                        <m:dPr>
                          <m:ctrlPr>
                            <a:rPr lang="es-ES" sz="2400" i="1" smtClean="0">
                              <a:latin typeface="Cambria Math" panose="02040503050406030204" pitchFamily="18" charset="0"/>
                            </a:rPr>
                          </m:ctrlPr>
                        </m:dPr>
                        <m:e>
                          <m:r>
                            <a:rPr lang="es-ES" sz="2400" i="1" smtClean="0">
                              <a:latin typeface="Cambria Math" panose="02040503050406030204" pitchFamily="18" charset="0"/>
                            </a:rPr>
                            <m:t>𝑡</m:t>
                          </m:r>
                        </m:e>
                      </m:d>
                      <m:r>
                        <a:rPr lang="es-ES" sz="2400" i="1" smtClean="0">
                          <a:latin typeface="Cambria Math" panose="02040503050406030204" pitchFamily="18" charset="0"/>
                        </a:rPr>
                        <m:t>=</m:t>
                      </m:r>
                      <m:sSub>
                        <m:sSubPr>
                          <m:ctrlPr>
                            <a:rPr lang="es-ES" sz="2400" i="1" smtClean="0">
                              <a:solidFill>
                                <a:srgbClr val="C00000"/>
                              </a:solidFill>
                              <a:latin typeface="Cambria Math" panose="02040503050406030204" pitchFamily="18" charset="0"/>
                            </a:rPr>
                          </m:ctrlPr>
                        </m:sSubPr>
                        <m:e>
                          <m:r>
                            <a:rPr lang="es-ES" sz="2400" i="1" smtClean="0">
                              <a:solidFill>
                                <a:srgbClr val="C00000"/>
                              </a:solidFill>
                              <a:latin typeface="Cambria Math" panose="02040503050406030204" pitchFamily="18" charset="0"/>
                            </a:rPr>
                            <m:t>𝑓</m:t>
                          </m:r>
                        </m:e>
                        <m:sub>
                          <m:r>
                            <a:rPr lang="es-ES" sz="2400" i="1" smtClean="0">
                              <a:solidFill>
                                <a:srgbClr val="C00000"/>
                              </a:solidFill>
                              <a:latin typeface="Cambria Math" panose="02040503050406030204" pitchFamily="18" charset="0"/>
                            </a:rPr>
                            <m:t>𝑒𝑥</m:t>
                          </m:r>
                        </m:sub>
                      </m:sSub>
                      <m:d>
                        <m:dPr>
                          <m:ctrlPr>
                            <a:rPr lang="de-DE" sz="2400" b="0" i="1" smtClean="0">
                              <a:solidFill>
                                <a:srgbClr val="C00000"/>
                              </a:solidFill>
                              <a:latin typeface="Cambria Math" panose="02040503050406030204" pitchFamily="18" charset="0"/>
                            </a:rPr>
                          </m:ctrlPr>
                        </m:dPr>
                        <m:e>
                          <m:r>
                            <a:rPr lang="de-DE" sz="2400" b="0" i="1" smtClean="0">
                              <a:solidFill>
                                <a:srgbClr val="C00000"/>
                              </a:solidFill>
                              <a:latin typeface="Cambria Math" panose="02040503050406030204" pitchFamily="18" charset="0"/>
                            </a:rPr>
                            <m:t>(</m:t>
                          </m:r>
                          <m:r>
                            <a:rPr lang="de-DE" sz="2400" b="0" i="1" smtClean="0">
                              <a:solidFill>
                                <a:srgbClr val="C00000"/>
                              </a:solidFill>
                              <a:latin typeface="Cambria Math" panose="02040503050406030204" pitchFamily="18" charset="0"/>
                            </a:rPr>
                            <m:t>𝑡</m:t>
                          </m:r>
                          <m:r>
                            <a:rPr lang="de-DE" sz="2400" b="0" i="1" smtClean="0">
                              <a:solidFill>
                                <a:srgbClr val="C00000"/>
                              </a:solidFill>
                              <a:latin typeface="Cambria Math" panose="02040503050406030204" pitchFamily="18" charset="0"/>
                            </a:rPr>
                            <m:t>)</m:t>
                          </m:r>
                        </m:e>
                      </m:d>
                      <m:r>
                        <a:rPr lang="es-ES" sz="2400" i="1" smtClean="0">
                          <a:latin typeface="Cambria Math" panose="02040503050406030204" pitchFamily="18" charset="0"/>
                        </a:rPr>
                        <m:t>+</m:t>
                      </m:r>
                      <m:sSub>
                        <m:sSubPr>
                          <m:ctrlPr>
                            <a:rPr lang="es-ES" sz="2400" i="1" smtClean="0">
                              <a:latin typeface="Cambria Math" panose="02040503050406030204" pitchFamily="18" charset="0"/>
                            </a:rPr>
                          </m:ctrlPr>
                        </m:sSubPr>
                        <m:e>
                          <m:r>
                            <a:rPr lang="es-ES" sz="2400" i="1" smtClean="0">
                              <a:latin typeface="Cambria Math" panose="02040503050406030204" pitchFamily="18" charset="0"/>
                            </a:rPr>
                            <m:t>𝑓</m:t>
                          </m:r>
                        </m:e>
                        <m:sub>
                          <m:r>
                            <m:rPr>
                              <m:sty m:val="p"/>
                            </m:rPr>
                            <a:rPr lang="es-ES" sz="2400" i="1" smtClean="0">
                              <a:latin typeface="Cambria Math" panose="02040503050406030204" pitchFamily="18" charset="0"/>
                            </a:rPr>
                            <m:t>ζ</m:t>
                          </m:r>
                        </m:sub>
                      </m:sSub>
                      <m:d>
                        <m:dPr>
                          <m:ctrlPr>
                            <a:rPr lang="de-DE" sz="2400" b="0" i="1" smtClean="0">
                              <a:latin typeface="Cambria Math" panose="02040503050406030204" pitchFamily="18" charset="0"/>
                            </a:rPr>
                          </m:ctrlPr>
                        </m:dPr>
                        <m:e>
                          <m:r>
                            <a:rPr lang="de-DE" sz="2400" b="0" i="1" smtClean="0">
                              <a:latin typeface="Cambria Math" panose="02040503050406030204" pitchFamily="18" charset="0"/>
                            </a:rPr>
                            <m:t>(</m:t>
                          </m:r>
                          <m:r>
                            <a:rPr lang="es-ES" sz="2400" i="1" smtClean="0">
                              <a:latin typeface="Cambria Math" panose="02040503050406030204" pitchFamily="18" charset="0"/>
                            </a:rPr>
                            <m:t>𝑡</m:t>
                          </m:r>
                          <m:r>
                            <a:rPr lang="de-DE" sz="2400" b="0" i="1" smtClean="0">
                              <a:latin typeface="Cambria Math" panose="02040503050406030204" pitchFamily="18" charset="0"/>
                            </a:rPr>
                            <m:t>)</m:t>
                          </m:r>
                        </m:e>
                      </m:d>
                      <m:r>
                        <m:rPr>
                          <m:nor/>
                        </m:rPr>
                        <a:rPr lang="es-ES" sz="2400" i="0" smtClean="0">
                          <a:latin typeface="Cambria Math" panose="02040503050406030204" pitchFamily="18" charset="0"/>
                        </a:rPr>
                        <m:t>,</m:t>
                      </m:r>
                    </m:oMath>
                  </m:oMathPara>
                </a14:m>
                <a:endParaRPr lang="en-US" dirty="0"/>
              </a:p>
            </p:txBody>
          </p:sp>
        </mc:Choice>
        <mc:Fallback xmlns="">
          <p:sp>
            <p:nvSpPr>
              <p:cNvPr id="93" name="TextBox 92">
                <a:extLst>
                  <a:ext uri="{FF2B5EF4-FFF2-40B4-BE49-F238E27FC236}">
                    <a16:creationId xmlns:a16="http://schemas.microsoft.com/office/drawing/2014/main" id="{58EBD3DF-A80F-328A-9B53-604F01FC5903}"/>
                  </a:ext>
                </a:extLst>
              </p:cNvPr>
              <p:cNvSpPr txBox="1">
                <a:spLocks noRot="1" noChangeAspect="1" noMove="1" noResize="1" noEditPoints="1" noAdjustHandles="1" noChangeArrowheads="1" noChangeShapeType="1" noTextEdit="1"/>
              </p:cNvSpPr>
              <p:nvPr/>
            </p:nvSpPr>
            <p:spPr>
              <a:xfrm>
                <a:off x="5123130" y="893318"/>
                <a:ext cx="4998804" cy="741100"/>
              </a:xfrm>
              <a:prstGeom prst="rect">
                <a:avLst/>
              </a:prstGeom>
              <a:blipFill>
                <a:blip r:embed="rId5"/>
                <a:stretch>
                  <a:fillRect/>
                </a:stretch>
              </a:blipFill>
            </p:spPr>
            <p:txBody>
              <a:bodyPr/>
              <a:lstStyle/>
              <a:p>
                <a:r>
                  <a:rPr lang="en-US">
                    <a:noFill/>
                  </a:rPr>
                  <a:t> </a:t>
                </a:r>
              </a:p>
            </p:txBody>
          </p:sp>
        </mc:Fallback>
      </mc:AlternateContent>
      <p:sp>
        <p:nvSpPr>
          <p:cNvPr id="95" name="TextBox 94">
            <a:extLst>
              <a:ext uri="{FF2B5EF4-FFF2-40B4-BE49-F238E27FC236}">
                <a16:creationId xmlns:a16="http://schemas.microsoft.com/office/drawing/2014/main" id="{F6B34A41-04B6-B608-4115-39D28DD0F98C}"/>
              </a:ext>
            </a:extLst>
          </p:cNvPr>
          <p:cNvSpPr txBox="1"/>
          <p:nvPr/>
        </p:nvSpPr>
        <p:spPr>
          <a:xfrm>
            <a:off x="5314517" y="272135"/>
            <a:ext cx="4013199" cy="738664"/>
          </a:xfrm>
          <a:prstGeom prst="rect">
            <a:avLst/>
          </a:prstGeom>
          <a:noFill/>
        </p:spPr>
        <p:txBody>
          <a:bodyPr wrap="square" rtlCol="0">
            <a:spAutoFit/>
          </a:bodyPr>
          <a:lstStyle/>
          <a:p>
            <a:r>
              <a:rPr lang="es-ES" sz="2400" dirty="0"/>
              <a:t>Langevin</a:t>
            </a:r>
            <a:r>
              <a:rPr lang="es-ES" b="1" dirty="0"/>
              <a:t> </a:t>
            </a:r>
            <a:r>
              <a:rPr lang="es-ES" sz="2400" dirty="0" err="1"/>
              <a:t>Equation</a:t>
            </a:r>
            <a:endParaRPr lang="es-ES" sz="2400" dirty="0"/>
          </a:p>
          <a:p>
            <a:endParaRPr lang="en-US" dirty="0"/>
          </a:p>
        </p:txBody>
      </p:sp>
      <p:grpSp>
        <p:nvGrpSpPr>
          <p:cNvPr id="103" name="Group 102">
            <a:extLst>
              <a:ext uri="{FF2B5EF4-FFF2-40B4-BE49-F238E27FC236}">
                <a16:creationId xmlns:a16="http://schemas.microsoft.com/office/drawing/2014/main" id="{40F17756-5090-B06A-9D47-471409C4FBE2}"/>
              </a:ext>
            </a:extLst>
          </p:cNvPr>
          <p:cNvGrpSpPr/>
          <p:nvPr/>
        </p:nvGrpSpPr>
        <p:grpSpPr>
          <a:xfrm>
            <a:off x="2606297" y="1263868"/>
            <a:ext cx="2516833" cy="3048495"/>
            <a:chOff x="2720597" y="1245473"/>
            <a:chExt cx="2924342" cy="3745976"/>
          </a:xfrm>
        </p:grpSpPr>
        <p:pic>
          <p:nvPicPr>
            <p:cNvPr id="90" name="Picture 89">
              <a:extLst>
                <a:ext uri="{FF2B5EF4-FFF2-40B4-BE49-F238E27FC236}">
                  <a16:creationId xmlns:a16="http://schemas.microsoft.com/office/drawing/2014/main" id="{5AF9484B-7614-E0A0-C45B-ED9B0611DE59}"/>
                </a:ext>
              </a:extLst>
            </p:cNvPr>
            <p:cNvPicPr>
              <a:picLocks noChangeAspect="1"/>
            </p:cNvPicPr>
            <p:nvPr/>
          </p:nvPicPr>
          <p:blipFill>
            <a:blip r:embed="rId6"/>
            <a:srcRect t="6852" b="5399"/>
            <a:stretch>
              <a:fillRect/>
            </a:stretch>
          </p:blipFill>
          <p:spPr>
            <a:xfrm>
              <a:off x="2720597" y="1344264"/>
              <a:ext cx="2770935" cy="3647185"/>
            </a:xfrm>
            <a:prstGeom prst="rect">
              <a:avLst/>
            </a:prstGeom>
          </p:spPr>
        </p:pic>
        <p:sp>
          <p:nvSpPr>
            <p:cNvPr id="94" name="Oval 93">
              <a:extLst>
                <a:ext uri="{FF2B5EF4-FFF2-40B4-BE49-F238E27FC236}">
                  <a16:creationId xmlns:a16="http://schemas.microsoft.com/office/drawing/2014/main" id="{056D88D0-EB97-B856-0774-C6FC5DE86B82}"/>
                </a:ext>
              </a:extLst>
            </p:cNvPr>
            <p:cNvSpPr/>
            <p:nvPr/>
          </p:nvSpPr>
          <p:spPr>
            <a:xfrm rot="20516196">
              <a:off x="4820643" y="1981218"/>
              <a:ext cx="528304" cy="705052"/>
            </a:xfrm>
            <a:prstGeom prst="ellipse">
              <a:avLst/>
            </a:prstGeom>
            <a:solidFill>
              <a:schemeClr val="bg1">
                <a:alpha val="74000"/>
              </a:schemeClr>
            </a:solidFill>
            <a:ln w="41275">
              <a:solidFill>
                <a:srgbClr val="0070C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7" name="Straight Arrow Connector 96">
              <a:extLst>
                <a:ext uri="{FF2B5EF4-FFF2-40B4-BE49-F238E27FC236}">
                  <a16:creationId xmlns:a16="http://schemas.microsoft.com/office/drawing/2014/main" id="{898FC0A8-2621-813A-243F-1E569E2F4AC3}"/>
                </a:ext>
              </a:extLst>
            </p:cNvPr>
            <p:cNvCxnSpPr>
              <a:cxnSpLocks/>
              <a:stCxn id="94" idx="7"/>
              <a:endCxn id="93" idx="1"/>
            </p:cNvCxnSpPr>
            <p:nvPr/>
          </p:nvCxnSpPr>
          <p:spPr>
            <a:xfrm flipV="1">
              <a:off x="5189288" y="1245473"/>
              <a:ext cx="455651" cy="790033"/>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grpSp>
      <mc:AlternateContent xmlns:mc="http://schemas.openxmlformats.org/markup-compatibility/2006" xmlns:a14="http://schemas.microsoft.com/office/drawing/2010/main">
        <mc:Choice Requires="a14">
          <p:sp>
            <p:nvSpPr>
              <p:cNvPr id="99" name="TextBox 98">
                <a:extLst>
                  <a:ext uri="{FF2B5EF4-FFF2-40B4-BE49-F238E27FC236}">
                    <a16:creationId xmlns:a16="http://schemas.microsoft.com/office/drawing/2014/main" id="{0F464A77-F20D-BCBB-4CDF-2CD27BEBE6FD}"/>
                  </a:ext>
                </a:extLst>
              </p:cNvPr>
              <p:cNvSpPr txBox="1"/>
              <p:nvPr/>
            </p:nvSpPr>
            <p:spPr>
              <a:xfrm>
                <a:off x="5778500" y="2317065"/>
                <a:ext cx="3292183" cy="369332"/>
              </a:xfrm>
              <a:prstGeom prst="rect">
                <a:avLst/>
              </a:prstGeom>
              <a:noFill/>
            </p:spPr>
            <p:txBody>
              <a:bodyPr wrap="none" lIns="0" tIns="0" rIns="0" bIns="0" rtlCol="0">
                <a:spAutoFit/>
              </a:bodyPr>
              <a:lstStyle/>
              <a:p>
                <a:pPr/>
                <a14:m>
                  <m:oMathPara xmlns:m="http://schemas.openxmlformats.org/officeDocument/2006/math">
                    <m:oMath>
                      <m:sSub>
                        <m:sSubPr>
                          <m:ctrlPr>
                            <a:rPr lang="es-ES" sz="2400" i="1">
                              <a:latin typeface="Cambria Math" panose="02040503050406030204" pitchFamily="18" charset="0"/>
                            </a:rPr>
                          </m:ctrlPr>
                        </m:sSubPr>
                        <m:e>
                          <m:r>
                            <a:rPr lang="es-ES" sz="2400" i="1">
                              <a:latin typeface="Cambria Math" panose="02040503050406030204" pitchFamily="18" charset="0"/>
                            </a:rPr>
                            <m:t>𝑓</m:t>
                          </m:r>
                        </m:e>
                        <m:sub>
                          <m:r>
                            <a:rPr lang="es-ES" sz="2400" i="1">
                              <a:latin typeface="Cambria Math" panose="02040503050406030204" pitchFamily="18" charset="0"/>
                            </a:rPr>
                            <m:t>𝑒𝑥</m:t>
                          </m:r>
                        </m:sub>
                      </m:sSub>
                      <m:d>
                        <m:dPr>
                          <m:ctrlPr>
                            <a:rPr lang="es-ES" sz="2400" i="1">
                              <a:latin typeface="Cambria Math" panose="02040503050406030204" pitchFamily="18" charset="0"/>
                            </a:rPr>
                          </m:ctrlPr>
                        </m:dPr>
                        <m:e>
                          <m:r>
                            <a:rPr lang="es-ES" sz="2400" i="1">
                              <a:latin typeface="Cambria Math" panose="02040503050406030204" pitchFamily="18" charset="0"/>
                            </a:rPr>
                            <m:t>𝑡</m:t>
                          </m:r>
                        </m:e>
                      </m:d>
                      <m:r>
                        <a:rPr lang="de-DE" sz="2400" b="0" i="1" smtClean="0">
                          <a:latin typeface="Cambria Math" panose="02040503050406030204" pitchFamily="18" charset="0"/>
                        </a:rPr>
                        <m:t>=</m:t>
                      </m:r>
                      <m:sSub>
                        <m:sSubPr>
                          <m:ctrlPr>
                            <a:rPr lang="es-ES" sz="2400" i="1">
                              <a:solidFill>
                                <a:srgbClr val="C00000"/>
                              </a:solidFill>
                              <a:latin typeface="Cambria Math" panose="02040503050406030204" pitchFamily="18" charset="0"/>
                            </a:rPr>
                          </m:ctrlPr>
                        </m:sSubPr>
                        <m:e>
                          <m:r>
                            <a:rPr lang="es-ES" sz="2400" i="1">
                              <a:solidFill>
                                <a:srgbClr val="C00000"/>
                              </a:solidFill>
                              <a:latin typeface="Cambria Math" panose="02040503050406030204" pitchFamily="18" charset="0"/>
                            </a:rPr>
                            <m:t>𝑓</m:t>
                          </m:r>
                        </m:e>
                        <m:sub>
                          <m:r>
                            <a:rPr lang="es-ES" sz="2400" i="1">
                              <a:solidFill>
                                <a:srgbClr val="C00000"/>
                              </a:solidFill>
                              <a:latin typeface="Cambria Math" panose="02040503050406030204" pitchFamily="18" charset="0"/>
                            </a:rPr>
                            <m:t>𝑜</m:t>
                          </m:r>
                        </m:sub>
                      </m:sSub>
                      <m:r>
                        <m:rPr>
                          <m:nor/>
                        </m:rPr>
                        <a:rPr lang="es-ES" sz="2400" i="0"/>
                        <m:t>cos</m:t>
                      </m:r>
                      <m:d>
                        <m:dPr>
                          <m:ctrlPr>
                            <a:rPr lang="es-ES" sz="2400" i="1">
                              <a:solidFill>
                                <a:srgbClr val="C00000"/>
                              </a:solidFill>
                              <a:latin typeface="Cambria Math" panose="02040503050406030204" pitchFamily="18" charset="0"/>
                            </a:rPr>
                          </m:ctrlPr>
                        </m:dPr>
                        <m:e>
                          <m:sSub>
                            <m:sSubPr>
                              <m:ctrlPr>
                                <a:rPr lang="es-ES" sz="2400" i="1">
                                  <a:solidFill>
                                    <a:srgbClr val="C00000"/>
                                  </a:solidFill>
                                  <a:latin typeface="Cambria Math" panose="02040503050406030204" pitchFamily="18" charset="0"/>
                                </a:rPr>
                              </m:ctrlPr>
                            </m:sSubPr>
                            <m:e>
                              <m:r>
                                <a:rPr lang="es-ES" sz="2400" i="1">
                                  <a:solidFill>
                                    <a:srgbClr val="C00000"/>
                                  </a:solidFill>
                                  <a:latin typeface="Cambria Math" panose="02040503050406030204" pitchFamily="18" charset="0"/>
                                </a:rPr>
                                <m:t>𝜔</m:t>
                              </m:r>
                            </m:e>
                            <m:sub>
                              <m:r>
                                <a:rPr lang="es-ES" sz="2400" i="1">
                                  <a:solidFill>
                                    <a:srgbClr val="C00000"/>
                                  </a:solidFill>
                                  <a:latin typeface="Cambria Math" panose="02040503050406030204" pitchFamily="18" charset="0"/>
                                </a:rPr>
                                <m:t>𝑎</m:t>
                              </m:r>
                            </m:sub>
                          </m:sSub>
                          <m:r>
                            <a:rPr lang="es-ES" sz="2400" i="1">
                              <a:latin typeface="Cambria Math" panose="02040503050406030204" pitchFamily="18" charset="0"/>
                            </a:rPr>
                            <m:t>𝑡</m:t>
                          </m:r>
                          <m:r>
                            <a:rPr lang="es-ES" sz="2400" i="1">
                              <a:latin typeface="Cambria Math" panose="02040503050406030204" pitchFamily="18" charset="0"/>
                            </a:rPr>
                            <m:t>+</m:t>
                          </m:r>
                          <m:r>
                            <m:rPr>
                              <m:sty m:val="p"/>
                            </m:rPr>
                            <a:rPr lang="es-ES" sz="2400">
                              <a:latin typeface="Cambria Math" panose="02040503050406030204" pitchFamily="18" charset="0"/>
                            </a:rPr>
                            <m:t>Θ</m:t>
                          </m:r>
                        </m:e>
                      </m:d>
                    </m:oMath>
                  </m:oMathPara>
                </a14:m>
                <a:endParaRPr lang="en-US" sz="2400" dirty="0"/>
              </a:p>
            </p:txBody>
          </p:sp>
        </mc:Choice>
        <mc:Fallback xmlns="">
          <p:sp>
            <p:nvSpPr>
              <p:cNvPr id="99" name="TextBox 98">
                <a:extLst>
                  <a:ext uri="{FF2B5EF4-FFF2-40B4-BE49-F238E27FC236}">
                    <a16:creationId xmlns:a16="http://schemas.microsoft.com/office/drawing/2014/main" id="{0F464A77-F20D-BCBB-4CDF-2CD27BEBE6FD}"/>
                  </a:ext>
                </a:extLst>
              </p:cNvPr>
              <p:cNvSpPr txBox="1">
                <a:spLocks noRot="1" noChangeAspect="1" noMove="1" noResize="1" noEditPoints="1" noAdjustHandles="1" noChangeArrowheads="1" noChangeShapeType="1" noTextEdit="1"/>
              </p:cNvSpPr>
              <p:nvPr/>
            </p:nvSpPr>
            <p:spPr>
              <a:xfrm>
                <a:off x="5778500" y="2317065"/>
                <a:ext cx="3292183" cy="369332"/>
              </a:xfrm>
              <a:prstGeom prst="rect">
                <a:avLst/>
              </a:prstGeom>
              <a:blipFill>
                <a:blip r:embed="rId7"/>
                <a:stretch>
                  <a:fillRect l="-2963" t="-1639" b="-327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2" name="TextBox 101">
                <a:extLst>
                  <a:ext uri="{FF2B5EF4-FFF2-40B4-BE49-F238E27FC236}">
                    <a16:creationId xmlns:a16="http://schemas.microsoft.com/office/drawing/2014/main" id="{A4C6BA02-5FA4-8B12-A2D4-B4383BE99751}"/>
                  </a:ext>
                </a:extLst>
              </p:cNvPr>
              <p:cNvSpPr txBox="1"/>
              <p:nvPr/>
            </p:nvSpPr>
            <p:spPr>
              <a:xfrm>
                <a:off x="5707803" y="3100639"/>
                <a:ext cx="3880359" cy="461665"/>
              </a:xfrm>
              <a:prstGeom prst="rect">
                <a:avLst/>
              </a:prstGeom>
              <a:noFill/>
            </p:spPr>
            <p:txBody>
              <a:bodyPr wrap="square">
                <a:spAutoFit/>
              </a:bodyPr>
              <a:lstStyle/>
              <a:p>
                <a:pPr/>
                <a14:m>
                  <m:oMathPara xmlns:m="http://schemas.openxmlformats.org/officeDocument/2006/math">
                    <m:oMath>
                      <m:sSub>
                        <m:sSubPr>
                          <m:ctrlPr>
                            <a:rPr lang="en-US" sz="2400" i="1" dirty="0" smtClean="0">
                              <a:latin typeface="Cambria Math" panose="02040503050406030204" pitchFamily="18" charset="0"/>
                            </a:rPr>
                          </m:ctrlPr>
                        </m:sSubPr>
                        <m:e>
                          <m:r>
                            <a:rPr lang="en-US" sz="2400" i="1" dirty="0" smtClean="0">
                              <a:latin typeface="Cambria Math" panose="02040503050406030204" pitchFamily="18" charset="0"/>
                            </a:rPr>
                            <m:t>𝑓</m:t>
                          </m:r>
                        </m:e>
                        <m:sub>
                          <m:r>
                            <a:rPr lang="en-US" sz="2400" i="1" dirty="0" smtClean="0">
                              <a:latin typeface="Cambria Math" panose="02040503050406030204" pitchFamily="18" charset="0"/>
                            </a:rPr>
                            <m:t>𝑜</m:t>
                          </m:r>
                        </m:sub>
                      </m:sSub>
                      <m:r>
                        <a:rPr lang="de-DE" sz="2400" b="0" i="1" dirty="0" smtClean="0">
                          <a:latin typeface="Cambria Math" panose="02040503050406030204" pitchFamily="18" charset="0"/>
                        </a:rPr>
                        <m:t>=</m:t>
                      </m:r>
                      <m:r>
                        <a:rPr lang="en-US" sz="2400" i="1" dirty="0" smtClean="0">
                          <a:latin typeface="Cambria Math" panose="02040503050406030204" pitchFamily="18" charset="0"/>
                        </a:rPr>
                        <m:t>2</m:t>
                      </m:r>
                      <m:r>
                        <a:rPr lang="en-US" sz="2400" i="1" dirty="0" smtClean="0">
                          <a:latin typeface="Cambria Math" panose="02040503050406030204" pitchFamily="18" charset="0"/>
                        </a:rPr>
                        <m:t>𝜋</m:t>
                      </m:r>
                      <m:sSup>
                        <m:sSupPr>
                          <m:ctrlPr>
                            <a:rPr lang="en-US" sz="2400" i="1" dirty="0" smtClean="0">
                              <a:latin typeface="Cambria Math" panose="02040503050406030204" pitchFamily="18" charset="0"/>
                            </a:rPr>
                          </m:ctrlPr>
                        </m:sSupPr>
                        <m:e>
                          <m:r>
                            <a:rPr lang="en-US" sz="2400" i="1" dirty="0" smtClean="0">
                              <a:latin typeface="Cambria Math" panose="02040503050406030204" pitchFamily="18" charset="0"/>
                            </a:rPr>
                            <m:t>𝑟</m:t>
                          </m:r>
                        </m:e>
                        <m:sup>
                          <m:r>
                            <a:rPr lang="en-US" sz="2400" i="1" dirty="0" smtClean="0">
                              <a:latin typeface="Cambria Math" panose="02040503050406030204" pitchFamily="18" charset="0"/>
                            </a:rPr>
                            <m:t>3</m:t>
                          </m:r>
                        </m:sup>
                      </m:sSup>
                      <m:sSub>
                        <m:sSubPr>
                          <m:ctrlPr>
                            <a:rPr lang="en-US" sz="2400" i="1" dirty="0" smtClean="0">
                              <a:latin typeface="Cambria Math" panose="02040503050406030204" pitchFamily="18" charset="0"/>
                            </a:rPr>
                          </m:ctrlPr>
                        </m:sSubPr>
                        <m:e>
                          <m:r>
                            <a:rPr lang="en-US" sz="2400" i="1" dirty="0" smtClean="0">
                              <a:latin typeface="Cambria Math" panose="02040503050406030204" pitchFamily="18" charset="0"/>
                            </a:rPr>
                            <m:t>𝜀</m:t>
                          </m:r>
                        </m:e>
                        <m:sub>
                          <m:r>
                            <a:rPr lang="en-US" sz="2400" i="1" dirty="0">
                              <a:latin typeface="Cambria Math" panose="02040503050406030204" pitchFamily="18" charset="0"/>
                            </a:rPr>
                            <m:t>𝑚</m:t>
                          </m:r>
                        </m:sub>
                      </m:sSub>
                      <m:r>
                        <a:rPr lang="en-US" sz="2400" i="1" dirty="0">
                          <a:latin typeface="Cambria Math" panose="02040503050406030204" pitchFamily="18" charset="0"/>
                        </a:rPr>
                        <m:t>𝐑𝐞</m:t>
                      </m:r>
                      <m:d>
                        <m:dPr>
                          <m:begChr m:val="{"/>
                          <m:endChr m:val="}"/>
                          <m:ctrlPr>
                            <a:rPr lang="en-US" sz="2400" i="1" dirty="0">
                              <a:latin typeface="Cambria Math" panose="02040503050406030204" pitchFamily="18" charset="0"/>
                            </a:rPr>
                          </m:ctrlPr>
                        </m:dPr>
                        <m:e>
                          <m:r>
                            <a:rPr lang="en-US" sz="2400" i="1" dirty="0">
                              <a:latin typeface="Cambria Math" panose="02040503050406030204" pitchFamily="18" charset="0"/>
                            </a:rPr>
                            <m:t>𝒦</m:t>
                          </m:r>
                        </m:e>
                      </m:d>
                      <m:r>
                        <m:rPr>
                          <m:sty m:val="p"/>
                        </m:rPr>
                        <a:rPr lang="en-US" sz="2400" i="0" dirty="0">
                          <a:latin typeface="Cambria Math" panose="02040503050406030204" pitchFamily="18" charset="0"/>
                        </a:rPr>
                        <m:t>∇</m:t>
                      </m:r>
                      <m:sSup>
                        <m:sSupPr>
                          <m:ctrlPr>
                            <a:rPr lang="en-US" sz="2400" i="1" dirty="0">
                              <a:latin typeface="Cambria Math" panose="02040503050406030204" pitchFamily="18" charset="0"/>
                            </a:rPr>
                          </m:ctrlPr>
                        </m:sSupPr>
                        <m:e>
                          <m:d>
                            <m:dPr>
                              <m:begChr m:val="|"/>
                              <m:endChr m:val="|"/>
                              <m:ctrlPr>
                                <a:rPr lang="en-US" sz="2400" i="1" dirty="0">
                                  <a:latin typeface="Cambria Math" panose="02040503050406030204" pitchFamily="18" charset="0"/>
                                </a:rPr>
                              </m:ctrlPr>
                            </m:dPr>
                            <m:e>
                              <m:sSub>
                                <m:sSubPr>
                                  <m:ctrlPr>
                                    <a:rPr lang="en-US" sz="2400" i="1" dirty="0">
                                      <a:latin typeface="Cambria Math" panose="02040503050406030204" pitchFamily="18" charset="0"/>
                                    </a:rPr>
                                  </m:ctrlPr>
                                </m:sSubPr>
                                <m:e>
                                  <m:r>
                                    <a:rPr lang="en-US" sz="2400" i="1" dirty="0">
                                      <a:latin typeface="Cambria Math" panose="02040503050406030204" pitchFamily="18" charset="0"/>
                                    </a:rPr>
                                    <m:t>𝐄</m:t>
                                  </m:r>
                                </m:e>
                                <m:sub>
                                  <m:r>
                                    <a:rPr lang="en-US" sz="2400" i="1" dirty="0">
                                      <a:latin typeface="Cambria Math" panose="02040503050406030204" pitchFamily="18" charset="0"/>
                                    </a:rPr>
                                    <m:t>𝐫𝐦𝐬</m:t>
                                  </m:r>
                                </m:sub>
                              </m:sSub>
                            </m:e>
                          </m:d>
                        </m:e>
                        <m:sup>
                          <m:r>
                            <a:rPr lang="en-US" sz="2400" i="1" dirty="0">
                              <a:latin typeface="Cambria Math" panose="02040503050406030204" pitchFamily="18" charset="0"/>
                            </a:rPr>
                            <m:t>2</m:t>
                          </m:r>
                        </m:sup>
                      </m:sSup>
                    </m:oMath>
                  </m:oMathPara>
                </a14:m>
                <a:endParaRPr/>
              </a:p>
            </p:txBody>
          </p:sp>
        </mc:Choice>
        <mc:Fallback xmlns="">
          <p:sp>
            <p:nvSpPr>
              <p:cNvPr id="102" name="TextBox 101">
                <a:extLst>
                  <a:ext uri="{FF2B5EF4-FFF2-40B4-BE49-F238E27FC236}">
                    <a16:creationId xmlns:a16="http://schemas.microsoft.com/office/drawing/2014/main" id="{A4C6BA02-5FA4-8B12-A2D4-B4383BE99751}"/>
                  </a:ext>
                </a:extLst>
              </p:cNvPr>
              <p:cNvSpPr txBox="1">
                <a:spLocks noRot="1" noChangeAspect="1" noMove="1" noResize="1" noEditPoints="1" noAdjustHandles="1" noChangeArrowheads="1" noChangeShapeType="1" noTextEdit="1"/>
              </p:cNvSpPr>
              <p:nvPr/>
            </p:nvSpPr>
            <p:spPr>
              <a:xfrm>
                <a:off x="5707803" y="3100639"/>
                <a:ext cx="3880359" cy="461665"/>
              </a:xfrm>
              <a:prstGeom prst="rect">
                <a:avLst/>
              </a:prstGeom>
              <a:blipFill>
                <a:blip r:embed="rId8"/>
                <a:stretch>
                  <a:fillRect l="-942" t="-10667" r="-3925" b="-30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5" name="TextBox 104">
                <a:extLst>
                  <a:ext uri="{FF2B5EF4-FFF2-40B4-BE49-F238E27FC236}">
                    <a16:creationId xmlns:a16="http://schemas.microsoft.com/office/drawing/2014/main" id="{343DF65D-CA51-3CFB-4C74-4746DA3AF1A8}"/>
                  </a:ext>
                </a:extLst>
              </p:cNvPr>
              <p:cNvSpPr txBox="1"/>
              <p:nvPr/>
            </p:nvSpPr>
            <p:spPr>
              <a:xfrm>
                <a:off x="5707803" y="3951955"/>
                <a:ext cx="3532698" cy="953018"/>
              </a:xfrm>
              <a:prstGeom prst="rect">
                <a:avLst/>
              </a:prstGeom>
              <a:noFill/>
            </p:spPr>
            <p:txBody>
              <a:bodyPr wrap="none" lIns="0" tIns="0" rIns="0" bIns="0" rtlCol="0">
                <a:spAutoFit/>
              </a:bodyPr>
              <a:lstStyle/>
              <a:p>
                <a:pPr/>
                <a14:m>
                  <m:oMathPara xmlns:m="http://schemas.openxmlformats.org/officeDocument/2006/math">
                    <m:oMath>
                      <m:sSub>
                        <m:sSubPr>
                          <m:ctrlPr>
                            <a:rPr lang="en-US" sz="2400" i="1">
                              <a:latin typeface="Cambria Math" panose="02040503050406030204" pitchFamily="18" charset="0"/>
                            </a:rPr>
                          </m:ctrlPr>
                        </m:sSubPr>
                        <m:e>
                          <m:r>
                            <a:rPr lang="en-US" sz="2400" i="1">
                              <a:latin typeface="Cambria Math" panose="02040503050406030204" pitchFamily="18" charset="0"/>
                            </a:rPr>
                            <m:t>𝑝</m:t>
                          </m:r>
                        </m:e>
                        <m:sub>
                          <m:r>
                            <a:rPr lang="en-US" sz="2400" i="1">
                              <a:latin typeface="Cambria Math" panose="02040503050406030204" pitchFamily="18" charset="0"/>
                            </a:rPr>
                            <m:t>𝑈</m:t>
                          </m:r>
                        </m:sub>
                      </m:sSub>
                      <m:r>
                        <a:rPr lang="en-US" sz="2400" i="1">
                          <a:latin typeface="Cambria Math" panose="02040503050406030204" pitchFamily="18" charset="0"/>
                        </a:rPr>
                        <m:t>=1−</m:t>
                      </m:r>
                      <m:f>
                        <m:fPr>
                          <m:ctrlPr>
                            <a:rPr lang="en-US" sz="2400" i="1">
                              <a:latin typeface="Cambria Math" panose="02040503050406030204" pitchFamily="18" charset="0"/>
                            </a:rPr>
                          </m:ctrlPr>
                        </m:fPr>
                        <m:num>
                          <m:r>
                            <a:rPr lang="en-US" sz="2400" i="1">
                              <a:latin typeface="Cambria Math" panose="02040503050406030204" pitchFamily="18" charset="0"/>
                            </a:rPr>
                            <m:t>1</m:t>
                          </m:r>
                        </m:num>
                        <m:den>
                          <m:r>
                            <a:rPr lang="en-US" sz="2400" i="1">
                              <a:latin typeface="Cambria Math" panose="02040503050406030204" pitchFamily="18" charset="0"/>
                            </a:rPr>
                            <m:t>1+</m:t>
                          </m:r>
                          <m:sSup>
                            <m:sSupPr>
                              <m:ctrlPr>
                                <a:rPr lang="de-DE" sz="2400" b="0" i="1" smtClean="0">
                                  <a:latin typeface="Cambria Math" panose="02040503050406030204" pitchFamily="18" charset="0"/>
                                </a:rPr>
                              </m:ctrlPr>
                            </m:sSupPr>
                            <m:e>
                              <m:r>
                                <a:rPr lang="de-DE" sz="2400" b="0" i="1" smtClean="0">
                                  <a:latin typeface="Cambria Math" panose="02040503050406030204" pitchFamily="18" charset="0"/>
                                </a:rPr>
                                <m:t>𝑒</m:t>
                              </m:r>
                            </m:e>
                            <m:sup>
                              <m:d>
                                <m:dPr>
                                  <m:ctrlPr>
                                    <a:rPr lang="en-US" sz="2400" i="1">
                                      <a:latin typeface="Cambria Math" panose="02040503050406030204" pitchFamily="18" charset="0"/>
                                    </a:rPr>
                                  </m:ctrlPr>
                                </m:dPr>
                                <m:e>
                                  <m:f>
                                    <m:fPr>
                                      <m:ctrlPr>
                                        <a:rPr lang="en-US" sz="2400">
                                          <a:latin typeface="Cambria Math" panose="02040503050406030204" pitchFamily="18" charset="0"/>
                                        </a:rPr>
                                      </m:ctrlPr>
                                    </m:fPr>
                                    <m:num>
                                      <m:r>
                                        <m:rPr>
                                          <m:sty m:val="p"/>
                                        </m:rPr>
                                        <a:rPr lang="en-US" sz="2400">
                                          <a:latin typeface="Cambria Math" panose="02040503050406030204" pitchFamily="18" charset="0"/>
                                        </a:rPr>
                                        <m:t>Δ</m:t>
                                      </m:r>
                                      <m:r>
                                        <a:rPr lang="en-US" sz="2400" i="1">
                                          <a:latin typeface="Cambria Math" panose="02040503050406030204" pitchFamily="18" charset="0"/>
                                        </a:rPr>
                                        <m:t>𝐸</m:t>
                                      </m:r>
                                      <m:r>
                                        <a:rPr lang="en-US" sz="2400" i="1">
                                          <a:latin typeface="Cambria Math" panose="02040503050406030204" pitchFamily="18" charset="0"/>
                                        </a:rPr>
                                        <m:t>−</m:t>
                                      </m:r>
                                      <m:sSub>
                                        <m:sSubPr>
                                          <m:ctrlPr>
                                            <a:rPr lang="en-US" sz="2400" i="1">
                                              <a:solidFill>
                                                <a:srgbClr val="C00000"/>
                                              </a:solidFill>
                                              <a:latin typeface="Cambria Math" panose="02040503050406030204" pitchFamily="18" charset="0"/>
                                            </a:rPr>
                                          </m:ctrlPr>
                                        </m:sSubPr>
                                        <m:e>
                                          <m:d>
                                            <m:dPr>
                                              <m:begChr m:val="⟨"/>
                                              <m:endChr m:val="⟩"/>
                                              <m:ctrlPr>
                                                <a:rPr lang="en-US" sz="2400" i="1">
                                                  <a:solidFill>
                                                    <a:srgbClr val="C00000"/>
                                                  </a:solidFill>
                                                  <a:latin typeface="Cambria Math" panose="02040503050406030204" pitchFamily="18" charset="0"/>
                                                </a:rPr>
                                              </m:ctrlPr>
                                            </m:dPr>
                                            <m:e>
                                              <m:sSub>
                                                <m:sSubPr>
                                                  <m:ctrlPr>
                                                    <a:rPr lang="en-US" sz="2400" i="1">
                                                      <a:solidFill>
                                                        <a:srgbClr val="C00000"/>
                                                      </a:solidFill>
                                                      <a:latin typeface="Cambria Math" panose="02040503050406030204" pitchFamily="18" charset="0"/>
                                                    </a:rPr>
                                                  </m:ctrlPr>
                                                </m:sSubPr>
                                                <m:e>
                                                  <m:r>
                                                    <a:rPr lang="en-US" sz="2400" i="1">
                                                      <a:solidFill>
                                                        <a:srgbClr val="C00000"/>
                                                      </a:solidFill>
                                                      <a:latin typeface="Cambria Math" panose="02040503050406030204" pitchFamily="18" charset="0"/>
                                                    </a:rPr>
                                                    <m:t>𝐸</m:t>
                                                  </m:r>
                                                </m:e>
                                                <m:sub>
                                                  <m:r>
                                                    <a:rPr lang="en-US" sz="2400" i="1">
                                                      <a:solidFill>
                                                        <a:srgbClr val="C00000"/>
                                                      </a:solidFill>
                                                      <a:latin typeface="Cambria Math" panose="02040503050406030204" pitchFamily="18" charset="0"/>
                                                    </a:rPr>
                                                    <m:t>𝑡𝑜𝑡</m:t>
                                                  </m:r>
                                                </m:sub>
                                              </m:sSub>
                                            </m:e>
                                          </m:d>
                                        </m:e>
                                        <m:sub>
                                          <m:r>
                                            <a:rPr lang="en-US" sz="2400" i="1">
                                              <a:solidFill>
                                                <a:srgbClr val="C00000"/>
                                              </a:solidFill>
                                              <a:latin typeface="Cambria Math" panose="02040503050406030204" pitchFamily="18" charset="0"/>
                                            </a:rPr>
                                            <m:t>𝑠𝑠</m:t>
                                          </m:r>
                                        </m:sub>
                                      </m:sSub>
                                    </m:num>
                                    <m:den>
                                      <m:sSub>
                                        <m:sSubPr>
                                          <m:ctrlPr>
                                            <a:rPr lang="en-US" sz="2400" i="1">
                                              <a:latin typeface="Cambria Math" panose="02040503050406030204" pitchFamily="18" charset="0"/>
                                            </a:rPr>
                                          </m:ctrlPr>
                                        </m:sSubPr>
                                        <m:e>
                                          <m:r>
                                            <a:rPr lang="en-US" sz="2400" i="1">
                                              <a:latin typeface="Cambria Math" panose="02040503050406030204" pitchFamily="18" charset="0"/>
                                            </a:rPr>
                                            <m:t>𝑘</m:t>
                                          </m:r>
                                        </m:e>
                                        <m:sub>
                                          <m:r>
                                            <a:rPr lang="en-US" sz="2400" i="1">
                                              <a:latin typeface="Cambria Math" panose="02040503050406030204" pitchFamily="18" charset="0"/>
                                            </a:rPr>
                                            <m:t>𝑏</m:t>
                                          </m:r>
                                        </m:sub>
                                      </m:sSub>
                                      <m:r>
                                        <a:rPr lang="en-US" sz="2400" i="1">
                                          <a:latin typeface="Cambria Math" panose="02040503050406030204" pitchFamily="18" charset="0"/>
                                        </a:rPr>
                                        <m:t>𝑇</m:t>
                                      </m:r>
                                    </m:den>
                                  </m:f>
                                </m:e>
                              </m:d>
                            </m:sup>
                          </m:sSup>
                        </m:den>
                      </m:f>
                    </m:oMath>
                  </m:oMathPara>
                </a14:m>
                <a:endParaRPr lang="en-US" sz="2400" dirty="0"/>
              </a:p>
            </p:txBody>
          </p:sp>
        </mc:Choice>
        <mc:Fallback xmlns="">
          <p:sp>
            <p:nvSpPr>
              <p:cNvPr id="105" name="TextBox 104">
                <a:extLst>
                  <a:ext uri="{FF2B5EF4-FFF2-40B4-BE49-F238E27FC236}">
                    <a16:creationId xmlns:a16="http://schemas.microsoft.com/office/drawing/2014/main" id="{343DF65D-CA51-3CFB-4C74-4746DA3AF1A8}"/>
                  </a:ext>
                </a:extLst>
              </p:cNvPr>
              <p:cNvSpPr txBox="1">
                <a:spLocks noRot="1" noChangeAspect="1" noMove="1" noResize="1" noEditPoints="1" noAdjustHandles="1" noChangeArrowheads="1" noChangeShapeType="1" noTextEdit="1"/>
              </p:cNvSpPr>
              <p:nvPr/>
            </p:nvSpPr>
            <p:spPr>
              <a:xfrm>
                <a:off x="5707803" y="3951955"/>
                <a:ext cx="3532698" cy="953018"/>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6" name="TextBox 105">
                <a:extLst>
                  <a:ext uri="{FF2B5EF4-FFF2-40B4-BE49-F238E27FC236}">
                    <a16:creationId xmlns:a16="http://schemas.microsoft.com/office/drawing/2014/main" id="{0EE96279-8C05-7E13-BE93-8CAACCA102CE}"/>
                  </a:ext>
                </a:extLst>
              </p:cNvPr>
              <p:cNvSpPr txBox="1"/>
              <p:nvPr/>
            </p:nvSpPr>
            <p:spPr>
              <a:xfrm>
                <a:off x="4738858" y="5732731"/>
                <a:ext cx="6691319" cy="708143"/>
              </a:xfrm>
              <a:prstGeom prst="rect">
                <a:avLst/>
              </a:prstGeom>
              <a:noFill/>
            </p:spPr>
            <p:txBody>
              <a:bodyPr wrap="none" lIns="0" tIns="0" rIns="0" bIns="0" rtlCol="0">
                <a:spAutoFit/>
              </a:bodyPr>
              <a:lstStyle/>
              <a:p>
                <a:pPr/>
                <a14:m>
                  <m:oMathPara xmlns:m="http://schemas.openxmlformats.org/officeDocument/2006/math">
                    <m:oMath>
                      <m:r>
                        <a:rPr lang="es-ES" sz="2400" i="1" smtClean="0">
                          <a:latin typeface="Cambria Math" panose="02040503050406030204" pitchFamily="18" charset="0"/>
                        </a:rPr>
                        <m:t>⟨</m:t>
                      </m:r>
                      <m:r>
                        <a:rPr lang="es-ES" sz="2400" i="1" smtClean="0">
                          <a:latin typeface="Cambria Math" panose="02040503050406030204" pitchFamily="18" charset="0"/>
                        </a:rPr>
                        <m:t>𝐸</m:t>
                      </m:r>
                      <m:r>
                        <a:rPr lang="es-ES" sz="2400" i="1" smtClean="0">
                          <a:latin typeface="Cambria Math" panose="02040503050406030204" pitchFamily="18" charset="0"/>
                        </a:rPr>
                        <m:t>_</m:t>
                      </m:r>
                      <m:r>
                        <a:rPr lang="es-ES" sz="2400" i="1" smtClean="0">
                          <a:latin typeface="Cambria Math" panose="02040503050406030204" pitchFamily="18" charset="0"/>
                        </a:rPr>
                        <m:t>𝑡𝑜𝑡</m:t>
                      </m:r>
                      <m:r>
                        <a:rPr lang="es-ES" sz="2400" i="1" smtClean="0">
                          <a:latin typeface="Cambria Math" panose="02040503050406030204" pitchFamily="18" charset="0"/>
                        </a:rPr>
                        <m:t> ⟩=</m:t>
                      </m:r>
                      <m:f>
                        <m:fPr>
                          <m:ctrlPr>
                            <a:rPr lang="es-ES" sz="2400" i="1" smtClean="0">
                              <a:solidFill>
                                <a:srgbClr val="C00000"/>
                              </a:solidFill>
                              <a:latin typeface="Cambria Math" panose="02040503050406030204" pitchFamily="18" charset="0"/>
                            </a:rPr>
                          </m:ctrlPr>
                        </m:fPr>
                        <m:num>
                          <m:r>
                            <a:rPr lang="es-ES" sz="2400" i="1" smtClean="0">
                              <a:solidFill>
                                <a:srgbClr val="C00000"/>
                              </a:solidFill>
                              <a:latin typeface="Cambria Math" panose="02040503050406030204" pitchFamily="18" charset="0"/>
                            </a:rPr>
                            <m:t>𝛼</m:t>
                          </m:r>
                        </m:num>
                        <m:den>
                          <m:r>
                            <a:rPr lang="de-DE" sz="2400" b="0" i="1" smtClean="0">
                              <a:latin typeface="Cambria Math" panose="02040503050406030204" pitchFamily="18" charset="0"/>
                            </a:rPr>
                            <m:t>4</m:t>
                          </m:r>
                          <m:r>
                            <a:rPr lang="de-DE" sz="2400" b="0" i="1" smtClean="0">
                              <a:latin typeface="Cambria Math" panose="02040503050406030204" pitchFamily="18" charset="0"/>
                              <a:ea typeface="Cambria Math" panose="02040503050406030204" pitchFamily="18" charset="0"/>
                            </a:rPr>
                            <m:t>𝛽</m:t>
                          </m:r>
                          <m:r>
                            <a:rPr lang="de-DE" sz="2400" b="0" i="1" smtClean="0">
                              <a:latin typeface="Cambria Math" panose="02040503050406030204" pitchFamily="18" charset="0"/>
                              <a:ea typeface="Cambria Math" panose="02040503050406030204" pitchFamily="18" charset="0"/>
                            </a:rPr>
                            <m:t>𝑚</m:t>
                          </m:r>
                          <m:d>
                            <m:dPr>
                              <m:begChr m:val="["/>
                              <m:endChr m:val="]"/>
                              <m:ctrlPr>
                                <a:rPr lang="es-ES" sz="2400" i="1">
                                  <a:latin typeface="Cambria Math" panose="02040503050406030204" pitchFamily="18" charset="0"/>
                                </a:rPr>
                              </m:ctrlPr>
                            </m:dPr>
                            <m:e>
                              <m:sSup>
                                <m:sSupPr>
                                  <m:ctrlPr>
                                    <a:rPr lang="es-ES" sz="2400" i="1">
                                      <a:latin typeface="Cambria Math" panose="02040503050406030204" pitchFamily="18" charset="0"/>
                                    </a:rPr>
                                  </m:ctrlPr>
                                </m:sSupPr>
                                <m:e>
                                  <m:d>
                                    <m:dPr>
                                      <m:ctrlPr>
                                        <a:rPr lang="es-ES" sz="2400" i="1">
                                          <a:latin typeface="Cambria Math" panose="02040503050406030204" pitchFamily="18" charset="0"/>
                                        </a:rPr>
                                      </m:ctrlPr>
                                    </m:dPr>
                                    <m:e>
                                      <m:sSubSup>
                                        <m:sSubSupPr>
                                          <m:ctrlPr>
                                            <a:rPr lang="es-ES" sz="2400" i="1">
                                              <a:latin typeface="Cambria Math" panose="02040503050406030204" pitchFamily="18" charset="0"/>
                                            </a:rPr>
                                          </m:ctrlPr>
                                        </m:sSubSupPr>
                                        <m:e>
                                          <m:r>
                                            <a:rPr lang="es-ES" sz="2400" i="1">
                                              <a:latin typeface="Cambria Math" panose="02040503050406030204" pitchFamily="18" charset="0"/>
                                            </a:rPr>
                                            <m:t>𝜔</m:t>
                                          </m:r>
                                        </m:e>
                                        <m:sub>
                                          <m:r>
                                            <a:rPr lang="es-ES" sz="2400" i="1">
                                              <a:latin typeface="Cambria Math" panose="02040503050406030204" pitchFamily="18" charset="0"/>
                                            </a:rPr>
                                            <m:t>𝑜</m:t>
                                          </m:r>
                                        </m:sub>
                                        <m:sup>
                                          <m:r>
                                            <a:rPr lang="es-ES" sz="2400" i="1">
                                              <a:latin typeface="Cambria Math" panose="02040503050406030204" pitchFamily="18" charset="0"/>
                                            </a:rPr>
                                            <m:t>2</m:t>
                                          </m:r>
                                        </m:sup>
                                      </m:sSubSup>
                                      <m:r>
                                        <a:rPr lang="es-ES" sz="2400" i="1">
                                          <a:latin typeface="Cambria Math" panose="02040503050406030204" pitchFamily="18" charset="0"/>
                                        </a:rPr>
                                        <m:t>−</m:t>
                                      </m:r>
                                      <m:sSubSup>
                                        <m:sSubSupPr>
                                          <m:ctrlPr>
                                            <a:rPr lang="es-ES" sz="2400" i="1">
                                              <a:solidFill>
                                                <a:srgbClr val="C00000"/>
                                              </a:solidFill>
                                              <a:latin typeface="Cambria Math" panose="02040503050406030204" pitchFamily="18" charset="0"/>
                                            </a:rPr>
                                          </m:ctrlPr>
                                        </m:sSubSupPr>
                                        <m:e>
                                          <m:r>
                                            <a:rPr lang="es-ES" sz="2400" i="1">
                                              <a:solidFill>
                                                <a:srgbClr val="C00000"/>
                                              </a:solidFill>
                                              <a:latin typeface="Cambria Math" panose="02040503050406030204" pitchFamily="18" charset="0"/>
                                            </a:rPr>
                                            <m:t>𝜔</m:t>
                                          </m:r>
                                        </m:e>
                                        <m:sub>
                                          <m:r>
                                            <a:rPr lang="es-ES" sz="2400" i="1">
                                              <a:solidFill>
                                                <a:srgbClr val="C00000"/>
                                              </a:solidFill>
                                              <a:latin typeface="Cambria Math" panose="02040503050406030204" pitchFamily="18" charset="0"/>
                                            </a:rPr>
                                            <m:t>𝑎</m:t>
                                          </m:r>
                                        </m:sub>
                                        <m:sup>
                                          <m:r>
                                            <a:rPr lang="es-ES" sz="2400" i="1">
                                              <a:solidFill>
                                                <a:srgbClr val="C00000"/>
                                              </a:solidFill>
                                              <a:latin typeface="Cambria Math" panose="02040503050406030204" pitchFamily="18" charset="0"/>
                                            </a:rPr>
                                            <m:t>2</m:t>
                                          </m:r>
                                        </m:sup>
                                      </m:sSubSup>
                                    </m:e>
                                  </m:d>
                                </m:e>
                                <m:sup>
                                  <m:r>
                                    <a:rPr lang="es-ES" sz="2400" i="1">
                                      <a:latin typeface="Cambria Math" panose="02040503050406030204" pitchFamily="18" charset="0"/>
                                    </a:rPr>
                                    <m:t>2</m:t>
                                  </m:r>
                                </m:sup>
                              </m:sSup>
                              <m:r>
                                <a:rPr lang="es-ES" sz="2400" i="1">
                                  <a:latin typeface="Cambria Math" panose="02040503050406030204" pitchFamily="18" charset="0"/>
                                </a:rPr>
                                <m:t>+</m:t>
                              </m:r>
                              <m:sSup>
                                <m:sSupPr>
                                  <m:ctrlPr>
                                    <a:rPr lang="es-ES" sz="2400" i="1">
                                      <a:latin typeface="Cambria Math" panose="02040503050406030204" pitchFamily="18" charset="0"/>
                                    </a:rPr>
                                  </m:ctrlPr>
                                </m:sSupPr>
                                <m:e>
                                  <m:d>
                                    <m:dPr>
                                      <m:ctrlPr>
                                        <a:rPr lang="es-ES" sz="2400" i="1">
                                          <a:latin typeface="Cambria Math" panose="02040503050406030204" pitchFamily="18" charset="0"/>
                                        </a:rPr>
                                      </m:ctrlPr>
                                    </m:dPr>
                                    <m:e>
                                      <m:sSub>
                                        <m:sSubPr>
                                          <m:ctrlPr>
                                            <a:rPr lang="es-ES" sz="2400" i="1">
                                              <a:latin typeface="Cambria Math" panose="02040503050406030204" pitchFamily="18" charset="0"/>
                                            </a:rPr>
                                          </m:ctrlPr>
                                        </m:sSubPr>
                                        <m:e>
                                          <m:r>
                                            <a:rPr lang="es-ES" sz="2400" i="1">
                                              <a:latin typeface="Cambria Math" panose="02040503050406030204" pitchFamily="18" charset="0"/>
                                            </a:rPr>
                                            <m:t>𝜔</m:t>
                                          </m:r>
                                        </m:e>
                                        <m:sub>
                                          <m:r>
                                            <a:rPr lang="es-ES" sz="2400" i="1">
                                              <a:latin typeface="Cambria Math" panose="02040503050406030204" pitchFamily="18" charset="0"/>
                                            </a:rPr>
                                            <m:t>𝑎</m:t>
                                          </m:r>
                                        </m:sub>
                                      </m:sSub>
                                      <m:r>
                                        <a:rPr lang="es-ES" sz="2400" i="1">
                                          <a:latin typeface="Cambria Math" panose="02040503050406030204" pitchFamily="18" charset="0"/>
                                        </a:rPr>
                                        <m:t>𝛾</m:t>
                                      </m:r>
                                    </m:e>
                                  </m:d>
                                </m:e>
                                <m:sup>
                                  <m:r>
                                    <a:rPr lang="es-ES" sz="2400" i="1">
                                      <a:latin typeface="Cambria Math" panose="02040503050406030204" pitchFamily="18" charset="0"/>
                                    </a:rPr>
                                    <m:t>2</m:t>
                                  </m:r>
                                </m:sup>
                              </m:sSup>
                            </m:e>
                          </m:d>
                        </m:den>
                      </m:f>
                      <m:sSup>
                        <m:sSupPr>
                          <m:ctrlPr>
                            <a:rPr lang="es-ES" sz="2400" i="1">
                              <a:latin typeface="Cambria Math" panose="02040503050406030204" pitchFamily="18" charset="0"/>
                            </a:rPr>
                          </m:ctrlPr>
                        </m:sSupPr>
                        <m:e>
                          <m:d>
                            <m:dPr>
                              <m:ctrlPr>
                                <a:rPr lang="es-ES" sz="2400" i="1">
                                  <a:latin typeface="Cambria Math" panose="02040503050406030204" pitchFamily="18" charset="0"/>
                                </a:rPr>
                              </m:ctrlPr>
                            </m:dPr>
                            <m:e>
                              <m:sSubSup>
                                <m:sSubSupPr>
                                  <m:ctrlPr>
                                    <a:rPr lang="es-ES" sz="2400" i="1">
                                      <a:latin typeface="Cambria Math" panose="02040503050406030204" pitchFamily="18" charset="0"/>
                                    </a:rPr>
                                  </m:ctrlPr>
                                </m:sSubSupPr>
                                <m:e>
                                  <m:r>
                                    <a:rPr lang="es-ES" sz="2400" i="1">
                                      <a:latin typeface="Cambria Math" panose="02040503050406030204" pitchFamily="18" charset="0"/>
                                    </a:rPr>
                                    <m:t>𝜔</m:t>
                                  </m:r>
                                </m:e>
                                <m:sub>
                                  <m:r>
                                    <a:rPr lang="es-ES" sz="2400" i="1">
                                      <a:latin typeface="Cambria Math" panose="02040503050406030204" pitchFamily="18" charset="0"/>
                                    </a:rPr>
                                    <m:t>𝑜</m:t>
                                  </m:r>
                                </m:sub>
                                <m:sup>
                                  <m:r>
                                    <a:rPr lang="es-ES" sz="2400" i="1">
                                      <a:latin typeface="Cambria Math" panose="02040503050406030204" pitchFamily="18" charset="0"/>
                                    </a:rPr>
                                    <m:t>2</m:t>
                                  </m:r>
                                </m:sup>
                              </m:sSubSup>
                              <m:r>
                                <a:rPr lang="de-DE" sz="2400" b="0" i="1" smtClean="0">
                                  <a:latin typeface="Cambria Math" panose="02040503050406030204" pitchFamily="18" charset="0"/>
                                </a:rPr>
                                <m:t>+</m:t>
                              </m:r>
                              <m:sSubSup>
                                <m:sSubSupPr>
                                  <m:ctrlPr>
                                    <a:rPr lang="es-ES" sz="2400" i="1">
                                      <a:latin typeface="Cambria Math" panose="02040503050406030204" pitchFamily="18" charset="0"/>
                                    </a:rPr>
                                  </m:ctrlPr>
                                </m:sSubSupPr>
                                <m:e>
                                  <m:r>
                                    <a:rPr lang="es-ES" sz="2400" i="1">
                                      <a:latin typeface="Cambria Math" panose="02040503050406030204" pitchFamily="18" charset="0"/>
                                    </a:rPr>
                                    <m:t>𝜔</m:t>
                                  </m:r>
                                </m:e>
                                <m:sub>
                                  <m:r>
                                    <a:rPr lang="es-ES" sz="2400" i="1">
                                      <a:latin typeface="Cambria Math" panose="02040503050406030204" pitchFamily="18" charset="0"/>
                                    </a:rPr>
                                    <m:t>𝑎</m:t>
                                  </m:r>
                                </m:sub>
                                <m:sup>
                                  <m:r>
                                    <a:rPr lang="es-ES" sz="2400" i="1">
                                      <a:latin typeface="Cambria Math" panose="02040503050406030204" pitchFamily="18" charset="0"/>
                                    </a:rPr>
                                    <m:t>2</m:t>
                                  </m:r>
                                </m:sup>
                              </m:sSubSup>
                            </m:e>
                          </m:d>
                        </m:e>
                        <m:sup>
                          <m:r>
                            <a:rPr lang="es-ES" sz="2400" i="1">
                              <a:latin typeface="Cambria Math" panose="02040503050406030204" pitchFamily="18" charset="0"/>
                            </a:rPr>
                            <m:t>2</m:t>
                          </m:r>
                        </m:sup>
                      </m:sSup>
                    </m:oMath>
                  </m:oMathPara>
                </a14:m>
                <a:br>
                  <a:rPr lang="es-ES" sz="2400" dirty="0"/>
                </a:br>
                <a:endParaRPr lang="en-US" sz="2400" dirty="0"/>
              </a:p>
            </p:txBody>
          </p:sp>
        </mc:Choice>
        <mc:Fallback xmlns="">
          <p:sp>
            <p:nvSpPr>
              <p:cNvPr id="106" name="TextBox 105">
                <a:extLst>
                  <a:ext uri="{FF2B5EF4-FFF2-40B4-BE49-F238E27FC236}">
                    <a16:creationId xmlns:a16="http://schemas.microsoft.com/office/drawing/2014/main" id="{0EE96279-8C05-7E13-BE93-8CAACCA102CE}"/>
                  </a:ext>
                </a:extLst>
              </p:cNvPr>
              <p:cNvSpPr txBox="1">
                <a:spLocks noRot="1" noChangeAspect="1" noMove="1" noResize="1" noEditPoints="1" noAdjustHandles="1" noChangeArrowheads="1" noChangeShapeType="1" noTextEdit="1"/>
              </p:cNvSpPr>
              <p:nvPr/>
            </p:nvSpPr>
            <p:spPr>
              <a:xfrm>
                <a:off x="4738858" y="5732731"/>
                <a:ext cx="6691319" cy="708143"/>
              </a:xfrm>
              <a:prstGeom prst="rect">
                <a:avLst/>
              </a:prstGeom>
              <a:blipFill>
                <a:blip r:embed="rId10"/>
                <a:stretch>
                  <a:fillRect/>
                </a:stretch>
              </a:blipFill>
            </p:spPr>
            <p:txBody>
              <a:bodyPr/>
              <a:lstStyle/>
              <a:p>
                <a:r>
                  <a:rPr lang="en-US">
                    <a:noFill/>
                  </a:rPr>
                  <a:t> </a:t>
                </a:r>
              </a:p>
            </p:txBody>
          </p:sp>
        </mc:Fallback>
      </mc:AlternateContent>
      <p:sp>
        <p:nvSpPr>
          <p:cNvPr id="107" name="TextBox 106">
            <a:extLst>
              <a:ext uri="{FF2B5EF4-FFF2-40B4-BE49-F238E27FC236}">
                <a16:creationId xmlns:a16="http://schemas.microsoft.com/office/drawing/2014/main" id="{106E54A6-DABD-CD77-9D96-FE90EA0443C6}"/>
              </a:ext>
            </a:extLst>
          </p:cNvPr>
          <p:cNvSpPr txBox="1"/>
          <p:nvPr/>
        </p:nvSpPr>
        <p:spPr>
          <a:xfrm>
            <a:off x="0" y="5234525"/>
            <a:ext cx="3721100" cy="1600438"/>
          </a:xfrm>
          <a:prstGeom prst="rect">
            <a:avLst/>
          </a:prstGeom>
          <a:noFill/>
        </p:spPr>
        <p:txBody>
          <a:bodyPr wrap="square">
            <a:spAutoFit/>
          </a:bodyPr>
          <a:lstStyle/>
          <a:p>
            <a:r>
              <a:rPr lang="en-US" sz="1400" dirty="0"/>
              <a:t>[1] Hadeel Elayan, Andrew W. Eckford, and Raviraj S. Adve. 2023. Terahertz In-</a:t>
            </a:r>
            <a:r>
              <a:rPr lang="en-US" sz="1400" dirty="0" err="1"/>
              <a:t>duced</a:t>
            </a:r>
            <a:r>
              <a:rPr lang="en-US" sz="1400" dirty="0"/>
              <a:t> Protein Interactions in a Random Medium. IEEE Transactions on </a:t>
            </a:r>
            <a:r>
              <a:rPr lang="en-US" sz="1400" dirty="0" err="1"/>
              <a:t>Molecu</a:t>
            </a:r>
            <a:r>
              <a:rPr lang="en-US" sz="1400" dirty="0"/>
              <a:t>-lar, Biological and Multi-Scale Communications 9, 4 (Dec. 2023), 435–446. https://doi.org/10.1109/tmbmc.2023.3327302</a:t>
            </a:r>
          </a:p>
        </p:txBody>
      </p:sp>
      <p:sp>
        <p:nvSpPr>
          <p:cNvPr id="108" name="TextBox 107">
            <a:extLst>
              <a:ext uri="{FF2B5EF4-FFF2-40B4-BE49-F238E27FC236}">
                <a16:creationId xmlns:a16="http://schemas.microsoft.com/office/drawing/2014/main" id="{F4AAF3DF-518F-F675-E8AF-AFCACD4F868E}"/>
              </a:ext>
            </a:extLst>
          </p:cNvPr>
          <p:cNvSpPr txBox="1"/>
          <p:nvPr/>
        </p:nvSpPr>
        <p:spPr>
          <a:xfrm>
            <a:off x="10159486" y="1113632"/>
            <a:ext cx="471604" cy="400110"/>
          </a:xfrm>
          <a:prstGeom prst="rect">
            <a:avLst/>
          </a:prstGeom>
          <a:noFill/>
        </p:spPr>
        <p:txBody>
          <a:bodyPr wrap="none" rtlCol="0">
            <a:spAutoFit/>
          </a:bodyPr>
          <a:lstStyle/>
          <a:p>
            <a:r>
              <a:rPr lang="en-US" sz="2000" dirty="0"/>
              <a:t>(1)</a:t>
            </a:r>
          </a:p>
        </p:txBody>
      </p:sp>
      <p:sp>
        <p:nvSpPr>
          <p:cNvPr id="109" name="TextBox 108">
            <a:extLst>
              <a:ext uri="{FF2B5EF4-FFF2-40B4-BE49-F238E27FC236}">
                <a16:creationId xmlns:a16="http://schemas.microsoft.com/office/drawing/2014/main" id="{82A0EB9C-5F23-D261-95F3-66FDD456534A}"/>
              </a:ext>
            </a:extLst>
          </p:cNvPr>
          <p:cNvSpPr txBox="1"/>
          <p:nvPr/>
        </p:nvSpPr>
        <p:spPr>
          <a:xfrm>
            <a:off x="9304267" y="2293353"/>
            <a:ext cx="471604" cy="400110"/>
          </a:xfrm>
          <a:prstGeom prst="rect">
            <a:avLst/>
          </a:prstGeom>
          <a:noFill/>
        </p:spPr>
        <p:txBody>
          <a:bodyPr wrap="none" rtlCol="0">
            <a:spAutoFit/>
          </a:bodyPr>
          <a:lstStyle/>
          <a:p>
            <a:r>
              <a:rPr lang="en-US" sz="2000" dirty="0"/>
              <a:t>(2)</a:t>
            </a:r>
          </a:p>
        </p:txBody>
      </p:sp>
      <p:sp>
        <p:nvSpPr>
          <p:cNvPr id="110" name="TextBox 109">
            <a:extLst>
              <a:ext uri="{FF2B5EF4-FFF2-40B4-BE49-F238E27FC236}">
                <a16:creationId xmlns:a16="http://schemas.microsoft.com/office/drawing/2014/main" id="{75A6721B-8CD7-4CB1-98BE-3CFEF1995CC7}"/>
              </a:ext>
            </a:extLst>
          </p:cNvPr>
          <p:cNvSpPr txBox="1"/>
          <p:nvPr/>
        </p:nvSpPr>
        <p:spPr>
          <a:xfrm>
            <a:off x="9650330" y="3142393"/>
            <a:ext cx="471604" cy="400110"/>
          </a:xfrm>
          <a:prstGeom prst="rect">
            <a:avLst/>
          </a:prstGeom>
          <a:noFill/>
        </p:spPr>
        <p:txBody>
          <a:bodyPr wrap="none" rtlCol="0">
            <a:spAutoFit/>
          </a:bodyPr>
          <a:lstStyle/>
          <a:p>
            <a:r>
              <a:rPr lang="en-US" sz="2000" dirty="0"/>
              <a:t>(3)</a:t>
            </a:r>
          </a:p>
        </p:txBody>
      </p:sp>
      <p:sp>
        <p:nvSpPr>
          <p:cNvPr id="111" name="TextBox 110">
            <a:extLst>
              <a:ext uri="{FF2B5EF4-FFF2-40B4-BE49-F238E27FC236}">
                <a16:creationId xmlns:a16="http://schemas.microsoft.com/office/drawing/2014/main" id="{6AC651CE-AC41-0B0B-D99E-6F18D72F83A1}"/>
              </a:ext>
            </a:extLst>
          </p:cNvPr>
          <p:cNvSpPr txBox="1"/>
          <p:nvPr/>
        </p:nvSpPr>
        <p:spPr>
          <a:xfrm>
            <a:off x="9304267" y="4059633"/>
            <a:ext cx="471604" cy="400110"/>
          </a:xfrm>
          <a:prstGeom prst="rect">
            <a:avLst/>
          </a:prstGeom>
          <a:noFill/>
        </p:spPr>
        <p:txBody>
          <a:bodyPr wrap="none" rtlCol="0">
            <a:spAutoFit/>
          </a:bodyPr>
          <a:lstStyle/>
          <a:p>
            <a:r>
              <a:rPr lang="en-US" sz="2000" dirty="0"/>
              <a:t>(4)</a:t>
            </a:r>
          </a:p>
        </p:txBody>
      </p:sp>
      <p:sp>
        <p:nvSpPr>
          <p:cNvPr id="112" name="TextBox 111">
            <a:extLst>
              <a:ext uri="{FF2B5EF4-FFF2-40B4-BE49-F238E27FC236}">
                <a16:creationId xmlns:a16="http://schemas.microsoft.com/office/drawing/2014/main" id="{310C12A9-4A32-22B7-40F0-481B1A25F0C4}"/>
              </a:ext>
            </a:extLst>
          </p:cNvPr>
          <p:cNvSpPr txBox="1"/>
          <p:nvPr/>
        </p:nvSpPr>
        <p:spPr>
          <a:xfrm>
            <a:off x="11569877" y="5886747"/>
            <a:ext cx="471604" cy="400110"/>
          </a:xfrm>
          <a:prstGeom prst="rect">
            <a:avLst/>
          </a:prstGeom>
          <a:noFill/>
        </p:spPr>
        <p:txBody>
          <a:bodyPr wrap="none" rtlCol="0">
            <a:spAutoFit/>
          </a:bodyPr>
          <a:lstStyle/>
          <a:p>
            <a:r>
              <a:rPr lang="en-US" sz="2000" dirty="0"/>
              <a:t>(5)</a:t>
            </a:r>
          </a:p>
        </p:txBody>
      </p:sp>
    </p:spTree>
    <p:extLst>
      <p:ext uri="{BB962C8B-B14F-4D97-AF65-F5344CB8AC3E}">
        <p14:creationId xmlns:p14="http://schemas.microsoft.com/office/powerpoint/2010/main" val="220539239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7C5696-C200-F591-E354-9AA6D317060B}"/>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FB126C6-6FB5-BB64-9B0A-242C2DDE63B0}"/>
              </a:ext>
            </a:extLst>
          </p:cNvPr>
          <p:cNvSpPr>
            <a:spLocks noGrp="1"/>
          </p:cNvSpPr>
          <p:nvPr>
            <p:ph type="sldNum" sz="quarter" idx="12"/>
          </p:nvPr>
        </p:nvSpPr>
        <p:spPr>
          <a:xfrm>
            <a:off x="112073" y="6308840"/>
            <a:ext cx="406400" cy="357715"/>
          </a:xfrm>
        </p:spPr>
        <p:txBody>
          <a:bodyPr/>
          <a:lstStyle/>
          <a:p>
            <a:fld id="{250B62C5-2ACF-4D78-8FF3-37371B948607}" type="slidenum">
              <a:rPr lang="en-US" smtClean="0"/>
              <a:t>83</a:t>
            </a:fld>
            <a:endParaRPr lang="en-US"/>
          </a:p>
        </p:txBody>
      </p:sp>
      <p:sp>
        <p:nvSpPr>
          <p:cNvPr id="43" name="Rectangle: Rounded Corners 42">
            <a:extLst>
              <a:ext uri="{FF2B5EF4-FFF2-40B4-BE49-F238E27FC236}">
                <a16:creationId xmlns:a16="http://schemas.microsoft.com/office/drawing/2014/main" id="{4481048B-61B2-18A4-8231-83CE7854F033}"/>
              </a:ext>
            </a:extLst>
          </p:cNvPr>
          <p:cNvSpPr/>
          <p:nvPr/>
        </p:nvSpPr>
        <p:spPr>
          <a:xfrm>
            <a:off x="10554619" y="143935"/>
            <a:ext cx="1522517" cy="91440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Algorithm </a:t>
            </a:r>
          </a:p>
        </p:txBody>
      </p:sp>
      <p:sp>
        <p:nvSpPr>
          <p:cNvPr id="44" name="Rectangle: Rounded Corners 43">
            <a:extLst>
              <a:ext uri="{FF2B5EF4-FFF2-40B4-BE49-F238E27FC236}">
                <a16:creationId xmlns:a16="http://schemas.microsoft.com/office/drawing/2014/main" id="{439E2BF3-5107-7AC0-57D4-6C6ECF713105}"/>
              </a:ext>
            </a:extLst>
          </p:cNvPr>
          <p:cNvSpPr/>
          <p:nvPr/>
        </p:nvSpPr>
        <p:spPr>
          <a:xfrm>
            <a:off x="10554619" y="1568281"/>
            <a:ext cx="1522517" cy="914400"/>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Chemical Reactions </a:t>
            </a:r>
          </a:p>
        </p:txBody>
      </p:sp>
      <p:sp>
        <p:nvSpPr>
          <p:cNvPr id="45" name="Rectangle: Rounded Corners 44">
            <a:extLst>
              <a:ext uri="{FF2B5EF4-FFF2-40B4-BE49-F238E27FC236}">
                <a16:creationId xmlns:a16="http://schemas.microsoft.com/office/drawing/2014/main" id="{2E0C918E-3976-7171-694A-31FF318B392D}"/>
              </a:ext>
            </a:extLst>
          </p:cNvPr>
          <p:cNvSpPr/>
          <p:nvPr/>
        </p:nvSpPr>
        <p:spPr>
          <a:xfrm>
            <a:off x="10554619" y="2992627"/>
            <a:ext cx="1522517" cy="91440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Metabolic Network</a:t>
            </a:r>
          </a:p>
        </p:txBody>
      </p:sp>
      <p:sp>
        <p:nvSpPr>
          <p:cNvPr id="46" name="Rectangle: Rounded Corners 45">
            <a:extLst>
              <a:ext uri="{FF2B5EF4-FFF2-40B4-BE49-F238E27FC236}">
                <a16:creationId xmlns:a16="http://schemas.microsoft.com/office/drawing/2014/main" id="{C379FDDC-79EA-EE93-636A-FD7519C5957D}"/>
              </a:ext>
            </a:extLst>
          </p:cNvPr>
          <p:cNvSpPr/>
          <p:nvPr/>
        </p:nvSpPr>
        <p:spPr>
          <a:xfrm>
            <a:off x="10554619" y="4416973"/>
            <a:ext cx="1522517" cy="914400"/>
          </a:xfrm>
          <a:prstGeom prst="round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THz Actuation</a:t>
            </a:r>
          </a:p>
        </p:txBody>
      </p:sp>
      <p:cxnSp>
        <p:nvCxnSpPr>
          <p:cNvPr id="47" name="Straight Arrow Connector 46">
            <a:extLst>
              <a:ext uri="{FF2B5EF4-FFF2-40B4-BE49-F238E27FC236}">
                <a16:creationId xmlns:a16="http://schemas.microsoft.com/office/drawing/2014/main" id="{5EA55E76-7604-D936-738A-25948020EA11}"/>
              </a:ext>
            </a:extLst>
          </p:cNvPr>
          <p:cNvCxnSpPr>
            <a:cxnSpLocks/>
            <a:stCxn id="43" idx="2"/>
            <a:endCxn id="44" idx="0"/>
          </p:cNvCxnSpPr>
          <p:nvPr/>
        </p:nvCxnSpPr>
        <p:spPr>
          <a:xfrm>
            <a:off x="11315878" y="1058335"/>
            <a:ext cx="0" cy="509946"/>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48" name="Straight Arrow Connector 47">
            <a:extLst>
              <a:ext uri="{FF2B5EF4-FFF2-40B4-BE49-F238E27FC236}">
                <a16:creationId xmlns:a16="http://schemas.microsoft.com/office/drawing/2014/main" id="{B6DDC0C7-2D88-B150-6DFC-8B552959ADAA}"/>
              </a:ext>
            </a:extLst>
          </p:cNvPr>
          <p:cNvCxnSpPr>
            <a:cxnSpLocks/>
            <a:stCxn id="44" idx="2"/>
            <a:endCxn id="45" idx="0"/>
          </p:cNvCxnSpPr>
          <p:nvPr/>
        </p:nvCxnSpPr>
        <p:spPr>
          <a:xfrm>
            <a:off x="11315878" y="2482681"/>
            <a:ext cx="0" cy="509946"/>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49" name="Straight Arrow Connector 48">
            <a:extLst>
              <a:ext uri="{FF2B5EF4-FFF2-40B4-BE49-F238E27FC236}">
                <a16:creationId xmlns:a16="http://schemas.microsoft.com/office/drawing/2014/main" id="{770DC166-A6B3-B490-5893-366209A9CFAD}"/>
              </a:ext>
            </a:extLst>
          </p:cNvPr>
          <p:cNvCxnSpPr>
            <a:cxnSpLocks/>
            <a:stCxn id="46" idx="0"/>
          </p:cNvCxnSpPr>
          <p:nvPr/>
        </p:nvCxnSpPr>
        <p:spPr>
          <a:xfrm flipV="1">
            <a:off x="11315878" y="3907027"/>
            <a:ext cx="0" cy="509946"/>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pic>
        <p:nvPicPr>
          <p:cNvPr id="2050" name="Picture 2">
            <a:extLst>
              <a:ext uri="{FF2B5EF4-FFF2-40B4-BE49-F238E27FC236}">
                <a16:creationId xmlns:a16="http://schemas.microsoft.com/office/drawing/2014/main" id="{1CB88897-ABA3-7B61-BA17-D742BF96FE0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6745" t="4225" r="15412" b="7108"/>
          <a:stretch>
            <a:fillRect/>
          </a:stretch>
        </p:blipFill>
        <p:spPr bwMode="auto">
          <a:xfrm>
            <a:off x="112073" y="1108600"/>
            <a:ext cx="3231042" cy="4222773"/>
          </a:xfrm>
          <a:prstGeom prst="rect">
            <a:avLst/>
          </a:prstGeom>
          <a:noFill/>
          <a:extLst>
            <a:ext uri="{909E8E84-426E-40DD-AFC4-6F175D3DCCD1}">
              <a14:hiddenFill xmlns:a14="http://schemas.microsoft.com/office/drawing/2010/main">
                <a:solidFill>
                  <a:srgbClr val="FFFFFF"/>
                </a:solidFill>
              </a14:hiddenFill>
            </a:ext>
          </a:extLst>
        </p:spPr>
      </p:pic>
      <p:sp>
        <p:nvSpPr>
          <p:cNvPr id="83" name="TextBox 82">
            <a:extLst>
              <a:ext uri="{FF2B5EF4-FFF2-40B4-BE49-F238E27FC236}">
                <a16:creationId xmlns:a16="http://schemas.microsoft.com/office/drawing/2014/main" id="{435DC2B6-052C-9990-053A-26C25C576E0B}"/>
              </a:ext>
            </a:extLst>
          </p:cNvPr>
          <p:cNvSpPr txBox="1"/>
          <p:nvPr/>
        </p:nvSpPr>
        <p:spPr>
          <a:xfrm>
            <a:off x="112073" y="370302"/>
            <a:ext cx="3231042" cy="461665"/>
          </a:xfrm>
          <a:prstGeom prst="rect">
            <a:avLst/>
          </a:prstGeom>
          <a:noFill/>
        </p:spPr>
        <p:txBody>
          <a:bodyPr wrap="square">
            <a:spAutoFit/>
          </a:bodyPr>
          <a:lstStyle/>
          <a:p>
            <a:pPr>
              <a:spcAft>
                <a:spcPts val="600"/>
              </a:spcAft>
            </a:pPr>
            <a:r>
              <a:rPr lang="es-ES" sz="2400" dirty="0" err="1">
                <a:hlinkClick r:id="rId4"/>
              </a:rPr>
              <a:t>Enzyme</a:t>
            </a:r>
            <a:r>
              <a:rPr lang="es-ES" sz="2400" dirty="0">
                <a:hlinkClick r:id="rId4"/>
              </a:rPr>
              <a:t> PBD ID: 1TUB </a:t>
            </a:r>
            <a:endParaRPr lang="en-US" sz="2400" dirty="0"/>
          </a:p>
        </p:txBody>
      </p:sp>
      <p:sp>
        <p:nvSpPr>
          <p:cNvPr id="85" name="TextBox 84">
            <a:extLst>
              <a:ext uri="{FF2B5EF4-FFF2-40B4-BE49-F238E27FC236}">
                <a16:creationId xmlns:a16="http://schemas.microsoft.com/office/drawing/2014/main" id="{11860B38-E3BB-2172-8FC9-3EB65A8FF6D5}"/>
              </a:ext>
            </a:extLst>
          </p:cNvPr>
          <p:cNvSpPr txBox="1"/>
          <p:nvPr/>
        </p:nvSpPr>
        <p:spPr>
          <a:xfrm>
            <a:off x="4539501" y="370301"/>
            <a:ext cx="4933031" cy="461665"/>
          </a:xfrm>
          <a:prstGeom prst="rect">
            <a:avLst/>
          </a:prstGeom>
          <a:noFill/>
        </p:spPr>
        <p:txBody>
          <a:bodyPr wrap="square">
            <a:spAutoFit/>
          </a:bodyPr>
          <a:lstStyle/>
          <a:p>
            <a:r>
              <a:rPr lang="en-US" sz="2400" dirty="0"/>
              <a:t>Anisotropic Network Model (ANM)</a:t>
            </a:r>
          </a:p>
        </p:txBody>
      </p:sp>
      <p:pic>
        <p:nvPicPr>
          <p:cNvPr id="92" name="Picture 91">
            <a:extLst>
              <a:ext uri="{FF2B5EF4-FFF2-40B4-BE49-F238E27FC236}">
                <a16:creationId xmlns:a16="http://schemas.microsoft.com/office/drawing/2014/main" id="{B18DA9FF-DA64-1ECC-0D97-B07C1818F4B3}"/>
              </a:ext>
            </a:extLst>
          </p:cNvPr>
          <p:cNvPicPr>
            <a:picLocks noChangeAspect="1"/>
          </p:cNvPicPr>
          <p:nvPr/>
        </p:nvPicPr>
        <p:blipFill>
          <a:blip r:embed="rId5">
            <a:extLst>
              <a:ext uri="{28A0092B-C50C-407E-A947-70E740481C1C}">
                <a14:useLocalDpi xmlns:a14="http://schemas.microsoft.com/office/drawing/2010/main" val="0"/>
              </a:ext>
            </a:extLst>
          </a:blip>
          <a:srcRect l="27110" t="29244" r="20223" b="30044"/>
          <a:stretch>
            <a:fillRect/>
          </a:stretch>
        </p:blipFill>
        <p:spPr>
          <a:xfrm>
            <a:off x="4256796" y="831966"/>
            <a:ext cx="5384142" cy="4162057"/>
          </a:xfrm>
          <a:prstGeom prst="rect">
            <a:avLst/>
          </a:prstGeom>
        </p:spPr>
      </p:pic>
      <p:pic>
        <p:nvPicPr>
          <p:cNvPr id="6" name="Picture 5">
            <a:extLst>
              <a:ext uri="{FF2B5EF4-FFF2-40B4-BE49-F238E27FC236}">
                <a16:creationId xmlns:a16="http://schemas.microsoft.com/office/drawing/2014/main" id="{B3B6F07A-C03E-BE72-E815-31906B1DDBF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575020" y="5079864"/>
            <a:ext cx="1795023" cy="1795023"/>
          </a:xfrm>
          <a:prstGeom prst="rect">
            <a:avLst/>
          </a:prstGeom>
        </p:spPr>
      </p:pic>
      <p:pic>
        <p:nvPicPr>
          <p:cNvPr id="7" name="Picture 6">
            <a:extLst>
              <a:ext uri="{FF2B5EF4-FFF2-40B4-BE49-F238E27FC236}">
                <a16:creationId xmlns:a16="http://schemas.microsoft.com/office/drawing/2014/main" id="{F14283D7-C2EA-2982-3445-D2A4D1E0C184}"/>
              </a:ext>
            </a:extLst>
          </p:cNvPr>
          <p:cNvPicPr>
            <a:picLocks noChangeAspect="1"/>
          </p:cNvPicPr>
          <p:nvPr/>
        </p:nvPicPr>
        <p:blipFill>
          <a:blip r:embed="rId7"/>
          <a:stretch>
            <a:fillRect/>
          </a:stretch>
        </p:blipFill>
        <p:spPr>
          <a:xfrm>
            <a:off x="7966582" y="5765444"/>
            <a:ext cx="423862" cy="423862"/>
          </a:xfrm>
          <a:prstGeom prst="rect">
            <a:avLst/>
          </a:prstGeom>
        </p:spPr>
      </p:pic>
    </p:spTree>
    <p:extLst>
      <p:ext uri="{BB962C8B-B14F-4D97-AF65-F5344CB8AC3E}">
        <p14:creationId xmlns:p14="http://schemas.microsoft.com/office/powerpoint/2010/main" val="134333529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76E8A0-8921-3D2F-250D-F3FA243A8FCF}"/>
              </a:ext>
            </a:extLst>
          </p:cNvPr>
          <p:cNvSpPr>
            <a:spLocks noGrp="1"/>
          </p:cNvSpPr>
          <p:nvPr>
            <p:ph type="title"/>
          </p:nvPr>
        </p:nvSpPr>
        <p:spPr>
          <a:xfrm>
            <a:off x="15614" y="39121"/>
            <a:ext cx="7946912" cy="505057"/>
          </a:xfrm>
        </p:spPr>
        <p:txBody>
          <a:bodyPr>
            <a:normAutofit fontScale="90000"/>
          </a:bodyPr>
          <a:lstStyle/>
          <a:p>
            <a:r>
              <a:rPr lang="en-US" sz="3200" dirty="0"/>
              <a:t>Fundamentals of Flux Balance Analysis (FBA)</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9BF14008-41FF-F6D7-E4F7-2799D75CD7FA}"/>
                  </a:ext>
                </a:extLst>
              </p:cNvPr>
              <p:cNvSpPr txBox="1"/>
              <p:nvPr/>
            </p:nvSpPr>
            <p:spPr>
              <a:xfrm>
                <a:off x="1055744" y="1594645"/>
                <a:ext cx="6193747" cy="1173847"/>
              </a:xfrm>
              <a:prstGeom prst="rect">
                <a:avLst/>
              </a:prstGeom>
              <a:noFill/>
            </p:spPr>
            <p:txBody>
              <a:bodyPr wrap="none" lIns="0" tIns="0" rIns="0" bIns="0" rtlCol="0">
                <a:spAutoFit/>
              </a:bodyPr>
              <a:lstStyle/>
              <a:p>
                <a:pPr/>
                <a14:m>
                  <m:oMathPara xmlns:m="http://schemas.openxmlformats.org/officeDocument/2006/math">
                    <m:oMath>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𝑆</m:t>
                          </m:r>
                        </m:e>
                        <m:sub>
                          <m:r>
                            <m:rPr>
                              <m:sty m:val="p"/>
                            </m:rPr>
                            <a:rPr lang="de-DE" sz="2400" b="0" i="1" smtClean="0">
                              <a:latin typeface="Cambria Math" panose="02040503050406030204" pitchFamily="18" charset="0"/>
                            </a:rPr>
                            <m:t>mets</m:t>
                          </m:r>
                          <m:r>
                            <a:rPr lang="de-DE" sz="2400" b="0" i="1" smtClean="0">
                              <a:latin typeface="Cambria Math" panose="02040503050406030204" pitchFamily="18" charset="0"/>
                            </a:rPr>
                            <m:t> × </m:t>
                          </m:r>
                          <m:r>
                            <m:rPr>
                              <m:sty m:val="p"/>
                            </m:rPr>
                            <a:rPr lang="de-DE" sz="2400" b="0" i="1" smtClean="0">
                              <a:latin typeface="Cambria Math" panose="02040503050406030204" pitchFamily="18" charset="0"/>
                            </a:rPr>
                            <m:t>rxns</m:t>
                          </m:r>
                        </m:sub>
                      </m:sSub>
                      <m:r>
                        <a:rPr lang="de-DE" sz="2400" b="0" i="1" smtClean="0">
                          <a:latin typeface="Cambria Math" panose="02040503050406030204" pitchFamily="18" charset="0"/>
                        </a:rPr>
                        <m:t>=</m:t>
                      </m:r>
                      <m:d>
                        <m:dPr>
                          <m:begChr m:val="["/>
                          <m:endChr m:val="]"/>
                          <m:ctrlPr>
                            <a:rPr lang="de-DE" sz="2400" b="0" i="1" smtClean="0">
                              <a:latin typeface="Cambria Math" panose="02040503050406030204" pitchFamily="18" charset="0"/>
                            </a:rPr>
                          </m:ctrlPr>
                        </m:dPr>
                        <m:e>
                          <m:m>
                            <m:mPr>
                              <m:mcs>
                                <m:mc>
                                  <m:mcPr>
                                    <m:count m:val="3"/>
                                    <m:mcJc m:val="center"/>
                                  </m:mcPr>
                                </m:mc>
                              </m:mcs>
                              <m:ctrlPr>
                                <a:rPr lang="de-DE" sz="2400" b="0" i="1" smtClean="0">
                                  <a:latin typeface="Cambria Math" panose="02040503050406030204" pitchFamily="18" charset="0"/>
                                </a:rPr>
                              </m:ctrlPr>
                            </m:mPr>
                            <m:mr>
                              <m:e>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𝑏</m:t>
                                    </m:r>
                                  </m:e>
                                  <m:sub>
                                    <m:r>
                                      <a:rPr lang="de-DE" sz="2400" b="0" i="1" smtClean="0">
                                        <a:latin typeface="Cambria Math" panose="02040503050406030204" pitchFamily="18" charset="0"/>
                                      </a:rPr>
                                      <m:t>11</m:t>
                                    </m:r>
                                  </m:sub>
                                </m:sSub>
                              </m:e>
                              <m:e>
                                <m:r>
                                  <a:rPr lang="de-DE" sz="2400" b="0" i="1" smtClean="0">
                                    <a:latin typeface="Cambria Math" panose="02040503050406030204" pitchFamily="18" charset="0"/>
                                  </a:rPr>
                                  <m:t>⋯</m:t>
                                </m:r>
                              </m:e>
                              <m:e>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𝑏</m:t>
                                    </m:r>
                                  </m:e>
                                  <m:sub>
                                    <m:r>
                                      <a:rPr lang="de-DE" sz="2400" b="0" i="1" smtClean="0">
                                        <a:latin typeface="Cambria Math" panose="02040503050406030204" pitchFamily="18" charset="0"/>
                                      </a:rPr>
                                      <m:t>1,</m:t>
                                    </m:r>
                                    <m:r>
                                      <m:rPr>
                                        <m:sty m:val="p"/>
                                      </m:rPr>
                                      <a:rPr lang="de-DE" sz="2400" b="0" i="1" smtClean="0">
                                        <a:latin typeface="Cambria Math" panose="02040503050406030204" pitchFamily="18" charset="0"/>
                                      </a:rPr>
                                      <m:t>rxn</m:t>
                                    </m:r>
                                  </m:sub>
                                </m:sSub>
                              </m:e>
                            </m:mr>
                            <m:mr>
                              <m:e>
                                <m:r>
                                  <a:rPr lang="de-DE" sz="2400" b="0" i="1" smtClean="0">
                                    <a:latin typeface="Cambria Math" panose="02040503050406030204" pitchFamily="18" charset="0"/>
                                  </a:rPr>
                                  <m:t>⋮</m:t>
                                </m:r>
                              </m:e>
                              <m:e>
                                <m:r>
                                  <a:rPr lang="de-DE" sz="2400" b="0" i="1" smtClean="0">
                                    <a:latin typeface="Cambria Math" panose="02040503050406030204" pitchFamily="18" charset="0"/>
                                  </a:rPr>
                                  <m:t>⋱</m:t>
                                </m:r>
                              </m:e>
                              <m:e>
                                <m:r>
                                  <a:rPr lang="de-DE" sz="2400" b="0" i="1" smtClean="0">
                                    <a:latin typeface="Cambria Math" panose="02040503050406030204" pitchFamily="18" charset="0"/>
                                  </a:rPr>
                                  <m:t>⋮</m:t>
                                </m:r>
                              </m:e>
                            </m:mr>
                            <m:mr>
                              <m:e>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𝑏</m:t>
                                    </m:r>
                                  </m:e>
                                  <m:sub>
                                    <m:r>
                                      <m:rPr>
                                        <m:sty m:val="p"/>
                                      </m:rPr>
                                      <a:rPr lang="de-DE" sz="2400" b="0" i="1" smtClean="0">
                                        <a:latin typeface="Cambria Math" panose="02040503050406030204" pitchFamily="18" charset="0"/>
                                      </a:rPr>
                                      <m:t>mets</m:t>
                                    </m:r>
                                    <m:r>
                                      <a:rPr lang="de-DE" sz="2400" b="0" i="1" smtClean="0">
                                        <a:latin typeface="Cambria Math" panose="02040503050406030204" pitchFamily="18" charset="0"/>
                                      </a:rPr>
                                      <m:t>,1</m:t>
                                    </m:r>
                                  </m:sub>
                                </m:sSub>
                              </m:e>
                              <m:e>
                                <m:r>
                                  <a:rPr lang="de-DE" sz="2400" b="0" i="1" smtClean="0">
                                    <a:latin typeface="Cambria Math" panose="02040503050406030204" pitchFamily="18" charset="0"/>
                                  </a:rPr>
                                  <m:t>⋯</m:t>
                                </m:r>
                              </m:e>
                              <m:e>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𝑏</m:t>
                                    </m:r>
                                  </m:e>
                                  <m:sub>
                                    <m:r>
                                      <m:rPr>
                                        <m:sty m:val="p"/>
                                      </m:rPr>
                                      <a:rPr lang="de-DE" sz="2400" b="0" i="1" smtClean="0">
                                        <a:latin typeface="Cambria Math" panose="02040503050406030204" pitchFamily="18" charset="0"/>
                                      </a:rPr>
                                      <m:t>mets</m:t>
                                    </m:r>
                                    <m:r>
                                      <a:rPr lang="de-DE" sz="2400" b="0" i="1" smtClean="0">
                                        <a:latin typeface="Cambria Math" panose="02040503050406030204" pitchFamily="18" charset="0"/>
                                      </a:rPr>
                                      <m:t>,</m:t>
                                    </m:r>
                                    <m:r>
                                      <m:rPr>
                                        <m:sty m:val="p"/>
                                      </m:rPr>
                                      <a:rPr lang="de-DE" sz="2400" b="0" i="1" smtClean="0">
                                        <a:latin typeface="Cambria Math" panose="02040503050406030204" pitchFamily="18" charset="0"/>
                                      </a:rPr>
                                      <m:t>rxns</m:t>
                                    </m:r>
                                  </m:sub>
                                </m:sSub>
                              </m:e>
                            </m:mr>
                          </m:m>
                        </m:e>
                      </m:d>
                      <m:r>
                        <a:rPr lang="de-DE" sz="2400" b="0" i="1" smtClean="0">
                          <a:latin typeface="Cambria Math" panose="02040503050406030204" pitchFamily="18" charset="0"/>
                        </a:rPr>
                        <m:t>,</m:t>
                      </m:r>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𝑏</m:t>
                          </m:r>
                        </m:e>
                        <m:sub>
                          <m:r>
                            <m:rPr>
                              <m:sty m:val="p"/>
                            </m:rPr>
                            <a:rPr lang="de-DE" sz="2400" b="0" i="1" smtClean="0">
                              <a:latin typeface="Cambria Math" panose="02040503050406030204" pitchFamily="18" charset="0"/>
                            </a:rPr>
                            <m:t>ij</m:t>
                          </m:r>
                        </m:sub>
                      </m:sSub>
                      <m:r>
                        <a:rPr lang="de-DE" sz="2400" b="0" i="1" smtClean="0">
                          <a:latin typeface="Cambria Math" panose="02040503050406030204" pitchFamily="18" charset="0"/>
                          <a:ea typeface="Cambria Math" panose="02040503050406030204" pitchFamily="18" charset="0"/>
                        </a:rPr>
                        <m:t>∈</m:t>
                      </m:r>
                      <m:r>
                        <a:rPr lang="de-DE" sz="2400" b="0" i="1" smtClean="0">
                          <a:latin typeface="Cambria Math" panose="02040503050406030204" pitchFamily="18" charset="0"/>
                          <a:ea typeface="Cambria Math" panose="02040503050406030204" pitchFamily="18" charset="0"/>
                        </a:rPr>
                        <m:t>ℤ</m:t>
                      </m:r>
                    </m:oMath>
                  </m:oMathPara>
                </a14:m>
                <a:endParaRPr lang="en-US" sz="2400" dirty="0"/>
              </a:p>
            </p:txBody>
          </p:sp>
        </mc:Choice>
        <mc:Fallback xmlns="">
          <p:sp>
            <p:nvSpPr>
              <p:cNvPr id="4" name="TextBox 3">
                <a:extLst>
                  <a:ext uri="{FF2B5EF4-FFF2-40B4-BE49-F238E27FC236}">
                    <a16:creationId xmlns:a16="http://schemas.microsoft.com/office/drawing/2014/main" id="{9BF14008-41FF-F6D7-E4F7-2799D75CD7FA}"/>
                  </a:ext>
                </a:extLst>
              </p:cNvPr>
              <p:cNvSpPr txBox="1">
                <a:spLocks noRot="1" noChangeAspect="1" noMove="1" noResize="1" noEditPoints="1" noAdjustHandles="1" noChangeArrowheads="1" noChangeShapeType="1" noTextEdit="1"/>
              </p:cNvSpPr>
              <p:nvPr/>
            </p:nvSpPr>
            <p:spPr>
              <a:xfrm>
                <a:off x="1055744" y="1594645"/>
                <a:ext cx="6193747" cy="1173847"/>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58456374-FDEE-A362-D5F3-F808DA76EF0C}"/>
                  </a:ext>
                </a:extLst>
              </p:cNvPr>
              <p:cNvSpPr txBox="1"/>
              <p:nvPr/>
            </p:nvSpPr>
            <p:spPr>
              <a:xfrm>
                <a:off x="7962526" y="130453"/>
                <a:ext cx="3008068" cy="902683"/>
              </a:xfrm>
              <a:prstGeom prst="rect">
                <a:avLst/>
              </a:prstGeom>
              <a:noFill/>
            </p:spPr>
            <p:txBody>
              <a:bodyPr wrap="none" lIns="0" tIns="0" rIns="0" bIns="0" rtlCol="0">
                <a:spAutoFit/>
              </a:bodyPr>
              <a:lstStyle/>
              <a:p>
                <a:pPr/>
                <a14:m>
                  <m:oMathPara xmlns:m="http://schemas.openxmlformats.org/officeDocument/2006/math">
                    <m:oMath>
                      <m:f>
                        <m:fPr>
                          <m:ctrlPr>
                            <a:rPr lang="de-DE" sz="2400" b="0" i="1" smtClean="0">
                              <a:latin typeface="Cambria Math" panose="02040503050406030204" pitchFamily="18" charset="0"/>
                            </a:rPr>
                          </m:ctrlPr>
                        </m:fPr>
                        <m:num>
                          <m:r>
                            <a:rPr lang="de-DE" sz="2400" b="0" i="1" smtClean="0">
                              <a:latin typeface="Cambria Math" panose="02040503050406030204" pitchFamily="18" charset="0"/>
                            </a:rPr>
                            <m:t>𝑑</m:t>
                          </m:r>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𝑥</m:t>
                              </m:r>
                            </m:e>
                            <m:sub>
                              <m:r>
                                <m:rPr>
                                  <m:sty m:val="p"/>
                                </m:rPr>
                                <a:rPr lang="de-DE" sz="2400" b="0" i="1" smtClean="0">
                                  <a:latin typeface="Cambria Math" panose="02040503050406030204" pitchFamily="18" charset="0"/>
                                </a:rPr>
                                <m:t>m</m:t>
                              </m:r>
                            </m:sub>
                          </m:sSub>
                        </m:num>
                        <m:den>
                          <m:r>
                            <a:rPr lang="de-DE" sz="2400" b="0" i="1" smtClean="0">
                              <a:latin typeface="Cambria Math" panose="02040503050406030204" pitchFamily="18" charset="0"/>
                            </a:rPr>
                            <m:t>𝑑𝑡</m:t>
                          </m:r>
                        </m:den>
                      </m:f>
                      <m:r>
                        <a:rPr lang="de-DE" sz="2400" b="0" i="1" smtClean="0">
                          <a:latin typeface="Cambria Math" panose="02040503050406030204" pitchFamily="18" charset="0"/>
                        </a:rPr>
                        <m:t>=</m:t>
                      </m:r>
                      <m:nary>
                        <m:naryPr>
                          <m:chr m:val="∑"/>
                          <m:supHide m:val="on"/>
                          <m:ctrlPr>
                            <a:rPr lang="de-DE" sz="2400" b="0" i="1" smtClean="0">
                              <a:latin typeface="Cambria Math" panose="02040503050406030204" pitchFamily="18" charset="0"/>
                            </a:rPr>
                          </m:ctrlPr>
                        </m:naryPr>
                        <m:sub>
                          <m:r>
                            <m:rPr>
                              <m:sty m:val="p"/>
                              <m:brk m:alnAt="7"/>
                            </m:rPr>
                            <a:rPr lang="de-DE" sz="2400" b="0" i="1" smtClean="0">
                              <a:latin typeface="Cambria Math" panose="02040503050406030204" pitchFamily="18" charset="0"/>
                            </a:rPr>
                            <m:t>r</m:t>
                          </m:r>
                        </m:sub>
                        <m:sup/>
                        <m:e>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𝑆</m:t>
                              </m:r>
                            </m:e>
                            <m:sub>
                              <m:r>
                                <m:rPr>
                                  <m:sty m:val="p"/>
                                </m:rPr>
                                <a:rPr lang="de-DE" sz="2400" b="0" i="1" smtClean="0">
                                  <a:latin typeface="Cambria Math" panose="02040503050406030204" pitchFamily="18" charset="0"/>
                                </a:rPr>
                                <m:t>m</m:t>
                              </m:r>
                              <m:r>
                                <a:rPr lang="de-DE" sz="2400" b="0" i="1" smtClean="0">
                                  <a:latin typeface="Cambria Math" panose="02040503050406030204" pitchFamily="18" charset="0"/>
                                </a:rPr>
                                <m:t>,</m:t>
                              </m:r>
                              <m:r>
                                <m:rPr>
                                  <m:sty m:val="p"/>
                                </m:rPr>
                                <a:rPr lang="de-DE" sz="2400" b="0" i="1" smtClean="0">
                                  <a:latin typeface="Cambria Math" panose="02040503050406030204" pitchFamily="18" charset="0"/>
                                </a:rPr>
                                <m:t>r</m:t>
                              </m:r>
                            </m:sub>
                          </m:sSub>
                        </m:e>
                      </m:nary>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𝑣</m:t>
                          </m:r>
                        </m:e>
                        <m:sub>
                          <m:r>
                            <m:rPr>
                              <m:sty m:val="p"/>
                            </m:rPr>
                            <a:rPr lang="de-DE" sz="2400" b="0" i="1" smtClean="0">
                              <a:latin typeface="Cambria Math" panose="02040503050406030204" pitchFamily="18" charset="0"/>
                            </a:rPr>
                            <m:t>r</m:t>
                          </m:r>
                        </m:sub>
                      </m:sSub>
                      <m:r>
                        <a:rPr lang="de-DE" sz="2400" b="0" i="1" smtClean="0">
                          <a:latin typeface="Cambria Math" panose="02040503050406030204" pitchFamily="18" charset="0"/>
                        </a:rPr>
                        <m:t>=0</m:t>
                      </m:r>
                    </m:oMath>
                  </m:oMathPara>
                </a14:m>
                <a:endParaRPr lang="en-US" sz="2400" dirty="0"/>
              </a:p>
            </p:txBody>
          </p:sp>
        </mc:Choice>
        <mc:Fallback xmlns="">
          <p:sp>
            <p:nvSpPr>
              <p:cNvPr id="8" name="TextBox 7">
                <a:extLst>
                  <a:ext uri="{FF2B5EF4-FFF2-40B4-BE49-F238E27FC236}">
                    <a16:creationId xmlns:a16="http://schemas.microsoft.com/office/drawing/2014/main" id="{58456374-FDEE-A362-D5F3-F808DA76EF0C}"/>
                  </a:ext>
                </a:extLst>
              </p:cNvPr>
              <p:cNvSpPr txBox="1">
                <a:spLocks noRot="1" noChangeAspect="1" noMove="1" noResize="1" noEditPoints="1" noAdjustHandles="1" noChangeArrowheads="1" noChangeShapeType="1" noTextEdit="1"/>
              </p:cNvSpPr>
              <p:nvPr/>
            </p:nvSpPr>
            <p:spPr>
              <a:xfrm>
                <a:off x="7962526" y="130453"/>
                <a:ext cx="3008068" cy="902683"/>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1A200DA-0BBD-DB00-CDE0-8F931B0E402D}"/>
                  </a:ext>
                </a:extLst>
              </p:cNvPr>
              <p:cNvSpPr txBox="1"/>
              <p:nvPr/>
            </p:nvSpPr>
            <p:spPr>
              <a:xfrm>
                <a:off x="1074110" y="3938556"/>
                <a:ext cx="1465529" cy="383118"/>
              </a:xfrm>
              <a:prstGeom prst="rect">
                <a:avLst/>
              </a:prstGeom>
              <a:noFill/>
            </p:spPr>
            <p:txBody>
              <a:bodyPr wrap="none" lIns="0" tIns="0" rIns="0" bIns="0" rtlCol="0">
                <a:spAutoFit/>
              </a:bodyPr>
              <a:lstStyle/>
              <a:p>
                <a:pPr/>
                <a14:m>
                  <m:oMathPara xmlns:m="http://schemas.openxmlformats.org/officeDocument/2006/math">
                    <m:oMath>
                      <m:r>
                        <a:rPr lang="de-DE" sz="2400" b="0" i="1" smtClean="0">
                          <a:latin typeface="Cambria Math" panose="02040503050406030204" pitchFamily="18" charset="0"/>
                        </a:rPr>
                        <m:t>𝑣</m:t>
                      </m:r>
                      <m:r>
                        <a:rPr lang="de-DE" sz="2400" b="0" i="1" smtClean="0">
                          <a:latin typeface="Cambria Math" panose="02040503050406030204" pitchFamily="18" charset="0"/>
                          <a:ea typeface="Cambria Math" panose="02040503050406030204" pitchFamily="18" charset="0"/>
                        </a:rPr>
                        <m:t>∈</m:t>
                      </m:r>
                      <m:sSup>
                        <m:sSupPr>
                          <m:ctrlPr>
                            <a:rPr lang="de-DE" sz="2400" b="0" i="1" smtClean="0">
                              <a:latin typeface="Cambria Math" panose="02040503050406030204" pitchFamily="18" charset="0"/>
                              <a:ea typeface="Cambria Math" panose="02040503050406030204" pitchFamily="18" charset="0"/>
                            </a:rPr>
                          </m:ctrlPr>
                        </m:sSupPr>
                        <m:e>
                          <m:r>
                            <a:rPr lang="de-DE" sz="2400" b="0" i="1" smtClean="0">
                              <a:latin typeface="Cambria Math" panose="02040503050406030204" pitchFamily="18" charset="0"/>
                              <a:ea typeface="Cambria Math" panose="02040503050406030204" pitchFamily="18" charset="0"/>
                            </a:rPr>
                            <m:t>ℝ</m:t>
                          </m:r>
                        </m:e>
                        <m:sup>
                          <m:r>
                            <a:rPr lang="de-DE" sz="2400" b="0" i="1" smtClean="0">
                              <a:latin typeface="Cambria Math" panose="02040503050406030204" pitchFamily="18" charset="0"/>
                              <a:ea typeface="Cambria Math" panose="02040503050406030204" pitchFamily="18" charset="0"/>
                            </a:rPr>
                            <m:t>|</m:t>
                          </m:r>
                          <m:r>
                            <m:rPr>
                              <m:sty m:val="p"/>
                            </m:rPr>
                            <a:rPr lang="de-DE" sz="2400" b="0" i="1" smtClean="0">
                              <a:latin typeface="Cambria Math" panose="02040503050406030204" pitchFamily="18" charset="0"/>
                              <a:ea typeface="Cambria Math" panose="02040503050406030204" pitchFamily="18" charset="0"/>
                            </a:rPr>
                            <m:t>rxns</m:t>
                          </m:r>
                          <m:r>
                            <a:rPr lang="de-DE" sz="2400" b="0" i="1" smtClean="0">
                              <a:latin typeface="Cambria Math" panose="02040503050406030204" pitchFamily="18" charset="0"/>
                              <a:ea typeface="Cambria Math" panose="02040503050406030204" pitchFamily="18" charset="0"/>
                            </a:rPr>
                            <m:t>|</m:t>
                          </m:r>
                        </m:sup>
                      </m:sSup>
                    </m:oMath>
                  </m:oMathPara>
                </a14:m>
                <a:endParaRPr lang="en-US" sz="2400" dirty="0"/>
              </a:p>
            </p:txBody>
          </p:sp>
        </mc:Choice>
        <mc:Fallback xmlns="">
          <p:sp>
            <p:nvSpPr>
              <p:cNvPr id="9" name="TextBox 8">
                <a:extLst>
                  <a:ext uri="{FF2B5EF4-FFF2-40B4-BE49-F238E27FC236}">
                    <a16:creationId xmlns:a16="http://schemas.microsoft.com/office/drawing/2014/main" id="{31A200DA-0BBD-DB00-CDE0-8F931B0E402D}"/>
                  </a:ext>
                </a:extLst>
              </p:cNvPr>
              <p:cNvSpPr txBox="1">
                <a:spLocks noRot="1" noChangeAspect="1" noMove="1" noResize="1" noEditPoints="1" noAdjustHandles="1" noChangeArrowheads="1" noChangeShapeType="1" noTextEdit="1"/>
              </p:cNvSpPr>
              <p:nvPr/>
            </p:nvSpPr>
            <p:spPr>
              <a:xfrm>
                <a:off x="1074110" y="3938556"/>
                <a:ext cx="1465529" cy="383118"/>
              </a:xfrm>
              <a:prstGeom prst="rect">
                <a:avLst/>
              </a:prstGeom>
              <a:blipFill>
                <a:blip r:embed="rId4"/>
                <a:stretch>
                  <a:fillRect l="-2905" t="-6349" r="-4149" b="-634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63207A3C-72EB-9DDE-DBB2-CB818B0955EE}"/>
                  </a:ext>
                </a:extLst>
              </p:cNvPr>
              <p:cNvSpPr txBox="1"/>
              <p:nvPr/>
            </p:nvSpPr>
            <p:spPr>
              <a:xfrm>
                <a:off x="451368" y="4441272"/>
                <a:ext cx="4051045" cy="2169825"/>
              </a:xfrm>
              <a:prstGeom prst="rect">
                <a:avLst/>
              </a:prstGeom>
              <a:noFill/>
              <a:ln>
                <a:solidFill>
                  <a:schemeClr val="accent1"/>
                </a:solidFill>
              </a:ln>
            </p:spPr>
            <p:txBody>
              <a:bodyPr wrap="none" rtlCol="0">
                <a:spAutoFit/>
              </a:bodyPr>
              <a:lstStyle/>
              <a:p>
                <a:pPr>
                  <a:spcBef>
                    <a:spcPts val="300"/>
                  </a:spcBef>
                  <a:spcAft>
                    <a:spcPts val="300"/>
                  </a:spcAft>
                </a:pPr>
                <a:r>
                  <a:rPr lang="en-US" sz="2400" dirty="0"/>
                  <a:t>Example:</a:t>
                </a:r>
              </a:p>
              <a:p>
                <a:pPr>
                  <a:spcBef>
                    <a:spcPts val="300"/>
                  </a:spcBef>
                  <a:spcAft>
                    <a:spcPts val="300"/>
                  </a:spcAft>
                </a:pPr>
                <a:r>
                  <a:rPr lang="en-US" sz="2400" dirty="0"/>
                  <a:t>Reaction </a:t>
                </a:r>
                <a14:m>
                  <m:oMath xmlns:m="http://schemas.openxmlformats.org/officeDocument/2006/math">
                    <m:sSub>
                      <m:sSubPr>
                        <m:ctrlPr>
                          <a:rPr lang="de-DE" sz="2400" b="0" i="1" smtClean="0">
                            <a:latin typeface="Cambria Math" panose="02040503050406030204" pitchFamily="18" charset="0"/>
                          </a:rPr>
                        </m:ctrlPr>
                      </m:sSubPr>
                      <m:e>
                        <m:r>
                          <m:rPr>
                            <m:sty m:val="p"/>
                          </m:rPr>
                          <a:rPr lang="de-DE" sz="2400" b="0" i="1" smtClean="0">
                            <a:latin typeface="Cambria Math" panose="02040503050406030204" pitchFamily="18" charset="0"/>
                          </a:rPr>
                          <m:t>r</m:t>
                        </m:r>
                      </m:e>
                      <m:sub>
                        <m:r>
                          <a:rPr lang="de-DE" sz="2400" b="0" i="1" smtClean="0">
                            <a:latin typeface="Cambria Math" panose="02040503050406030204" pitchFamily="18" charset="0"/>
                          </a:rPr>
                          <m:t>1</m:t>
                        </m:r>
                      </m:sub>
                    </m:sSub>
                    <m:r>
                      <a:rPr lang="de-DE" sz="2400" b="0" i="1" smtClean="0">
                        <a:latin typeface="Cambria Math" panose="02040503050406030204" pitchFamily="18" charset="0"/>
                      </a:rPr>
                      <m:t>: </m:t>
                    </m:r>
                    <m:sSub>
                      <m:sSubPr>
                        <m:ctrlPr>
                          <a:rPr lang="de-DE" sz="2400" b="0" i="1" smtClean="0">
                            <a:latin typeface="Cambria Math" panose="02040503050406030204" pitchFamily="18" charset="0"/>
                          </a:rPr>
                        </m:ctrlPr>
                      </m:sSubPr>
                      <m:e>
                        <m:r>
                          <m:rPr>
                            <m:sty m:val="p"/>
                          </m:rPr>
                          <a:rPr lang="de-DE" sz="2400" b="0" i="1" smtClean="0">
                            <a:latin typeface="Cambria Math" panose="02040503050406030204" pitchFamily="18" charset="0"/>
                          </a:rPr>
                          <m:t>m</m:t>
                        </m:r>
                      </m:e>
                      <m:sub>
                        <m:r>
                          <a:rPr lang="de-DE" sz="2400" b="0" i="1" smtClean="0">
                            <a:latin typeface="Cambria Math" panose="02040503050406030204" pitchFamily="18" charset="0"/>
                          </a:rPr>
                          <m:t>1</m:t>
                        </m:r>
                      </m:sub>
                    </m:sSub>
                    <m:r>
                      <a:rPr lang="de-DE" sz="2400" b="0" i="1" smtClean="0">
                        <a:latin typeface="Cambria Math" panose="02040503050406030204" pitchFamily="18" charset="0"/>
                      </a:rPr>
                      <m:t>+2</m:t>
                    </m:r>
                    <m:sSub>
                      <m:sSubPr>
                        <m:ctrlPr>
                          <a:rPr lang="de-DE" sz="2400" b="0" i="1" smtClean="0">
                            <a:latin typeface="Cambria Math" panose="02040503050406030204" pitchFamily="18" charset="0"/>
                          </a:rPr>
                        </m:ctrlPr>
                      </m:sSubPr>
                      <m:e>
                        <m:r>
                          <m:rPr>
                            <m:sty m:val="p"/>
                          </m:rPr>
                          <a:rPr lang="de-DE" sz="2400" b="0" i="1" smtClean="0">
                            <a:latin typeface="Cambria Math" panose="02040503050406030204" pitchFamily="18" charset="0"/>
                          </a:rPr>
                          <m:t>m</m:t>
                        </m:r>
                      </m:e>
                      <m:sub>
                        <m:r>
                          <a:rPr lang="de-DE" sz="2400" b="0" i="1" smtClean="0">
                            <a:latin typeface="Cambria Math" panose="02040503050406030204" pitchFamily="18" charset="0"/>
                          </a:rPr>
                          <m:t>2</m:t>
                        </m:r>
                      </m:sub>
                    </m:sSub>
                    <m:r>
                      <a:rPr lang="de-DE" sz="2400" b="0" i="1" smtClean="0">
                        <a:latin typeface="Cambria Math" panose="02040503050406030204" pitchFamily="18" charset="0"/>
                        <a:ea typeface="Cambria Math" panose="02040503050406030204" pitchFamily="18" charset="0"/>
                      </a:rPr>
                      <m:t>→</m:t>
                    </m:r>
                    <m:sSub>
                      <m:sSubPr>
                        <m:ctrlPr>
                          <a:rPr lang="de-DE" sz="2400" b="0" i="1" smtClean="0">
                            <a:latin typeface="Cambria Math" panose="02040503050406030204" pitchFamily="18" charset="0"/>
                          </a:rPr>
                        </m:ctrlPr>
                      </m:sSubPr>
                      <m:e>
                        <m:r>
                          <m:rPr>
                            <m:sty m:val="p"/>
                          </m:rPr>
                          <a:rPr lang="de-DE" sz="2400" b="0" i="1" smtClean="0">
                            <a:latin typeface="Cambria Math" panose="02040503050406030204" pitchFamily="18" charset="0"/>
                          </a:rPr>
                          <m:t>m</m:t>
                        </m:r>
                      </m:e>
                      <m:sub>
                        <m:r>
                          <a:rPr lang="de-DE" sz="2400" b="0" i="1" smtClean="0">
                            <a:latin typeface="Cambria Math" panose="02040503050406030204" pitchFamily="18" charset="0"/>
                          </a:rPr>
                          <m:t>3</m:t>
                        </m:r>
                      </m:sub>
                    </m:sSub>
                  </m:oMath>
                </a14:m>
                <a:endParaRPr lang="en-US" sz="2400" dirty="0"/>
              </a:p>
              <a:p>
                <a:pPr>
                  <a:spcBef>
                    <a:spcPts val="300"/>
                  </a:spcBef>
                  <a:spcAft>
                    <a:spcPts val="300"/>
                  </a:spcAft>
                </a:pPr>
                <a14:m>
                  <m:oMathPara xmlns:m="http://schemas.openxmlformats.org/officeDocument/2006/math">
                    <m:oMath>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𝑏</m:t>
                          </m:r>
                        </m:e>
                        <m:sub>
                          <m:r>
                            <a:rPr lang="de-DE" sz="2400" b="0" i="1" smtClean="0">
                              <a:latin typeface="Cambria Math" panose="02040503050406030204" pitchFamily="18" charset="0"/>
                            </a:rPr>
                            <m:t>11</m:t>
                          </m:r>
                        </m:sub>
                      </m:sSub>
                      <m:r>
                        <a:rPr lang="de-DE" sz="2400" b="0" i="1" smtClean="0">
                          <a:latin typeface="Cambria Math" panose="02040503050406030204" pitchFamily="18" charset="0"/>
                        </a:rPr>
                        <m:t>=</m:t>
                      </m:r>
                      <m:r>
                        <a:rPr lang="de-DE" sz="2400" i="1">
                          <a:latin typeface="Cambria Math" panose="02040503050406030204" pitchFamily="18" charset="0"/>
                        </a:rPr>
                        <m:t>−</m:t>
                      </m:r>
                      <m:r>
                        <a:rPr lang="de-DE" sz="2400" b="0" i="1" smtClean="0">
                          <a:latin typeface="Cambria Math" panose="02040503050406030204" pitchFamily="18" charset="0"/>
                        </a:rPr>
                        <m:t>1, </m:t>
                      </m:r>
                    </m:oMath>
                  </m:oMathPara>
                </a14:m>
                <a:endParaRPr lang="de-DE" sz="2400" b="0" i="1" dirty="0">
                  <a:latin typeface="Cambria Math" panose="02040503050406030204" pitchFamily="18" charset="0"/>
                </a:endParaRPr>
              </a:p>
              <a:p>
                <a:pPr>
                  <a:spcBef>
                    <a:spcPts val="300"/>
                  </a:spcBef>
                  <a:spcAft>
                    <a:spcPts val="300"/>
                  </a:spcAft>
                </a:pPr>
                <a14:m>
                  <m:oMathPara xmlns:m="http://schemas.openxmlformats.org/officeDocument/2006/math">
                    <m:oMath>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𝑏</m:t>
                          </m:r>
                        </m:e>
                        <m:sub>
                          <m:r>
                            <a:rPr lang="de-DE" sz="2400" b="0" i="1" smtClean="0">
                              <a:latin typeface="Cambria Math" panose="02040503050406030204" pitchFamily="18" charset="0"/>
                            </a:rPr>
                            <m:t>21</m:t>
                          </m:r>
                        </m:sub>
                      </m:sSub>
                      <m:r>
                        <a:rPr lang="de-DE" sz="2400" b="0" i="1" smtClean="0">
                          <a:latin typeface="Cambria Math" panose="02040503050406030204" pitchFamily="18" charset="0"/>
                        </a:rPr>
                        <m:t>=</m:t>
                      </m:r>
                      <m:r>
                        <a:rPr lang="de-DE" sz="2400" i="1">
                          <a:latin typeface="Cambria Math" panose="02040503050406030204" pitchFamily="18" charset="0"/>
                        </a:rPr>
                        <m:t>−</m:t>
                      </m:r>
                      <m:r>
                        <a:rPr lang="de-DE" sz="2400" b="0" i="1" smtClean="0">
                          <a:latin typeface="Cambria Math" panose="02040503050406030204" pitchFamily="18" charset="0"/>
                        </a:rPr>
                        <m:t>2,</m:t>
                      </m:r>
                    </m:oMath>
                  </m:oMathPara>
                </a14:m>
                <a:endParaRPr lang="de-DE" sz="2400" b="0" i="1" dirty="0">
                  <a:latin typeface="Cambria Math" panose="02040503050406030204" pitchFamily="18" charset="0"/>
                </a:endParaRPr>
              </a:p>
              <a:p>
                <a:pPr>
                  <a:spcBef>
                    <a:spcPts val="300"/>
                  </a:spcBef>
                  <a:spcAft>
                    <a:spcPts val="300"/>
                  </a:spcAft>
                </a:pPr>
                <a14:m>
                  <m:oMathPara xmlns:m="http://schemas.openxmlformats.org/officeDocument/2006/math">
                    <m:oMath>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𝑏</m:t>
                          </m:r>
                        </m:e>
                        <m:sub>
                          <m:r>
                            <a:rPr lang="de-DE" sz="2400" b="0" i="1" smtClean="0">
                              <a:latin typeface="Cambria Math" panose="02040503050406030204" pitchFamily="18" charset="0"/>
                            </a:rPr>
                            <m:t>31</m:t>
                          </m:r>
                        </m:sub>
                      </m:sSub>
                      <m:r>
                        <a:rPr lang="de-DE" sz="2400" b="0" i="1" smtClean="0">
                          <a:latin typeface="Cambria Math" panose="02040503050406030204" pitchFamily="18" charset="0"/>
                        </a:rPr>
                        <m:t>=1</m:t>
                      </m:r>
                    </m:oMath>
                  </m:oMathPara>
                </a14:m>
                <a:endParaRPr lang="en-US" sz="2400" dirty="0"/>
              </a:p>
            </p:txBody>
          </p:sp>
        </mc:Choice>
        <mc:Fallback xmlns="">
          <p:sp>
            <p:nvSpPr>
              <p:cNvPr id="10" name="TextBox 9">
                <a:extLst>
                  <a:ext uri="{FF2B5EF4-FFF2-40B4-BE49-F238E27FC236}">
                    <a16:creationId xmlns:a16="http://schemas.microsoft.com/office/drawing/2014/main" id="{63207A3C-72EB-9DDE-DBB2-CB818B0955EE}"/>
                  </a:ext>
                </a:extLst>
              </p:cNvPr>
              <p:cNvSpPr txBox="1">
                <a:spLocks noRot="1" noChangeAspect="1" noMove="1" noResize="1" noEditPoints="1" noAdjustHandles="1" noChangeArrowheads="1" noChangeShapeType="1" noTextEdit="1"/>
              </p:cNvSpPr>
              <p:nvPr/>
            </p:nvSpPr>
            <p:spPr>
              <a:xfrm>
                <a:off x="451368" y="4441272"/>
                <a:ext cx="4051045" cy="2169825"/>
              </a:xfrm>
              <a:prstGeom prst="rect">
                <a:avLst/>
              </a:prstGeom>
              <a:blipFill>
                <a:blip r:embed="rId5"/>
                <a:stretch>
                  <a:fillRect l="-2099" t="-1961"/>
                </a:stretch>
              </a:blipFill>
              <a:ln>
                <a:solidFill>
                  <a:schemeClr val="accent1"/>
                </a:solidFill>
              </a:ln>
            </p:spPr>
            <p:txBody>
              <a:bodyPr/>
              <a:lstStyle/>
              <a:p>
                <a:r>
                  <a:rPr lang="en-US">
                    <a:noFill/>
                  </a:rPr>
                  <a:t> </a:t>
                </a:r>
              </a:p>
            </p:txBody>
          </p:sp>
        </mc:Fallback>
      </mc:AlternateContent>
      <p:sp>
        <p:nvSpPr>
          <p:cNvPr id="12" name="TextBox 11">
            <a:extLst>
              <a:ext uri="{FF2B5EF4-FFF2-40B4-BE49-F238E27FC236}">
                <a16:creationId xmlns:a16="http://schemas.microsoft.com/office/drawing/2014/main" id="{3FF60AEA-AA81-B8C9-A46C-E81B7A4EA681}"/>
              </a:ext>
            </a:extLst>
          </p:cNvPr>
          <p:cNvSpPr txBox="1"/>
          <p:nvPr/>
        </p:nvSpPr>
        <p:spPr>
          <a:xfrm>
            <a:off x="15614" y="913638"/>
            <a:ext cx="3366135" cy="461665"/>
          </a:xfrm>
          <a:prstGeom prst="rect">
            <a:avLst/>
          </a:prstGeom>
          <a:noFill/>
        </p:spPr>
        <p:txBody>
          <a:bodyPr wrap="square">
            <a:spAutoFit/>
          </a:bodyPr>
          <a:lstStyle/>
          <a:p>
            <a:r>
              <a:rPr lang="es-ES" sz="2400" dirty="0" err="1"/>
              <a:t>Stoichiometric</a:t>
            </a:r>
            <a:r>
              <a:rPr lang="es-ES" sz="2400" dirty="0"/>
              <a:t> </a:t>
            </a:r>
            <a:r>
              <a:rPr lang="es-ES" sz="2400" dirty="0" err="1"/>
              <a:t>matrix</a:t>
            </a:r>
            <a:r>
              <a:rPr lang="es-ES" sz="2400" dirty="0"/>
              <a:t>:</a:t>
            </a:r>
            <a:endParaRPr lang="en-US" sz="2400" dirty="0"/>
          </a:p>
        </p:txBody>
      </p:sp>
      <p:sp>
        <p:nvSpPr>
          <p:cNvPr id="13" name="TextBox 12">
            <a:extLst>
              <a:ext uri="{FF2B5EF4-FFF2-40B4-BE49-F238E27FC236}">
                <a16:creationId xmlns:a16="http://schemas.microsoft.com/office/drawing/2014/main" id="{BBD79C30-D3BD-4797-6901-C28E17A72661}"/>
              </a:ext>
            </a:extLst>
          </p:cNvPr>
          <p:cNvSpPr txBox="1"/>
          <p:nvPr/>
        </p:nvSpPr>
        <p:spPr>
          <a:xfrm>
            <a:off x="408044" y="3357294"/>
            <a:ext cx="3366135" cy="461665"/>
          </a:xfrm>
          <a:prstGeom prst="rect">
            <a:avLst/>
          </a:prstGeom>
          <a:noFill/>
        </p:spPr>
        <p:txBody>
          <a:bodyPr wrap="square">
            <a:spAutoFit/>
          </a:bodyPr>
          <a:lstStyle/>
          <a:p>
            <a:r>
              <a:rPr lang="es-ES" sz="2400" dirty="0" err="1"/>
              <a:t>Reaction</a:t>
            </a:r>
            <a:r>
              <a:rPr lang="es-ES" sz="2400" dirty="0"/>
              <a:t> flux:</a:t>
            </a:r>
            <a:endParaRPr lang="en-US" sz="2400" dirty="0"/>
          </a:p>
        </p:txBody>
      </p:sp>
      <p:sp>
        <p:nvSpPr>
          <p:cNvPr id="14" name="Rectangle: Rounded Corners 13">
            <a:extLst>
              <a:ext uri="{FF2B5EF4-FFF2-40B4-BE49-F238E27FC236}">
                <a16:creationId xmlns:a16="http://schemas.microsoft.com/office/drawing/2014/main" id="{C7AEA3AF-2383-F6D2-381F-511EE6A9EE8F}"/>
              </a:ext>
            </a:extLst>
          </p:cNvPr>
          <p:cNvSpPr/>
          <p:nvPr/>
        </p:nvSpPr>
        <p:spPr>
          <a:xfrm>
            <a:off x="3048160" y="1499762"/>
            <a:ext cx="914400" cy="1428750"/>
          </a:xfrm>
          <a:prstGeom prst="round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Arrow Connector 15">
            <a:extLst>
              <a:ext uri="{FF2B5EF4-FFF2-40B4-BE49-F238E27FC236}">
                <a16:creationId xmlns:a16="http://schemas.microsoft.com/office/drawing/2014/main" id="{D66B81DF-2D8A-897E-2C2D-E4AB1CB04296}"/>
              </a:ext>
            </a:extLst>
          </p:cNvPr>
          <p:cNvCxnSpPr>
            <a:cxnSpLocks/>
          </p:cNvCxnSpPr>
          <p:nvPr/>
        </p:nvCxnSpPr>
        <p:spPr>
          <a:xfrm flipH="1">
            <a:off x="3202679" y="3052971"/>
            <a:ext cx="327921" cy="1388301"/>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sp>
        <p:nvSpPr>
          <p:cNvPr id="37" name="TextBox 36">
            <a:extLst>
              <a:ext uri="{FF2B5EF4-FFF2-40B4-BE49-F238E27FC236}">
                <a16:creationId xmlns:a16="http://schemas.microsoft.com/office/drawing/2014/main" id="{4DD06265-4B5C-C202-69BB-920154DB7577}"/>
              </a:ext>
            </a:extLst>
          </p:cNvPr>
          <p:cNvSpPr txBox="1"/>
          <p:nvPr/>
        </p:nvSpPr>
        <p:spPr>
          <a:xfrm>
            <a:off x="11226861" y="267807"/>
            <a:ext cx="529312" cy="461665"/>
          </a:xfrm>
          <a:prstGeom prst="rect">
            <a:avLst/>
          </a:prstGeom>
          <a:noFill/>
        </p:spPr>
        <p:txBody>
          <a:bodyPr wrap="none" rtlCol="0">
            <a:spAutoFit/>
          </a:bodyPr>
          <a:lstStyle/>
          <a:p>
            <a:r>
              <a:rPr lang="en-US" sz="2400" dirty="0"/>
              <a:t>(1)</a:t>
            </a:r>
          </a:p>
        </p:txBody>
      </p:sp>
      <p:sp>
        <p:nvSpPr>
          <p:cNvPr id="38" name="TextBox 37">
            <a:extLst>
              <a:ext uri="{FF2B5EF4-FFF2-40B4-BE49-F238E27FC236}">
                <a16:creationId xmlns:a16="http://schemas.microsoft.com/office/drawing/2014/main" id="{B97C39CE-6929-E03F-1BBA-0F8ECFA9D038}"/>
              </a:ext>
            </a:extLst>
          </p:cNvPr>
          <p:cNvSpPr txBox="1"/>
          <p:nvPr/>
        </p:nvSpPr>
        <p:spPr>
          <a:xfrm>
            <a:off x="7579899" y="1950735"/>
            <a:ext cx="529312" cy="461665"/>
          </a:xfrm>
          <a:prstGeom prst="rect">
            <a:avLst/>
          </a:prstGeom>
          <a:noFill/>
        </p:spPr>
        <p:txBody>
          <a:bodyPr wrap="none" rtlCol="0">
            <a:spAutoFit/>
          </a:bodyPr>
          <a:lstStyle/>
          <a:p>
            <a:r>
              <a:rPr lang="en-US" sz="2400" dirty="0"/>
              <a:t>(3)</a:t>
            </a:r>
          </a:p>
        </p:txBody>
      </p:sp>
      <p:sp>
        <p:nvSpPr>
          <p:cNvPr id="39" name="TextBox 38">
            <a:extLst>
              <a:ext uri="{FF2B5EF4-FFF2-40B4-BE49-F238E27FC236}">
                <a16:creationId xmlns:a16="http://schemas.microsoft.com/office/drawing/2014/main" id="{D3F46A66-BC2D-14F0-3AE4-49478E4ADFF4}"/>
              </a:ext>
            </a:extLst>
          </p:cNvPr>
          <p:cNvSpPr txBox="1"/>
          <p:nvPr/>
        </p:nvSpPr>
        <p:spPr>
          <a:xfrm>
            <a:off x="2616217" y="3899282"/>
            <a:ext cx="529312" cy="461665"/>
          </a:xfrm>
          <a:prstGeom prst="rect">
            <a:avLst/>
          </a:prstGeom>
          <a:noFill/>
        </p:spPr>
        <p:txBody>
          <a:bodyPr wrap="none" rtlCol="0">
            <a:spAutoFit/>
          </a:bodyPr>
          <a:lstStyle/>
          <a:p>
            <a:r>
              <a:rPr lang="en-US" sz="2400" dirty="0"/>
              <a:t>(4)</a:t>
            </a:r>
          </a:p>
        </p:txBody>
      </p:sp>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D815B944-0F82-4E67-C9F9-90816535C656}"/>
                  </a:ext>
                </a:extLst>
              </p:cNvPr>
              <p:cNvSpPr txBox="1"/>
              <p:nvPr/>
            </p:nvSpPr>
            <p:spPr>
              <a:xfrm>
                <a:off x="9241907" y="1734835"/>
                <a:ext cx="1379352" cy="1389932"/>
              </a:xfrm>
              <a:prstGeom prst="rect">
                <a:avLst/>
              </a:prstGeom>
              <a:noFill/>
            </p:spPr>
            <p:txBody>
              <a:bodyPr wrap="none" lIns="0" tIns="0" rIns="0" bIns="0" rtlCol="0">
                <a:spAutoFit/>
              </a:bodyPr>
              <a:lstStyle/>
              <a:p>
                <a:pPr>
                  <a:spcBef>
                    <a:spcPts val="300"/>
                  </a:spcBef>
                  <a:spcAft>
                    <a:spcPts val="300"/>
                  </a:spcAft>
                </a:pPr>
                <a14:m>
                  <m:oMathPara xmlns:m="http://schemas.openxmlformats.org/officeDocument/2006/math">
                    <m:oMathParaPr>
                      <m:jc m:val="left"/>
                    </m:oMathParaPr>
                    <m:oMath>
                      <m:func>
                        <m:funcPr>
                          <m:ctrlPr>
                            <a:rPr lang="en-US" sz="2400" i="1" smtClean="0">
                              <a:latin typeface="Cambria Math" panose="02040503050406030204" pitchFamily="18" charset="0"/>
                            </a:rPr>
                          </m:ctrlPr>
                        </m:funcPr>
                        <m:fName>
                          <m:limLow>
                            <m:limLowPr>
                              <m:ctrlPr>
                                <a:rPr lang="en-US" sz="2400" i="0" smtClean="0">
                                  <a:latin typeface="Cambria Math" panose="02040503050406030204" pitchFamily="18" charset="0"/>
                                </a:rPr>
                              </m:ctrlPr>
                            </m:limLowPr>
                            <m:e>
                              <m:r>
                                <m:rPr>
                                  <m:sty m:val="p"/>
                                </m:rPr>
                                <a:rPr lang="en-US" sz="2400" i="0" smtClean="0">
                                  <a:latin typeface="Cambria Math" panose="02040503050406030204" pitchFamily="18" charset="0"/>
                                </a:rPr>
                                <m:t>max</m:t>
                              </m:r>
                            </m:e>
                            <m:lim>
                              <m:r>
                                <m:rPr>
                                  <m:sty m:val="p"/>
                                </m:rPr>
                                <a:rPr lang="en-US" sz="2400" b="0" i="1" smtClean="0">
                                  <a:latin typeface="Cambria Math" panose="02040503050406030204" pitchFamily="18" charset="0"/>
                                </a:rPr>
                                <m:t>v</m:t>
                              </m:r>
                            </m:lim>
                          </m:limLow>
                        </m:fName>
                        <m:e>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𝑐</m:t>
                              </m:r>
                            </m:e>
                            <m:sup>
                              <m:r>
                                <m:rPr>
                                  <m:sty m:val="p"/>
                                </m:rPr>
                                <a:rPr lang="en-US" sz="2400" b="0" i="1" smtClean="0">
                                  <a:latin typeface="Cambria Math" panose="02040503050406030204" pitchFamily="18" charset="0"/>
                                </a:rPr>
                                <m:t>T</m:t>
                              </m:r>
                            </m:sup>
                          </m:sSup>
                          <m:r>
                            <a:rPr lang="en-US" sz="2400" b="0" i="1" smtClean="0">
                              <a:latin typeface="Cambria Math" panose="02040503050406030204" pitchFamily="18" charset="0"/>
                            </a:rPr>
                            <m:t>𝑣</m:t>
                          </m:r>
                        </m:e>
                      </m:func>
                    </m:oMath>
                  </m:oMathPara>
                </a14:m>
                <a:endParaRPr lang="en-US" sz="2400" dirty="0"/>
              </a:p>
              <a:p>
                <a:pPr>
                  <a:spcBef>
                    <a:spcPts val="300"/>
                  </a:spcBef>
                  <a:spcAft>
                    <a:spcPts val="300"/>
                  </a:spcAft>
                </a:pPr>
                <a:r>
                  <a:rPr lang="en-US" sz="2400" dirty="0" err="1"/>
                  <a:t>s.t.</a:t>
                </a:r>
                <a:r>
                  <a:rPr lang="en-US" sz="2400" dirty="0"/>
                  <a:t> </a:t>
                </a:r>
                <a14:m>
                  <m:oMath xmlns:m="http://schemas.openxmlformats.org/officeDocument/2006/math">
                    <m:r>
                      <a:rPr lang="en-US" sz="2400" i="1" dirty="0" smtClean="0">
                        <a:latin typeface="Cambria Math" panose="02040503050406030204" pitchFamily="18" charset="0"/>
                      </a:rPr>
                      <m:t>𝑆𝑣</m:t>
                    </m:r>
                    <m:r>
                      <a:rPr lang="de-DE" sz="2400" i="1" dirty="0" smtClean="0">
                        <a:latin typeface="Cambria Math" panose="02040503050406030204" pitchFamily="18" charset="0"/>
                      </a:rPr>
                      <m:t>=</m:t>
                    </m:r>
                    <m:r>
                      <a:rPr lang="de-DE" sz="2400" i="1" dirty="0">
                        <a:latin typeface="Cambria Math" panose="02040503050406030204" pitchFamily="18" charset="0"/>
                      </a:rPr>
                      <m:t>0</m:t>
                    </m:r>
                  </m:oMath>
                </a14:m>
                <a:endParaRPr lang="en-US" sz="2400" dirty="0"/>
              </a:p>
              <a:p>
                <a:pPr>
                  <a:spcBef>
                    <a:spcPts val="300"/>
                  </a:spcBef>
                  <a:spcAft>
                    <a:spcPts val="300"/>
                  </a:spcAft>
                </a:pPr>
                <a14:m>
                  <m:oMathPara xmlns:m="http://schemas.openxmlformats.org/officeDocument/2006/math">
                    <m:oMathParaPr>
                      <m:jc m:val="left"/>
                    </m:oMathParaPr>
                    <m:oMath>
                      <m:r>
                        <a:rPr lang="en-US" sz="2400" b="0" i="1" smtClean="0">
                          <a:latin typeface="Cambria Math" panose="02040503050406030204" pitchFamily="18" charset="0"/>
                        </a:rPr>
                        <m:t>𝑣</m:t>
                      </m:r>
                      <m:r>
                        <a:rPr lang="en-US" sz="2400" b="0" i="1" smtClean="0">
                          <a:latin typeface="Cambria Math" panose="02040503050406030204" pitchFamily="18" charset="0"/>
                          <a:ea typeface="Cambria Math" panose="02040503050406030204" pitchFamily="18" charset="0"/>
                        </a:rPr>
                        <m:t>∈</m:t>
                      </m:r>
                      <m:r>
                        <a:rPr lang="de-DE" sz="2400" b="0" i="1" smtClean="0">
                          <a:latin typeface="Cambria Math" panose="02040503050406030204" pitchFamily="18" charset="0"/>
                          <a:ea typeface="Cambria Math" panose="02040503050406030204" pitchFamily="18" charset="0"/>
                        </a:rPr>
                        <m:t>[</m:t>
                      </m:r>
                      <m:r>
                        <a:rPr lang="de-DE" sz="2400" b="0" i="1" smtClean="0">
                          <a:latin typeface="Cambria Math" panose="02040503050406030204" pitchFamily="18" charset="0"/>
                          <a:ea typeface="Cambria Math" panose="02040503050406030204" pitchFamily="18" charset="0"/>
                        </a:rPr>
                        <m:t>𝑙</m:t>
                      </m:r>
                      <m:r>
                        <a:rPr lang="de-DE" sz="2400" b="0" i="1" smtClean="0">
                          <a:latin typeface="Cambria Math" panose="02040503050406030204" pitchFamily="18" charset="0"/>
                          <a:ea typeface="Cambria Math" panose="02040503050406030204" pitchFamily="18" charset="0"/>
                        </a:rPr>
                        <m:t> </m:t>
                      </m:r>
                      <m:r>
                        <a:rPr lang="de-DE" sz="2400" b="0" i="1" smtClean="0">
                          <a:latin typeface="Cambria Math" panose="02040503050406030204" pitchFamily="18" charset="0"/>
                          <a:ea typeface="Cambria Math" panose="02040503050406030204" pitchFamily="18" charset="0"/>
                        </a:rPr>
                        <m:t>𝑢</m:t>
                      </m:r>
                      <m:r>
                        <a:rPr lang="de-DE" sz="2400" b="0" i="1" smtClean="0">
                          <a:latin typeface="Cambria Math" panose="02040503050406030204" pitchFamily="18" charset="0"/>
                          <a:ea typeface="Cambria Math" panose="02040503050406030204" pitchFamily="18" charset="0"/>
                        </a:rPr>
                        <m:t>]</m:t>
                      </m:r>
                    </m:oMath>
                  </m:oMathPara>
                </a14:m>
                <a:endParaRPr lang="en-US" sz="2400" dirty="0"/>
              </a:p>
            </p:txBody>
          </p:sp>
        </mc:Choice>
        <mc:Fallback xmlns="">
          <p:sp>
            <p:nvSpPr>
              <p:cNvPr id="50" name="TextBox 49">
                <a:extLst>
                  <a:ext uri="{FF2B5EF4-FFF2-40B4-BE49-F238E27FC236}">
                    <a16:creationId xmlns:a16="http://schemas.microsoft.com/office/drawing/2014/main" id="{D815B944-0F82-4E67-C9F9-90816535C656}"/>
                  </a:ext>
                </a:extLst>
              </p:cNvPr>
              <p:cNvSpPr txBox="1">
                <a:spLocks noRot="1" noChangeAspect="1" noMove="1" noResize="1" noEditPoints="1" noAdjustHandles="1" noChangeArrowheads="1" noChangeShapeType="1" noTextEdit="1"/>
              </p:cNvSpPr>
              <p:nvPr/>
            </p:nvSpPr>
            <p:spPr>
              <a:xfrm>
                <a:off x="9241907" y="1734835"/>
                <a:ext cx="1379352" cy="1389932"/>
              </a:xfrm>
              <a:prstGeom prst="rect">
                <a:avLst/>
              </a:prstGeom>
              <a:blipFill>
                <a:blip r:embed="rId6"/>
                <a:stretch>
                  <a:fillRect l="-13274" r="-708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482D8FF4-0E78-2448-3926-F61ED88FE002}"/>
                  </a:ext>
                </a:extLst>
              </p:cNvPr>
              <p:cNvSpPr txBox="1"/>
              <p:nvPr/>
            </p:nvSpPr>
            <p:spPr>
              <a:xfrm rot="5400000">
                <a:off x="9545028" y="1190637"/>
                <a:ext cx="424796" cy="369332"/>
              </a:xfrm>
              <a:prstGeom prst="rect">
                <a:avLst/>
              </a:prstGeom>
              <a:noFill/>
            </p:spPr>
            <p:txBody>
              <a:bodyPr wrap="none" lIns="0" tIns="0" rIns="0" bIns="0" rtlCol="0">
                <a:spAutoFit/>
              </a:bodyPr>
              <a:lstStyle/>
              <a:p>
                <a:pPr/>
                <a14:m>
                  <m:oMathPara xmlns:m="http://schemas.openxmlformats.org/officeDocument/2006/math">
                    <m:oMath>
                      <m:r>
                        <a:rPr lang="en-US" sz="2400" i="1" smtClean="0">
                          <a:latin typeface="Cambria Math" panose="02040503050406030204" pitchFamily="18" charset="0"/>
                          <a:ea typeface="Cambria Math" panose="02040503050406030204" pitchFamily="18" charset="0"/>
                        </a:rPr>
                        <m:t>⟹</m:t>
                      </m:r>
                    </m:oMath>
                  </m:oMathPara>
                </a14:m>
                <a:endParaRPr lang="en-US" dirty="0"/>
              </a:p>
            </p:txBody>
          </p:sp>
        </mc:Choice>
        <mc:Fallback xmlns="">
          <p:sp>
            <p:nvSpPr>
              <p:cNvPr id="51" name="TextBox 50">
                <a:extLst>
                  <a:ext uri="{FF2B5EF4-FFF2-40B4-BE49-F238E27FC236}">
                    <a16:creationId xmlns:a16="http://schemas.microsoft.com/office/drawing/2014/main" id="{482D8FF4-0E78-2448-3926-F61ED88FE002}"/>
                  </a:ext>
                </a:extLst>
              </p:cNvPr>
              <p:cNvSpPr txBox="1">
                <a:spLocks noRot="1" noChangeAspect="1" noMove="1" noResize="1" noEditPoints="1" noAdjustHandles="1" noChangeArrowheads="1" noChangeShapeType="1" noTextEdit="1"/>
              </p:cNvSpPr>
              <p:nvPr/>
            </p:nvSpPr>
            <p:spPr>
              <a:xfrm rot="5400000">
                <a:off x="9545028" y="1190637"/>
                <a:ext cx="424796" cy="369332"/>
              </a:xfrm>
              <a:prstGeom prst="rect">
                <a:avLst/>
              </a:prstGeom>
              <a:blipFill>
                <a:blip r:embed="rId7"/>
                <a:stretch>
                  <a:fillRect t="-14493" b="-13043"/>
                </a:stretch>
              </a:blipFill>
            </p:spPr>
            <p:txBody>
              <a:bodyPr/>
              <a:lstStyle/>
              <a:p>
                <a:r>
                  <a:rPr lang="en-US">
                    <a:noFill/>
                  </a:rPr>
                  <a:t> </a:t>
                </a:r>
              </a:p>
            </p:txBody>
          </p:sp>
        </mc:Fallback>
      </mc:AlternateContent>
      <p:sp>
        <p:nvSpPr>
          <p:cNvPr id="52" name="TextBox 51">
            <a:extLst>
              <a:ext uri="{FF2B5EF4-FFF2-40B4-BE49-F238E27FC236}">
                <a16:creationId xmlns:a16="http://schemas.microsoft.com/office/drawing/2014/main" id="{1D13D8E6-6E97-57F0-C182-1AD6EE0324A5}"/>
              </a:ext>
            </a:extLst>
          </p:cNvPr>
          <p:cNvSpPr txBox="1"/>
          <p:nvPr/>
        </p:nvSpPr>
        <p:spPr>
          <a:xfrm>
            <a:off x="10985898" y="2028402"/>
            <a:ext cx="529312" cy="461665"/>
          </a:xfrm>
          <a:prstGeom prst="rect">
            <a:avLst/>
          </a:prstGeom>
          <a:noFill/>
        </p:spPr>
        <p:txBody>
          <a:bodyPr wrap="none" rtlCol="0">
            <a:spAutoFit/>
          </a:bodyPr>
          <a:lstStyle/>
          <a:p>
            <a:r>
              <a:rPr lang="en-US" sz="2400" dirty="0"/>
              <a:t>(2)</a:t>
            </a:r>
          </a:p>
        </p:txBody>
      </p:sp>
      <p:pic>
        <p:nvPicPr>
          <p:cNvPr id="3" name="Picture 2">
            <a:extLst>
              <a:ext uri="{FF2B5EF4-FFF2-40B4-BE49-F238E27FC236}">
                <a16:creationId xmlns:a16="http://schemas.microsoft.com/office/drawing/2014/main" id="{2851A3F9-7DF3-0288-5EC2-2581B8F3C17D}"/>
              </a:ext>
            </a:extLst>
          </p:cNvPr>
          <p:cNvPicPr>
            <a:picLocks noChangeAspect="1"/>
          </p:cNvPicPr>
          <p:nvPr/>
        </p:nvPicPr>
        <p:blipFill>
          <a:blip r:embed="rId8"/>
          <a:stretch>
            <a:fillRect/>
          </a:stretch>
        </p:blipFill>
        <p:spPr>
          <a:xfrm>
            <a:off x="7411042" y="3187220"/>
            <a:ext cx="4692769" cy="3519577"/>
          </a:xfrm>
          <a:prstGeom prst="rect">
            <a:avLst/>
          </a:prstGeom>
        </p:spPr>
      </p:pic>
    </p:spTree>
    <p:extLst>
      <p:ext uri="{BB962C8B-B14F-4D97-AF65-F5344CB8AC3E}">
        <p14:creationId xmlns:p14="http://schemas.microsoft.com/office/powerpoint/2010/main" val="46621805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6DDC9F-2B51-53C4-6CE5-0C8172C72DA5}"/>
              </a:ext>
            </a:extLst>
          </p:cNvPr>
          <p:cNvSpPr>
            <a:spLocks noGrp="1"/>
          </p:cNvSpPr>
          <p:nvPr>
            <p:ph type="title"/>
          </p:nvPr>
        </p:nvSpPr>
        <p:spPr>
          <a:xfrm>
            <a:off x="198064" y="166978"/>
            <a:ext cx="2038350" cy="637716"/>
          </a:xfrm>
        </p:spPr>
        <p:txBody>
          <a:bodyPr>
            <a:normAutofit fontScale="90000"/>
          </a:bodyPr>
          <a:lstStyle/>
          <a:p>
            <a:r>
              <a:rPr lang="en-US" dirty="0"/>
              <a:t>System</a:t>
            </a:r>
          </a:p>
        </p:txBody>
      </p:sp>
      <p:sp>
        <p:nvSpPr>
          <p:cNvPr id="5" name="Oval 4">
            <a:extLst>
              <a:ext uri="{FF2B5EF4-FFF2-40B4-BE49-F238E27FC236}">
                <a16:creationId xmlns:a16="http://schemas.microsoft.com/office/drawing/2014/main" id="{078957D6-8DA8-763E-5AB9-AB201FFE425D}"/>
              </a:ext>
            </a:extLst>
          </p:cNvPr>
          <p:cNvSpPr>
            <a:spLocks noChangeAspect="1"/>
          </p:cNvSpPr>
          <p:nvPr/>
        </p:nvSpPr>
        <p:spPr>
          <a:xfrm>
            <a:off x="9210735" y="940107"/>
            <a:ext cx="482803" cy="48280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748A4454-27D7-380F-AB8E-2A28027C150E}"/>
              </a:ext>
            </a:extLst>
          </p:cNvPr>
          <p:cNvSpPr>
            <a:spLocks noChangeAspect="1"/>
          </p:cNvSpPr>
          <p:nvPr/>
        </p:nvSpPr>
        <p:spPr>
          <a:xfrm>
            <a:off x="9222165" y="3142699"/>
            <a:ext cx="482803" cy="48280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25B1F2DE-B415-A239-B2DC-63D5A5B32533}"/>
              </a:ext>
            </a:extLst>
          </p:cNvPr>
          <p:cNvCxnSpPr>
            <a:cxnSpLocks/>
            <a:stCxn id="6" idx="6"/>
            <a:endCxn id="18" idx="3"/>
          </p:cNvCxnSpPr>
          <p:nvPr/>
        </p:nvCxnSpPr>
        <p:spPr>
          <a:xfrm flipV="1">
            <a:off x="9704968" y="2444467"/>
            <a:ext cx="1208754" cy="939634"/>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8" name="Straight Arrow Connector 7">
            <a:extLst>
              <a:ext uri="{FF2B5EF4-FFF2-40B4-BE49-F238E27FC236}">
                <a16:creationId xmlns:a16="http://schemas.microsoft.com/office/drawing/2014/main" id="{6DC290EF-F029-6287-E228-F3B04E496A8A}"/>
              </a:ext>
            </a:extLst>
          </p:cNvPr>
          <p:cNvCxnSpPr>
            <a:cxnSpLocks/>
            <a:stCxn id="5" idx="6"/>
            <a:endCxn id="18" idx="1"/>
          </p:cNvCxnSpPr>
          <p:nvPr/>
        </p:nvCxnSpPr>
        <p:spPr>
          <a:xfrm>
            <a:off x="9693538" y="1181509"/>
            <a:ext cx="1220184" cy="921565"/>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8D0CA52C-68F3-A92B-568F-5577F39D7627}"/>
                  </a:ext>
                </a:extLst>
              </p:cNvPr>
              <p:cNvSpPr txBox="1"/>
              <p:nvPr/>
            </p:nvSpPr>
            <p:spPr>
              <a:xfrm>
                <a:off x="10060989" y="1055320"/>
                <a:ext cx="1006792" cy="461665"/>
              </a:xfrm>
              <a:prstGeom prst="rect">
                <a:avLst/>
              </a:prstGeom>
              <a:noFill/>
            </p:spPr>
            <p:txBody>
              <a:bodyPr wrap="square">
                <a:spAutoFit/>
              </a:bodyPr>
              <a:lstStyle/>
              <a:p>
                <a:pPr/>
                <a14:m>
                  <m:oMathPara xmlns:m="http://schemas.openxmlformats.org/officeDocument/2006/math">
                    <m:oMath>
                      <m:sSub>
                        <m:sSubPr>
                          <m:ctrlPr>
                            <a:rPr lang="de-DE" sz="2400" b="0" i="0" smtClean="0">
                              <a:solidFill>
                                <a:srgbClr val="C00000"/>
                              </a:solidFill>
                              <a:latin typeface="Cambria Math" panose="02040503050406030204" pitchFamily="18" charset="0"/>
                            </a:rPr>
                          </m:ctrlPr>
                        </m:sSubPr>
                        <m:e>
                          <m:r>
                            <m:rPr>
                              <m:sty m:val="p"/>
                            </m:rPr>
                            <a:rPr lang="de-DE" sz="2400" b="0" i="0" smtClean="0">
                              <a:solidFill>
                                <a:srgbClr val="C00000"/>
                              </a:solidFill>
                              <a:latin typeface="Cambria Math" panose="02040503050406030204" pitchFamily="18" charset="0"/>
                            </a:rPr>
                            <m:t>m</m:t>
                          </m:r>
                        </m:e>
                        <m:sub>
                          <m:r>
                            <a:rPr lang="de-DE" sz="2400" b="0" i="1" smtClean="0">
                              <a:solidFill>
                                <a:srgbClr val="C00000"/>
                              </a:solidFill>
                              <a:latin typeface="Cambria Math" panose="02040503050406030204" pitchFamily="18" charset="0"/>
                            </a:rPr>
                            <m:t>4</m:t>
                          </m:r>
                        </m:sub>
                      </m:sSub>
                    </m:oMath>
                  </m:oMathPara>
                </a14:m>
                <a:endParaRPr lang="en-US" sz="2400" dirty="0">
                  <a:solidFill>
                    <a:schemeClr val="tx1"/>
                  </a:solidFill>
                </a:endParaRPr>
              </a:p>
            </p:txBody>
          </p:sp>
        </mc:Choice>
        <mc:Fallback xmlns="">
          <p:sp>
            <p:nvSpPr>
              <p:cNvPr id="9" name="TextBox 8">
                <a:extLst>
                  <a:ext uri="{FF2B5EF4-FFF2-40B4-BE49-F238E27FC236}">
                    <a16:creationId xmlns:a16="http://schemas.microsoft.com/office/drawing/2014/main" id="{8D0CA52C-68F3-A92B-568F-5577F39D7627}"/>
                  </a:ext>
                </a:extLst>
              </p:cNvPr>
              <p:cNvSpPr txBox="1">
                <a:spLocks noRot="1" noChangeAspect="1" noMove="1" noResize="1" noEditPoints="1" noAdjustHandles="1" noChangeArrowheads="1" noChangeShapeType="1" noTextEdit="1"/>
              </p:cNvSpPr>
              <p:nvPr/>
            </p:nvSpPr>
            <p:spPr>
              <a:xfrm>
                <a:off x="10060989" y="1055320"/>
                <a:ext cx="1006792" cy="461665"/>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F60DAC2C-CB46-BADD-719A-EC741A9BD797}"/>
                  </a:ext>
                </a:extLst>
              </p:cNvPr>
              <p:cNvSpPr txBox="1"/>
              <p:nvPr/>
            </p:nvSpPr>
            <p:spPr>
              <a:xfrm>
                <a:off x="10129575" y="2854095"/>
                <a:ext cx="1006792" cy="461665"/>
              </a:xfrm>
              <a:prstGeom prst="rect">
                <a:avLst/>
              </a:prstGeom>
              <a:noFill/>
            </p:spPr>
            <p:txBody>
              <a:bodyPr wrap="square">
                <a:spAutoFit/>
              </a:bodyPr>
              <a:lstStyle/>
              <a:p>
                <a:pPr/>
                <a14:m>
                  <m:oMathPara xmlns:m="http://schemas.openxmlformats.org/officeDocument/2006/math">
                    <m:oMath>
                      <m:sSub>
                        <m:sSubPr>
                          <m:ctrlPr>
                            <a:rPr lang="de-DE" sz="2400" b="0" i="0" smtClean="0">
                              <a:solidFill>
                                <a:srgbClr val="C00000"/>
                              </a:solidFill>
                              <a:latin typeface="Cambria Math" panose="02040503050406030204" pitchFamily="18" charset="0"/>
                            </a:rPr>
                          </m:ctrlPr>
                        </m:sSubPr>
                        <m:e>
                          <m:r>
                            <m:rPr>
                              <m:sty m:val="p"/>
                            </m:rPr>
                            <a:rPr lang="de-DE" sz="2400" b="0" i="0" smtClean="0">
                              <a:solidFill>
                                <a:srgbClr val="C00000"/>
                              </a:solidFill>
                              <a:latin typeface="Cambria Math" panose="02040503050406030204" pitchFamily="18" charset="0"/>
                            </a:rPr>
                            <m:t>m</m:t>
                          </m:r>
                        </m:e>
                        <m:sub>
                          <m:r>
                            <a:rPr lang="de-DE" sz="2400" b="0" i="1" smtClean="0">
                              <a:solidFill>
                                <a:srgbClr val="C00000"/>
                              </a:solidFill>
                              <a:latin typeface="Cambria Math" panose="02040503050406030204" pitchFamily="18" charset="0"/>
                            </a:rPr>
                            <m:t>4</m:t>
                          </m:r>
                        </m:sub>
                      </m:sSub>
                    </m:oMath>
                  </m:oMathPara>
                </a14:m>
                <a:endParaRPr lang="en-US" sz="2400" dirty="0">
                  <a:solidFill>
                    <a:schemeClr val="tx1"/>
                  </a:solidFill>
                </a:endParaRPr>
              </a:p>
            </p:txBody>
          </p:sp>
        </mc:Choice>
        <mc:Fallback xmlns="">
          <p:sp>
            <p:nvSpPr>
              <p:cNvPr id="10" name="TextBox 9">
                <a:extLst>
                  <a:ext uri="{FF2B5EF4-FFF2-40B4-BE49-F238E27FC236}">
                    <a16:creationId xmlns:a16="http://schemas.microsoft.com/office/drawing/2014/main" id="{F60DAC2C-CB46-BADD-719A-EC741A9BD797}"/>
                  </a:ext>
                </a:extLst>
              </p:cNvPr>
              <p:cNvSpPr txBox="1">
                <a:spLocks noRot="1" noChangeAspect="1" noMove="1" noResize="1" noEditPoints="1" noAdjustHandles="1" noChangeArrowheads="1" noChangeShapeType="1" noTextEdit="1"/>
              </p:cNvSpPr>
              <p:nvPr/>
            </p:nvSpPr>
            <p:spPr>
              <a:xfrm>
                <a:off x="10129575" y="2854095"/>
                <a:ext cx="1006792" cy="461665"/>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D6A77611-35C9-92C6-CF81-7F49FE96AC41}"/>
                  </a:ext>
                </a:extLst>
              </p:cNvPr>
              <p:cNvSpPr txBox="1"/>
              <p:nvPr/>
            </p:nvSpPr>
            <p:spPr>
              <a:xfrm>
                <a:off x="7748380" y="1013975"/>
                <a:ext cx="1006792" cy="461665"/>
              </a:xfrm>
              <a:prstGeom prst="rect">
                <a:avLst/>
              </a:prstGeom>
              <a:noFill/>
            </p:spPr>
            <p:txBody>
              <a:bodyPr wrap="square">
                <a:spAutoFit/>
              </a:bodyPr>
              <a:lstStyle/>
              <a:p>
                <a:pPr/>
                <a14:m>
                  <m:oMathPara xmlns:m="http://schemas.openxmlformats.org/officeDocument/2006/math">
                    <m:oMath>
                      <m:sSub>
                        <m:sSubPr>
                          <m:ctrlPr>
                            <a:rPr lang="de-DE" sz="2400" b="0" i="0" smtClean="0">
                              <a:solidFill>
                                <a:srgbClr val="0070C0"/>
                              </a:solidFill>
                              <a:latin typeface="Cambria Math" panose="02040503050406030204" pitchFamily="18" charset="0"/>
                            </a:rPr>
                          </m:ctrlPr>
                        </m:sSubPr>
                        <m:e>
                          <m:r>
                            <m:rPr>
                              <m:sty m:val="p"/>
                            </m:rPr>
                            <a:rPr lang="de-DE" sz="2400" b="0" i="0" smtClean="0">
                              <a:solidFill>
                                <a:srgbClr val="0070C0"/>
                              </a:solidFill>
                              <a:latin typeface="Cambria Math" panose="02040503050406030204" pitchFamily="18" charset="0"/>
                            </a:rPr>
                            <m:t>m</m:t>
                          </m:r>
                        </m:e>
                        <m:sub>
                          <m:r>
                            <a:rPr lang="de-DE" sz="2400" b="0" i="1" smtClean="0">
                              <a:solidFill>
                                <a:srgbClr val="0070C0"/>
                              </a:solidFill>
                              <a:latin typeface="Cambria Math" panose="02040503050406030204" pitchFamily="18" charset="0"/>
                            </a:rPr>
                            <m:t>2</m:t>
                          </m:r>
                        </m:sub>
                      </m:sSub>
                    </m:oMath>
                  </m:oMathPara>
                </a14:m>
                <a:endParaRPr lang="en-US" sz="2400" dirty="0">
                  <a:solidFill>
                    <a:schemeClr val="tx1"/>
                  </a:solidFill>
                </a:endParaRPr>
              </a:p>
            </p:txBody>
          </p:sp>
        </mc:Choice>
        <mc:Fallback xmlns="">
          <p:sp>
            <p:nvSpPr>
              <p:cNvPr id="11" name="TextBox 10">
                <a:extLst>
                  <a:ext uri="{FF2B5EF4-FFF2-40B4-BE49-F238E27FC236}">
                    <a16:creationId xmlns:a16="http://schemas.microsoft.com/office/drawing/2014/main" id="{D6A77611-35C9-92C6-CF81-7F49FE96AC41}"/>
                  </a:ext>
                </a:extLst>
              </p:cNvPr>
              <p:cNvSpPr txBox="1">
                <a:spLocks noRot="1" noChangeAspect="1" noMove="1" noResize="1" noEditPoints="1" noAdjustHandles="1" noChangeArrowheads="1" noChangeShapeType="1" noTextEdit="1"/>
              </p:cNvSpPr>
              <p:nvPr/>
            </p:nvSpPr>
            <p:spPr>
              <a:xfrm>
                <a:off x="7748380" y="1013975"/>
                <a:ext cx="1006792" cy="461665"/>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C6A531ED-4E93-988C-3C41-1C5A947DCACA}"/>
                  </a:ext>
                </a:extLst>
              </p:cNvPr>
              <p:cNvSpPr txBox="1"/>
              <p:nvPr/>
            </p:nvSpPr>
            <p:spPr>
              <a:xfrm>
                <a:off x="7789162" y="2857859"/>
                <a:ext cx="1006792" cy="461665"/>
              </a:xfrm>
              <a:prstGeom prst="rect">
                <a:avLst/>
              </a:prstGeom>
              <a:noFill/>
            </p:spPr>
            <p:txBody>
              <a:bodyPr wrap="square">
                <a:spAutoFit/>
              </a:bodyPr>
              <a:lstStyle/>
              <a:p>
                <a:pPr/>
                <a14:m>
                  <m:oMathPara xmlns:m="http://schemas.openxmlformats.org/officeDocument/2006/math">
                    <m:oMath>
                      <m:sSub>
                        <m:sSubPr>
                          <m:ctrlPr>
                            <a:rPr lang="de-DE" sz="2400" b="0" i="0" smtClean="0">
                              <a:solidFill>
                                <a:schemeClr val="accent6">
                                  <a:lumMod val="75000"/>
                                </a:schemeClr>
                              </a:solidFill>
                              <a:latin typeface="Cambria Math" panose="02040503050406030204" pitchFamily="18" charset="0"/>
                            </a:rPr>
                          </m:ctrlPr>
                        </m:sSubPr>
                        <m:e>
                          <m:r>
                            <m:rPr>
                              <m:sty m:val="p"/>
                            </m:rPr>
                            <a:rPr lang="de-DE" sz="2400" b="0" i="0" smtClean="0">
                              <a:solidFill>
                                <a:schemeClr val="accent6">
                                  <a:lumMod val="75000"/>
                                </a:schemeClr>
                              </a:solidFill>
                              <a:latin typeface="Cambria Math" panose="02040503050406030204" pitchFamily="18" charset="0"/>
                            </a:rPr>
                            <m:t>m</m:t>
                          </m:r>
                        </m:e>
                        <m:sub>
                          <m:r>
                            <a:rPr lang="de-DE" sz="2400" b="0" i="1" smtClean="0">
                              <a:solidFill>
                                <a:schemeClr val="accent6">
                                  <a:lumMod val="75000"/>
                                </a:schemeClr>
                              </a:solidFill>
                              <a:latin typeface="Cambria Math" panose="02040503050406030204" pitchFamily="18" charset="0"/>
                            </a:rPr>
                            <m:t>3</m:t>
                          </m:r>
                        </m:sub>
                      </m:sSub>
                    </m:oMath>
                  </m:oMathPara>
                </a14:m>
                <a:endParaRPr lang="en-US" sz="2400" dirty="0">
                  <a:solidFill>
                    <a:schemeClr val="tx1"/>
                  </a:solidFill>
                </a:endParaRPr>
              </a:p>
            </p:txBody>
          </p:sp>
        </mc:Choice>
        <mc:Fallback xmlns="">
          <p:sp>
            <p:nvSpPr>
              <p:cNvPr id="12" name="TextBox 11">
                <a:extLst>
                  <a:ext uri="{FF2B5EF4-FFF2-40B4-BE49-F238E27FC236}">
                    <a16:creationId xmlns:a16="http://schemas.microsoft.com/office/drawing/2014/main" id="{C6A531ED-4E93-988C-3C41-1C5A947DCACA}"/>
                  </a:ext>
                </a:extLst>
              </p:cNvPr>
              <p:cNvSpPr txBox="1">
                <a:spLocks noRot="1" noChangeAspect="1" noMove="1" noResize="1" noEditPoints="1" noAdjustHandles="1" noChangeArrowheads="1" noChangeShapeType="1" noTextEdit="1"/>
              </p:cNvSpPr>
              <p:nvPr/>
            </p:nvSpPr>
            <p:spPr>
              <a:xfrm>
                <a:off x="7789162" y="2857859"/>
                <a:ext cx="1006792" cy="461665"/>
              </a:xfrm>
              <a:prstGeom prst="rect">
                <a:avLst/>
              </a:prstGeom>
              <a:blipFill>
                <a:blip r:embed="rId6"/>
                <a:stretch>
                  <a:fillRect/>
                </a:stretch>
              </a:blipFill>
            </p:spPr>
            <p:txBody>
              <a:bodyPr/>
              <a:lstStyle/>
              <a:p>
                <a:r>
                  <a:rPr lang="en-US">
                    <a:noFill/>
                  </a:rPr>
                  <a:t> </a:t>
                </a:r>
              </a:p>
            </p:txBody>
          </p:sp>
        </mc:Fallback>
      </mc:AlternateContent>
      <p:sp>
        <p:nvSpPr>
          <p:cNvPr id="13" name="Oval 12">
            <a:extLst>
              <a:ext uri="{FF2B5EF4-FFF2-40B4-BE49-F238E27FC236}">
                <a16:creationId xmlns:a16="http://schemas.microsoft.com/office/drawing/2014/main" id="{111D4F73-2DE0-21E5-82C1-17CC192364C4}"/>
              </a:ext>
            </a:extLst>
          </p:cNvPr>
          <p:cNvSpPr>
            <a:spLocks noChangeAspect="1"/>
          </p:cNvSpPr>
          <p:nvPr/>
        </p:nvSpPr>
        <p:spPr>
          <a:xfrm>
            <a:off x="7389241" y="2032369"/>
            <a:ext cx="482803" cy="48280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Arrow Connector 13">
            <a:extLst>
              <a:ext uri="{FF2B5EF4-FFF2-40B4-BE49-F238E27FC236}">
                <a16:creationId xmlns:a16="http://schemas.microsoft.com/office/drawing/2014/main" id="{1443C199-87C1-8957-77EC-2C913E08675B}"/>
              </a:ext>
            </a:extLst>
          </p:cNvPr>
          <p:cNvCxnSpPr>
            <a:cxnSpLocks/>
            <a:stCxn id="13" idx="7"/>
            <a:endCxn id="5" idx="2"/>
          </p:cNvCxnSpPr>
          <p:nvPr/>
        </p:nvCxnSpPr>
        <p:spPr>
          <a:xfrm flipV="1">
            <a:off x="7801339" y="1181509"/>
            <a:ext cx="1409396" cy="921565"/>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6A9AA6DD-3399-6A34-B4A8-C28E63F78CAE}"/>
                  </a:ext>
                </a:extLst>
              </p:cNvPr>
              <p:cNvSpPr txBox="1"/>
              <p:nvPr/>
            </p:nvSpPr>
            <p:spPr>
              <a:xfrm>
                <a:off x="6431137" y="1775626"/>
                <a:ext cx="642780" cy="461665"/>
              </a:xfrm>
              <a:prstGeom prst="rect">
                <a:avLst/>
              </a:prstGeom>
              <a:noFill/>
            </p:spPr>
            <p:txBody>
              <a:bodyPr wrap="square">
                <a:spAutoFit/>
              </a:bodyPr>
              <a:lstStyle/>
              <a:p>
                <a:pPr/>
                <a14:m>
                  <m:oMathPara xmlns:m="http://schemas.openxmlformats.org/officeDocument/2006/math">
                    <m:oMath>
                      <m:sSub>
                        <m:sSubPr>
                          <m:ctrlPr>
                            <a:rPr lang="de-DE" sz="2400" b="0" i="0" smtClean="0">
                              <a:solidFill>
                                <a:schemeClr val="tx1"/>
                              </a:solidFill>
                              <a:latin typeface="Cambria Math" panose="02040503050406030204" pitchFamily="18" charset="0"/>
                            </a:rPr>
                          </m:ctrlPr>
                        </m:sSubPr>
                        <m:e>
                          <m:r>
                            <m:rPr>
                              <m:sty m:val="p"/>
                            </m:rPr>
                            <a:rPr lang="de-DE" sz="2400" b="0" i="0" smtClean="0">
                              <a:solidFill>
                                <a:schemeClr val="tx1"/>
                              </a:solidFill>
                              <a:latin typeface="Cambria Math" panose="02040503050406030204" pitchFamily="18" charset="0"/>
                            </a:rPr>
                            <m:t>m</m:t>
                          </m:r>
                        </m:e>
                        <m:sub>
                          <m:r>
                            <a:rPr lang="de-DE" sz="2400" b="0" i="1" smtClean="0">
                              <a:solidFill>
                                <a:schemeClr val="tx1"/>
                              </a:solidFill>
                              <a:latin typeface="Cambria Math" panose="02040503050406030204" pitchFamily="18" charset="0"/>
                            </a:rPr>
                            <m:t>1</m:t>
                          </m:r>
                        </m:sub>
                      </m:sSub>
                    </m:oMath>
                  </m:oMathPara>
                </a14:m>
                <a:endParaRPr lang="en-US" sz="2400" dirty="0">
                  <a:solidFill>
                    <a:schemeClr val="tx1"/>
                  </a:solidFill>
                </a:endParaRPr>
              </a:p>
            </p:txBody>
          </p:sp>
        </mc:Choice>
        <mc:Fallback xmlns="">
          <p:sp>
            <p:nvSpPr>
              <p:cNvPr id="15" name="TextBox 14">
                <a:extLst>
                  <a:ext uri="{FF2B5EF4-FFF2-40B4-BE49-F238E27FC236}">
                    <a16:creationId xmlns:a16="http://schemas.microsoft.com/office/drawing/2014/main" id="{6A9AA6DD-3399-6A34-B4A8-C28E63F78CAE}"/>
                  </a:ext>
                </a:extLst>
              </p:cNvPr>
              <p:cNvSpPr txBox="1">
                <a:spLocks noRot="1" noChangeAspect="1" noMove="1" noResize="1" noEditPoints="1" noAdjustHandles="1" noChangeArrowheads="1" noChangeShapeType="1" noTextEdit="1"/>
              </p:cNvSpPr>
              <p:nvPr/>
            </p:nvSpPr>
            <p:spPr>
              <a:xfrm>
                <a:off x="6431137" y="1775626"/>
                <a:ext cx="642780" cy="461665"/>
              </a:xfrm>
              <a:prstGeom prst="rect">
                <a:avLst/>
              </a:prstGeom>
              <a:blipFill>
                <a:blip r:embed="rId7"/>
                <a:stretch>
                  <a:fillRect/>
                </a:stretch>
              </a:blipFill>
            </p:spPr>
            <p:txBody>
              <a:bodyPr/>
              <a:lstStyle/>
              <a:p>
                <a:r>
                  <a:rPr lang="en-US">
                    <a:noFill/>
                  </a:rPr>
                  <a:t> </a:t>
                </a:r>
              </a:p>
            </p:txBody>
          </p:sp>
        </mc:Fallback>
      </mc:AlternateContent>
      <p:cxnSp>
        <p:nvCxnSpPr>
          <p:cNvPr id="16" name="Straight Arrow Connector 15">
            <a:extLst>
              <a:ext uri="{FF2B5EF4-FFF2-40B4-BE49-F238E27FC236}">
                <a16:creationId xmlns:a16="http://schemas.microsoft.com/office/drawing/2014/main" id="{08D63384-DDF5-27C2-8BBB-2BDA26BA9F7F}"/>
              </a:ext>
            </a:extLst>
          </p:cNvPr>
          <p:cNvCxnSpPr>
            <a:cxnSpLocks/>
            <a:stCxn id="59" idx="3"/>
            <a:endCxn id="24" idx="1"/>
          </p:cNvCxnSpPr>
          <p:nvPr/>
        </p:nvCxnSpPr>
        <p:spPr>
          <a:xfrm flipV="1">
            <a:off x="5722720" y="2237292"/>
            <a:ext cx="1666789" cy="2884"/>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CAC4988A-3D7B-64B9-27D2-FFAEA3E8F38F}"/>
              </a:ext>
            </a:extLst>
          </p:cNvPr>
          <p:cNvCxnSpPr>
            <a:cxnSpLocks/>
            <a:stCxn id="13" idx="5"/>
            <a:endCxn id="6" idx="2"/>
          </p:cNvCxnSpPr>
          <p:nvPr/>
        </p:nvCxnSpPr>
        <p:spPr>
          <a:xfrm>
            <a:off x="7801339" y="2444467"/>
            <a:ext cx="1420826" cy="939634"/>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sp>
        <p:nvSpPr>
          <p:cNvPr id="18" name="Oval 17">
            <a:extLst>
              <a:ext uri="{FF2B5EF4-FFF2-40B4-BE49-F238E27FC236}">
                <a16:creationId xmlns:a16="http://schemas.microsoft.com/office/drawing/2014/main" id="{7EE6E6C0-FB4C-7006-7965-837CDFB806B3}"/>
              </a:ext>
            </a:extLst>
          </p:cNvPr>
          <p:cNvSpPr>
            <a:spLocks noChangeAspect="1"/>
          </p:cNvSpPr>
          <p:nvPr/>
        </p:nvSpPr>
        <p:spPr>
          <a:xfrm>
            <a:off x="10843017" y="2032369"/>
            <a:ext cx="482803" cy="48280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Arrow Connector 18">
            <a:extLst>
              <a:ext uri="{FF2B5EF4-FFF2-40B4-BE49-F238E27FC236}">
                <a16:creationId xmlns:a16="http://schemas.microsoft.com/office/drawing/2014/main" id="{D240679F-8600-988E-334F-86ED24580DCE}"/>
              </a:ext>
            </a:extLst>
          </p:cNvPr>
          <p:cNvCxnSpPr>
            <a:cxnSpLocks/>
            <a:stCxn id="18" idx="6"/>
          </p:cNvCxnSpPr>
          <p:nvPr/>
        </p:nvCxnSpPr>
        <p:spPr>
          <a:xfrm flipV="1">
            <a:off x="11325820" y="2273770"/>
            <a:ext cx="849454" cy="1"/>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B3780419-353F-4071-0AAB-E5729CDEF1D6}"/>
                  </a:ext>
                </a:extLst>
              </p:cNvPr>
              <p:cNvSpPr txBox="1"/>
              <p:nvPr/>
            </p:nvSpPr>
            <p:spPr>
              <a:xfrm>
                <a:off x="11370482" y="1693446"/>
                <a:ext cx="1006792" cy="461665"/>
              </a:xfrm>
              <a:prstGeom prst="rect">
                <a:avLst/>
              </a:prstGeom>
              <a:noFill/>
            </p:spPr>
            <p:txBody>
              <a:bodyPr wrap="square">
                <a:spAutoFit/>
              </a:bodyPr>
              <a:lstStyle/>
              <a:p>
                <a:pPr/>
                <a14:m>
                  <m:oMathPara xmlns:m="http://schemas.openxmlformats.org/officeDocument/2006/math">
                    <m:oMath>
                      <m:sSub>
                        <m:sSubPr>
                          <m:ctrlPr>
                            <a:rPr lang="de-DE" sz="2400" b="0" i="1" smtClean="0">
                              <a:latin typeface="Cambria Math" panose="02040503050406030204" pitchFamily="18" charset="0"/>
                            </a:rPr>
                          </m:ctrlPr>
                        </m:sSubPr>
                        <m:e>
                          <m:r>
                            <m:rPr>
                              <m:sty m:val="p"/>
                            </m:rPr>
                            <a:rPr lang="de-DE" sz="2400" b="0" i="1" smtClean="0">
                              <a:latin typeface="Cambria Math" panose="02040503050406030204" pitchFamily="18" charset="0"/>
                            </a:rPr>
                            <m:t>m</m:t>
                          </m:r>
                        </m:e>
                        <m:sub>
                          <m:r>
                            <a:rPr lang="de-DE" sz="2400" b="0" i="1" smtClean="0">
                              <a:latin typeface="Cambria Math" panose="02040503050406030204" pitchFamily="18" charset="0"/>
                            </a:rPr>
                            <m:t>5</m:t>
                          </m:r>
                        </m:sub>
                      </m:sSub>
                    </m:oMath>
                  </m:oMathPara>
                </a14:m>
                <a:endParaRPr lang="en-US" sz="2400" dirty="0"/>
              </a:p>
            </p:txBody>
          </p:sp>
        </mc:Choice>
        <mc:Fallback xmlns="">
          <p:sp>
            <p:nvSpPr>
              <p:cNvPr id="20" name="TextBox 19">
                <a:extLst>
                  <a:ext uri="{FF2B5EF4-FFF2-40B4-BE49-F238E27FC236}">
                    <a16:creationId xmlns:a16="http://schemas.microsoft.com/office/drawing/2014/main" id="{B3780419-353F-4071-0AAB-E5729CDEF1D6}"/>
                  </a:ext>
                </a:extLst>
              </p:cNvPr>
              <p:cNvSpPr txBox="1">
                <a:spLocks noRot="1" noChangeAspect="1" noMove="1" noResize="1" noEditPoints="1" noAdjustHandles="1" noChangeArrowheads="1" noChangeShapeType="1" noTextEdit="1"/>
              </p:cNvSpPr>
              <p:nvPr/>
            </p:nvSpPr>
            <p:spPr>
              <a:xfrm>
                <a:off x="11370482" y="1693446"/>
                <a:ext cx="1006792" cy="461665"/>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B76C7E62-F5B8-3507-3D5C-5C1976BEE911}"/>
                  </a:ext>
                </a:extLst>
              </p:cNvPr>
              <p:cNvSpPr txBox="1"/>
              <p:nvPr/>
            </p:nvSpPr>
            <p:spPr>
              <a:xfrm>
                <a:off x="9134518" y="901702"/>
                <a:ext cx="656402" cy="461665"/>
              </a:xfrm>
              <a:prstGeom prst="rect">
                <a:avLst/>
              </a:prstGeom>
              <a:noFill/>
            </p:spPr>
            <p:txBody>
              <a:bodyPr wrap="square">
                <a:spAutoFit/>
              </a:bodyPr>
              <a:lstStyle/>
              <a:p>
                <a:pPr/>
                <a14:m>
                  <m:oMathPara xmlns:m="http://schemas.openxmlformats.org/officeDocument/2006/math">
                    <m:oMath>
                      <m:sSub>
                        <m:sSubPr>
                          <m:ctrlPr>
                            <a:rPr lang="de-DE" sz="2400" b="0" i="1" smtClean="0">
                              <a:solidFill>
                                <a:schemeClr val="bg1"/>
                              </a:solidFill>
                              <a:latin typeface="Cambria Math" panose="02040503050406030204" pitchFamily="18" charset="0"/>
                            </a:rPr>
                          </m:ctrlPr>
                        </m:sSubPr>
                        <m:e>
                          <m:r>
                            <m:rPr>
                              <m:sty m:val="p"/>
                            </m:rPr>
                            <a:rPr lang="de-DE" sz="2400" b="0" i="1" smtClean="0">
                              <a:solidFill>
                                <a:schemeClr val="bg1"/>
                              </a:solidFill>
                              <a:latin typeface="Cambria Math" panose="02040503050406030204" pitchFamily="18" charset="0"/>
                            </a:rPr>
                            <m:t>r</m:t>
                          </m:r>
                        </m:e>
                        <m:sub>
                          <m:r>
                            <a:rPr lang="de-DE" sz="2400" b="0" i="1" smtClean="0">
                              <a:solidFill>
                                <a:schemeClr val="bg1"/>
                              </a:solidFill>
                              <a:latin typeface="Cambria Math" panose="02040503050406030204" pitchFamily="18" charset="0"/>
                            </a:rPr>
                            <m:t>2</m:t>
                          </m:r>
                        </m:sub>
                      </m:sSub>
                    </m:oMath>
                  </m:oMathPara>
                </a14:m>
                <a:endParaRPr lang="en-US" sz="2400" dirty="0">
                  <a:solidFill>
                    <a:schemeClr val="bg1"/>
                  </a:solidFill>
                </a:endParaRPr>
              </a:p>
            </p:txBody>
          </p:sp>
        </mc:Choice>
        <mc:Fallback xmlns="">
          <p:sp>
            <p:nvSpPr>
              <p:cNvPr id="22" name="TextBox 21">
                <a:extLst>
                  <a:ext uri="{FF2B5EF4-FFF2-40B4-BE49-F238E27FC236}">
                    <a16:creationId xmlns:a16="http://schemas.microsoft.com/office/drawing/2014/main" id="{B76C7E62-F5B8-3507-3D5C-5C1976BEE911}"/>
                  </a:ext>
                </a:extLst>
              </p:cNvPr>
              <p:cNvSpPr txBox="1">
                <a:spLocks noRot="1" noChangeAspect="1" noMove="1" noResize="1" noEditPoints="1" noAdjustHandles="1" noChangeArrowheads="1" noChangeShapeType="1" noTextEdit="1"/>
              </p:cNvSpPr>
              <p:nvPr/>
            </p:nvSpPr>
            <p:spPr>
              <a:xfrm>
                <a:off x="9134518" y="901702"/>
                <a:ext cx="656402" cy="461665"/>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1BB7C2D4-A791-64BA-4A39-AAC7A9175C01}"/>
                  </a:ext>
                </a:extLst>
              </p:cNvPr>
              <p:cNvSpPr txBox="1"/>
              <p:nvPr/>
            </p:nvSpPr>
            <p:spPr>
              <a:xfrm>
                <a:off x="9221069" y="3117388"/>
                <a:ext cx="495606" cy="461665"/>
              </a:xfrm>
              <a:prstGeom prst="rect">
                <a:avLst/>
              </a:prstGeom>
              <a:noFill/>
            </p:spPr>
            <p:txBody>
              <a:bodyPr wrap="square">
                <a:spAutoFit/>
              </a:bodyPr>
              <a:lstStyle/>
              <a:p>
                <a:pPr/>
                <a14:m>
                  <m:oMathPara xmlns:m="http://schemas.openxmlformats.org/officeDocument/2006/math">
                    <m:oMath>
                      <m:sSub>
                        <m:sSubPr>
                          <m:ctrlPr>
                            <a:rPr lang="de-DE" sz="2400" b="0" i="1" smtClean="0">
                              <a:solidFill>
                                <a:schemeClr val="bg1"/>
                              </a:solidFill>
                              <a:latin typeface="Cambria Math" panose="02040503050406030204" pitchFamily="18" charset="0"/>
                            </a:rPr>
                          </m:ctrlPr>
                        </m:sSubPr>
                        <m:e>
                          <m:r>
                            <m:rPr>
                              <m:sty m:val="p"/>
                            </m:rPr>
                            <a:rPr lang="de-DE" sz="2400" b="0" i="1" smtClean="0">
                              <a:solidFill>
                                <a:schemeClr val="bg1"/>
                              </a:solidFill>
                              <a:latin typeface="Cambria Math" panose="02040503050406030204" pitchFamily="18" charset="0"/>
                            </a:rPr>
                            <m:t>r</m:t>
                          </m:r>
                        </m:e>
                        <m:sub>
                          <m:r>
                            <a:rPr lang="de-DE" sz="2400" b="0" i="1" smtClean="0">
                              <a:solidFill>
                                <a:schemeClr val="bg1"/>
                              </a:solidFill>
                              <a:latin typeface="Cambria Math" panose="02040503050406030204" pitchFamily="18" charset="0"/>
                            </a:rPr>
                            <m:t>3</m:t>
                          </m:r>
                        </m:sub>
                      </m:sSub>
                    </m:oMath>
                  </m:oMathPara>
                </a14:m>
                <a:endParaRPr lang="en-US" sz="2400" dirty="0">
                  <a:solidFill>
                    <a:schemeClr val="bg1"/>
                  </a:solidFill>
                </a:endParaRPr>
              </a:p>
            </p:txBody>
          </p:sp>
        </mc:Choice>
        <mc:Fallback xmlns="">
          <p:sp>
            <p:nvSpPr>
              <p:cNvPr id="23" name="TextBox 22">
                <a:extLst>
                  <a:ext uri="{FF2B5EF4-FFF2-40B4-BE49-F238E27FC236}">
                    <a16:creationId xmlns:a16="http://schemas.microsoft.com/office/drawing/2014/main" id="{1BB7C2D4-A791-64BA-4A39-AAC7A9175C01}"/>
                  </a:ext>
                </a:extLst>
              </p:cNvPr>
              <p:cNvSpPr txBox="1">
                <a:spLocks noRot="1" noChangeAspect="1" noMove="1" noResize="1" noEditPoints="1" noAdjustHandles="1" noChangeArrowheads="1" noChangeShapeType="1" noTextEdit="1"/>
              </p:cNvSpPr>
              <p:nvPr/>
            </p:nvSpPr>
            <p:spPr>
              <a:xfrm>
                <a:off x="9221069" y="3117388"/>
                <a:ext cx="495606" cy="461665"/>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8EE8AFAF-E3EB-5FD7-8477-066F7944B862}"/>
                  </a:ext>
                </a:extLst>
              </p:cNvPr>
              <p:cNvSpPr txBox="1"/>
              <p:nvPr/>
            </p:nvSpPr>
            <p:spPr>
              <a:xfrm>
                <a:off x="7389509" y="2006459"/>
                <a:ext cx="527465" cy="461665"/>
              </a:xfrm>
              <a:prstGeom prst="rect">
                <a:avLst/>
              </a:prstGeom>
              <a:noFill/>
            </p:spPr>
            <p:txBody>
              <a:bodyPr wrap="square">
                <a:spAutoFit/>
              </a:bodyPr>
              <a:lstStyle/>
              <a:p>
                <a:pPr/>
                <a14:m>
                  <m:oMathPara xmlns:m="http://schemas.openxmlformats.org/officeDocument/2006/math">
                    <m:oMath>
                      <m:sSub>
                        <m:sSubPr>
                          <m:ctrlPr>
                            <a:rPr lang="de-DE" sz="2400" b="0" i="1" smtClean="0">
                              <a:solidFill>
                                <a:schemeClr val="bg1"/>
                              </a:solidFill>
                              <a:latin typeface="Cambria Math" panose="02040503050406030204" pitchFamily="18" charset="0"/>
                            </a:rPr>
                          </m:ctrlPr>
                        </m:sSubPr>
                        <m:e>
                          <m:r>
                            <m:rPr>
                              <m:sty m:val="p"/>
                            </m:rPr>
                            <a:rPr lang="de-DE" sz="2400" b="0" i="1" smtClean="0">
                              <a:solidFill>
                                <a:schemeClr val="bg1"/>
                              </a:solidFill>
                              <a:latin typeface="Cambria Math" panose="02040503050406030204" pitchFamily="18" charset="0"/>
                            </a:rPr>
                            <m:t>r</m:t>
                          </m:r>
                        </m:e>
                        <m:sub>
                          <m:r>
                            <a:rPr lang="de-DE" sz="2400" b="0" i="1" smtClean="0">
                              <a:solidFill>
                                <a:schemeClr val="bg1"/>
                              </a:solidFill>
                              <a:latin typeface="Cambria Math" panose="02040503050406030204" pitchFamily="18" charset="0"/>
                            </a:rPr>
                            <m:t>1</m:t>
                          </m:r>
                        </m:sub>
                      </m:sSub>
                    </m:oMath>
                  </m:oMathPara>
                </a14:m>
                <a:endParaRPr lang="en-US" sz="2400" dirty="0">
                  <a:solidFill>
                    <a:schemeClr val="bg1"/>
                  </a:solidFill>
                </a:endParaRPr>
              </a:p>
            </p:txBody>
          </p:sp>
        </mc:Choice>
        <mc:Fallback xmlns="">
          <p:sp>
            <p:nvSpPr>
              <p:cNvPr id="24" name="TextBox 23">
                <a:extLst>
                  <a:ext uri="{FF2B5EF4-FFF2-40B4-BE49-F238E27FC236}">
                    <a16:creationId xmlns:a16="http://schemas.microsoft.com/office/drawing/2014/main" id="{8EE8AFAF-E3EB-5FD7-8477-066F7944B862}"/>
                  </a:ext>
                </a:extLst>
              </p:cNvPr>
              <p:cNvSpPr txBox="1">
                <a:spLocks noRot="1" noChangeAspect="1" noMove="1" noResize="1" noEditPoints="1" noAdjustHandles="1" noChangeArrowheads="1" noChangeShapeType="1" noTextEdit="1"/>
              </p:cNvSpPr>
              <p:nvPr/>
            </p:nvSpPr>
            <p:spPr>
              <a:xfrm>
                <a:off x="7389509" y="2006459"/>
                <a:ext cx="527465" cy="461665"/>
              </a:xfrm>
              <a:prstGeom prst="rect">
                <a:avLst/>
              </a:prstGeom>
              <a:blipFill>
                <a:blip r:embed="rId11"/>
                <a:stretch>
                  <a:fillRect/>
                </a:stretch>
              </a:blipFill>
            </p:spPr>
            <p:txBody>
              <a:bodyPr/>
              <a:lstStyle/>
              <a:p>
                <a:r>
                  <a:rPr lang="en-US">
                    <a:noFill/>
                  </a:rPr>
                  <a:t> </a:t>
                </a:r>
              </a:p>
            </p:txBody>
          </p:sp>
        </mc:Fallback>
      </mc:AlternateContent>
      <p:sp>
        <p:nvSpPr>
          <p:cNvPr id="25" name="Oval 24">
            <a:extLst>
              <a:ext uri="{FF2B5EF4-FFF2-40B4-BE49-F238E27FC236}">
                <a16:creationId xmlns:a16="http://schemas.microsoft.com/office/drawing/2014/main" id="{97BD8375-6B45-A25F-3EF1-1BBE3025B5FB}"/>
              </a:ext>
            </a:extLst>
          </p:cNvPr>
          <p:cNvSpPr>
            <a:spLocks noChangeAspect="1"/>
          </p:cNvSpPr>
          <p:nvPr/>
        </p:nvSpPr>
        <p:spPr>
          <a:xfrm>
            <a:off x="3998647" y="2922999"/>
            <a:ext cx="482803" cy="48280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8" name="Straight Connector 27">
            <a:extLst>
              <a:ext uri="{FF2B5EF4-FFF2-40B4-BE49-F238E27FC236}">
                <a16:creationId xmlns:a16="http://schemas.microsoft.com/office/drawing/2014/main" id="{8DA5B48C-7D13-6635-FFEF-D6B10482116C}"/>
              </a:ext>
            </a:extLst>
          </p:cNvPr>
          <p:cNvCxnSpPr/>
          <p:nvPr/>
        </p:nvCxnSpPr>
        <p:spPr>
          <a:xfrm>
            <a:off x="4147928" y="3164401"/>
            <a:ext cx="200025" cy="0"/>
          </a:xfrm>
          <a:prstGeom prst="line">
            <a:avLst/>
          </a:prstGeom>
          <a:ln w="25400">
            <a:solidFill>
              <a:schemeClr val="bg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9" name="Rectangle: Rounded Corners 28">
                <a:extLst>
                  <a:ext uri="{FF2B5EF4-FFF2-40B4-BE49-F238E27FC236}">
                    <a16:creationId xmlns:a16="http://schemas.microsoft.com/office/drawing/2014/main" id="{E629CAA8-9FE7-D473-6F4F-C987A4C318B3}"/>
                  </a:ext>
                </a:extLst>
              </p:cNvPr>
              <p:cNvSpPr/>
              <p:nvPr/>
            </p:nvSpPr>
            <p:spPr>
              <a:xfrm>
                <a:off x="3337111" y="3584651"/>
                <a:ext cx="590900" cy="46166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sSup>
                        <m:sSupPr>
                          <m:ctrlPr>
                            <a:rPr lang="de-DE" b="0" i="1" smtClean="0">
                              <a:latin typeface="Cambria Math" panose="02040503050406030204" pitchFamily="18" charset="0"/>
                            </a:rPr>
                          </m:ctrlPr>
                        </m:sSupPr>
                        <m:e>
                          <m:r>
                            <m:rPr>
                              <m:sty m:val="p"/>
                            </m:rPr>
                            <a:rPr lang="de-DE" b="0" i="1" smtClean="0">
                              <a:latin typeface="Cambria Math" panose="02040503050406030204" pitchFamily="18" charset="0"/>
                            </a:rPr>
                            <m:t>z</m:t>
                          </m:r>
                        </m:e>
                        <m:sup>
                          <m:r>
                            <a:rPr lang="de-DE" b="0" i="1" smtClean="0">
                              <a:latin typeface="Cambria Math" panose="02040503050406030204" pitchFamily="18" charset="0"/>
                            </a:rPr>
                            <m:t>−1</m:t>
                          </m:r>
                        </m:sup>
                      </m:sSup>
                    </m:oMath>
                  </m:oMathPara>
                </a14:m>
                <a:endParaRPr lang="en-US" dirty="0"/>
              </a:p>
            </p:txBody>
          </p:sp>
        </mc:Choice>
        <mc:Fallback xmlns="">
          <p:sp>
            <p:nvSpPr>
              <p:cNvPr id="29" name="Rectangle: Rounded Corners 28">
                <a:extLst>
                  <a:ext uri="{FF2B5EF4-FFF2-40B4-BE49-F238E27FC236}">
                    <a16:creationId xmlns:a16="http://schemas.microsoft.com/office/drawing/2014/main" id="{E629CAA8-9FE7-D473-6F4F-C987A4C318B3}"/>
                  </a:ext>
                </a:extLst>
              </p:cNvPr>
              <p:cNvSpPr>
                <a:spLocks noRot="1" noChangeAspect="1" noMove="1" noResize="1" noEditPoints="1" noAdjustHandles="1" noChangeArrowheads="1" noChangeShapeType="1" noTextEdit="1"/>
              </p:cNvSpPr>
              <p:nvPr/>
            </p:nvSpPr>
            <p:spPr>
              <a:xfrm>
                <a:off x="3337111" y="3584651"/>
                <a:ext cx="590900" cy="461665"/>
              </a:xfrm>
              <a:prstGeom prst="roundRect">
                <a:avLst/>
              </a:prstGeom>
              <a:blipFill>
                <a:blip r:embed="rId12"/>
                <a:stretch>
                  <a:fillRect/>
                </a:stretch>
              </a:blipFill>
            </p:spPr>
            <p:txBody>
              <a:bodyPr/>
              <a:lstStyle/>
              <a:p>
                <a:r>
                  <a:rPr lang="en-US">
                    <a:noFill/>
                  </a:rPr>
                  <a:t> </a:t>
                </a:r>
              </a:p>
            </p:txBody>
          </p:sp>
        </mc:Fallback>
      </mc:AlternateContent>
      <p:cxnSp>
        <p:nvCxnSpPr>
          <p:cNvPr id="31" name="Connector: Elbow 30">
            <a:extLst>
              <a:ext uri="{FF2B5EF4-FFF2-40B4-BE49-F238E27FC236}">
                <a16:creationId xmlns:a16="http://schemas.microsoft.com/office/drawing/2014/main" id="{FD567409-C0AF-BA7A-D5D2-5CA9E8CFFC4F}"/>
              </a:ext>
            </a:extLst>
          </p:cNvPr>
          <p:cNvCxnSpPr>
            <a:stCxn id="29" idx="3"/>
            <a:endCxn id="25" idx="4"/>
          </p:cNvCxnSpPr>
          <p:nvPr/>
        </p:nvCxnSpPr>
        <p:spPr>
          <a:xfrm flipV="1">
            <a:off x="3928011" y="3405802"/>
            <a:ext cx="312038" cy="409682"/>
          </a:xfrm>
          <a:prstGeom prst="bentConnector2">
            <a:avLst/>
          </a:prstGeom>
          <a:ln>
            <a:tailEnd type="triangle" w="lg" len="lg"/>
          </a:ln>
        </p:spPr>
        <p:style>
          <a:lnRef idx="2">
            <a:schemeClr val="accent1"/>
          </a:lnRef>
          <a:fillRef idx="0">
            <a:schemeClr val="accent1"/>
          </a:fillRef>
          <a:effectRef idx="1">
            <a:schemeClr val="accent1"/>
          </a:effectRef>
          <a:fontRef idx="minor">
            <a:schemeClr val="tx1"/>
          </a:fontRef>
        </p:style>
      </p:cxnSp>
      <p:sp>
        <p:nvSpPr>
          <p:cNvPr id="33" name="Rectangle 32">
            <a:extLst>
              <a:ext uri="{FF2B5EF4-FFF2-40B4-BE49-F238E27FC236}">
                <a16:creationId xmlns:a16="http://schemas.microsoft.com/office/drawing/2014/main" id="{8AABA20D-1DFB-AA40-D187-14F3948880CD}"/>
              </a:ext>
            </a:extLst>
          </p:cNvPr>
          <p:cNvSpPr/>
          <p:nvPr/>
        </p:nvSpPr>
        <p:spPr>
          <a:xfrm>
            <a:off x="7115903" y="582613"/>
            <a:ext cx="4430675" cy="3738562"/>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BDEDD808-531B-C680-51C2-5C4CA4941496}"/>
                  </a:ext>
                </a:extLst>
              </p:cNvPr>
              <p:cNvSpPr txBox="1"/>
              <p:nvPr/>
            </p:nvSpPr>
            <p:spPr>
              <a:xfrm>
                <a:off x="10833069" y="2008169"/>
                <a:ext cx="527465" cy="461665"/>
              </a:xfrm>
              <a:prstGeom prst="rect">
                <a:avLst/>
              </a:prstGeom>
              <a:noFill/>
            </p:spPr>
            <p:txBody>
              <a:bodyPr wrap="square">
                <a:spAutoFit/>
              </a:bodyPr>
              <a:lstStyle/>
              <a:p>
                <a:pPr/>
                <a14:m>
                  <m:oMathPara xmlns:m="http://schemas.openxmlformats.org/officeDocument/2006/math">
                    <m:oMath>
                      <m:sSub>
                        <m:sSubPr>
                          <m:ctrlPr>
                            <a:rPr lang="de-DE" sz="2400" b="0" i="1" smtClean="0">
                              <a:solidFill>
                                <a:schemeClr val="bg1"/>
                              </a:solidFill>
                              <a:latin typeface="Cambria Math" panose="02040503050406030204" pitchFamily="18" charset="0"/>
                            </a:rPr>
                          </m:ctrlPr>
                        </m:sSubPr>
                        <m:e>
                          <m:r>
                            <m:rPr>
                              <m:sty m:val="p"/>
                            </m:rPr>
                            <a:rPr lang="de-DE" sz="2400" b="0" i="1" smtClean="0">
                              <a:solidFill>
                                <a:schemeClr val="bg1"/>
                              </a:solidFill>
                              <a:latin typeface="Cambria Math" panose="02040503050406030204" pitchFamily="18" charset="0"/>
                            </a:rPr>
                            <m:t>r</m:t>
                          </m:r>
                        </m:e>
                        <m:sub>
                          <m:r>
                            <a:rPr lang="de-DE" sz="2400" b="0" i="1" smtClean="0">
                              <a:solidFill>
                                <a:schemeClr val="bg1"/>
                              </a:solidFill>
                              <a:latin typeface="Cambria Math" panose="02040503050406030204" pitchFamily="18" charset="0"/>
                            </a:rPr>
                            <m:t>4</m:t>
                          </m:r>
                        </m:sub>
                      </m:sSub>
                    </m:oMath>
                  </m:oMathPara>
                </a14:m>
                <a:endParaRPr lang="en-US" sz="2400" dirty="0">
                  <a:solidFill>
                    <a:schemeClr val="bg1"/>
                  </a:solidFill>
                </a:endParaRPr>
              </a:p>
            </p:txBody>
          </p:sp>
        </mc:Choice>
        <mc:Fallback xmlns="">
          <p:sp>
            <p:nvSpPr>
              <p:cNvPr id="38" name="TextBox 37">
                <a:extLst>
                  <a:ext uri="{FF2B5EF4-FFF2-40B4-BE49-F238E27FC236}">
                    <a16:creationId xmlns:a16="http://schemas.microsoft.com/office/drawing/2014/main" id="{BDEDD808-531B-C680-51C2-5C4CA4941496}"/>
                  </a:ext>
                </a:extLst>
              </p:cNvPr>
              <p:cNvSpPr txBox="1">
                <a:spLocks noRot="1" noChangeAspect="1" noMove="1" noResize="1" noEditPoints="1" noAdjustHandles="1" noChangeArrowheads="1" noChangeShapeType="1" noTextEdit="1"/>
              </p:cNvSpPr>
              <p:nvPr/>
            </p:nvSpPr>
            <p:spPr>
              <a:xfrm>
                <a:off x="10833069" y="2008169"/>
                <a:ext cx="527465" cy="461665"/>
              </a:xfrm>
              <a:prstGeom prst="rect">
                <a:avLst/>
              </a:prstGeom>
              <a:blipFill>
                <a:blip r:embed="rId13"/>
                <a:stretch>
                  <a:fillRect/>
                </a:stretch>
              </a:blipFill>
            </p:spPr>
            <p:txBody>
              <a:bodyPr/>
              <a:lstStyle/>
              <a:p>
                <a:r>
                  <a:rPr lang="en-US">
                    <a:noFill/>
                  </a:rPr>
                  <a:t> </a:t>
                </a:r>
              </a:p>
            </p:txBody>
          </p:sp>
        </mc:Fallback>
      </mc:AlternateContent>
      <p:cxnSp>
        <p:nvCxnSpPr>
          <p:cNvPr id="39" name="Straight Arrow Connector 38">
            <a:extLst>
              <a:ext uri="{FF2B5EF4-FFF2-40B4-BE49-F238E27FC236}">
                <a16:creationId xmlns:a16="http://schemas.microsoft.com/office/drawing/2014/main" id="{4EB75D91-1C0D-AD0D-82C2-E225DCCE4FEB}"/>
              </a:ext>
            </a:extLst>
          </p:cNvPr>
          <p:cNvCxnSpPr>
            <a:cxnSpLocks/>
            <a:endCxn id="25" idx="2"/>
          </p:cNvCxnSpPr>
          <p:nvPr/>
        </p:nvCxnSpPr>
        <p:spPr>
          <a:xfrm flipV="1">
            <a:off x="2344973" y="3164401"/>
            <a:ext cx="1653674" cy="10569"/>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44" name="Connector: Elbow 43">
            <a:extLst>
              <a:ext uri="{FF2B5EF4-FFF2-40B4-BE49-F238E27FC236}">
                <a16:creationId xmlns:a16="http://schemas.microsoft.com/office/drawing/2014/main" id="{65976112-CC87-AE0A-D566-758CB1C18DCC}"/>
              </a:ext>
            </a:extLst>
          </p:cNvPr>
          <p:cNvCxnSpPr>
            <a:cxnSpLocks/>
            <a:endCxn id="29" idx="1"/>
          </p:cNvCxnSpPr>
          <p:nvPr/>
        </p:nvCxnSpPr>
        <p:spPr>
          <a:xfrm rot="16200000" flipH="1">
            <a:off x="2858781" y="3337154"/>
            <a:ext cx="647574" cy="309085"/>
          </a:xfrm>
          <a:prstGeom prst="bentConnector2">
            <a:avLst/>
          </a:prstGeom>
          <a:ln>
            <a:tailEnd type="triangle" w="lg" len="lg"/>
          </a:ln>
        </p:spPr>
        <p:style>
          <a:lnRef idx="2">
            <a:schemeClr val="accent1"/>
          </a:lnRef>
          <a:fillRef idx="0">
            <a:schemeClr val="accent1"/>
          </a:fillRef>
          <a:effectRef idx="1">
            <a:schemeClr val="accent1"/>
          </a:effectRef>
          <a:fontRef idx="minor">
            <a:schemeClr val="tx1"/>
          </a:fontRef>
        </p:style>
      </p:cxnSp>
      <p:sp>
        <p:nvSpPr>
          <p:cNvPr id="46" name="TextBox 45">
            <a:extLst>
              <a:ext uri="{FF2B5EF4-FFF2-40B4-BE49-F238E27FC236}">
                <a16:creationId xmlns:a16="http://schemas.microsoft.com/office/drawing/2014/main" id="{50801EF4-45F7-BE7A-4D1B-A68704820FB4}"/>
              </a:ext>
            </a:extLst>
          </p:cNvPr>
          <p:cNvSpPr txBox="1"/>
          <p:nvPr/>
        </p:nvSpPr>
        <p:spPr>
          <a:xfrm>
            <a:off x="7277483" y="670084"/>
            <a:ext cx="620683" cy="461665"/>
          </a:xfrm>
          <a:prstGeom prst="rect">
            <a:avLst/>
          </a:prstGeom>
          <a:noFill/>
        </p:spPr>
        <p:txBody>
          <a:bodyPr wrap="none" rtlCol="0">
            <a:spAutoFit/>
          </a:bodyPr>
          <a:lstStyle/>
          <a:p>
            <a:r>
              <a:rPr lang="en-US" sz="2400" dirty="0"/>
              <a:t>NN</a:t>
            </a:r>
          </a:p>
        </p:txBody>
      </p:sp>
      <p:sp>
        <p:nvSpPr>
          <p:cNvPr id="47" name="Rectangle 46">
            <a:extLst>
              <a:ext uri="{FF2B5EF4-FFF2-40B4-BE49-F238E27FC236}">
                <a16:creationId xmlns:a16="http://schemas.microsoft.com/office/drawing/2014/main" id="{98BD9603-B245-FB69-86B8-F7D3FFE670C8}"/>
              </a:ext>
            </a:extLst>
          </p:cNvPr>
          <p:cNvSpPr/>
          <p:nvPr/>
        </p:nvSpPr>
        <p:spPr>
          <a:xfrm>
            <a:off x="2640560" y="538163"/>
            <a:ext cx="3636877" cy="3738562"/>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6701E5CE-CFDD-264C-6D76-4E94A398CF31}"/>
                  </a:ext>
                </a:extLst>
              </p:cNvPr>
              <p:cNvSpPr txBox="1"/>
              <p:nvPr/>
            </p:nvSpPr>
            <p:spPr>
              <a:xfrm>
                <a:off x="1836364" y="2597889"/>
                <a:ext cx="642780" cy="461665"/>
              </a:xfrm>
              <a:prstGeom prst="rect">
                <a:avLst/>
              </a:prstGeom>
              <a:noFill/>
            </p:spPr>
            <p:txBody>
              <a:bodyPr wrap="square">
                <a:spAutoFit/>
              </a:bodyPr>
              <a:lstStyle/>
              <a:p>
                <a:pPr/>
                <a14:m>
                  <m:oMathPara xmlns:m="http://schemas.openxmlformats.org/officeDocument/2006/math">
                    <m:oMath>
                      <m:sSub>
                        <m:sSubPr>
                          <m:ctrlPr>
                            <a:rPr lang="de-DE" sz="2400" b="0" i="0" smtClean="0">
                              <a:solidFill>
                                <a:schemeClr val="tx1"/>
                              </a:solidFill>
                              <a:latin typeface="Cambria Math" panose="02040503050406030204" pitchFamily="18" charset="0"/>
                            </a:rPr>
                          </m:ctrlPr>
                        </m:sSubPr>
                        <m:e>
                          <m:r>
                            <m:rPr>
                              <m:sty m:val="p"/>
                            </m:rPr>
                            <a:rPr lang="de-DE" sz="2400" b="0" i="0" smtClean="0">
                              <a:solidFill>
                                <a:schemeClr val="tx1"/>
                              </a:solidFill>
                              <a:latin typeface="Cambria Math" panose="02040503050406030204" pitchFamily="18" charset="0"/>
                            </a:rPr>
                            <m:t>m</m:t>
                          </m:r>
                        </m:e>
                        <m:sub>
                          <m:r>
                            <a:rPr lang="de-DE" sz="2400" b="0" i="1" smtClean="0">
                              <a:solidFill>
                                <a:schemeClr val="tx1"/>
                              </a:solidFill>
                              <a:latin typeface="Cambria Math" panose="02040503050406030204" pitchFamily="18" charset="0"/>
                            </a:rPr>
                            <m:t>0</m:t>
                          </m:r>
                        </m:sub>
                      </m:sSub>
                    </m:oMath>
                  </m:oMathPara>
                </a14:m>
                <a:endParaRPr lang="en-US" sz="2400" dirty="0">
                  <a:solidFill>
                    <a:schemeClr val="tx1"/>
                  </a:solidFill>
                </a:endParaRPr>
              </a:p>
            </p:txBody>
          </p:sp>
        </mc:Choice>
        <mc:Fallback xmlns="">
          <p:sp>
            <p:nvSpPr>
              <p:cNvPr id="49" name="TextBox 48">
                <a:extLst>
                  <a:ext uri="{FF2B5EF4-FFF2-40B4-BE49-F238E27FC236}">
                    <a16:creationId xmlns:a16="http://schemas.microsoft.com/office/drawing/2014/main" id="{6701E5CE-CFDD-264C-6D76-4E94A398CF31}"/>
                  </a:ext>
                </a:extLst>
              </p:cNvPr>
              <p:cNvSpPr txBox="1">
                <a:spLocks noRot="1" noChangeAspect="1" noMove="1" noResize="1" noEditPoints="1" noAdjustHandles="1" noChangeArrowheads="1" noChangeShapeType="1" noTextEdit="1"/>
              </p:cNvSpPr>
              <p:nvPr/>
            </p:nvSpPr>
            <p:spPr>
              <a:xfrm>
                <a:off x="1836364" y="2597889"/>
                <a:ext cx="642780" cy="461665"/>
              </a:xfrm>
              <a:prstGeom prst="rect">
                <a:avLst/>
              </a:prstGeom>
              <a:blipFill>
                <a:blip r:embed="rId14"/>
                <a:stretch>
                  <a:fillRect/>
                </a:stretch>
              </a:blipFill>
            </p:spPr>
            <p:txBody>
              <a:bodyPr/>
              <a:lstStyle/>
              <a:p>
                <a:r>
                  <a:rPr lang="en-US">
                    <a:noFill/>
                  </a:rPr>
                  <a:t> </a:t>
                </a:r>
              </a:p>
            </p:txBody>
          </p:sp>
        </mc:Fallback>
      </mc:AlternateContent>
      <p:sp>
        <p:nvSpPr>
          <p:cNvPr id="50" name="TextBox 49">
            <a:extLst>
              <a:ext uri="{FF2B5EF4-FFF2-40B4-BE49-F238E27FC236}">
                <a16:creationId xmlns:a16="http://schemas.microsoft.com/office/drawing/2014/main" id="{009B482E-3356-F551-B33F-15EB95C30515}"/>
              </a:ext>
            </a:extLst>
          </p:cNvPr>
          <p:cNvSpPr txBox="1"/>
          <p:nvPr/>
        </p:nvSpPr>
        <p:spPr>
          <a:xfrm>
            <a:off x="2640560" y="601302"/>
            <a:ext cx="2583721" cy="461665"/>
          </a:xfrm>
          <a:prstGeom prst="rect">
            <a:avLst/>
          </a:prstGeom>
          <a:noFill/>
        </p:spPr>
        <p:txBody>
          <a:bodyPr wrap="none" rtlCol="0">
            <a:spAutoFit/>
          </a:bodyPr>
          <a:lstStyle/>
          <a:p>
            <a:r>
              <a:rPr lang="en-US" sz="2400" dirty="0"/>
              <a:t>Feature extraction</a:t>
            </a:r>
          </a:p>
        </p:txBody>
      </p:sp>
      <p:cxnSp>
        <p:nvCxnSpPr>
          <p:cNvPr id="58" name="Connector: Elbow 57">
            <a:extLst>
              <a:ext uri="{FF2B5EF4-FFF2-40B4-BE49-F238E27FC236}">
                <a16:creationId xmlns:a16="http://schemas.microsoft.com/office/drawing/2014/main" id="{9B0D16C1-8117-B4A6-2A8F-0D2B6E66F556}"/>
              </a:ext>
            </a:extLst>
          </p:cNvPr>
          <p:cNvCxnSpPr>
            <a:cxnSpLocks/>
            <a:stCxn id="25" idx="6"/>
            <a:endCxn id="59" idx="2"/>
          </p:cNvCxnSpPr>
          <p:nvPr/>
        </p:nvCxnSpPr>
        <p:spPr>
          <a:xfrm flipV="1">
            <a:off x="4481450" y="2514496"/>
            <a:ext cx="966950" cy="649905"/>
          </a:xfrm>
          <a:prstGeom prst="bentConnector2">
            <a:avLst/>
          </a:prstGeom>
          <a:ln>
            <a:tailEnd type="triangle" w="lg" len="lg"/>
          </a:ln>
        </p:spPr>
        <p:style>
          <a:lnRef idx="2">
            <a:schemeClr val="accent1"/>
          </a:lnRef>
          <a:fillRef idx="0">
            <a:schemeClr val="accent1"/>
          </a:fillRef>
          <a:effectRef idx="1">
            <a:schemeClr val="accent1"/>
          </a:effectRef>
          <a:fontRef idx="minor">
            <a:schemeClr val="tx1"/>
          </a:fontRef>
        </p:style>
      </p:cxnSp>
      <p:sp>
        <p:nvSpPr>
          <p:cNvPr id="59" name="Rectangle 58">
            <a:extLst>
              <a:ext uri="{FF2B5EF4-FFF2-40B4-BE49-F238E27FC236}">
                <a16:creationId xmlns:a16="http://schemas.microsoft.com/office/drawing/2014/main" id="{48FE8EC8-D23D-E500-C6DC-01B27F93EED8}"/>
              </a:ext>
            </a:extLst>
          </p:cNvPr>
          <p:cNvSpPr/>
          <p:nvPr/>
        </p:nvSpPr>
        <p:spPr>
          <a:xfrm>
            <a:off x="5174080" y="1965856"/>
            <a:ext cx="548640" cy="5486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6" name="Connector: Elbow 65">
            <a:extLst>
              <a:ext uri="{FF2B5EF4-FFF2-40B4-BE49-F238E27FC236}">
                <a16:creationId xmlns:a16="http://schemas.microsoft.com/office/drawing/2014/main" id="{37318F3A-1037-0A2D-BA93-6DE934056F25}"/>
              </a:ext>
            </a:extLst>
          </p:cNvPr>
          <p:cNvCxnSpPr>
            <a:cxnSpLocks/>
          </p:cNvCxnSpPr>
          <p:nvPr/>
        </p:nvCxnSpPr>
        <p:spPr>
          <a:xfrm rot="5400000">
            <a:off x="5279383" y="2235308"/>
            <a:ext cx="214001" cy="134721"/>
          </a:xfrm>
          <a:prstGeom prst="bentConnector3">
            <a:avLst/>
          </a:prstGeom>
          <a:ln>
            <a:solidFill>
              <a:schemeClr val="bg1"/>
            </a:solidFill>
          </a:ln>
        </p:spPr>
        <p:style>
          <a:lnRef idx="2">
            <a:schemeClr val="accent1"/>
          </a:lnRef>
          <a:fillRef idx="0">
            <a:schemeClr val="accent1"/>
          </a:fillRef>
          <a:effectRef idx="1">
            <a:schemeClr val="accent1"/>
          </a:effectRef>
          <a:fontRef idx="minor">
            <a:schemeClr val="tx1"/>
          </a:fontRef>
        </p:style>
      </p:cxnSp>
      <p:cxnSp>
        <p:nvCxnSpPr>
          <p:cNvPr id="69" name="Connector: Elbow 68">
            <a:extLst>
              <a:ext uri="{FF2B5EF4-FFF2-40B4-BE49-F238E27FC236}">
                <a16:creationId xmlns:a16="http://schemas.microsoft.com/office/drawing/2014/main" id="{145AE0CA-E127-667C-2C06-B8C708BD148A}"/>
              </a:ext>
            </a:extLst>
          </p:cNvPr>
          <p:cNvCxnSpPr>
            <a:cxnSpLocks/>
          </p:cNvCxnSpPr>
          <p:nvPr/>
        </p:nvCxnSpPr>
        <p:spPr>
          <a:xfrm rot="5400000">
            <a:off x="5412741" y="2126622"/>
            <a:ext cx="214001" cy="134721"/>
          </a:xfrm>
          <a:prstGeom prst="bentConnector3">
            <a:avLst/>
          </a:prstGeom>
          <a:ln>
            <a:solidFill>
              <a:schemeClr val="bg1"/>
            </a:solidFill>
          </a:ln>
        </p:spPr>
        <p:style>
          <a:lnRef idx="2">
            <a:schemeClr val="accent1"/>
          </a:lnRef>
          <a:fillRef idx="0">
            <a:schemeClr val="accent1"/>
          </a:fillRef>
          <a:effectRef idx="1">
            <a:schemeClr val="accent1"/>
          </a:effectRef>
          <a:fontRef idx="minor">
            <a:schemeClr val="tx1"/>
          </a:fontRef>
        </p:style>
      </p:cxnSp>
      <p:cxnSp>
        <p:nvCxnSpPr>
          <p:cNvPr id="72" name="Straight Connector 71">
            <a:extLst>
              <a:ext uri="{FF2B5EF4-FFF2-40B4-BE49-F238E27FC236}">
                <a16:creationId xmlns:a16="http://schemas.microsoft.com/office/drawing/2014/main" id="{B9966145-A275-0B6C-A5D5-51E07B032AC6}"/>
              </a:ext>
            </a:extLst>
          </p:cNvPr>
          <p:cNvCxnSpPr/>
          <p:nvPr/>
        </p:nvCxnSpPr>
        <p:spPr>
          <a:xfrm>
            <a:off x="5581242" y="2092363"/>
            <a:ext cx="109728"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cxnSp>
        <p:nvCxnSpPr>
          <p:cNvPr id="73" name="Straight Connector 72">
            <a:extLst>
              <a:ext uri="{FF2B5EF4-FFF2-40B4-BE49-F238E27FC236}">
                <a16:creationId xmlns:a16="http://schemas.microsoft.com/office/drawing/2014/main" id="{E715A09B-883D-074E-ED7B-5D07BB0C02C0}"/>
              </a:ext>
            </a:extLst>
          </p:cNvPr>
          <p:cNvCxnSpPr/>
          <p:nvPr/>
        </p:nvCxnSpPr>
        <p:spPr>
          <a:xfrm>
            <a:off x="5211676" y="2398601"/>
            <a:ext cx="109728"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78" name="TextBox 77">
            <a:extLst>
              <a:ext uri="{FF2B5EF4-FFF2-40B4-BE49-F238E27FC236}">
                <a16:creationId xmlns:a16="http://schemas.microsoft.com/office/drawing/2014/main" id="{08D355E2-BF95-BA82-AFFB-27E0C1BBCF0C}"/>
              </a:ext>
            </a:extLst>
          </p:cNvPr>
          <p:cNvSpPr txBox="1"/>
          <p:nvPr/>
        </p:nvSpPr>
        <p:spPr>
          <a:xfrm>
            <a:off x="4932253" y="1618461"/>
            <a:ext cx="999441" cy="369332"/>
          </a:xfrm>
          <a:prstGeom prst="rect">
            <a:avLst/>
          </a:prstGeom>
          <a:noFill/>
        </p:spPr>
        <p:txBody>
          <a:bodyPr wrap="none" rtlCol="0">
            <a:spAutoFit/>
          </a:bodyPr>
          <a:lstStyle/>
          <a:p>
            <a:r>
              <a:rPr lang="en-US" dirty="0"/>
              <a:t>Counter</a:t>
            </a:r>
          </a:p>
        </p:txBody>
      </p:sp>
      <p:cxnSp>
        <p:nvCxnSpPr>
          <p:cNvPr id="99" name="Straight Arrow Connector 98">
            <a:extLst>
              <a:ext uri="{FF2B5EF4-FFF2-40B4-BE49-F238E27FC236}">
                <a16:creationId xmlns:a16="http://schemas.microsoft.com/office/drawing/2014/main" id="{AD40E14F-FAFC-999A-4B08-8F6ECE648E73}"/>
              </a:ext>
            </a:extLst>
          </p:cNvPr>
          <p:cNvCxnSpPr>
            <a:cxnSpLocks/>
          </p:cNvCxnSpPr>
          <p:nvPr/>
        </p:nvCxnSpPr>
        <p:spPr>
          <a:xfrm>
            <a:off x="688405" y="5810310"/>
            <a:ext cx="3073970" cy="0"/>
          </a:xfrm>
          <a:prstGeom prst="straightConnector1">
            <a:avLst/>
          </a:prstGeom>
          <a:ln w="1587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00" name="Straight Arrow Connector 99">
            <a:extLst>
              <a:ext uri="{FF2B5EF4-FFF2-40B4-BE49-F238E27FC236}">
                <a16:creationId xmlns:a16="http://schemas.microsoft.com/office/drawing/2014/main" id="{7C1C0CDD-5A5A-410A-A33F-13FAFD63E325}"/>
              </a:ext>
            </a:extLst>
          </p:cNvPr>
          <p:cNvCxnSpPr>
            <a:cxnSpLocks/>
          </p:cNvCxnSpPr>
          <p:nvPr/>
        </p:nvCxnSpPr>
        <p:spPr>
          <a:xfrm flipV="1">
            <a:off x="850423" y="4104785"/>
            <a:ext cx="0" cy="1923393"/>
          </a:xfrm>
          <a:prstGeom prst="straightConnector1">
            <a:avLst/>
          </a:prstGeom>
          <a:ln w="1587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01" name="TextBox 100">
            <a:extLst>
              <a:ext uri="{FF2B5EF4-FFF2-40B4-BE49-F238E27FC236}">
                <a16:creationId xmlns:a16="http://schemas.microsoft.com/office/drawing/2014/main" id="{EC4E26C1-BFA3-35E3-0FD6-7CE915B9A891}"/>
              </a:ext>
            </a:extLst>
          </p:cNvPr>
          <p:cNvSpPr txBox="1"/>
          <p:nvPr/>
        </p:nvSpPr>
        <p:spPr>
          <a:xfrm>
            <a:off x="3420133" y="5901389"/>
            <a:ext cx="756938" cy="461665"/>
          </a:xfrm>
          <a:prstGeom prst="rect">
            <a:avLst/>
          </a:prstGeom>
          <a:noFill/>
        </p:spPr>
        <p:txBody>
          <a:bodyPr wrap="none" rtlCol="0">
            <a:spAutoFit/>
          </a:bodyPr>
          <a:lstStyle/>
          <a:p>
            <a:r>
              <a:rPr lang="en-US" sz="2400" dirty="0"/>
              <a:t>time</a:t>
            </a:r>
            <a:endParaRPr lang="en-DE" dirty="0"/>
          </a:p>
        </p:txBody>
      </p:sp>
      <mc:AlternateContent xmlns:mc="http://schemas.openxmlformats.org/markup-compatibility/2006" xmlns:a14="http://schemas.microsoft.com/office/drawing/2010/main">
        <mc:Choice Requires="a14">
          <p:sp>
            <p:nvSpPr>
              <p:cNvPr id="102" name="TextBox 101">
                <a:extLst>
                  <a:ext uri="{FF2B5EF4-FFF2-40B4-BE49-F238E27FC236}">
                    <a16:creationId xmlns:a16="http://schemas.microsoft.com/office/drawing/2014/main" id="{5344945F-9DB5-0CE3-9661-4D052947C7CE}"/>
                  </a:ext>
                </a:extLst>
              </p:cNvPr>
              <p:cNvSpPr txBox="1"/>
              <p:nvPr/>
            </p:nvSpPr>
            <p:spPr>
              <a:xfrm>
                <a:off x="0" y="3596347"/>
                <a:ext cx="1032077" cy="461665"/>
              </a:xfrm>
              <a:prstGeom prst="rect">
                <a:avLst/>
              </a:prstGeom>
              <a:noFill/>
            </p:spPr>
            <p:txBody>
              <a:bodyPr wrap="none" rtlCol="0">
                <a:spAutoFit/>
              </a:bodyPr>
              <a:lstStyle/>
              <a:p>
                <a:pPr/>
                <a14:m>
                  <m:oMathPara xmlns:m="http://schemas.openxmlformats.org/officeDocument/2006/math">
                    <m:oMath>
                      <m:sSub>
                        <m:sSubPr>
                          <m:ctrlPr>
                            <a:rPr lang="de-DE" sz="2400">
                              <a:latin typeface="Cambria Math" panose="02040503050406030204" pitchFamily="18" charset="0"/>
                            </a:rPr>
                          </m:ctrlPr>
                        </m:sSubPr>
                        <m:e>
                          <m:r>
                            <m:rPr>
                              <m:sty m:val="p"/>
                            </m:rPr>
                            <a:rPr lang="de-DE" sz="2400">
                              <a:latin typeface="Cambria Math" panose="02040503050406030204" pitchFamily="18" charset="0"/>
                            </a:rPr>
                            <m:t>m</m:t>
                          </m:r>
                        </m:e>
                        <m:sub>
                          <m:r>
                            <a:rPr lang="de-DE" sz="2400" i="1">
                              <a:latin typeface="Cambria Math" panose="02040503050406030204" pitchFamily="18" charset="0"/>
                            </a:rPr>
                            <m:t>0</m:t>
                          </m:r>
                        </m:sub>
                      </m:sSub>
                      <m:r>
                        <a:rPr lang="en-US" sz="2400" b="0" i="1" smtClean="0">
                          <a:latin typeface="Cambria Math" panose="02040503050406030204" pitchFamily="18" charset="0"/>
                        </a:rPr>
                        <m:t>(</m:t>
                      </m:r>
                      <m:r>
                        <a:rPr lang="en-US" sz="2400" b="0" i="1" smtClean="0">
                          <a:latin typeface="Cambria Math" panose="02040503050406030204" pitchFamily="18" charset="0"/>
                        </a:rPr>
                        <m:t>𝑡</m:t>
                      </m:r>
                      <m:r>
                        <a:rPr lang="en-US" sz="2400" b="0" i="1" smtClean="0">
                          <a:latin typeface="Cambria Math" panose="02040503050406030204" pitchFamily="18" charset="0"/>
                        </a:rPr>
                        <m:t>)</m:t>
                      </m:r>
                    </m:oMath>
                  </m:oMathPara>
                </a14:m>
                <a:endParaRPr lang="en-DE" sz="2400" dirty="0"/>
              </a:p>
            </p:txBody>
          </p:sp>
        </mc:Choice>
        <mc:Fallback xmlns="">
          <p:sp>
            <p:nvSpPr>
              <p:cNvPr id="102" name="TextBox 101">
                <a:extLst>
                  <a:ext uri="{FF2B5EF4-FFF2-40B4-BE49-F238E27FC236}">
                    <a16:creationId xmlns:a16="http://schemas.microsoft.com/office/drawing/2014/main" id="{5344945F-9DB5-0CE3-9661-4D052947C7CE}"/>
                  </a:ext>
                </a:extLst>
              </p:cNvPr>
              <p:cNvSpPr txBox="1">
                <a:spLocks noRot="1" noChangeAspect="1" noMove="1" noResize="1" noEditPoints="1" noAdjustHandles="1" noChangeArrowheads="1" noChangeShapeType="1" noTextEdit="1"/>
              </p:cNvSpPr>
              <p:nvPr/>
            </p:nvSpPr>
            <p:spPr>
              <a:xfrm>
                <a:off x="0" y="3596347"/>
                <a:ext cx="1032077" cy="461665"/>
              </a:xfrm>
              <a:prstGeom prst="rect">
                <a:avLst/>
              </a:prstGeom>
              <a:blipFill>
                <a:blip r:embed="rId15"/>
                <a:stretch>
                  <a:fillRect r="-1183" b="-15789"/>
                </a:stretch>
              </a:blipFill>
            </p:spPr>
            <p:txBody>
              <a:bodyPr/>
              <a:lstStyle/>
              <a:p>
                <a:r>
                  <a:rPr lang="en-US">
                    <a:noFill/>
                  </a:rPr>
                  <a:t> </a:t>
                </a:r>
              </a:p>
            </p:txBody>
          </p:sp>
        </mc:Fallback>
      </mc:AlternateContent>
      <p:pic>
        <p:nvPicPr>
          <p:cNvPr id="103" name="Picture 102">
            <a:extLst>
              <a:ext uri="{FF2B5EF4-FFF2-40B4-BE49-F238E27FC236}">
                <a16:creationId xmlns:a16="http://schemas.microsoft.com/office/drawing/2014/main" id="{CE22BEF9-3D3E-3D00-68D6-A38A73EA4824}"/>
              </a:ext>
            </a:extLst>
          </p:cNvPr>
          <p:cNvPicPr>
            <a:picLocks noChangeAspect="1"/>
          </p:cNvPicPr>
          <p:nvPr/>
        </p:nvPicPr>
        <p:blipFill rotWithShape="1">
          <a:blip r:embed="rId16"/>
          <a:srcRect l="6165" r="28486"/>
          <a:stretch>
            <a:fillRect/>
          </a:stretch>
        </p:blipFill>
        <p:spPr>
          <a:xfrm>
            <a:off x="850423" y="4139861"/>
            <a:ext cx="2569709" cy="1670449"/>
          </a:xfrm>
          <a:prstGeom prst="rect">
            <a:avLst/>
          </a:prstGeom>
        </p:spPr>
      </p:pic>
      <mc:AlternateContent xmlns:mc="http://schemas.openxmlformats.org/markup-compatibility/2006" xmlns:a14="http://schemas.microsoft.com/office/drawing/2010/main">
        <mc:Choice Requires="a14">
          <p:sp>
            <p:nvSpPr>
              <p:cNvPr id="104" name="TextBox 103">
                <a:extLst>
                  <a:ext uri="{FF2B5EF4-FFF2-40B4-BE49-F238E27FC236}">
                    <a16:creationId xmlns:a16="http://schemas.microsoft.com/office/drawing/2014/main" id="{214BF0B5-CF8B-0C27-0CB8-D2E7C9773D9D}"/>
                  </a:ext>
                </a:extLst>
              </p:cNvPr>
              <p:cNvSpPr txBox="1"/>
              <p:nvPr/>
            </p:nvSpPr>
            <p:spPr>
              <a:xfrm>
                <a:off x="1379911" y="5859843"/>
                <a:ext cx="1510735" cy="701474"/>
              </a:xfrm>
              <a:prstGeom prst="rect">
                <a:avLst/>
              </a:prstGeom>
              <a:noFill/>
            </p:spPr>
            <p:txBody>
              <a:bodyPr wrap="none" lIns="0" tIns="0" rIns="0" bIns="0" rtlCol="0">
                <a:spAutoFit/>
              </a:bodyPr>
              <a:lstStyle/>
              <a:p>
                <a:pPr/>
                <a14:m>
                  <m:oMathPara xmlns:m="http://schemas.openxmlformats.org/officeDocument/2006/math">
                    <m:o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𝑡</m:t>
                          </m:r>
                        </m:e>
                        <m:sub>
                          <m:r>
                            <m:rPr>
                              <m:sty m:val="p"/>
                            </m:rPr>
                            <a:rPr lang="en-US" sz="2400" b="0" i="0" smtClean="0">
                              <a:latin typeface="Cambria Math" panose="02040503050406030204" pitchFamily="18" charset="0"/>
                            </a:rPr>
                            <m:t>peak</m:t>
                          </m:r>
                        </m:sub>
                      </m:sSub>
                      <m:r>
                        <a:rPr lang="en-US" sz="2400" b="0" i="1" smtClean="0">
                          <a:latin typeface="Cambria Math" panose="02040503050406030204" pitchFamily="18" charset="0"/>
                        </a:rPr>
                        <m:t>=</m:t>
                      </m:r>
                      <m:f>
                        <m:fPr>
                          <m:ctrlPr>
                            <a:rPr lang="en-US" sz="2400" b="1" i="1" smtClean="0">
                              <a:solidFill>
                                <a:srgbClr val="C00000"/>
                              </a:solidFill>
                              <a:latin typeface="Cambria Math" panose="02040503050406030204" pitchFamily="18" charset="0"/>
                            </a:rPr>
                          </m:ctrlPr>
                        </m:fPr>
                        <m:num>
                          <m:sSub>
                            <m:sSubPr>
                              <m:ctrlPr>
                                <a:rPr lang="en-US" sz="2400" b="1" i="1" smtClean="0">
                                  <a:solidFill>
                                    <a:srgbClr val="C00000"/>
                                  </a:solidFill>
                                  <a:latin typeface="Cambria Math" panose="02040503050406030204" pitchFamily="18" charset="0"/>
                                </a:rPr>
                              </m:ctrlPr>
                            </m:sSubPr>
                            <m:e>
                              <m:r>
                                <a:rPr lang="en-US" sz="2400" b="1" i="1" smtClean="0">
                                  <a:solidFill>
                                    <a:srgbClr val="C00000"/>
                                  </a:solidFill>
                                  <a:latin typeface="Cambria Math" panose="02040503050406030204" pitchFamily="18" charset="0"/>
                                </a:rPr>
                                <m:t>𝒅</m:t>
                              </m:r>
                            </m:e>
                            <m:sub>
                              <m:r>
                                <a:rPr lang="en-US" sz="2400" b="1" i="1" smtClean="0">
                                  <a:solidFill>
                                    <a:srgbClr val="C00000"/>
                                  </a:solidFill>
                                  <a:latin typeface="Cambria Math" panose="02040503050406030204" pitchFamily="18" charset="0"/>
                                </a:rPr>
                                <m:t>𝟎</m:t>
                              </m:r>
                            </m:sub>
                          </m:sSub>
                        </m:num>
                        <m:den>
                          <m:r>
                            <a:rPr lang="en-US" sz="2400" b="0" i="1" smtClean="0">
                              <a:latin typeface="Cambria Math" panose="02040503050406030204" pitchFamily="18" charset="0"/>
                            </a:rPr>
                            <m:t>6</m:t>
                          </m:r>
                          <m:r>
                            <a:rPr lang="en-US" sz="2400" b="0" i="1" smtClean="0">
                              <a:latin typeface="Cambria Math" panose="02040503050406030204" pitchFamily="18" charset="0"/>
                            </a:rPr>
                            <m:t>𝐷</m:t>
                          </m:r>
                        </m:den>
                      </m:f>
                    </m:oMath>
                  </m:oMathPara>
                </a14:m>
                <a:endParaRPr lang="en-DE" sz="2400" dirty="0"/>
              </a:p>
            </p:txBody>
          </p:sp>
        </mc:Choice>
        <mc:Fallback xmlns="">
          <p:sp>
            <p:nvSpPr>
              <p:cNvPr id="104" name="TextBox 103">
                <a:extLst>
                  <a:ext uri="{FF2B5EF4-FFF2-40B4-BE49-F238E27FC236}">
                    <a16:creationId xmlns:a16="http://schemas.microsoft.com/office/drawing/2014/main" id="{214BF0B5-CF8B-0C27-0CB8-D2E7C9773D9D}"/>
                  </a:ext>
                </a:extLst>
              </p:cNvPr>
              <p:cNvSpPr txBox="1">
                <a:spLocks noRot="1" noChangeAspect="1" noMove="1" noResize="1" noEditPoints="1" noAdjustHandles="1" noChangeArrowheads="1" noChangeShapeType="1" noTextEdit="1"/>
              </p:cNvSpPr>
              <p:nvPr/>
            </p:nvSpPr>
            <p:spPr>
              <a:xfrm>
                <a:off x="1379911" y="5859843"/>
                <a:ext cx="1510735" cy="701474"/>
              </a:xfrm>
              <a:prstGeom prst="rect">
                <a:avLst/>
              </a:prstGeom>
              <a:blipFill>
                <a:blip r:embed="rId17"/>
                <a:stretch>
                  <a:fillRect/>
                </a:stretch>
              </a:blipFill>
            </p:spPr>
            <p:txBody>
              <a:bodyPr/>
              <a:lstStyle/>
              <a:p>
                <a:r>
                  <a:rPr lang="en-US">
                    <a:noFill/>
                  </a:rPr>
                  <a:t> </a:t>
                </a:r>
              </a:p>
            </p:txBody>
          </p:sp>
        </mc:Fallback>
      </mc:AlternateContent>
      <p:sp>
        <p:nvSpPr>
          <p:cNvPr id="105" name="Oval 104">
            <a:extLst>
              <a:ext uri="{FF2B5EF4-FFF2-40B4-BE49-F238E27FC236}">
                <a16:creationId xmlns:a16="http://schemas.microsoft.com/office/drawing/2014/main" id="{CDCDBDF7-9022-A270-6A78-1A6B8630C5CA}"/>
              </a:ext>
            </a:extLst>
          </p:cNvPr>
          <p:cNvSpPr>
            <a:spLocks noChangeAspect="1"/>
          </p:cNvSpPr>
          <p:nvPr/>
        </p:nvSpPr>
        <p:spPr>
          <a:xfrm>
            <a:off x="1462354" y="4080754"/>
            <a:ext cx="180000" cy="180000"/>
          </a:xfrm>
          <a:prstGeom prst="ellipse">
            <a:avLst/>
          </a:prstGeom>
          <a:noFill/>
          <a:ln w="158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cxnSp>
        <p:nvCxnSpPr>
          <p:cNvPr id="106" name="Straight Connector 105">
            <a:extLst>
              <a:ext uri="{FF2B5EF4-FFF2-40B4-BE49-F238E27FC236}">
                <a16:creationId xmlns:a16="http://schemas.microsoft.com/office/drawing/2014/main" id="{B907844B-2147-32EE-C07E-CA8577906A63}"/>
              </a:ext>
            </a:extLst>
          </p:cNvPr>
          <p:cNvCxnSpPr>
            <a:cxnSpLocks/>
          </p:cNvCxnSpPr>
          <p:nvPr/>
        </p:nvCxnSpPr>
        <p:spPr>
          <a:xfrm flipV="1">
            <a:off x="1552799" y="4227976"/>
            <a:ext cx="0" cy="1582334"/>
          </a:xfrm>
          <a:prstGeom prst="line">
            <a:avLst/>
          </a:prstGeom>
          <a:ln w="19050">
            <a:solidFill>
              <a:srgbClr val="C00000"/>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2320240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0CE8C3-A030-EECE-DE34-F93F971BA1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E90B3E-8675-C330-B5B2-AE616C870DC3}"/>
              </a:ext>
            </a:extLst>
          </p:cNvPr>
          <p:cNvSpPr>
            <a:spLocks noGrp="1"/>
          </p:cNvSpPr>
          <p:nvPr>
            <p:ph type="title"/>
          </p:nvPr>
        </p:nvSpPr>
        <p:spPr>
          <a:xfrm>
            <a:off x="198064" y="166978"/>
            <a:ext cx="2038350" cy="637716"/>
          </a:xfrm>
        </p:spPr>
        <p:txBody>
          <a:bodyPr>
            <a:normAutofit fontScale="90000"/>
          </a:bodyPr>
          <a:lstStyle/>
          <a:p>
            <a:r>
              <a:rPr lang="en-US" dirty="0"/>
              <a:t>System</a:t>
            </a: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B54E5CF9-DBAD-5A25-8C88-689A58C4E0AD}"/>
                  </a:ext>
                </a:extLst>
              </p:cNvPr>
              <p:cNvSpPr txBox="1"/>
              <p:nvPr/>
            </p:nvSpPr>
            <p:spPr>
              <a:xfrm>
                <a:off x="6413023" y="1346726"/>
                <a:ext cx="642780" cy="461665"/>
              </a:xfrm>
              <a:prstGeom prst="rect">
                <a:avLst/>
              </a:prstGeom>
              <a:noFill/>
            </p:spPr>
            <p:txBody>
              <a:bodyPr wrap="square">
                <a:spAutoFit/>
              </a:bodyPr>
              <a:lstStyle/>
              <a:p>
                <a:pPr/>
                <a14:m>
                  <m:oMathPara xmlns:m="http://schemas.openxmlformats.org/officeDocument/2006/math">
                    <m:oMath>
                      <m:sSub>
                        <m:sSubPr>
                          <m:ctrlPr>
                            <a:rPr lang="de-DE" sz="2400" b="0" i="0" smtClean="0">
                              <a:solidFill>
                                <a:schemeClr val="tx1"/>
                              </a:solidFill>
                              <a:latin typeface="Cambria Math" panose="02040503050406030204" pitchFamily="18" charset="0"/>
                            </a:rPr>
                          </m:ctrlPr>
                        </m:sSubPr>
                        <m:e>
                          <m:r>
                            <m:rPr>
                              <m:sty m:val="p"/>
                            </m:rPr>
                            <a:rPr lang="de-DE" sz="2400" b="0" i="0" smtClean="0">
                              <a:solidFill>
                                <a:schemeClr val="tx1"/>
                              </a:solidFill>
                              <a:latin typeface="Cambria Math" panose="02040503050406030204" pitchFamily="18" charset="0"/>
                            </a:rPr>
                            <m:t>m</m:t>
                          </m:r>
                        </m:e>
                        <m:sub>
                          <m:r>
                            <a:rPr lang="de-DE" sz="2400" b="0" i="1" smtClean="0">
                              <a:solidFill>
                                <a:schemeClr val="tx1"/>
                              </a:solidFill>
                              <a:latin typeface="Cambria Math" panose="02040503050406030204" pitchFamily="18" charset="0"/>
                            </a:rPr>
                            <m:t>1</m:t>
                          </m:r>
                        </m:sub>
                      </m:sSub>
                    </m:oMath>
                  </m:oMathPara>
                </a14:m>
                <a:endParaRPr lang="en-US" sz="2400" dirty="0">
                  <a:solidFill>
                    <a:schemeClr val="tx1"/>
                  </a:solidFill>
                </a:endParaRPr>
              </a:p>
            </p:txBody>
          </p:sp>
        </mc:Choice>
        <mc:Fallback xmlns="">
          <p:sp>
            <p:nvSpPr>
              <p:cNvPr id="15" name="TextBox 14">
                <a:extLst>
                  <a:ext uri="{FF2B5EF4-FFF2-40B4-BE49-F238E27FC236}">
                    <a16:creationId xmlns:a16="http://schemas.microsoft.com/office/drawing/2014/main" id="{B54E5CF9-DBAD-5A25-8C88-689A58C4E0AD}"/>
                  </a:ext>
                </a:extLst>
              </p:cNvPr>
              <p:cNvSpPr txBox="1">
                <a:spLocks noRot="1" noChangeAspect="1" noMove="1" noResize="1" noEditPoints="1" noAdjustHandles="1" noChangeArrowheads="1" noChangeShapeType="1" noTextEdit="1"/>
              </p:cNvSpPr>
              <p:nvPr/>
            </p:nvSpPr>
            <p:spPr>
              <a:xfrm>
                <a:off x="6413023" y="1346726"/>
                <a:ext cx="642780" cy="461665"/>
              </a:xfrm>
              <a:prstGeom prst="rect">
                <a:avLst/>
              </a:prstGeom>
              <a:blipFill>
                <a:blip r:embed="rId3"/>
                <a:stretch>
                  <a:fillRect/>
                </a:stretch>
              </a:blipFill>
            </p:spPr>
            <p:txBody>
              <a:bodyPr/>
              <a:lstStyle/>
              <a:p>
                <a:r>
                  <a:rPr lang="en-US">
                    <a:noFill/>
                  </a:rPr>
                  <a:t> </a:t>
                </a:r>
              </a:p>
            </p:txBody>
          </p:sp>
        </mc:Fallback>
      </mc:AlternateContent>
      <p:cxnSp>
        <p:nvCxnSpPr>
          <p:cNvPr id="16" name="Straight Arrow Connector 15">
            <a:extLst>
              <a:ext uri="{FF2B5EF4-FFF2-40B4-BE49-F238E27FC236}">
                <a16:creationId xmlns:a16="http://schemas.microsoft.com/office/drawing/2014/main" id="{E5982A92-7975-F662-5AB6-AE550A997601}"/>
              </a:ext>
            </a:extLst>
          </p:cNvPr>
          <p:cNvCxnSpPr>
            <a:cxnSpLocks/>
            <a:stCxn id="59" idx="3"/>
          </p:cNvCxnSpPr>
          <p:nvPr/>
        </p:nvCxnSpPr>
        <p:spPr>
          <a:xfrm flipV="1">
            <a:off x="5704606" y="1808392"/>
            <a:ext cx="1666789" cy="2884"/>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sp>
        <p:nvSpPr>
          <p:cNvPr id="25" name="Oval 24">
            <a:extLst>
              <a:ext uri="{FF2B5EF4-FFF2-40B4-BE49-F238E27FC236}">
                <a16:creationId xmlns:a16="http://schemas.microsoft.com/office/drawing/2014/main" id="{F8629AD5-A390-ABAE-A24A-F7B5EFC8D400}"/>
              </a:ext>
            </a:extLst>
          </p:cNvPr>
          <p:cNvSpPr>
            <a:spLocks noChangeAspect="1"/>
          </p:cNvSpPr>
          <p:nvPr/>
        </p:nvSpPr>
        <p:spPr>
          <a:xfrm>
            <a:off x="3980533" y="2494099"/>
            <a:ext cx="482803" cy="48280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8" name="Straight Connector 27">
            <a:extLst>
              <a:ext uri="{FF2B5EF4-FFF2-40B4-BE49-F238E27FC236}">
                <a16:creationId xmlns:a16="http://schemas.microsoft.com/office/drawing/2014/main" id="{E2670331-3E91-A65E-6385-1AF824FD11A9}"/>
              </a:ext>
            </a:extLst>
          </p:cNvPr>
          <p:cNvCxnSpPr/>
          <p:nvPr/>
        </p:nvCxnSpPr>
        <p:spPr>
          <a:xfrm>
            <a:off x="4129814" y="2735501"/>
            <a:ext cx="200025" cy="0"/>
          </a:xfrm>
          <a:prstGeom prst="line">
            <a:avLst/>
          </a:prstGeom>
          <a:ln w="25400">
            <a:solidFill>
              <a:schemeClr val="bg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9" name="Rectangle: Rounded Corners 28">
                <a:extLst>
                  <a:ext uri="{FF2B5EF4-FFF2-40B4-BE49-F238E27FC236}">
                    <a16:creationId xmlns:a16="http://schemas.microsoft.com/office/drawing/2014/main" id="{30BDBB6F-55BC-5815-6562-4158AD44D6C0}"/>
                  </a:ext>
                </a:extLst>
              </p:cNvPr>
              <p:cNvSpPr/>
              <p:nvPr/>
            </p:nvSpPr>
            <p:spPr>
              <a:xfrm>
                <a:off x="3318997" y="3155751"/>
                <a:ext cx="590900" cy="46166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sSup>
                        <m:sSupPr>
                          <m:ctrlPr>
                            <a:rPr lang="de-DE" b="0" i="1" smtClean="0">
                              <a:latin typeface="Cambria Math" panose="02040503050406030204" pitchFamily="18" charset="0"/>
                            </a:rPr>
                          </m:ctrlPr>
                        </m:sSupPr>
                        <m:e>
                          <m:r>
                            <m:rPr>
                              <m:sty m:val="p"/>
                            </m:rPr>
                            <a:rPr lang="de-DE" b="0" i="1" smtClean="0">
                              <a:latin typeface="Cambria Math" panose="02040503050406030204" pitchFamily="18" charset="0"/>
                            </a:rPr>
                            <m:t>z</m:t>
                          </m:r>
                        </m:e>
                        <m:sup>
                          <m:r>
                            <a:rPr lang="de-DE" b="0" i="1" smtClean="0">
                              <a:latin typeface="Cambria Math" panose="02040503050406030204" pitchFamily="18" charset="0"/>
                            </a:rPr>
                            <m:t>−1</m:t>
                          </m:r>
                        </m:sup>
                      </m:sSup>
                    </m:oMath>
                  </m:oMathPara>
                </a14:m>
                <a:endParaRPr lang="en-US" dirty="0"/>
              </a:p>
            </p:txBody>
          </p:sp>
        </mc:Choice>
        <mc:Fallback xmlns="">
          <p:sp>
            <p:nvSpPr>
              <p:cNvPr id="29" name="Rectangle: Rounded Corners 28">
                <a:extLst>
                  <a:ext uri="{FF2B5EF4-FFF2-40B4-BE49-F238E27FC236}">
                    <a16:creationId xmlns:a16="http://schemas.microsoft.com/office/drawing/2014/main" id="{30BDBB6F-55BC-5815-6562-4158AD44D6C0}"/>
                  </a:ext>
                </a:extLst>
              </p:cNvPr>
              <p:cNvSpPr>
                <a:spLocks noRot="1" noChangeAspect="1" noMove="1" noResize="1" noEditPoints="1" noAdjustHandles="1" noChangeArrowheads="1" noChangeShapeType="1" noTextEdit="1"/>
              </p:cNvSpPr>
              <p:nvPr/>
            </p:nvSpPr>
            <p:spPr>
              <a:xfrm>
                <a:off x="3318997" y="3155751"/>
                <a:ext cx="590900" cy="461665"/>
              </a:xfrm>
              <a:prstGeom prst="roundRect">
                <a:avLst/>
              </a:prstGeom>
              <a:blipFill>
                <a:blip r:embed="rId4"/>
                <a:stretch>
                  <a:fillRect/>
                </a:stretch>
              </a:blipFill>
            </p:spPr>
            <p:txBody>
              <a:bodyPr/>
              <a:lstStyle/>
              <a:p>
                <a:r>
                  <a:rPr lang="en-US">
                    <a:noFill/>
                  </a:rPr>
                  <a:t> </a:t>
                </a:r>
              </a:p>
            </p:txBody>
          </p:sp>
        </mc:Fallback>
      </mc:AlternateContent>
      <p:cxnSp>
        <p:nvCxnSpPr>
          <p:cNvPr id="31" name="Connector: Elbow 30">
            <a:extLst>
              <a:ext uri="{FF2B5EF4-FFF2-40B4-BE49-F238E27FC236}">
                <a16:creationId xmlns:a16="http://schemas.microsoft.com/office/drawing/2014/main" id="{8BB9AA48-B592-2B7D-7D62-9A79BFDA2CA8}"/>
              </a:ext>
            </a:extLst>
          </p:cNvPr>
          <p:cNvCxnSpPr>
            <a:stCxn id="29" idx="3"/>
            <a:endCxn id="25" idx="4"/>
          </p:cNvCxnSpPr>
          <p:nvPr/>
        </p:nvCxnSpPr>
        <p:spPr>
          <a:xfrm flipV="1">
            <a:off x="3909897" y="2976902"/>
            <a:ext cx="312038" cy="409682"/>
          </a:xfrm>
          <a:prstGeom prst="bentConnector2">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39" name="Straight Arrow Connector 38">
            <a:extLst>
              <a:ext uri="{FF2B5EF4-FFF2-40B4-BE49-F238E27FC236}">
                <a16:creationId xmlns:a16="http://schemas.microsoft.com/office/drawing/2014/main" id="{70F048B9-FB9D-9070-4BBD-FA1D24B1241B}"/>
              </a:ext>
            </a:extLst>
          </p:cNvPr>
          <p:cNvCxnSpPr>
            <a:cxnSpLocks/>
            <a:endCxn id="25" idx="2"/>
          </p:cNvCxnSpPr>
          <p:nvPr/>
        </p:nvCxnSpPr>
        <p:spPr>
          <a:xfrm flipV="1">
            <a:off x="2326859" y="2735501"/>
            <a:ext cx="1653674" cy="10569"/>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44" name="Connector: Elbow 43">
            <a:extLst>
              <a:ext uri="{FF2B5EF4-FFF2-40B4-BE49-F238E27FC236}">
                <a16:creationId xmlns:a16="http://schemas.microsoft.com/office/drawing/2014/main" id="{520AEFC9-15D7-54A2-8D89-18777554EA84}"/>
              </a:ext>
            </a:extLst>
          </p:cNvPr>
          <p:cNvCxnSpPr>
            <a:cxnSpLocks/>
            <a:endCxn id="29" idx="1"/>
          </p:cNvCxnSpPr>
          <p:nvPr/>
        </p:nvCxnSpPr>
        <p:spPr>
          <a:xfrm rot="16200000" flipH="1">
            <a:off x="2840667" y="2908254"/>
            <a:ext cx="647574" cy="309085"/>
          </a:xfrm>
          <a:prstGeom prst="bentConnector2">
            <a:avLst/>
          </a:prstGeom>
          <a:ln>
            <a:tailEnd type="triangle" w="lg" len="lg"/>
          </a:ln>
        </p:spPr>
        <p:style>
          <a:lnRef idx="2">
            <a:schemeClr val="accent1"/>
          </a:lnRef>
          <a:fillRef idx="0">
            <a:schemeClr val="accent1"/>
          </a:fillRef>
          <a:effectRef idx="1">
            <a:schemeClr val="accent1"/>
          </a:effectRef>
          <a:fontRef idx="minor">
            <a:schemeClr val="tx1"/>
          </a:fontRef>
        </p:style>
      </p:cxnSp>
      <p:sp>
        <p:nvSpPr>
          <p:cNvPr id="47" name="Rectangle 46">
            <a:extLst>
              <a:ext uri="{FF2B5EF4-FFF2-40B4-BE49-F238E27FC236}">
                <a16:creationId xmlns:a16="http://schemas.microsoft.com/office/drawing/2014/main" id="{B8BA990B-1100-2CB6-1695-49D4F895B293}"/>
              </a:ext>
            </a:extLst>
          </p:cNvPr>
          <p:cNvSpPr/>
          <p:nvPr/>
        </p:nvSpPr>
        <p:spPr>
          <a:xfrm>
            <a:off x="2622446" y="109263"/>
            <a:ext cx="3636877" cy="3738562"/>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3C021D8F-5A82-5505-4B63-A8A0110F345D}"/>
                  </a:ext>
                </a:extLst>
              </p:cNvPr>
              <p:cNvSpPr txBox="1"/>
              <p:nvPr/>
            </p:nvSpPr>
            <p:spPr>
              <a:xfrm>
                <a:off x="1836364" y="2597889"/>
                <a:ext cx="642780" cy="461665"/>
              </a:xfrm>
              <a:prstGeom prst="rect">
                <a:avLst/>
              </a:prstGeom>
              <a:noFill/>
            </p:spPr>
            <p:txBody>
              <a:bodyPr wrap="square">
                <a:spAutoFit/>
              </a:bodyPr>
              <a:lstStyle/>
              <a:p>
                <a:pPr/>
                <a14:m>
                  <m:oMathPara xmlns:m="http://schemas.openxmlformats.org/officeDocument/2006/math">
                    <m:oMath>
                      <m:sSub>
                        <m:sSubPr>
                          <m:ctrlPr>
                            <a:rPr lang="de-DE" sz="2400" b="0" i="0" smtClean="0">
                              <a:solidFill>
                                <a:schemeClr val="tx1"/>
                              </a:solidFill>
                              <a:latin typeface="Cambria Math" panose="02040503050406030204" pitchFamily="18" charset="0"/>
                            </a:rPr>
                          </m:ctrlPr>
                        </m:sSubPr>
                        <m:e>
                          <m:r>
                            <m:rPr>
                              <m:sty m:val="p"/>
                            </m:rPr>
                            <a:rPr lang="de-DE" sz="2400" b="0" i="0" smtClean="0">
                              <a:solidFill>
                                <a:schemeClr val="tx1"/>
                              </a:solidFill>
                              <a:latin typeface="Cambria Math" panose="02040503050406030204" pitchFamily="18" charset="0"/>
                            </a:rPr>
                            <m:t>m</m:t>
                          </m:r>
                        </m:e>
                        <m:sub>
                          <m:r>
                            <a:rPr lang="de-DE" sz="2400" b="0" i="1" smtClean="0">
                              <a:solidFill>
                                <a:schemeClr val="tx1"/>
                              </a:solidFill>
                              <a:latin typeface="Cambria Math" panose="02040503050406030204" pitchFamily="18" charset="0"/>
                            </a:rPr>
                            <m:t>0</m:t>
                          </m:r>
                        </m:sub>
                      </m:sSub>
                    </m:oMath>
                  </m:oMathPara>
                </a14:m>
                <a:endParaRPr lang="en-US" sz="2400" dirty="0">
                  <a:solidFill>
                    <a:schemeClr val="tx1"/>
                  </a:solidFill>
                </a:endParaRPr>
              </a:p>
            </p:txBody>
          </p:sp>
        </mc:Choice>
        <mc:Fallback xmlns="">
          <p:sp>
            <p:nvSpPr>
              <p:cNvPr id="49" name="TextBox 48">
                <a:extLst>
                  <a:ext uri="{FF2B5EF4-FFF2-40B4-BE49-F238E27FC236}">
                    <a16:creationId xmlns:a16="http://schemas.microsoft.com/office/drawing/2014/main" id="{3C021D8F-5A82-5505-4B63-A8A0110F345D}"/>
                  </a:ext>
                </a:extLst>
              </p:cNvPr>
              <p:cNvSpPr txBox="1">
                <a:spLocks noRot="1" noChangeAspect="1" noMove="1" noResize="1" noEditPoints="1" noAdjustHandles="1" noChangeArrowheads="1" noChangeShapeType="1" noTextEdit="1"/>
              </p:cNvSpPr>
              <p:nvPr/>
            </p:nvSpPr>
            <p:spPr>
              <a:xfrm>
                <a:off x="1836364" y="2597889"/>
                <a:ext cx="642780" cy="461665"/>
              </a:xfrm>
              <a:prstGeom prst="rect">
                <a:avLst/>
              </a:prstGeom>
              <a:blipFill>
                <a:blip r:embed="rId5"/>
                <a:stretch>
                  <a:fillRect/>
                </a:stretch>
              </a:blipFill>
            </p:spPr>
            <p:txBody>
              <a:bodyPr/>
              <a:lstStyle/>
              <a:p>
                <a:r>
                  <a:rPr lang="en-US">
                    <a:noFill/>
                  </a:rPr>
                  <a:t> </a:t>
                </a:r>
              </a:p>
            </p:txBody>
          </p:sp>
        </mc:Fallback>
      </mc:AlternateContent>
      <p:sp>
        <p:nvSpPr>
          <p:cNvPr id="50" name="TextBox 49">
            <a:extLst>
              <a:ext uri="{FF2B5EF4-FFF2-40B4-BE49-F238E27FC236}">
                <a16:creationId xmlns:a16="http://schemas.microsoft.com/office/drawing/2014/main" id="{A6000CF3-9678-4299-2355-5CD90BA8B96D}"/>
              </a:ext>
            </a:extLst>
          </p:cNvPr>
          <p:cNvSpPr txBox="1"/>
          <p:nvPr/>
        </p:nvSpPr>
        <p:spPr>
          <a:xfrm>
            <a:off x="2622446" y="172402"/>
            <a:ext cx="2583721" cy="461665"/>
          </a:xfrm>
          <a:prstGeom prst="rect">
            <a:avLst/>
          </a:prstGeom>
          <a:noFill/>
        </p:spPr>
        <p:txBody>
          <a:bodyPr wrap="none" rtlCol="0">
            <a:spAutoFit/>
          </a:bodyPr>
          <a:lstStyle/>
          <a:p>
            <a:r>
              <a:rPr lang="en-US" sz="2400" dirty="0"/>
              <a:t>Feature extraction</a:t>
            </a:r>
          </a:p>
        </p:txBody>
      </p:sp>
      <p:cxnSp>
        <p:nvCxnSpPr>
          <p:cNvPr id="58" name="Connector: Elbow 57">
            <a:extLst>
              <a:ext uri="{FF2B5EF4-FFF2-40B4-BE49-F238E27FC236}">
                <a16:creationId xmlns:a16="http://schemas.microsoft.com/office/drawing/2014/main" id="{958BE5E1-43FE-DB23-686E-9D7C71410CFF}"/>
              </a:ext>
            </a:extLst>
          </p:cNvPr>
          <p:cNvCxnSpPr>
            <a:cxnSpLocks/>
            <a:stCxn id="25" idx="6"/>
            <a:endCxn id="59" idx="2"/>
          </p:cNvCxnSpPr>
          <p:nvPr/>
        </p:nvCxnSpPr>
        <p:spPr>
          <a:xfrm flipV="1">
            <a:off x="4463336" y="2085596"/>
            <a:ext cx="966950" cy="649905"/>
          </a:xfrm>
          <a:prstGeom prst="bentConnector2">
            <a:avLst/>
          </a:prstGeom>
          <a:ln>
            <a:tailEnd type="triangle" w="lg" len="lg"/>
          </a:ln>
        </p:spPr>
        <p:style>
          <a:lnRef idx="2">
            <a:schemeClr val="accent1"/>
          </a:lnRef>
          <a:fillRef idx="0">
            <a:schemeClr val="accent1"/>
          </a:fillRef>
          <a:effectRef idx="1">
            <a:schemeClr val="accent1"/>
          </a:effectRef>
          <a:fontRef idx="minor">
            <a:schemeClr val="tx1"/>
          </a:fontRef>
        </p:style>
      </p:cxnSp>
      <p:sp>
        <p:nvSpPr>
          <p:cNvPr id="59" name="Rectangle 58">
            <a:extLst>
              <a:ext uri="{FF2B5EF4-FFF2-40B4-BE49-F238E27FC236}">
                <a16:creationId xmlns:a16="http://schemas.microsoft.com/office/drawing/2014/main" id="{D87077E4-76BA-8FE3-4243-4FF84FFD9926}"/>
              </a:ext>
            </a:extLst>
          </p:cNvPr>
          <p:cNvSpPr/>
          <p:nvPr/>
        </p:nvSpPr>
        <p:spPr>
          <a:xfrm>
            <a:off x="5155966" y="1536956"/>
            <a:ext cx="548640" cy="5486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6" name="Connector: Elbow 65">
            <a:extLst>
              <a:ext uri="{FF2B5EF4-FFF2-40B4-BE49-F238E27FC236}">
                <a16:creationId xmlns:a16="http://schemas.microsoft.com/office/drawing/2014/main" id="{44E1D668-765A-9CFB-4777-7F845B49A7C4}"/>
              </a:ext>
            </a:extLst>
          </p:cNvPr>
          <p:cNvCxnSpPr>
            <a:cxnSpLocks/>
          </p:cNvCxnSpPr>
          <p:nvPr/>
        </p:nvCxnSpPr>
        <p:spPr>
          <a:xfrm rot="5400000">
            <a:off x="5261269" y="1806408"/>
            <a:ext cx="214001" cy="134721"/>
          </a:xfrm>
          <a:prstGeom prst="bentConnector3">
            <a:avLst/>
          </a:prstGeom>
          <a:ln>
            <a:solidFill>
              <a:schemeClr val="bg1"/>
            </a:solidFill>
          </a:ln>
        </p:spPr>
        <p:style>
          <a:lnRef idx="2">
            <a:schemeClr val="accent1"/>
          </a:lnRef>
          <a:fillRef idx="0">
            <a:schemeClr val="accent1"/>
          </a:fillRef>
          <a:effectRef idx="1">
            <a:schemeClr val="accent1"/>
          </a:effectRef>
          <a:fontRef idx="minor">
            <a:schemeClr val="tx1"/>
          </a:fontRef>
        </p:style>
      </p:cxnSp>
      <p:cxnSp>
        <p:nvCxnSpPr>
          <p:cNvPr id="69" name="Connector: Elbow 68">
            <a:extLst>
              <a:ext uri="{FF2B5EF4-FFF2-40B4-BE49-F238E27FC236}">
                <a16:creationId xmlns:a16="http://schemas.microsoft.com/office/drawing/2014/main" id="{E40F3F43-FF58-2B4F-04DB-9486761B79FF}"/>
              </a:ext>
            </a:extLst>
          </p:cNvPr>
          <p:cNvCxnSpPr>
            <a:cxnSpLocks/>
          </p:cNvCxnSpPr>
          <p:nvPr/>
        </p:nvCxnSpPr>
        <p:spPr>
          <a:xfrm rot="5400000">
            <a:off x="5394627" y="1697722"/>
            <a:ext cx="214001" cy="134721"/>
          </a:xfrm>
          <a:prstGeom prst="bentConnector3">
            <a:avLst/>
          </a:prstGeom>
          <a:ln>
            <a:solidFill>
              <a:schemeClr val="bg1"/>
            </a:solidFill>
          </a:ln>
        </p:spPr>
        <p:style>
          <a:lnRef idx="2">
            <a:schemeClr val="accent1"/>
          </a:lnRef>
          <a:fillRef idx="0">
            <a:schemeClr val="accent1"/>
          </a:fillRef>
          <a:effectRef idx="1">
            <a:schemeClr val="accent1"/>
          </a:effectRef>
          <a:fontRef idx="minor">
            <a:schemeClr val="tx1"/>
          </a:fontRef>
        </p:style>
      </p:cxnSp>
      <p:cxnSp>
        <p:nvCxnSpPr>
          <p:cNvPr id="72" name="Straight Connector 71">
            <a:extLst>
              <a:ext uri="{FF2B5EF4-FFF2-40B4-BE49-F238E27FC236}">
                <a16:creationId xmlns:a16="http://schemas.microsoft.com/office/drawing/2014/main" id="{E3A3DAD1-D8F7-786F-90FB-3764588AA4A6}"/>
              </a:ext>
            </a:extLst>
          </p:cNvPr>
          <p:cNvCxnSpPr/>
          <p:nvPr/>
        </p:nvCxnSpPr>
        <p:spPr>
          <a:xfrm>
            <a:off x="5563128" y="1663463"/>
            <a:ext cx="109728"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cxnSp>
        <p:nvCxnSpPr>
          <p:cNvPr id="73" name="Straight Connector 72">
            <a:extLst>
              <a:ext uri="{FF2B5EF4-FFF2-40B4-BE49-F238E27FC236}">
                <a16:creationId xmlns:a16="http://schemas.microsoft.com/office/drawing/2014/main" id="{2CACDDD3-6C93-7178-A02B-C2AC877A2E2E}"/>
              </a:ext>
            </a:extLst>
          </p:cNvPr>
          <p:cNvCxnSpPr/>
          <p:nvPr/>
        </p:nvCxnSpPr>
        <p:spPr>
          <a:xfrm>
            <a:off x="5193562" y="1969701"/>
            <a:ext cx="109728"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78" name="TextBox 77">
            <a:extLst>
              <a:ext uri="{FF2B5EF4-FFF2-40B4-BE49-F238E27FC236}">
                <a16:creationId xmlns:a16="http://schemas.microsoft.com/office/drawing/2014/main" id="{9DD1B0A4-AAD7-24A8-CC95-7B7F63F6DA3D}"/>
              </a:ext>
            </a:extLst>
          </p:cNvPr>
          <p:cNvSpPr txBox="1"/>
          <p:nvPr/>
        </p:nvSpPr>
        <p:spPr>
          <a:xfrm>
            <a:off x="4914139" y="1189561"/>
            <a:ext cx="999441" cy="369332"/>
          </a:xfrm>
          <a:prstGeom prst="rect">
            <a:avLst/>
          </a:prstGeom>
          <a:noFill/>
        </p:spPr>
        <p:txBody>
          <a:bodyPr wrap="none" rtlCol="0">
            <a:spAutoFit/>
          </a:bodyPr>
          <a:lstStyle/>
          <a:p>
            <a:r>
              <a:rPr lang="en-US" dirty="0"/>
              <a:t>Counter</a:t>
            </a:r>
          </a:p>
        </p:txBody>
      </p:sp>
      <p:cxnSp>
        <p:nvCxnSpPr>
          <p:cNvPr id="99" name="Straight Arrow Connector 98">
            <a:extLst>
              <a:ext uri="{FF2B5EF4-FFF2-40B4-BE49-F238E27FC236}">
                <a16:creationId xmlns:a16="http://schemas.microsoft.com/office/drawing/2014/main" id="{4D3373CB-1097-AD83-C81D-59148748B45C}"/>
              </a:ext>
            </a:extLst>
          </p:cNvPr>
          <p:cNvCxnSpPr>
            <a:cxnSpLocks/>
          </p:cNvCxnSpPr>
          <p:nvPr/>
        </p:nvCxnSpPr>
        <p:spPr>
          <a:xfrm>
            <a:off x="859855" y="5810310"/>
            <a:ext cx="3073970" cy="0"/>
          </a:xfrm>
          <a:prstGeom prst="straightConnector1">
            <a:avLst/>
          </a:prstGeom>
          <a:ln w="1587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00" name="Straight Arrow Connector 99">
            <a:extLst>
              <a:ext uri="{FF2B5EF4-FFF2-40B4-BE49-F238E27FC236}">
                <a16:creationId xmlns:a16="http://schemas.microsoft.com/office/drawing/2014/main" id="{409A14DA-55F6-C5F7-96BA-D986778E9DDB}"/>
              </a:ext>
            </a:extLst>
          </p:cNvPr>
          <p:cNvCxnSpPr>
            <a:cxnSpLocks/>
          </p:cNvCxnSpPr>
          <p:nvPr/>
        </p:nvCxnSpPr>
        <p:spPr>
          <a:xfrm flipV="1">
            <a:off x="1021873" y="4104785"/>
            <a:ext cx="0" cy="1923393"/>
          </a:xfrm>
          <a:prstGeom prst="straightConnector1">
            <a:avLst/>
          </a:prstGeom>
          <a:ln w="1587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01" name="TextBox 100">
            <a:extLst>
              <a:ext uri="{FF2B5EF4-FFF2-40B4-BE49-F238E27FC236}">
                <a16:creationId xmlns:a16="http://schemas.microsoft.com/office/drawing/2014/main" id="{C1B35410-060F-6715-ECAF-3C116EA49BA0}"/>
              </a:ext>
            </a:extLst>
          </p:cNvPr>
          <p:cNvSpPr txBox="1"/>
          <p:nvPr/>
        </p:nvSpPr>
        <p:spPr>
          <a:xfrm>
            <a:off x="3591583" y="5901389"/>
            <a:ext cx="756938" cy="461665"/>
          </a:xfrm>
          <a:prstGeom prst="rect">
            <a:avLst/>
          </a:prstGeom>
          <a:noFill/>
        </p:spPr>
        <p:txBody>
          <a:bodyPr wrap="none" rtlCol="0">
            <a:spAutoFit/>
          </a:bodyPr>
          <a:lstStyle/>
          <a:p>
            <a:r>
              <a:rPr lang="en-US" sz="2400" dirty="0"/>
              <a:t>time</a:t>
            </a:r>
            <a:endParaRPr lang="en-DE" dirty="0"/>
          </a:p>
        </p:txBody>
      </p:sp>
      <mc:AlternateContent xmlns:mc="http://schemas.openxmlformats.org/markup-compatibility/2006" xmlns:a14="http://schemas.microsoft.com/office/drawing/2010/main">
        <mc:Choice Requires="a14">
          <p:sp>
            <p:nvSpPr>
              <p:cNvPr id="102" name="TextBox 101">
                <a:extLst>
                  <a:ext uri="{FF2B5EF4-FFF2-40B4-BE49-F238E27FC236}">
                    <a16:creationId xmlns:a16="http://schemas.microsoft.com/office/drawing/2014/main" id="{318C7498-497A-DFFA-185C-D5EA4B4E0FD9}"/>
                  </a:ext>
                </a:extLst>
              </p:cNvPr>
              <p:cNvSpPr txBox="1"/>
              <p:nvPr/>
            </p:nvSpPr>
            <p:spPr>
              <a:xfrm>
                <a:off x="48008" y="3847825"/>
                <a:ext cx="1032077" cy="461665"/>
              </a:xfrm>
              <a:prstGeom prst="rect">
                <a:avLst/>
              </a:prstGeom>
              <a:noFill/>
            </p:spPr>
            <p:txBody>
              <a:bodyPr wrap="none" rtlCol="0">
                <a:spAutoFit/>
              </a:bodyPr>
              <a:lstStyle/>
              <a:p>
                <a:pPr/>
                <a14:m>
                  <m:oMathPara xmlns:m="http://schemas.openxmlformats.org/officeDocument/2006/math">
                    <m:oMath>
                      <m:sSub>
                        <m:sSubPr>
                          <m:ctrlPr>
                            <a:rPr lang="de-DE" sz="2400">
                              <a:latin typeface="Cambria Math" panose="02040503050406030204" pitchFamily="18" charset="0"/>
                            </a:rPr>
                          </m:ctrlPr>
                        </m:sSubPr>
                        <m:e>
                          <m:r>
                            <m:rPr>
                              <m:sty m:val="p"/>
                            </m:rPr>
                            <a:rPr lang="de-DE" sz="2400">
                              <a:latin typeface="Cambria Math" panose="02040503050406030204" pitchFamily="18" charset="0"/>
                            </a:rPr>
                            <m:t>m</m:t>
                          </m:r>
                        </m:e>
                        <m:sub>
                          <m:r>
                            <a:rPr lang="de-DE" sz="2400" i="1">
                              <a:latin typeface="Cambria Math" panose="02040503050406030204" pitchFamily="18" charset="0"/>
                            </a:rPr>
                            <m:t>0</m:t>
                          </m:r>
                        </m:sub>
                      </m:sSub>
                      <m:r>
                        <a:rPr lang="en-US" sz="2400" b="0" i="1" smtClean="0">
                          <a:latin typeface="Cambria Math" panose="02040503050406030204" pitchFamily="18" charset="0"/>
                        </a:rPr>
                        <m:t>(</m:t>
                      </m:r>
                      <m:r>
                        <a:rPr lang="en-US" sz="2400" b="0" i="1" smtClean="0">
                          <a:latin typeface="Cambria Math" panose="02040503050406030204" pitchFamily="18" charset="0"/>
                        </a:rPr>
                        <m:t>𝑡</m:t>
                      </m:r>
                      <m:r>
                        <a:rPr lang="en-US" sz="2400" b="0" i="1" smtClean="0">
                          <a:latin typeface="Cambria Math" panose="02040503050406030204" pitchFamily="18" charset="0"/>
                        </a:rPr>
                        <m:t>)</m:t>
                      </m:r>
                    </m:oMath>
                  </m:oMathPara>
                </a14:m>
                <a:endParaRPr lang="en-DE" sz="2400" dirty="0"/>
              </a:p>
            </p:txBody>
          </p:sp>
        </mc:Choice>
        <mc:Fallback xmlns="">
          <p:sp>
            <p:nvSpPr>
              <p:cNvPr id="102" name="TextBox 101">
                <a:extLst>
                  <a:ext uri="{FF2B5EF4-FFF2-40B4-BE49-F238E27FC236}">
                    <a16:creationId xmlns:a16="http://schemas.microsoft.com/office/drawing/2014/main" id="{318C7498-497A-DFFA-185C-D5EA4B4E0FD9}"/>
                  </a:ext>
                </a:extLst>
              </p:cNvPr>
              <p:cNvSpPr txBox="1">
                <a:spLocks noRot="1" noChangeAspect="1" noMove="1" noResize="1" noEditPoints="1" noAdjustHandles="1" noChangeArrowheads="1" noChangeShapeType="1" noTextEdit="1"/>
              </p:cNvSpPr>
              <p:nvPr/>
            </p:nvSpPr>
            <p:spPr>
              <a:xfrm>
                <a:off x="48008" y="3847825"/>
                <a:ext cx="1032077" cy="461665"/>
              </a:xfrm>
              <a:prstGeom prst="rect">
                <a:avLst/>
              </a:prstGeom>
              <a:blipFill>
                <a:blip r:embed="rId6"/>
                <a:stretch>
                  <a:fillRect r="-1183" b="-15789"/>
                </a:stretch>
              </a:blipFill>
            </p:spPr>
            <p:txBody>
              <a:bodyPr/>
              <a:lstStyle/>
              <a:p>
                <a:r>
                  <a:rPr lang="en-US">
                    <a:noFill/>
                  </a:rPr>
                  <a:t> </a:t>
                </a:r>
              </a:p>
            </p:txBody>
          </p:sp>
        </mc:Fallback>
      </mc:AlternateContent>
      <p:pic>
        <p:nvPicPr>
          <p:cNvPr id="103" name="Picture 102">
            <a:extLst>
              <a:ext uri="{FF2B5EF4-FFF2-40B4-BE49-F238E27FC236}">
                <a16:creationId xmlns:a16="http://schemas.microsoft.com/office/drawing/2014/main" id="{FED5BF10-F7F2-2190-2C55-F916FF1DEA8F}"/>
              </a:ext>
            </a:extLst>
          </p:cNvPr>
          <p:cNvPicPr>
            <a:picLocks noChangeAspect="1"/>
          </p:cNvPicPr>
          <p:nvPr/>
        </p:nvPicPr>
        <p:blipFill rotWithShape="1">
          <a:blip r:embed="rId7"/>
          <a:srcRect l="6165" r="28486"/>
          <a:stretch>
            <a:fillRect/>
          </a:stretch>
        </p:blipFill>
        <p:spPr>
          <a:xfrm>
            <a:off x="1021873" y="4139861"/>
            <a:ext cx="2569709" cy="1670449"/>
          </a:xfrm>
          <a:prstGeom prst="rect">
            <a:avLst/>
          </a:prstGeom>
        </p:spPr>
      </p:pic>
      <mc:AlternateContent xmlns:mc="http://schemas.openxmlformats.org/markup-compatibility/2006" xmlns:a14="http://schemas.microsoft.com/office/drawing/2010/main">
        <mc:Choice Requires="a14">
          <p:sp>
            <p:nvSpPr>
              <p:cNvPr id="104" name="TextBox 103">
                <a:extLst>
                  <a:ext uri="{FF2B5EF4-FFF2-40B4-BE49-F238E27FC236}">
                    <a16:creationId xmlns:a16="http://schemas.microsoft.com/office/drawing/2014/main" id="{D661B101-A0FA-6F69-467B-3C2CA33642C2}"/>
                  </a:ext>
                </a:extLst>
              </p:cNvPr>
              <p:cNvSpPr txBox="1"/>
              <p:nvPr/>
            </p:nvSpPr>
            <p:spPr>
              <a:xfrm>
                <a:off x="1551361" y="5859843"/>
                <a:ext cx="1510735" cy="701474"/>
              </a:xfrm>
              <a:prstGeom prst="rect">
                <a:avLst/>
              </a:prstGeom>
              <a:noFill/>
            </p:spPr>
            <p:txBody>
              <a:bodyPr wrap="none" lIns="0" tIns="0" rIns="0" bIns="0" rtlCol="0">
                <a:spAutoFit/>
              </a:bodyPr>
              <a:lstStyle/>
              <a:p>
                <a:pPr/>
                <a14:m>
                  <m:oMathPara xmlns:m="http://schemas.openxmlformats.org/officeDocument/2006/math">
                    <m:o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𝑡</m:t>
                          </m:r>
                        </m:e>
                        <m:sub>
                          <m:r>
                            <m:rPr>
                              <m:sty m:val="p"/>
                            </m:rPr>
                            <a:rPr lang="en-US" sz="2400" b="0" i="0" smtClean="0">
                              <a:latin typeface="Cambria Math" panose="02040503050406030204" pitchFamily="18" charset="0"/>
                            </a:rPr>
                            <m:t>peak</m:t>
                          </m:r>
                        </m:sub>
                      </m:sSub>
                      <m:r>
                        <a:rPr lang="en-US" sz="2400" b="0" i="1" smtClean="0">
                          <a:latin typeface="Cambria Math" panose="02040503050406030204" pitchFamily="18" charset="0"/>
                        </a:rPr>
                        <m:t>=</m:t>
                      </m:r>
                      <m:f>
                        <m:fPr>
                          <m:ctrlPr>
                            <a:rPr lang="en-US" sz="2400" b="1" i="1" smtClean="0">
                              <a:solidFill>
                                <a:srgbClr val="C00000"/>
                              </a:solidFill>
                              <a:latin typeface="Cambria Math" panose="02040503050406030204" pitchFamily="18" charset="0"/>
                            </a:rPr>
                          </m:ctrlPr>
                        </m:fPr>
                        <m:num>
                          <m:sSub>
                            <m:sSubPr>
                              <m:ctrlPr>
                                <a:rPr lang="en-US" sz="2400" b="1" i="1" smtClean="0">
                                  <a:solidFill>
                                    <a:srgbClr val="C00000"/>
                                  </a:solidFill>
                                  <a:latin typeface="Cambria Math" panose="02040503050406030204" pitchFamily="18" charset="0"/>
                                </a:rPr>
                              </m:ctrlPr>
                            </m:sSubPr>
                            <m:e>
                              <m:r>
                                <a:rPr lang="en-US" sz="2400" b="1" i="1" smtClean="0">
                                  <a:solidFill>
                                    <a:srgbClr val="C00000"/>
                                  </a:solidFill>
                                  <a:latin typeface="Cambria Math" panose="02040503050406030204" pitchFamily="18" charset="0"/>
                                </a:rPr>
                                <m:t>𝒅</m:t>
                              </m:r>
                            </m:e>
                            <m:sub>
                              <m:r>
                                <a:rPr lang="en-US" sz="2400" b="1" i="1" smtClean="0">
                                  <a:solidFill>
                                    <a:srgbClr val="C00000"/>
                                  </a:solidFill>
                                  <a:latin typeface="Cambria Math" panose="02040503050406030204" pitchFamily="18" charset="0"/>
                                </a:rPr>
                                <m:t>𝟎</m:t>
                              </m:r>
                            </m:sub>
                          </m:sSub>
                        </m:num>
                        <m:den>
                          <m:r>
                            <a:rPr lang="en-US" sz="2400" b="0" i="1" smtClean="0">
                              <a:latin typeface="Cambria Math" panose="02040503050406030204" pitchFamily="18" charset="0"/>
                            </a:rPr>
                            <m:t>6</m:t>
                          </m:r>
                          <m:r>
                            <a:rPr lang="en-US" sz="2400" b="0" i="1" smtClean="0">
                              <a:latin typeface="Cambria Math" panose="02040503050406030204" pitchFamily="18" charset="0"/>
                            </a:rPr>
                            <m:t>𝐷</m:t>
                          </m:r>
                        </m:den>
                      </m:f>
                    </m:oMath>
                  </m:oMathPara>
                </a14:m>
                <a:endParaRPr lang="en-DE" sz="2400" dirty="0"/>
              </a:p>
            </p:txBody>
          </p:sp>
        </mc:Choice>
        <mc:Fallback xmlns="">
          <p:sp>
            <p:nvSpPr>
              <p:cNvPr id="104" name="TextBox 103">
                <a:extLst>
                  <a:ext uri="{FF2B5EF4-FFF2-40B4-BE49-F238E27FC236}">
                    <a16:creationId xmlns:a16="http://schemas.microsoft.com/office/drawing/2014/main" id="{D661B101-A0FA-6F69-467B-3C2CA33642C2}"/>
                  </a:ext>
                </a:extLst>
              </p:cNvPr>
              <p:cNvSpPr txBox="1">
                <a:spLocks noRot="1" noChangeAspect="1" noMove="1" noResize="1" noEditPoints="1" noAdjustHandles="1" noChangeArrowheads="1" noChangeShapeType="1" noTextEdit="1"/>
              </p:cNvSpPr>
              <p:nvPr/>
            </p:nvSpPr>
            <p:spPr>
              <a:xfrm>
                <a:off x="1551361" y="5859843"/>
                <a:ext cx="1510735" cy="701474"/>
              </a:xfrm>
              <a:prstGeom prst="rect">
                <a:avLst/>
              </a:prstGeom>
              <a:blipFill>
                <a:blip r:embed="rId8"/>
                <a:stretch>
                  <a:fillRect/>
                </a:stretch>
              </a:blipFill>
            </p:spPr>
            <p:txBody>
              <a:bodyPr/>
              <a:lstStyle/>
              <a:p>
                <a:r>
                  <a:rPr lang="en-US">
                    <a:noFill/>
                  </a:rPr>
                  <a:t> </a:t>
                </a:r>
              </a:p>
            </p:txBody>
          </p:sp>
        </mc:Fallback>
      </mc:AlternateContent>
      <p:sp>
        <p:nvSpPr>
          <p:cNvPr id="105" name="Oval 104">
            <a:extLst>
              <a:ext uri="{FF2B5EF4-FFF2-40B4-BE49-F238E27FC236}">
                <a16:creationId xmlns:a16="http://schemas.microsoft.com/office/drawing/2014/main" id="{68A3EB9C-A963-4A1C-693A-994FCA05E13A}"/>
              </a:ext>
            </a:extLst>
          </p:cNvPr>
          <p:cNvSpPr>
            <a:spLocks noChangeAspect="1"/>
          </p:cNvSpPr>
          <p:nvPr/>
        </p:nvSpPr>
        <p:spPr>
          <a:xfrm>
            <a:off x="1633804" y="4080754"/>
            <a:ext cx="180000" cy="180000"/>
          </a:xfrm>
          <a:prstGeom prst="ellipse">
            <a:avLst/>
          </a:prstGeom>
          <a:noFill/>
          <a:ln w="158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cxnSp>
        <p:nvCxnSpPr>
          <p:cNvPr id="106" name="Straight Connector 105">
            <a:extLst>
              <a:ext uri="{FF2B5EF4-FFF2-40B4-BE49-F238E27FC236}">
                <a16:creationId xmlns:a16="http://schemas.microsoft.com/office/drawing/2014/main" id="{A0E5BB90-0814-BF0D-5901-3ADD3D1ADEFF}"/>
              </a:ext>
            </a:extLst>
          </p:cNvPr>
          <p:cNvCxnSpPr>
            <a:cxnSpLocks/>
          </p:cNvCxnSpPr>
          <p:nvPr/>
        </p:nvCxnSpPr>
        <p:spPr>
          <a:xfrm flipV="1">
            <a:off x="1724249" y="4227976"/>
            <a:ext cx="0" cy="1582334"/>
          </a:xfrm>
          <a:prstGeom prst="line">
            <a:avLst/>
          </a:prstGeom>
          <a:ln w="19050">
            <a:solidFill>
              <a:srgbClr val="C00000"/>
            </a:solidFill>
            <a:prstDash val="dash"/>
          </a:ln>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613411DD-D048-999E-41DE-65AAA7F8BAB6}"/>
              </a:ext>
            </a:extLst>
          </p:cNvPr>
          <p:cNvPicPr>
            <a:picLocks noChangeAspect="1"/>
          </p:cNvPicPr>
          <p:nvPr/>
        </p:nvPicPr>
        <p:blipFill>
          <a:blip r:embed="rId9"/>
          <a:stretch>
            <a:fillRect/>
          </a:stretch>
        </p:blipFill>
        <p:spPr>
          <a:xfrm>
            <a:off x="6538000" y="2319585"/>
            <a:ext cx="4454786" cy="782138"/>
          </a:xfrm>
          <a:prstGeom prst="rect">
            <a:avLst/>
          </a:prstGeom>
        </p:spPr>
      </p:pic>
      <p:pic>
        <p:nvPicPr>
          <p:cNvPr id="26" name="Picture 25">
            <a:extLst>
              <a:ext uri="{FF2B5EF4-FFF2-40B4-BE49-F238E27FC236}">
                <a16:creationId xmlns:a16="http://schemas.microsoft.com/office/drawing/2014/main" id="{272B3468-115A-7931-AEE3-1104B43D0CEC}"/>
              </a:ext>
            </a:extLst>
          </p:cNvPr>
          <p:cNvPicPr>
            <a:picLocks noChangeAspect="1"/>
          </p:cNvPicPr>
          <p:nvPr/>
        </p:nvPicPr>
        <p:blipFill>
          <a:blip r:embed="rId10"/>
          <a:stretch>
            <a:fillRect/>
          </a:stretch>
        </p:blipFill>
        <p:spPr>
          <a:xfrm>
            <a:off x="3787825" y="4100453"/>
            <a:ext cx="5252042" cy="475618"/>
          </a:xfrm>
          <a:prstGeom prst="rect">
            <a:avLst/>
          </a:prstGeom>
        </p:spPr>
      </p:pic>
      <p:sp>
        <p:nvSpPr>
          <p:cNvPr id="27" name="TextBox 26">
            <a:extLst>
              <a:ext uri="{FF2B5EF4-FFF2-40B4-BE49-F238E27FC236}">
                <a16:creationId xmlns:a16="http://schemas.microsoft.com/office/drawing/2014/main" id="{F3A3D186-1B18-D4A3-7F60-649B4C935464}"/>
              </a:ext>
            </a:extLst>
          </p:cNvPr>
          <p:cNvSpPr txBox="1"/>
          <p:nvPr/>
        </p:nvSpPr>
        <p:spPr>
          <a:xfrm>
            <a:off x="9773586" y="4125852"/>
            <a:ext cx="442750" cy="369332"/>
          </a:xfrm>
          <a:prstGeom prst="rect">
            <a:avLst/>
          </a:prstGeom>
          <a:noFill/>
        </p:spPr>
        <p:txBody>
          <a:bodyPr wrap="none" rtlCol="0">
            <a:spAutoFit/>
          </a:bodyPr>
          <a:lstStyle/>
          <a:p>
            <a:r>
              <a:rPr lang="en-US" dirty="0"/>
              <a:t>(1)</a:t>
            </a:r>
          </a:p>
        </p:txBody>
      </p:sp>
      <p:sp>
        <p:nvSpPr>
          <p:cNvPr id="30" name="TextBox 29">
            <a:extLst>
              <a:ext uri="{FF2B5EF4-FFF2-40B4-BE49-F238E27FC236}">
                <a16:creationId xmlns:a16="http://schemas.microsoft.com/office/drawing/2014/main" id="{09A5A25C-2C0C-D6AB-6D41-BE60D01429D3}"/>
              </a:ext>
            </a:extLst>
          </p:cNvPr>
          <p:cNvSpPr txBox="1"/>
          <p:nvPr/>
        </p:nvSpPr>
        <p:spPr>
          <a:xfrm>
            <a:off x="11050088" y="2445988"/>
            <a:ext cx="442750" cy="369332"/>
          </a:xfrm>
          <a:prstGeom prst="rect">
            <a:avLst/>
          </a:prstGeom>
          <a:noFill/>
        </p:spPr>
        <p:txBody>
          <a:bodyPr wrap="none" rtlCol="0">
            <a:spAutoFit/>
          </a:bodyPr>
          <a:lstStyle/>
          <a:p>
            <a:r>
              <a:rPr lang="en-US" dirty="0"/>
              <a:t>(2)</a:t>
            </a:r>
          </a:p>
        </p:txBody>
      </p:sp>
    </p:spTree>
    <p:extLst>
      <p:ext uri="{BB962C8B-B14F-4D97-AF65-F5344CB8AC3E}">
        <p14:creationId xmlns:p14="http://schemas.microsoft.com/office/powerpoint/2010/main" val="70233727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DAFFE6-8FED-99E7-5D12-6428A85065F8}"/>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F4AC1941-25FE-04A0-5A43-0476C825DFE0}"/>
                  </a:ext>
                </a:extLst>
              </p:cNvPr>
              <p:cNvSpPr txBox="1"/>
              <p:nvPr/>
            </p:nvSpPr>
            <p:spPr>
              <a:xfrm>
                <a:off x="4750255" y="480829"/>
                <a:ext cx="642780" cy="461665"/>
              </a:xfrm>
              <a:prstGeom prst="rect">
                <a:avLst/>
              </a:prstGeom>
              <a:noFill/>
            </p:spPr>
            <p:txBody>
              <a:bodyPr wrap="square">
                <a:spAutoFit/>
              </a:bodyPr>
              <a:lstStyle/>
              <a:p>
                <a:pPr/>
                <a14:m>
                  <m:oMathPara xmlns:m="http://schemas.openxmlformats.org/officeDocument/2006/math">
                    <m:oMath>
                      <m:sSub>
                        <m:sSubPr>
                          <m:ctrlPr>
                            <a:rPr lang="de-DE" sz="2400" b="0" i="0" smtClean="0">
                              <a:solidFill>
                                <a:schemeClr val="tx1"/>
                              </a:solidFill>
                              <a:latin typeface="Cambria Math" panose="02040503050406030204" pitchFamily="18" charset="0"/>
                            </a:rPr>
                          </m:ctrlPr>
                        </m:sSubPr>
                        <m:e>
                          <m:r>
                            <m:rPr>
                              <m:sty m:val="p"/>
                            </m:rPr>
                            <a:rPr lang="de-DE" sz="2400" b="0" i="0" smtClean="0">
                              <a:solidFill>
                                <a:schemeClr val="tx1"/>
                              </a:solidFill>
                              <a:latin typeface="Cambria Math" panose="02040503050406030204" pitchFamily="18" charset="0"/>
                            </a:rPr>
                            <m:t>m</m:t>
                          </m:r>
                        </m:e>
                        <m:sub>
                          <m:r>
                            <a:rPr lang="de-DE" sz="2400" b="0" i="1" smtClean="0">
                              <a:solidFill>
                                <a:schemeClr val="tx1"/>
                              </a:solidFill>
                              <a:latin typeface="Cambria Math" panose="02040503050406030204" pitchFamily="18" charset="0"/>
                            </a:rPr>
                            <m:t>1</m:t>
                          </m:r>
                        </m:sub>
                      </m:sSub>
                    </m:oMath>
                  </m:oMathPara>
                </a14:m>
                <a:endParaRPr lang="en-US" sz="2400" dirty="0">
                  <a:solidFill>
                    <a:schemeClr val="tx1"/>
                  </a:solidFill>
                </a:endParaRPr>
              </a:p>
            </p:txBody>
          </p:sp>
        </mc:Choice>
        <mc:Fallback xmlns="">
          <p:sp>
            <p:nvSpPr>
              <p:cNvPr id="15" name="TextBox 14">
                <a:extLst>
                  <a:ext uri="{FF2B5EF4-FFF2-40B4-BE49-F238E27FC236}">
                    <a16:creationId xmlns:a16="http://schemas.microsoft.com/office/drawing/2014/main" id="{F4AC1941-25FE-04A0-5A43-0476C825DFE0}"/>
                  </a:ext>
                </a:extLst>
              </p:cNvPr>
              <p:cNvSpPr txBox="1">
                <a:spLocks noRot="1" noChangeAspect="1" noMove="1" noResize="1" noEditPoints="1" noAdjustHandles="1" noChangeArrowheads="1" noChangeShapeType="1" noTextEdit="1"/>
              </p:cNvSpPr>
              <p:nvPr/>
            </p:nvSpPr>
            <p:spPr>
              <a:xfrm>
                <a:off x="4750255" y="480829"/>
                <a:ext cx="642780" cy="461665"/>
              </a:xfrm>
              <a:prstGeom prst="rect">
                <a:avLst/>
              </a:prstGeom>
              <a:blipFill>
                <a:blip r:embed="rId3"/>
                <a:stretch>
                  <a:fillRect/>
                </a:stretch>
              </a:blipFill>
            </p:spPr>
            <p:txBody>
              <a:bodyPr/>
              <a:lstStyle/>
              <a:p>
                <a:r>
                  <a:rPr lang="en-US">
                    <a:noFill/>
                  </a:rPr>
                  <a:t> </a:t>
                </a:r>
              </a:p>
            </p:txBody>
          </p:sp>
        </mc:Fallback>
      </mc:AlternateContent>
      <p:cxnSp>
        <p:nvCxnSpPr>
          <p:cNvPr id="16" name="Straight Arrow Connector 15">
            <a:extLst>
              <a:ext uri="{FF2B5EF4-FFF2-40B4-BE49-F238E27FC236}">
                <a16:creationId xmlns:a16="http://schemas.microsoft.com/office/drawing/2014/main" id="{CB8EAD17-92A0-7370-AB94-767283500809}"/>
              </a:ext>
            </a:extLst>
          </p:cNvPr>
          <p:cNvCxnSpPr>
            <a:cxnSpLocks/>
            <a:stCxn id="59" idx="3"/>
          </p:cNvCxnSpPr>
          <p:nvPr/>
        </p:nvCxnSpPr>
        <p:spPr>
          <a:xfrm flipV="1">
            <a:off x="4041838" y="931777"/>
            <a:ext cx="1232360" cy="13602"/>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sp>
        <p:nvSpPr>
          <p:cNvPr id="25" name="Oval 24">
            <a:extLst>
              <a:ext uri="{FF2B5EF4-FFF2-40B4-BE49-F238E27FC236}">
                <a16:creationId xmlns:a16="http://schemas.microsoft.com/office/drawing/2014/main" id="{7ED99DC5-D9EB-035E-1EE3-19B9559E037C}"/>
              </a:ext>
            </a:extLst>
          </p:cNvPr>
          <p:cNvSpPr>
            <a:spLocks noChangeAspect="1"/>
          </p:cNvSpPr>
          <p:nvPr/>
        </p:nvSpPr>
        <p:spPr>
          <a:xfrm>
            <a:off x="2317765" y="1628202"/>
            <a:ext cx="482803" cy="48280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8" name="Straight Connector 27">
            <a:extLst>
              <a:ext uri="{FF2B5EF4-FFF2-40B4-BE49-F238E27FC236}">
                <a16:creationId xmlns:a16="http://schemas.microsoft.com/office/drawing/2014/main" id="{323BAC59-ACC6-A9C9-078D-B4479926D30E}"/>
              </a:ext>
            </a:extLst>
          </p:cNvPr>
          <p:cNvCxnSpPr/>
          <p:nvPr/>
        </p:nvCxnSpPr>
        <p:spPr>
          <a:xfrm>
            <a:off x="2467046" y="1869604"/>
            <a:ext cx="200025" cy="0"/>
          </a:xfrm>
          <a:prstGeom prst="line">
            <a:avLst/>
          </a:prstGeom>
          <a:ln w="25400">
            <a:solidFill>
              <a:schemeClr val="bg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9" name="Rectangle: Rounded Corners 28">
                <a:extLst>
                  <a:ext uri="{FF2B5EF4-FFF2-40B4-BE49-F238E27FC236}">
                    <a16:creationId xmlns:a16="http://schemas.microsoft.com/office/drawing/2014/main" id="{67396FE0-8A6A-7CA8-2B52-0B2F4CED5567}"/>
                  </a:ext>
                </a:extLst>
              </p:cNvPr>
              <p:cNvSpPr/>
              <p:nvPr/>
            </p:nvSpPr>
            <p:spPr>
              <a:xfrm>
                <a:off x="1656229" y="2289854"/>
                <a:ext cx="590900" cy="46166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sSup>
                        <m:sSupPr>
                          <m:ctrlPr>
                            <a:rPr lang="de-DE" b="0" i="1" smtClean="0">
                              <a:latin typeface="Cambria Math" panose="02040503050406030204" pitchFamily="18" charset="0"/>
                            </a:rPr>
                          </m:ctrlPr>
                        </m:sSupPr>
                        <m:e>
                          <m:r>
                            <m:rPr>
                              <m:sty m:val="p"/>
                            </m:rPr>
                            <a:rPr lang="de-DE" b="0" i="1" smtClean="0">
                              <a:latin typeface="Cambria Math" panose="02040503050406030204" pitchFamily="18" charset="0"/>
                            </a:rPr>
                            <m:t>z</m:t>
                          </m:r>
                        </m:e>
                        <m:sup>
                          <m:r>
                            <a:rPr lang="de-DE" b="0" i="1" smtClean="0">
                              <a:latin typeface="Cambria Math" panose="02040503050406030204" pitchFamily="18" charset="0"/>
                            </a:rPr>
                            <m:t>−1</m:t>
                          </m:r>
                        </m:sup>
                      </m:sSup>
                    </m:oMath>
                  </m:oMathPara>
                </a14:m>
                <a:endParaRPr lang="en-US" dirty="0"/>
              </a:p>
            </p:txBody>
          </p:sp>
        </mc:Choice>
        <mc:Fallback xmlns="">
          <p:sp>
            <p:nvSpPr>
              <p:cNvPr id="29" name="Rectangle: Rounded Corners 28">
                <a:extLst>
                  <a:ext uri="{FF2B5EF4-FFF2-40B4-BE49-F238E27FC236}">
                    <a16:creationId xmlns:a16="http://schemas.microsoft.com/office/drawing/2014/main" id="{67396FE0-8A6A-7CA8-2B52-0B2F4CED5567}"/>
                  </a:ext>
                </a:extLst>
              </p:cNvPr>
              <p:cNvSpPr>
                <a:spLocks noRot="1" noChangeAspect="1" noMove="1" noResize="1" noEditPoints="1" noAdjustHandles="1" noChangeArrowheads="1" noChangeShapeType="1" noTextEdit="1"/>
              </p:cNvSpPr>
              <p:nvPr/>
            </p:nvSpPr>
            <p:spPr>
              <a:xfrm>
                <a:off x="1656229" y="2289854"/>
                <a:ext cx="590900" cy="461665"/>
              </a:xfrm>
              <a:prstGeom prst="roundRect">
                <a:avLst/>
              </a:prstGeom>
              <a:blipFill>
                <a:blip r:embed="rId4"/>
                <a:stretch>
                  <a:fillRect/>
                </a:stretch>
              </a:blipFill>
            </p:spPr>
            <p:txBody>
              <a:bodyPr/>
              <a:lstStyle/>
              <a:p>
                <a:r>
                  <a:rPr lang="en-US">
                    <a:noFill/>
                  </a:rPr>
                  <a:t> </a:t>
                </a:r>
              </a:p>
            </p:txBody>
          </p:sp>
        </mc:Fallback>
      </mc:AlternateContent>
      <p:cxnSp>
        <p:nvCxnSpPr>
          <p:cNvPr id="31" name="Connector: Elbow 30">
            <a:extLst>
              <a:ext uri="{FF2B5EF4-FFF2-40B4-BE49-F238E27FC236}">
                <a16:creationId xmlns:a16="http://schemas.microsoft.com/office/drawing/2014/main" id="{1B4C18B7-456C-2B41-BD98-FA0221540811}"/>
              </a:ext>
            </a:extLst>
          </p:cNvPr>
          <p:cNvCxnSpPr>
            <a:stCxn id="29" idx="3"/>
            <a:endCxn id="25" idx="4"/>
          </p:cNvCxnSpPr>
          <p:nvPr/>
        </p:nvCxnSpPr>
        <p:spPr>
          <a:xfrm flipV="1">
            <a:off x="2247129" y="2111005"/>
            <a:ext cx="312038" cy="409682"/>
          </a:xfrm>
          <a:prstGeom prst="bentConnector2">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39" name="Straight Arrow Connector 38">
            <a:extLst>
              <a:ext uri="{FF2B5EF4-FFF2-40B4-BE49-F238E27FC236}">
                <a16:creationId xmlns:a16="http://schemas.microsoft.com/office/drawing/2014/main" id="{4F6A58F2-B4FE-CF27-A47B-04767A55429A}"/>
              </a:ext>
            </a:extLst>
          </p:cNvPr>
          <p:cNvCxnSpPr>
            <a:cxnSpLocks/>
            <a:endCxn id="25" idx="2"/>
          </p:cNvCxnSpPr>
          <p:nvPr/>
        </p:nvCxnSpPr>
        <p:spPr>
          <a:xfrm flipV="1">
            <a:off x="664091" y="1869604"/>
            <a:ext cx="1653674" cy="10569"/>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44" name="Connector: Elbow 43">
            <a:extLst>
              <a:ext uri="{FF2B5EF4-FFF2-40B4-BE49-F238E27FC236}">
                <a16:creationId xmlns:a16="http://schemas.microsoft.com/office/drawing/2014/main" id="{07FCFDDC-6908-35DE-2748-E56B54BDF782}"/>
              </a:ext>
            </a:extLst>
          </p:cNvPr>
          <p:cNvCxnSpPr>
            <a:cxnSpLocks/>
            <a:endCxn id="29" idx="1"/>
          </p:cNvCxnSpPr>
          <p:nvPr/>
        </p:nvCxnSpPr>
        <p:spPr>
          <a:xfrm rot="16200000" flipH="1">
            <a:off x="1177899" y="2042357"/>
            <a:ext cx="647574" cy="309085"/>
          </a:xfrm>
          <a:prstGeom prst="bentConnector2">
            <a:avLst/>
          </a:prstGeom>
          <a:ln>
            <a:tailEnd type="triangle" w="lg" len="lg"/>
          </a:ln>
        </p:spPr>
        <p:style>
          <a:lnRef idx="2">
            <a:schemeClr val="accent1"/>
          </a:lnRef>
          <a:fillRef idx="0">
            <a:schemeClr val="accent1"/>
          </a:fillRef>
          <a:effectRef idx="1">
            <a:schemeClr val="accent1"/>
          </a:effectRef>
          <a:fontRef idx="minor">
            <a:schemeClr val="tx1"/>
          </a:fontRef>
        </p:style>
      </p:cxnSp>
      <p:sp>
        <p:nvSpPr>
          <p:cNvPr id="47" name="Rectangle 46">
            <a:extLst>
              <a:ext uri="{FF2B5EF4-FFF2-40B4-BE49-F238E27FC236}">
                <a16:creationId xmlns:a16="http://schemas.microsoft.com/office/drawing/2014/main" id="{0DD95C57-FAA5-7ECA-A0DF-AF9D94801605}"/>
              </a:ext>
            </a:extLst>
          </p:cNvPr>
          <p:cNvSpPr/>
          <p:nvPr/>
        </p:nvSpPr>
        <p:spPr>
          <a:xfrm>
            <a:off x="759169" y="180211"/>
            <a:ext cx="3636877" cy="2812850"/>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A92A856F-0C8A-7265-4F98-6A539CD4F0C4}"/>
                  </a:ext>
                </a:extLst>
              </p:cNvPr>
              <p:cNvSpPr txBox="1"/>
              <p:nvPr/>
            </p:nvSpPr>
            <p:spPr>
              <a:xfrm>
                <a:off x="155482" y="1303092"/>
                <a:ext cx="642780" cy="461665"/>
              </a:xfrm>
              <a:prstGeom prst="rect">
                <a:avLst/>
              </a:prstGeom>
              <a:noFill/>
            </p:spPr>
            <p:txBody>
              <a:bodyPr wrap="square">
                <a:spAutoFit/>
              </a:bodyPr>
              <a:lstStyle/>
              <a:p>
                <a:pPr/>
                <a14:m>
                  <m:oMathPara xmlns:m="http://schemas.openxmlformats.org/officeDocument/2006/math">
                    <m:oMath>
                      <m:sSub>
                        <m:sSubPr>
                          <m:ctrlPr>
                            <a:rPr lang="de-DE" sz="2400" b="0" i="0" smtClean="0">
                              <a:solidFill>
                                <a:schemeClr val="tx1"/>
                              </a:solidFill>
                              <a:latin typeface="Cambria Math" panose="02040503050406030204" pitchFamily="18" charset="0"/>
                            </a:rPr>
                          </m:ctrlPr>
                        </m:sSubPr>
                        <m:e>
                          <m:r>
                            <m:rPr>
                              <m:sty m:val="p"/>
                            </m:rPr>
                            <a:rPr lang="de-DE" sz="2400" b="0" i="0" smtClean="0">
                              <a:solidFill>
                                <a:schemeClr val="tx1"/>
                              </a:solidFill>
                              <a:latin typeface="Cambria Math" panose="02040503050406030204" pitchFamily="18" charset="0"/>
                            </a:rPr>
                            <m:t>m</m:t>
                          </m:r>
                        </m:e>
                        <m:sub>
                          <m:r>
                            <a:rPr lang="de-DE" sz="2400" b="0" i="1" smtClean="0">
                              <a:solidFill>
                                <a:schemeClr val="tx1"/>
                              </a:solidFill>
                              <a:latin typeface="Cambria Math" panose="02040503050406030204" pitchFamily="18" charset="0"/>
                            </a:rPr>
                            <m:t>0</m:t>
                          </m:r>
                        </m:sub>
                      </m:sSub>
                    </m:oMath>
                  </m:oMathPara>
                </a14:m>
                <a:endParaRPr lang="en-US" sz="2400" dirty="0">
                  <a:solidFill>
                    <a:schemeClr val="tx1"/>
                  </a:solidFill>
                </a:endParaRPr>
              </a:p>
            </p:txBody>
          </p:sp>
        </mc:Choice>
        <mc:Fallback xmlns="">
          <p:sp>
            <p:nvSpPr>
              <p:cNvPr id="49" name="TextBox 48">
                <a:extLst>
                  <a:ext uri="{FF2B5EF4-FFF2-40B4-BE49-F238E27FC236}">
                    <a16:creationId xmlns:a16="http://schemas.microsoft.com/office/drawing/2014/main" id="{A92A856F-0C8A-7265-4F98-6A539CD4F0C4}"/>
                  </a:ext>
                </a:extLst>
              </p:cNvPr>
              <p:cNvSpPr txBox="1">
                <a:spLocks noRot="1" noChangeAspect="1" noMove="1" noResize="1" noEditPoints="1" noAdjustHandles="1" noChangeArrowheads="1" noChangeShapeType="1" noTextEdit="1"/>
              </p:cNvSpPr>
              <p:nvPr/>
            </p:nvSpPr>
            <p:spPr>
              <a:xfrm>
                <a:off x="155482" y="1303092"/>
                <a:ext cx="642780" cy="461665"/>
              </a:xfrm>
              <a:prstGeom prst="rect">
                <a:avLst/>
              </a:prstGeom>
              <a:blipFill>
                <a:blip r:embed="rId5"/>
                <a:stretch>
                  <a:fillRect/>
                </a:stretch>
              </a:blipFill>
            </p:spPr>
            <p:txBody>
              <a:bodyPr/>
              <a:lstStyle/>
              <a:p>
                <a:r>
                  <a:rPr lang="en-US">
                    <a:noFill/>
                  </a:rPr>
                  <a:t> </a:t>
                </a:r>
              </a:p>
            </p:txBody>
          </p:sp>
        </mc:Fallback>
      </mc:AlternateContent>
      <p:sp>
        <p:nvSpPr>
          <p:cNvPr id="50" name="TextBox 49">
            <a:extLst>
              <a:ext uri="{FF2B5EF4-FFF2-40B4-BE49-F238E27FC236}">
                <a16:creationId xmlns:a16="http://schemas.microsoft.com/office/drawing/2014/main" id="{82B427D4-6198-EA84-C4BC-D84AA777BD46}"/>
              </a:ext>
            </a:extLst>
          </p:cNvPr>
          <p:cNvSpPr txBox="1"/>
          <p:nvPr/>
        </p:nvSpPr>
        <p:spPr>
          <a:xfrm>
            <a:off x="758678" y="206583"/>
            <a:ext cx="2238177" cy="523220"/>
          </a:xfrm>
          <a:prstGeom prst="rect">
            <a:avLst/>
          </a:prstGeom>
          <a:noFill/>
        </p:spPr>
        <p:txBody>
          <a:bodyPr wrap="none" rtlCol="0">
            <a:spAutoFit/>
          </a:bodyPr>
          <a:lstStyle/>
          <a:p>
            <a:r>
              <a:rPr lang="en-US" sz="2800" dirty="0"/>
              <a:t>Differentiator</a:t>
            </a:r>
          </a:p>
        </p:txBody>
      </p:sp>
      <p:cxnSp>
        <p:nvCxnSpPr>
          <p:cNvPr id="58" name="Connector: Elbow 57">
            <a:extLst>
              <a:ext uri="{FF2B5EF4-FFF2-40B4-BE49-F238E27FC236}">
                <a16:creationId xmlns:a16="http://schemas.microsoft.com/office/drawing/2014/main" id="{69F4B2C3-2D95-A6B5-807C-C170A58AF3DE}"/>
              </a:ext>
            </a:extLst>
          </p:cNvPr>
          <p:cNvCxnSpPr>
            <a:cxnSpLocks/>
            <a:stCxn id="25" idx="6"/>
            <a:endCxn id="59" idx="2"/>
          </p:cNvCxnSpPr>
          <p:nvPr/>
        </p:nvCxnSpPr>
        <p:spPr>
          <a:xfrm flipV="1">
            <a:off x="2800568" y="1219699"/>
            <a:ext cx="966950" cy="649905"/>
          </a:xfrm>
          <a:prstGeom prst="bentConnector2">
            <a:avLst/>
          </a:prstGeom>
          <a:ln>
            <a:tailEnd type="triangle" w="lg" len="lg"/>
          </a:ln>
        </p:spPr>
        <p:style>
          <a:lnRef idx="2">
            <a:schemeClr val="accent1"/>
          </a:lnRef>
          <a:fillRef idx="0">
            <a:schemeClr val="accent1"/>
          </a:fillRef>
          <a:effectRef idx="1">
            <a:schemeClr val="accent1"/>
          </a:effectRef>
          <a:fontRef idx="minor">
            <a:schemeClr val="tx1"/>
          </a:fontRef>
        </p:style>
      </p:cxnSp>
      <p:sp>
        <p:nvSpPr>
          <p:cNvPr id="59" name="Rectangle 58">
            <a:extLst>
              <a:ext uri="{FF2B5EF4-FFF2-40B4-BE49-F238E27FC236}">
                <a16:creationId xmlns:a16="http://schemas.microsoft.com/office/drawing/2014/main" id="{09BCE3B0-B59D-3305-CE1D-6C90A6A5A16A}"/>
              </a:ext>
            </a:extLst>
          </p:cNvPr>
          <p:cNvSpPr/>
          <p:nvPr/>
        </p:nvSpPr>
        <p:spPr>
          <a:xfrm>
            <a:off x="3493198" y="671059"/>
            <a:ext cx="548640" cy="5486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6" name="Connector: Elbow 65">
            <a:extLst>
              <a:ext uri="{FF2B5EF4-FFF2-40B4-BE49-F238E27FC236}">
                <a16:creationId xmlns:a16="http://schemas.microsoft.com/office/drawing/2014/main" id="{19AC1018-8DF5-BD6B-C57A-DA3EE566CF32}"/>
              </a:ext>
            </a:extLst>
          </p:cNvPr>
          <p:cNvCxnSpPr>
            <a:cxnSpLocks/>
          </p:cNvCxnSpPr>
          <p:nvPr/>
        </p:nvCxnSpPr>
        <p:spPr>
          <a:xfrm rot="5400000">
            <a:off x="3598501" y="940511"/>
            <a:ext cx="214001" cy="134721"/>
          </a:xfrm>
          <a:prstGeom prst="bentConnector3">
            <a:avLst/>
          </a:prstGeom>
          <a:ln>
            <a:solidFill>
              <a:schemeClr val="bg1"/>
            </a:solidFill>
          </a:ln>
        </p:spPr>
        <p:style>
          <a:lnRef idx="2">
            <a:schemeClr val="accent1"/>
          </a:lnRef>
          <a:fillRef idx="0">
            <a:schemeClr val="accent1"/>
          </a:fillRef>
          <a:effectRef idx="1">
            <a:schemeClr val="accent1"/>
          </a:effectRef>
          <a:fontRef idx="minor">
            <a:schemeClr val="tx1"/>
          </a:fontRef>
        </p:style>
      </p:cxnSp>
      <p:cxnSp>
        <p:nvCxnSpPr>
          <p:cNvPr id="69" name="Connector: Elbow 68">
            <a:extLst>
              <a:ext uri="{FF2B5EF4-FFF2-40B4-BE49-F238E27FC236}">
                <a16:creationId xmlns:a16="http://schemas.microsoft.com/office/drawing/2014/main" id="{4F58A303-7933-1D80-B405-F503C3B66FA3}"/>
              </a:ext>
            </a:extLst>
          </p:cNvPr>
          <p:cNvCxnSpPr>
            <a:cxnSpLocks/>
          </p:cNvCxnSpPr>
          <p:nvPr/>
        </p:nvCxnSpPr>
        <p:spPr>
          <a:xfrm rot="5400000">
            <a:off x="3731859" y="831825"/>
            <a:ext cx="214001" cy="134721"/>
          </a:xfrm>
          <a:prstGeom prst="bentConnector3">
            <a:avLst/>
          </a:prstGeom>
          <a:ln>
            <a:solidFill>
              <a:schemeClr val="bg1"/>
            </a:solidFill>
          </a:ln>
        </p:spPr>
        <p:style>
          <a:lnRef idx="2">
            <a:schemeClr val="accent1"/>
          </a:lnRef>
          <a:fillRef idx="0">
            <a:schemeClr val="accent1"/>
          </a:fillRef>
          <a:effectRef idx="1">
            <a:schemeClr val="accent1"/>
          </a:effectRef>
          <a:fontRef idx="minor">
            <a:schemeClr val="tx1"/>
          </a:fontRef>
        </p:style>
      </p:cxnSp>
      <p:cxnSp>
        <p:nvCxnSpPr>
          <p:cNvPr id="72" name="Straight Connector 71">
            <a:extLst>
              <a:ext uri="{FF2B5EF4-FFF2-40B4-BE49-F238E27FC236}">
                <a16:creationId xmlns:a16="http://schemas.microsoft.com/office/drawing/2014/main" id="{A063EC69-5648-1EA2-DD7E-42FC765905CB}"/>
              </a:ext>
            </a:extLst>
          </p:cNvPr>
          <p:cNvCxnSpPr/>
          <p:nvPr/>
        </p:nvCxnSpPr>
        <p:spPr>
          <a:xfrm>
            <a:off x="3900360" y="797566"/>
            <a:ext cx="109728"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cxnSp>
        <p:nvCxnSpPr>
          <p:cNvPr id="73" name="Straight Connector 72">
            <a:extLst>
              <a:ext uri="{FF2B5EF4-FFF2-40B4-BE49-F238E27FC236}">
                <a16:creationId xmlns:a16="http://schemas.microsoft.com/office/drawing/2014/main" id="{DEE3656F-891D-09BB-91DD-E899055BB390}"/>
              </a:ext>
            </a:extLst>
          </p:cNvPr>
          <p:cNvCxnSpPr/>
          <p:nvPr/>
        </p:nvCxnSpPr>
        <p:spPr>
          <a:xfrm>
            <a:off x="3530794" y="1103804"/>
            <a:ext cx="109728"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78" name="TextBox 77">
            <a:extLst>
              <a:ext uri="{FF2B5EF4-FFF2-40B4-BE49-F238E27FC236}">
                <a16:creationId xmlns:a16="http://schemas.microsoft.com/office/drawing/2014/main" id="{91FAAD30-2950-DD74-F353-018B2C062006}"/>
              </a:ext>
            </a:extLst>
          </p:cNvPr>
          <p:cNvSpPr txBox="1"/>
          <p:nvPr/>
        </p:nvSpPr>
        <p:spPr>
          <a:xfrm>
            <a:off x="3251371" y="323664"/>
            <a:ext cx="999441" cy="369332"/>
          </a:xfrm>
          <a:prstGeom prst="rect">
            <a:avLst/>
          </a:prstGeom>
          <a:noFill/>
        </p:spPr>
        <p:txBody>
          <a:bodyPr wrap="none" rtlCol="0">
            <a:spAutoFit/>
          </a:bodyPr>
          <a:lstStyle/>
          <a:p>
            <a:r>
              <a:rPr lang="en-US" dirty="0"/>
              <a:t>Counter</a:t>
            </a:r>
          </a:p>
        </p:txBody>
      </p:sp>
      <p:cxnSp>
        <p:nvCxnSpPr>
          <p:cNvPr id="99" name="Straight Arrow Connector 98">
            <a:extLst>
              <a:ext uri="{FF2B5EF4-FFF2-40B4-BE49-F238E27FC236}">
                <a16:creationId xmlns:a16="http://schemas.microsoft.com/office/drawing/2014/main" id="{C0A2C43E-2B4D-2EC6-96A2-A9D94CC9004F}"/>
              </a:ext>
            </a:extLst>
          </p:cNvPr>
          <p:cNvCxnSpPr>
            <a:cxnSpLocks/>
          </p:cNvCxnSpPr>
          <p:nvPr/>
        </p:nvCxnSpPr>
        <p:spPr>
          <a:xfrm>
            <a:off x="7635325" y="6007019"/>
            <a:ext cx="3073970" cy="0"/>
          </a:xfrm>
          <a:prstGeom prst="straightConnector1">
            <a:avLst/>
          </a:prstGeom>
          <a:ln w="1587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00" name="Straight Arrow Connector 99">
            <a:extLst>
              <a:ext uri="{FF2B5EF4-FFF2-40B4-BE49-F238E27FC236}">
                <a16:creationId xmlns:a16="http://schemas.microsoft.com/office/drawing/2014/main" id="{159844B1-9016-93B9-CCBE-4D22945A7FCD}"/>
              </a:ext>
            </a:extLst>
          </p:cNvPr>
          <p:cNvCxnSpPr>
            <a:cxnSpLocks/>
          </p:cNvCxnSpPr>
          <p:nvPr/>
        </p:nvCxnSpPr>
        <p:spPr>
          <a:xfrm flipV="1">
            <a:off x="7797343" y="4301494"/>
            <a:ext cx="0" cy="1923393"/>
          </a:xfrm>
          <a:prstGeom prst="straightConnector1">
            <a:avLst/>
          </a:prstGeom>
          <a:ln w="1587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01" name="TextBox 100">
            <a:extLst>
              <a:ext uri="{FF2B5EF4-FFF2-40B4-BE49-F238E27FC236}">
                <a16:creationId xmlns:a16="http://schemas.microsoft.com/office/drawing/2014/main" id="{4DADB98B-83CF-9E09-C93B-E8C170430803}"/>
              </a:ext>
            </a:extLst>
          </p:cNvPr>
          <p:cNvSpPr txBox="1"/>
          <p:nvPr/>
        </p:nvSpPr>
        <p:spPr>
          <a:xfrm>
            <a:off x="10367053" y="6098098"/>
            <a:ext cx="756938" cy="461665"/>
          </a:xfrm>
          <a:prstGeom prst="rect">
            <a:avLst/>
          </a:prstGeom>
          <a:noFill/>
        </p:spPr>
        <p:txBody>
          <a:bodyPr wrap="none" rtlCol="0">
            <a:spAutoFit/>
          </a:bodyPr>
          <a:lstStyle/>
          <a:p>
            <a:r>
              <a:rPr lang="en-US" sz="2400" dirty="0"/>
              <a:t>time</a:t>
            </a:r>
            <a:endParaRPr lang="en-DE" dirty="0"/>
          </a:p>
        </p:txBody>
      </p:sp>
      <mc:AlternateContent xmlns:mc="http://schemas.openxmlformats.org/markup-compatibility/2006" xmlns:a14="http://schemas.microsoft.com/office/drawing/2010/main">
        <mc:Choice Requires="a14">
          <p:sp>
            <p:nvSpPr>
              <p:cNvPr id="102" name="TextBox 101">
                <a:extLst>
                  <a:ext uri="{FF2B5EF4-FFF2-40B4-BE49-F238E27FC236}">
                    <a16:creationId xmlns:a16="http://schemas.microsoft.com/office/drawing/2014/main" id="{9E3B203F-57BE-876F-CD5E-407EB14E8713}"/>
                  </a:ext>
                </a:extLst>
              </p:cNvPr>
              <p:cNvSpPr txBox="1"/>
              <p:nvPr/>
            </p:nvSpPr>
            <p:spPr>
              <a:xfrm>
                <a:off x="6823478" y="4044534"/>
                <a:ext cx="1032077" cy="461665"/>
              </a:xfrm>
              <a:prstGeom prst="rect">
                <a:avLst/>
              </a:prstGeom>
              <a:noFill/>
            </p:spPr>
            <p:txBody>
              <a:bodyPr wrap="none" rtlCol="0">
                <a:spAutoFit/>
              </a:bodyPr>
              <a:lstStyle/>
              <a:p>
                <a:pPr/>
                <a14:m>
                  <m:oMathPara xmlns:m="http://schemas.openxmlformats.org/officeDocument/2006/math">
                    <m:oMath>
                      <m:sSub>
                        <m:sSubPr>
                          <m:ctrlPr>
                            <a:rPr lang="de-DE" sz="2400">
                              <a:latin typeface="Cambria Math" panose="02040503050406030204" pitchFamily="18" charset="0"/>
                            </a:rPr>
                          </m:ctrlPr>
                        </m:sSubPr>
                        <m:e>
                          <m:r>
                            <m:rPr>
                              <m:sty m:val="p"/>
                            </m:rPr>
                            <a:rPr lang="de-DE" sz="2400">
                              <a:latin typeface="Cambria Math" panose="02040503050406030204" pitchFamily="18" charset="0"/>
                            </a:rPr>
                            <m:t>m</m:t>
                          </m:r>
                        </m:e>
                        <m:sub>
                          <m:r>
                            <a:rPr lang="de-DE" sz="2400" i="1">
                              <a:latin typeface="Cambria Math" panose="02040503050406030204" pitchFamily="18" charset="0"/>
                            </a:rPr>
                            <m:t>0</m:t>
                          </m:r>
                        </m:sub>
                      </m:sSub>
                      <m:r>
                        <a:rPr lang="en-US" sz="2400" b="0" i="1" smtClean="0">
                          <a:latin typeface="Cambria Math" panose="02040503050406030204" pitchFamily="18" charset="0"/>
                        </a:rPr>
                        <m:t>(</m:t>
                      </m:r>
                      <m:r>
                        <a:rPr lang="en-US" sz="2400" b="0" i="1" smtClean="0">
                          <a:latin typeface="Cambria Math" panose="02040503050406030204" pitchFamily="18" charset="0"/>
                        </a:rPr>
                        <m:t>𝑡</m:t>
                      </m:r>
                      <m:r>
                        <a:rPr lang="en-US" sz="2400" b="0" i="1" smtClean="0">
                          <a:latin typeface="Cambria Math" panose="02040503050406030204" pitchFamily="18" charset="0"/>
                        </a:rPr>
                        <m:t>)</m:t>
                      </m:r>
                    </m:oMath>
                  </m:oMathPara>
                </a14:m>
                <a:endParaRPr lang="en-DE" sz="2400" dirty="0"/>
              </a:p>
            </p:txBody>
          </p:sp>
        </mc:Choice>
        <mc:Fallback xmlns="">
          <p:sp>
            <p:nvSpPr>
              <p:cNvPr id="102" name="TextBox 101">
                <a:extLst>
                  <a:ext uri="{FF2B5EF4-FFF2-40B4-BE49-F238E27FC236}">
                    <a16:creationId xmlns:a16="http://schemas.microsoft.com/office/drawing/2014/main" id="{9E3B203F-57BE-876F-CD5E-407EB14E8713}"/>
                  </a:ext>
                </a:extLst>
              </p:cNvPr>
              <p:cNvSpPr txBox="1">
                <a:spLocks noRot="1" noChangeAspect="1" noMove="1" noResize="1" noEditPoints="1" noAdjustHandles="1" noChangeArrowheads="1" noChangeShapeType="1" noTextEdit="1"/>
              </p:cNvSpPr>
              <p:nvPr/>
            </p:nvSpPr>
            <p:spPr>
              <a:xfrm>
                <a:off x="6823478" y="4044534"/>
                <a:ext cx="1032077" cy="461665"/>
              </a:xfrm>
              <a:prstGeom prst="rect">
                <a:avLst/>
              </a:prstGeom>
              <a:blipFill>
                <a:blip r:embed="rId6"/>
                <a:stretch>
                  <a:fillRect r="-1176" b="-15789"/>
                </a:stretch>
              </a:blipFill>
            </p:spPr>
            <p:txBody>
              <a:bodyPr/>
              <a:lstStyle/>
              <a:p>
                <a:r>
                  <a:rPr lang="en-US">
                    <a:noFill/>
                  </a:rPr>
                  <a:t> </a:t>
                </a:r>
              </a:p>
            </p:txBody>
          </p:sp>
        </mc:Fallback>
      </mc:AlternateContent>
      <p:pic>
        <p:nvPicPr>
          <p:cNvPr id="103" name="Picture 102">
            <a:extLst>
              <a:ext uri="{FF2B5EF4-FFF2-40B4-BE49-F238E27FC236}">
                <a16:creationId xmlns:a16="http://schemas.microsoft.com/office/drawing/2014/main" id="{B38E91D3-F5D1-766D-A37B-48DD09DDD287}"/>
              </a:ext>
            </a:extLst>
          </p:cNvPr>
          <p:cNvPicPr>
            <a:picLocks noChangeAspect="1"/>
          </p:cNvPicPr>
          <p:nvPr/>
        </p:nvPicPr>
        <p:blipFill rotWithShape="1">
          <a:blip r:embed="rId7"/>
          <a:srcRect l="6165" r="28486"/>
          <a:stretch>
            <a:fillRect/>
          </a:stretch>
        </p:blipFill>
        <p:spPr>
          <a:xfrm>
            <a:off x="7797343" y="4336570"/>
            <a:ext cx="2569709" cy="1670449"/>
          </a:xfrm>
          <a:prstGeom prst="rect">
            <a:avLst/>
          </a:prstGeom>
        </p:spPr>
      </p:pic>
      <mc:AlternateContent xmlns:mc="http://schemas.openxmlformats.org/markup-compatibility/2006" xmlns:a14="http://schemas.microsoft.com/office/drawing/2010/main">
        <mc:Choice Requires="a14">
          <p:sp>
            <p:nvSpPr>
              <p:cNvPr id="104" name="TextBox 103">
                <a:extLst>
                  <a:ext uri="{FF2B5EF4-FFF2-40B4-BE49-F238E27FC236}">
                    <a16:creationId xmlns:a16="http://schemas.microsoft.com/office/drawing/2014/main" id="{476C1053-04D7-09EB-2410-459E6D341748}"/>
                  </a:ext>
                </a:extLst>
              </p:cNvPr>
              <p:cNvSpPr txBox="1"/>
              <p:nvPr/>
            </p:nvSpPr>
            <p:spPr>
              <a:xfrm>
                <a:off x="8326831" y="6056552"/>
                <a:ext cx="1510735" cy="701474"/>
              </a:xfrm>
              <a:prstGeom prst="rect">
                <a:avLst/>
              </a:prstGeom>
              <a:noFill/>
            </p:spPr>
            <p:txBody>
              <a:bodyPr wrap="none" lIns="0" tIns="0" rIns="0" bIns="0" rtlCol="0">
                <a:spAutoFit/>
              </a:bodyPr>
              <a:lstStyle/>
              <a:p>
                <a:pPr/>
                <a14:m>
                  <m:oMathPara xmlns:m="http://schemas.openxmlformats.org/officeDocument/2006/math">
                    <m:o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𝑡</m:t>
                          </m:r>
                        </m:e>
                        <m:sub>
                          <m:r>
                            <m:rPr>
                              <m:sty m:val="p"/>
                            </m:rPr>
                            <a:rPr lang="en-US" sz="2400" b="0" i="0" smtClean="0">
                              <a:latin typeface="Cambria Math" panose="02040503050406030204" pitchFamily="18" charset="0"/>
                            </a:rPr>
                            <m:t>peak</m:t>
                          </m:r>
                        </m:sub>
                      </m:sSub>
                      <m:r>
                        <a:rPr lang="en-US" sz="2400" b="0" i="1" smtClean="0">
                          <a:latin typeface="Cambria Math" panose="02040503050406030204" pitchFamily="18" charset="0"/>
                        </a:rPr>
                        <m:t>=</m:t>
                      </m:r>
                      <m:f>
                        <m:fPr>
                          <m:ctrlPr>
                            <a:rPr lang="en-US" sz="2400" b="1" i="1" smtClean="0">
                              <a:solidFill>
                                <a:srgbClr val="C00000"/>
                              </a:solidFill>
                              <a:latin typeface="Cambria Math" panose="02040503050406030204" pitchFamily="18" charset="0"/>
                            </a:rPr>
                          </m:ctrlPr>
                        </m:fPr>
                        <m:num>
                          <m:sSub>
                            <m:sSubPr>
                              <m:ctrlPr>
                                <a:rPr lang="en-US" sz="2400" b="1" i="1" smtClean="0">
                                  <a:solidFill>
                                    <a:srgbClr val="C00000"/>
                                  </a:solidFill>
                                  <a:latin typeface="Cambria Math" panose="02040503050406030204" pitchFamily="18" charset="0"/>
                                </a:rPr>
                              </m:ctrlPr>
                            </m:sSubPr>
                            <m:e>
                              <m:r>
                                <a:rPr lang="en-US" sz="2400" b="1" i="1" smtClean="0">
                                  <a:solidFill>
                                    <a:srgbClr val="C00000"/>
                                  </a:solidFill>
                                  <a:latin typeface="Cambria Math" panose="02040503050406030204" pitchFamily="18" charset="0"/>
                                </a:rPr>
                                <m:t>𝒅</m:t>
                              </m:r>
                            </m:e>
                            <m:sub>
                              <m:r>
                                <a:rPr lang="en-US" sz="2400" b="1" i="1" smtClean="0">
                                  <a:solidFill>
                                    <a:srgbClr val="C00000"/>
                                  </a:solidFill>
                                  <a:latin typeface="Cambria Math" panose="02040503050406030204" pitchFamily="18" charset="0"/>
                                </a:rPr>
                                <m:t>𝟎</m:t>
                              </m:r>
                            </m:sub>
                          </m:sSub>
                        </m:num>
                        <m:den>
                          <m:r>
                            <a:rPr lang="en-US" sz="2400" b="0" i="1" smtClean="0">
                              <a:latin typeface="Cambria Math" panose="02040503050406030204" pitchFamily="18" charset="0"/>
                            </a:rPr>
                            <m:t>6</m:t>
                          </m:r>
                          <m:r>
                            <a:rPr lang="en-US" sz="2400" b="0" i="1" smtClean="0">
                              <a:latin typeface="Cambria Math" panose="02040503050406030204" pitchFamily="18" charset="0"/>
                            </a:rPr>
                            <m:t>𝐷</m:t>
                          </m:r>
                        </m:den>
                      </m:f>
                    </m:oMath>
                  </m:oMathPara>
                </a14:m>
                <a:endParaRPr lang="en-DE" sz="2400" dirty="0"/>
              </a:p>
            </p:txBody>
          </p:sp>
        </mc:Choice>
        <mc:Fallback xmlns="">
          <p:sp>
            <p:nvSpPr>
              <p:cNvPr id="104" name="TextBox 103">
                <a:extLst>
                  <a:ext uri="{FF2B5EF4-FFF2-40B4-BE49-F238E27FC236}">
                    <a16:creationId xmlns:a16="http://schemas.microsoft.com/office/drawing/2014/main" id="{476C1053-04D7-09EB-2410-459E6D341748}"/>
                  </a:ext>
                </a:extLst>
              </p:cNvPr>
              <p:cNvSpPr txBox="1">
                <a:spLocks noRot="1" noChangeAspect="1" noMove="1" noResize="1" noEditPoints="1" noAdjustHandles="1" noChangeArrowheads="1" noChangeShapeType="1" noTextEdit="1"/>
              </p:cNvSpPr>
              <p:nvPr/>
            </p:nvSpPr>
            <p:spPr>
              <a:xfrm>
                <a:off x="8326831" y="6056552"/>
                <a:ext cx="1510735" cy="701474"/>
              </a:xfrm>
              <a:prstGeom prst="rect">
                <a:avLst/>
              </a:prstGeom>
              <a:blipFill>
                <a:blip r:embed="rId8"/>
                <a:stretch>
                  <a:fillRect/>
                </a:stretch>
              </a:blipFill>
            </p:spPr>
            <p:txBody>
              <a:bodyPr/>
              <a:lstStyle/>
              <a:p>
                <a:r>
                  <a:rPr lang="en-US">
                    <a:noFill/>
                  </a:rPr>
                  <a:t> </a:t>
                </a:r>
              </a:p>
            </p:txBody>
          </p:sp>
        </mc:Fallback>
      </mc:AlternateContent>
      <p:sp>
        <p:nvSpPr>
          <p:cNvPr id="105" name="Oval 104">
            <a:extLst>
              <a:ext uri="{FF2B5EF4-FFF2-40B4-BE49-F238E27FC236}">
                <a16:creationId xmlns:a16="http://schemas.microsoft.com/office/drawing/2014/main" id="{0C6D0F5F-6302-06FE-8D15-9FD8B3717519}"/>
              </a:ext>
            </a:extLst>
          </p:cNvPr>
          <p:cNvSpPr>
            <a:spLocks noChangeAspect="1"/>
          </p:cNvSpPr>
          <p:nvPr/>
        </p:nvSpPr>
        <p:spPr>
          <a:xfrm>
            <a:off x="8409719" y="4275366"/>
            <a:ext cx="180000" cy="180000"/>
          </a:xfrm>
          <a:prstGeom prst="ellipse">
            <a:avLst/>
          </a:prstGeom>
          <a:noFill/>
          <a:ln w="158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cxnSp>
        <p:nvCxnSpPr>
          <p:cNvPr id="106" name="Straight Connector 105">
            <a:extLst>
              <a:ext uri="{FF2B5EF4-FFF2-40B4-BE49-F238E27FC236}">
                <a16:creationId xmlns:a16="http://schemas.microsoft.com/office/drawing/2014/main" id="{938EED3E-1590-2D70-9770-D4A365797229}"/>
              </a:ext>
            </a:extLst>
          </p:cNvPr>
          <p:cNvCxnSpPr>
            <a:cxnSpLocks/>
          </p:cNvCxnSpPr>
          <p:nvPr/>
        </p:nvCxnSpPr>
        <p:spPr>
          <a:xfrm flipV="1">
            <a:off x="8499719" y="4424685"/>
            <a:ext cx="0" cy="1582334"/>
          </a:xfrm>
          <a:prstGeom prst="line">
            <a:avLst/>
          </a:prstGeom>
          <a:ln w="19050">
            <a:solidFill>
              <a:srgbClr val="C00000"/>
            </a:solidFill>
            <a:prstDash val="dash"/>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35C19247-934B-5969-78B0-E16388AD6EAF}"/>
              </a:ext>
            </a:extLst>
          </p:cNvPr>
          <p:cNvSpPr/>
          <p:nvPr/>
        </p:nvSpPr>
        <p:spPr>
          <a:xfrm>
            <a:off x="3283371" y="323663"/>
            <a:ext cx="966950" cy="1220987"/>
          </a:xfrm>
          <a:prstGeom prst="rect">
            <a:avLst/>
          </a:prstGeom>
          <a:solidFill>
            <a:schemeClr val="bg1">
              <a:alpha val="8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EE5BF53F-54BA-7712-6865-421374857225}"/>
              </a:ext>
            </a:extLst>
          </p:cNvPr>
          <p:cNvCxnSpPr>
            <a:cxnSpLocks/>
          </p:cNvCxnSpPr>
          <p:nvPr/>
        </p:nvCxnSpPr>
        <p:spPr>
          <a:xfrm>
            <a:off x="3007407" y="1864327"/>
            <a:ext cx="590900" cy="2077"/>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sp>
        <p:nvSpPr>
          <p:cNvPr id="9" name="Oval 8">
            <a:extLst>
              <a:ext uri="{FF2B5EF4-FFF2-40B4-BE49-F238E27FC236}">
                <a16:creationId xmlns:a16="http://schemas.microsoft.com/office/drawing/2014/main" id="{5DB61624-4DCD-8F07-1DA4-B3595E66E6B6}"/>
              </a:ext>
            </a:extLst>
          </p:cNvPr>
          <p:cNvSpPr/>
          <p:nvPr/>
        </p:nvSpPr>
        <p:spPr>
          <a:xfrm>
            <a:off x="3793794" y="4281592"/>
            <a:ext cx="1828800" cy="1828800"/>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0F424CAD-CAF0-5604-6221-53E9B58912F1}"/>
              </a:ext>
            </a:extLst>
          </p:cNvPr>
          <p:cNvSpPr/>
          <p:nvPr/>
        </p:nvSpPr>
        <p:spPr>
          <a:xfrm>
            <a:off x="3793794" y="4690615"/>
            <a:ext cx="1828800" cy="914400"/>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161B4723-E122-56C7-ABF5-663B5985249D}"/>
              </a:ext>
            </a:extLst>
          </p:cNvPr>
          <p:cNvSpPr txBox="1"/>
          <p:nvPr/>
        </p:nvSpPr>
        <p:spPr>
          <a:xfrm>
            <a:off x="151017" y="3878218"/>
            <a:ext cx="2434513" cy="461665"/>
          </a:xfrm>
          <a:prstGeom prst="rect">
            <a:avLst/>
          </a:prstGeom>
          <a:noFill/>
        </p:spPr>
        <p:txBody>
          <a:bodyPr wrap="none" rtlCol="0">
            <a:spAutoFit/>
          </a:bodyPr>
          <a:lstStyle/>
          <a:p>
            <a:r>
              <a:rPr lang="en-US" sz="2400" dirty="0"/>
              <a:t>Point Transmitter</a:t>
            </a:r>
          </a:p>
        </p:txBody>
      </p:sp>
      <p:sp>
        <p:nvSpPr>
          <p:cNvPr id="12" name="Oval 11">
            <a:extLst>
              <a:ext uri="{FF2B5EF4-FFF2-40B4-BE49-F238E27FC236}">
                <a16:creationId xmlns:a16="http://schemas.microsoft.com/office/drawing/2014/main" id="{C27F0614-89E8-9A9B-40B7-03573252C89A}"/>
              </a:ext>
            </a:extLst>
          </p:cNvPr>
          <p:cNvSpPr>
            <a:spLocks noChangeAspect="1"/>
          </p:cNvSpPr>
          <p:nvPr/>
        </p:nvSpPr>
        <p:spPr>
          <a:xfrm>
            <a:off x="1051565" y="4899339"/>
            <a:ext cx="183721" cy="183721"/>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F7AB339A-9095-1A22-284F-07135C175E53}"/>
              </a:ext>
            </a:extLst>
          </p:cNvPr>
          <p:cNvSpPr>
            <a:spLocks noChangeAspect="1"/>
          </p:cNvSpPr>
          <p:nvPr/>
        </p:nvSpPr>
        <p:spPr>
          <a:xfrm>
            <a:off x="1970049" y="4817069"/>
            <a:ext cx="183721" cy="183721"/>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1AE86706-9919-F9F6-063F-CF65B19ABDEC}"/>
              </a:ext>
            </a:extLst>
          </p:cNvPr>
          <p:cNvSpPr>
            <a:spLocks noChangeAspect="1"/>
          </p:cNvSpPr>
          <p:nvPr/>
        </p:nvSpPr>
        <p:spPr>
          <a:xfrm>
            <a:off x="2398237" y="5147817"/>
            <a:ext cx="183721" cy="183721"/>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5C59AC31-01FD-42DB-CD2F-7D66C89BB0AA}"/>
              </a:ext>
            </a:extLst>
          </p:cNvPr>
          <p:cNvSpPr>
            <a:spLocks noChangeAspect="1"/>
          </p:cNvSpPr>
          <p:nvPr/>
        </p:nvSpPr>
        <p:spPr>
          <a:xfrm>
            <a:off x="3060234" y="4620532"/>
            <a:ext cx="183721" cy="183721"/>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EFE7649D-FC37-0F27-CAA3-5680342C57B6}"/>
              </a:ext>
            </a:extLst>
          </p:cNvPr>
          <p:cNvSpPr>
            <a:spLocks noChangeAspect="1"/>
          </p:cNvSpPr>
          <p:nvPr/>
        </p:nvSpPr>
        <p:spPr>
          <a:xfrm>
            <a:off x="4064480" y="4988872"/>
            <a:ext cx="183721" cy="183721"/>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E88A2244-8773-C6B7-98F9-C98ED01C8CDA}"/>
              </a:ext>
            </a:extLst>
          </p:cNvPr>
          <p:cNvSpPr>
            <a:spLocks noChangeAspect="1"/>
          </p:cNvSpPr>
          <p:nvPr/>
        </p:nvSpPr>
        <p:spPr>
          <a:xfrm>
            <a:off x="4571036" y="4506201"/>
            <a:ext cx="183721" cy="183721"/>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E9B97D62-82D1-6EF6-BE50-537B5EBFE39E}"/>
              </a:ext>
            </a:extLst>
          </p:cNvPr>
          <p:cNvSpPr>
            <a:spLocks noChangeAspect="1"/>
          </p:cNvSpPr>
          <p:nvPr/>
        </p:nvSpPr>
        <p:spPr>
          <a:xfrm>
            <a:off x="4499896" y="5446225"/>
            <a:ext cx="183721" cy="183721"/>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C705A3F7-DE92-A3EA-F2B2-8BECE762C44B}"/>
              </a:ext>
            </a:extLst>
          </p:cNvPr>
          <p:cNvSpPr>
            <a:spLocks noChangeAspect="1"/>
          </p:cNvSpPr>
          <p:nvPr/>
        </p:nvSpPr>
        <p:spPr>
          <a:xfrm>
            <a:off x="5090477" y="5433784"/>
            <a:ext cx="183721" cy="183721"/>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70510BE0-580D-0E10-1890-53F8E021AB24}"/>
              </a:ext>
            </a:extLst>
          </p:cNvPr>
          <p:cNvSpPr>
            <a:spLocks noChangeAspect="1"/>
          </p:cNvSpPr>
          <p:nvPr/>
        </p:nvSpPr>
        <p:spPr>
          <a:xfrm>
            <a:off x="1539912" y="5091389"/>
            <a:ext cx="183721" cy="183721"/>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D1238B6-9FED-2ABF-6480-965CB035BD3E}"/>
              </a:ext>
            </a:extLst>
          </p:cNvPr>
          <p:cNvSpPr>
            <a:spLocks noChangeAspect="1"/>
          </p:cNvSpPr>
          <p:nvPr/>
        </p:nvSpPr>
        <p:spPr>
          <a:xfrm>
            <a:off x="1384765" y="4572721"/>
            <a:ext cx="183721" cy="183721"/>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8A666313-3A3F-8020-0128-9BFFCD8C08A7}"/>
              </a:ext>
            </a:extLst>
          </p:cNvPr>
          <p:cNvSpPr>
            <a:spLocks noChangeAspect="1"/>
          </p:cNvSpPr>
          <p:nvPr/>
        </p:nvSpPr>
        <p:spPr>
          <a:xfrm>
            <a:off x="973590" y="5365709"/>
            <a:ext cx="183721" cy="183721"/>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8AD63FF2-6BF6-AA97-BE98-6728BECD4466}"/>
              </a:ext>
            </a:extLst>
          </p:cNvPr>
          <p:cNvSpPr>
            <a:spLocks noChangeAspect="1"/>
          </p:cNvSpPr>
          <p:nvPr/>
        </p:nvSpPr>
        <p:spPr>
          <a:xfrm>
            <a:off x="3370170" y="5422137"/>
            <a:ext cx="183721" cy="183721"/>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8D9B5A33-E1BD-B747-8B3B-7DD5F4709C52}"/>
              </a:ext>
            </a:extLst>
          </p:cNvPr>
          <p:cNvSpPr txBox="1"/>
          <p:nvPr/>
        </p:nvSpPr>
        <p:spPr>
          <a:xfrm>
            <a:off x="4075105" y="3845196"/>
            <a:ext cx="1331005" cy="461665"/>
          </a:xfrm>
          <a:prstGeom prst="rect">
            <a:avLst/>
          </a:prstGeom>
          <a:noFill/>
        </p:spPr>
        <p:txBody>
          <a:bodyPr wrap="none" rtlCol="0">
            <a:spAutoFit/>
          </a:bodyPr>
          <a:lstStyle/>
          <a:p>
            <a:r>
              <a:rPr lang="en-US" sz="2400" dirty="0"/>
              <a:t>Receiver</a:t>
            </a:r>
          </a:p>
        </p:txBody>
      </p:sp>
      <p:sp>
        <p:nvSpPr>
          <p:cNvPr id="33" name="Oval 32">
            <a:extLst>
              <a:ext uri="{FF2B5EF4-FFF2-40B4-BE49-F238E27FC236}">
                <a16:creationId xmlns:a16="http://schemas.microsoft.com/office/drawing/2014/main" id="{099E0BA6-31CA-8991-BA66-8CD81908EB12}"/>
              </a:ext>
            </a:extLst>
          </p:cNvPr>
          <p:cNvSpPr>
            <a:spLocks noChangeAspect="1"/>
          </p:cNvSpPr>
          <p:nvPr/>
        </p:nvSpPr>
        <p:spPr>
          <a:xfrm>
            <a:off x="432971" y="5091389"/>
            <a:ext cx="183721" cy="183721"/>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4033A7B6-DE3E-3C63-1A1C-7640980F993D}"/>
                  </a:ext>
                </a:extLst>
              </p:cNvPr>
              <p:cNvSpPr txBox="1"/>
              <p:nvPr/>
            </p:nvSpPr>
            <p:spPr>
              <a:xfrm>
                <a:off x="6806199" y="1348776"/>
                <a:ext cx="723723" cy="523220"/>
              </a:xfrm>
              <a:prstGeom prst="rect">
                <a:avLst/>
              </a:prstGeom>
              <a:noFill/>
            </p:spPr>
            <p:txBody>
              <a:bodyPr wrap="none" rtlCol="0">
                <a:spAutoFit/>
              </a:bodyPr>
              <a:lstStyle/>
              <a:p>
                <a:pPr/>
                <a14:m>
                  <m:oMathPara xmlns:m="http://schemas.openxmlformats.org/officeDocument/2006/math">
                    <m:oMath>
                      <m:sSub>
                        <m:sSubPr>
                          <m:ctrlPr>
                            <a:rPr lang="de-DE" sz="2800" b="0" i="1" smtClean="0">
                              <a:latin typeface="Cambria Math" panose="02040503050406030204" pitchFamily="18" charset="0"/>
                            </a:rPr>
                          </m:ctrlPr>
                        </m:sSubPr>
                        <m:e>
                          <m:r>
                            <m:rPr>
                              <m:sty m:val="p"/>
                            </m:rPr>
                            <a:rPr lang="de-DE" sz="2800" b="0" i="1" smtClean="0">
                              <a:latin typeface="Cambria Math" panose="02040503050406030204" pitchFamily="18" charset="0"/>
                            </a:rPr>
                            <m:t>m</m:t>
                          </m:r>
                        </m:e>
                        <m:sub>
                          <m:r>
                            <a:rPr lang="de-DE" sz="2800" b="0" i="1" smtClean="0">
                              <a:latin typeface="Cambria Math" panose="02040503050406030204" pitchFamily="18" charset="0"/>
                            </a:rPr>
                            <m:t>0</m:t>
                          </m:r>
                        </m:sub>
                      </m:sSub>
                    </m:oMath>
                  </m:oMathPara>
                </a14:m>
                <a:endParaRPr lang="en-US" sz="2800" dirty="0"/>
              </a:p>
            </p:txBody>
          </p:sp>
        </mc:Choice>
        <mc:Fallback xmlns="">
          <p:sp>
            <p:nvSpPr>
              <p:cNvPr id="34" name="TextBox 33">
                <a:extLst>
                  <a:ext uri="{FF2B5EF4-FFF2-40B4-BE49-F238E27FC236}">
                    <a16:creationId xmlns:a16="http://schemas.microsoft.com/office/drawing/2014/main" id="{4033A7B6-DE3E-3C63-1A1C-7640980F993D}"/>
                  </a:ext>
                </a:extLst>
              </p:cNvPr>
              <p:cNvSpPr txBox="1">
                <a:spLocks noRot="1" noChangeAspect="1" noMove="1" noResize="1" noEditPoints="1" noAdjustHandles="1" noChangeArrowheads="1" noChangeShapeType="1" noTextEdit="1"/>
              </p:cNvSpPr>
              <p:nvPr/>
            </p:nvSpPr>
            <p:spPr>
              <a:xfrm>
                <a:off x="6806199" y="1348776"/>
                <a:ext cx="723723" cy="523220"/>
              </a:xfrm>
              <a:prstGeom prst="rect">
                <a:avLst/>
              </a:prstGeom>
              <a:blipFill>
                <a:blip r:embed="rId9"/>
                <a:stretch>
                  <a:fillRect/>
                </a:stretch>
              </a:blipFill>
            </p:spPr>
            <p:txBody>
              <a:bodyPr/>
              <a:lstStyle/>
              <a:p>
                <a:r>
                  <a:rPr lang="en-US">
                    <a:noFill/>
                  </a:rPr>
                  <a:t> </a:t>
                </a:r>
              </a:p>
            </p:txBody>
          </p:sp>
        </mc:Fallback>
      </mc:AlternateContent>
      <p:sp>
        <p:nvSpPr>
          <p:cNvPr id="46" name="Rectangle 45">
            <a:extLst>
              <a:ext uri="{FF2B5EF4-FFF2-40B4-BE49-F238E27FC236}">
                <a16:creationId xmlns:a16="http://schemas.microsoft.com/office/drawing/2014/main" id="{B2FA4784-6FE2-2136-C053-43175935EEEC}"/>
              </a:ext>
            </a:extLst>
          </p:cNvPr>
          <p:cNvSpPr/>
          <p:nvPr/>
        </p:nvSpPr>
        <p:spPr>
          <a:xfrm>
            <a:off x="7962721" y="180029"/>
            <a:ext cx="3636877" cy="2812850"/>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TextBox 50">
            <a:extLst>
              <a:ext uri="{FF2B5EF4-FFF2-40B4-BE49-F238E27FC236}">
                <a16:creationId xmlns:a16="http://schemas.microsoft.com/office/drawing/2014/main" id="{2A6F9375-5602-84DB-0B8B-1ECEFA0238C5}"/>
              </a:ext>
            </a:extLst>
          </p:cNvPr>
          <p:cNvSpPr txBox="1"/>
          <p:nvPr/>
        </p:nvSpPr>
        <p:spPr>
          <a:xfrm>
            <a:off x="7929400" y="180028"/>
            <a:ext cx="2238177" cy="523220"/>
          </a:xfrm>
          <a:prstGeom prst="rect">
            <a:avLst/>
          </a:prstGeom>
          <a:noFill/>
        </p:spPr>
        <p:txBody>
          <a:bodyPr wrap="none" rtlCol="0">
            <a:spAutoFit/>
          </a:bodyPr>
          <a:lstStyle/>
          <a:p>
            <a:r>
              <a:rPr lang="en-US" sz="2800" dirty="0"/>
              <a:t>Differentiator</a:t>
            </a:r>
          </a:p>
        </p:txBody>
      </p:sp>
      <p:sp>
        <p:nvSpPr>
          <p:cNvPr id="64" name="Oval 63">
            <a:extLst>
              <a:ext uri="{FF2B5EF4-FFF2-40B4-BE49-F238E27FC236}">
                <a16:creationId xmlns:a16="http://schemas.microsoft.com/office/drawing/2014/main" id="{3B1BCF11-A0E3-AF04-3E7B-E138B9299207}"/>
              </a:ext>
            </a:extLst>
          </p:cNvPr>
          <p:cNvSpPr>
            <a:spLocks noChangeAspect="1"/>
          </p:cNvSpPr>
          <p:nvPr/>
        </p:nvSpPr>
        <p:spPr>
          <a:xfrm>
            <a:off x="8263904" y="820189"/>
            <a:ext cx="482803" cy="48280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65" name="TextBox 64">
                <a:extLst>
                  <a:ext uri="{FF2B5EF4-FFF2-40B4-BE49-F238E27FC236}">
                    <a16:creationId xmlns:a16="http://schemas.microsoft.com/office/drawing/2014/main" id="{A3DA1352-76BE-53DE-5487-54DEB440D4A8}"/>
                  </a:ext>
                </a:extLst>
              </p:cNvPr>
              <p:cNvSpPr txBox="1"/>
              <p:nvPr/>
            </p:nvSpPr>
            <p:spPr>
              <a:xfrm>
                <a:off x="8187687" y="781784"/>
                <a:ext cx="656402" cy="461665"/>
              </a:xfrm>
              <a:prstGeom prst="rect">
                <a:avLst/>
              </a:prstGeom>
              <a:noFill/>
            </p:spPr>
            <p:txBody>
              <a:bodyPr wrap="square">
                <a:spAutoFit/>
              </a:bodyPr>
              <a:lstStyle/>
              <a:p>
                <a:pPr/>
                <a14:m>
                  <m:oMathPara xmlns:m="http://schemas.openxmlformats.org/officeDocument/2006/math">
                    <m:oMath>
                      <m:sSub>
                        <m:sSubPr>
                          <m:ctrlPr>
                            <a:rPr lang="de-DE" sz="2400" b="0" i="1" smtClean="0">
                              <a:solidFill>
                                <a:schemeClr val="bg1"/>
                              </a:solidFill>
                              <a:latin typeface="Cambria Math" panose="02040503050406030204" pitchFamily="18" charset="0"/>
                            </a:rPr>
                          </m:ctrlPr>
                        </m:sSubPr>
                        <m:e>
                          <m:r>
                            <m:rPr>
                              <m:sty m:val="p"/>
                            </m:rPr>
                            <a:rPr lang="de-DE" sz="2400" b="0" i="1" smtClean="0">
                              <a:solidFill>
                                <a:schemeClr val="bg1"/>
                              </a:solidFill>
                              <a:latin typeface="Cambria Math" panose="02040503050406030204" pitchFamily="18" charset="0"/>
                            </a:rPr>
                            <m:t>r</m:t>
                          </m:r>
                        </m:e>
                        <m:sub>
                          <m:r>
                            <m:rPr>
                              <m:sty m:val="p"/>
                            </m:rPr>
                            <a:rPr lang="de-DE" sz="2400" b="0" i="1" smtClean="0">
                              <a:solidFill>
                                <a:schemeClr val="bg1"/>
                              </a:solidFill>
                              <a:latin typeface="Cambria Math" panose="02040503050406030204" pitchFamily="18" charset="0"/>
                            </a:rPr>
                            <m:t>F</m:t>
                          </m:r>
                        </m:sub>
                      </m:sSub>
                    </m:oMath>
                  </m:oMathPara>
                </a14:m>
                <a:endParaRPr lang="en-US" sz="2400" dirty="0">
                  <a:solidFill>
                    <a:schemeClr val="bg1"/>
                  </a:solidFill>
                </a:endParaRPr>
              </a:p>
            </p:txBody>
          </p:sp>
        </mc:Choice>
        <mc:Fallback xmlns="">
          <p:sp>
            <p:nvSpPr>
              <p:cNvPr id="65" name="TextBox 64">
                <a:extLst>
                  <a:ext uri="{FF2B5EF4-FFF2-40B4-BE49-F238E27FC236}">
                    <a16:creationId xmlns:a16="http://schemas.microsoft.com/office/drawing/2014/main" id="{A3DA1352-76BE-53DE-5487-54DEB440D4A8}"/>
                  </a:ext>
                </a:extLst>
              </p:cNvPr>
              <p:cNvSpPr txBox="1">
                <a:spLocks noRot="1" noChangeAspect="1" noMove="1" noResize="1" noEditPoints="1" noAdjustHandles="1" noChangeArrowheads="1" noChangeShapeType="1" noTextEdit="1"/>
              </p:cNvSpPr>
              <p:nvPr/>
            </p:nvSpPr>
            <p:spPr>
              <a:xfrm>
                <a:off x="8187687" y="781784"/>
                <a:ext cx="656402" cy="461665"/>
              </a:xfrm>
              <a:prstGeom prst="rect">
                <a:avLst/>
              </a:prstGeom>
              <a:blipFill>
                <a:blip r:embed="rId10"/>
                <a:stretch>
                  <a:fillRect b="-1316"/>
                </a:stretch>
              </a:blipFill>
            </p:spPr>
            <p:txBody>
              <a:bodyPr/>
              <a:lstStyle/>
              <a:p>
                <a:r>
                  <a:rPr lang="en-US">
                    <a:noFill/>
                  </a:rPr>
                  <a:t> </a:t>
                </a:r>
              </a:p>
            </p:txBody>
          </p:sp>
        </mc:Fallback>
      </mc:AlternateContent>
      <p:sp>
        <p:nvSpPr>
          <p:cNvPr id="68" name="Oval 67">
            <a:extLst>
              <a:ext uri="{FF2B5EF4-FFF2-40B4-BE49-F238E27FC236}">
                <a16:creationId xmlns:a16="http://schemas.microsoft.com/office/drawing/2014/main" id="{27F7A9C4-4E93-6C1D-1290-D81ECF582793}"/>
              </a:ext>
            </a:extLst>
          </p:cNvPr>
          <p:cNvSpPr>
            <a:spLocks noChangeAspect="1"/>
          </p:cNvSpPr>
          <p:nvPr/>
        </p:nvSpPr>
        <p:spPr>
          <a:xfrm>
            <a:off x="8263904" y="2000939"/>
            <a:ext cx="482803" cy="48280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70" name="TextBox 69">
                <a:extLst>
                  <a:ext uri="{FF2B5EF4-FFF2-40B4-BE49-F238E27FC236}">
                    <a16:creationId xmlns:a16="http://schemas.microsoft.com/office/drawing/2014/main" id="{46B07673-B2AB-593F-27D0-24D8B3F66A07}"/>
                  </a:ext>
                </a:extLst>
              </p:cNvPr>
              <p:cNvSpPr txBox="1"/>
              <p:nvPr/>
            </p:nvSpPr>
            <p:spPr>
              <a:xfrm>
                <a:off x="8187687" y="1962534"/>
                <a:ext cx="656402" cy="461665"/>
              </a:xfrm>
              <a:prstGeom prst="rect">
                <a:avLst/>
              </a:prstGeom>
              <a:noFill/>
            </p:spPr>
            <p:txBody>
              <a:bodyPr wrap="square">
                <a:spAutoFit/>
              </a:bodyPr>
              <a:lstStyle/>
              <a:p>
                <a:pPr/>
                <a14:m>
                  <m:oMathPara xmlns:m="http://schemas.openxmlformats.org/officeDocument/2006/math">
                    <m:oMath>
                      <m:sSub>
                        <m:sSubPr>
                          <m:ctrlPr>
                            <a:rPr lang="de-DE" sz="2400" b="0" i="1" smtClean="0">
                              <a:solidFill>
                                <a:schemeClr val="bg1"/>
                              </a:solidFill>
                              <a:latin typeface="Cambria Math" panose="02040503050406030204" pitchFamily="18" charset="0"/>
                            </a:rPr>
                          </m:ctrlPr>
                        </m:sSubPr>
                        <m:e>
                          <m:r>
                            <m:rPr>
                              <m:sty m:val="p"/>
                            </m:rPr>
                            <a:rPr lang="de-DE" sz="2400" b="0" i="1" smtClean="0">
                              <a:solidFill>
                                <a:schemeClr val="bg1"/>
                              </a:solidFill>
                              <a:latin typeface="Cambria Math" panose="02040503050406030204" pitchFamily="18" charset="0"/>
                            </a:rPr>
                            <m:t>r</m:t>
                          </m:r>
                        </m:e>
                        <m:sub>
                          <m:r>
                            <m:rPr>
                              <m:sty m:val="p"/>
                            </m:rPr>
                            <a:rPr lang="de-DE" sz="2400" b="0" i="1" smtClean="0">
                              <a:solidFill>
                                <a:schemeClr val="bg1"/>
                              </a:solidFill>
                              <a:latin typeface="Cambria Math" panose="02040503050406030204" pitchFamily="18" charset="0"/>
                            </a:rPr>
                            <m:t>S</m:t>
                          </m:r>
                        </m:sub>
                      </m:sSub>
                    </m:oMath>
                  </m:oMathPara>
                </a14:m>
                <a:endParaRPr lang="en-US" sz="2400" dirty="0">
                  <a:solidFill>
                    <a:schemeClr val="bg1"/>
                  </a:solidFill>
                </a:endParaRPr>
              </a:p>
            </p:txBody>
          </p:sp>
        </mc:Choice>
        <mc:Fallback xmlns="">
          <p:sp>
            <p:nvSpPr>
              <p:cNvPr id="70" name="TextBox 69">
                <a:extLst>
                  <a:ext uri="{FF2B5EF4-FFF2-40B4-BE49-F238E27FC236}">
                    <a16:creationId xmlns:a16="http://schemas.microsoft.com/office/drawing/2014/main" id="{46B07673-B2AB-593F-27D0-24D8B3F66A07}"/>
                  </a:ext>
                </a:extLst>
              </p:cNvPr>
              <p:cNvSpPr txBox="1">
                <a:spLocks noRot="1" noChangeAspect="1" noMove="1" noResize="1" noEditPoints="1" noAdjustHandles="1" noChangeArrowheads="1" noChangeShapeType="1" noTextEdit="1"/>
              </p:cNvSpPr>
              <p:nvPr/>
            </p:nvSpPr>
            <p:spPr>
              <a:xfrm>
                <a:off x="8187687" y="1962534"/>
                <a:ext cx="656402" cy="461665"/>
              </a:xfrm>
              <a:prstGeom prst="rect">
                <a:avLst/>
              </a:prstGeom>
              <a:blipFill>
                <a:blip r:embed="rId11"/>
                <a:stretch>
                  <a:fillRect/>
                </a:stretch>
              </a:blipFill>
            </p:spPr>
            <p:txBody>
              <a:bodyPr/>
              <a:lstStyle/>
              <a:p>
                <a:r>
                  <a:rPr lang="en-US">
                    <a:noFill/>
                  </a:rPr>
                  <a:t> </a:t>
                </a:r>
              </a:p>
            </p:txBody>
          </p:sp>
        </mc:Fallback>
      </mc:AlternateContent>
      <p:sp>
        <p:nvSpPr>
          <p:cNvPr id="71" name="Oval 70">
            <a:extLst>
              <a:ext uri="{FF2B5EF4-FFF2-40B4-BE49-F238E27FC236}">
                <a16:creationId xmlns:a16="http://schemas.microsoft.com/office/drawing/2014/main" id="{4E3FA20D-3036-A089-C037-07E4FB5B99A9}"/>
              </a:ext>
            </a:extLst>
          </p:cNvPr>
          <p:cNvSpPr>
            <a:spLocks noChangeAspect="1"/>
          </p:cNvSpPr>
          <p:nvPr/>
        </p:nvSpPr>
        <p:spPr>
          <a:xfrm>
            <a:off x="9660899" y="1341397"/>
            <a:ext cx="482803" cy="48280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74" name="TextBox 73">
                <a:extLst>
                  <a:ext uri="{FF2B5EF4-FFF2-40B4-BE49-F238E27FC236}">
                    <a16:creationId xmlns:a16="http://schemas.microsoft.com/office/drawing/2014/main" id="{B5FAB2B9-BC23-110B-06DC-A063245F51AB}"/>
                  </a:ext>
                </a:extLst>
              </p:cNvPr>
              <p:cNvSpPr txBox="1"/>
              <p:nvPr/>
            </p:nvSpPr>
            <p:spPr>
              <a:xfrm>
                <a:off x="9584682" y="1302992"/>
                <a:ext cx="656402" cy="461665"/>
              </a:xfrm>
              <a:prstGeom prst="rect">
                <a:avLst/>
              </a:prstGeom>
              <a:noFill/>
            </p:spPr>
            <p:txBody>
              <a:bodyPr wrap="square">
                <a:spAutoFit/>
              </a:bodyPr>
              <a:lstStyle/>
              <a:p>
                <a:pPr/>
                <a14:m>
                  <m:oMathPara xmlns:m="http://schemas.openxmlformats.org/officeDocument/2006/math">
                    <m:oMath>
                      <m:sSub>
                        <m:sSubPr>
                          <m:ctrlPr>
                            <a:rPr lang="de-DE" sz="2400" b="0" i="1" smtClean="0">
                              <a:solidFill>
                                <a:schemeClr val="bg1"/>
                              </a:solidFill>
                              <a:latin typeface="Cambria Math" panose="02040503050406030204" pitchFamily="18" charset="0"/>
                            </a:rPr>
                          </m:ctrlPr>
                        </m:sSubPr>
                        <m:e>
                          <m:r>
                            <m:rPr>
                              <m:sty m:val="p"/>
                            </m:rPr>
                            <a:rPr lang="de-DE" sz="2400" b="0" i="1" smtClean="0">
                              <a:solidFill>
                                <a:schemeClr val="bg1"/>
                              </a:solidFill>
                              <a:latin typeface="Cambria Math" panose="02040503050406030204" pitchFamily="18" charset="0"/>
                            </a:rPr>
                            <m:t>r</m:t>
                          </m:r>
                        </m:e>
                        <m:sub>
                          <m:r>
                            <m:rPr>
                              <m:sty m:val="p"/>
                            </m:rPr>
                            <a:rPr lang="de-DE" sz="2400" b="0" i="1" smtClean="0">
                              <a:solidFill>
                                <a:schemeClr val="bg1"/>
                              </a:solidFill>
                              <a:latin typeface="Cambria Math" panose="02040503050406030204" pitchFamily="18" charset="0"/>
                            </a:rPr>
                            <m:t>I</m:t>
                          </m:r>
                        </m:sub>
                      </m:sSub>
                    </m:oMath>
                  </m:oMathPara>
                </a14:m>
                <a:endParaRPr lang="en-US" sz="2400" dirty="0">
                  <a:solidFill>
                    <a:schemeClr val="bg1"/>
                  </a:solidFill>
                </a:endParaRPr>
              </a:p>
            </p:txBody>
          </p:sp>
        </mc:Choice>
        <mc:Fallback xmlns="">
          <p:sp>
            <p:nvSpPr>
              <p:cNvPr id="74" name="TextBox 73">
                <a:extLst>
                  <a:ext uri="{FF2B5EF4-FFF2-40B4-BE49-F238E27FC236}">
                    <a16:creationId xmlns:a16="http://schemas.microsoft.com/office/drawing/2014/main" id="{B5FAB2B9-BC23-110B-06DC-A063245F51AB}"/>
                  </a:ext>
                </a:extLst>
              </p:cNvPr>
              <p:cNvSpPr txBox="1">
                <a:spLocks noRot="1" noChangeAspect="1" noMove="1" noResize="1" noEditPoints="1" noAdjustHandles="1" noChangeArrowheads="1" noChangeShapeType="1" noTextEdit="1"/>
              </p:cNvSpPr>
              <p:nvPr/>
            </p:nvSpPr>
            <p:spPr>
              <a:xfrm>
                <a:off x="9584682" y="1302992"/>
                <a:ext cx="656402" cy="461665"/>
              </a:xfrm>
              <a:prstGeom prst="rect">
                <a:avLst/>
              </a:prstGeom>
              <a:blipFill>
                <a:blip r:embed="rId12"/>
                <a:stretch>
                  <a:fillRect b="-1333"/>
                </a:stretch>
              </a:blipFill>
            </p:spPr>
            <p:txBody>
              <a:bodyPr/>
              <a:lstStyle/>
              <a:p>
                <a:r>
                  <a:rPr lang="en-US">
                    <a:noFill/>
                  </a:rPr>
                  <a:t> </a:t>
                </a:r>
              </a:p>
            </p:txBody>
          </p:sp>
        </mc:Fallback>
      </mc:AlternateContent>
      <p:cxnSp>
        <p:nvCxnSpPr>
          <p:cNvPr id="75" name="Straight Arrow Connector 74">
            <a:extLst>
              <a:ext uri="{FF2B5EF4-FFF2-40B4-BE49-F238E27FC236}">
                <a16:creationId xmlns:a16="http://schemas.microsoft.com/office/drawing/2014/main" id="{081D44EF-8F21-5079-D6D1-31D164AE58D1}"/>
              </a:ext>
            </a:extLst>
          </p:cNvPr>
          <p:cNvCxnSpPr>
            <a:cxnSpLocks/>
            <a:stCxn id="34" idx="3"/>
            <a:endCxn id="65" idx="1"/>
          </p:cNvCxnSpPr>
          <p:nvPr/>
        </p:nvCxnSpPr>
        <p:spPr>
          <a:xfrm flipV="1">
            <a:off x="7529922" y="1012617"/>
            <a:ext cx="657765" cy="597769"/>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79" name="Straight Arrow Connector 78">
            <a:extLst>
              <a:ext uri="{FF2B5EF4-FFF2-40B4-BE49-F238E27FC236}">
                <a16:creationId xmlns:a16="http://schemas.microsoft.com/office/drawing/2014/main" id="{BC652727-3127-8D38-7048-28EAF96A1303}"/>
              </a:ext>
            </a:extLst>
          </p:cNvPr>
          <p:cNvCxnSpPr>
            <a:cxnSpLocks/>
            <a:stCxn id="34" idx="3"/>
            <a:endCxn id="70" idx="1"/>
          </p:cNvCxnSpPr>
          <p:nvPr/>
        </p:nvCxnSpPr>
        <p:spPr>
          <a:xfrm>
            <a:off x="7529922" y="1610386"/>
            <a:ext cx="657765" cy="582981"/>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82" name="Straight Arrow Connector 81">
            <a:extLst>
              <a:ext uri="{FF2B5EF4-FFF2-40B4-BE49-F238E27FC236}">
                <a16:creationId xmlns:a16="http://schemas.microsoft.com/office/drawing/2014/main" id="{72ED1EF5-8C8A-A56D-0CBA-BEFE85B660C7}"/>
              </a:ext>
            </a:extLst>
          </p:cNvPr>
          <p:cNvCxnSpPr>
            <a:cxnSpLocks/>
            <a:stCxn id="65" idx="3"/>
            <a:endCxn id="74" idx="1"/>
          </p:cNvCxnSpPr>
          <p:nvPr/>
        </p:nvCxnSpPr>
        <p:spPr>
          <a:xfrm>
            <a:off x="8844089" y="1012617"/>
            <a:ext cx="740593" cy="521208"/>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85" name="Straight Arrow Connector 84">
            <a:extLst>
              <a:ext uri="{FF2B5EF4-FFF2-40B4-BE49-F238E27FC236}">
                <a16:creationId xmlns:a16="http://schemas.microsoft.com/office/drawing/2014/main" id="{1F11C2AB-C934-014D-0207-F02B911737EF}"/>
              </a:ext>
            </a:extLst>
          </p:cNvPr>
          <p:cNvCxnSpPr>
            <a:cxnSpLocks/>
            <a:stCxn id="70" idx="3"/>
            <a:endCxn id="74" idx="1"/>
          </p:cNvCxnSpPr>
          <p:nvPr/>
        </p:nvCxnSpPr>
        <p:spPr>
          <a:xfrm flipV="1">
            <a:off x="8844089" y="1533825"/>
            <a:ext cx="740593" cy="659542"/>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90" name="TextBox 89">
                <a:extLst>
                  <a:ext uri="{FF2B5EF4-FFF2-40B4-BE49-F238E27FC236}">
                    <a16:creationId xmlns:a16="http://schemas.microsoft.com/office/drawing/2014/main" id="{48236D37-5E96-562C-54A9-654C7536AB2B}"/>
                  </a:ext>
                </a:extLst>
              </p:cNvPr>
              <p:cNvSpPr txBox="1"/>
              <p:nvPr/>
            </p:nvSpPr>
            <p:spPr>
              <a:xfrm>
                <a:off x="3467764" y="1907880"/>
                <a:ext cx="642780" cy="461665"/>
              </a:xfrm>
              <a:prstGeom prst="rect">
                <a:avLst/>
              </a:prstGeom>
              <a:noFill/>
            </p:spPr>
            <p:txBody>
              <a:bodyPr wrap="square">
                <a:spAutoFit/>
              </a:bodyPr>
              <a:lstStyle/>
              <a:p>
                <a:pPr/>
                <a14:m>
                  <m:oMathPara xmlns:m="http://schemas.openxmlformats.org/officeDocument/2006/math">
                    <m:oMath>
                      <m:sSub>
                        <m:sSubPr>
                          <m:ctrlPr>
                            <a:rPr lang="de-DE" sz="2400" b="0" i="0" smtClean="0">
                              <a:solidFill>
                                <a:schemeClr val="tx1"/>
                              </a:solidFill>
                              <a:latin typeface="Cambria Math" panose="02040503050406030204" pitchFamily="18" charset="0"/>
                            </a:rPr>
                          </m:ctrlPr>
                        </m:sSubPr>
                        <m:e>
                          <m:r>
                            <m:rPr>
                              <m:sty m:val="p"/>
                            </m:rPr>
                            <a:rPr lang="de-DE" sz="2400" b="0" i="0" smtClean="0">
                              <a:solidFill>
                                <a:schemeClr val="tx1"/>
                              </a:solidFill>
                              <a:latin typeface="Cambria Math" panose="02040503050406030204" pitchFamily="18" charset="0"/>
                            </a:rPr>
                            <m:t>m</m:t>
                          </m:r>
                        </m:e>
                        <m:sub>
                          <m:r>
                            <m:rPr>
                              <m:sty m:val="p"/>
                            </m:rPr>
                            <a:rPr lang="de-DE" sz="2400" b="0" i="1" smtClean="0">
                              <a:solidFill>
                                <a:schemeClr val="tx1"/>
                              </a:solidFill>
                              <a:latin typeface="Cambria Math" panose="02040503050406030204" pitchFamily="18" charset="0"/>
                            </a:rPr>
                            <m:t>d</m:t>
                          </m:r>
                        </m:sub>
                      </m:sSub>
                    </m:oMath>
                  </m:oMathPara>
                </a14:m>
                <a:endParaRPr lang="en-US" sz="2400" dirty="0">
                  <a:solidFill>
                    <a:schemeClr val="tx1"/>
                  </a:solidFill>
                </a:endParaRPr>
              </a:p>
            </p:txBody>
          </p:sp>
        </mc:Choice>
        <mc:Fallback xmlns="">
          <p:sp>
            <p:nvSpPr>
              <p:cNvPr id="90" name="TextBox 89">
                <a:extLst>
                  <a:ext uri="{FF2B5EF4-FFF2-40B4-BE49-F238E27FC236}">
                    <a16:creationId xmlns:a16="http://schemas.microsoft.com/office/drawing/2014/main" id="{48236D37-5E96-562C-54A9-654C7536AB2B}"/>
                  </a:ext>
                </a:extLst>
              </p:cNvPr>
              <p:cNvSpPr txBox="1">
                <a:spLocks noRot="1" noChangeAspect="1" noMove="1" noResize="1" noEditPoints="1" noAdjustHandles="1" noChangeArrowheads="1" noChangeShapeType="1" noTextEdit="1"/>
              </p:cNvSpPr>
              <p:nvPr/>
            </p:nvSpPr>
            <p:spPr>
              <a:xfrm>
                <a:off x="3467764" y="1907880"/>
                <a:ext cx="642780" cy="461665"/>
              </a:xfrm>
              <a:prstGeom prst="rect">
                <a:avLst/>
              </a:prstGeom>
              <a:blipFill>
                <a:blip r:embed="rId13"/>
                <a:stretch>
                  <a:fillRect b="-1316"/>
                </a:stretch>
              </a:blipFill>
            </p:spPr>
            <p:txBody>
              <a:bodyPr/>
              <a:lstStyle/>
              <a:p>
                <a:r>
                  <a:rPr lang="en-US">
                    <a:noFill/>
                  </a:rPr>
                  <a:t> </a:t>
                </a:r>
              </a:p>
            </p:txBody>
          </p:sp>
        </mc:Fallback>
      </mc:AlternateContent>
      <p:cxnSp>
        <p:nvCxnSpPr>
          <p:cNvPr id="91" name="Straight Arrow Connector 90">
            <a:extLst>
              <a:ext uri="{FF2B5EF4-FFF2-40B4-BE49-F238E27FC236}">
                <a16:creationId xmlns:a16="http://schemas.microsoft.com/office/drawing/2014/main" id="{E62C4780-7C19-2EAC-1E9C-6461760C10CB}"/>
              </a:ext>
            </a:extLst>
          </p:cNvPr>
          <p:cNvCxnSpPr>
            <a:cxnSpLocks/>
            <a:stCxn id="74" idx="3"/>
          </p:cNvCxnSpPr>
          <p:nvPr/>
        </p:nvCxnSpPr>
        <p:spPr>
          <a:xfrm flipV="1">
            <a:off x="10241084" y="1533824"/>
            <a:ext cx="740593" cy="1"/>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94" name="TextBox 93">
                <a:extLst>
                  <a:ext uri="{FF2B5EF4-FFF2-40B4-BE49-F238E27FC236}">
                    <a16:creationId xmlns:a16="http://schemas.microsoft.com/office/drawing/2014/main" id="{F5BBFDCF-35FC-CBB7-9E1C-E2922522A4C4}"/>
                  </a:ext>
                </a:extLst>
              </p:cNvPr>
              <p:cNvSpPr txBox="1"/>
              <p:nvPr/>
            </p:nvSpPr>
            <p:spPr>
              <a:xfrm>
                <a:off x="10804596" y="1042388"/>
                <a:ext cx="642780" cy="461665"/>
              </a:xfrm>
              <a:prstGeom prst="rect">
                <a:avLst/>
              </a:prstGeom>
              <a:noFill/>
            </p:spPr>
            <p:txBody>
              <a:bodyPr wrap="square">
                <a:spAutoFit/>
              </a:bodyPr>
              <a:lstStyle/>
              <a:p>
                <a:pPr/>
                <a14:m>
                  <m:oMathPara xmlns:m="http://schemas.openxmlformats.org/officeDocument/2006/math">
                    <m:oMath>
                      <m:sSub>
                        <m:sSubPr>
                          <m:ctrlPr>
                            <a:rPr lang="de-DE" sz="2400" b="0" i="0" smtClean="0">
                              <a:solidFill>
                                <a:schemeClr val="tx1"/>
                              </a:solidFill>
                              <a:latin typeface="Cambria Math" panose="02040503050406030204" pitchFamily="18" charset="0"/>
                            </a:rPr>
                          </m:ctrlPr>
                        </m:sSubPr>
                        <m:e>
                          <m:r>
                            <m:rPr>
                              <m:sty m:val="p"/>
                            </m:rPr>
                            <a:rPr lang="de-DE" sz="2400" b="0" i="0" smtClean="0">
                              <a:solidFill>
                                <a:schemeClr val="tx1"/>
                              </a:solidFill>
                              <a:latin typeface="Cambria Math" panose="02040503050406030204" pitchFamily="18" charset="0"/>
                            </a:rPr>
                            <m:t>m</m:t>
                          </m:r>
                        </m:e>
                        <m:sub>
                          <m:r>
                            <m:rPr>
                              <m:sty m:val="p"/>
                            </m:rPr>
                            <a:rPr lang="de-DE" sz="2400" b="0" i="1" smtClean="0">
                              <a:solidFill>
                                <a:schemeClr val="tx1"/>
                              </a:solidFill>
                              <a:latin typeface="Cambria Math" panose="02040503050406030204" pitchFamily="18" charset="0"/>
                            </a:rPr>
                            <m:t>d</m:t>
                          </m:r>
                        </m:sub>
                      </m:sSub>
                    </m:oMath>
                  </m:oMathPara>
                </a14:m>
                <a:endParaRPr lang="en-US" sz="2400" dirty="0">
                  <a:solidFill>
                    <a:schemeClr val="tx1"/>
                  </a:solidFill>
                </a:endParaRPr>
              </a:p>
            </p:txBody>
          </p:sp>
        </mc:Choice>
        <mc:Fallback xmlns="">
          <p:sp>
            <p:nvSpPr>
              <p:cNvPr id="94" name="TextBox 93">
                <a:extLst>
                  <a:ext uri="{FF2B5EF4-FFF2-40B4-BE49-F238E27FC236}">
                    <a16:creationId xmlns:a16="http://schemas.microsoft.com/office/drawing/2014/main" id="{F5BBFDCF-35FC-CBB7-9E1C-E2922522A4C4}"/>
                  </a:ext>
                </a:extLst>
              </p:cNvPr>
              <p:cNvSpPr txBox="1">
                <a:spLocks noRot="1" noChangeAspect="1" noMove="1" noResize="1" noEditPoints="1" noAdjustHandles="1" noChangeArrowheads="1" noChangeShapeType="1" noTextEdit="1"/>
              </p:cNvSpPr>
              <p:nvPr/>
            </p:nvSpPr>
            <p:spPr>
              <a:xfrm>
                <a:off x="10804596" y="1042388"/>
                <a:ext cx="642780" cy="461665"/>
              </a:xfrm>
              <a:prstGeom prst="rect">
                <a:avLst/>
              </a:prstGeom>
              <a:blipFill>
                <a:blip r:embed="rId14"/>
                <a:stretch>
                  <a:fillRect b="-13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5" name="TextBox 94">
                <a:extLst>
                  <a:ext uri="{FF2B5EF4-FFF2-40B4-BE49-F238E27FC236}">
                    <a16:creationId xmlns:a16="http://schemas.microsoft.com/office/drawing/2014/main" id="{945B1249-A0B9-76EF-D7C8-627EECA262B8}"/>
                  </a:ext>
                </a:extLst>
              </p:cNvPr>
              <p:cNvSpPr txBox="1"/>
              <p:nvPr/>
            </p:nvSpPr>
            <p:spPr>
              <a:xfrm>
                <a:off x="9107712" y="731495"/>
                <a:ext cx="642780" cy="461665"/>
              </a:xfrm>
              <a:prstGeom prst="rect">
                <a:avLst/>
              </a:prstGeom>
              <a:noFill/>
            </p:spPr>
            <p:txBody>
              <a:bodyPr wrap="square">
                <a:spAutoFit/>
              </a:bodyPr>
              <a:lstStyle/>
              <a:p>
                <a:pPr/>
                <a14:m>
                  <m:oMathPara xmlns:m="http://schemas.openxmlformats.org/officeDocument/2006/math">
                    <m:oMath>
                      <m:sSub>
                        <m:sSubPr>
                          <m:ctrlPr>
                            <a:rPr lang="de-DE" sz="2400" b="0" i="0" smtClean="0">
                              <a:solidFill>
                                <a:schemeClr val="tx1"/>
                              </a:solidFill>
                              <a:latin typeface="Cambria Math" panose="02040503050406030204" pitchFamily="18" charset="0"/>
                            </a:rPr>
                          </m:ctrlPr>
                        </m:sSubPr>
                        <m:e>
                          <m:r>
                            <m:rPr>
                              <m:sty m:val="p"/>
                            </m:rPr>
                            <a:rPr lang="de-DE" sz="2400" b="0" i="0" smtClean="0">
                              <a:solidFill>
                                <a:schemeClr val="tx1"/>
                              </a:solidFill>
                              <a:latin typeface="Cambria Math" panose="02040503050406030204" pitchFamily="18" charset="0"/>
                            </a:rPr>
                            <m:t>m</m:t>
                          </m:r>
                        </m:e>
                        <m:sub>
                          <m:r>
                            <m:rPr>
                              <m:sty m:val="p"/>
                            </m:rPr>
                            <a:rPr lang="de-DE" sz="2400" b="0" i="1" smtClean="0">
                              <a:solidFill>
                                <a:schemeClr val="tx1"/>
                              </a:solidFill>
                              <a:latin typeface="Cambria Math" panose="02040503050406030204" pitchFamily="18" charset="0"/>
                            </a:rPr>
                            <m:t>F</m:t>
                          </m:r>
                        </m:sub>
                      </m:sSub>
                    </m:oMath>
                  </m:oMathPara>
                </a14:m>
                <a:endParaRPr lang="en-US" sz="2400" dirty="0">
                  <a:solidFill>
                    <a:schemeClr val="tx1"/>
                  </a:solidFill>
                </a:endParaRPr>
              </a:p>
            </p:txBody>
          </p:sp>
        </mc:Choice>
        <mc:Fallback xmlns="">
          <p:sp>
            <p:nvSpPr>
              <p:cNvPr id="95" name="TextBox 94">
                <a:extLst>
                  <a:ext uri="{FF2B5EF4-FFF2-40B4-BE49-F238E27FC236}">
                    <a16:creationId xmlns:a16="http://schemas.microsoft.com/office/drawing/2014/main" id="{945B1249-A0B9-76EF-D7C8-627EECA262B8}"/>
                  </a:ext>
                </a:extLst>
              </p:cNvPr>
              <p:cNvSpPr txBox="1">
                <a:spLocks noRot="1" noChangeAspect="1" noMove="1" noResize="1" noEditPoints="1" noAdjustHandles="1" noChangeArrowheads="1" noChangeShapeType="1" noTextEdit="1"/>
              </p:cNvSpPr>
              <p:nvPr/>
            </p:nvSpPr>
            <p:spPr>
              <a:xfrm>
                <a:off x="9107712" y="731495"/>
                <a:ext cx="642780" cy="461665"/>
              </a:xfrm>
              <a:prstGeom prst="rect">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6" name="TextBox 95">
                <a:extLst>
                  <a:ext uri="{FF2B5EF4-FFF2-40B4-BE49-F238E27FC236}">
                    <a16:creationId xmlns:a16="http://schemas.microsoft.com/office/drawing/2014/main" id="{0AF4373F-7904-5058-D7A8-FBDC9B53D927}"/>
                  </a:ext>
                </a:extLst>
              </p:cNvPr>
              <p:cNvSpPr txBox="1"/>
              <p:nvPr/>
            </p:nvSpPr>
            <p:spPr>
              <a:xfrm>
                <a:off x="9162612" y="1956110"/>
                <a:ext cx="642780" cy="461665"/>
              </a:xfrm>
              <a:prstGeom prst="rect">
                <a:avLst/>
              </a:prstGeom>
              <a:noFill/>
            </p:spPr>
            <p:txBody>
              <a:bodyPr wrap="square">
                <a:spAutoFit/>
              </a:bodyPr>
              <a:lstStyle/>
              <a:p>
                <a:pPr/>
                <a14:m>
                  <m:oMathPara xmlns:m="http://schemas.openxmlformats.org/officeDocument/2006/math">
                    <m:oMath>
                      <m:sSub>
                        <m:sSubPr>
                          <m:ctrlPr>
                            <a:rPr lang="de-DE" sz="2400" b="0" i="0" smtClean="0">
                              <a:solidFill>
                                <a:schemeClr val="tx1"/>
                              </a:solidFill>
                              <a:latin typeface="Cambria Math" panose="02040503050406030204" pitchFamily="18" charset="0"/>
                            </a:rPr>
                          </m:ctrlPr>
                        </m:sSubPr>
                        <m:e>
                          <m:r>
                            <m:rPr>
                              <m:sty m:val="p"/>
                            </m:rPr>
                            <a:rPr lang="de-DE" sz="2400" b="0" i="0" smtClean="0">
                              <a:solidFill>
                                <a:schemeClr val="tx1"/>
                              </a:solidFill>
                              <a:latin typeface="Cambria Math" panose="02040503050406030204" pitchFamily="18" charset="0"/>
                            </a:rPr>
                            <m:t>m</m:t>
                          </m:r>
                        </m:e>
                        <m:sub>
                          <m:r>
                            <m:rPr>
                              <m:sty m:val="p"/>
                            </m:rPr>
                            <a:rPr lang="de-DE" sz="2400" b="0" i="1" smtClean="0">
                              <a:solidFill>
                                <a:schemeClr val="tx1"/>
                              </a:solidFill>
                              <a:latin typeface="Cambria Math" panose="02040503050406030204" pitchFamily="18" charset="0"/>
                            </a:rPr>
                            <m:t>S</m:t>
                          </m:r>
                        </m:sub>
                      </m:sSub>
                    </m:oMath>
                  </m:oMathPara>
                </a14:m>
                <a:endParaRPr lang="en-US" sz="2400" dirty="0">
                  <a:solidFill>
                    <a:schemeClr val="tx1"/>
                  </a:solidFill>
                </a:endParaRPr>
              </a:p>
            </p:txBody>
          </p:sp>
        </mc:Choice>
        <mc:Fallback xmlns="">
          <p:sp>
            <p:nvSpPr>
              <p:cNvPr id="96" name="TextBox 95">
                <a:extLst>
                  <a:ext uri="{FF2B5EF4-FFF2-40B4-BE49-F238E27FC236}">
                    <a16:creationId xmlns:a16="http://schemas.microsoft.com/office/drawing/2014/main" id="{0AF4373F-7904-5058-D7A8-FBDC9B53D927}"/>
                  </a:ext>
                </a:extLst>
              </p:cNvPr>
              <p:cNvSpPr txBox="1">
                <a:spLocks noRot="1" noChangeAspect="1" noMove="1" noResize="1" noEditPoints="1" noAdjustHandles="1" noChangeArrowheads="1" noChangeShapeType="1" noTextEdit="1"/>
              </p:cNvSpPr>
              <p:nvPr/>
            </p:nvSpPr>
            <p:spPr>
              <a:xfrm>
                <a:off x="9162612" y="1956110"/>
                <a:ext cx="642780" cy="461665"/>
              </a:xfrm>
              <a:prstGeom prst="rect">
                <a:avLst/>
              </a:prstGeom>
              <a:blipFill>
                <a:blip r:embed="rId16"/>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31770334"/>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160C16-12FD-9DE6-C75A-A67FB512C950}"/>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DFF0C4BC-E4C9-3626-9357-1ACF9C433792}"/>
                  </a:ext>
                </a:extLst>
              </p:cNvPr>
              <p:cNvSpPr txBox="1"/>
              <p:nvPr/>
            </p:nvSpPr>
            <p:spPr>
              <a:xfrm>
                <a:off x="-29093" y="1364356"/>
                <a:ext cx="723723" cy="523220"/>
              </a:xfrm>
              <a:prstGeom prst="rect">
                <a:avLst/>
              </a:prstGeom>
              <a:noFill/>
            </p:spPr>
            <p:txBody>
              <a:bodyPr wrap="none" rtlCol="0">
                <a:spAutoFit/>
              </a:bodyPr>
              <a:lstStyle/>
              <a:p>
                <a:pPr/>
                <a14:m>
                  <m:oMathPara xmlns:m="http://schemas.openxmlformats.org/officeDocument/2006/math">
                    <m:oMath>
                      <m:sSub>
                        <m:sSubPr>
                          <m:ctrlPr>
                            <a:rPr lang="de-DE" sz="2800" b="0" i="1" smtClean="0">
                              <a:latin typeface="Cambria Math" panose="02040503050406030204" pitchFamily="18" charset="0"/>
                            </a:rPr>
                          </m:ctrlPr>
                        </m:sSubPr>
                        <m:e>
                          <m:r>
                            <m:rPr>
                              <m:sty m:val="p"/>
                            </m:rPr>
                            <a:rPr lang="de-DE" sz="2800" b="0" i="1" smtClean="0">
                              <a:latin typeface="Cambria Math" panose="02040503050406030204" pitchFamily="18" charset="0"/>
                            </a:rPr>
                            <m:t>m</m:t>
                          </m:r>
                        </m:e>
                        <m:sub>
                          <m:r>
                            <a:rPr lang="de-DE" sz="2800" b="0" i="1" smtClean="0">
                              <a:latin typeface="Cambria Math" panose="02040503050406030204" pitchFamily="18" charset="0"/>
                            </a:rPr>
                            <m:t>0</m:t>
                          </m:r>
                        </m:sub>
                      </m:sSub>
                    </m:oMath>
                  </m:oMathPara>
                </a14:m>
                <a:endParaRPr lang="en-US" sz="2800" dirty="0"/>
              </a:p>
            </p:txBody>
          </p:sp>
        </mc:Choice>
        <mc:Fallback xmlns="">
          <p:sp>
            <p:nvSpPr>
              <p:cNvPr id="34" name="TextBox 33">
                <a:extLst>
                  <a:ext uri="{FF2B5EF4-FFF2-40B4-BE49-F238E27FC236}">
                    <a16:creationId xmlns:a16="http://schemas.microsoft.com/office/drawing/2014/main" id="{DFF0C4BC-E4C9-3626-9357-1ACF9C433792}"/>
                  </a:ext>
                </a:extLst>
              </p:cNvPr>
              <p:cNvSpPr txBox="1">
                <a:spLocks noRot="1" noChangeAspect="1" noMove="1" noResize="1" noEditPoints="1" noAdjustHandles="1" noChangeArrowheads="1" noChangeShapeType="1" noTextEdit="1"/>
              </p:cNvSpPr>
              <p:nvPr/>
            </p:nvSpPr>
            <p:spPr>
              <a:xfrm>
                <a:off x="-29093" y="1364356"/>
                <a:ext cx="723723" cy="523220"/>
              </a:xfrm>
              <a:prstGeom prst="rect">
                <a:avLst/>
              </a:prstGeom>
              <a:blipFill>
                <a:blip r:embed="rId3"/>
                <a:stretch>
                  <a:fillRect/>
                </a:stretch>
              </a:blipFill>
            </p:spPr>
            <p:txBody>
              <a:bodyPr/>
              <a:lstStyle/>
              <a:p>
                <a:r>
                  <a:rPr lang="en-US">
                    <a:noFill/>
                  </a:rPr>
                  <a:t> </a:t>
                </a:r>
              </a:p>
            </p:txBody>
          </p:sp>
        </mc:Fallback>
      </mc:AlternateContent>
      <p:sp>
        <p:nvSpPr>
          <p:cNvPr id="46" name="Rectangle 45">
            <a:extLst>
              <a:ext uri="{FF2B5EF4-FFF2-40B4-BE49-F238E27FC236}">
                <a16:creationId xmlns:a16="http://schemas.microsoft.com/office/drawing/2014/main" id="{6180AFA4-0F8F-E9D1-22D6-335D612F6758}"/>
              </a:ext>
            </a:extLst>
          </p:cNvPr>
          <p:cNvSpPr/>
          <p:nvPr/>
        </p:nvSpPr>
        <p:spPr>
          <a:xfrm>
            <a:off x="865921" y="195609"/>
            <a:ext cx="3898386" cy="2590486"/>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TextBox 50">
            <a:extLst>
              <a:ext uri="{FF2B5EF4-FFF2-40B4-BE49-F238E27FC236}">
                <a16:creationId xmlns:a16="http://schemas.microsoft.com/office/drawing/2014/main" id="{C9D8C44F-3CE7-667E-F641-F460D8800171}"/>
              </a:ext>
            </a:extLst>
          </p:cNvPr>
          <p:cNvSpPr txBox="1"/>
          <p:nvPr/>
        </p:nvSpPr>
        <p:spPr>
          <a:xfrm>
            <a:off x="1094108" y="195608"/>
            <a:ext cx="2238177" cy="523220"/>
          </a:xfrm>
          <a:prstGeom prst="rect">
            <a:avLst/>
          </a:prstGeom>
          <a:noFill/>
        </p:spPr>
        <p:txBody>
          <a:bodyPr wrap="none" rtlCol="0">
            <a:spAutoFit/>
          </a:bodyPr>
          <a:lstStyle/>
          <a:p>
            <a:r>
              <a:rPr lang="en-US" sz="2800" dirty="0"/>
              <a:t>Differentiator</a:t>
            </a:r>
          </a:p>
        </p:txBody>
      </p:sp>
      <p:sp>
        <p:nvSpPr>
          <p:cNvPr id="64" name="Oval 63">
            <a:extLst>
              <a:ext uri="{FF2B5EF4-FFF2-40B4-BE49-F238E27FC236}">
                <a16:creationId xmlns:a16="http://schemas.microsoft.com/office/drawing/2014/main" id="{C95AF466-3B71-9311-5EAE-0C9CD486709B}"/>
              </a:ext>
            </a:extLst>
          </p:cNvPr>
          <p:cNvSpPr>
            <a:spLocks noChangeAspect="1"/>
          </p:cNvSpPr>
          <p:nvPr/>
        </p:nvSpPr>
        <p:spPr>
          <a:xfrm>
            <a:off x="1428612" y="835769"/>
            <a:ext cx="482803" cy="48280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65" name="TextBox 64">
                <a:extLst>
                  <a:ext uri="{FF2B5EF4-FFF2-40B4-BE49-F238E27FC236}">
                    <a16:creationId xmlns:a16="http://schemas.microsoft.com/office/drawing/2014/main" id="{6048A3B1-744A-A980-9D06-4830C57CCC9D}"/>
                  </a:ext>
                </a:extLst>
              </p:cNvPr>
              <p:cNvSpPr txBox="1"/>
              <p:nvPr/>
            </p:nvSpPr>
            <p:spPr>
              <a:xfrm>
                <a:off x="1352395" y="797364"/>
                <a:ext cx="656402" cy="461665"/>
              </a:xfrm>
              <a:prstGeom prst="rect">
                <a:avLst/>
              </a:prstGeom>
              <a:noFill/>
            </p:spPr>
            <p:txBody>
              <a:bodyPr wrap="square">
                <a:spAutoFit/>
              </a:bodyPr>
              <a:lstStyle/>
              <a:p>
                <a:pPr/>
                <a14:m>
                  <m:oMathPara xmlns:m="http://schemas.openxmlformats.org/officeDocument/2006/math">
                    <m:oMath>
                      <m:sSub>
                        <m:sSubPr>
                          <m:ctrlPr>
                            <a:rPr lang="de-DE" sz="2400" b="0" i="1" smtClean="0">
                              <a:solidFill>
                                <a:schemeClr val="bg1"/>
                              </a:solidFill>
                              <a:latin typeface="Cambria Math" panose="02040503050406030204" pitchFamily="18" charset="0"/>
                            </a:rPr>
                          </m:ctrlPr>
                        </m:sSubPr>
                        <m:e>
                          <m:r>
                            <m:rPr>
                              <m:sty m:val="p"/>
                            </m:rPr>
                            <a:rPr lang="de-DE" sz="2400" b="0" i="1" smtClean="0">
                              <a:solidFill>
                                <a:schemeClr val="bg1"/>
                              </a:solidFill>
                              <a:latin typeface="Cambria Math" panose="02040503050406030204" pitchFamily="18" charset="0"/>
                            </a:rPr>
                            <m:t>r</m:t>
                          </m:r>
                        </m:e>
                        <m:sub>
                          <m:r>
                            <m:rPr>
                              <m:sty m:val="p"/>
                            </m:rPr>
                            <a:rPr lang="de-DE" sz="2400" b="0" i="1" smtClean="0">
                              <a:solidFill>
                                <a:schemeClr val="bg1"/>
                              </a:solidFill>
                              <a:latin typeface="Cambria Math" panose="02040503050406030204" pitchFamily="18" charset="0"/>
                            </a:rPr>
                            <m:t>F</m:t>
                          </m:r>
                        </m:sub>
                      </m:sSub>
                    </m:oMath>
                  </m:oMathPara>
                </a14:m>
                <a:endParaRPr lang="en-US" sz="2400" dirty="0">
                  <a:solidFill>
                    <a:schemeClr val="bg1"/>
                  </a:solidFill>
                </a:endParaRPr>
              </a:p>
            </p:txBody>
          </p:sp>
        </mc:Choice>
        <mc:Fallback xmlns="">
          <p:sp>
            <p:nvSpPr>
              <p:cNvPr id="65" name="TextBox 64">
                <a:extLst>
                  <a:ext uri="{FF2B5EF4-FFF2-40B4-BE49-F238E27FC236}">
                    <a16:creationId xmlns:a16="http://schemas.microsoft.com/office/drawing/2014/main" id="{6048A3B1-744A-A980-9D06-4830C57CCC9D}"/>
                  </a:ext>
                </a:extLst>
              </p:cNvPr>
              <p:cNvSpPr txBox="1">
                <a:spLocks noRot="1" noChangeAspect="1" noMove="1" noResize="1" noEditPoints="1" noAdjustHandles="1" noChangeArrowheads="1" noChangeShapeType="1" noTextEdit="1"/>
              </p:cNvSpPr>
              <p:nvPr/>
            </p:nvSpPr>
            <p:spPr>
              <a:xfrm>
                <a:off x="1352395" y="797364"/>
                <a:ext cx="656402" cy="461665"/>
              </a:xfrm>
              <a:prstGeom prst="rect">
                <a:avLst/>
              </a:prstGeom>
              <a:blipFill>
                <a:blip r:embed="rId4"/>
                <a:stretch>
                  <a:fillRect/>
                </a:stretch>
              </a:blipFill>
            </p:spPr>
            <p:txBody>
              <a:bodyPr/>
              <a:lstStyle/>
              <a:p>
                <a:r>
                  <a:rPr lang="en-US">
                    <a:noFill/>
                  </a:rPr>
                  <a:t> </a:t>
                </a:r>
              </a:p>
            </p:txBody>
          </p:sp>
        </mc:Fallback>
      </mc:AlternateContent>
      <p:sp>
        <p:nvSpPr>
          <p:cNvPr id="68" name="Oval 67">
            <a:extLst>
              <a:ext uri="{FF2B5EF4-FFF2-40B4-BE49-F238E27FC236}">
                <a16:creationId xmlns:a16="http://schemas.microsoft.com/office/drawing/2014/main" id="{DBCCB068-BD4A-8773-6F0D-51F22CEC2587}"/>
              </a:ext>
            </a:extLst>
          </p:cNvPr>
          <p:cNvSpPr>
            <a:spLocks noChangeAspect="1"/>
          </p:cNvSpPr>
          <p:nvPr/>
        </p:nvSpPr>
        <p:spPr>
          <a:xfrm>
            <a:off x="1428612" y="2016519"/>
            <a:ext cx="482803" cy="48280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70" name="TextBox 69">
                <a:extLst>
                  <a:ext uri="{FF2B5EF4-FFF2-40B4-BE49-F238E27FC236}">
                    <a16:creationId xmlns:a16="http://schemas.microsoft.com/office/drawing/2014/main" id="{7BF2674D-69C2-9E88-8915-4A1873A521E6}"/>
                  </a:ext>
                </a:extLst>
              </p:cNvPr>
              <p:cNvSpPr txBox="1"/>
              <p:nvPr/>
            </p:nvSpPr>
            <p:spPr>
              <a:xfrm>
                <a:off x="1352395" y="1978114"/>
                <a:ext cx="656402" cy="461665"/>
              </a:xfrm>
              <a:prstGeom prst="rect">
                <a:avLst/>
              </a:prstGeom>
              <a:noFill/>
            </p:spPr>
            <p:txBody>
              <a:bodyPr wrap="square">
                <a:spAutoFit/>
              </a:bodyPr>
              <a:lstStyle/>
              <a:p>
                <a:pPr/>
                <a14:m>
                  <m:oMathPara xmlns:m="http://schemas.openxmlformats.org/officeDocument/2006/math">
                    <m:oMath>
                      <m:sSub>
                        <m:sSubPr>
                          <m:ctrlPr>
                            <a:rPr lang="de-DE" sz="2400" b="0" i="1" smtClean="0">
                              <a:solidFill>
                                <a:schemeClr val="bg1"/>
                              </a:solidFill>
                              <a:latin typeface="Cambria Math" panose="02040503050406030204" pitchFamily="18" charset="0"/>
                            </a:rPr>
                          </m:ctrlPr>
                        </m:sSubPr>
                        <m:e>
                          <m:r>
                            <m:rPr>
                              <m:sty m:val="p"/>
                            </m:rPr>
                            <a:rPr lang="de-DE" sz="2400" b="0" i="1" smtClean="0">
                              <a:solidFill>
                                <a:schemeClr val="bg1"/>
                              </a:solidFill>
                              <a:latin typeface="Cambria Math" panose="02040503050406030204" pitchFamily="18" charset="0"/>
                            </a:rPr>
                            <m:t>r</m:t>
                          </m:r>
                        </m:e>
                        <m:sub>
                          <m:r>
                            <m:rPr>
                              <m:sty m:val="p"/>
                            </m:rPr>
                            <a:rPr lang="de-DE" sz="2400" b="0" i="1" smtClean="0">
                              <a:solidFill>
                                <a:schemeClr val="bg1"/>
                              </a:solidFill>
                              <a:latin typeface="Cambria Math" panose="02040503050406030204" pitchFamily="18" charset="0"/>
                            </a:rPr>
                            <m:t>S</m:t>
                          </m:r>
                        </m:sub>
                      </m:sSub>
                    </m:oMath>
                  </m:oMathPara>
                </a14:m>
                <a:endParaRPr lang="en-US" sz="2400" dirty="0">
                  <a:solidFill>
                    <a:schemeClr val="bg1"/>
                  </a:solidFill>
                </a:endParaRPr>
              </a:p>
            </p:txBody>
          </p:sp>
        </mc:Choice>
        <mc:Fallback xmlns="">
          <p:sp>
            <p:nvSpPr>
              <p:cNvPr id="70" name="TextBox 69">
                <a:extLst>
                  <a:ext uri="{FF2B5EF4-FFF2-40B4-BE49-F238E27FC236}">
                    <a16:creationId xmlns:a16="http://schemas.microsoft.com/office/drawing/2014/main" id="{7BF2674D-69C2-9E88-8915-4A1873A521E6}"/>
                  </a:ext>
                </a:extLst>
              </p:cNvPr>
              <p:cNvSpPr txBox="1">
                <a:spLocks noRot="1" noChangeAspect="1" noMove="1" noResize="1" noEditPoints="1" noAdjustHandles="1" noChangeArrowheads="1" noChangeShapeType="1" noTextEdit="1"/>
              </p:cNvSpPr>
              <p:nvPr/>
            </p:nvSpPr>
            <p:spPr>
              <a:xfrm>
                <a:off x="1352395" y="1978114"/>
                <a:ext cx="656402" cy="461665"/>
              </a:xfrm>
              <a:prstGeom prst="rect">
                <a:avLst/>
              </a:prstGeom>
              <a:blipFill>
                <a:blip r:embed="rId5"/>
                <a:stretch>
                  <a:fillRect b="-1316"/>
                </a:stretch>
              </a:blipFill>
            </p:spPr>
            <p:txBody>
              <a:bodyPr/>
              <a:lstStyle/>
              <a:p>
                <a:r>
                  <a:rPr lang="en-US">
                    <a:noFill/>
                  </a:rPr>
                  <a:t> </a:t>
                </a:r>
              </a:p>
            </p:txBody>
          </p:sp>
        </mc:Fallback>
      </mc:AlternateContent>
      <p:sp>
        <p:nvSpPr>
          <p:cNvPr id="71" name="Oval 70">
            <a:extLst>
              <a:ext uri="{FF2B5EF4-FFF2-40B4-BE49-F238E27FC236}">
                <a16:creationId xmlns:a16="http://schemas.microsoft.com/office/drawing/2014/main" id="{F941AF51-E82E-0189-0912-30618536446D}"/>
              </a:ext>
            </a:extLst>
          </p:cNvPr>
          <p:cNvSpPr>
            <a:spLocks noChangeAspect="1"/>
          </p:cNvSpPr>
          <p:nvPr/>
        </p:nvSpPr>
        <p:spPr>
          <a:xfrm>
            <a:off x="2825607" y="1356977"/>
            <a:ext cx="482803" cy="48280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74" name="TextBox 73">
                <a:extLst>
                  <a:ext uri="{FF2B5EF4-FFF2-40B4-BE49-F238E27FC236}">
                    <a16:creationId xmlns:a16="http://schemas.microsoft.com/office/drawing/2014/main" id="{53677650-6802-B8D6-17FE-3AB23EB7AC29}"/>
                  </a:ext>
                </a:extLst>
              </p:cNvPr>
              <p:cNvSpPr txBox="1"/>
              <p:nvPr/>
            </p:nvSpPr>
            <p:spPr>
              <a:xfrm>
                <a:off x="2749390" y="1318572"/>
                <a:ext cx="656402" cy="461665"/>
              </a:xfrm>
              <a:prstGeom prst="rect">
                <a:avLst/>
              </a:prstGeom>
              <a:noFill/>
            </p:spPr>
            <p:txBody>
              <a:bodyPr wrap="square">
                <a:spAutoFit/>
              </a:bodyPr>
              <a:lstStyle/>
              <a:p>
                <a:pPr/>
                <a14:m>
                  <m:oMathPara xmlns:m="http://schemas.openxmlformats.org/officeDocument/2006/math">
                    <m:oMath>
                      <m:sSub>
                        <m:sSubPr>
                          <m:ctrlPr>
                            <a:rPr lang="de-DE" sz="2400" b="0" i="1" smtClean="0">
                              <a:solidFill>
                                <a:schemeClr val="bg1"/>
                              </a:solidFill>
                              <a:latin typeface="Cambria Math" panose="02040503050406030204" pitchFamily="18" charset="0"/>
                            </a:rPr>
                          </m:ctrlPr>
                        </m:sSubPr>
                        <m:e>
                          <m:r>
                            <m:rPr>
                              <m:sty m:val="p"/>
                            </m:rPr>
                            <a:rPr lang="de-DE" sz="2400" b="0" i="1" smtClean="0">
                              <a:solidFill>
                                <a:schemeClr val="bg1"/>
                              </a:solidFill>
                              <a:latin typeface="Cambria Math" panose="02040503050406030204" pitchFamily="18" charset="0"/>
                            </a:rPr>
                            <m:t>r</m:t>
                          </m:r>
                        </m:e>
                        <m:sub>
                          <m:r>
                            <m:rPr>
                              <m:sty m:val="p"/>
                            </m:rPr>
                            <a:rPr lang="de-DE" sz="2400" b="0" i="1" smtClean="0">
                              <a:solidFill>
                                <a:schemeClr val="bg1"/>
                              </a:solidFill>
                              <a:latin typeface="Cambria Math" panose="02040503050406030204" pitchFamily="18" charset="0"/>
                            </a:rPr>
                            <m:t>I</m:t>
                          </m:r>
                        </m:sub>
                      </m:sSub>
                    </m:oMath>
                  </m:oMathPara>
                </a14:m>
                <a:endParaRPr lang="en-US" sz="2400" dirty="0">
                  <a:solidFill>
                    <a:schemeClr val="bg1"/>
                  </a:solidFill>
                </a:endParaRPr>
              </a:p>
            </p:txBody>
          </p:sp>
        </mc:Choice>
        <mc:Fallback xmlns="">
          <p:sp>
            <p:nvSpPr>
              <p:cNvPr id="74" name="TextBox 73">
                <a:extLst>
                  <a:ext uri="{FF2B5EF4-FFF2-40B4-BE49-F238E27FC236}">
                    <a16:creationId xmlns:a16="http://schemas.microsoft.com/office/drawing/2014/main" id="{53677650-6802-B8D6-17FE-3AB23EB7AC29}"/>
                  </a:ext>
                </a:extLst>
              </p:cNvPr>
              <p:cNvSpPr txBox="1">
                <a:spLocks noRot="1" noChangeAspect="1" noMove="1" noResize="1" noEditPoints="1" noAdjustHandles="1" noChangeArrowheads="1" noChangeShapeType="1" noTextEdit="1"/>
              </p:cNvSpPr>
              <p:nvPr/>
            </p:nvSpPr>
            <p:spPr>
              <a:xfrm>
                <a:off x="2749390" y="1318572"/>
                <a:ext cx="656402" cy="461665"/>
              </a:xfrm>
              <a:prstGeom prst="rect">
                <a:avLst/>
              </a:prstGeom>
              <a:blipFill>
                <a:blip r:embed="rId6"/>
                <a:stretch>
                  <a:fillRect b="-1316"/>
                </a:stretch>
              </a:blipFill>
            </p:spPr>
            <p:txBody>
              <a:bodyPr/>
              <a:lstStyle/>
              <a:p>
                <a:r>
                  <a:rPr lang="en-US">
                    <a:noFill/>
                  </a:rPr>
                  <a:t> </a:t>
                </a:r>
              </a:p>
            </p:txBody>
          </p:sp>
        </mc:Fallback>
      </mc:AlternateContent>
      <p:cxnSp>
        <p:nvCxnSpPr>
          <p:cNvPr id="75" name="Straight Arrow Connector 74">
            <a:extLst>
              <a:ext uri="{FF2B5EF4-FFF2-40B4-BE49-F238E27FC236}">
                <a16:creationId xmlns:a16="http://schemas.microsoft.com/office/drawing/2014/main" id="{A72F9F43-1499-3352-2F2C-BEE3B37DB779}"/>
              </a:ext>
            </a:extLst>
          </p:cNvPr>
          <p:cNvCxnSpPr>
            <a:cxnSpLocks/>
            <a:stCxn id="34" idx="3"/>
            <a:endCxn id="65" idx="1"/>
          </p:cNvCxnSpPr>
          <p:nvPr/>
        </p:nvCxnSpPr>
        <p:spPr>
          <a:xfrm flipV="1">
            <a:off x="694630" y="1028197"/>
            <a:ext cx="657765" cy="597769"/>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79" name="Straight Arrow Connector 78">
            <a:extLst>
              <a:ext uri="{FF2B5EF4-FFF2-40B4-BE49-F238E27FC236}">
                <a16:creationId xmlns:a16="http://schemas.microsoft.com/office/drawing/2014/main" id="{427CE0C5-4E68-93A5-7DD0-0752DF4FC3C2}"/>
              </a:ext>
            </a:extLst>
          </p:cNvPr>
          <p:cNvCxnSpPr>
            <a:cxnSpLocks/>
            <a:stCxn id="34" idx="3"/>
            <a:endCxn id="70" idx="1"/>
          </p:cNvCxnSpPr>
          <p:nvPr/>
        </p:nvCxnSpPr>
        <p:spPr>
          <a:xfrm>
            <a:off x="694630" y="1625966"/>
            <a:ext cx="657765" cy="582981"/>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82" name="Straight Arrow Connector 81">
            <a:extLst>
              <a:ext uri="{FF2B5EF4-FFF2-40B4-BE49-F238E27FC236}">
                <a16:creationId xmlns:a16="http://schemas.microsoft.com/office/drawing/2014/main" id="{95163252-442B-1EA3-62D9-A85AD77DC0EB}"/>
              </a:ext>
            </a:extLst>
          </p:cNvPr>
          <p:cNvCxnSpPr>
            <a:cxnSpLocks/>
            <a:stCxn id="65" idx="3"/>
            <a:endCxn id="74" idx="1"/>
          </p:cNvCxnSpPr>
          <p:nvPr/>
        </p:nvCxnSpPr>
        <p:spPr>
          <a:xfrm>
            <a:off x="2008797" y="1028197"/>
            <a:ext cx="740593" cy="521208"/>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85" name="Straight Arrow Connector 84">
            <a:extLst>
              <a:ext uri="{FF2B5EF4-FFF2-40B4-BE49-F238E27FC236}">
                <a16:creationId xmlns:a16="http://schemas.microsoft.com/office/drawing/2014/main" id="{58774337-CF6A-A04D-8403-30F17A5F736D}"/>
              </a:ext>
            </a:extLst>
          </p:cNvPr>
          <p:cNvCxnSpPr>
            <a:cxnSpLocks/>
            <a:stCxn id="70" idx="3"/>
            <a:endCxn id="74" idx="1"/>
          </p:cNvCxnSpPr>
          <p:nvPr/>
        </p:nvCxnSpPr>
        <p:spPr>
          <a:xfrm flipV="1">
            <a:off x="2008797" y="1549405"/>
            <a:ext cx="740593" cy="659542"/>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91" name="Straight Arrow Connector 90">
            <a:extLst>
              <a:ext uri="{FF2B5EF4-FFF2-40B4-BE49-F238E27FC236}">
                <a16:creationId xmlns:a16="http://schemas.microsoft.com/office/drawing/2014/main" id="{E1E83CE0-333F-2408-3B25-0E4705B71B08}"/>
              </a:ext>
            </a:extLst>
          </p:cNvPr>
          <p:cNvCxnSpPr>
            <a:cxnSpLocks/>
            <a:stCxn id="74" idx="3"/>
          </p:cNvCxnSpPr>
          <p:nvPr/>
        </p:nvCxnSpPr>
        <p:spPr>
          <a:xfrm flipV="1">
            <a:off x="3405792" y="1549404"/>
            <a:ext cx="740593" cy="1"/>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94" name="TextBox 93">
                <a:extLst>
                  <a:ext uri="{FF2B5EF4-FFF2-40B4-BE49-F238E27FC236}">
                    <a16:creationId xmlns:a16="http://schemas.microsoft.com/office/drawing/2014/main" id="{04CFF0C0-2723-0714-43E8-8FEC177BEB52}"/>
                  </a:ext>
                </a:extLst>
              </p:cNvPr>
              <p:cNvSpPr txBox="1"/>
              <p:nvPr/>
            </p:nvSpPr>
            <p:spPr>
              <a:xfrm>
                <a:off x="3969304" y="1057968"/>
                <a:ext cx="642780" cy="461665"/>
              </a:xfrm>
              <a:prstGeom prst="rect">
                <a:avLst/>
              </a:prstGeom>
              <a:noFill/>
            </p:spPr>
            <p:txBody>
              <a:bodyPr wrap="square">
                <a:spAutoFit/>
              </a:bodyPr>
              <a:lstStyle/>
              <a:p>
                <a:pPr/>
                <a14:m>
                  <m:oMathPara xmlns:m="http://schemas.openxmlformats.org/officeDocument/2006/math">
                    <m:oMath>
                      <m:sSub>
                        <m:sSubPr>
                          <m:ctrlPr>
                            <a:rPr lang="de-DE" sz="2400" b="0" i="0" smtClean="0">
                              <a:solidFill>
                                <a:schemeClr val="tx1"/>
                              </a:solidFill>
                              <a:latin typeface="Cambria Math" panose="02040503050406030204" pitchFamily="18" charset="0"/>
                            </a:rPr>
                          </m:ctrlPr>
                        </m:sSubPr>
                        <m:e>
                          <m:r>
                            <m:rPr>
                              <m:sty m:val="p"/>
                            </m:rPr>
                            <a:rPr lang="de-DE" sz="2400" b="0" i="0" smtClean="0">
                              <a:solidFill>
                                <a:schemeClr val="tx1"/>
                              </a:solidFill>
                              <a:latin typeface="Cambria Math" panose="02040503050406030204" pitchFamily="18" charset="0"/>
                            </a:rPr>
                            <m:t>m</m:t>
                          </m:r>
                        </m:e>
                        <m:sub>
                          <m:r>
                            <m:rPr>
                              <m:sty m:val="p"/>
                            </m:rPr>
                            <a:rPr lang="de-DE" sz="2400" b="0" i="1" smtClean="0">
                              <a:solidFill>
                                <a:schemeClr val="tx1"/>
                              </a:solidFill>
                              <a:latin typeface="Cambria Math" panose="02040503050406030204" pitchFamily="18" charset="0"/>
                            </a:rPr>
                            <m:t>d</m:t>
                          </m:r>
                        </m:sub>
                      </m:sSub>
                    </m:oMath>
                  </m:oMathPara>
                </a14:m>
                <a:endParaRPr lang="en-US" sz="2400" dirty="0">
                  <a:solidFill>
                    <a:schemeClr val="tx1"/>
                  </a:solidFill>
                </a:endParaRPr>
              </a:p>
            </p:txBody>
          </p:sp>
        </mc:Choice>
        <mc:Fallback xmlns="">
          <p:sp>
            <p:nvSpPr>
              <p:cNvPr id="94" name="TextBox 93">
                <a:extLst>
                  <a:ext uri="{FF2B5EF4-FFF2-40B4-BE49-F238E27FC236}">
                    <a16:creationId xmlns:a16="http://schemas.microsoft.com/office/drawing/2014/main" id="{04CFF0C0-2723-0714-43E8-8FEC177BEB52}"/>
                  </a:ext>
                </a:extLst>
              </p:cNvPr>
              <p:cNvSpPr txBox="1">
                <a:spLocks noRot="1" noChangeAspect="1" noMove="1" noResize="1" noEditPoints="1" noAdjustHandles="1" noChangeArrowheads="1" noChangeShapeType="1" noTextEdit="1"/>
              </p:cNvSpPr>
              <p:nvPr/>
            </p:nvSpPr>
            <p:spPr>
              <a:xfrm>
                <a:off x="3969304" y="1057968"/>
                <a:ext cx="642780" cy="461665"/>
              </a:xfrm>
              <a:prstGeom prst="rect">
                <a:avLst/>
              </a:prstGeom>
              <a:blipFill>
                <a:blip r:embed="rId7"/>
                <a:stretch>
                  <a:fillRect b="-2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5" name="TextBox 94">
                <a:extLst>
                  <a:ext uri="{FF2B5EF4-FFF2-40B4-BE49-F238E27FC236}">
                    <a16:creationId xmlns:a16="http://schemas.microsoft.com/office/drawing/2014/main" id="{CD5B9D96-6A93-525F-A43D-E0A739FC8003}"/>
                  </a:ext>
                </a:extLst>
              </p:cNvPr>
              <p:cNvSpPr txBox="1"/>
              <p:nvPr/>
            </p:nvSpPr>
            <p:spPr>
              <a:xfrm>
                <a:off x="2272420" y="747075"/>
                <a:ext cx="642780" cy="461665"/>
              </a:xfrm>
              <a:prstGeom prst="rect">
                <a:avLst/>
              </a:prstGeom>
              <a:noFill/>
            </p:spPr>
            <p:txBody>
              <a:bodyPr wrap="square">
                <a:spAutoFit/>
              </a:bodyPr>
              <a:lstStyle/>
              <a:p>
                <a:pPr/>
                <a14:m>
                  <m:oMathPara xmlns:m="http://schemas.openxmlformats.org/officeDocument/2006/math">
                    <m:oMath>
                      <m:sSub>
                        <m:sSubPr>
                          <m:ctrlPr>
                            <a:rPr lang="de-DE" sz="2400" b="0" i="0" smtClean="0">
                              <a:solidFill>
                                <a:schemeClr val="tx1"/>
                              </a:solidFill>
                              <a:latin typeface="Cambria Math" panose="02040503050406030204" pitchFamily="18" charset="0"/>
                            </a:rPr>
                          </m:ctrlPr>
                        </m:sSubPr>
                        <m:e>
                          <m:r>
                            <m:rPr>
                              <m:sty m:val="p"/>
                            </m:rPr>
                            <a:rPr lang="de-DE" sz="2400" b="0" i="0" smtClean="0">
                              <a:solidFill>
                                <a:schemeClr val="tx1"/>
                              </a:solidFill>
                              <a:latin typeface="Cambria Math" panose="02040503050406030204" pitchFamily="18" charset="0"/>
                            </a:rPr>
                            <m:t>m</m:t>
                          </m:r>
                        </m:e>
                        <m:sub>
                          <m:r>
                            <m:rPr>
                              <m:sty m:val="p"/>
                            </m:rPr>
                            <a:rPr lang="de-DE" sz="2400" b="0" i="1" smtClean="0">
                              <a:solidFill>
                                <a:schemeClr val="tx1"/>
                              </a:solidFill>
                              <a:latin typeface="Cambria Math" panose="02040503050406030204" pitchFamily="18" charset="0"/>
                            </a:rPr>
                            <m:t>F</m:t>
                          </m:r>
                        </m:sub>
                      </m:sSub>
                    </m:oMath>
                  </m:oMathPara>
                </a14:m>
                <a:endParaRPr lang="en-US" sz="2400" dirty="0">
                  <a:solidFill>
                    <a:schemeClr val="tx1"/>
                  </a:solidFill>
                </a:endParaRPr>
              </a:p>
            </p:txBody>
          </p:sp>
        </mc:Choice>
        <mc:Fallback xmlns="">
          <p:sp>
            <p:nvSpPr>
              <p:cNvPr id="95" name="TextBox 94">
                <a:extLst>
                  <a:ext uri="{FF2B5EF4-FFF2-40B4-BE49-F238E27FC236}">
                    <a16:creationId xmlns:a16="http://schemas.microsoft.com/office/drawing/2014/main" id="{CD5B9D96-6A93-525F-A43D-E0A739FC8003}"/>
                  </a:ext>
                </a:extLst>
              </p:cNvPr>
              <p:cNvSpPr txBox="1">
                <a:spLocks noRot="1" noChangeAspect="1" noMove="1" noResize="1" noEditPoints="1" noAdjustHandles="1" noChangeArrowheads="1" noChangeShapeType="1" noTextEdit="1"/>
              </p:cNvSpPr>
              <p:nvPr/>
            </p:nvSpPr>
            <p:spPr>
              <a:xfrm>
                <a:off x="2272420" y="747075"/>
                <a:ext cx="642780" cy="461665"/>
              </a:xfrm>
              <a:prstGeom prst="rect">
                <a:avLst/>
              </a:prstGeom>
              <a:blipFill>
                <a:blip r:embed="rId8"/>
                <a:stretch>
                  <a:fillRect b="-1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6" name="TextBox 95">
                <a:extLst>
                  <a:ext uri="{FF2B5EF4-FFF2-40B4-BE49-F238E27FC236}">
                    <a16:creationId xmlns:a16="http://schemas.microsoft.com/office/drawing/2014/main" id="{00AE40AB-8428-2DE1-9BF9-B69F2D080074}"/>
                  </a:ext>
                </a:extLst>
              </p:cNvPr>
              <p:cNvSpPr txBox="1"/>
              <p:nvPr/>
            </p:nvSpPr>
            <p:spPr>
              <a:xfrm>
                <a:off x="2327320" y="1971690"/>
                <a:ext cx="642780" cy="461665"/>
              </a:xfrm>
              <a:prstGeom prst="rect">
                <a:avLst/>
              </a:prstGeom>
              <a:noFill/>
            </p:spPr>
            <p:txBody>
              <a:bodyPr wrap="square">
                <a:spAutoFit/>
              </a:bodyPr>
              <a:lstStyle/>
              <a:p>
                <a:pPr/>
                <a14:m>
                  <m:oMathPara xmlns:m="http://schemas.openxmlformats.org/officeDocument/2006/math">
                    <m:oMath>
                      <m:sSub>
                        <m:sSubPr>
                          <m:ctrlPr>
                            <a:rPr lang="de-DE" sz="2400" b="0" i="0" smtClean="0">
                              <a:solidFill>
                                <a:schemeClr val="tx1"/>
                              </a:solidFill>
                              <a:latin typeface="Cambria Math" panose="02040503050406030204" pitchFamily="18" charset="0"/>
                            </a:rPr>
                          </m:ctrlPr>
                        </m:sSubPr>
                        <m:e>
                          <m:r>
                            <m:rPr>
                              <m:sty m:val="p"/>
                            </m:rPr>
                            <a:rPr lang="de-DE" sz="2400" b="0" i="0" smtClean="0">
                              <a:solidFill>
                                <a:schemeClr val="tx1"/>
                              </a:solidFill>
                              <a:latin typeface="Cambria Math" panose="02040503050406030204" pitchFamily="18" charset="0"/>
                            </a:rPr>
                            <m:t>m</m:t>
                          </m:r>
                        </m:e>
                        <m:sub>
                          <m:r>
                            <m:rPr>
                              <m:sty m:val="p"/>
                            </m:rPr>
                            <a:rPr lang="de-DE" sz="2400" b="0" i="1" smtClean="0">
                              <a:solidFill>
                                <a:schemeClr val="tx1"/>
                              </a:solidFill>
                              <a:latin typeface="Cambria Math" panose="02040503050406030204" pitchFamily="18" charset="0"/>
                            </a:rPr>
                            <m:t>S</m:t>
                          </m:r>
                        </m:sub>
                      </m:sSub>
                    </m:oMath>
                  </m:oMathPara>
                </a14:m>
                <a:endParaRPr lang="en-US" sz="2400" dirty="0">
                  <a:solidFill>
                    <a:schemeClr val="tx1"/>
                  </a:solidFill>
                </a:endParaRPr>
              </a:p>
            </p:txBody>
          </p:sp>
        </mc:Choice>
        <mc:Fallback xmlns="">
          <p:sp>
            <p:nvSpPr>
              <p:cNvPr id="96" name="TextBox 95">
                <a:extLst>
                  <a:ext uri="{FF2B5EF4-FFF2-40B4-BE49-F238E27FC236}">
                    <a16:creationId xmlns:a16="http://schemas.microsoft.com/office/drawing/2014/main" id="{00AE40AB-8428-2DE1-9BF9-B69F2D080074}"/>
                  </a:ext>
                </a:extLst>
              </p:cNvPr>
              <p:cNvSpPr txBox="1">
                <a:spLocks noRot="1" noChangeAspect="1" noMove="1" noResize="1" noEditPoints="1" noAdjustHandles="1" noChangeArrowheads="1" noChangeShapeType="1" noTextEdit="1"/>
              </p:cNvSpPr>
              <p:nvPr/>
            </p:nvSpPr>
            <p:spPr>
              <a:xfrm>
                <a:off x="2327320" y="1971690"/>
                <a:ext cx="642780" cy="461665"/>
              </a:xfrm>
              <a:prstGeom prst="rect">
                <a:avLst/>
              </a:prstGeom>
              <a:blipFill>
                <a:blip r:embed="rId9"/>
                <a:stretch>
                  <a:fillRect b="-1316"/>
                </a:stretch>
              </a:blipFill>
            </p:spPr>
            <p:txBody>
              <a:bodyPr/>
              <a:lstStyle/>
              <a:p>
                <a:r>
                  <a:rPr lang="en-US">
                    <a:noFill/>
                  </a:rPr>
                  <a:t> </a:t>
                </a:r>
              </a:p>
            </p:txBody>
          </p:sp>
        </mc:Fallback>
      </mc:AlternateContent>
      <p:sp>
        <p:nvSpPr>
          <p:cNvPr id="2" name="TextBox 1">
            <a:extLst>
              <a:ext uri="{FF2B5EF4-FFF2-40B4-BE49-F238E27FC236}">
                <a16:creationId xmlns:a16="http://schemas.microsoft.com/office/drawing/2014/main" id="{5B04E862-8443-56C1-E1C8-3323B0273D19}"/>
              </a:ext>
            </a:extLst>
          </p:cNvPr>
          <p:cNvSpPr txBox="1"/>
          <p:nvPr/>
        </p:nvSpPr>
        <p:spPr>
          <a:xfrm>
            <a:off x="4899135" y="-7895"/>
            <a:ext cx="3155159" cy="461665"/>
          </a:xfrm>
          <a:prstGeom prst="rect">
            <a:avLst/>
          </a:prstGeom>
          <a:noFill/>
        </p:spPr>
        <p:txBody>
          <a:bodyPr wrap="none" rtlCol="0">
            <a:spAutoFit/>
          </a:bodyPr>
          <a:lstStyle/>
          <a:p>
            <a:r>
              <a:rPr lang="en-US" sz="2400" dirty="0" err="1"/>
              <a:t>Michaeles</a:t>
            </a:r>
            <a:r>
              <a:rPr lang="en-US" sz="2400" dirty="0"/>
              <a:t>-Menten Eq.</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630927FD-B115-0997-CE14-3308405AF16A}"/>
                  </a:ext>
                </a:extLst>
              </p:cNvPr>
              <p:cNvSpPr txBox="1"/>
              <p:nvPr/>
            </p:nvSpPr>
            <p:spPr>
              <a:xfrm>
                <a:off x="7883214" y="0"/>
                <a:ext cx="3293289" cy="872611"/>
              </a:xfrm>
              <a:prstGeom prst="rect">
                <a:avLst/>
              </a:prstGeom>
              <a:noFill/>
            </p:spPr>
            <p:txBody>
              <a:bodyPr wrap="square">
                <a:spAutoFit/>
              </a:bodyPr>
              <a:lstStyle/>
              <a:p>
                <a:pPr/>
                <a14:m>
                  <m:oMathPara xmlns:m="http://schemas.openxmlformats.org/officeDocument/2006/math">
                    <m:oMath>
                      <m:sSub>
                        <m:sSubPr>
                          <m:ctrlPr>
                            <a:rPr lang="de-DE" sz="2400" b="0" i="0" smtClean="0">
                              <a:latin typeface="Cambria Math" panose="02040503050406030204" pitchFamily="18" charset="0"/>
                            </a:rPr>
                          </m:ctrlPr>
                        </m:sSubPr>
                        <m:e>
                          <m:r>
                            <m:rPr>
                              <m:sty m:val="p"/>
                            </m:rPr>
                            <a:rPr lang="de-DE" sz="2400" b="0" i="0" smtClean="0">
                              <a:latin typeface="Cambria Math" panose="02040503050406030204" pitchFamily="18" charset="0"/>
                            </a:rPr>
                            <m:t>r</m:t>
                          </m:r>
                        </m:e>
                        <m:sub>
                          <m:r>
                            <m:rPr>
                              <m:sty m:val="p"/>
                            </m:rPr>
                            <a:rPr lang="de-DE" sz="2400" i="1">
                              <a:latin typeface="Cambria Math" panose="02040503050406030204" pitchFamily="18" charset="0"/>
                            </a:rPr>
                            <m:t>F</m:t>
                          </m:r>
                        </m:sub>
                      </m:sSub>
                      <m:r>
                        <a:rPr lang="de-DE" sz="2400" b="0" i="1" smtClean="0">
                          <a:latin typeface="Cambria Math" panose="02040503050406030204" pitchFamily="18" charset="0"/>
                        </a:rPr>
                        <m:t>: </m:t>
                      </m:r>
                      <m:f>
                        <m:fPr>
                          <m:ctrlPr>
                            <a:rPr lang="de-DE" sz="2400" i="1">
                              <a:latin typeface="Cambria Math" panose="02040503050406030204" pitchFamily="18" charset="0"/>
                            </a:rPr>
                          </m:ctrlPr>
                        </m:fPr>
                        <m:num>
                          <m:sSub>
                            <m:sSubPr>
                              <m:ctrlPr>
                                <a:rPr lang="de-DE" sz="2400">
                                  <a:latin typeface="Cambria Math" panose="02040503050406030204" pitchFamily="18" charset="0"/>
                                </a:rPr>
                              </m:ctrlPr>
                            </m:sSubPr>
                            <m:e>
                              <m:r>
                                <m:rPr>
                                  <m:sty m:val="p"/>
                                </m:rPr>
                                <a:rPr lang="de-DE" sz="2400">
                                  <a:latin typeface="Cambria Math" panose="02040503050406030204" pitchFamily="18" charset="0"/>
                                </a:rPr>
                                <m:t>m</m:t>
                              </m:r>
                            </m:e>
                            <m:sub>
                              <m:r>
                                <m:rPr>
                                  <m:sty m:val="p"/>
                                </m:rPr>
                                <a:rPr lang="de-DE" sz="2400" i="1">
                                  <a:latin typeface="Cambria Math" panose="02040503050406030204" pitchFamily="18" charset="0"/>
                                </a:rPr>
                                <m:t>F</m:t>
                              </m:r>
                            </m:sub>
                          </m:sSub>
                        </m:num>
                        <m:den>
                          <m:r>
                            <m:rPr>
                              <m:sty m:val="p"/>
                            </m:rPr>
                            <a:rPr lang="de-DE" sz="2400" b="0" i="1" smtClean="0">
                              <a:solidFill>
                                <a:schemeClr val="tx1"/>
                              </a:solidFill>
                              <a:latin typeface="Cambria Math" panose="02040503050406030204" pitchFamily="18" charset="0"/>
                            </a:rPr>
                            <m:t>dt</m:t>
                          </m:r>
                        </m:den>
                      </m:f>
                      <m:r>
                        <a:rPr lang="de-DE" sz="2400" b="0" i="1" smtClean="0">
                          <a:solidFill>
                            <a:schemeClr val="tx1"/>
                          </a:solidFill>
                          <a:latin typeface="Cambria Math" panose="02040503050406030204" pitchFamily="18" charset="0"/>
                        </a:rPr>
                        <m:t>=</m:t>
                      </m:r>
                      <m:sSub>
                        <m:sSubPr>
                          <m:ctrlPr>
                            <a:rPr lang="de-DE" sz="2400" b="0" i="1" smtClean="0">
                              <a:solidFill>
                                <a:schemeClr val="tx1"/>
                              </a:solidFill>
                              <a:latin typeface="Cambria Math" panose="02040503050406030204" pitchFamily="18" charset="0"/>
                            </a:rPr>
                          </m:ctrlPr>
                        </m:sSubPr>
                        <m:e>
                          <m:r>
                            <m:rPr>
                              <m:sty m:val="p"/>
                            </m:rPr>
                            <a:rPr lang="de-DE" sz="2400" b="0" i="1" smtClean="0">
                              <a:solidFill>
                                <a:schemeClr val="tx1"/>
                              </a:solidFill>
                              <a:latin typeface="Cambria Math" panose="02040503050406030204" pitchFamily="18" charset="0"/>
                            </a:rPr>
                            <m:t>V</m:t>
                          </m:r>
                        </m:e>
                        <m:sub>
                          <m:r>
                            <m:rPr>
                              <m:sty m:val="p"/>
                            </m:rPr>
                            <a:rPr lang="de-DE" sz="2400" b="0" i="1" smtClean="0">
                              <a:solidFill>
                                <a:schemeClr val="tx1"/>
                              </a:solidFill>
                              <a:latin typeface="Cambria Math" panose="02040503050406030204" pitchFamily="18" charset="0"/>
                            </a:rPr>
                            <m:t>F</m:t>
                          </m:r>
                        </m:sub>
                      </m:sSub>
                      <m:f>
                        <m:fPr>
                          <m:ctrlPr>
                            <a:rPr lang="de-DE" sz="2400" i="1">
                              <a:latin typeface="Cambria Math" panose="02040503050406030204" pitchFamily="18" charset="0"/>
                            </a:rPr>
                          </m:ctrlPr>
                        </m:fPr>
                        <m:num>
                          <m:d>
                            <m:dPr>
                              <m:begChr m:val="["/>
                              <m:endChr m:val="]"/>
                              <m:ctrlPr>
                                <a:rPr lang="de-DE" sz="2400" i="1">
                                  <a:latin typeface="Cambria Math" panose="02040503050406030204" pitchFamily="18" charset="0"/>
                                </a:rPr>
                              </m:ctrlPr>
                            </m:dPr>
                            <m:e>
                              <m:sSub>
                                <m:sSubPr>
                                  <m:ctrlPr>
                                    <a:rPr lang="de-DE" sz="2400" i="1">
                                      <a:latin typeface="Cambria Math" panose="02040503050406030204" pitchFamily="18" charset="0"/>
                                    </a:rPr>
                                  </m:ctrlPr>
                                </m:sSubPr>
                                <m:e>
                                  <m:r>
                                    <m:rPr>
                                      <m:sty m:val="p"/>
                                    </m:rPr>
                                    <a:rPr lang="de-DE" sz="2400" i="1">
                                      <a:latin typeface="Cambria Math" panose="02040503050406030204" pitchFamily="18" charset="0"/>
                                    </a:rPr>
                                    <m:t>m</m:t>
                                  </m:r>
                                </m:e>
                                <m:sub>
                                  <m:r>
                                    <a:rPr lang="de-DE" sz="2400" i="1">
                                      <a:latin typeface="Cambria Math" panose="02040503050406030204" pitchFamily="18" charset="0"/>
                                    </a:rPr>
                                    <m:t>0</m:t>
                                  </m:r>
                                </m:sub>
                              </m:sSub>
                            </m:e>
                          </m:d>
                        </m:num>
                        <m:den>
                          <m:sSub>
                            <m:sSubPr>
                              <m:ctrlPr>
                                <a:rPr lang="de-DE" sz="2400" b="0" i="1" smtClean="0">
                                  <a:solidFill>
                                    <a:schemeClr val="tx1"/>
                                  </a:solidFill>
                                  <a:latin typeface="Cambria Math" panose="02040503050406030204" pitchFamily="18" charset="0"/>
                                </a:rPr>
                              </m:ctrlPr>
                            </m:sSubPr>
                            <m:e>
                              <m:r>
                                <m:rPr>
                                  <m:sty m:val="p"/>
                                </m:rPr>
                                <a:rPr lang="de-DE" sz="2400" b="0" i="1" smtClean="0">
                                  <a:solidFill>
                                    <a:schemeClr val="tx1"/>
                                  </a:solidFill>
                                  <a:latin typeface="Cambria Math" panose="02040503050406030204" pitchFamily="18" charset="0"/>
                                </a:rPr>
                                <m:t>K</m:t>
                              </m:r>
                            </m:e>
                            <m:sub>
                              <m:r>
                                <m:rPr>
                                  <m:sty m:val="p"/>
                                </m:rPr>
                                <a:rPr lang="de-DE" sz="2400" b="0" i="1" smtClean="0">
                                  <a:solidFill>
                                    <a:schemeClr val="tx1"/>
                                  </a:solidFill>
                                  <a:latin typeface="Cambria Math" panose="02040503050406030204" pitchFamily="18" charset="0"/>
                                </a:rPr>
                                <m:t>F</m:t>
                              </m:r>
                            </m:sub>
                          </m:sSub>
                          <m:r>
                            <a:rPr lang="de-DE" sz="2400" b="0" i="1" smtClean="0">
                              <a:solidFill>
                                <a:schemeClr val="tx1"/>
                              </a:solidFill>
                              <a:latin typeface="Cambria Math" panose="02040503050406030204" pitchFamily="18" charset="0"/>
                            </a:rPr>
                            <m:t>+</m:t>
                          </m:r>
                          <m:d>
                            <m:dPr>
                              <m:begChr m:val="["/>
                              <m:endChr m:val="]"/>
                              <m:ctrlPr>
                                <a:rPr lang="de-DE" sz="2400" i="1">
                                  <a:latin typeface="Cambria Math" panose="02040503050406030204" pitchFamily="18" charset="0"/>
                                </a:rPr>
                              </m:ctrlPr>
                            </m:dPr>
                            <m:e>
                              <m:sSub>
                                <m:sSubPr>
                                  <m:ctrlPr>
                                    <a:rPr lang="de-DE" sz="2400" i="1">
                                      <a:latin typeface="Cambria Math" panose="02040503050406030204" pitchFamily="18" charset="0"/>
                                    </a:rPr>
                                  </m:ctrlPr>
                                </m:sSubPr>
                                <m:e>
                                  <m:r>
                                    <m:rPr>
                                      <m:sty m:val="p"/>
                                    </m:rPr>
                                    <a:rPr lang="de-DE" sz="2400" i="1">
                                      <a:latin typeface="Cambria Math" panose="02040503050406030204" pitchFamily="18" charset="0"/>
                                    </a:rPr>
                                    <m:t>m</m:t>
                                  </m:r>
                                </m:e>
                                <m:sub>
                                  <m:r>
                                    <a:rPr lang="de-DE" sz="2400" i="1">
                                      <a:latin typeface="Cambria Math" panose="02040503050406030204" pitchFamily="18" charset="0"/>
                                    </a:rPr>
                                    <m:t>0</m:t>
                                  </m:r>
                                </m:sub>
                              </m:sSub>
                            </m:e>
                          </m:d>
                        </m:den>
                      </m:f>
                    </m:oMath>
                  </m:oMathPara>
                </a14:m>
                <a:endParaRPr lang="en-US" sz="2400" dirty="0">
                  <a:solidFill>
                    <a:schemeClr val="tx1"/>
                  </a:solidFill>
                </a:endParaRPr>
              </a:p>
            </p:txBody>
          </p:sp>
        </mc:Choice>
        <mc:Fallback xmlns="">
          <p:sp>
            <p:nvSpPr>
              <p:cNvPr id="6" name="TextBox 5">
                <a:extLst>
                  <a:ext uri="{FF2B5EF4-FFF2-40B4-BE49-F238E27FC236}">
                    <a16:creationId xmlns:a16="http://schemas.microsoft.com/office/drawing/2014/main" id="{630927FD-B115-0997-CE14-3308405AF16A}"/>
                  </a:ext>
                </a:extLst>
              </p:cNvPr>
              <p:cNvSpPr txBox="1">
                <a:spLocks noRot="1" noChangeAspect="1" noMove="1" noResize="1" noEditPoints="1" noAdjustHandles="1" noChangeArrowheads="1" noChangeShapeType="1" noTextEdit="1"/>
              </p:cNvSpPr>
              <p:nvPr/>
            </p:nvSpPr>
            <p:spPr>
              <a:xfrm>
                <a:off x="7883214" y="0"/>
                <a:ext cx="3293289" cy="872611"/>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DD616FBF-ED6C-7A13-285E-53234E396D19}"/>
                  </a:ext>
                </a:extLst>
              </p:cNvPr>
              <p:cNvSpPr txBox="1"/>
              <p:nvPr/>
            </p:nvSpPr>
            <p:spPr>
              <a:xfrm>
                <a:off x="7871273" y="1276591"/>
                <a:ext cx="3293289" cy="872611"/>
              </a:xfrm>
              <a:prstGeom prst="rect">
                <a:avLst/>
              </a:prstGeom>
              <a:noFill/>
            </p:spPr>
            <p:txBody>
              <a:bodyPr wrap="square">
                <a:spAutoFit/>
              </a:bodyPr>
              <a:lstStyle/>
              <a:p>
                <a:pPr/>
                <a14:m>
                  <m:oMathPara xmlns:m="http://schemas.openxmlformats.org/officeDocument/2006/math">
                    <m:oMath>
                      <m:sSub>
                        <m:sSubPr>
                          <m:ctrlPr>
                            <a:rPr lang="de-DE" sz="2400">
                              <a:latin typeface="Cambria Math" panose="02040503050406030204" pitchFamily="18" charset="0"/>
                            </a:rPr>
                          </m:ctrlPr>
                        </m:sSubPr>
                        <m:e>
                          <m:r>
                            <m:rPr>
                              <m:sty m:val="p"/>
                            </m:rPr>
                            <a:rPr lang="de-DE" sz="2400">
                              <a:latin typeface="Cambria Math" panose="02040503050406030204" pitchFamily="18" charset="0"/>
                            </a:rPr>
                            <m:t>r</m:t>
                          </m:r>
                        </m:e>
                        <m:sub>
                          <m:r>
                            <m:rPr>
                              <m:sty m:val="p"/>
                            </m:rPr>
                            <a:rPr lang="de-DE" sz="2400" b="0" i="1" smtClean="0">
                              <a:latin typeface="Cambria Math" panose="02040503050406030204" pitchFamily="18" charset="0"/>
                            </a:rPr>
                            <m:t>S</m:t>
                          </m:r>
                        </m:sub>
                      </m:sSub>
                      <m:r>
                        <a:rPr lang="de-DE" sz="2400" i="1">
                          <a:latin typeface="Cambria Math" panose="02040503050406030204" pitchFamily="18" charset="0"/>
                        </a:rPr>
                        <m:t>:</m:t>
                      </m:r>
                      <m:r>
                        <a:rPr lang="de-DE" sz="2400" b="0" i="1" smtClean="0">
                          <a:latin typeface="Cambria Math" panose="02040503050406030204" pitchFamily="18" charset="0"/>
                        </a:rPr>
                        <m:t> </m:t>
                      </m:r>
                      <m:f>
                        <m:fPr>
                          <m:ctrlPr>
                            <a:rPr lang="de-DE" sz="2400" i="1">
                              <a:latin typeface="Cambria Math" panose="02040503050406030204" pitchFamily="18" charset="0"/>
                            </a:rPr>
                          </m:ctrlPr>
                        </m:fPr>
                        <m:num>
                          <m:sSub>
                            <m:sSubPr>
                              <m:ctrlPr>
                                <a:rPr lang="de-DE" sz="2400">
                                  <a:latin typeface="Cambria Math" panose="02040503050406030204" pitchFamily="18" charset="0"/>
                                </a:rPr>
                              </m:ctrlPr>
                            </m:sSubPr>
                            <m:e>
                              <m:r>
                                <m:rPr>
                                  <m:sty m:val="p"/>
                                </m:rPr>
                                <a:rPr lang="de-DE" sz="2400">
                                  <a:latin typeface="Cambria Math" panose="02040503050406030204" pitchFamily="18" charset="0"/>
                                </a:rPr>
                                <m:t>m</m:t>
                              </m:r>
                            </m:e>
                            <m:sub>
                              <m:r>
                                <m:rPr>
                                  <m:sty m:val="p"/>
                                </m:rPr>
                                <a:rPr lang="de-DE" sz="2400" b="0" i="1" smtClean="0">
                                  <a:latin typeface="Cambria Math" panose="02040503050406030204" pitchFamily="18" charset="0"/>
                                </a:rPr>
                                <m:t>S</m:t>
                              </m:r>
                            </m:sub>
                          </m:sSub>
                        </m:num>
                        <m:den>
                          <m:r>
                            <m:rPr>
                              <m:sty m:val="p"/>
                            </m:rPr>
                            <a:rPr lang="de-DE" sz="2400" b="0" i="1" smtClean="0">
                              <a:solidFill>
                                <a:schemeClr val="tx1"/>
                              </a:solidFill>
                              <a:latin typeface="Cambria Math" panose="02040503050406030204" pitchFamily="18" charset="0"/>
                            </a:rPr>
                            <m:t>dt</m:t>
                          </m:r>
                        </m:den>
                      </m:f>
                      <m:r>
                        <a:rPr lang="de-DE" sz="2400" b="0" i="1" smtClean="0">
                          <a:solidFill>
                            <a:schemeClr val="tx1"/>
                          </a:solidFill>
                          <a:latin typeface="Cambria Math" panose="02040503050406030204" pitchFamily="18" charset="0"/>
                        </a:rPr>
                        <m:t>=</m:t>
                      </m:r>
                      <m:sSub>
                        <m:sSubPr>
                          <m:ctrlPr>
                            <a:rPr lang="de-DE" sz="2400" b="0" i="1" smtClean="0">
                              <a:solidFill>
                                <a:schemeClr val="tx1"/>
                              </a:solidFill>
                              <a:latin typeface="Cambria Math" panose="02040503050406030204" pitchFamily="18" charset="0"/>
                            </a:rPr>
                          </m:ctrlPr>
                        </m:sSubPr>
                        <m:e>
                          <m:r>
                            <m:rPr>
                              <m:sty m:val="p"/>
                            </m:rPr>
                            <a:rPr lang="de-DE" sz="2400" b="0" i="1" smtClean="0">
                              <a:solidFill>
                                <a:schemeClr val="tx1"/>
                              </a:solidFill>
                              <a:latin typeface="Cambria Math" panose="02040503050406030204" pitchFamily="18" charset="0"/>
                            </a:rPr>
                            <m:t>V</m:t>
                          </m:r>
                        </m:e>
                        <m:sub>
                          <m:r>
                            <m:rPr>
                              <m:sty m:val="p"/>
                            </m:rPr>
                            <a:rPr lang="de-DE" sz="2400" b="0" i="1" smtClean="0">
                              <a:solidFill>
                                <a:schemeClr val="tx1"/>
                              </a:solidFill>
                              <a:latin typeface="Cambria Math" panose="02040503050406030204" pitchFamily="18" charset="0"/>
                            </a:rPr>
                            <m:t>S</m:t>
                          </m:r>
                        </m:sub>
                      </m:sSub>
                      <m:f>
                        <m:fPr>
                          <m:ctrlPr>
                            <a:rPr lang="de-DE" sz="2400" i="1">
                              <a:latin typeface="Cambria Math" panose="02040503050406030204" pitchFamily="18" charset="0"/>
                            </a:rPr>
                          </m:ctrlPr>
                        </m:fPr>
                        <m:num>
                          <m:d>
                            <m:dPr>
                              <m:begChr m:val="["/>
                              <m:endChr m:val="]"/>
                              <m:ctrlPr>
                                <a:rPr lang="de-DE" sz="2400" i="1">
                                  <a:latin typeface="Cambria Math" panose="02040503050406030204" pitchFamily="18" charset="0"/>
                                </a:rPr>
                              </m:ctrlPr>
                            </m:dPr>
                            <m:e>
                              <m:sSub>
                                <m:sSubPr>
                                  <m:ctrlPr>
                                    <a:rPr lang="de-DE" sz="2400" i="1">
                                      <a:latin typeface="Cambria Math" panose="02040503050406030204" pitchFamily="18" charset="0"/>
                                    </a:rPr>
                                  </m:ctrlPr>
                                </m:sSubPr>
                                <m:e>
                                  <m:r>
                                    <m:rPr>
                                      <m:sty m:val="p"/>
                                    </m:rPr>
                                    <a:rPr lang="de-DE" sz="2400" i="1">
                                      <a:latin typeface="Cambria Math" panose="02040503050406030204" pitchFamily="18" charset="0"/>
                                    </a:rPr>
                                    <m:t>m</m:t>
                                  </m:r>
                                </m:e>
                                <m:sub>
                                  <m:r>
                                    <a:rPr lang="de-DE" sz="2400" i="1">
                                      <a:latin typeface="Cambria Math" panose="02040503050406030204" pitchFamily="18" charset="0"/>
                                    </a:rPr>
                                    <m:t>0</m:t>
                                  </m:r>
                                </m:sub>
                              </m:sSub>
                            </m:e>
                          </m:d>
                        </m:num>
                        <m:den>
                          <m:sSub>
                            <m:sSubPr>
                              <m:ctrlPr>
                                <a:rPr lang="de-DE" sz="2400" b="0" i="1" smtClean="0">
                                  <a:solidFill>
                                    <a:schemeClr val="tx1"/>
                                  </a:solidFill>
                                  <a:latin typeface="Cambria Math" panose="02040503050406030204" pitchFamily="18" charset="0"/>
                                </a:rPr>
                              </m:ctrlPr>
                            </m:sSubPr>
                            <m:e>
                              <m:r>
                                <m:rPr>
                                  <m:sty m:val="p"/>
                                </m:rPr>
                                <a:rPr lang="de-DE" sz="2400" b="0" i="1" smtClean="0">
                                  <a:solidFill>
                                    <a:schemeClr val="tx1"/>
                                  </a:solidFill>
                                  <a:latin typeface="Cambria Math" panose="02040503050406030204" pitchFamily="18" charset="0"/>
                                </a:rPr>
                                <m:t>K</m:t>
                              </m:r>
                            </m:e>
                            <m:sub>
                              <m:r>
                                <m:rPr>
                                  <m:sty m:val="p"/>
                                </m:rPr>
                                <a:rPr lang="de-DE" sz="2400" b="0" i="1" smtClean="0">
                                  <a:solidFill>
                                    <a:schemeClr val="tx1"/>
                                  </a:solidFill>
                                  <a:latin typeface="Cambria Math" panose="02040503050406030204" pitchFamily="18" charset="0"/>
                                </a:rPr>
                                <m:t>F</m:t>
                              </m:r>
                            </m:sub>
                          </m:sSub>
                          <m:r>
                            <a:rPr lang="de-DE" sz="2400" b="0" i="1" smtClean="0">
                              <a:solidFill>
                                <a:schemeClr val="tx1"/>
                              </a:solidFill>
                              <a:latin typeface="Cambria Math" panose="02040503050406030204" pitchFamily="18" charset="0"/>
                            </a:rPr>
                            <m:t>+</m:t>
                          </m:r>
                          <m:d>
                            <m:dPr>
                              <m:begChr m:val="["/>
                              <m:endChr m:val="]"/>
                              <m:ctrlPr>
                                <a:rPr lang="de-DE" sz="2400" i="1">
                                  <a:latin typeface="Cambria Math" panose="02040503050406030204" pitchFamily="18" charset="0"/>
                                </a:rPr>
                              </m:ctrlPr>
                            </m:dPr>
                            <m:e>
                              <m:sSub>
                                <m:sSubPr>
                                  <m:ctrlPr>
                                    <a:rPr lang="de-DE" sz="2400" i="1">
                                      <a:latin typeface="Cambria Math" panose="02040503050406030204" pitchFamily="18" charset="0"/>
                                    </a:rPr>
                                  </m:ctrlPr>
                                </m:sSubPr>
                                <m:e>
                                  <m:r>
                                    <m:rPr>
                                      <m:sty m:val="p"/>
                                    </m:rPr>
                                    <a:rPr lang="de-DE" sz="2400" i="1">
                                      <a:latin typeface="Cambria Math" panose="02040503050406030204" pitchFamily="18" charset="0"/>
                                    </a:rPr>
                                    <m:t>m</m:t>
                                  </m:r>
                                </m:e>
                                <m:sub>
                                  <m:r>
                                    <a:rPr lang="de-DE" sz="2400" i="1">
                                      <a:latin typeface="Cambria Math" panose="02040503050406030204" pitchFamily="18" charset="0"/>
                                    </a:rPr>
                                    <m:t>0</m:t>
                                  </m:r>
                                </m:sub>
                              </m:sSub>
                            </m:e>
                          </m:d>
                        </m:den>
                      </m:f>
                    </m:oMath>
                  </m:oMathPara>
                </a14:m>
                <a:endParaRPr lang="en-US" sz="2400" dirty="0">
                  <a:solidFill>
                    <a:schemeClr val="tx1"/>
                  </a:solidFill>
                </a:endParaRPr>
              </a:p>
            </p:txBody>
          </p:sp>
        </mc:Choice>
        <mc:Fallback xmlns="">
          <p:sp>
            <p:nvSpPr>
              <p:cNvPr id="8" name="TextBox 7">
                <a:extLst>
                  <a:ext uri="{FF2B5EF4-FFF2-40B4-BE49-F238E27FC236}">
                    <a16:creationId xmlns:a16="http://schemas.microsoft.com/office/drawing/2014/main" id="{DD616FBF-ED6C-7A13-285E-53234E396D19}"/>
                  </a:ext>
                </a:extLst>
              </p:cNvPr>
              <p:cNvSpPr txBox="1">
                <a:spLocks noRot="1" noChangeAspect="1" noMove="1" noResize="1" noEditPoints="1" noAdjustHandles="1" noChangeArrowheads="1" noChangeShapeType="1" noTextEdit="1"/>
              </p:cNvSpPr>
              <p:nvPr/>
            </p:nvSpPr>
            <p:spPr>
              <a:xfrm>
                <a:off x="7871273" y="1276591"/>
                <a:ext cx="3293289" cy="872611"/>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0C8A9B77-B4D0-3E40-B62A-725B8832475E}"/>
                  </a:ext>
                </a:extLst>
              </p:cNvPr>
              <p:cNvSpPr txBox="1"/>
              <p:nvPr/>
            </p:nvSpPr>
            <p:spPr>
              <a:xfrm>
                <a:off x="7776125" y="2512225"/>
                <a:ext cx="4191044" cy="724686"/>
              </a:xfrm>
              <a:prstGeom prst="rect">
                <a:avLst/>
              </a:prstGeom>
              <a:noFill/>
            </p:spPr>
            <p:txBody>
              <a:bodyPr wrap="square">
                <a:spAutoFit/>
              </a:bodyPr>
              <a:lstStyle/>
              <a:p>
                <a:pPr/>
                <a14:m>
                  <m:oMathPara xmlns:m="http://schemas.openxmlformats.org/officeDocument/2006/math">
                    <m:oMath>
                      <m:sSub>
                        <m:sSubPr>
                          <m:ctrlPr>
                            <a:rPr lang="de-DE" sz="2400">
                              <a:latin typeface="Cambria Math" panose="02040503050406030204" pitchFamily="18" charset="0"/>
                            </a:rPr>
                          </m:ctrlPr>
                        </m:sSubPr>
                        <m:e>
                          <m:r>
                            <m:rPr>
                              <m:sty m:val="p"/>
                            </m:rPr>
                            <a:rPr lang="de-DE" sz="2400">
                              <a:latin typeface="Cambria Math" panose="02040503050406030204" pitchFamily="18" charset="0"/>
                            </a:rPr>
                            <m:t>r</m:t>
                          </m:r>
                        </m:e>
                        <m:sub>
                          <m:r>
                            <m:rPr>
                              <m:sty m:val="p"/>
                            </m:rPr>
                            <a:rPr lang="de-DE" sz="2400" b="0" i="1" smtClean="0">
                              <a:latin typeface="Cambria Math" panose="02040503050406030204" pitchFamily="18" charset="0"/>
                            </a:rPr>
                            <m:t>I</m:t>
                          </m:r>
                        </m:sub>
                      </m:sSub>
                      <m:r>
                        <a:rPr lang="de-DE" sz="2400" i="1">
                          <a:latin typeface="Cambria Math" panose="02040503050406030204" pitchFamily="18" charset="0"/>
                        </a:rPr>
                        <m:t>:</m:t>
                      </m:r>
                      <m:r>
                        <a:rPr lang="de-DE" sz="2400" b="0" i="1" smtClean="0">
                          <a:latin typeface="Cambria Math" panose="02040503050406030204" pitchFamily="18" charset="0"/>
                        </a:rPr>
                        <m:t> </m:t>
                      </m:r>
                      <m:f>
                        <m:fPr>
                          <m:ctrlPr>
                            <a:rPr lang="de-DE" sz="2400" i="1">
                              <a:latin typeface="Cambria Math" panose="02040503050406030204" pitchFamily="18" charset="0"/>
                            </a:rPr>
                          </m:ctrlPr>
                        </m:fPr>
                        <m:num>
                          <m:sSub>
                            <m:sSubPr>
                              <m:ctrlPr>
                                <a:rPr lang="de-DE" sz="2400">
                                  <a:latin typeface="Cambria Math" panose="02040503050406030204" pitchFamily="18" charset="0"/>
                                </a:rPr>
                              </m:ctrlPr>
                            </m:sSubPr>
                            <m:e>
                              <m:r>
                                <m:rPr>
                                  <m:sty m:val="p"/>
                                </m:rPr>
                                <a:rPr lang="de-DE" sz="2400">
                                  <a:latin typeface="Cambria Math" panose="02040503050406030204" pitchFamily="18" charset="0"/>
                                </a:rPr>
                                <m:t>m</m:t>
                              </m:r>
                            </m:e>
                            <m:sub>
                              <m:r>
                                <m:rPr>
                                  <m:sty m:val="p"/>
                                </m:rPr>
                                <a:rPr lang="de-DE" sz="2400" b="0" i="1" smtClean="0">
                                  <a:latin typeface="Cambria Math" panose="02040503050406030204" pitchFamily="18" charset="0"/>
                                </a:rPr>
                                <m:t>d</m:t>
                              </m:r>
                            </m:sub>
                          </m:sSub>
                        </m:num>
                        <m:den>
                          <m:r>
                            <m:rPr>
                              <m:sty m:val="p"/>
                            </m:rPr>
                            <a:rPr lang="de-DE" sz="2400" b="0" i="1" smtClean="0">
                              <a:solidFill>
                                <a:schemeClr val="tx1"/>
                              </a:solidFill>
                              <a:latin typeface="Cambria Math" panose="02040503050406030204" pitchFamily="18" charset="0"/>
                            </a:rPr>
                            <m:t>dt</m:t>
                          </m:r>
                        </m:den>
                      </m:f>
                      <m:r>
                        <a:rPr lang="de-DE" sz="2400" b="0" i="1" smtClean="0">
                          <a:solidFill>
                            <a:schemeClr val="tx1"/>
                          </a:solidFill>
                          <a:latin typeface="Cambria Math" panose="02040503050406030204" pitchFamily="18" charset="0"/>
                        </a:rPr>
                        <m:t>=</m:t>
                      </m:r>
                      <m:sSub>
                        <m:sSubPr>
                          <m:ctrlPr>
                            <a:rPr lang="de-DE" sz="2400" i="1">
                              <a:latin typeface="Cambria Math" panose="02040503050406030204" pitchFamily="18" charset="0"/>
                            </a:rPr>
                          </m:ctrlPr>
                        </m:sSubPr>
                        <m:e>
                          <m:r>
                            <m:rPr>
                              <m:sty m:val="p"/>
                            </m:rPr>
                            <a:rPr lang="de-DE" sz="2400" i="1">
                              <a:latin typeface="Cambria Math" panose="02040503050406030204" pitchFamily="18" charset="0"/>
                            </a:rPr>
                            <m:t>V</m:t>
                          </m:r>
                        </m:e>
                        <m:sub>
                          <m:r>
                            <m:rPr>
                              <m:sty m:val="p"/>
                            </m:rPr>
                            <a:rPr lang="de-DE" sz="2400" b="0" i="1" smtClean="0">
                              <a:latin typeface="Cambria Math" panose="02040503050406030204" pitchFamily="18" charset="0"/>
                            </a:rPr>
                            <m:t>P</m:t>
                          </m:r>
                        </m:sub>
                      </m:sSub>
                      <m:f>
                        <m:fPr>
                          <m:ctrlPr>
                            <a:rPr lang="de-DE" sz="2400" i="1">
                              <a:latin typeface="Cambria Math" panose="02040503050406030204" pitchFamily="18" charset="0"/>
                            </a:rPr>
                          </m:ctrlPr>
                        </m:fPr>
                        <m:num>
                          <m:sSub>
                            <m:sSubPr>
                              <m:ctrlPr>
                                <a:rPr lang="de-DE" sz="2400">
                                  <a:latin typeface="Cambria Math" panose="02040503050406030204" pitchFamily="18" charset="0"/>
                                </a:rPr>
                              </m:ctrlPr>
                            </m:sSubPr>
                            <m:e>
                              <m:r>
                                <m:rPr>
                                  <m:sty m:val="p"/>
                                </m:rPr>
                                <a:rPr lang="de-DE" sz="2400">
                                  <a:latin typeface="Cambria Math" panose="02040503050406030204" pitchFamily="18" charset="0"/>
                                </a:rPr>
                                <m:t>m</m:t>
                              </m:r>
                            </m:e>
                            <m:sub>
                              <m:r>
                                <m:rPr>
                                  <m:sty m:val="p"/>
                                </m:rPr>
                                <a:rPr lang="de-DE" sz="2400" i="1">
                                  <a:latin typeface="Cambria Math" panose="02040503050406030204" pitchFamily="18" charset="0"/>
                                </a:rPr>
                                <m:t>F</m:t>
                              </m:r>
                            </m:sub>
                          </m:sSub>
                        </m:num>
                        <m:den>
                          <m:r>
                            <m:rPr>
                              <m:sty m:val="p"/>
                            </m:rPr>
                            <a:rPr lang="de-DE" sz="2400" i="1">
                              <a:latin typeface="Cambria Math" panose="02040503050406030204" pitchFamily="18" charset="0"/>
                            </a:rPr>
                            <m:t>dt</m:t>
                          </m:r>
                        </m:den>
                      </m:f>
                      <m:r>
                        <a:rPr lang="de-DE" sz="2400" i="1">
                          <a:latin typeface="Cambria Math" panose="02040503050406030204" pitchFamily="18" charset="0"/>
                          <a:ea typeface="Cambria Math" panose="02040503050406030204" pitchFamily="18" charset="0"/>
                        </a:rPr>
                        <m:t>−</m:t>
                      </m:r>
                      <m:sSub>
                        <m:sSubPr>
                          <m:ctrlPr>
                            <a:rPr lang="de-DE" sz="2400" i="1">
                              <a:latin typeface="Cambria Math" panose="02040503050406030204" pitchFamily="18" charset="0"/>
                            </a:rPr>
                          </m:ctrlPr>
                        </m:sSubPr>
                        <m:e>
                          <m:r>
                            <m:rPr>
                              <m:sty m:val="p"/>
                            </m:rPr>
                            <a:rPr lang="de-DE" sz="2400" i="1">
                              <a:latin typeface="Cambria Math" panose="02040503050406030204" pitchFamily="18" charset="0"/>
                            </a:rPr>
                            <m:t>V</m:t>
                          </m:r>
                        </m:e>
                        <m:sub>
                          <m:r>
                            <m:rPr>
                              <m:sty m:val="p"/>
                            </m:rPr>
                            <a:rPr lang="de-DE" sz="2400" b="0" i="1" smtClean="0">
                              <a:latin typeface="Cambria Math" panose="02040503050406030204" pitchFamily="18" charset="0"/>
                            </a:rPr>
                            <m:t>I</m:t>
                          </m:r>
                        </m:sub>
                      </m:sSub>
                      <m:r>
                        <a:rPr lang="de-DE" sz="2400" b="0" i="1" smtClean="0">
                          <a:latin typeface="Cambria Math" panose="02040503050406030204" pitchFamily="18" charset="0"/>
                        </a:rPr>
                        <m:t>[</m:t>
                      </m:r>
                      <m:sSub>
                        <m:sSubPr>
                          <m:ctrlPr>
                            <a:rPr lang="de-DE" sz="2400">
                              <a:latin typeface="Cambria Math" panose="02040503050406030204" pitchFamily="18" charset="0"/>
                            </a:rPr>
                          </m:ctrlPr>
                        </m:sSubPr>
                        <m:e>
                          <m:r>
                            <m:rPr>
                              <m:sty m:val="p"/>
                            </m:rPr>
                            <a:rPr lang="de-DE" sz="2400">
                              <a:latin typeface="Cambria Math" panose="02040503050406030204" pitchFamily="18" charset="0"/>
                            </a:rPr>
                            <m:t>m</m:t>
                          </m:r>
                        </m:e>
                        <m:sub>
                          <m:r>
                            <m:rPr>
                              <m:sty m:val="p"/>
                            </m:rPr>
                            <a:rPr lang="de-DE" sz="2400" i="1">
                              <a:latin typeface="Cambria Math" panose="02040503050406030204" pitchFamily="18" charset="0"/>
                            </a:rPr>
                            <m:t>d</m:t>
                          </m:r>
                        </m:sub>
                      </m:sSub>
                      <m:r>
                        <a:rPr lang="de-DE" sz="2400" b="0" i="1" smtClean="0">
                          <a:latin typeface="Cambria Math" panose="02040503050406030204" pitchFamily="18" charset="0"/>
                        </a:rPr>
                        <m:t>][</m:t>
                      </m:r>
                      <m:sSub>
                        <m:sSubPr>
                          <m:ctrlPr>
                            <a:rPr lang="de-DE" sz="2400">
                              <a:latin typeface="Cambria Math" panose="02040503050406030204" pitchFamily="18" charset="0"/>
                            </a:rPr>
                          </m:ctrlPr>
                        </m:sSubPr>
                        <m:e>
                          <m:r>
                            <m:rPr>
                              <m:sty m:val="p"/>
                            </m:rPr>
                            <a:rPr lang="de-DE" sz="2400">
                              <a:latin typeface="Cambria Math" panose="02040503050406030204" pitchFamily="18" charset="0"/>
                            </a:rPr>
                            <m:t>m</m:t>
                          </m:r>
                        </m:e>
                        <m:sub>
                          <m:r>
                            <m:rPr>
                              <m:sty m:val="p"/>
                            </m:rPr>
                            <a:rPr lang="de-DE" sz="2400" b="0" i="1" smtClean="0">
                              <a:latin typeface="Cambria Math" panose="02040503050406030204" pitchFamily="18" charset="0"/>
                            </a:rPr>
                            <m:t>S</m:t>
                          </m:r>
                        </m:sub>
                      </m:sSub>
                      <m:r>
                        <a:rPr lang="de-DE" sz="2400" b="0" i="1" smtClean="0">
                          <a:latin typeface="Cambria Math" panose="02040503050406030204" pitchFamily="18" charset="0"/>
                        </a:rPr>
                        <m:t>]</m:t>
                      </m:r>
                    </m:oMath>
                  </m:oMathPara>
                </a14:m>
                <a:endParaRPr lang="en-US" sz="2400" dirty="0">
                  <a:solidFill>
                    <a:schemeClr val="tx1"/>
                  </a:solidFill>
                </a:endParaRPr>
              </a:p>
            </p:txBody>
          </p:sp>
        </mc:Choice>
        <mc:Fallback xmlns="">
          <p:sp>
            <p:nvSpPr>
              <p:cNvPr id="38" name="TextBox 37">
                <a:extLst>
                  <a:ext uri="{FF2B5EF4-FFF2-40B4-BE49-F238E27FC236}">
                    <a16:creationId xmlns:a16="http://schemas.microsoft.com/office/drawing/2014/main" id="{0C8A9B77-B4D0-3E40-B62A-725B8832475E}"/>
                  </a:ext>
                </a:extLst>
              </p:cNvPr>
              <p:cNvSpPr txBox="1">
                <a:spLocks noRot="1" noChangeAspect="1" noMove="1" noResize="1" noEditPoints="1" noAdjustHandles="1" noChangeArrowheads="1" noChangeShapeType="1" noTextEdit="1"/>
              </p:cNvSpPr>
              <p:nvPr/>
            </p:nvSpPr>
            <p:spPr>
              <a:xfrm>
                <a:off x="7776125" y="2512225"/>
                <a:ext cx="4191044" cy="724686"/>
              </a:xfrm>
              <a:prstGeom prst="rect">
                <a:avLst/>
              </a:prstGeom>
              <a:blipFill>
                <a:blip r:embed="rId12"/>
                <a:stretch>
                  <a:fillRect/>
                </a:stretch>
              </a:blipFill>
            </p:spPr>
            <p:txBody>
              <a:bodyPr/>
              <a:lstStyle/>
              <a:p>
                <a:r>
                  <a:rPr lang="en-US">
                    <a:noFill/>
                  </a:rPr>
                  <a:t> </a:t>
                </a:r>
              </a:p>
            </p:txBody>
          </p:sp>
        </mc:Fallback>
      </mc:AlternateContent>
      <p:sp>
        <p:nvSpPr>
          <p:cNvPr id="40" name="TextBox 39">
            <a:extLst>
              <a:ext uri="{FF2B5EF4-FFF2-40B4-BE49-F238E27FC236}">
                <a16:creationId xmlns:a16="http://schemas.microsoft.com/office/drawing/2014/main" id="{5C69B3FE-B188-1CD0-3EFD-C04EA683AD79}"/>
              </a:ext>
            </a:extLst>
          </p:cNvPr>
          <p:cNvSpPr txBox="1"/>
          <p:nvPr/>
        </p:nvSpPr>
        <p:spPr>
          <a:xfrm>
            <a:off x="11173201" y="82392"/>
            <a:ext cx="529312" cy="461665"/>
          </a:xfrm>
          <a:prstGeom prst="rect">
            <a:avLst/>
          </a:prstGeom>
          <a:noFill/>
        </p:spPr>
        <p:txBody>
          <a:bodyPr wrap="none" rtlCol="0">
            <a:spAutoFit/>
          </a:bodyPr>
          <a:lstStyle/>
          <a:p>
            <a:r>
              <a:rPr lang="en-US" sz="2400" dirty="0"/>
              <a:t>(1)</a:t>
            </a:r>
          </a:p>
        </p:txBody>
      </p:sp>
      <p:sp>
        <p:nvSpPr>
          <p:cNvPr id="41" name="TextBox 40">
            <a:extLst>
              <a:ext uri="{FF2B5EF4-FFF2-40B4-BE49-F238E27FC236}">
                <a16:creationId xmlns:a16="http://schemas.microsoft.com/office/drawing/2014/main" id="{3BD59C07-8AA8-CE4A-260D-FFD1B21898C7}"/>
              </a:ext>
            </a:extLst>
          </p:cNvPr>
          <p:cNvSpPr txBox="1"/>
          <p:nvPr/>
        </p:nvSpPr>
        <p:spPr>
          <a:xfrm>
            <a:off x="11173201" y="1482063"/>
            <a:ext cx="529312" cy="461665"/>
          </a:xfrm>
          <a:prstGeom prst="rect">
            <a:avLst/>
          </a:prstGeom>
          <a:noFill/>
        </p:spPr>
        <p:txBody>
          <a:bodyPr wrap="none" rtlCol="0">
            <a:spAutoFit/>
          </a:bodyPr>
          <a:lstStyle/>
          <a:p>
            <a:r>
              <a:rPr lang="en-US" sz="2400" dirty="0"/>
              <a:t>(2)</a:t>
            </a:r>
          </a:p>
        </p:txBody>
      </p:sp>
      <p:sp>
        <p:nvSpPr>
          <p:cNvPr id="42" name="TextBox 41">
            <a:extLst>
              <a:ext uri="{FF2B5EF4-FFF2-40B4-BE49-F238E27FC236}">
                <a16:creationId xmlns:a16="http://schemas.microsoft.com/office/drawing/2014/main" id="{D2C225A6-7A36-97EC-1498-368C2691BC9E}"/>
              </a:ext>
            </a:extLst>
          </p:cNvPr>
          <p:cNvSpPr txBox="1"/>
          <p:nvPr/>
        </p:nvSpPr>
        <p:spPr>
          <a:xfrm>
            <a:off x="11702513" y="2643736"/>
            <a:ext cx="529312" cy="461665"/>
          </a:xfrm>
          <a:prstGeom prst="rect">
            <a:avLst/>
          </a:prstGeom>
          <a:noFill/>
        </p:spPr>
        <p:txBody>
          <a:bodyPr wrap="none" rtlCol="0">
            <a:spAutoFit/>
          </a:bodyPr>
          <a:lstStyle/>
          <a:p>
            <a:r>
              <a:rPr lang="en-US" sz="2400" dirty="0"/>
              <a:t>(3)</a:t>
            </a:r>
          </a:p>
        </p:txBody>
      </p:sp>
      <p:pic>
        <p:nvPicPr>
          <p:cNvPr id="57" name="Graphic 56">
            <a:extLst>
              <a:ext uri="{FF2B5EF4-FFF2-40B4-BE49-F238E27FC236}">
                <a16:creationId xmlns:a16="http://schemas.microsoft.com/office/drawing/2014/main" id="{245777AE-0CE2-A283-40EE-11948663AB2B}"/>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6180343" y="3236911"/>
            <a:ext cx="5950734" cy="3590387"/>
          </a:xfrm>
          <a:prstGeom prst="rect">
            <a:avLst/>
          </a:prstGeom>
        </p:spPr>
      </p:pic>
      <p:pic>
        <p:nvPicPr>
          <p:cNvPr id="61" name="Graphic 60">
            <a:extLst>
              <a:ext uri="{FF2B5EF4-FFF2-40B4-BE49-F238E27FC236}">
                <a16:creationId xmlns:a16="http://schemas.microsoft.com/office/drawing/2014/main" id="{748BCD41-887F-40D2-6AAC-A7E17BBA5A9A}"/>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1" y="3240345"/>
            <a:ext cx="6008914" cy="3625490"/>
          </a:xfrm>
          <a:prstGeom prst="rect">
            <a:avLst/>
          </a:prstGeom>
        </p:spPr>
      </p:pic>
    </p:spTree>
    <p:extLst>
      <p:ext uri="{BB962C8B-B14F-4D97-AF65-F5344CB8AC3E}">
        <p14:creationId xmlns:p14="http://schemas.microsoft.com/office/powerpoint/2010/main" val="1013832633"/>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035B73-55AC-8E01-1ED3-C73D7EE855F2}"/>
            </a:ext>
          </a:extLst>
        </p:cNvPr>
        <p:cNvGrpSpPr/>
        <p:nvPr/>
      </p:nvGrpSpPr>
      <p:grpSpPr>
        <a:xfrm>
          <a:off x="0" y="0"/>
          <a:ext cx="0" cy="0"/>
          <a:chOff x="0" y="0"/>
          <a:chExt cx="0" cy="0"/>
        </a:xfrm>
      </p:grpSpPr>
      <p:sp>
        <p:nvSpPr>
          <p:cNvPr id="82" name="Rectangle 81">
            <a:extLst>
              <a:ext uri="{FF2B5EF4-FFF2-40B4-BE49-F238E27FC236}">
                <a16:creationId xmlns:a16="http://schemas.microsoft.com/office/drawing/2014/main" id="{344E7301-193C-BD3D-28BD-4E2E36DFD83A}"/>
              </a:ext>
            </a:extLst>
          </p:cNvPr>
          <p:cNvSpPr/>
          <p:nvPr/>
        </p:nvSpPr>
        <p:spPr>
          <a:xfrm>
            <a:off x="288234" y="1291167"/>
            <a:ext cx="5605669" cy="286055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5DE2198-E1D0-A4E4-C59D-D9EEA378ABE1}"/>
              </a:ext>
            </a:extLst>
          </p:cNvPr>
          <p:cNvSpPr>
            <a:spLocks noGrp="1"/>
          </p:cNvSpPr>
          <p:nvPr>
            <p:ph type="title"/>
          </p:nvPr>
        </p:nvSpPr>
        <p:spPr>
          <a:xfrm>
            <a:off x="129539" y="170815"/>
            <a:ext cx="7173785" cy="720725"/>
          </a:xfrm>
        </p:spPr>
        <p:txBody>
          <a:bodyPr>
            <a:normAutofit/>
          </a:bodyPr>
          <a:lstStyle/>
          <a:p>
            <a:r>
              <a:rPr lang="de-DE" sz="3600" dirty="0"/>
              <a:t>Mapping a 2-neuron NN</a:t>
            </a:r>
            <a:endParaRPr lang="en-US" sz="3600" dirty="0"/>
          </a:p>
        </p:txBody>
      </p:sp>
      <p:sp>
        <p:nvSpPr>
          <p:cNvPr id="17" name="Oval 16">
            <a:extLst>
              <a:ext uri="{FF2B5EF4-FFF2-40B4-BE49-F238E27FC236}">
                <a16:creationId xmlns:a16="http://schemas.microsoft.com/office/drawing/2014/main" id="{FAD572CE-A56D-7BEC-26DD-3712AB1ED0AB}"/>
              </a:ext>
            </a:extLst>
          </p:cNvPr>
          <p:cNvSpPr>
            <a:spLocks noChangeAspect="1"/>
          </p:cNvSpPr>
          <p:nvPr/>
        </p:nvSpPr>
        <p:spPr>
          <a:xfrm>
            <a:off x="2974080" y="1340627"/>
            <a:ext cx="482803" cy="48280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CE5EF8C-876B-C050-C454-5E8610EAE629}"/>
              </a:ext>
            </a:extLst>
          </p:cNvPr>
          <p:cNvSpPr>
            <a:spLocks noChangeAspect="1"/>
          </p:cNvSpPr>
          <p:nvPr/>
        </p:nvSpPr>
        <p:spPr>
          <a:xfrm>
            <a:off x="2985510" y="3543219"/>
            <a:ext cx="482803" cy="48280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1" name="Straight Arrow Connector 20">
            <a:extLst>
              <a:ext uri="{FF2B5EF4-FFF2-40B4-BE49-F238E27FC236}">
                <a16:creationId xmlns:a16="http://schemas.microsoft.com/office/drawing/2014/main" id="{B7043DCA-A170-7D8A-92D6-EB08209CAED3}"/>
              </a:ext>
            </a:extLst>
          </p:cNvPr>
          <p:cNvCxnSpPr>
            <a:cxnSpLocks/>
            <a:stCxn id="18" idx="6"/>
            <a:endCxn id="50" idx="3"/>
          </p:cNvCxnSpPr>
          <p:nvPr/>
        </p:nvCxnSpPr>
        <p:spPr>
          <a:xfrm flipV="1">
            <a:off x="3468313" y="2844987"/>
            <a:ext cx="1208754" cy="939634"/>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79A11C32-2C3B-710A-82EE-5FFED132C917}"/>
              </a:ext>
            </a:extLst>
          </p:cNvPr>
          <p:cNvCxnSpPr>
            <a:cxnSpLocks/>
            <a:stCxn id="17" idx="6"/>
            <a:endCxn id="50" idx="1"/>
          </p:cNvCxnSpPr>
          <p:nvPr/>
        </p:nvCxnSpPr>
        <p:spPr>
          <a:xfrm>
            <a:off x="3456883" y="1582029"/>
            <a:ext cx="1220184" cy="921565"/>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604C190E-F055-2DA9-4424-49915440218D}"/>
                  </a:ext>
                </a:extLst>
              </p:cNvPr>
              <p:cNvSpPr txBox="1"/>
              <p:nvPr/>
            </p:nvSpPr>
            <p:spPr>
              <a:xfrm>
                <a:off x="3824334" y="1455840"/>
                <a:ext cx="1006792" cy="461665"/>
              </a:xfrm>
              <a:prstGeom prst="rect">
                <a:avLst/>
              </a:prstGeom>
              <a:noFill/>
            </p:spPr>
            <p:txBody>
              <a:bodyPr wrap="square">
                <a:spAutoFit/>
              </a:bodyPr>
              <a:lstStyle/>
              <a:p>
                <a:pPr/>
                <a14:m>
                  <m:oMathPara xmlns:m="http://schemas.openxmlformats.org/officeDocument/2006/math">
                    <m:oMath>
                      <m:sSub>
                        <m:sSubPr>
                          <m:ctrlPr>
                            <a:rPr lang="de-DE" sz="2400" b="0" i="0" smtClean="0">
                              <a:solidFill>
                                <a:schemeClr val="tx1"/>
                              </a:solidFill>
                              <a:latin typeface="Cambria Math" panose="02040503050406030204" pitchFamily="18" charset="0"/>
                            </a:rPr>
                          </m:ctrlPr>
                        </m:sSubPr>
                        <m:e>
                          <m:r>
                            <m:rPr>
                              <m:sty m:val="p"/>
                            </m:rPr>
                            <a:rPr lang="de-DE" sz="2400" b="0" i="0" smtClean="0">
                              <a:solidFill>
                                <a:schemeClr val="tx1"/>
                              </a:solidFill>
                              <a:latin typeface="Cambria Math" panose="02040503050406030204" pitchFamily="18" charset="0"/>
                            </a:rPr>
                            <m:t>m</m:t>
                          </m:r>
                        </m:e>
                        <m:sub>
                          <m:r>
                            <a:rPr lang="de-DE" sz="2400" b="0" i="1" smtClean="0">
                              <a:solidFill>
                                <a:schemeClr val="tx1"/>
                              </a:solidFill>
                              <a:latin typeface="Cambria Math" panose="02040503050406030204" pitchFamily="18" charset="0"/>
                            </a:rPr>
                            <m:t>4</m:t>
                          </m:r>
                        </m:sub>
                      </m:sSub>
                    </m:oMath>
                  </m:oMathPara>
                </a14:m>
                <a:endParaRPr lang="en-US" sz="2400" dirty="0">
                  <a:solidFill>
                    <a:schemeClr val="tx1"/>
                  </a:solidFill>
                </a:endParaRPr>
              </a:p>
            </p:txBody>
          </p:sp>
        </mc:Choice>
        <mc:Fallback xmlns="">
          <p:sp>
            <p:nvSpPr>
              <p:cNvPr id="40" name="TextBox 39">
                <a:extLst>
                  <a:ext uri="{FF2B5EF4-FFF2-40B4-BE49-F238E27FC236}">
                    <a16:creationId xmlns:a16="http://schemas.microsoft.com/office/drawing/2014/main" id="{604C190E-F055-2DA9-4424-49915440218D}"/>
                  </a:ext>
                </a:extLst>
              </p:cNvPr>
              <p:cNvSpPr txBox="1">
                <a:spLocks noRot="1" noChangeAspect="1" noMove="1" noResize="1" noEditPoints="1" noAdjustHandles="1" noChangeArrowheads="1" noChangeShapeType="1" noTextEdit="1"/>
              </p:cNvSpPr>
              <p:nvPr/>
            </p:nvSpPr>
            <p:spPr>
              <a:xfrm>
                <a:off x="3824334" y="1455840"/>
                <a:ext cx="1006792" cy="461665"/>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13DA95ED-FD71-C551-CFB7-FA56838D6B80}"/>
                  </a:ext>
                </a:extLst>
              </p:cNvPr>
              <p:cNvSpPr txBox="1"/>
              <p:nvPr/>
            </p:nvSpPr>
            <p:spPr>
              <a:xfrm>
                <a:off x="5726911" y="5738296"/>
                <a:ext cx="6271260" cy="491417"/>
              </a:xfrm>
              <a:prstGeom prst="rect">
                <a:avLst/>
              </a:prstGeom>
              <a:noFill/>
            </p:spPr>
            <p:txBody>
              <a:bodyPr wrap="square">
                <a:spAutoFit/>
              </a:bodyPr>
              <a:lstStyle/>
              <a:p>
                <a:pPr/>
                <a14:m>
                  <m:oMathPara xmlns:m="http://schemas.openxmlformats.org/officeDocument/2006/math">
                    <m:oMathParaPr>
                      <m:jc m:val="left"/>
                    </m:oMathParaPr>
                    <m:oMath>
                      <m:r>
                        <a:rPr lang="de-DE" sz="2400" b="0" i="1" smtClean="0">
                          <a:latin typeface="Cambria Math" panose="02040503050406030204" pitchFamily="18" charset="0"/>
                        </a:rPr>
                        <m:t>[0, ⋯,</m:t>
                      </m:r>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𝑏</m:t>
                          </m:r>
                        </m:e>
                        <m:sub>
                          <m:r>
                            <a:rPr lang="de-DE" sz="2400" b="0" i="1" smtClean="0">
                              <a:latin typeface="Cambria Math" panose="02040503050406030204" pitchFamily="18" charset="0"/>
                            </a:rPr>
                            <m:t>𝑚𝑖</m:t>
                          </m:r>
                        </m:sub>
                      </m:sSub>
                      <m:r>
                        <a:rPr lang="de-DE" sz="2400" b="0" i="1" smtClean="0">
                          <a:latin typeface="Cambria Math" panose="02040503050406030204" pitchFamily="18" charset="0"/>
                        </a:rPr>
                        <m:t>&gt;0,⋯,</m:t>
                      </m:r>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𝑏</m:t>
                          </m:r>
                        </m:e>
                        <m:sub>
                          <m:r>
                            <m:rPr>
                              <m:sty m:val="p"/>
                            </m:rPr>
                            <a:rPr lang="de-DE" sz="2400" b="0" i="1" smtClean="0">
                              <a:latin typeface="Cambria Math" panose="02040503050406030204" pitchFamily="18" charset="0"/>
                            </a:rPr>
                            <m:t>m</m:t>
                          </m:r>
                          <m:r>
                            <a:rPr lang="de-DE" sz="2400" b="0" i="1" smtClean="0">
                              <a:latin typeface="Cambria Math" panose="02040503050406030204" pitchFamily="18" charset="0"/>
                            </a:rPr>
                            <m:t>𝑗</m:t>
                          </m:r>
                        </m:sub>
                      </m:sSub>
                      <m:r>
                        <a:rPr lang="de-DE" sz="2400" b="0" i="1" smtClean="0">
                          <a:latin typeface="Cambria Math" panose="02040503050406030204" pitchFamily="18" charset="0"/>
                        </a:rPr>
                        <m:t>&gt;0,⋯,</m:t>
                      </m:r>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𝑏</m:t>
                          </m:r>
                        </m:e>
                        <m:sub>
                          <m:r>
                            <a:rPr lang="de-DE" sz="2400" b="0" i="1" smtClean="0">
                              <a:latin typeface="Cambria Math" panose="02040503050406030204" pitchFamily="18" charset="0"/>
                            </a:rPr>
                            <m:t>𝑚𝑘</m:t>
                          </m:r>
                        </m:sub>
                      </m:sSub>
                      <m:r>
                        <a:rPr lang="de-DE" sz="2400" b="0" i="1" smtClean="0">
                          <a:latin typeface="Cambria Math" panose="02040503050406030204" pitchFamily="18" charset="0"/>
                        </a:rPr>
                        <m:t>&lt;0,⋯,</m:t>
                      </m:r>
                      <m:r>
                        <a:rPr lang="de-DE" sz="2400" b="0" i="1" smtClean="0">
                          <a:latin typeface="Cambria Math" panose="02040503050406030204" pitchFamily="18" charset="0"/>
                          <a:ea typeface="Cambria Math" panose="02040503050406030204" pitchFamily="18" charset="0"/>
                        </a:rPr>
                        <m:t>0</m:t>
                      </m:r>
                      <m:r>
                        <a:rPr lang="de-DE" sz="2400" b="0" i="1" smtClean="0">
                          <a:latin typeface="Cambria Math" panose="02040503050406030204" pitchFamily="18" charset="0"/>
                        </a:rPr>
                        <m:t>]</m:t>
                      </m:r>
                    </m:oMath>
                  </m:oMathPara>
                </a14:m>
                <a:endParaRPr lang="en-US" sz="2400" dirty="0"/>
              </a:p>
            </p:txBody>
          </p:sp>
        </mc:Choice>
        <mc:Fallback xmlns="">
          <p:sp>
            <p:nvSpPr>
              <p:cNvPr id="6" name="TextBox 5">
                <a:extLst>
                  <a:ext uri="{FF2B5EF4-FFF2-40B4-BE49-F238E27FC236}">
                    <a16:creationId xmlns:a16="http://schemas.microsoft.com/office/drawing/2014/main" id="{13DA95ED-FD71-C551-CFB7-FA56838D6B80}"/>
                  </a:ext>
                </a:extLst>
              </p:cNvPr>
              <p:cNvSpPr txBox="1">
                <a:spLocks noRot="1" noChangeAspect="1" noMove="1" noResize="1" noEditPoints="1" noAdjustHandles="1" noChangeArrowheads="1" noChangeShapeType="1" noTextEdit="1"/>
              </p:cNvSpPr>
              <p:nvPr/>
            </p:nvSpPr>
            <p:spPr>
              <a:xfrm>
                <a:off x="5726911" y="5738296"/>
                <a:ext cx="6271260" cy="491417"/>
              </a:xfrm>
              <a:prstGeom prst="rect">
                <a:avLst/>
              </a:prstGeom>
              <a:blipFill>
                <a:blip r:embed="rId4"/>
                <a:stretch>
                  <a:fillRect l="-777" b="-11111"/>
                </a:stretch>
              </a:blipFill>
            </p:spPr>
            <p:txBody>
              <a:bodyPr/>
              <a:lstStyle/>
              <a:p>
                <a:r>
                  <a:rPr lang="en-US">
                    <a:noFill/>
                  </a:rPr>
                  <a:t> </a:t>
                </a:r>
              </a:p>
            </p:txBody>
          </p:sp>
        </mc:Fallback>
      </mc:AlternateContent>
      <p:sp>
        <p:nvSpPr>
          <p:cNvPr id="7" name="Rectangle: Rounded Corners 6">
            <a:extLst>
              <a:ext uri="{FF2B5EF4-FFF2-40B4-BE49-F238E27FC236}">
                <a16:creationId xmlns:a16="http://schemas.microsoft.com/office/drawing/2014/main" id="{4674176D-BA11-AB6E-4DF2-B60D8C509196}"/>
              </a:ext>
            </a:extLst>
          </p:cNvPr>
          <p:cNvSpPr/>
          <p:nvPr/>
        </p:nvSpPr>
        <p:spPr>
          <a:xfrm>
            <a:off x="8898604" y="1817175"/>
            <a:ext cx="643622" cy="2474575"/>
          </a:xfrm>
          <a:prstGeom prst="round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DD6A3EA8-AFC3-BDC6-C3CA-DDC9A69455A7}"/>
                  </a:ext>
                </a:extLst>
              </p:cNvPr>
              <p:cNvSpPr txBox="1"/>
              <p:nvPr/>
            </p:nvSpPr>
            <p:spPr>
              <a:xfrm>
                <a:off x="6739921" y="5265341"/>
                <a:ext cx="656402" cy="461665"/>
              </a:xfrm>
              <a:prstGeom prst="rect">
                <a:avLst/>
              </a:prstGeom>
              <a:noFill/>
            </p:spPr>
            <p:txBody>
              <a:bodyPr wrap="square">
                <a:spAutoFit/>
              </a:bodyPr>
              <a:lstStyle/>
              <a:p>
                <a:pPr/>
                <a14:m>
                  <m:oMathPara xmlns:m="http://schemas.openxmlformats.org/officeDocument/2006/math">
                    <m:oMath>
                      <m:sSub>
                        <m:sSubPr>
                          <m:ctrlPr>
                            <a:rPr lang="de-DE" sz="2400" b="0" i="1" smtClean="0">
                              <a:solidFill>
                                <a:schemeClr val="tx1"/>
                              </a:solidFill>
                              <a:latin typeface="Cambria Math" panose="02040503050406030204" pitchFamily="18" charset="0"/>
                            </a:rPr>
                          </m:ctrlPr>
                        </m:sSubPr>
                        <m:e>
                          <m:r>
                            <m:rPr>
                              <m:sty m:val="p"/>
                            </m:rPr>
                            <a:rPr lang="de-DE" sz="2400" b="0" i="1" smtClean="0">
                              <a:solidFill>
                                <a:schemeClr val="tx1"/>
                              </a:solidFill>
                              <a:latin typeface="Cambria Math" panose="02040503050406030204" pitchFamily="18" charset="0"/>
                            </a:rPr>
                            <m:t>r</m:t>
                          </m:r>
                        </m:e>
                        <m:sub>
                          <m:r>
                            <a:rPr lang="de-DE" sz="2400" b="0" i="1" smtClean="0">
                              <a:solidFill>
                                <a:schemeClr val="tx1"/>
                              </a:solidFill>
                              <a:latin typeface="Cambria Math" panose="02040503050406030204" pitchFamily="18" charset="0"/>
                            </a:rPr>
                            <m:t>𝑖</m:t>
                          </m:r>
                        </m:sub>
                      </m:sSub>
                    </m:oMath>
                  </m:oMathPara>
                </a14:m>
                <a:endParaRPr lang="en-US" sz="2400" dirty="0">
                  <a:solidFill>
                    <a:schemeClr val="tx1"/>
                  </a:solidFill>
                </a:endParaRPr>
              </a:p>
            </p:txBody>
          </p:sp>
        </mc:Choice>
        <mc:Fallback xmlns="">
          <p:sp>
            <p:nvSpPr>
              <p:cNvPr id="12" name="TextBox 11">
                <a:extLst>
                  <a:ext uri="{FF2B5EF4-FFF2-40B4-BE49-F238E27FC236}">
                    <a16:creationId xmlns:a16="http://schemas.microsoft.com/office/drawing/2014/main" id="{DD6A3EA8-AFC3-BDC6-C3CA-DDC9A69455A7}"/>
                  </a:ext>
                </a:extLst>
              </p:cNvPr>
              <p:cNvSpPr txBox="1">
                <a:spLocks noRot="1" noChangeAspect="1" noMove="1" noResize="1" noEditPoints="1" noAdjustHandles="1" noChangeArrowheads="1" noChangeShapeType="1" noTextEdit="1"/>
              </p:cNvSpPr>
              <p:nvPr/>
            </p:nvSpPr>
            <p:spPr>
              <a:xfrm>
                <a:off x="6739921" y="5265341"/>
                <a:ext cx="656402" cy="461665"/>
              </a:xfrm>
              <a:prstGeom prst="rect">
                <a:avLst/>
              </a:prstGeom>
              <a:blipFill>
                <a:blip r:embed="rId5"/>
                <a:stretch>
                  <a:fillRect b="-1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30C3A4C1-B43C-3A8F-DAD4-B81EC011E844}"/>
                  </a:ext>
                </a:extLst>
              </p:cNvPr>
              <p:cNvSpPr txBox="1"/>
              <p:nvPr/>
            </p:nvSpPr>
            <p:spPr>
              <a:xfrm>
                <a:off x="8173377" y="5246835"/>
                <a:ext cx="656402" cy="495905"/>
              </a:xfrm>
              <a:prstGeom prst="rect">
                <a:avLst/>
              </a:prstGeom>
              <a:noFill/>
            </p:spPr>
            <p:txBody>
              <a:bodyPr wrap="square">
                <a:spAutoFit/>
              </a:bodyPr>
              <a:lstStyle/>
              <a:p>
                <a:pPr/>
                <a14:m>
                  <m:oMathPara xmlns:m="http://schemas.openxmlformats.org/officeDocument/2006/math">
                    <m:oMath>
                      <m:sSub>
                        <m:sSubPr>
                          <m:ctrlPr>
                            <a:rPr lang="de-DE" sz="2400" b="0" i="1" smtClean="0">
                              <a:solidFill>
                                <a:schemeClr val="tx1"/>
                              </a:solidFill>
                              <a:latin typeface="Cambria Math" panose="02040503050406030204" pitchFamily="18" charset="0"/>
                            </a:rPr>
                          </m:ctrlPr>
                        </m:sSubPr>
                        <m:e>
                          <m:r>
                            <m:rPr>
                              <m:sty m:val="p"/>
                            </m:rPr>
                            <a:rPr lang="de-DE" sz="2400" b="0" i="1" smtClean="0">
                              <a:solidFill>
                                <a:schemeClr val="tx1"/>
                              </a:solidFill>
                              <a:latin typeface="Cambria Math" panose="02040503050406030204" pitchFamily="18" charset="0"/>
                            </a:rPr>
                            <m:t>r</m:t>
                          </m:r>
                        </m:e>
                        <m:sub>
                          <m:r>
                            <a:rPr lang="de-DE" sz="2400" b="0" i="1" smtClean="0">
                              <a:solidFill>
                                <a:schemeClr val="tx1"/>
                              </a:solidFill>
                              <a:latin typeface="Cambria Math" panose="02040503050406030204" pitchFamily="18" charset="0"/>
                            </a:rPr>
                            <m:t>𝑗</m:t>
                          </m:r>
                        </m:sub>
                      </m:sSub>
                    </m:oMath>
                  </m:oMathPara>
                </a14:m>
                <a:endParaRPr lang="en-US" sz="2400" dirty="0">
                  <a:solidFill>
                    <a:schemeClr val="tx1"/>
                  </a:solidFill>
                </a:endParaRPr>
              </a:p>
            </p:txBody>
          </p:sp>
        </mc:Choice>
        <mc:Fallback xmlns="">
          <p:sp>
            <p:nvSpPr>
              <p:cNvPr id="14" name="TextBox 13">
                <a:extLst>
                  <a:ext uri="{FF2B5EF4-FFF2-40B4-BE49-F238E27FC236}">
                    <a16:creationId xmlns:a16="http://schemas.microsoft.com/office/drawing/2014/main" id="{30C3A4C1-B43C-3A8F-DAD4-B81EC011E844}"/>
                  </a:ext>
                </a:extLst>
              </p:cNvPr>
              <p:cNvSpPr txBox="1">
                <a:spLocks noRot="1" noChangeAspect="1" noMove="1" noResize="1" noEditPoints="1" noAdjustHandles="1" noChangeArrowheads="1" noChangeShapeType="1" noTextEdit="1"/>
              </p:cNvSpPr>
              <p:nvPr/>
            </p:nvSpPr>
            <p:spPr>
              <a:xfrm>
                <a:off x="8173377" y="5246835"/>
                <a:ext cx="656402" cy="495905"/>
              </a:xfrm>
              <a:prstGeom prst="rect">
                <a:avLst/>
              </a:prstGeom>
              <a:blipFill>
                <a:blip r:embed="rId6"/>
                <a:stretch>
                  <a:fillRect b="-987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09A0B6DE-E530-A42C-8A38-DF8D7EA54001}"/>
                  </a:ext>
                </a:extLst>
              </p:cNvPr>
              <p:cNvSpPr txBox="1"/>
              <p:nvPr/>
            </p:nvSpPr>
            <p:spPr>
              <a:xfrm>
                <a:off x="9625088" y="5246834"/>
                <a:ext cx="656402" cy="461665"/>
              </a:xfrm>
              <a:prstGeom prst="rect">
                <a:avLst/>
              </a:prstGeom>
              <a:noFill/>
            </p:spPr>
            <p:txBody>
              <a:bodyPr wrap="square">
                <a:spAutoFit/>
              </a:bodyPr>
              <a:lstStyle/>
              <a:p>
                <a:pPr/>
                <a14:m>
                  <m:oMathPara xmlns:m="http://schemas.openxmlformats.org/officeDocument/2006/math">
                    <m:oMath>
                      <m:sSub>
                        <m:sSubPr>
                          <m:ctrlPr>
                            <a:rPr lang="de-DE" sz="2400" b="0" i="1" smtClean="0">
                              <a:solidFill>
                                <a:schemeClr val="tx1"/>
                              </a:solidFill>
                              <a:latin typeface="Cambria Math" panose="02040503050406030204" pitchFamily="18" charset="0"/>
                            </a:rPr>
                          </m:ctrlPr>
                        </m:sSubPr>
                        <m:e>
                          <m:r>
                            <m:rPr>
                              <m:sty m:val="p"/>
                            </m:rPr>
                            <a:rPr lang="de-DE" sz="2400" b="0" i="1" smtClean="0">
                              <a:solidFill>
                                <a:schemeClr val="tx1"/>
                              </a:solidFill>
                              <a:latin typeface="Cambria Math" panose="02040503050406030204" pitchFamily="18" charset="0"/>
                            </a:rPr>
                            <m:t>r</m:t>
                          </m:r>
                        </m:e>
                        <m:sub>
                          <m:r>
                            <a:rPr lang="de-DE" sz="2400" b="0" i="1" smtClean="0">
                              <a:solidFill>
                                <a:schemeClr val="tx1"/>
                              </a:solidFill>
                              <a:latin typeface="Cambria Math" panose="02040503050406030204" pitchFamily="18" charset="0"/>
                            </a:rPr>
                            <m:t>𝑘</m:t>
                          </m:r>
                        </m:sub>
                      </m:sSub>
                    </m:oMath>
                  </m:oMathPara>
                </a14:m>
                <a:endParaRPr lang="en-US" sz="2400" dirty="0">
                  <a:solidFill>
                    <a:schemeClr val="tx1"/>
                  </a:solidFill>
                </a:endParaRPr>
              </a:p>
            </p:txBody>
          </p:sp>
        </mc:Choice>
        <mc:Fallback xmlns="">
          <p:sp>
            <p:nvSpPr>
              <p:cNvPr id="15" name="TextBox 14">
                <a:extLst>
                  <a:ext uri="{FF2B5EF4-FFF2-40B4-BE49-F238E27FC236}">
                    <a16:creationId xmlns:a16="http://schemas.microsoft.com/office/drawing/2014/main" id="{09A0B6DE-E530-A42C-8A38-DF8D7EA54001}"/>
                  </a:ext>
                </a:extLst>
              </p:cNvPr>
              <p:cNvSpPr txBox="1">
                <a:spLocks noRot="1" noChangeAspect="1" noMove="1" noResize="1" noEditPoints="1" noAdjustHandles="1" noChangeArrowheads="1" noChangeShapeType="1" noTextEdit="1"/>
              </p:cNvSpPr>
              <p:nvPr/>
            </p:nvSpPr>
            <p:spPr>
              <a:xfrm>
                <a:off x="9625088" y="5246834"/>
                <a:ext cx="656402" cy="461665"/>
              </a:xfrm>
              <a:prstGeom prst="rect">
                <a:avLst/>
              </a:prstGeom>
              <a:blipFill>
                <a:blip r:embed="rId7"/>
                <a:stretch>
                  <a:fillRect b="-1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E453E609-3D57-9700-2569-398FB7DB8F24}"/>
                  </a:ext>
                </a:extLst>
              </p:cNvPr>
              <p:cNvSpPr txBox="1"/>
              <p:nvPr/>
            </p:nvSpPr>
            <p:spPr>
              <a:xfrm>
                <a:off x="3892920" y="3254615"/>
                <a:ext cx="1006792" cy="461665"/>
              </a:xfrm>
              <a:prstGeom prst="rect">
                <a:avLst/>
              </a:prstGeom>
              <a:noFill/>
            </p:spPr>
            <p:txBody>
              <a:bodyPr wrap="square">
                <a:spAutoFit/>
              </a:bodyPr>
              <a:lstStyle/>
              <a:p>
                <a:pPr/>
                <a14:m>
                  <m:oMathPara xmlns:m="http://schemas.openxmlformats.org/officeDocument/2006/math">
                    <m:oMath>
                      <m:sSub>
                        <m:sSubPr>
                          <m:ctrlPr>
                            <a:rPr lang="de-DE" sz="2400" b="0" i="0" smtClean="0">
                              <a:solidFill>
                                <a:schemeClr val="tx1"/>
                              </a:solidFill>
                              <a:latin typeface="Cambria Math" panose="02040503050406030204" pitchFamily="18" charset="0"/>
                            </a:rPr>
                          </m:ctrlPr>
                        </m:sSubPr>
                        <m:e>
                          <m:r>
                            <m:rPr>
                              <m:sty m:val="p"/>
                            </m:rPr>
                            <a:rPr lang="de-DE" sz="2400" b="0" i="0" smtClean="0">
                              <a:solidFill>
                                <a:schemeClr val="tx1"/>
                              </a:solidFill>
                              <a:latin typeface="Cambria Math" panose="02040503050406030204" pitchFamily="18" charset="0"/>
                            </a:rPr>
                            <m:t>m</m:t>
                          </m:r>
                        </m:e>
                        <m:sub>
                          <m:r>
                            <a:rPr lang="de-DE" sz="2400" b="0" i="1" smtClean="0">
                              <a:solidFill>
                                <a:schemeClr val="tx1"/>
                              </a:solidFill>
                              <a:latin typeface="Cambria Math" panose="02040503050406030204" pitchFamily="18" charset="0"/>
                            </a:rPr>
                            <m:t>4</m:t>
                          </m:r>
                        </m:sub>
                      </m:sSub>
                    </m:oMath>
                  </m:oMathPara>
                </a14:m>
                <a:endParaRPr lang="en-US" sz="2400" dirty="0">
                  <a:solidFill>
                    <a:schemeClr val="tx1"/>
                  </a:solidFill>
                </a:endParaRPr>
              </a:p>
            </p:txBody>
          </p:sp>
        </mc:Choice>
        <mc:Fallback xmlns="">
          <p:sp>
            <p:nvSpPr>
              <p:cNvPr id="3" name="TextBox 2">
                <a:extLst>
                  <a:ext uri="{FF2B5EF4-FFF2-40B4-BE49-F238E27FC236}">
                    <a16:creationId xmlns:a16="http://schemas.microsoft.com/office/drawing/2014/main" id="{E453E609-3D57-9700-2569-398FB7DB8F24}"/>
                  </a:ext>
                </a:extLst>
              </p:cNvPr>
              <p:cNvSpPr txBox="1">
                <a:spLocks noRot="1" noChangeAspect="1" noMove="1" noResize="1" noEditPoints="1" noAdjustHandles="1" noChangeArrowheads="1" noChangeShapeType="1" noTextEdit="1"/>
              </p:cNvSpPr>
              <p:nvPr/>
            </p:nvSpPr>
            <p:spPr>
              <a:xfrm>
                <a:off x="3892920" y="3254615"/>
                <a:ext cx="1006792" cy="461665"/>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B21D1864-3B62-A1F1-50B2-9AEF22FC284C}"/>
                  </a:ext>
                </a:extLst>
              </p:cNvPr>
              <p:cNvSpPr txBox="1"/>
              <p:nvPr/>
            </p:nvSpPr>
            <p:spPr>
              <a:xfrm>
                <a:off x="1511725" y="1414495"/>
                <a:ext cx="1006792" cy="461665"/>
              </a:xfrm>
              <a:prstGeom prst="rect">
                <a:avLst/>
              </a:prstGeom>
              <a:noFill/>
            </p:spPr>
            <p:txBody>
              <a:bodyPr wrap="square">
                <a:spAutoFit/>
              </a:bodyPr>
              <a:lstStyle/>
              <a:p>
                <a:pPr/>
                <a14:m>
                  <m:oMathPara xmlns:m="http://schemas.openxmlformats.org/officeDocument/2006/math">
                    <m:oMath>
                      <m:sSub>
                        <m:sSubPr>
                          <m:ctrlPr>
                            <a:rPr lang="de-DE" sz="2400" b="0" i="0" smtClean="0">
                              <a:solidFill>
                                <a:schemeClr val="tx1"/>
                              </a:solidFill>
                              <a:latin typeface="Cambria Math" panose="02040503050406030204" pitchFamily="18" charset="0"/>
                            </a:rPr>
                          </m:ctrlPr>
                        </m:sSubPr>
                        <m:e>
                          <m:r>
                            <m:rPr>
                              <m:sty m:val="p"/>
                            </m:rPr>
                            <a:rPr lang="de-DE" sz="2400" b="0" i="0" smtClean="0">
                              <a:solidFill>
                                <a:schemeClr val="tx1"/>
                              </a:solidFill>
                              <a:latin typeface="Cambria Math" panose="02040503050406030204" pitchFamily="18" charset="0"/>
                            </a:rPr>
                            <m:t>m</m:t>
                          </m:r>
                        </m:e>
                        <m:sub>
                          <m:r>
                            <a:rPr lang="de-DE" sz="2400" b="0" i="1" smtClean="0">
                              <a:solidFill>
                                <a:schemeClr val="tx1"/>
                              </a:solidFill>
                              <a:latin typeface="Cambria Math" panose="02040503050406030204" pitchFamily="18" charset="0"/>
                            </a:rPr>
                            <m:t>2</m:t>
                          </m:r>
                        </m:sub>
                      </m:sSub>
                    </m:oMath>
                  </m:oMathPara>
                </a14:m>
                <a:endParaRPr lang="en-US" sz="2400" dirty="0">
                  <a:solidFill>
                    <a:schemeClr val="tx1"/>
                  </a:solidFill>
                </a:endParaRPr>
              </a:p>
            </p:txBody>
          </p:sp>
        </mc:Choice>
        <mc:Fallback xmlns="">
          <p:sp>
            <p:nvSpPr>
              <p:cNvPr id="10" name="TextBox 9">
                <a:extLst>
                  <a:ext uri="{FF2B5EF4-FFF2-40B4-BE49-F238E27FC236}">
                    <a16:creationId xmlns:a16="http://schemas.microsoft.com/office/drawing/2014/main" id="{B21D1864-3B62-A1F1-50B2-9AEF22FC284C}"/>
                  </a:ext>
                </a:extLst>
              </p:cNvPr>
              <p:cNvSpPr txBox="1">
                <a:spLocks noRot="1" noChangeAspect="1" noMove="1" noResize="1" noEditPoints="1" noAdjustHandles="1" noChangeArrowheads="1" noChangeShapeType="1" noTextEdit="1"/>
              </p:cNvSpPr>
              <p:nvPr/>
            </p:nvSpPr>
            <p:spPr>
              <a:xfrm>
                <a:off x="1511725" y="1414495"/>
                <a:ext cx="1006792" cy="461665"/>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369926AD-15AB-B5A5-8910-1EDAD6C61D3A}"/>
                  </a:ext>
                </a:extLst>
              </p:cNvPr>
              <p:cNvSpPr txBox="1"/>
              <p:nvPr/>
            </p:nvSpPr>
            <p:spPr>
              <a:xfrm>
                <a:off x="1552507" y="3258379"/>
                <a:ext cx="1006792" cy="461665"/>
              </a:xfrm>
              <a:prstGeom prst="rect">
                <a:avLst/>
              </a:prstGeom>
              <a:noFill/>
            </p:spPr>
            <p:txBody>
              <a:bodyPr wrap="square">
                <a:spAutoFit/>
              </a:bodyPr>
              <a:lstStyle/>
              <a:p>
                <a:pPr/>
                <a14:m>
                  <m:oMathPara xmlns:m="http://schemas.openxmlformats.org/officeDocument/2006/math">
                    <m:oMath>
                      <m:sSub>
                        <m:sSubPr>
                          <m:ctrlPr>
                            <a:rPr lang="de-DE" sz="2400" b="0" i="0" smtClean="0">
                              <a:solidFill>
                                <a:schemeClr val="tx1"/>
                              </a:solidFill>
                              <a:latin typeface="Cambria Math" panose="02040503050406030204" pitchFamily="18" charset="0"/>
                            </a:rPr>
                          </m:ctrlPr>
                        </m:sSubPr>
                        <m:e>
                          <m:r>
                            <m:rPr>
                              <m:sty m:val="p"/>
                            </m:rPr>
                            <a:rPr lang="de-DE" sz="2400" b="0" i="0" smtClean="0">
                              <a:solidFill>
                                <a:schemeClr val="tx1"/>
                              </a:solidFill>
                              <a:latin typeface="Cambria Math" panose="02040503050406030204" pitchFamily="18" charset="0"/>
                            </a:rPr>
                            <m:t>m</m:t>
                          </m:r>
                        </m:e>
                        <m:sub>
                          <m:r>
                            <a:rPr lang="de-DE" sz="2400" b="0" i="1" smtClean="0">
                              <a:solidFill>
                                <a:schemeClr val="tx1"/>
                              </a:solidFill>
                              <a:latin typeface="Cambria Math" panose="02040503050406030204" pitchFamily="18" charset="0"/>
                            </a:rPr>
                            <m:t>3</m:t>
                          </m:r>
                        </m:sub>
                      </m:sSub>
                    </m:oMath>
                  </m:oMathPara>
                </a14:m>
                <a:endParaRPr lang="en-US" sz="2400" dirty="0">
                  <a:solidFill>
                    <a:schemeClr val="tx1"/>
                  </a:solidFill>
                </a:endParaRPr>
              </a:p>
            </p:txBody>
          </p:sp>
        </mc:Choice>
        <mc:Fallback xmlns="">
          <p:sp>
            <p:nvSpPr>
              <p:cNvPr id="13" name="TextBox 12">
                <a:extLst>
                  <a:ext uri="{FF2B5EF4-FFF2-40B4-BE49-F238E27FC236}">
                    <a16:creationId xmlns:a16="http://schemas.microsoft.com/office/drawing/2014/main" id="{369926AD-15AB-B5A5-8910-1EDAD6C61D3A}"/>
                  </a:ext>
                </a:extLst>
              </p:cNvPr>
              <p:cNvSpPr txBox="1">
                <a:spLocks noRot="1" noChangeAspect="1" noMove="1" noResize="1" noEditPoints="1" noAdjustHandles="1" noChangeArrowheads="1" noChangeShapeType="1" noTextEdit="1"/>
              </p:cNvSpPr>
              <p:nvPr/>
            </p:nvSpPr>
            <p:spPr>
              <a:xfrm>
                <a:off x="1552507" y="3258379"/>
                <a:ext cx="1006792" cy="461665"/>
              </a:xfrm>
              <a:prstGeom prst="rect">
                <a:avLst/>
              </a:prstGeom>
              <a:blipFill>
                <a:blip r:embed="rId10"/>
                <a:stretch>
                  <a:fillRect/>
                </a:stretch>
              </a:blipFill>
            </p:spPr>
            <p:txBody>
              <a:bodyPr/>
              <a:lstStyle/>
              <a:p>
                <a:r>
                  <a:rPr lang="en-US">
                    <a:noFill/>
                  </a:rPr>
                  <a:t> </a:t>
                </a:r>
              </a:p>
            </p:txBody>
          </p:sp>
        </mc:Fallback>
      </mc:AlternateContent>
      <p:sp>
        <p:nvSpPr>
          <p:cNvPr id="16" name="Oval 15">
            <a:extLst>
              <a:ext uri="{FF2B5EF4-FFF2-40B4-BE49-F238E27FC236}">
                <a16:creationId xmlns:a16="http://schemas.microsoft.com/office/drawing/2014/main" id="{8CEBB55A-002F-3AF6-FC90-78457E0BCAD5}"/>
              </a:ext>
            </a:extLst>
          </p:cNvPr>
          <p:cNvSpPr>
            <a:spLocks noChangeAspect="1"/>
          </p:cNvSpPr>
          <p:nvPr/>
        </p:nvSpPr>
        <p:spPr>
          <a:xfrm>
            <a:off x="1152586" y="2432889"/>
            <a:ext cx="482803" cy="48280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Arrow Connector 19">
            <a:extLst>
              <a:ext uri="{FF2B5EF4-FFF2-40B4-BE49-F238E27FC236}">
                <a16:creationId xmlns:a16="http://schemas.microsoft.com/office/drawing/2014/main" id="{E54DA878-87CA-2E37-254E-C165A227A3E4}"/>
              </a:ext>
            </a:extLst>
          </p:cNvPr>
          <p:cNvCxnSpPr>
            <a:cxnSpLocks/>
            <a:stCxn id="16" idx="7"/>
            <a:endCxn id="17" idx="2"/>
          </p:cNvCxnSpPr>
          <p:nvPr/>
        </p:nvCxnSpPr>
        <p:spPr>
          <a:xfrm flipV="1">
            <a:off x="1564684" y="1582029"/>
            <a:ext cx="1409396" cy="921565"/>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A6819AE3-1B6C-207B-7D29-109D314F2055}"/>
                  </a:ext>
                </a:extLst>
              </p:cNvPr>
              <p:cNvSpPr txBox="1"/>
              <p:nvPr/>
            </p:nvSpPr>
            <p:spPr>
              <a:xfrm>
                <a:off x="412353" y="2202056"/>
                <a:ext cx="642780" cy="461665"/>
              </a:xfrm>
              <a:prstGeom prst="rect">
                <a:avLst/>
              </a:prstGeom>
              <a:noFill/>
            </p:spPr>
            <p:txBody>
              <a:bodyPr wrap="square">
                <a:spAutoFit/>
              </a:bodyPr>
              <a:lstStyle/>
              <a:p>
                <a:pPr/>
                <a14:m>
                  <m:oMathPara xmlns:m="http://schemas.openxmlformats.org/officeDocument/2006/math">
                    <m:oMath>
                      <m:sSub>
                        <m:sSubPr>
                          <m:ctrlPr>
                            <a:rPr lang="de-DE" sz="2400" b="0" i="0" smtClean="0">
                              <a:solidFill>
                                <a:schemeClr val="tx1"/>
                              </a:solidFill>
                              <a:latin typeface="Cambria Math" panose="02040503050406030204" pitchFamily="18" charset="0"/>
                            </a:rPr>
                          </m:ctrlPr>
                        </m:sSubPr>
                        <m:e>
                          <m:r>
                            <m:rPr>
                              <m:sty m:val="p"/>
                            </m:rPr>
                            <a:rPr lang="de-DE" sz="2400" b="0" i="0" smtClean="0">
                              <a:solidFill>
                                <a:schemeClr val="tx1"/>
                              </a:solidFill>
                              <a:latin typeface="Cambria Math" panose="02040503050406030204" pitchFamily="18" charset="0"/>
                            </a:rPr>
                            <m:t>m</m:t>
                          </m:r>
                        </m:e>
                        <m:sub>
                          <m:r>
                            <a:rPr lang="de-DE" sz="2400" b="0" i="1" smtClean="0">
                              <a:solidFill>
                                <a:schemeClr val="tx1"/>
                              </a:solidFill>
                              <a:latin typeface="Cambria Math" panose="02040503050406030204" pitchFamily="18" charset="0"/>
                            </a:rPr>
                            <m:t>1</m:t>
                          </m:r>
                        </m:sub>
                      </m:sSub>
                    </m:oMath>
                  </m:oMathPara>
                </a14:m>
                <a:endParaRPr lang="en-US" sz="2400" dirty="0">
                  <a:solidFill>
                    <a:schemeClr val="tx1"/>
                  </a:solidFill>
                </a:endParaRPr>
              </a:p>
            </p:txBody>
          </p:sp>
        </mc:Choice>
        <mc:Fallback xmlns="">
          <p:sp>
            <p:nvSpPr>
              <p:cNvPr id="30" name="TextBox 29">
                <a:extLst>
                  <a:ext uri="{FF2B5EF4-FFF2-40B4-BE49-F238E27FC236}">
                    <a16:creationId xmlns:a16="http://schemas.microsoft.com/office/drawing/2014/main" id="{A6819AE3-1B6C-207B-7D29-109D314F2055}"/>
                  </a:ext>
                </a:extLst>
              </p:cNvPr>
              <p:cNvSpPr txBox="1">
                <a:spLocks noRot="1" noChangeAspect="1" noMove="1" noResize="1" noEditPoints="1" noAdjustHandles="1" noChangeArrowheads="1" noChangeShapeType="1" noTextEdit="1"/>
              </p:cNvSpPr>
              <p:nvPr/>
            </p:nvSpPr>
            <p:spPr>
              <a:xfrm>
                <a:off x="412353" y="2202056"/>
                <a:ext cx="642780" cy="461665"/>
              </a:xfrm>
              <a:prstGeom prst="rect">
                <a:avLst/>
              </a:prstGeom>
              <a:blipFill>
                <a:blip r:embed="rId11"/>
                <a:stretch>
                  <a:fillRect/>
                </a:stretch>
              </a:blipFill>
            </p:spPr>
            <p:txBody>
              <a:bodyPr/>
              <a:lstStyle/>
              <a:p>
                <a:r>
                  <a:rPr lang="en-US">
                    <a:noFill/>
                  </a:rPr>
                  <a:t> </a:t>
                </a:r>
              </a:p>
            </p:txBody>
          </p:sp>
        </mc:Fallback>
      </mc:AlternateContent>
      <p:cxnSp>
        <p:nvCxnSpPr>
          <p:cNvPr id="34" name="Straight Arrow Connector 33">
            <a:extLst>
              <a:ext uri="{FF2B5EF4-FFF2-40B4-BE49-F238E27FC236}">
                <a16:creationId xmlns:a16="http://schemas.microsoft.com/office/drawing/2014/main" id="{EC852FFF-1C2E-D3CC-CE82-E19744FCE3FD}"/>
              </a:ext>
            </a:extLst>
          </p:cNvPr>
          <p:cNvCxnSpPr>
            <a:cxnSpLocks/>
          </p:cNvCxnSpPr>
          <p:nvPr/>
        </p:nvCxnSpPr>
        <p:spPr>
          <a:xfrm>
            <a:off x="477603" y="2663721"/>
            <a:ext cx="665312" cy="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38" name="Straight Arrow Connector 37">
            <a:extLst>
              <a:ext uri="{FF2B5EF4-FFF2-40B4-BE49-F238E27FC236}">
                <a16:creationId xmlns:a16="http://schemas.microsoft.com/office/drawing/2014/main" id="{D159E6C1-F006-07CC-BEDF-1C45F3D3B18C}"/>
              </a:ext>
            </a:extLst>
          </p:cNvPr>
          <p:cNvCxnSpPr>
            <a:cxnSpLocks/>
            <a:stCxn id="16" idx="5"/>
            <a:endCxn id="18" idx="2"/>
          </p:cNvCxnSpPr>
          <p:nvPr/>
        </p:nvCxnSpPr>
        <p:spPr>
          <a:xfrm>
            <a:off x="1564684" y="2844987"/>
            <a:ext cx="1420826" cy="939634"/>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sp>
        <p:nvSpPr>
          <p:cNvPr id="50" name="Oval 49">
            <a:extLst>
              <a:ext uri="{FF2B5EF4-FFF2-40B4-BE49-F238E27FC236}">
                <a16:creationId xmlns:a16="http://schemas.microsoft.com/office/drawing/2014/main" id="{2E11E157-73F2-D296-9357-E32ABAC19064}"/>
              </a:ext>
            </a:extLst>
          </p:cNvPr>
          <p:cNvSpPr>
            <a:spLocks noChangeAspect="1"/>
          </p:cNvSpPr>
          <p:nvPr/>
        </p:nvSpPr>
        <p:spPr>
          <a:xfrm>
            <a:off x="4606362" y="2432889"/>
            <a:ext cx="482803" cy="48280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1" name="Straight Arrow Connector 50">
            <a:extLst>
              <a:ext uri="{FF2B5EF4-FFF2-40B4-BE49-F238E27FC236}">
                <a16:creationId xmlns:a16="http://schemas.microsoft.com/office/drawing/2014/main" id="{09766C55-D9E8-7F85-845B-0D85F04C9BD7}"/>
              </a:ext>
            </a:extLst>
          </p:cNvPr>
          <p:cNvCxnSpPr>
            <a:cxnSpLocks/>
          </p:cNvCxnSpPr>
          <p:nvPr/>
        </p:nvCxnSpPr>
        <p:spPr>
          <a:xfrm>
            <a:off x="5089165" y="2674290"/>
            <a:ext cx="665312" cy="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946419B0-71FB-BBDF-C6AD-4F442982736E}"/>
                  </a:ext>
                </a:extLst>
              </p:cNvPr>
              <p:cNvSpPr txBox="1"/>
              <p:nvPr/>
            </p:nvSpPr>
            <p:spPr>
              <a:xfrm>
                <a:off x="4916075" y="2041929"/>
                <a:ext cx="1006792" cy="461665"/>
              </a:xfrm>
              <a:prstGeom prst="rect">
                <a:avLst/>
              </a:prstGeom>
              <a:noFill/>
            </p:spPr>
            <p:txBody>
              <a:bodyPr wrap="square">
                <a:spAutoFit/>
              </a:bodyPr>
              <a:lstStyle/>
              <a:p>
                <a:pPr/>
                <a14:m>
                  <m:oMathPara xmlns:m="http://schemas.openxmlformats.org/officeDocument/2006/math">
                    <m:oMath>
                      <m:sSub>
                        <m:sSubPr>
                          <m:ctrlPr>
                            <a:rPr lang="de-DE" sz="2400" b="0" i="1" smtClean="0">
                              <a:latin typeface="Cambria Math" panose="02040503050406030204" pitchFamily="18" charset="0"/>
                            </a:rPr>
                          </m:ctrlPr>
                        </m:sSubPr>
                        <m:e>
                          <m:r>
                            <m:rPr>
                              <m:sty m:val="p"/>
                            </m:rPr>
                            <a:rPr lang="de-DE" sz="2400" b="0" i="1" smtClean="0">
                              <a:latin typeface="Cambria Math" panose="02040503050406030204" pitchFamily="18" charset="0"/>
                            </a:rPr>
                            <m:t>m</m:t>
                          </m:r>
                        </m:e>
                        <m:sub>
                          <m:r>
                            <a:rPr lang="de-DE" sz="2400" b="0" i="1" smtClean="0">
                              <a:latin typeface="Cambria Math" panose="02040503050406030204" pitchFamily="18" charset="0"/>
                            </a:rPr>
                            <m:t>5</m:t>
                          </m:r>
                        </m:sub>
                      </m:sSub>
                    </m:oMath>
                  </m:oMathPara>
                </a14:m>
                <a:endParaRPr lang="en-US" sz="2400" dirty="0"/>
              </a:p>
            </p:txBody>
          </p:sp>
        </mc:Choice>
        <mc:Fallback xmlns="">
          <p:sp>
            <p:nvSpPr>
              <p:cNvPr id="53" name="TextBox 52">
                <a:extLst>
                  <a:ext uri="{FF2B5EF4-FFF2-40B4-BE49-F238E27FC236}">
                    <a16:creationId xmlns:a16="http://schemas.microsoft.com/office/drawing/2014/main" id="{946419B0-71FB-BBDF-C6AD-4F442982736E}"/>
                  </a:ext>
                </a:extLst>
              </p:cNvPr>
              <p:cNvSpPr txBox="1">
                <a:spLocks noRot="1" noChangeAspect="1" noMove="1" noResize="1" noEditPoints="1" noAdjustHandles="1" noChangeArrowheads="1" noChangeShapeType="1" noTextEdit="1"/>
              </p:cNvSpPr>
              <p:nvPr/>
            </p:nvSpPr>
            <p:spPr>
              <a:xfrm>
                <a:off x="4916075" y="2041929"/>
                <a:ext cx="1006792" cy="461665"/>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B1B5085B-DF5A-ED51-D8C2-1A09E6662B51}"/>
                  </a:ext>
                </a:extLst>
              </p:cNvPr>
              <p:cNvSpPr txBox="1"/>
              <p:nvPr/>
            </p:nvSpPr>
            <p:spPr>
              <a:xfrm>
                <a:off x="7529739" y="2304148"/>
                <a:ext cx="3412601" cy="2035557"/>
              </a:xfrm>
              <a:prstGeom prst="rect">
                <a:avLst/>
              </a:prstGeom>
              <a:noFill/>
            </p:spPr>
            <p:txBody>
              <a:bodyPr wrap="none" lIns="0" tIns="0" rIns="0" bIns="0" rtlCol="0">
                <a:spAutoFit/>
              </a:bodyPr>
              <a:lstStyle/>
              <a:p>
                <a:pPr>
                  <a:spcBef>
                    <a:spcPts val="2400"/>
                  </a:spcBef>
                </a:pPr>
                <a14:m>
                  <m:oMathPara xmlns:m="http://schemas.openxmlformats.org/officeDocument/2006/math">
                    <m:oMath>
                      <m:d>
                        <m:dPr>
                          <m:begChr m:val="["/>
                          <m:endChr m:val="]"/>
                          <m:ctrlPr>
                            <a:rPr lang="en-US" sz="2800" i="1">
                              <a:latin typeface="Cambria Math" panose="02040503050406030204" pitchFamily="18" charset="0"/>
                            </a:rPr>
                          </m:ctrlPr>
                        </m:dPr>
                        <m:e>
                          <m:m>
                            <m:mPr>
                              <m:mcs>
                                <m:mc>
                                  <m:mcPr>
                                    <m:count m:val="3"/>
                                    <m:mcJc m:val="center"/>
                                  </m:mcPr>
                                </m:mc>
                              </m:mcs>
                              <m:ctrlPr>
                                <a:rPr lang="en-US" sz="2800" i="1">
                                  <a:latin typeface="Cambria Math" panose="02040503050406030204" pitchFamily="18" charset="0"/>
                                </a:rPr>
                              </m:ctrlPr>
                            </m:mPr>
                            <m:mr>
                              <m:e>
                                <m:r>
                                  <a:rPr lang="de-DE" sz="2800" b="0" i="1" smtClean="0">
                                    <a:latin typeface="Cambria Math" panose="02040503050406030204" pitchFamily="18" charset="0"/>
                                    <a:ea typeface="Cambria Math" panose="02040503050406030204" pitchFamily="18" charset="0"/>
                                  </a:rPr>
                                  <m:t>−</m:t>
                                </m:r>
                              </m:e>
                              <m:e/>
                              <m:e>
                                <m:m>
                                  <m:mPr>
                                    <m:mcs>
                                      <m:mc>
                                        <m:mcPr>
                                          <m:count m:val="3"/>
                                          <m:mcJc m:val="center"/>
                                        </m:mcPr>
                                      </m:mc>
                                    </m:mcs>
                                    <m:ctrlPr>
                                      <a:rPr lang="en-US" sz="2800" i="1" smtClean="0">
                                        <a:latin typeface="Cambria Math" panose="02040503050406030204" pitchFamily="18" charset="0"/>
                                      </a:rPr>
                                    </m:ctrlPr>
                                  </m:mPr>
                                  <m:mr>
                                    <m:e/>
                                    <m:e/>
                                    <m:e/>
                                  </m:mr>
                                </m:m>
                              </m:e>
                            </m:mr>
                            <m:mr>
                              <m:e>
                                <m:r>
                                  <a:rPr lang="de-DE" sz="2800" b="0" i="1" smtClean="0">
                                    <a:latin typeface="Cambria Math" panose="02040503050406030204" pitchFamily="18" charset="0"/>
                                  </a:rPr>
                                  <m:t>+</m:t>
                                </m:r>
                              </m:e>
                              <m:e>
                                <m:r>
                                  <a:rPr lang="de-DE" sz="2800" i="1">
                                    <a:latin typeface="Cambria Math" panose="02040503050406030204" pitchFamily="18" charset="0"/>
                                    <a:ea typeface="Cambria Math" panose="02040503050406030204" pitchFamily="18" charset="0"/>
                                  </a:rPr>
                                  <m:t>−</m:t>
                                </m:r>
                              </m:e>
                              <m:e>
                                <m:m>
                                  <m:mPr>
                                    <m:mcs>
                                      <m:mc>
                                        <m:mcPr>
                                          <m:count m:val="3"/>
                                          <m:mcJc m:val="center"/>
                                        </m:mcPr>
                                      </m:mc>
                                    </m:mcs>
                                    <m:ctrlPr>
                                      <a:rPr lang="en-US" sz="2800" i="1" smtClean="0">
                                        <a:latin typeface="Cambria Math" panose="02040503050406030204" pitchFamily="18" charset="0"/>
                                      </a:rPr>
                                    </m:ctrlPr>
                                  </m:mPr>
                                  <m:mr>
                                    <m:e/>
                                    <m:e/>
                                    <m:e/>
                                  </m:mr>
                                </m:m>
                              </m:e>
                            </m:mr>
                            <m:mr>
                              <m:e>
                                <m:m>
                                  <m:mPr>
                                    <m:mcs>
                                      <m:mc>
                                        <m:mcPr>
                                          <m:count m:val="1"/>
                                          <m:mcJc m:val="center"/>
                                        </m:mcPr>
                                      </m:mc>
                                    </m:mcs>
                                    <m:ctrlPr>
                                      <a:rPr lang="en-US" sz="2800" i="1" smtClean="0">
                                        <a:latin typeface="Cambria Math" panose="02040503050406030204" pitchFamily="18" charset="0"/>
                                      </a:rPr>
                                    </m:ctrlPr>
                                  </m:mPr>
                                  <m:mr>
                                    <m:e>
                                      <m:r>
                                        <m:rPr>
                                          <m:brk m:alnAt="7"/>
                                        </m:rPr>
                                        <a:rPr lang="de-DE" sz="2800" b="0" i="1" smtClean="0">
                                          <a:latin typeface="Cambria Math" panose="02040503050406030204" pitchFamily="18" charset="0"/>
                                        </a:rPr>
                                        <m:t>+</m:t>
                                      </m:r>
                                    </m:e>
                                  </m:mr>
                                  <m:mr>
                                    <m:e/>
                                  </m:mr>
                                  <m:mr>
                                    <m:e/>
                                  </m:mr>
                                </m:m>
                              </m:e>
                              <m:e>
                                <m:m>
                                  <m:mPr>
                                    <m:mcs>
                                      <m:mc>
                                        <m:mcPr>
                                          <m:count m:val="1"/>
                                          <m:mcJc m:val="center"/>
                                        </m:mcPr>
                                      </m:mc>
                                    </m:mcs>
                                    <m:ctrlPr>
                                      <a:rPr lang="en-US" sz="2800" i="1" smtClean="0">
                                        <a:latin typeface="Cambria Math" panose="02040503050406030204" pitchFamily="18" charset="0"/>
                                      </a:rPr>
                                    </m:ctrlPr>
                                  </m:mPr>
                                  <m:mr>
                                    <m:e/>
                                  </m:mr>
                                  <m:mr>
                                    <m:e>
                                      <m:r>
                                        <a:rPr lang="de-DE" sz="2800" b="0" i="1" smtClean="0">
                                          <a:latin typeface="Cambria Math" panose="02040503050406030204" pitchFamily="18" charset="0"/>
                                        </a:rPr>
                                        <m:t>+</m:t>
                                      </m:r>
                                    </m:e>
                                  </m:mr>
                                  <m:mr>
                                    <m:e/>
                                  </m:mr>
                                </m:m>
                              </m:e>
                              <m:e>
                                <m:m>
                                  <m:mPr>
                                    <m:mcs>
                                      <m:mc>
                                        <m:mcPr>
                                          <m:count m:val="3"/>
                                          <m:mcJc m:val="center"/>
                                        </m:mcPr>
                                      </m:mc>
                                    </m:mcs>
                                    <m:ctrlPr>
                                      <a:rPr lang="en-US" sz="2800" i="1" smtClean="0">
                                        <a:latin typeface="Cambria Math" panose="02040503050406030204" pitchFamily="18" charset="0"/>
                                      </a:rPr>
                                    </m:ctrlPr>
                                  </m:mPr>
                                  <m:mr>
                                    <m:e>
                                      <m:m>
                                        <m:mPr>
                                          <m:mcs>
                                            <m:mc>
                                              <m:mcPr>
                                                <m:count m:val="1"/>
                                                <m:mcJc m:val="center"/>
                                              </m:mcPr>
                                            </m:mc>
                                          </m:mcs>
                                          <m:ctrlPr>
                                            <a:rPr lang="en-US" sz="2800" i="1" smtClean="0">
                                              <a:latin typeface="Cambria Math" panose="02040503050406030204" pitchFamily="18" charset="0"/>
                                            </a:rPr>
                                          </m:ctrlPr>
                                        </m:mPr>
                                        <m:mr>
                                          <m:e>
                                            <m:r>
                                              <a:rPr lang="de-DE" sz="2800" i="1">
                                                <a:latin typeface="Cambria Math" panose="02040503050406030204" pitchFamily="18" charset="0"/>
                                                <a:ea typeface="Cambria Math" panose="02040503050406030204" pitchFamily="18" charset="0"/>
                                              </a:rPr>
                                              <m:t>−</m:t>
                                            </m:r>
                                          </m:e>
                                        </m:mr>
                                        <m:mr>
                                          <m:e>
                                            <m:r>
                                              <a:rPr lang="de-DE" sz="2800" b="0" i="1" smtClean="0">
                                                <a:latin typeface="Cambria Math" panose="02040503050406030204" pitchFamily="18" charset="0"/>
                                              </a:rPr>
                                              <m:t>+</m:t>
                                            </m:r>
                                          </m:e>
                                        </m:mr>
                                        <m:mr>
                                          <m:e/>
                                        </m:mr>
                                      </m:m>
                                    </m:e>
                                    <m:e>
                                      <m:m>
                                        <m:mPr>
                                          <m:mcs>
                                            <m:mc>
                                              <m:mcPr>
                                                <m:count m:val="1"/>
                                                <m:mcJc m:val="center"/>
                                              </m:mcPr>
                                            </m:mc>
                                          </m:mcs>
                                          <m:ctrlPr>
                                            <a:rPr lang="en-US" sz="2800" i="1" smtClean="0">
                                              <a:latin typeface="Cambria Math" panose="02040503050406030204" pitchFamily="18" charset="0"/>
                                            </a:rPr>
                                          </m:ctrlPr>
                                        </m:mPr>
                                        <m:mr>
                                          <m:e/>
                                        </m:mr>
                                        <m:mr>
                                          <m:e>
                                            <m:r>
                                              <a:rPr lang="de-DE" sz="2800" i="1">
                                                <a:latin typeface="Cambria Math" panose="02040503050406030204" pitchFamily="18" charset="0"/>
                                                <a:ea typeface="Cambria Math" panose="02040503050406030204" pitchFamily="18" charset="0"/>
                                              </a:rPr>
                                              <m:t>−</m:t>
                                            </m:r>
                                          </m:e>
                                        </m:mr>
                                        <m:mr>
                                          <m:e>
                                            <m:r>
                                              <a:rPr lang="de-DE" sz="2800" b="0" i="1" smtClean="0">
                                                <a:latin typeface="Cambria Math" panose="02040503050406030204" pitchFamily="18" charset="0"/>
                                              </a:rPr>
                                              <m:t>+</m:t>
                                            </m:r>
                                          </m:e>
                                        </m:mr>
                                      </m:m>
                                    </m:e>
                                    <m:e>
                                      <m:m>
                                        <m:mPr>
                                          <m:mcs>
                                            <m:mc>
                                              <m:mcPr>
                                                <m:count m:val="1"/>
                                                <m:mcJc m:val="center"/>
                                              </m:mcPr>
                                            </m:mc>
                                          </m:mcs>
                                          <m:ctrlPr>
                                            <a:rPr lang="en-US" sz="2800" i="1" smtClean="0">
                                              <a:latin typeface="Cambria Math" panose="02040503050406030204" pitchFamily="18" charset="0"/>
                                            </a:rPr>
                                          </m:ctrlPr>
                                        </m:mPr>
                                        <m:mr>
                                          <m:e/>
                                        </m:mr>
                                        <m:mr>
                                          <m:e/>
                                        </m:mr>
                                        <m:mr>
                                          <m:e/>
                                        </m:mr>
                                      </m:m>
                                    </m:e>
                                  </m:mr>
                                </m:m>
                              </m:e>
                            </m:mr>
                          </m:m>
                        </m:e>
                      </m:d>
                    </m:oMath>
                  </m:oMathPara>
                </a14:m>
                <a:endParaRPr lang="en-US" sz="2800" dirty="0"/>
              </a:p>
            </p:txBody>
          </p:sp>
        </mc:Choice>
        <mc:Fallback xmlns="">
          <p:sp>
            <p:nvSpPr>
              <p:cNvPr id="60" name="TextBox 59">
                <a:extLst>
                  <a:ext uri="{FF2B5EF4-FFF2-40B4-BE49-F238E27FC236}">
                    <a16:creationId xmlns:a16="http://schemas.microsoft.com/office/drawing/2014/main" id="{B1B5085B-DF5A-ED51-D8C2-1A09E6662B51}"/>
                  </a:ext>
                </a:extLst>
              </p:cNvPr>
              <p:cNvSpPr txBox="1">
                <a:spLocks noRot="1" noChangeAspect="1" noMove="1" noResize="1" noEditPoints="1" noAdjustHandles="1" noChangeArrowheads="1" noChangeShapeType="1" noTextEdit="1"/>
              </p:cNvSpPr>
              <p:nvPr/>
            </p:nvSpPr>
            <p:spPr>
              <a:xfrm>
                <a:off x="7529739" y="2304148"/>
                <a:ext cx="3412601" cy="2035557"/>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1" name="TextBox 60">
                <a:extLst>
                  <a:ext uri="{FF2B5EF4-FFF2-40B4-BE49-F238E27FC236}">
                    <a16:creationId xmlns:a16="http://schemas.microsoft.com/office/drawing/2014/main" id="{0A903E1C-C403-CC13-3B91-EB6C50F8C55F}"/>
                  </a:ext>
                </a:extLst>
              </p:cNvPr>
              <p:cNvSpPr txBox="1"/>
              <p:nvPr/>
            </p:nvSpPr>
            <p:spPr>
              <a:xfrm>
                <a:off x="7637736" y="1891989"/>
                <a:ext cx="310085" cy="369332"/>
              </a:xfrm>
              <a:prstGeom prst="rect">
                <a:avLst/>
              </a:prstGeom>
              <a:noFill/>
            </p:spPr>
            <p:txBody>
              <a:bodyPr wrap="none" lIns="0" tIns="0" rIns="0" bIns="0" rtlCol="0">
                <a:spAutoFit/>
              </a:bodyPr>
              <a:lstStyle/>
              <a:p>
                <a:pPr/>
                <a14:m>
                  <m:oMathPara xmlns:m="http://schemas.openxmlformats.org/officeDocument/2006/math">
                    <m:oMath>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𝑟</m:t>
                          </m:r>
                        </m:e>
                        <m:sub>
                          <m:r>
                            <a:rPr lang="de-DE" sz="2400" b="0" i="1" smtClean="0">
                              <a:latin typeface="Cambria Math" panose="02040503050406030204" pitchFamily="18" charset="0"/>
                            </a:rPr>
                            <m:t>1</m:t>
                          </m:r>
                        </m:sub>
                      </m:sSub>
                    </m:oMath>
                  </m:oMathPara>
                </a14:m>
                <a:endParaRPr lang="en-US" sz="2400" dirty="0"/>
              </a:p>
            </p:txBody>
          </p:sp>
        </mc:Choice>
        <mc:Fallback xmlns="">
          <p:sp>
            <p:nvSpPr>
              <p:cNvPr id="61" name="TextBox 60">
                <a:extLst>
                  <a:ext uri="{FF2B5EF4-FFF2-40B4-BE49-F238E27FC236}">
                    <a16:creationId xmlns:a16="http://schemas.microsoft.com/office/drawing/2014/main" id="{0A903E1C-C403-CC13-3B91-EB6C50F8C55F}"/>
                  </a:ext>
                </a:extLst>
              </p:cNvPr>
              <p:cNvSpPr txBox="1">
                <a:spLocks noRot="1" noChangeAspect="1" noMove="1" noResize="1" noEditPoints="1" noAdjustHandles="1" noChangeArrowheads="1" noChangeShapeType="1" noTextEdit="1"/>
              </p:cNvSpPr>
              <p:nvPr/>
            </p:nvSpPr>
            <p:spPr>
              <a:xfrm>
                <a:off x="7637736" y="1891989"/>
                <a:ext cx="310085" cy="369332"/>
              </a:xfrm>
              <a:prstGeom prst="rect">
                <a:avLst/>
              </a:prstGeom>
              <a:blipFill>
                <a:blip r:embed="rId14"/>
                <a:stretch>
                  <a:fillRect l="-15686" r="-9804" b="-1147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DA01F633-FA9D-13F2-3C39-5D40530DE92C}"/>
                  </a:ext>
                </a:extLst>
              </p:cNvPr>
              <p:cNvSpPr txBox="1"/>
              <p:nvPr/>
            </p:nvSpPr>
            <p:spPr>
              <a:xfrm>
                <a:off x="8346216" y="1847890"/>
                <a:ext cx="317202" cy="369332"/>
              </a:xfrm>
              <a:prstGeom prst="rect">
                <a:avLst/>
              </a:prstGeom>
              <a:noFill/>
            </p:spPr>
            <p:txBody>
              <a:bodyPr wrap="none" lIns="0" tIns="0" rIns="0" bIns="0" rtlCol="0">
                <a:spAutoFit/>
              </a:bodyPr>
              <a:lstStyle/>
              <a:p>
                <a:pPr/>
                <a14:m>
                  <m:oMathPara xmlns:m="http://schemas.openxmlformats.org/officeDocument/2006/math">
                    <m:oMath>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𝑟</m:t>
                          </m:r>
                        </m:e>
                        <m:sub>
                          <m:r>
                            <a:rPr lang="de-DE" sz="2400" b="0" i="1" smtClean="0">
                              <a:latin typeface="Cambria Math" panose="02040503050406030204" pitchFamily="18" charset="0"/>
                            </a:rPr>
                            <m:t>2</m:t>
                          </m:r>
                        </m:sub>
                      </m:sSub>
                    </m:oMath>
                  </m:oMathPara>
                </a14:m>
                <a:endParaRPr lang="en-US" sz="2400" dirty="0"/>
              </a:p>
            </p:txBody>
          </p:sp>
        </mc:Choice>
        <mc:Fallback xmlns="">
          <p:sp>
            <p:nvSpPr>
              <p:cNvPr id="62" name="TextBox 61">
                <a:extLst>
                  <a:ext uri="{FF2B5EF4-FFF2-40B4-BE49-F238E27FC236}">
                    <a16:creationId xmlns:a16="http://schemas.microsoft.com/office/drawing/2014/main" id="{DA01F633-FA9D-13F2-3C39-5D40530DE92C}"/>
                  </a:ext>
                </a:extLst>
              </p:cNvPr>
              <p:cNvSpPr txBox="1">
                <a:spLocks noRot="1" noChangeAspect="1" noMove="1" noResize="1" noEditPoints="1" noAdjustHandles="1" noChangeArrowheads="1" noChangeShapeType="1" noTextEdit="1"/>
              </p:cNvSpPr>
              <p:nvPr/>
            </p:nvSpPr>
            <p:spPr>
              <a:xfrm>
                <a:off x="8346216" y="1847890"/>
                <a:ext cx="317202" cy="369332"/>
              </a:xfrm>
              <a:prstGeom prst="rect">
                <a:avLst/>
              </a:prstGeom>
              <a:blipFill>
                <a:blip r:embed="rId15"/>
                <a:stretch>
                  <a:fillRect l="-13462" r="-9615" b="-1147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3" name="TextBox 62">
                <a:extLst>
                  <a:ext uri="{FF2B5EF4-FFF2-40B4-BE49-F238E27FC236}">
                    <a16:creationId xmlns:a16="http://schemas.microsoft.com/office/drawing/2014/main" id="{6351346E-8CC8-3D3F-88BF-B1CFD3E331A8}"/>
                  </a:ext>
                </a:extLst>
              </p:cNvPr>
              <p:cNvSpPr txBox="1"/>
              <p:nvPr/>
            </p:nvSpPr>
            <p:spPr>
              <a:xfrm>
                <a:off x="9061814" y="1847890"/>
                <a:ext cx="317202" cy="369332"/>
              </a:xfrm>
              <a:prstGeom prst="rect">
                <a:avLst/>
              </a:prstGeom>
              <a:noFill/>
            </p:spPr>
            <p:txBody>
              <a:bodyPr wrap="none" lIns="0" tIns="0" rIns="0" bIns="0" rtlCol="0">
                <a:spAutoFit/>
              </a:bodyPr>
              <a:lstStyle/>
              <a:p>
                <a:pPr/>
                <a14:m>
                  <m:oMathPara xmlns:m="http://schemas.openxmlformats.org/officeDocument/2006/math">
                    <m:oMath>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𝑟</m:t>
                          </m:r>
                        </m:e>
                        <m:sub>
                          <m:r>
                            <a:rPr lang="de-DE" sz="2400" b="0" i="1" smtClean="0">
                              <a:latin typeface="Cambria Math" panose="02040503050406030204" pitchFamily="18" charset="0"/>
                            </a:rPr>
                            <m:t>3</m:t>
                          </m:r>
                        </m:sub>
                      </m:sSub>
                    </m:oMath>
                  </m:oMathPara>
                </a14:m>
                <a:endParaRPr lang="en-US" sz="2400" dirty="0"/>
              </a:p>
            </p:txBody>
          </p:sp>
        </mc:Choice>
        <mc:Fallback xmlns="">
          <p:sp>
            <p:nvSpPr>
              <p:cNvPr id="63" name="TextBox 62">
                <a:extLst>
                  <a:ext uri="{FF2B5EF4-FFF2-40B4-BE49-F238E27FC236}">
                    <a16:creationId xmlns:a16="http://schemas.microsoft.com/office/drawing/2014/main" id="{6351346E-8CC8-3D3F-88BF-B1CFD3E331A8}"/>
                  </a:ext>
                </a:extLst>
              </p:cNvPr>
              <p:cNvSpPr txBox="1">
                <a:spLocks noRot="1" noChangeAspect="1" noMove="1" noResize="1" noEditPoints="1" noAdjustHandles="1" noChangeArrowheads="1" noChangeShapeType="1" noTextEdit="1"/>
              </p:cNvSpPr>
              <p:nvPr/>
            </p:nvSpPr>
            <p:spPr>
              <a:xfrm>
                <a:off x="9061814" y="1847890"/>
                <a:ext cx="317202" cy="369332"/>
              </a:xfrm>
              <a:prstGeom prst="rect">
                <a:avLst/>
              </a:prstGeom>
              <a:blipFill>
                <a:blip r:embed="rId16"/>
                <a:stretch>
                  <a:fillRect l="-15385" r="-9615" b="-1147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4" name="TextBox 63">
                <a:extLst>
                  <a:ext uri="{FF2B5EF4-FFF2-40B4-BE49-F238E27FC236}">
                    <a16:creationId xmlns:a16="http://schemas.microsoft.com/office/drawing/2014/main" id="{E4A9EADD-0BD0-234E-13AC-F199711611B9}"/>
                  </a:ext>
                </a:extLst>
              </p:cNvPr>
              <p:cNvSpPr txBox="1"/>
              <p:nvPr/>
            </p:nvSpPr>
            <p:spPr>
              <a:xfrm>
                <a:off x="9793538" y="1847890"/>
                <a:ext cx="304058" cy="369332"/>
              </a:xfrm>
              <a:prstGeom prst="rect">
                <a:avLst/>
              </a:prstGeom>
              <a:noFill/>
            </p:spPr>
            <p:txBody>
              <a:bodyPr wrap="none" lIns="0" tIns="0" rIns="0" bIns="0" rtlCol="0">
                <a:spAutoFit/>
              </a:bodyPr>
              <a:lstStyle/>
              <a:p>
                <a:pPr/>
                <a14:m>
                  <m:oMathPara xmlns:m="http://schemas.openxmlformats.org/officeDocument/2006/math">
                    <m:oMath>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𝑟</m:t>
                          </m:r>
                        </m:e>
                        <m:sub>
                          <m:r>
                            <a:rPr lang="de-DE" sz="2400" b="0" i="1" smtClean="0">
                              <a:latin typeface="Cambria Math" panose="02040503050406030204" pitchFamily="18" charset="0"/>
                            </a:rPr>
                            <m:t>4</m:t>
                          </m:r>
                        </m:sub>
                      </m:sSub>
                    </m:oMath>
                  </m:oMathPara>
                </a14:m>
                <a:endParaRPr lang="en-US" sz="2400" dirty="0"/>
              </a:p>
            </p:txBody>
          </p:sp>
        </mc:Choice>
        <mc:Fallback xmlns="">
          <p:sp>
            <p:nvSpPr>
              <p:cNvPr id="64" name="TextBox 63">
                <a:extLst>
                  <a:ext uri="{FF2B5EF4-FFF2-40B4-BE49-F238E27FC236}">
                    <a16:creationId xmlns:a16="http://schemas.microsoft.com/office/drawing/2014/main" id="{E4A9EADD-0BD0-234E-13AC-F199711611B9}"/>
                  </a:ext>
                </a:extLst>
              </p:cNvPr>
              <p:cNvSpPr txBox="1">
                <a:spLocks noRot="1" noChangeAspect="1" noMove="1" noResize="1" noEditPoints="1" noAdjustHandles="1" noChangeArrowheads="1" noChangeShapeType="1" noTextEdit="1"/>
              </p:cNvSpPr>
              <p:nvPr/>
            </p:nvSpPr>
            <p:spPr>
              <a:xfrm>
                <a:off x="9793538" y="1847890"/>
                <a:ext cx="304058" cy="369332"/>
              </a:xfrm>
              <a:prstGeom prst="rect">
                <a:avLst/>
              </a:prstGeom>
              <a:blipFill>
                <a:blip r:embed="rId17"/>
                <a:stretch>
                  <a:fillRect l="-16327" r="-12245" b="-1147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5" name="TextBox 64">
                <a:extLst>
                  <a:ext uri="{FF2B5EF4-FFF2-40B4-BE49-F238E27FC236}">
                    <a16:creationId xmlns:a16="http://schemas.microsoft.com/office/drawing/2014/main" id="{043B2749-7FBD-AB33-D51B-98E9605D8B2B}"/>
                  </a:ext>
                </a:extLst>
              </p:cNvPr>
              <p:cNvSpPr txBox="1"/>
              <p:nvPr/>
            </p:nvSpPr>
            <p:spPr>
              <a:xfrm>
                <a:off x="10425905" y="1863199"/>
                <a:ext cx="317202" cy="369332"/>
              </a:xfrm>
              <a:prstGeom prst="rect">
                <a:avLst/>
              </a:prstGeom>
              <a:noFill/>
            </p:spPr>
            <p:txBody>
              <a:bodyPr wrap="none" lIns="0" tIns="0" rIns="0" bIns="0" rtlCol="0">
                <a:spAutoFit/>
              </a:bodyPr>
              <a:lstStyle/>
              <a:p>
                <a:pPr/>
                <a14:m>
                  <m:oMathPara xmlns:m="http://schemas.openxmlformats.org/officeDocument/2006/math">
                    <m:oMath>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𝑟</m:t>
                          </m:r>
                        </m:e>
                        <m:sub>
                          <m:r>
                            <a:rPr lang="de-DE" sz="2400" b="0" i="1" smtClean="0">
                              <a:latin typeface="Cambria Math" panose="02040503050406030204" pitchFamily="18" charset="0"/>
                            </a:rPr>
                            <m:t>5</m:t>
                          </m:r>
                        </m:sub>
                      </m:sSub>
                    </m:oMath>
                  </m:oMathPara>
                </a14:m>
                <a:endParaRPr lang="en-US" sz="2400" dirty="0"/>
              </a:p>
            </p:txBody>
          </p:sp>
        </mc:Choice>
        <mc:Fallback xmlns="">
          <p:sp>
            <p:nvSpPr>
              <p:cNvPr id="65" name="TextBox 64">
                <a:extLst>
                  <a:ext uri="{FF2B5EF4-FFF2-40B4-BE49-F238E27FC236}">
                    <a16:creationId xmlns:a16="http://schemas.microsoft.com/office/drawing/2014/main" id="{043B2749-7FBD-AB33-D51B-98E9605D8B2B}"/>
                  </a:ext>
                </a:extLst>
              </p:cNvPr>
              <p:cNvSpPr txBox="1">
                <a:spLocks noRot="1" noChangeAspect="1" noMove="1" noResize="1" noEditPoints="1" noAdjustHandles="1" noChangeArrowheads="1" noChangeShapeType="1" noTextEdit="1"/>
              </p:cNvSpPr>
              <p:nvPr/>
            </p:nvSpPr>
            <p:spPr>
              <a:xfrm>
                <a:off x="10425905" y="1863199"/>
                <a:ext cx="317202" cy="369332"/>
              </a:xfrm>
              <a:prstGeom prst="rect">
                <a:avLst/>
              </a:prstGeom>
              <a:blipFill>
                <a:blip r:embed="rId18"/>
                <a:stretch>
                  <a:fillRect l="-13462" r="-11538" b="-1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6" name="TextBox 65">
                <a:extLst>
                  <a:ext uri="{FF2B5EF4-FFF2-40B4-BE49-F238E27FC236}">
                    <a16:creationId xmlns:a16="http://schemas.microsoft.com/office/drawing/2014/main" id="{ACA421F4-37D8-7EB7-4C1D-296F468E0CD5}"/>
                  </a:ext>
                </a:extLst>
              </p:cNvPr>
              <p:cNvSpPr txBox="1"/>
              <p:nvPr/>
            </p:nvSpPr>
            <p:spPr>
              <a:xfrm>
                <a:off x="7013000" y="2159888"/>
                <a:ext cx="454483" cy="369332"/>
              </a:xfrm>
              <a:prstGeom prst="rect">
                <a:avLst/>
              </a:prstGeom>
              <a:noFill/>
            </p:spPr>
            <p:txBody>
              <a:bodyPr wrap="none" lIns="0" tIns="0" rIns="0" bIns="0" rtlCol="0">
                <a:spAutoFit/>
              </a:bodyPr>
              <a:lstStyle/>
              <a:p>
                <a:pPr/>
                <a14:m>
                  <m:oMathPara xmlns:m="http://schemas.openxmlformats.org/officeDocument/2006/math">
                    <m:oMath>
                      <m:sSub>
                        <m:sSubPr>
                          <m:ctrlPr>
                            <a:rPr lang="de-DE" sz="2400" b="0" i="1" smtClean="0">
                              <a:latin typeface="Cambria Math" panose="02040503050406030204" pitchFamily="18" charset="0"/>
                            </a:rPr>
                          </m:ctrlPr>
                        </m:sSubPr>
                        <m:e>
                          <m:r>
                            <m:rPr>
                              <m:sty m:val="p"/>
                            </m:rPr>
                            <a:rPr lang="de-DE" sz="2400" b="0" i="1" smtClean="0">
                              <a:latin typeface="Cambria Math" panose="02040503050406030204" pitchFamily="18" charset="0"/>
                            </a:rPr>
                            <m:t>m</m:t>
                          </m:r>
                        </m:e>
                        <m:sub>
                          <m:r>
                            <a:rPr lang="de-DE" sz="2400" b="0" i="1" smtClean="0">
                              <a:latin typeface="Cambria Math" panose="02040503050406030204" pitchFamily="18" charset="0"/>
                            </a:rPr>
                            <m:t>1</m:t>
                          </m:r>
                        </m:sub>
                      </m:sSub>
                    </m:oMath>
                  </m:oMathPara>
                </a14:m>
                <a:endParaRPr lang="en-US" sz="2400" dirty="0"/>
              </a:p>
            </p:txBody>
          </p:sp>
        </mc:Choice>
        <mc:Fallback xmlns="">
          <p:sp>
            <p:nvSpPr>
              <p:cNvPr id="66" name="TextBox 65">
                <a:extLst>
                  <a:ext uri="{FF2B5EF4-FFF2-40B4-BE49-F238E27FC236}">
                    <a16:creationId xmlns:a16="http://schemas.microsoft.com/office/drawing/2014/main" id="{ACA421F4-37D8-7EB7-4C1D-296F468E0CD5}"/>
                  </a:ext>
                </a:extLst>
              </p:cNvPr>
              <p:cNvSpPr txBox="1">
                <a:spLocks noRot="1" noChangeAspect="1" noMove="1" noResize="1" noEditPoints="1" noAdjustHandles="1" noChangeArrowheads="1" noChangeShapeType="1" noTextEdit="1"/>
              </p:cNvSpPr>
              <p:nvPr/>
            </p:nvSpPr>
            <p:spPr>
              <a:xfrm>
                <a:off x="7013000" y="2159888"/>
                <a:ext cx="454483" cy="369332"/>
              </a:xfrm>
              <a:prstGeom prst="rect">
                <a:avLst/>
              </a:prstGeom>
              <a:blipFill>
                <a:blip r:embed="rId19"/>
                <a:stretch>
                  <a:fillRect l="-9333" r="-5333" b="-1147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0" name="TextBox 69">
                <a:extLst>
                  <a:ext uri="{FF2B5EF4-FFF2-40B4-BE49-F238E27FC236}">
                    <a16:creationId xmlns:a16="http://schemas.microsoft.com/office/drawing/2014/main" id="{2122DEFC-EC99-CBF4-77D9-9E35FB70CC85}"/>
                  </a:ext>
                </a:extLst>
              </p:cNvPr>
              <p:cNvSpPr txBox="1"/>
              <p:nvPr/>
            </p:nvSpPr>
            <p:spPr>
              <a:xfrm>
                <a:off x="4596414" y="2408689"/>
                <a:ext cx="527465" cy="461665"/>
              </a:xfrm>
              <a:prstGeom prst="rect">
                <a:avLst/>
              </a:prstGeom>
              <a:noFill/>
            </p:spPr>
            <p:txBody>
              <a:bodyPr wrap="square">
                <a:spAutoFit/>
              </a:bodyPr>
              <a:lstStyle/>
              <a:p>
                <a:pPr/>
                <a14:m>
                  <m:oMathPara xmlns:m="http://schemas.openxmlformats.org/officeDocument/2006/math">
                    <m:oMath>
                      <m:sSub>
                        <m:sSubPr>
                          <m:ctrlPr>
                            <a:rPr lang="de-DE" sz="2400" b="0" i="1" smtClean="0">
                              <a:solidFill>
                                <a:schemeClr val="bg1"/>
                              </a:solidFill>
                              <a:latin typeface="Cambria Math" panose="02040503050406030204" pitchFamily="18" charset="0"/>
                            </a:rPr>
                          </m:ctrlPr>
                        </m:sSubPr>
                        <m:e>
                          <m:r>
                            <m:rPr>
                              <m:sty m:val="p"/>
                            </m:rPr>
                            <a:rPr lang="de-DE" sz="2400" b="0" i="1" smtClean="0">
                              <a:solidFill>
                                <a:schemeClr val="bg1"/>
                              </a:solidFill>
                              <a:latin typeface="Cambria Math" panose="02040503050406030204" pitchFamily="18" charset="0"/>
                            </a:rPr>
                            <m:t>r</m:t>
                          </m:r>
                        </m:e>
                        <m:sub>
                          <m:r>
                            <a:rPr lang="de-DE" sz="2400" b="0" i="1" smtClean="0">
                              <a:solidFill>
                                <a:schemeClr val="bg1"/>
                              </a:solidFill>
                              <a:latin typeface="Cambria Math" panose="02040503050406030204" pitchFamily="18" charset="0"/>
                            </a:rPr>
                            <m:t>4</m:t>
                          </m:r>
                        </m:sub>
                      </m:sSub>
                    </m:oMath>
                  </m:oMathPara>
                </a14:m>
                <a:endParaRPr lang="en-US" sz="2400" dirty="0">
                  <a:solidFill>
                    <a:schemeClr val="bg1"/>
                  </a:solidFill>
                </a:endParaRPr>
              </a:p>
            </p:txBody>
          </p:sp>
        </mc:Choice>
        <mc:Fallback xmlns="">
          <p:sp>
            <p:nvSpPr>
              <p:cNvPr id="70" name="TextBox 69">
                <a:extLst>
                  <a:ext uri="{FF2B5EF4-FFF2-40B4-BE49-F238E27FC236}">
                    <a16:creationId xmlns:a16="http://schemas.microsoft.com/office/drawing/2014/main" id="{2122DEFC-EC99-CBF4-77D9-9E35FB70CC85}"/>
                  </a:ext>
                </a:extLst>
              </p:cNvPr>
              <p:cNvSpPr txBox="1">
                <a:spLocks noRot="1" noChangeAspect="1" noMove="1" noResize="1" noEditPoints="1" noAdjustHandles="1" noChangeArrowheads="1" noChangeShapeType="1" noTextEdit="1"/>
              </p:cNvSpPr>
              <p:nvPr/>
            </p:nvSpPr>
            <p:spPr>
              <a:xfrm>
                <a:off x="4596414" y="2408689"/>
                <a:ext cx="527465" cy="461665"/>
              </a:xfrm>
              <a:prstGeom prst="rect">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2" name="TextBox 71">
                <a:extLst>
                  <a:ext uri="{FF2B5EF4-FFF2-40B4-BE49-F238E27FC236}">
                    <a16:creationId xmlns:a16="http://schemas.microsoft.com/office/drawing/2014/main" id="{EEEF93A9-BB51-6C0D-3333-19B73DDECF1D}"/>
                  </a:ext>
                </a:extLst>
              </p:cNvPr>
              <p:cNvSpPr txBox="1"/>
              <p:nvPr/>
            </p:nvSpPr>
            <p:spPr>
              <a:xfrm>
                <a:off x="2897863" y="1302222"/>
                <a:ext cx="656402" cy="461665"/>
              </a:xfrm>
              <a:prstGeom prst="rect">
                <a:avLst/>
              </a:prstGeom>
              <a:noFill/>
            </p:spPr>
            <p:txBody>
              <a:bodyPr wrap="square">
                <a:spAutoFit/>
              </a:bodyPr>
              <a:lstStyle/>
              <a:p>
                <a:pPr/>
                <a14:m>
                  <m:oMathPara xmlns:m="http://schemas.openxmlformats.org/officeDocument/2006/math">
                    <m:oMath>
                      <m:sSub>
                        <m:sSubPr>
                          <m:ctrlPr>
                            <a:rPr lang="de-DE" sz="2400" b="0" i="1" smtClean="0">
                              <a:solidFill>
                                <a:schemeClr val="bg1"/>
                              </a:solidFill>
                              <a:latin typeface="Cambria Math" panose="02040503050406030204" pitchFamily="18" charset="0"/>
                            </a:rPr>
                          </m:ctrlPr>
                        </m:sSubPr>
                        <m:e>
                          <m:r>
                            <m:rPr>
                              <m:sty m:val="p"/>
                            </m:rPr>
                            <a:rPr lang="de-DE" sz="2400" b="0" i="1" smtClean="0">
                              <a:solidFill>
                                <a:schemeClr val="bg1"/>
                              </a:solidFill>
                              <a:latin typeface="Cambria Math" panose="02040503050406030204" pitchFamily="18" charset="0"/>
                            </a:rPr>
                            <m:t>r</m:t>
                          </m:r>
                        </m:e>
                        <m:sub>
                          <m:r>
                            <a:rPr lang="de-DE" sz="2400" b="0" i="1" smtClean="0">
                              <a:solidFill>
                                <a:schemeClr val="bg1"/>
                              </a:solidFill>
                              <a:latin typeface="Cambria Math" panose="02040503050406030204" pitchFamily="18" charset="0"/>
                            </a:rPr>
                            <m:t>2</m:t>
                          </m:r>
                        </m:sub>
                      </m:sSub>
                    </m:oMath>
                  </m:oMathPara>
                </a14:m>
                <a:endParaRPr lang="en-US" sz="2400" dirty="0">
                  <a:solidFill>
                    <a:schemeClr val="bg1"/>
                  </a:solidFill>
                </a:endParaRPr>
              </a:p>
            </p:txBody>
          </p:sp>
        </mc:Choice>
        <mc:Fallback xmlns="">
          <p:sp>
            <p:nvSpPr>
              <p:cNvPr id="72" name="TextBox 71">
                <a:extLst>
                  <a:ext uri="{FF2B5EF4-FFF2-40B4-BE49-F238E27FC236}">
                    <a16:creationId xmlns:a16="http://schemas.microsoft.com/office/drawing/2014/main" id="{EEEF93A9-BB51-6C0D-3333-19B73DDECF1D}"/>
                  </a:ext>
                </a:extLst>
              </p:cNvPr>
              <p:cNvSpPr txBox="1">
                <a:spLocks noRot="1" noChangeAspect="1" noMove="1" noResize="1" noEditPoints="1" noAdjustHandles="1" noChangeArrowheads="1" noChangeShapeType="1" noTextEdit="1"/>
              </p:cNvSpPr>
              <p:nvPr/>
            </p:nvSpPr>
            <p:spPr>
              <a:xfrm>
                <a:off x="2897863" y="1302222"/>
                <a:ext cx="656402" cy="461665"/>
              </a:xfrm>
              <a:prstGeom prst="rect">
                <a:avLst/>
              </a:prstGeom>
              <a:blipFill>
                <a:blip r:embed="rId2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4" name="TextBox 73">
                <a:extLst>
                  <a:ext uri="{FF2B5EF4-FFF2-40B4-BE49-F238E27FC236}">
                    <a16:creationId xmlns:a16="http://schemas.microsoft.com/office/drawing/2014/main" id="{401F8F8E-5A57-0616-C24D-4E2CB96B4EC6}"/>
                  </a:ext>
                </a:extLst>
              </p:cNvPr>
              <p:cNvSpPr txBox="1"/>
              <p:nvPr/>
            </p:nvSpPr>
            <p:spPr>
              <a:xfrm>
                <a:off x="2984414" y="3517908"/>
                <a:ext cx="495606" cy="461665"/>
              </a:xfrm>
              <a:prstGeom prst="rect">
                <a:avLst/>
              </a:prstGeom>
              <a:noFill/>
            </p:spPr>
            <p:txBody>
              <a:bodyPr wrap="square">
                <a:spAutoFit/>
              </a:bodyPr>
              <a:lstStyle/>
              <a:p>
                <a:pPr/>
                <a14:m>
                  <m:oMathPara xmlns:m="http://schemas.openxmlformats.org/officeDocument/2006/math">
                    <m:oMath>
                      <m:sSub>
                        <m:sSubPr>
                          <m:ctrlPr>
                            <a:rPr lang="de-DE" sz="2400" b="0" i="1" smtClean="0">
                              <a:solidFill>
                                <a:schemeClr val="bg1"/>
                              </a:solidFill>
                              <a:latin typeface="Cambria Math" panose="02040503050406030204" pitchFamily="18" charset="0"/>
                            </a:rPr>
                          </m:ctrlPr>
                        </m:sSubPr>
                        <m:e>
                          <m:r>
                            <m:rPr>
                              <m:sty m:val="p"/>
                            </m:rPr>
                            <a:rPr lang="de-DE" sz="2400" b="0" i="1" smtClean="0">
                              <a:solidFill>
                                <a:schemeClr val="bg1"/>
                              </a:solidFill>
                              <a:latin typeface="Cambria Math" panose="02040503050406030204" pitchFamily="18" charset="0"/>
                            </a:rPr>
                            <m:t>r</m:t>
                          </m:r>
                        </m:e>
                        <m:sub>
                          <m:r>
                            <a:rPr lang="de-DE" sz="2400" b="0" i="1" smtClean="0">
                              <a:solidFill>
                                <a:schemeClr val="bg1"/>
                              </a:solidFill>
                              <a:latin typeface="Cambria Math" panose="02040503050406030204" pitchFamily="18" charset="0"/>
                            </a:rPr>
                            <m:t>3</m:t>
                          </m:r>
                        </m:sub>
                      </m:sSub>
                    </m:oMath>
                  </m:oMathPara>
                </a14:m>
                <a:endParaRPr lang="en-US" sz="2400" dirty="0">
                  <a:solidFill>
                    <a:schemeClr val="bg1"/>
                  </a:solidFill>
                </a:endParaRPr>
              </a:p>
            </p:txBody>
          </p:sp>
        </mc:Choice>
        <mc:Fallback xmlns="">
          <p:sp>
            <p:nvSpPr>
              <p:cNvPr id="74" name="TextBox 73">
                <a:extLst>
                  <a:ext uri="{FF2B5EF4-FFF2-40B4-BE49-F238E27FC236}">
                    <a16:creationId xmlns:a16="http://schemas.microsoft.com/office/drawing/2014/main" id="{401F8F8E-5A57-0616-C24D-4E2CB96B4EC6}"/>
                  </a:ext>
                </a:extLst>
              </p:cNvPr>
              <p:cNvSpPr txBox="1">
                <a:spLocks noRot="1" noChangeAspect="1" noMove="1" noResize="1" noEditPoints="1" noAdjustHandles="1" noChangeArrowheads="1" noChangeShapeType="1" noTextEdit="1"/>
              </p:cNvSpPr>
              <p:nvPr/>
            </p:nvSpPr>
            <p:spPr>
              <a:xfrm>
                <a:off x="2984414" y="3517908"/>
                <a:ext cx="495606" cy="461665"/>
              </a:xfrm>
              <a:prstGeom prst="rect">
                <a:avLst/>
              </a:prstGeom>
              <a:blipFill>
                <a:blip r:embed="rId2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7" name="TextBox 76">
                <a:extLst>
                  <a:ext uri="{FF2B5EF4-FFF2-40B4-BE49-F238E27FC236}">
                    <a16:creationId xmlns:a16="http://schemas.microsoft.com/office/drawing/2014/main" id="{30F7BBBC-AF92-9D91-8F93-9B4D246B009B}"/>
                  </a:ext>
                </a:extLst>
              </p:cNvPr>
              <p:cNvSpPr txBox="1"/>
              <p:nvPr/>
            </p:nvSpPr>
            <p:spPr>
              <a:xfrm>
                <a:off x="1152854" y="2406979"/>
                <a:ext cx="527465" cy="461665"/>
              </a:xfrm>
              <a:prstGeom prst="rect">
                <a:avLst/>
              </a:prstGeom>
              <a:noFill/>
            </p:spPr>
            <p:txBody>
              <a:bodyPr wrap="square">
                <a:spAutoFit/>
              </a:bodyPr>
              <a:lstStyle/>
              <a:p>
                <a:pPr/>
                <a14:m>
                  <m:oMathPara xmlns:m="http://schemas.openxmlformats.org/officeDocument/2006/math">
                    <m:oMath>
                      <m:sSub>
                        <m:sSubPr>
                          <m:ctrlPr>
                            <a:rPr lang="de-DE" sz="2400" b="0" i="1" smtClean="0">
                              <a:solidFill>
                                <a:schemeClr val="bg1"/>
                              </a:solidFill>
                              <a:latin typeface="Cambria Math" panose="02040503050406030204" pitchFamily="18" charset="0"/>
                            </a:rPr>
                          </m:ctrlPr>
                        </m:sSubPr>
                        <m:e>
                          <m:r>
                            <m:rPr>
                              <m:sty m:val="p"/>
                            </m:rPr>
                            <a:rPr lang="de-DE" sz="2400" b="0" i="1" smtClean="0">
                              <a:solidFill>
                                <a:schemeClr val="bg1"/>
                              </a:solidFill>
                              <a:latin typeface="Cambria Math" panose="02040503050406030204" pitchFamily="18" charset="0"/>
                            </a:rPr>
                            <m:t>r</m:t>
                          </m:r>
                        </m:e>
                        <m:sub>
                          <m:r>
                            <a:rPr lang="de-DE" sz="2400" b="0" i="1" smtClean="0">
                              <a:solidFill>
                                <a:schemeClr val="bg1"/>
                              </a:solidFill>
                              <a:latin typeface="Cambria Math" panose="02040503050406030204" pitchFamily="18" charset="0"/>
                            </a:rPr>
                            <m:t>1</m:t>
                          </m:r>
                        </m:sub>
                      </m:sSub>
                    </m:oMath>
                  </m:oMathPara>
                </a14:m>
                <a:endParaRPr lang="en-US" sz="2400" dirty="0">
                  <a:solidFill>
                    <a:schemeClr val="bg1"/>
                  </a:solidFill>
                </a:endParaRPr>
              </a:p>
            </p:txBody>
          </p:sp>
        </mc:Choice>
        <mc:Fallback xmlns="">
          <p:sp>
            <p:nvSpPr>
              <p:cNvPr id="77" name="TextBox 76">
                <a:extLst>
                  <a:ext uri="{FF2B5EF4-FFF2-40B4-BE49-F238E27FC236}">
                    <a16:creationId xmlns:a16="http://schemas.microsoft.com/office/drawing/2014/main" id="{30F7BBBC-AF92-9D91-8F93-9B4D246B009B}"/>
                  </a:ext>
                </a:extLst>
              </p:cNvPr>
              <p:cNvSpPr txBox="1">
                <a:spLocks noRot="1" noChangeAspect="1" noMove="1" noResize="1" noEditPoints="1" noAdjustHandles="1" noChangeArrowheads="1" noChangeShapeType="1" noTextEdit="1"/>
              </p:cNvSpPr>
              <p:nvPr/>
            </p:nvSpPr>
            <p:spPr>
              <a:xfrm>
                <a:off x="1152854" y="2406979"/>
                <a:ext cx="527465" cy="461665"/>
              </a:xfrm>
              <a:prstGeom prst="rect">
                <a:avLst/>
              </a:prstGeom>
              <a:blipFill>
                <a:blip r:embed="rId2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8" name="TextBox 77">
                <a:extLst>
                  <a:ext uri="{FF2B5EF4-FFF2-40B4-BE49-F238E27FC236}">
                    <a16:creationId xmlns:a16="http://schemas.microsoft.com/office/drawing/2014/main" id="{DD0F793F-B90B-7DD8-EF27-A1D1D57E5F2E}"/>
                  </a:ext>
                </a:extLst>
              </p:cNvPr>
              <p:cNvSpPr txBox="1"/>
              <p:nvPr/>
            </p:nvSpPr>
            <p:spPr>
              <a:xfrm>
                <a:off x="7013000" y="2690304"/>
                <a:ext cx="461601" cy="369332"/>
              </a:xfrm>
              <a:prstGeom prst="rect">
                <a:avLst/>
              </a:prstGeom>
              <a:noFill/>
            </p:spPr>
            <p:txBody>
              <a:bodyPr wrap="none" lIns="0" tIns="0" rIns="0" bIns="0" rtlCol="0">
                <a:spAutoFit/>
              </a:bodyPr>
              <a:lstStyle/>
              <a:p>
                <a:pPr/>
                <a14:m>
                  <m:oMathPara xmlns:m="http://schemas.openxmlformats.org/officeDocument/2006/math">
                    <m:oMath>
                      <m:sSub>
                        <m:sSubPr>
                          <m:ctrlPr>
                            <a:rPr lang="de-DE" sz="2400" b="0" i="1" smtClean="0">
                              <a:latin typeface="Cambria Math" panose="02040503050406030204" pitchFamily="18" charset="0"/>
                            </a:rPr>
                          </m:ctrlPr>
                        </m:sSubPr>
                        <m:e>
                          <m:r>
                            <m:rPr>
                              <m:sty m:val="p"/>
                            </m:rPr>
                            <a:rPr lang="de-DE" sz="2400" b="0" i="1" smtClean="0">
                              <a:latin typeface="Cambria Math" panose="02040503050406030204" pitchFamily="18" charset="0"/>
                            </a:rPr>
                            <m:t>m</m:t>
                          </m:r>
                        </m:e>
                        <m:sub>
                          <m:r>
                            <a:rPr lang="de-DE" sz="2400" b="0" i="1" smtClean="0">
                              <a:latin typeface="Cambria Math" panose="02040503050406030204" pitchFamily="18" charset="0"/>
                            </a:rPr>
                            <m:t>2</m:t>
                          </m:r>
                        </m:sub>
                      </m:sSub>
                    </m:oMath>
                  </m:oMathPara>
                </a14:m>
                <a:endParaRPr lang="en-US" sz="2400" dirty="0"/>
              </a:p>
            </p:txBody>
          </p:sp>
        </mc:Choice>
        <mc:Fallback xmlns="">
          <p:sp>
            <p:nvSpPr>
              <p:cNvPr id="78" name="TextBox 77">
                <a:extLst>
                  <a:ext uri="{FF2B5EF4-FFF2-40B4-BE49-F238E27FC236}">
                    <a16:creationId xmlns:a16="http://schemas.microsoft.com/office/drawing/2014/main" id="{DD0F793F-B90B-7DD8-EF27-A1D1D57E5F2E}"/>
                  </a:ext>
                </a:extLst>
              </p:cNvPr>
              <p:cNvSpPr txBox="1">
                <a:spLocks noRot="1" noChangeAspect="1" noMove="1" noResize="1" noEditPoints="1" noAdjustHandles="1" noChangeArrowheads="1" noChangeShapeType="1" noTextEdit="1"/>
              </p:cNvSpPr>
              <p:nvPr/>
            </p:nvSpPr>
            <p:spPr>
              <a:xfrm>
                <a:off x="7013000" y="2690304"/>
                <a:ext cx="461601" cy="369332"/>
              </a:xfrm>
              <a:prstGeom prst="rect">
                <a:avLst/>
              </a:prstGeom>
              <a:blipFill>
                <a:blip r:embed="rId24"/>
                <a:stretch>
                  <a:fillRect l="-9211" r="-5263" b="-1147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9" name="TextBox 78">
                <a:extLst>
                  <a:ext uri="{FF2B5EF4-FFF2-40B4-BE49-F238E27FC236}">
                    <a16:creationId xmlns:a16="http://schemas.microsoft.com/office/drawing/2014/main" id="{B53FBE4A-ABE9-0778-C597-692AE49F525F}"/>
                  </a:ext>
                </a:extLst>
              </p:cNvPr>
              <p:cNvSpPr txBox="1"/>
              <p:nvPr/>
            </p:nvSpPr>
            <p:spPr>
              <a:xfrm>
                <a:off x="7013001" y="3144130"/>
                <a:ext cx="461601" cy="369332"/>
              </a:xfrm>
              <a:prstGeom prst="rect">
                <a:avLst/>
              </a:prstGeom>
              <a:noFill/>
            </p:spPr>
            <p:txBody>
              <a:bodyPr wrap="none" lIns="0" tIns="0" rIns="0" bIns="0" rtlCol="0">
                <a:spAutoFit/>
              </a:bodyPr>
              <a:lstStyle/>
              <a:p>
                <a:pPr/>
                <a14:m>
                  <m:oMathPara xmlns:m="http://schemas.openxmlformats.org/officeDocument/2006/math">
                    <m:oMath>
                      <m:sSub>
                        <m:sSubPr>
                          <m:ctrlPr>
                            <a:rPr lang="de-DE" sz="2400" b="0" i="1" smtClean="0">
                              <a:latin typeface="Cambria Math" panose="02040503050406030204" pitchFamily="18" charset="0"/>
                            </a:rPr>
                          </m:ctrlPr>
                        </m:sSubPr>
                        <m:e>
                          <m:r>
                            <m:rPr>
                              <m:sty m:val="p"/>
                            </m:rPr>
                            <a:rPr lang="de-DE" sz="2400" b="0" i="1" smtClean="0">
                              <a:latin typeface="Cambria Math" panose="02040503050406030204" pitchFamily="18" charset="0"/>
                            </a:rPr>
                            <m:t>m</m:t>
                          </m:r>
                        </m:e>
                        <m:sub>
                          <m:r>
                            <a:rPr lang="de-DE" sz="2400" b="0" i="1" smtClean="0">
                              <a:latin typeface="Cambria Math" panose="02040503050406030204" pitchFamily="18" charset="0"/>
                            </a:rPr>
                            <m:t>3</m:t>
                          </m:r>
                        </m:sub>
                      </m:sSub>
                    </m:oMath>
                  </m:oMathPara>
                </a14:m>
                <a:endParaRPr lang="en-US" sz="2400" dirty="0"/>
              </a:p>
            </p:txBody>
          </p:sp>
        </mc:Choice>
        <mc:Fallback xmlns="">
          <p:sp>
            <p:nvSpPr>
              <p:cNvPr id="79" name="TextBox 78">
                <a:extLst>
                  <a:ext uri="{FF2B5EF4-FFF2-40B4-BE49-F238E27FC236}">
                    <a16:creationId xmlns:a16="http://schemas.microsoft.com/office/drawing/2014/main" id="{B53FBE4A-ABE9-0778-C597-692AE49F525F}"/>
                  </a:ext>
                </a:extLst>
              </p:cNvPr>
              <p:cNvSpPr txBox="1">
                <a:spLocks noRot="1" noChangeAspect="1" noMove="1" noResize="1" noEditPoints="1" noAdjustHandles="1" noChangeArrowheads="1" noChangeShapeType="1" noTextEdit="1"/>
              </p:cNvSpPr>
              <p:nvPr/>
            </p:nvSpPr>
            <p:spPr>
              <a:xfrm>
                <a:off x="7013001" y="3144130"/>
                <a:ext cx="461601" cy="369332"/>
              </a:xfrm>
              <a:prstGeom prst="rect">
                <a:avLst/>
              </a:prstGeom>
              <a:blipFill>
                <a:blip r:embed="rId25"/>
                <a:stretch>
                  <a:fillRect l="-9211" r="-5263" b="-1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0" name="TextBox 79">
                <a:extLst>
                  <a:ext uri="{FF2B5EF4-FFF2-40B4-BE49-F238E27FC236}">
                    <a16:creationId xmlns:a16="http://schemas.microsoft.com/office/drawing/2014/main" id="{15343846-2E23-FE9B-4006-373AB4978E01}"/>
                  </a:ext>
                </a:extLst>
              </p:cNvPr>
              <p:cNvSpPr txBox="1"/>
              <p:nvPr/>
            </p:nvSpPr>
            <p:spPr>
              <a:xfrm>
                <a:off x="7018695" y="3547931"/>
                <a:ext cx="461601" cy="369332"/>
              </a:xfrm>
              <a:prstGeom prst="rect">
                <a:avLst/>
              </a:prstGeom>
              <a:noFill/>
            </p:spPr>
            <p:txBody>
              <a:bodyPr wrap="none" lIns="0" tIns="0" rIns="0" bIns="0" rtlCol="0">
                <a:spAutoFit/>
              </a:bodyPr>
              <a:lstStyle/>
              <a:p>
                <a:pPr/>
                <a14:m>
                  <m:oMathPara xmlns:m="http://schemas.openxmlformats.org/officeDocument/2006/math">
                    <m:oMath>
                      <m:sSub>
                        <m:sSubPr>
                          <m:ctrlPr>
                            <a:rPr lang="de-DE" sz="2400" b="0" i="1" smtClean="0">
                              <a:latin typeface="Cambria Math" panose="02040503050406030204" pitchFamily="18" charset="0"/>
                            </a:rPr>
                          </m:ctrlPr>
                        </m:sSubPr>
                        <m:e>
                          <m:r>
                            <m:rPr>
                              <m:sty m:val="p"/>
                            </m:rPr>
                            <a:rPr lang="de-DE" sz="2400" b="0" i="1" smtClean="0">
                              <a:latin typeface="Cambria Math" panose="02040503050406030204" pitchFamily="18" charset="0"/>
                            </a:rPr>
                            <m:t>m</m:t>
                          </m:r>
                        </m:e>
                        <m:sub>
                          <m:r>
                            <a:rPr lang="de-DE" sz="2400" b="0" i="1" smtClean="0">
                              <a:latin typeface="Cambria Math" panose="02040503050406030204" pitchFamily="18" charset="0"/>
                            </a:rPr>
                            <m:t>4</m:t>
                          </m:r>
                        </m:sub>
                      </m:sSub>
                    </m:oMath>
                  </m:oMathPara>
                </a14:m>
                <a:endParaRPr lang="en-US" sz="2400" dirty="0"/>
              </a:p>
            </p:txBody>
          </p:sp>
        </mc:Choice>
        <mc:Fallback xmlns="">
          <p:sp>
            <p:nvSpPr>
              <p:cNvPr id="80" name="TextBox 79">
                <a:extLst>
                  <a:ext uri="{FF2B5EF4-FFF2-40B4-BE49-F238E27FC236}">
                    <a16:creationId xmlns:a16="http://schemas.microsoft.com/office/drawing/2014/main" id="{15343846-2E23-FE9B-4006-373AB4978E01}"/>
                  </a:ext>
                </a:extLst>
              </p:cNvPr>
              <p:cNvSpPr txBox="1">
                <a:spLocks noRot="1" noChangeAspect="1" noMove="1" noResize="1" noEditPoints="1" noAdjustHandles="1" noChangeArrowheads="1" noChangeShapeType="1" noTextEdit="1"/>
              </p:cNvSpPr>
              <p:nvPr/>
            </p:nvSpPr>
            <p:spPr>
              <a:xfrm>
                <a:off x="7018695" y="3547931"/>
                <a:ext cx="461601" cy="369332"/>
              </a:xfrm>
              <a:prstGeom prst="rect">
                <a:avLst/>
              </a:prstGeom>
              <a:blipFill>
                <a:blip r:embed="rId26"/>
                <a:stretch>
                  <a:fillRect l="-9211" r="-5263" b="-1147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1" name="TextBox 80">
                <a:extLst>
                  <a:ext uri="{FF2B5EF4-FFF2-40B4-BE49-F238E27FC236}">
                    <a16:creationId xmlns:a16="http://schemas.microsoft.com/office/drawing/2014/main" id="{32790020-45C0-DFF7-B09D-2A8833225D13}"/>
                  </a:ext>
                </a:extLst>
              </p:cNvPr>
              <p:cNvSpPr txBox="1"/>
              <p:nvPr/>
            </p:nvSpPr>
            <p:spPr>
              <a:xfrm>
                <a:off x="7037383" y="3932184"/>
                <a:ext cx="461601" cy="369332"/>
              </a:xfrm>
              <a:prstGeom prst="rect">
                <a:avLst/>
              </a:prstGeom>
              <a:noFill/>
            </p:spPr>
            <p:txBody>
              <a:bodyPr wrap="none" lIns="0" tIns="0" rIns="0" bIns="0" rtlCol="0">
                <a:spAutoFit/>
              </a:bodyPr>
              <a:lstStyle/>
              <a:p>
                <a:pPr/>
                <a14:m>
                  <m:oMathPara xmlns:m="http://schemas.openxmlformats.org/officeDocument/2006/math">
                    <m:oMath>
                      <m:sSub>
                        <m:sSubPr>
                          <m:ctrlPr>
                            <a:rPr lang="de-DE" sz="2400" b="0" i="1" smtClean="0">
                              <a:latin typeface="Cambria Math" panose="02040503050406030204" pitchFamily="18" charset="0"/>
                            </a:rPr>
                          </m:ctrlPr>
                        </m:sSubPr>
                        <m:e>
                          <m:r>
                            <m:rPr>
                              <m:sty m:val="p"/>
                            </m:rPr>
                            <a:rPr lang="de-DE" sz="2400" b="0" i="1" smtClean="0">
                              <a:latin typeface="Cambria Math" panose="02040503050406030204" pitchFamily="18" charset="0"/>
                            </a:rPr>
                            <m:t>m</m:t>
                          </m:r>
                        </m:e>
                        <m:sub>
                          <m:r>
                            <a:rPr lang="de-DE" sz="2400" b="0" i="1" smtClean="0">
                              <a:latin typeface="Cambria Math" panose="02040503050406030204" pitchFamily="18" charset="0"/>
                            </a:rPr>
                            <m:t>5</m:t>
                          </m:r>
                        </m:sub>
                      </m:sSub>
                    </m:oMath>
                  </m:oMathPara>
                </a14:m>
                <a:endParaRPr lang="en-US" sz="2400" dirty="0"/>
              </a:p>
            </p:txBody>
          </p:sp>
        </mc:Choice>
        <mc:Fallback xmlns="">
          <p:sp>
            <p:nvSpPr>
              <p:cNvPr id="81" name="TextBox 80">
                <a:extLst>
                  <a:ext uri="{FF2B5EF4-FFF2-40B4-BE49-F238E27FC236}">
                    <a16:creationId xmlns:a16="http://schemas.microsoft.com/office/drawing/2014/main" id="{32790020-45C0-DFF7-B09D-2A8833225D13}"/>
                  </a:ext>
                </a:extLst>
              </p:cNvPr>
              <p:cNvSpPr txBox="1">
                <a:spLocks noRot="1" noChangeAspect="1" noMove="1" noResize="1" noEditPoints="1" noAdjustHandles="1" noChangeArrowheads="1" noChangeShapeType="1" noTextEdit="1"/>
              </p:cNvSpPr>
              <p:nvPr/>
            </p:nvSpPr>
            <p:spPr>
              <a:xfrm>
                <a:off x="7037383" y="3932184"/>
                <a:ext cx="461601" cy="369332"/>
              </a:xfrm>
              <a:prstGeom prst="rect">
                <a:avLst/>
              </a:prstGeom>
              <a:blipFill>
                <a:blip r:embed="rId27"/>
                <a:stretch>
                  <a:fillRect l="-9211" r="-6579" b="-13115"/>
                </a:stretch>
              </a:blipFill>
            </p:spPr>
            <p:txBody>
              <a:bodyPr/>
              <a:lstStyle/>
              <a:p>
                <a:r>
                  <a:rPr lang="en-US">
                    <a:noFill/>
                  </a:rPr>
                  <a:t> </a:t>
                </a:r>
              </a:p>
            </p:txBody>
          </p:sp>
        </mc:Fallback>
      </mc:AlternateContent>
      <p:sp>
        <p:nvSpPr>
          <p:cNvPr id="4" name="Rectangle: Rounded Corners 3">
            <a:extLst>
              <a:ext uri="{FF2B5EF4-FFF2-40B4-BE49-F238E27FC236}">
                <a16:creationId xmlns:a16="http://schemas.microsoft.com/office/drawing/2014/main" id="{C3C5D91A-12A1-E394-A5F1-6BE96861049A}"/>
              </a:ext>
            </a:extLst>
          </p:cNvPr>
          <p:cNvSpPr/>
          <p:nvPr/>
        </p:nvSpPr>
        <p:spPr>
          <a:xfrm>
            <a:off x="8173377" y="1826941"/>
            <a:ext cx="643622" cy="2474575"/>
          </a:xfrm>
          <a:prstGeom prst="round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Rounded Corners 4">
            <a:extLst>
              <a:ext uri="{FF2B5EF4-FFF2-40B4-BE49-F238E27FC236}">
                <a16:creationId xmlns:a16="http://schemas.microsoft.com/office/drawing/2014/main" id="{ED572F9A-ADCB-FB4B-DB84-6466D145BD73}"/>
              </a:ext>
            </a:extLst>
          </p:cNvPr>
          <p:cNvSpPr/>
          <p:nvPr/>
        </p:nvSpPr>
        <p:spPr>
          <a:xfrm>
            <a:off x="6865071" y="2675781"/>
            <a:ext cx="1951928" cy="463730"/>
          </a:xfrm>
          <a:prstGeom prst="round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Rounded Corners 7">
            <a:extLst>
              <a:ext uri="{FF2B5EF4-FFF2-40B4-BE49-F238E27FC236}">
                <a16:creationId xmlns:a16="http://schemas.microsoft.com/office/drawing/2014/main" id="{4D576257-AC55-649E-5B94-3BE4DF255D35}"/>
              </a:ext>
            </a:extLst>
          </p:cNvPr>
          <p:cNvSpPr/>
          <p:nvPr/>
        </p:nvSpPr>
        <p:spPr>
          <a:xfrm>
            <a:off x="6844466" y="3137705"/>
            <a:ext cx="2697760" cy="435111"/>
          </a:xfrm>
          <a:prstGeom prst="round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Rounded Corners 8">
            <a:extLst>
              <a:ext uri="{FF2B5EF4-FFF2-40B4-BE49-F238E27FC236}">
                <a16:creationId xmlns:a16="http://schemas.microsoft.com/office/drawing/2014/main" id="{5B4D697D-EFD1-886B-3097-CEBCE81B48D0}"/>
              </a:ext>
            </a:extLst>
          </p:cNvPr>
          <p:cNvSpPr/>
          <p:nvPr/>
        </p:nvSpPr>
        <p:spPr>
          <a:xfrm>
            <a:off x="6815502" y="3559545"/>
            <a:ext cx="2697760" cy="413523"/>
          </a:xfrm>
          <a:prstGeom prst="round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32A87441-29FE-E805-8C5E-42EE05ED2B68}"/>
              </a:ext>
            </a:extLst>
          </p:cNvPr>
          <p:cNvSpPr txBox="1"/>
          <p:nvPr/>
        </p:nvSpPr>
        <p:spPr>
          <a:xfrm>
            <a:off x="6484645" y="941669"/>
            <a:ext cx="4457695" cy="400110"/>
          </a:xfrm>
          <a:prstGeom prst="rect">
            <a:avLst/>
          </a:prstGeom>
          <a:noFill/>
        </p:spPr>
        <p:txBody>
          <a:bodyPr wrap="none" rtlCol="0">
            <a:spAutoFit/>
          </a:bodyPr>
          <a:lstStyle/>
          <a:p>
            <a:r>
              <a:rPr lang="en-GB" sz="2000" dirty="0"/>
              <a:t>Pattern within the Stoichiometry Matrix</a:t>
            </a:r>
            <a:endParaRPr lang="en-US" sz="2000" dirty="0"/>
          </a:p>
        </p:txBody>
      </p:sp>
    </p:spTree>
    <p:extLst>
      <p:ext uri="{BB962C8B-B14F-4D97-AF65-F5344CB8AC3E}">
        <p14:creationId xmlns:p14="http://schemas.microsoft.com/office/powerpoint/2010/main" val="2234585066"/>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75011B-300E-9536-C2AB-0442B8971B76}"/>
            </a:ext>
          </a:extLst>
        </p:cNvPr>
        <p:cNvGrpSpPr/>
        <p:nvPr/>
      </p:nvGrpSpPr>
      <p:grpSpPr>
        <a:xfrm>
          <a:off x="0" y="0"/>
          <a:ext cx="0" cy="0"/>
          <a:chOff x="0" y="0"/>
          <a:chExt cx="0" cy="0"/>
        </a:xfrm>
      </p:grpSpPr>
      <p:sp>
        <p:nvSpPr>
          <p:cNvPr id="82" name="Rectangle 81">
            <a:extLst>
              <a:ext uri="{FF2B5EF4-FFF2-40B4-BE49-F238E27FC236}">
                <a16:creationId xmlns:a16="http://schemas.microsoft.com/office/drawing/2014/main" id="{E6614964-11D3-71CA-8C63-01799941A78A}"/>
              </a:ext>
            </a:extLst>
          </p:cNvPr>
          <p:cNvSpPr/>
          <p:nvPr/>
        </p:nvSpPr>
        <p:spPr>
          <a:xfrm>
            <a:off x="288234" y="1291167"/>
            <a:ext cx="5605669" cy="286055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F7808BAB-E390-4181-4D85-47C1204661CE}"/>
                  </a:ext>
                </a:extLst>
              </p:cNvPr>
              <p:cNvSpPr>
                <a:spLocks noGrp="1"/>
              </p:cNvSpPr>
              <p:nvPr>
                <p:ph type="title"/>
              </p:nvPr>
            </p:nvSpPr>
            <p:spPr>
              <a:xfrm>
                <a:off x="265564" y="159471"/>
                <a:ext cx="5628339" cy="720725"/>
              </a:xfrm>
            </p:spPr>
            <p:txBody>
              <a:bodyPr>
                <a:noAutofit/>
              </a:bodyPr>
              <a:lstStyle/>
              <a:p>
                <a:r>
                  <a:rPr lang="de-DE" sz="2400" dirty="0"/>
                  <a:t>Step 1: Find </a:t>
                </a:r>
                <a:r>
                  <a:rPr lang="de-DE" sz="2400" dirty="0" err="1"/>
                  <a:t>the</a:t>
                </a:r>
                <a:r>
                  <a:rPr lang="de-DE" sz="2400" dirty="0"/>
                  <a:t> m4-like </a:t>
                </a:r>
                <a:r>
                  <a:rPr lang="de-DE" sz="2400" dirty="0" err="1"/>
                  <a:t>metabolites</a:t>
                </a:r>
                <a:r>
                  <a:rPr lang="de-DE" sz="2400" dirty="0"/>
                  <a:t> and </a:t>
                </a:r>
                <a:r>
                  <a:rPr lang="de-DE" sz="2400" dirty="0" err="1"/>
                  <a:t>the</a:t>
                </a:r>
                <a:r>
                  <a:rPr lang="de-DE" sz="2400" dirty="0"/>
                  <a:t> </a:t>
                </a:r>
                <a:r>
                  <a:rPr lang="de-DE" sz="2400" dirty="0" err="1"/>
                  <a:t>reactions</a:t>
                </a:r>
                <a:r>
                  <a:rPr lang="de-DE" sz="2400" dirty="0"/>
                  <a:t> </a:t>
                </a:r>
                <a14:m>
                  <m:oMath xmlns:m="http://schemas.openxmlformats.org/officeDocument/2006/math">
                    <m:sSub>
                      <m:sSubPr>
                        <m:ctrlPr>
                          <a:rPr lang="en-GB" sz="2400" i="1" dirty="0">
                            <a:latin typeface="Cambria Math" panose="02040503050406030204" pitchFamily="18" charset="0"/>
                          </a:rPr>
                        </m:ctrlPr>
                      </m:sSubPr>
                      <m:e>
                        <m:r>
                          <m:rPr>
                            <m:sty m:val="p"/>
                          </m:rPr>
                          <a:rPr lang="en-GB" sz="2400" i="1" dirty="0">
                            <a:latin typeface="Cambria Math" panose="02040503050406030204" pitchFamily="18" charset="0"/>
                          </a:rPr>
                          <m:t>r</m:t>
                        </m:r>
                      </m:e>
                      <m:sub>
                        <m:r>
                          <a:rPr lang="en-GB" sz="2400" i="1" dirty="0">
                            <a:latin typeface="Cambria Math" panose="02040503050406030204" pitchFamily="18" charset="0"/>
                          </a:rPr>
                          <m:t>2</m:t>
                        </m:r>
                      </m:sub>
                    </m:sSub>
                  </m:oMath>
                </a14:m>
                <a:r>
                  <a:rPr lang="en-US" sz="2400" dirty="0"/>
                  <a:t>’s and </a:t>
                </a:r>
                <a14:m>
                  <m:oMath xmlns:m="http://schemas.openxmlformats.org/officeDocument/2006/math">
                    <m:sSub>
                      <m:sSubPr>
                        <m:ctrlPr>
                          <a:rPr lang="en-GB" sz="2400" i="1" dirty="0">
                            <a:latin typeface="Cambria Math" panose="02040503050406030204" pitchFamily="18" charset="0"/>
                          </a:rPr>
                        </m:ctrlPr>
                      </m:sSubPr>
                      <m:e>
                        <m:r>
                          <m:rPr>
                            <m:sty m:val="p"/>
                          </m:rPr>
                          <a:rPr lang="en-GB" sz="2400" i="1" dirty="0">
                            <a:latin typeface="Cambria Math" panose="02040503050406030204" pitchFamily="18" charset="0"/>
                          </a:rPr>
                          <m:t>r</m:t>
                        </m:r>
                      </m:e>
                      <m:sub>
                        <m:r>
                          <a:rPr lang="en-GB" sz="2400" i="1" dirty="0">
                            <a:latin typeface="Cambria Math" panose="02040503050406030204" pitchFamily="18" charset="0"/>
                          </a:rPr>
                          <m:t>3</m:t>
                        </m:r>
                      </m:sub>
                    </m:sSub>
                  </m:oMath>
                </a14:m>
                <a:r>
                  <a:rPr lang="en-US" sz="2400" dirty="0"/>
                  <a:t>’s</a:t>
                </a:r>
              </a:p>
            </p:txBody>
          </p:sp>
        </mc:Choice>
        <mc:Fallback xmlns="">
          <p:sp>
            <p:nvSpPr>
              <p:cNvPr id="2" name="Title 1">
                <a:extLst>
                  <a:ext uri="{FF2B5EF4-FFF2-40B4-BE49-F238E27FC236}">
                    <a16:creationId xmlns:a16="http://schemas.microsoft.com/office/drawing/2014/main" id="{F7808BAB-E390-4181-4D85-47C1204661CE}"/>
                  </a:ext>
                </a:extLst>
              </p:cNvPr>
              <p:cNvSpPr>
                <a:spLocks noGrp="1" noRot="1" noChangeAspect="1" noMove="1" noResize="1" noEditPoints="1" noAdjustHandles="1" noChangeArrowheads="1" noChangeShapeType="1" noTextEdit="1"/>
              </p:cNvSpPr>
              <p:nvPr>
                <p:ph type="title"/>
              </p:nvPr>
            </p:nvSpPr>
            <p:spPr>
              <a:xfrm>
                <a:off x="265564" y="159471"/>
                <a:ext cx="5628339" cy="720725"/>
              </a:xfrm>
              <a:blipFill>
                <a:blip r:embed="rId3"/>
                <a:stretch>
                  <a:fillRect l="-1733" t="-12712" r="-650" b="-22881"/>
                </a:stretch>
              </a:blipFill>
            </p:spPr>
            <p:txBody>
              <a:bodyPr/>
              <a:lstStyle/>
              <a:p>
                <a:r>
                  <a:rPr lang="en-US">
                    <a:noFill/>
                  </a:rPr>
                  <a:t> </a:t>
                </a:r>
              </a:p>
            </p:txBody>
          </p:sp>
        </mc:Fallback>
      </mc:AlternateContent>
      <p:sp>
        <p:nvSpPr>
          <p:cNvPr id="17" name="Oval 16">
            <a:extLst>
              <a:ext uri="{FF2B5EF4-FFF2-40B4-BE49-F238E27FC236}">
                <a16:creationId xmlns:a16="http://schemas.microsoft.com/office/drawing/2014/main" id="{E77C1AC9-FA4A-EF5A-C960-85C259C837BE}"/>
              </a:ext>
            </a:extLst>
          </p:cNvPr>
          <p:cNvSpPr>
            <a:spLocks noChangeAspect="1"/>
          </p:cNvSpPr>
          <p:nvPr/>
        </p:nvSpPr>
        <p:spPr>
          <a:xfrm>
            <a:off x="2974080" y="1340627"/>
            <a:ext cx="482803" cy="48280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F6B24B30-E9F6-83E6-E5FD-BD1D0F3F3CE0}"/>
              </a:ext>
            </a:extLst>
          </p:cNvPr>
          <p:cNvSpPr>
            <a:spLocks noChangeAspect="1"/>
          </p:cNvSpPr>
          <p:nvPr/>
        </p:nvSpPr>
        <p:spPr>
          <a:xfrm>
            <a:off x="2985510" y="3543219"/>
            <a:ext cx="482803" cy="48280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1" name="Straight Arrow Connector 20">
            <a:extLst>
              <a:ext uri="{FF2B5EF4-FFF2-40B4-BE49-F238E27FC236}">
                <a16:creationId xmlns:a16="http://schemas.microsoft.com/office/drawing/2014/main" id="{B8D0AA79-B687-A333-E241-47908D60EBF9}"/>
              </a:ext>
            </a:extLst>
          </p:cNvPr>
          <p:cNvCxnSpPr>
            <a:cxnSpLocks/>
            <a:stCxn id="18" idx="6"/>
            <a:endCxn id="50" idx="3"/>
          </p:cNvCxnSpPr>
          <p:nvPr/>
        </p:nvCxnSpPr>
        <p:spPr>
          <a:xfrm flipV="1">
            <a:off x="3468313" y="2844987"/>
            <a:ext cx="1208754" cy="939634"/>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A8095DF5-FEE5-B5ED-C101-532B85CFA14F}"/>
              </a:ext>
            </a:extLst>
          </p:cNvPr>
          <p:cNvCxnSpPr>
            <a:cxnSpLocks/>
            <a:stCxn id="17" idx="6"/>
            <a:endCxn id="50" idx="1"/>
          </p:cNvCxnSpPr>
          <p:nvPr/>
        </p:nvCxnSpPr>
        <p:spPr>
          <a:xfrm>
            <a:off x="3456883" y="1582029"/>
            <a:ext cx="1220184" cy="921565"/>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EE72E7D6-BBB6-52F9-70D9-DBD8E9F1C0CB}"/>
                  </a:ext>
                </a:extLst>
              </p:cNvPr>
              <p:cNvSpPr txBox="1"/>
              <p:nvPr/>
            </p:nvSpPr>
            <p:spPr>
              <a:xfrm>
                <a:off x="3824334" y="1455840"/>
                <a:ext cx="1006792" cy="461665"/>
              </a:xfrm>
              <a:prstGeom prst="rect">
                <a:avLst/>
              </a:prstGeom>
              <a:noFill/>
            </p:spPr>
            <p:txBody>
              <a:bodyPr wrap="square">
                <a:spAutoFit/>
              </a:bodyPr>
              <a:lstStyle/>
              <a:p>
                <a:pPr/>
                <a14:m>
                  <m:oMathPara xmlns:m="http://schemas.openxmlformats.org/officeDocument/2006/math">
                    <m:oMath>
                      <m:sSub>
                        <m:sSubPr>
                          <m:ctrlPr>
                            <a:rPr lang="de-DE" sz="2400" b="0" i="0" smtClean="0">
                              <a:solidFill>
                                <a:schemeClr val="tx1"/>
                              </a:solidFill>
                              <a:latin typeface="Cambria Math" panose="02040503050406030204" pitchFamily="18" charset="0"/>
                            </a:rPr>
                          </m:ctrlPr>
                        </m:sSubPr>
                        <m:e>
                          <m:r>
                            <m:rPr>
                              <m:sty m:val="p"/>
                            </m:rPr>
                            <a:rPr lang="de-DE" sz="2400" b="0" i="0" smtClean="0">
                              <a:solidFill>
                                <a:schemeClr val="tx1"/>
                              </a:solidFill>
                              <a:latin typeface="Cambria Math" panose="02040503050406030204" pitchFamily="18" charset="0"/>
                            </a:rPr>
                            <m:t>m</m:t>
                          </m:r>
                        </m:e>
                        <m:sub>
                          <m:r>
                            <a:rPr lang="de-DE" sz="2400" b="0" i="1" smtClean="0">
                              <a:solidFill>
                                <a:schemeClr val="tx1"/>
                              </a:solidFill>
                              <a:latin typeface="Cambria Math" panose="02040503050406030204" pitchFamily="18" charset="0"/>
                            </a:rPr>
                            <m:t>4</m:t>
                          </m:r>
                        </m:sub>
                      </m:sSub>
                    </m:oMath>
                  </m:oMathPara>
                </a14:m>
                <a:endParaRPr lang="en-US" sz="2400" dirty="0">
                  <a:solidFill>
                    <a:schemeClr val="tx1"/>
                  </a:solidFill>
                </a:endParaRPr>
              </a:p>
            </p:txBody>
          </p:sp>
        </mc:Choice>
        <mc:Fallback xmlns="">
          <p:sp>
            <p:nvSpPr>
              <p:cNvPr id="40" name="TextBox 39">
                <a:extLst>
                  <a:ext uri="{FF2B5EF4-FFF2-40B4-BE49-F238E27FC236}">
                    <a16:creationId xmlns:a16="http://schemas.microsoft.com/office/drawing/2014/main" id="{EE72E7D6-BBB6-52F9-70D9-DBD8E9F1C0CB}"/>
                  </a:ext>
                </a:extLst>
              </p:cNvPr>
              <p:cNvSpPr txBox="1">
                <a:spLocks noRot="1" noChangeAspect="1" noMove="1" noResize="1" noEditPoints="1" noAdjustHandles="1" noChangeArrowheads="1" noChangeShapeType="1" noTextEdit="1"/>
              </p:cNvSpPr>
              <p:nvPr/>
            </p:nvSpPr>
            <p:spPr>
              <a:xfrm>
                <a:off x="3824334" y="1455840"/>
                <a:ext cx="1006792" cy="461665"/>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85E52EB5-733F-DA1D-C3AE-1015474077FA}"/>
                  </a:ext>
                </a:extLst>
              </p:cNvPr>
              <p:cNvSpPr txBox="1"/>
              <p:nvPr/>
            </p:nvSpPr>
            <p:spPr>
              <a:xfrm>
                <a:off x="5083562" y="5299089"/>
                <a:ext cx="6734064" cy="461665"/>
              </a:xfrm>
              <a:prstGeom prst="rect">
                <a:avLst/>
              </a:prstGeom>
              <a:noFill/>
            </p:spPr>
            <p:txBody>
              <a:bodyPr wrap="square">
                <a:spAutoFit/>
              </a:bodyPr>
              <a:lstStyle/>
              <a:p>
                <a:pPr/>
                <a14:m>
                  <m:oMathPara xmlns:m="http://schemas.openxmlformats.org/officeDocument/2006/math">
                    <m:oMathParaPr>
                      <m:jc m:val="left"/>
                    </m:oMathParaPr>
                    <m:oMath>
                      <m:r>
                        <a:rPr lang="de-DE" sz="2400" b="0" i="1" smtClean="0">
                          <a:latin typeface="Cambria Math" panose="02040503050406030204" pitchFamily="18" charset="0"/>
                        </a:rPr>
                        <m:t>[</m:t>
                      </m:r>
                      <m:sSub>
                        <m:sSubPr>
                          <m:ctrlPr>
                            <a:rPr lang="de-DE" sz="2400" i="1">
                              <a:latin typeface="Cambria Math" panose="02040503050406030204" pitchFamily="18" charset="0"/>
                            </a:rPr>
                          </m:ctrlPr>
                        </m:sSubPr>
                        <m:e>
                          <m:r>
                            <a:rPr lang="de-DE" sz="2400" i="1">
                              <a:latin typeface="Cambria Math" panose="02040503050406030204" pitchFamily="18" charset="0"/>
                            </a:rPr>
                            <m:t>𝑏</m:t>
                          </m:r>
                        </m:e>
                        <m:sub>
                          <m:r>
                            <a:rPr lang="de-DE" sz="2400" i="1">
                              <a:latin typeface="Cambria Math" panose="02040503050406030204" pitchFamily="18" charset="0"/>
                            </a:rPr>
                            <m:t>𝑚𝑖</m:t>
                          </m:r>
                        </m:sub>
                      </m:sSub>
                      <m:r>
                        <a:rPr lang="de-DE" sz="2400" b="0" i="1" smtClean="0">
                          <a:latin typeface="Cambria Math" panose="02040503050406030204" pitchFamily="18" charset="0"/>
                        </a:rPr>
                        <m:t>, ⋯,</m:t>
                      </m:r>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𝑏</m:t>
                          </m:r>
                        </m:e>
                        <m:sub>
                          <m:r>
                            <a:rPr lang="en-GB" sz="2400" b="0" i="1" smtClean="0">
                              <a:latin typeface="Cambria Math" panose="02040503050406030204" pitchFamily="18" charset="0"/>
                            </a:rPr>
                            <m:t>42</m:t>
                          </m:r>
                        </m:sub>
                      </m:sSub>
                      <m:r>
                        <a:rPr lang="de-DE" sz="2400" b="0" i="1" smtClean="0">
                          <a:latin typeface="Cambria Math" panose="02040503050406030204" pitchFamily="18" charset="0"/>
                        </a:rPr>
                        <m:t>&gt;0,⋯,</m:t>
                      </m:r>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𝑏</m:t>
                          </m:r>
                        </m:e>
                        <m:sub>
                          <m:r>
                            <a:rPr lang="en-GB" sz="2400" b="0" i="1" smtClean="0">
                              <a:latin typeface="Cambria Math" panose="02040503050406030204" pitchFamily="18" charset="0"/>
                            </a:rPr>
                            <m:t>43</m:t>
                          </m:r>
                        </m:sub>
                      </m:sSub>
                      <m:r>
                        <a:rPr lang="de-DE" sz="2400" b="0" i="1" smtClean="0">
                          <a:latin typeface="Cambria Math" panose="02040503050406030204" pitchFamily="18" charset="0"/>
                        </a:rPr>
                        <m:t>&gt;0,⋯,</m:t>
                      </m:r>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𝑏</m:t>
                          </m:r>
                        </m:e>
                        <m:sub>
                          <m:r>
                            <a:rPr lang="en-GB" sz="2400" b="0" i="1" smtClean="0">
                              <a:latin typeface="Cambria Math" panose="02040503050406030204" pitchFamily="18" charset="0"/>
                            </a:rPr>
                            <m:t>44</m:t>
                          </m:r>
                        </m:sub>
                      </m:sSub>
                      <m:r>
                        <a:rPr lang="de-DE" sz="2400" b="0" i="1" smtClean="0">
                          <a:latin typeface="Cambria Math" panose="02040503050406030204" pitchFamily="18" charset="0"/>
                        </a:rPr>
                        <m:t>&lt;0,⋯,</m:t>
                      </m:r>
                      <m:sSub>
                        <m:sSubPr>
                          <m:ctrlPr>
                            <a:rPr lang="de-DE" sz="2400" i="1">
                              <a:latin typeface="Cambria Math" panose="02040503050406030204" pitchFamily="18" charset="0"/>
                            </a:rPr>
                          </m:ctrlPr>
                        </m:sSubPr>
                        <m:e>
                          <m:r>
                            <a:rPr lang="de-DE" sz="2400" i="1">
                              <a:latin typeface="Cambria Math" panose="02040503050406030204" pitchFamily="18" charset="0"/>
                            </a:rPr>
                            <m:t>𝑏</m:t>
                          </m:r>
                        </m:e>
                        <m:sub>
                          <m:r>
                            <a:rPr lang="de-DE" sz="2400" i="1">
                              <a:latin typeface="Cambria Math" panose="02040503050406030204" pitchFamily="18" charset="0"/>
                            </a:rPr>
                            <m:t>𝑚</m:t>
                          </m:r>
                          <m:r>
                            <m:rPr>
                              <m:sty m:val="p"/>
                            </m:rPr>
                            <a:rPr lang="en-GB" sz="2400" b="0" i="1" smtClean="0">
                              <a:latin typeface="Cambria Math" panose="02040503050406030204" pitchFamily="18" charset="0"/>
                            </a:rPr>
                            <m:t>R</m:t>
                          </m:r>
                        </m:sub>
                      </m:sSub>
                      <m:r>
                        <a:rPr lang="de-DE" sz="2400" b="0" i="1" smtClean="0">
                          <a:latin typeface="Cambria Math" panose="02040503050406030204" pitchFamily="18" charset="0"/>
                        </a:rPr>
                        <m:t>]</m:t>
                      </m:r>
                    </m:oMath>
                  </m:oMathPara>
                </a14:m>
                <a:endParaRPr lang="en-US" sz="2400" dirty="0"/>
              </a:p>
            </p:txBody>
          </p:sp>
        </mc:Choice>
        <mc:Fallback xmlns="">
          <p:sp>
            <p:nvSpPr>
              <p:cNvPr id="6" name="TextBox 5">
                <a:extLst>
                  <a:ext uri="{FF2B5EF4-FFF2-40B4-BE49-F238E27FC236}">
                    <a16:creationId xmlns:a16="http://schemas.microsoft.com/office/drawing/2014/main" id="{85E52EB5-733F-DA1D-C3AE-1015474077FA}"/>
                  </a:ext>
                </a:extLst>
              </p:cNvPr>
              <p:cNvSpPr txBox="1">
                <a:spLocks noRot="1" noChangeAspect="1" noMove="1" noResize="1" noEditPoints="1" noAdjustHandles="1" noChangeArrowheads="1" noChangeShapeType="1" noTextEdit="1"/>
              </p:cNvSpPr>
              <p:nvPr/>
            </p:nvSpPr>
            <p:spPr>
              <a:xfrm>
                <a:off x="5083562" y="5299089"/>
                <a:ext cx="6734064" cy="461665"/>
              </a:xfrm>
              <a:prstGeom prst="rect">
                <a:avLst/>
              </a:prstGeom>
              <a:blipFill>
                <a:blip r:embed="rId5"/>
                <a:stretch>
                  <a:fillRect l="-814" b="-15789"/>
                </a:stretch>
              </a:blipFill>
            </p:spPr>
            <p:txBody>
              <a:bodyPr/>
              <a:lstStyle/>
              <a:p>
                <a:r>
                  <a:rPr lang="en-US">
                    <a:noFill/>
                  </a:rPr>
                  <a:t> </a:t>
                </a:r>
              </a:p>
            </p:txBody>
          </p:sp>
        </mc:Fallback>
      </mc:AlternateContent>
      <p:sp>
        <p:nvSpPr>
          <p:cNvPr id="7" name="Rectangle: Rounded Corners 6">
            <a:extLst>
              <a:ext uri="{FF2B5EF4-FFF2-40B4-BE49-F238E27FC236}">
                <a16:creationId xmlns:a16="http://schemas.microsoft.com/office/drawing/2014/main" id="{E0F90BE5-2DB4-3B9A-B389-7953E6F05538}"/>
              </a:ext>
            </a:extLst>
          </p:cNvPr>
          <p:cNvSpPr/>
          <p:nvPr/>
        </p:nvSpPr>
        <p:spPr>
          <a:xfrm>
            <a:off x="8898604" y="1817175"/>
            <a:ext cx="643622" cy="2474575"/>
          </a:xfrm>
          <a:prstGeom prst="round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47DE3E32-A910-5356-FC4A-8A6BD14B0F8D}"/>
                  </a:ext>
                </a:extLst>
              </p:cNvPr>
              <p:cNvSpPr txBox="1"/>
              <p:nvPr/>
            </p:nvSpPr>
            <p:spPr>
              <a:xfrm>
                <a:off x="6325169" y="4826134"/>
                <a:ext cx="656402" cy="461665"/>
              </a:xfrm>
              <a:prstGeom prst="rect">
                <a:avLst/>
              </a:prstGeom>
              <a:noFill/>
            </p:spPr>
            <p:txBody>
              <a:bodyPr wrap="square">
                <a:spAutoFit/>
              </a:bodyPr>
              <a:lstStyle/>
              <a:p>
                <a:pPr/>
                <a14:m>
                  <m:oMathPara xmlns:m="http://schemas.openxmlformats.org/officeDocument/2006/math">
                    <m:oMath>
                      <m:sSub>
                        <m:sSubPr>
                          <m:ctrlPr>
                            <a:rPr lang="de-DE" sz="2400" b="0" i="1" smtClean="0">
                              <a:solidFill>
                                <a:schemeClr val="tx1"/>
                              </a:solidFill>
                              <a:latin typeface="Cambria Math" panose="02040503050406030204" pitchFamily="18" charset="0"/>
                            </a:rPr>
                          </m:ctrlPr>
                        </m:sSubPr>
                        <m:e>
                          <m:r>
                            <m:rPr>
                              <m:sty m:val="p"/>
                            </m:rPr>
                            <a:rPr lang="de-DE" sz="2400" b="0" i="1" smtClean="0">
                              <a:solidFill>
                                <a:schemeClr val="tx1"/>
                              </a:solidFill>
                              <a:latin typeface="Cambria Math" panose="02040503050406030204" pitchFamily="18" charset="0"/>
                            </a:rPr>
                            <m:t>r</m:t>
                          </m:r>
                        </m:e>
                        <m:sub>
                          <m:r>
                            <a:rPr lang="en-GB" sz="2400" b="0" i="1" smtClean="0">
                              <a:solidFill>
                                <a:schemeClr val="tx1"/>
                              </a:solidFill>
                              <a:latin typeface="Cambria Math" panose="02040503050406030204" pitchFamily="18" charset="0"/>
                            </a:rPr>
                            <m:t>2</m:t>
                          </m:r>
                        </m:sub>
                      </m:sSub>
                    </m:oMath>
                  </m:oMathPara>
                </a14:m>
                <a:endParaRPr lang="en-US" sz="2400" dirty="0">
                  <a:solidFill>
                    <a:schemeClr val="tx1"/>
                  </a:solidFill>
                </a:endParaRPr>
              </a:p>
            </p:txBody>
          </p:sp>
        </mc:Choice>
        <mc:Fallback xmlns="">
          <p:sp>
            <p:nvSpPr>
              <p:cNvPr id="12" name="TextBox 11">
                <a:extLst>
                  <a:ext uri="{FF2B5EF4-FFF2-40B4-BE49-F238E27FC236}">
                    <a16:creationId xmlns:a16="http://schemas.microsoft.com/office/drawing/2014/main" id="{47DE3E32-A910-5356-FC4A-8A6BD14B0F8D}"/>
                  </a:ext>
                </a:extLst>
              </p:cNvPr>
              <p:cNvSpPr txBox="1">
                <a:spLocks noRot="1" noChangeAspect="1" noMove="1" noResize="1" noEditPoints="1" noAdjustHandles="1" noChangeArrowheads="1" noChangeShapeType="1" noTextEdit="1"/>
              </p:cNvSpPr>
              <p:nvPr/>
            </p:nvSpPr>
            <p:spPr>
              <a:xfrm>
                <a:off x="6325169" y="4826134"/>
                <a:ext cx="656402" cy="461665"/>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E0D21A0-A17E-B4E2-32F7-E3BD8DE23880}"/>
                  </a:ext>
                </a:extLst>
              </p:cNvPr>
              <p:cNvSpPr txBox="1"/>
              <p:nvPr/>
            </p:nvSpPr>
            <p:spPr>
              <a:xfrm>
                <a:off x="8023809" y="4778723"/>
                <a:ext cx="656402" cy="461665"/>
              </a:xfrm>
              <a:prstGeom prst="rect">
                <a:avLst/>
              </a:prstGeom>
              <a:noFill/>
            </p:spPr>
            <p:txBody>
              <a:bodyPr wrap="square">
                <a:spAutoFit/>
              </a:bodyPr>
              <a:lstStyle/>
              <a:p>
                <a:pPr/>
                <a14:m>
                  <m:oMathPara xmlns:m="http://schemas.openxmlformats.org/officeDocument/2006/math">
                    <m:oMath>
                      <m:sSub>
                        <m:sSubPr>
                          <m:ctrlPr>
                            <a:rPr lang="de-DE" sz="2400" b="0" i="1" smtClean="0">
                              <a:solidFill>
                                <a:schemeClr val="tx1"/>
                              </a:solidFill>
                              <a:latin typeface="Cambria Math" panose="02040503050406030204" pitchFamily="18" charset="0"/>
                            </a:rPr>
                          </m:ctrlPr>
                        </m:sSubPr>
                        <m:e>
                          <m:r>
                            <m:rPr>
                              <m:sty m:val="p"/>
                            </m:rPr>
                            <a:rPr lang="de-DE" sz="2400" b="0" i="1" smtClean="0">
                              <a:solidFill>
                                <a:schemeClr val="tx1"/>
                              </a:solidFill>
                              <a:latin typeface="Cambria Math" panose="02040503050406030204" pitchFamily="18" charset="0"/>
                            </a:rPr>
                            <m:t>r</m:t>
                          </m:r>
                        </m:e>
                        <m:sub>
                          <m:r>
                            <a:rPr lang="en-GB" sz="2400" b="0" i="1" smtClean="0">
                              <a:solidFill>
                                <a:schemeClr val="tx1"/>
                              </a:solidFill>
                              <a:latin typeface="Cambria Math" panose="02040503050406030204" pitchFamily="18" charset="0"/>
                            </a:rPr>
                            <m:t>3</m:t>
                          </m:r>
                        </m:sub>
                      </m:sSub>
                    </m:oMath>
                  </m:oMathPara>
                </a14:m>
                <a:endParaRPr lang="en-US" sz="2400" dirty="0">
                  <a:solidFill>
                    <a:schemeClr val="tx1"/>
                  </a:solidFill>
                </a:endParaRPr>
              </a:p>
            </p:txBody>
          </p:sp>
        </mc:Choice>
        <mc:Fallback xmlns="">
          <p:sp>
            <p:nvSpPr>
              <p:cNvPr id="14" name="TextBox 13">
                <a:extLst>
                  <a:ext uri="{FF2B5EF4-FFF2-40B4-BE49-F238E27FC236}">
                    <a16:creationId xmlns:a16="http://schemas.microsoft.com/office/drawing/2014/main" id="{2E0D21A0-A17E-B4E2-32F7-E3BD8DE23880}"/>
                  </a:ext>
                </a:extLst>
              </p:cNvPr>
              <p:cNvSpPr txBox="1">
                <a:spLocks noRot="1" noChangeAspect="1" noMove="1" noResize="1" noEditPoints="1" noAdjustHandles="1" noChangeArrowheads="1" noChangeShapeType="1" noTextEdit="1"/>
              </p:cNvSpPr>
              <p:nvPr/>
            </p:nvSpPr>
            <p:spPr>
              <a:xfrm>
                <a:off x="8023809" y="4778723"/>
                <a:ext cx="656402" cy="461665"/>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60954CA7-105D-D28C-85A1-F03C9277EF3A}"/>
                  </a:ext>
                </a:extLst>
              </p:cNvPr>
              <p:cNvSpPr txBox="1"/>
              <p:nvPr/>
            </p:nvSpPr>
            <p:spPr>
              <a:xfrm>
                <a:off x="9513262" y="4671147"/>
                <a:ext cx="656402" cy="461665"/>
              </a:xfrm>
              <a:prstGeom prst="rect">
                <a:avLst/>
              </a:prstGeom>
              <a:noFill/>
            </p:spPr>
            <p:txBody>
              <a:bodyPr wrap="square">
                <a:spAutoFit/>
              </a:bodyPr>
              <a:lstStyle/>
              <a:p>
                <a:pPr/>
                <a14:m>
                  <m:oMathPara xmlns:m="http://schemas.openxmlformats.org/officeDocument/2006/math">
                    <m:oMath>
                      <m:sSub>
                        <m:sSubPr>
                          <m:ctrlPr>
                            <a:rPr lang="de-DE" sz="2400" b="0" i="1" smtClean="0">
                              <a:solidFill>
                                <a:schemeClr val="tx1"/>
                              </a:solidFill>
                              <a:latin typeface="Cambria Math" panose="02040503050406030204" pitchFamily="18" charset="0"/>
                            </a:rPr>
                          </m:ctrlPr>
                        </m:sSubPr>
                        <m:e>
                          <m:r>
                            <m:rPr>
                              <m:sty m:val="p"/>
                            </m:rPr>
                            <a:rPr lang="de-DE" sz="2400" b="0" i="1" smtClean="0">
                              <a:solidFill>
                                <a:schemeClr val="tx1"/>
                              </a:solidFill>
                              <a:latin typeface="Cambria Math" panose="02040503050406030204" pitchFamily="18" charset="0"/>
                            </a:rPr>
                            <m:t>r</m:t>
                          </m:r>
                        </m:e>
                        <m:sub>
                          <m:r>
                            <a:rPr lang="en-GB" sz="2400" b="0" i="1" smtClean="0">
                              <a:solidFill>
                                <a:schemeClr val="tx1"/>
                              </a:solidFill>
                              <a:latin typeface="Cambria Math" panose="02040503050406030204" pitchFamily="18" charset="0"/>
                            </a:rPr>
                            <m:t>4</m:t>
                          </m:r>
                        </m:sub>
                      </m:sSub>
                    </m:oMath>
                  </m:oMathPara>
                </a14:m>
                <a:endParaRPr lang="en-US" sz="2400" dirty="0">
                  <a:solidFill>
                    <a:schemeClr val="tx1"/>
                  </a:solidFill>
                </a:endParaRPr>
              </a:p>
            </p:txBody>
          </p:sp>
        </mc:Choice>
        <mc:Fallback xmlns="">
          <p:sp>
            <p:nvSpPr>
              <p:cNvPr id="15" name="TextBox 14">
                <a:extLst>
                  <a:ext uri="{FF2B5EF4-FFF2-40B4-BE49-F238E27FC236}">
                    <a16:creationId xmlns:a16="http://schemas.microsoft.com/office/drawing/2014/main" id="{60954CA7-105D-D28C-85A1-F03C9277EF3A}"/>
                  </a:ext>
                </a:extLst>
              </p:cNvPr>
              <p:cNvSpPr txBox="1">
                <a:spLocks noRot="1" noChangeAspect="1" noMove="1" noResize="1" noEditPoints="1" noAdjustHandles="1" noChangeArrowheads="1" noChangeShapeType="1" noTextEdit="1"/>
              </p:cNvSpPr>
              <p:nvPr/>
            </p:nvSpPr>
            <p:spPr>
              <a:xfrm>
                <a:off x="9513262" y="4671147"/>
                <a:ext cx="656402" cy="461665"/>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68DD360F-49AF-6D94-6DB4-8B50FB701A77}"/>
                  </a:ext>
                </a:extLst>
              </p:cNvPr>
              <p:cNvSpPr txBox="1"/>
              <p:nvPr/>
            </p:nvSpPr>
            <p:spPr>
              <a:xfrm>
                <a:off x="3892920" y="3254615"/>
                <a:ext cx="1006792" cy="461665"/>
              </a:xfrm>
              <a:prstGeom prst="rect">
                <a:avLst/>
              </a:prstGeom>
              <a:noFill/>
            </p:spPr>
            <p:txBody>
              <a:bodyPr wrap="square">
                <a:spAutoFit/>
              </a:bodyPr>
              <a:lstStyle/>
              <a:p>
                <a:pPr/>
                <a14:m>
                  <m:oMathPara xmlns:m="http://schemas.openxmlformats.org/officeDocument/2006/math">
                    <m:oMath>
                      <m:sSub>
                        <m:sSubPr>
                          <m:ctrlPr>
                            <a:rPr lang="de-DE" sz="2400" b="0" i="0" smtClean="0">
                              <a:solidFill>
                                <a:schemeClr val="tx1"/>
                              </a:solidFill>
                              <a:latin typeface="Cambria Math" panose="02040503050406030204" pitchFamily="18" charset="0"/>
                            </a:rPr>
                          </m:ctrlPr>
                        </m:sSubPr>
                        <m:e>
                          <m:r>
                            <m:rPr>
                              <m:sty m:val="p"/>
                            </m:rPr>
                            <a:rPr lang="de-DE" sz="2400" b="0" i="0" smtClean="0">
                              <a:solidFill>
                                <a:schemeClr val="tx1"/>
                              </a:solidFill>
                              <a:latin typeface="Cambria Math" panose="02040503050406030204" pitchFamily="18" charset="0"/>
                            </a:rPr>
                            <m:t>m</m:t>
                          </m:r>
                        </m:e>
                        <m:sub>
                          <m:r>
                            <a:rPr lang="de-DE" sz="2400" b="0" i="1" smtClean="0">
                              <a:solidFill>
                                <a:schemeClr val="tx1"/>
                              </a:solidFill>
                              <a:latin typeface="Cambria Math" panose="02040503050406030204" pitchFamily="18" charset="0"/>
                            </a:rPr>
                            <m:t>4</m:t>
                          </m:r>
                        </m:sub>
                      </m:sSub>
                    </m:oMath>
                  </m:oMathPara>
                </a14:m>
                <a:endParaRPr lang="en-US" sz="2400" dirty="0">
                  <a:solidFill>
                    <a:schemeClr val="tx1"/>
                  </a:solidFill>
                </a:endParaRPr>
              </a:p>
            </p:txBody>
          </p:sp>
        </mc:Choice>
        <mc:Fallback xmlns="">
          <p:sp>
            <p:nvSpPr>
              <p:cNvPr id="3" name="TextBox 2">
                <a:extLst>
                  <a:ext uri="{FF2B5EF4-FFF2-40B4-BE49-F238E27FC236}">
                    <a16:creationId xmlns:a16="http://schemas.microsoft.com/office/drawing/2014/main" id="{68DD360F-49AF-6D94-6DB4-8B50FB701A77}"/>
                  </a:ext>
                </a:extLst>
              </p:cNvPr>
              <p:cNvSpPr txBox="1">
                <a:spLocks noRot="1" noChangeAspect="1" noMove="1" noResize="1" noEditPoints="1" noAdjustHandles="1" noChangeArrowheads="1" noChangeShapeType="1" noTextEdit="1"/>
              </p:cNvSpPr>
              <p:nvPr/>
            </p:nvSpPr>
            <p:spPr>
              <a:xfrm>
                <a:off x="3892920" y="3254615"/>
                <a:ext cx="1006792" cy="461665"/>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0BE3C407-D448-AFC0-FF3A-6D46B6E513CB}"/>
                  </a:ext>
                </a:extLst>
              </p:cNvPr>
              <p:cNvSpPr txBox="1"/>
              <p:nvPr/>
            </p:nvSpPr>
            <p:spPr>
              <a:xfrm>
                <a:off x="1511725" y="1414495"/>
                <a:ext cx="1006792" cy="461665"/>
              </a:xfrm>
              <a:prstGeom prst="rect">
                <a:avLst/>
              </a:prstGeom>
              <a:noFill/>
            </p:spPr>
            <p:txBody>
              <a:bodyPr wrap="square">
                <a:spAutoFit/>
              </a:bodyPr>
              <a:lstStyle/>
              <a:p>
                <a:pPr/>
                <a14:m>
                  <m:oMathPara xmlns:m="http://schemas.openxmlformats.org/officeDocument/2006/math">
                    <m:oMath>
                      <m:sSub>
                        <m:sSubPr>
                          <m:ctrlPr>
                            <a:rPr lang="de-DE" sz="2400" b="0" i="0" smtClean="0">
                              <a:solidFill>
                                <a:schemeClr val="tx1"/>
                              </a:solidFill>
                              <a:latin typeface="Cambria Math" panose="02040503050406030204" pitchFamily="18" charset="0"/>
                            </a:rPr>
                          </m:ctrlPr>
                        </m:sSubPr>
                        <m:e>
                          <m:r>
                            <m:rPr>
                              <m:sty m:val="p"/>
                            </m:rPr>
                            <a:rPr lang="de-DE" sz="2400" b="0" i="0" smtClean="0">
                              <a:solidFill>
                                <a:schemeClr val="tx1"/>
                              </a:solidFill>
                              <a:latin typeface="Cambria Math" panose="02040503050406030204" pitchFamily="18" charset="0"/>
                            </a:rPr>
                            <m:t>m</m:t>
                          </m:r>
                        </m:e>
                        <m:sub>
                          <m:r>
                            <a:rPr lang="de-DE" sz="2400" b="0" i="1" smtClean="0">
                              <a:solidFill>
                                <a:schemeClr val="tx1"/>
                              </a:solidFill>
                              <a:latin typeface="Cambria Math" panose="02040503050406030204" pitchFamily="18" charset="0"/>
                            </a:rPr>
                            <m:t>2</m:t>
                          </m:r>
                        </m:sub>
                      </m:sSub>
                    </m:oMath>
                  </m:oMathPara>
                </a14:m>
                <a:endParaRPr lang="en-US" sz="2400" dirty="0">
                  <a:solidFill>
                    <a:schemeClr val="tx1"/>
                  </a:solidFill>
                </a:endParaRPr>
              </a:p>
            </p:txBody>
          </p:sp>
        </mc:Choice>
        <mc:Fallback xmlns="">
          <p:sp>
            <p:nvSpPr>
              <p:cNvPr id="10" name="TextBox 9">
                <a:extLst>
                  <a:ext uri="{FF2B5EF4-FFF2-40B4-BE49-F238E27FC236}">
                    <a16:creationId xmlns:a16="http://schemas.microsoft.com/office/drawing/2014/main" id="{0BE3C407-D448-AFC0-FF3A-6D46B6E513CB}"/>
                  </a:ext>
                </a:extLst>
              </p:cNvPr>
              <p:cNvSpPr txBox="1">
                <a:spLocks noRot="1" noChangeAspect="1" noMove="1" noResize="1" noEditPoints="1" noAdjustHandles="1" noChangeArrowheads="1" noChangeShapeType="1" noTextEdit="1"/>
              </p:cNvSpPr>
              <p:nvPr/>
            </p:nvSpPr>
            <p:spPr>
              <a:xfrm>
                <a:off x="1511725" y="1414495"/>
                <a:ext cx="1006792" cy="461665"/>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F2F68AF-DAA5-43BE-FC09-0E8816F011D0}"/>
                  </a:ext>
                </a:extLst>
              </p:cNvPr>
              <p:cNvSpPr txBox="1"/>
              <p:nvPr/>
            </p:nvSpPr>
            <p:spPr>
              <a:xfrm>
                <a:off x="1552507" y="3258379"/>
                <a:ext cx="1006792" cy="461665"/>
              </a:xfrm>
              <a:prstGeom prst="rect">
                <a:avLst/>
              </a:prstGeom>
              <a:noFill/>
            </p:spPr>
            <p:txBody>
              <a:bodyPr wrap="square">
                <a:spAutoFit/>
              </a:bodyPr>
              <a:lstStyle/>
              <a:p>
                <a:pPr/>
                <a14:m>
                  <m:oMathPara xmlns:m="http://schemas.openxmlformats.org/officeDocument/2006/math">
                    <m:oMath>
                      <m:sSub>
                        <m:sSubPr>
                          <m:ctrlPr>
                            <a:rPr lang="de-DE" sz="2400" b="0" i="0" smtClean="0">
                              <a:solidFill>
                                <a:schemeClr val="tx1"/>
                              </a:solidFill>
                              <a:latin typeface="Cambria Math" panose="02040503050406030204" pitchFamily="18" charset="0"/>
                            </a:rPr>
                          </m:ctrlPr>
                        </m:sSubPr>
                        <m:e>
                          <m:r>
                            <m:rPr>
                              <m:sty m:val="p"/>
                            </m:rPr>
                            <a:rPr lang="de-DE" sz="2400" b="0" i="0" smtClean="0">
                              <a:solidFill>
                                <a:schemeClr val="tx1"/>
                              </a:solidFill>
                              <a:latin typeface="Cambria Math" panose="02040503050406030204" pitchFamily="18" charset="0"/>
                            </a:rPr>
                            <m:t>m</m:t>
                          </m:r>
                        </m:e>
                        <m:sub>
                          <m:r>
                            <a:rPr lang="de-DE" sz="2400" b="0" i="1" smtClean="0">
                              <a:solidFill>
                                <a:schemeClr val="tx1"/>
                              </a:solidFill>
                              <a:latin typeface="Cambria Math" panose="02040503050406030204" pitchFamily="18" charset="0"/>
                            </a:rPr>
                            <m:t>3</m:t>
                          </m:r>
                        </m:sub>
                      </m:sSub>
                    </m:oMath>
                  </m:oMathPara>
                </a14:m>
                <a:endParaRPr lang="en-US" sz="2400" dirty="0">
                  <a:solidFill>
                    <a:schemeClr val="tx1"/>
                  </a:solidFill>
                </a:endParaRPr>
              </a:p>
            </p:txBody>
          </p:sp>
        </mc:Choice>
        <mc:Fallback xmlns="">
          <p:sp>
            <p:nvSpPr>
              <p:cNvPr id="13" name="TextBox 12">
                <a:extLst>
                  <a:ext uri="{FF2B5EF4-FFF2-40B4-BE49-F238E27FC236}">
                    <a16:creationId xmlns:a16="http://schemas.microsoft.com/office/drawing/2014/main" id="{8F2F68AF-DAA5-43BE-FC09-0E8816F011D0}"/>
                  </a:ext>
                </a:extLst>
              </p:cNvPr>
              <p:cNvSpPr txBox="1">
                <a:spLocks noRot="1" noChangeAspect="1" noMove="1" noResize="1" noEditPoints="1" noAdjustHandles="1" noChangeArrowheads="1" noChangeShapeType="1" noTextEdit="1"/>
              </p:cNvSpPr>
              <p:nvPr/>
            </p:nvSpPr>
            <p:spPr>
              <a:xfrm>
                <a:off x="1552507" y="3258379"/>
                <a:ext cx="1006792" cy="461665"/>
              </a:xfrm>
              <a:prstGeom prst="rect">
                <a:avLst/>
              </a:prstGeom>
              <a:blipFill>
                <a:blip r:embed="rId11"/>
                <a:stretch>
                  <a:fillRect/>
                </a:stretch>
              </a:blipFill>
            </p:spPr>
            <p:txBody>
              <a:bodyPr/>
              <a:lstStyle/>
              <a:p>
                <a:r>
                  <a:rPr lang="en-US">
                    <a:noFill/>
                  </a:rPr>
                  <a:t> </a:t>
                </a:r>
              </a:p>
            </p:txBody>
          </p:sp>
        </mc:Fallback>
      </mc:AlternateContent>
      <p:sp>
        <p:nvSpPr>
          <p:cNvPr id="16" name="Oval 15">
            <a:extLst>
              <a:ext uri="{FF2B5EF4-FFF2-40B4-BE49-F238E27FC236}">
                <a16:creationId xmlns:a16="http://schemas.microsoft.com/office/drawing/2014/main" id="{8B891D55-8402-9DE6-025C-B9621033F703}"/>
              </a:ext>
            </a:extLst>
          </p:cNvPr>
          <p:cNvSpPr>
            <a:spLocks noChangeAspect="1"/>
          </p:cNvSpPr>
          <p:nvPr/>
        </p:nvSpPr>
        <p:spPr>
          <a:xfrm>
            <a:off x="1152586" y="2432889"/>
            <a:ext cx="482803" cy="48280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Arrow Connector 19">
            <a:extLst>
              <a:ext uri="{FF2B5EF4-FFF2-40B4-BE49-F238E27FC236}">
                <a16:creationId xmlns:a16="http://schemas.microsoft.com/office/drawing/2014/main" id="{666CBD52-B984-4849-0E12-247E0AFA2FA7}"/>
              </a:ext>
            </a:extLst>
          </p:cNvPr>
          <p:cNvCxnSpPr>
            <a:cxnSpLocks/>
            <a:stCxn id="16" idx="7"/>
            <a:endCxn id="17" idx="2"/>
          </p:cNvCxnSpPr>
          <p:nvPr/>
        </p:nvCxnSpPr>
        <p:spPr>
          <a:xfrm flipV="1">
            <a:off x="1564684" y="1582029"/>
            <a:ext cx="1409396" cy="921565"/>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A11F0BB6-0C07-B00A-A817-34E7EF2EC510}"/>
                  </a:ext>
                </a:extLst>
              </p:cNvPr>
              <p:cNvSpPr txBox="1"/>
              <p:nvPr/>
            </p:nvSpPr>
            <p:spPr>
              <a:xfrm>
                <a:off x="412353" y="2202056"/>
                <a:ext cx="642780" cy="461665"/>
              </a:xfrm>
              <a:prstGeom prst="rect">
                <a:avLst/>
              </a:prstGeom>
              <a:noFill/>
            </p:spPr>
            <p:txBody>
              <a:bodyPr wrap="square">
                <a:spAutoFit/>
              </a:bodyPr>
              <a:lstStyle/>
              <a:p>
                <a:pPr/>
                <a14:m>
                  <m:oMathPara xmlns:m="http://schemas.openxmlformats.org/officeDocument/2006/math">
                    <m:oMath>
                      <m:sSub>
                        <m:sSubPr>
                          <m:ctrlPr>
                            <a:rPr lang="de-DE" sz="2400" b="0" i="0" smtClean="0">
                              <a:solidFill>
                                <a:schemeClr val="tx1"/>
                              </a:solidFill>
                              <a:latin typeface="Cambria Math" panose="02040503050406030204" pitchFamily="18" charset="0"/>
                            </a:rPr>
                          </m:ctrlPr>
                        </m:sSubPr>
                        <m:e>
                          <m:r>
                            <m:rPr>
                              <m:sty m:val="p"/>
                            </m:rPr>
                            <a:rPr lang="de-DE" sz="2400" b="0" i="0" smtClean="0">
                              <a:solidFill>
                                <a:schemeClr val="tx1"/>
                              </a:solidFill>
                              <a:latin typeface="Cambria Math" panose="02040503050406030204" pitchFamily="18" charset="0"/>
                            </a:rPr>
                            <m:t>m</m:t>
                          </m:r>
                        </m:e>
                        <m:sub>
                          <m:r>
                            <a:rPr lang="de-DE" sz="2400" b="0" i="1" smtClean="0">
                              <a:solidFill>
                                <a:schemeClr val="tx1"/>
                              </a:solidFill>
                              <a:latin typeface="Cambria Math" panose="02040503050406030204" pitchFamily="18" charset="0"/>
                            </a:rPr>
                            <m:t>1</m:t>
                          </m:r>
                        </m:sub>
                      </m:sSub>
                    </m:oMath>
                  </m:oMathPara>
                </a14:m>
                <a:endParaRPr lang="en-US" sz="2400" dirty="0">
                  <a:solidFill>
                    <a:schemeClr val="tx1"/>
                  </a:solidFill>
                </a:endParaRPr>
              </a:p>
            </p:txBody>
          </p:sp>
        </mc:Choice>
        <mc:Fallback xmlns="">
          <p:sp>
            <p:nvSpPr>
              <p:cNvPr id="30" name="TextBox 29">
                <a:extLst>
                  <a:ext uri="{FF2B5EF4-FFF2-40B4-BE49-F238E27FC236}">
                    <a16:creationId xmlns:a16="http://schemas.microsoft.com/office/drawing/2014/main" id="{A11F0BB6-0C07-B00A-A817-34E7EF2EC510}"/>
                  </a:ext>
                </a:extLst>
              </p:cNvPr>
              <p:cNvSpPr txBox="1">
                <a:spLocks noRot="1" noChangeAspect="1" noMove="1" noResize="1" noEditPoints="1" noAdjustHandles="1" noChangeArrowheads="1" noChangeShapeType="1" noTextEdit="1"/>
              </p:cNvSpPr>
              <p:nvPr/>
            </p:nvSpPr>
            <p:spPr>
              <a:xfrm>
                <a:off x="412353" y="2202056"/>
                <a:ext cx="642780" cy="461665"/>
              </a:xfrm>
              <a:prstGeom prst="rect">
                <a:avLst/>
              </a:prstGeom>
              <a:blipFill>
                <a:blip r:embed="rId12"/>
                <a:stretch>
                  <a:fillRect/>
                </a:stretch>
              </a:blipFill>
            </p:spPr>
            <p:txBody>
              <a:bodyPr/>
              <a:lstStyle/>
              <a:p>
                <a:r>
                  <a:rPr lang="en-US">
                    <a:noFill/>
                  </a:rPr>
                  <a:t> </a:t>
                </a:r>
              </a:p>
            </p:txBody>
          </p:sp>
        </mc:Fallback>
      </mc:AlternateContent>
      <p:cxnSp>
        <p:nvCxnSpPr>
          <p:cNvPr id="34" name="Straight Arrow Connector 33">
            <a:extLst>
              <a:ext uri="{FF2B5EF4-FFF2-40B4-BE49-F238E27FC236}">
                <a16:creationId xmlns:a16="http://schemas.microsoft.com/office/drawing/2014/main" id="{D0C1E9FE-CABE-6E62-B931-678F223D98FA}"/>
              </a:ext>
            </a:extLst>
          </p:cNvPr>
          <p:cNvCxnSpPr>
            <a:cxnSpLocks/>
          </p:cNvCxnSpPr>
          <p:nvPr/>
        </p:nvCxnSpPr>
        <p:spPr>
          <a:xfrm>
            <a:off x="477603" y="2663721"/>
            <a:ext cx="665312" cy="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38" name="Straight Arrow Connector 37">
            <a:extLst>
              <a:ext uri="{FF2B5EF4-FFF2-40B4-BE49-F238E27FC236}">
                <a16:creationId xmlns:a16="http://schemas.microsoft.com/office/drawing/2014/main" id="{CBB0586D-D6BB-AC57-5DF7-96D58F2FDDAF}"/>
              </a:ext>
            </a:extLst>
          </p:cNvPr>
          <p:cNvCxnSpPr>
            <a:cxnSpLocks/>
            <a:stCxn id="16" idx="5"/>
            <a:endCxn id="18" idx="2"/>
          </p:cNvCxnSpPr>
          <p:nvPr/>
        </p:nvCxnSpPr>
        <p:spPr>
          <a:xfrm>
            <a:off x="1564684" y="2844987"/>
            <a:ext cx="1420826" cy="939634"/>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sp>
        <p:nvSpPr>
          <p:cNvPr id="50" name="Oval 49">
            <a:extLst>
              <a:ext uri="{FF2B5EF4-FFF2-40B4-BE49-F238E27FC236}">
                <a16:creationId xmlns:a16="http://schemas.microsoft.com/office/drawing/2014/main" id="{A0C827D1-47E5-D065-19D5-03F36DFBF16A}"/>
              </a:ext>
            </a:extLst>
          </p:cNvPr>
          <p:cNvSpPr>
            <a:spLocks noChangeAspect="1"/>
          </p:cNvSpPr>
          <p:nvPr/>
        </p:nvSpPr>
        <p:spPr>
          <a:xfrm>
            <a:off x="4606362" y="2432889"/>
            <a:ext cx="482803" cy="48280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1" name="Straight Arrow Connector 50">
            <a:extLst>
              <a:ext uri="{FF2B5EF4-FFF2-40B4-BE49-F238E27FC236}">
                <a16:creationId xmlns:a16="http://schemas.microsoft.com/office/drawing/2014/main" id="{7C6BAA56-97AA-6913-9F8A-EF4A3CA9F545}"/>
              </a:ext>
            </a:extLst>
          </p:cNvPr>
          <p:cNvCxnSpPr>
            <a:cxnSpLocks/>
          </p:cNvCxnSpPr>
          <p:nvPr/>
        </p:nvCxnSpPr>
        <p:spPr>
          <a:xfrm>
            <a:off x="5089165" y="2674290"/>
            <a:ext cx="665312" cy="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60478A04-8C99-4B41-3DC2-045E8E1208F4}"/>
                  </a:ext>
                </a:extLst>
              </p:cNvPr>
              <p:cNvSpPr txBox="1"/>
              <p:nvPr/>
            </p:nvSpPr>
            <p:spPr>
              <a:xfrm>
                <a:off x="4916075" y="2041929"/>
                <a:ext cx="1006792" cy="461665"/>
              </a:xfrm>
              <a:prstGeom prst="rect">
                <a:avLst/>
              </a:prstGeom>
              <a:noFill/>
            </p:spPr>
            <p:txBody>
              <a:bodyPr wrap="square">
                <a:spAutoFit/>
              </a:bodyPr>
              <a:lstStyle/>
              <a:p>
                <a:pPr/>
                <a14:m>
                  <m:oMathPara xmlns:m="http://schemas.openxmlformats.org/officeDocument/2006/math">
                    <m:oMath>
                      <m:sSub>
                        <m:sSubPr>
                          <m:ctrlPr>
                            <a:rPr lang="de-DE" sz="2400" b="0" i="1" smtClean="0">
                              <a:latin typeface="Cambria Math" panose="02040503050406030204" pitchFamily="18" charset="0"/>
                            </a:rPr>
                          </m:ctrlPr>
                        </m:sSubPr>
                        <m:e>
                          <m:r>
                            <m:rPr>
                              <m:sty m:val="p"/>
                            </m:rPr>
                            <a:rPr lang="de-DE" sz="2400" b="0" i="1" smtClean="0">
                              <a:latin typeface="Cambria Math" panose="02040503050406030204" pitchFamily="18" charset="0"/>
                            </a:rPr>
                            <m:t>m</m:t>
                          </m:r>
                        </m:e>
                        <m:sub>
                          <m:r>
                            <a:rPr lang="de-DE" sz="2400" b="0" i="1" smtClean="0">
                              <a:latin typeface="Cambria Math" panose="02040503050406030204" pitchFamily="18" charset="0"/>
                            </a:rPr>
                            <m:t>5</m:t>
                          </m:r>
                        </m:sub>
                      </m:sSub>
                    </m:oMath>
                  </m:oMathPara>
                </a14:m>
                <a:endParaRPr lang="en-US" sz="2400" dirty="0"/>
              </a:p>
            </p:txBody>
          </p:sp>
        </mc:Choice>
        <mc:Fallback xmlns="">
          <p:sp>
            <p:nvSpPr>
              <p:cNvPr id="53" name="TextBox 52">
                <a:extLst>
                  <a:ext uri="{FF2B5EF4-FFF2-40B4-BE49-F238E27FC236}">
                    <a16:creationId xmlns:a16="http://schemas.microsoft.com/office/drawing/2014/main" id="{60478A04-8C99-4B41-3DC2-045E8E1208F4}"/>
                  </a:ext>
                </a:extLst>
              </p:cNvPr>
              <p:cNvSpPr txBox="1">
                <a:spLocks noRot="1" noChangeAspect="1" noMove="1" noResize="1" noEditPoints="1" noAdjustHandles="1" noChangeArrowheads="1" noChangeShapeType="1" noTextEdit="1"/>
              </p:cNvSpPr>
              <p:nvPr/>
            </p:nvSpPr>
            <p:spPr>
              <a:xfrm>
                <a:off x="4916075" y="2041929"/>
                <a:ext cx="1006792" cy="461665"/>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2DDD4330-C27E-BA8E-5C0B-D70930D95A33}"/>
                  </a:ext>
                </a:extLst>
              </p:cNvPr>
              <p:cNvSpPr txBox="1"/>
              <p:nvPr/>
            </p:nvSpPr>
            <p:spPr>
              <a:xfrm>
                <a:off x="7529739" y="2304148"/>
                <a:ext cx="3412601" cy="2035557"/>
              </a:xfrm>
              <a:prstGeom prst="rect">
                <a:avLst/>
              </a:prstGeom>
              <a:noFill/>
            </p:spPr>
            <p:txBody>
              <a:bodyPr wrap="none" lIns="0" tIns="0" rIns="0" bIns="0" rtlCol="0">
                <a:spAutoFit/>
              </a:bodyPr>
              <a:lstStyle/>
              <a:p>
                <a:pPr>
                  <a:spcBef>
                    <a:spcPts val="2400"/>
                  </a:spcBef>
                </a:pPr>
                <a14:m>
                  <m:oMathPara xmlns:m="http://schemas.openxmlformats.org/officeDocument/2006/math">
                    <m:oMath>
                      <m:d>
                        <m:dPr>
                          <m:begChr m:val="["/>
                          <m:endChr m:val="]"/>
                          <m:ctrlPr>
                            <a:rPr lang="en-US" sz="2800" i="1">
                              <a:latin typeface="Cambria Math" panose="02040503050406030204" pitchFamily="18" charset="0"/>
                            </a:rPr>
                          </m:ctrlPr>
                        </m:dPr>
                        <m:e>
                          <m:m>
                            <m:mPr>
                              <m:mcs>
                                <m:mc>
                                  <m:mcPr>
                                    <m:count m:val="3"/>
                                    <m:mcJc m:val="center"/>
                                  </m:mcPr>
                                </m:mc>
                              </m:mcs>
                              <m:ctrlPr>
                                <a:rPr lang="en-US" sz="2800" i="1">
                                  <a:latin typeface="Cambria Math" panose="02040503050406030204" pitchFamily="18" charset="0"/>
                                </a:rPr>
                              </m:ctrlPr>
                            </m:mPr>
                            <m:mr>
                              <m:e>
                                <m:r>
                                  <a:rPr lang="de-DE" sz="2800" b="0" i="1" smtClean="0">
                                    <a:latin typeface="Cambria Math" panose="02040503050406030204" pitchFamily="18" charset="0"/>
                                    <a:ea typeface="Cambria Math" panose="02040503050406030204" pitchFamily="18" charset="0"/>
                                  </a:rPr>
                                  <m:t>−</m:t>
                                </m:r>
                              </m:e>
                              <m:e/>
                              <m:e>
                                <m:m>
                                  <m:mPr>
                                    <m:mcs>
                                      <m:mc>
                                        <m:mcPr>
                                          <m:count m:val="3"/>
                                          <m:mcJc m:val="center"/>
                                        </m:mcPr>
                                      </m:mc>
                                    </m:mcs>
                                    <m:ctrlPr>
                                      <a:rPr lang="en-US" sz="2800" i="1" smtClean="0">
                                        <a:latin typeface="Cambria Math" panose="02040503050406030204" pitchFamily="18" charset="0"/>
                                      </a:rPr>
                                    </m:ctrlPr>
                                  </m:mPr>
                                  <m:mr>
                                    <m:e/>
                                    <m:e/>
                                    <m:e/>
                                  </m:mr>
                                </m:m>
                              </m:e>
                            </m:mr>
                            <m:mr>
                              <m:e>
                                <m:r>
                                  <a:rPr lang="de-DE" sz="2800" b="0" i="1" smtClean="0">
                                    <a:latin typeface="Cambria Math" panose="02040503050406030204" pitchFamily="18" charset="0"/>
                                  </a:rPr>
                                  <m:t>+</m:t>
                                </m:r>
                              </m:e>
                              <m:e>
                                <m:r>
                                  <a:rPr lang="de-DE" sz="2800" i="1">
                                    <a:latin typeface="Cambria Math" panose="02040503050406030204" pitchFamily="18" charset="0"/>
                                    <a:ea typeface="Cambria Math" panose="02040503050406030204" pitchFamily="18" charset="0"/>
                                  </a:rPr>
                                  <m:t>−</m:t>
                                </m:r>
                              </m:e>
                              <m:e>
                                <m:m>
                                  <m:mPr>
                                    <m:mcs>
                                      <m:mc>
                                        <m:mcPr>
                                          <m:count m:val="3"/>
                                          <m:mcJc m:val="center"/>
                                        </m:mcPr>
                                      </m:mc>
                                    </m:mcs>
                                    <m:ctrlPr>
                                      <a:rPr lang="en-US" sz="2800" i="1" smtClean="0">
                                        <a:latin typeface="Cambria Math" panose="02040503050406030204" pitchFamily="18" charset="0"/>
                                      </a:rPr>
                                    </m:ctrlPr>
                                  </m:mPr>
                                  <m:mr>
                                    <m:e/>
                                    <m:e/>
                                    <m:e/>
                                  </m:mr>
                                </m:m>
                              </m:e>
                            </m:mr>
                            <m:mr>
                              <m:e>
                                <m:m>
                                  <m:mPr>
                                    <m:mcs>
                                      <m:mc>
                                        <m:mcPr>
                                          <m:count m:val="1"/>
                                          <m:mcJc m:val="center"/>
                                        </m:mcPr>
                                      </m:mc>
                                    </m:mcs>
                                    <m:ctrlPr>
                                      <a:rPr lang="en-US" sz="2800" i="1" smtClean="0">
                                        <a:latin typeface="Cambria Math" panose="02040503050406030204" pitchFamily="18" charset="0"/>
                                      </a:rPr>
                                    </m:ctrlPr>
                                  </m:mPr>
                                  <m:mr>
                                    <m:e>
                                      <m:r>
                                        <m:rPr>
                                          <m:brk m:alnAt="7"/>
                                        </m:rPr>
                                        <a:rPr lang="de-DE" sz="2800" b="0" i="1" smtClean="0">
                                          <a:latin typeface="Cambria Math" panose="02040503050406030204" pitchFamily="18" charset="0"/>
                                        </a:rPr>
                                        <m:t>+</m:t>
                                      </m:r>
                                    </m:e>
                                  </m:mr>
                                  <m:mr>
                                    <m:e/>
                                  </m:mr>
                                  <m:mr>
                                    <m:e/>
                                  </m:mr>
                                </m:m>
                              </m:e>
                              <m:e>
                                <m:m>
                                  <m:mPr>
                                    <m:mcs>
                                      <m:mc>
                                        <m:mcPr>
                                          <m:count m:val="1"/>
                                          <m:mcJc m:val="center"/>
                                        </m:mcPr>
                                      </m:mc>
                                    </m:mcs>
                                    <m:ctrlPr>
                                      <a:rPr lang="en-US" sz="2800" i="1" smtClean="0">
                                        <a:latin typeface="Cambria Math" panose="02040503050406030204" pitchFamily="18" charset="0"/>
                                      </a:rPr>
                                    </m:ctrlPr>
                                  </m:mPr>
                                  <m:mr>
                                    <m:e/>
                                  </m:mr>
                                  <m:mr>
                                    <m:e>
                                      <m:r>
                                        <a:rPr lang="de-DE" sz="2800" b="0" i="1" smtClean="0">
                                          <a:latin typeface="Cambria Math" panose="02040503050406030204" pitchFamily="18" charset="0"/>
                                        </a:rPr>
                                        <m:t>+</m:t>
                                      </m:r>
                                    </m:e>
                                  </m:mr>
                                  <m:mr>
                                    <m:e/>
                                  </m:mr>
                                </m:m>
                              </m:e>
                              <m:e>
                                <m:m>
                                  <m:mPr>
                                    <m:mcs>
                                      <m:mc>
                                        <m:mcPr>
                                          <m:count m:val="3"/>
                                          <m:mcJc m:val="center"/>
                                        </m:mcPr>
                                      </m:mc>
                                    </m:mcs>
                                    <m:ctrlPr>
                                      <a:rPr lang="en-US" sz="2800" i="1" smtClean="0">
                                        <a:latin typeface="Cambria Math" panose="02040503050406030204" pitchFamily="18" charset="0"/>
                                      </a:rPr>
                                    </m:ctrlPr>
                                  </m:mPr>
                                  <m:mr>
                                    <m:e>
                                      <m:m>
                                        <m:mPr>
                                          <m:mcs>
                                            <m:mc>
                                              <m:mcPr>
                                                <m:count m:val="1"/>
                                                <m:mcJc m:val="center"/>
                                              </m:mcPr>
                                            </m:mc>
                                          </m:mcs>
                                          <m:ctrlPr>
                                            <a:rPr lang="en-US" sz="2800" i="1" smtClean="0">
                                              <a:latin typeface="Cambria Math" panose="02040503050406030204" pitchFamily="18" charset="0"/>
                                            </a:rPr>
                                          </m:ctrlPr>
                                        </m:mPr>
                                        <m:mr>
                                          <m:e>
                                            <m:r>
                                              <a:rPr lang="de-DE" sz="2800" i="1">
                                                <a:latin typeface="Cambria Math" panose="02040503050406030204" pitchFamily="18" charset="0"/>
                                                <a:ea typeface="Cambria Math" panose="02040503050406030204" pitchFamily="18" charset="0"/>
                                              </a:rPr>
                                              <m:t>−</m:t>
                                            </m:r>
                                          </m:e>
                                        </m:mr>
                                        <m:mr>
                                          <m:e>
                                            <m:r>
                                              <a:rPr lang="de-DE" sz="2800" b="0" i="1" smtClean="0">
                                                <a:latin typeface="Cambria Math" panose="02040503050406030204" pitchFamily="18" charset="0"/>
                                              </a:rPr>
                                              <m:t>+</m:t>
                                            </m:r>
                                          </m:e>
                                        </m:mr>
                                        <m:mr>
                                          <m:e/>
                                        </m:mr>
                                      </m:m>
                                    </m:e>
                                    <m:e>
                                      <m:m>
                                        <m:mPr>
                                          <m:mcs>
                                            <m:mc>
                                              <m:mcPr>
                                                <m:count m:val="1"/>
                                                <m:mcJc m:val="center"/>
                                              </m:mcPr>
                                            </m:mc>
                                          </m:mcs>
                                          <m:ctrlPr>
                                            <a:rPr lang="en-US" sz="2800" i="1" smtClean="0">
                                              <a:latin typeface="Cambria Math" panose="02040503050406030204" pitchFamily="18" charset="0"/>
                                            </a:rPr>
                                          </m:ctrlPr>
                                        </m:mPr>
                                        <m:mr>
                                          <m:e/>
                                        </m:mr>
                                        <m:mr>
                                          <m:e>
                                            <m:r>
                                              <a:rPr lang="de-DE" sz="2800" i="1">
                                                <a:latin typeface="Cambria Math" panose="02040503050406030204" pitchFamily="18" charset="0"/>
                                                <a:ea typeface="Cambria Math" panose="02040503050406030204" pitchFamily="18" charset="0"/>
                                              </a:rPr>
                                              <m:t>−</m:t>
                                            </m:r>
                                          </m:e>
                                        </m:mr>
                                        <m:mr>
                                          <m:e>
                                            <m:r>
                                              <a:rPr lang="de-DE" sz="2800" b="0" i="1" smtClean="0">
                                                <a:latin typeface="Cambria Math" panose="02040503050406030204" pitchFamily="18" charset="0"/>
                                              </a:rPr>
                                              <m:t>+</m:t>
                                            </m:r>
                                          </m:e>
                                        </m:mr>
                                      </m:m>
                                    </m:e>
                                    <m:e>
                                      <m:m>
                                        <m:mPr>
                                          <m:mcs>
                                            <m:mc>
                                              <m:mcPr>
                                                <m:count m:val="1"/>
                                                <m:mcJc m:val="center"/>
                                              </m:mcPr>
                                            </m:mc>
                                          </m:mcs>
                                          <m:ctrlPr>
                                            <a:rPr lang="en-US" sz="2800" i="1" smtClean="0">
                                              <a:latin typeface="Cambria Math" panose="02040503050406030204" pitchFamily="18" charset="0"/>
                                            </a:rPr>
                                          </m:ctrlPr>
                                        </m:mPr>
                                        <m:mr>
                                          <m:e/>
                                        </m:mr>
                                        <m:mr>
                                          <m:e/>
                                        </m:mr>
                                        <m:mr>
                                          <m:e/>
                                        </m:mr>
                                      </m:m>
                                    </m:e>
                                  </m:mr>
                                </m:m>
                              </m:e>
                            </m:mr>
                          </m:m>
                        </m:e>
                      </m:d>
                    </m:oMath>
                  </m:oMathPara>
                </a14:m>
                <a:endParaRPr lang="en-US" sz="2800" dirty="0"/>
              </a:p>
            </p:txBody>
          </p:sp>
        </mc:Choice>
        <mc:Fallback xmlns="">
          <p:sp>
            <p:nvSpPr>
              <p:cNvPr id="60" name="TextBox 59">
                <a:extLst>
                  <a:ext uri="{FF2B5EF4-FFF2-40B4-BE49-F238E27FC236}">
                    <a16:creationId xmlns:a16="http://schemas.microsoft.com/office/drawing/2014/main" id="{2DDD4330-C27E-BA8E-5C0B-D70930D95A33}"/>
                  </a:ext>
                </a:extLst>
              </p:cNvPr>
              <p:cNvSpPr txBox="1">
                <a:spLocks noRot="1" noChangeAspect="1" noMove="1" noResize="1" noEditPoints="1" noAdjustHandles="1" noChangeArrowheads="1" noChangeShapeType="1" noTextEdit="1"/>
              </p:cNvSpPr>
              <p:nvPr/>
            </p:nvSpPr>
            <p:spPr>
              <a:xfrm>
                <a:off x="7529739" y="2304148"/>
                <a:ext cx="3412601" cy="2035557"/>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1" name="TextBox 60">
                <a:extLst>
                  <a:ext uri="{FF2B5EF4-FFF2-40B4-BE49-F238E27FC236}">
                    <a16:creationId xmlns:a16="http://schemas.microsoft.com/office/drawing/2014/main" id="{983B7D8E-2F66-247E-7C86-0362195E0668}"/>
                  </a:ext>
                </a:extLst>
              </p:cNvPr>
              <p:cNvSpPr txBox="1"/>
              <p:nvPr/>
            </p:nvSpPr>
            <p:spPr>
              <a:xfrm>
                <a:off x="7637736" y="1891989"/>
                <a:ext cx="310085" cy="369332"/>
              </a:xfrm>
              <a:prstGeom prst="rect">
                <a:avLst/>
              </a:prstGeom>
              <a:noFill/>
            </p:spPr>
            <p:txBody>
              <a:bodyPr wrap="none" lIns="0" tIns="0" rIns="0" bIns="0" rtlCol="0">
                <a:spAutoFit/>
              </a:bodyPr>
              <a:lstStyle/>
              <a:p>
                <a:pPr/>
                <a14:m>
                  <m:oMathPara xmlns:m="http://schemas.openxmlformats.org/officeDocument/2006/math">
                    <m:oMath>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𝑟</m:t>
                          </m:r>
                        </m:e>
                        <m:sub>
                          <m:r>
                            <a:rPr lang="de-DE" sz="2400" b="0" i="1" smtClean="0">
                              <a:latin typeface="Cambria Math" panose="02040503050406030204" pitchFamily="18" charset="0"/>
                            </a:rPr>
                            <m:t>1</m:t>
                          </m:r>
                        </m:sub>
                      </m:sSub>
                    </m:oMath>
                  </m:oMathPara>
                </a14:m>
                <a:endParaRPr lang="en-US" sz="2400" dirty="0"/>
              </a:p>
            </p:txBody>
          </p:sp>
        </mc:Choice>
        <mc:Fallback xmlns="">
          <p:sp>
            <p:nvSpPr>
              <p:cNvPr id="61" name="TextBox 60">
                <a:extLst>
                  <a:ext uri="{FF2B5EF4-FFF2-40B4-BE49-F238E27FC236}">
                    <a16:creationId xmlns:a16="http://schemas.microsoft.com/office/drawing/2014/main" id="{983B7D8E-2F66-247E-7C86-0362195E0668}"/>
                  </a:ext>
                </a:extLst>
              </p:cNvPr>
              <p:cNvSpPr txBox="1">
                <a:spLocks noRot="1" noChangeAspect="1" noMove="1" noResize="1" noEditPoints="1" noAdjustHandles="1" noChangeArrowheads="1" noChangeShapeType="1" noTextEdit="1"/>
              </p:cNvSpPr>
              <p:nvPr/>
            </p:nvSpPr>
            <p:spPr>
              <a:xfrm>
                <a:off x="7637736" y="1891989"/>
                <a:ext cx="310085" cy="369332"/>
              </a:xfrm>
              <a:prstGeom prst="rect">
                <a:avLst/>
              </a:prstGeom>
              <a:blipFill>
                <a:blip r:embed="rId15"/>
                <a:stretch>
                  <a:fillRect l="-15686" r="-9804" b="-1147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7C8DF565-A87D-A37C-3FFD-6B64A7E1B2C5}"/>
                  </a:ext>
                </a:extLst>
              </p:cNvPr>
              <p:cNvSpPr txBox="1"/>
              <p:nvPr/>
            </p:nvSpPr>
            <p:spPr>
              <a:xfrm>
                <a:off x="8346216" y="1847890"/>
                <a:ext cx="317202" cy="369332"/>
              </a:xfrm>
              <a:prstGeom prst="rect">
                <a:avLst/>
              </a:prstGeom>
              <a:noFill/>
            </p:spPr>
            <p:txBody>
              <a:bodyPr wrap="none" lIns="0" tIns="0" rIns="0" bIns="0" rtlCol="0">
                <a:spAutoFit/>
              </a:bodyPr>
              <a:lstStyle/>
              <a:p>
                <a:pPr/>
                <a14:m>
                  <m:oMathPara xmlns:m="http://schemas.openxmlformats.org/officeDocument/2006/math">
                    <m:oMath>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𝑟</m:t>
                          </m:r>
                        </m:e>
                        <m:sub>
                          <m:r>
                            <a:rPr lang="de-DE" sz="2400" b="0" i="1" smtClean="0">
                              <a:latin typeface="Cambria Math" panose="02040503050406030204" pitchFamily="18" charset="0"/>
                            </a:rPr>
                            <m:t>2</m:t>
                          </m:r>
                        </m:sub>
                      </m:sSub>
                    </m:oMath>
                  </m:oMathPara>
                </a14:m>
                <a:endParaRPr lang="en-US" sz="2400" dirty="0"/>
              </a:p>
            </p:txBody>
          </p:sp>
        </mc:Choice>
        <mc:Fallback xmlns="">
          <p:sp>
            <p:nvSpPr>
              <p:cNvPr id="62" name="TextBox 61">
                <a:extLst>
                  <a:ext uri="{FF2B5EF4-FFF2-40B4-BE49-F238E27FC236}">
                    <a16:creationId xmlns:a16="http://schemas.microsoft.com/office/drawing/2014/main" id="{7C8DF565-A87D-A37C-3FFD-6B64A7E1B2C5}"/>
                  </a:ext>
                </a:extLst>
              </p:cNvPr>
              <p:cNvSpPr txBox="1">
                <a:spLocks noRot="1" noChangeAspect="1" noMove="1" noResize="1" noEditPoints="1" noAdjustHandles="1" noChangeArrowheads="1" noChangeShapeType="1" noTextEdit="1"/>
              </p:cNvSpPr>
              <p:nvPr/>
            </p:nvSpPr>
            <p:spPr>
              <a:xfrm>
                <a:off x="8346216" y="1847890"/>
                <a:ext cx="317202" cy="369332"/>
              </a:xfrm>
              <a:prstGeom prst="rect">
                <a:avLst/>
              </a:prstGeom>
              <a:blipFill>
                <a:blip r:embed="rId16"/>
                <a:stretch>
                  <a:fillRect l="-13462" r="-9615" b="-1147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3" name="TextBox 62">
                <a:extLst>
                  <a:ext uri="{FF2B5EF4-FFF2-40B4-BE49-F238E27FC236}">
                    <a16:creationId xmlns:a16="http://schemas.microsoft.com/office/drawing/2014/main" id="{FAD0B2DB-A8C6-E331-3571-BD6E5FAEF08B}"/>
                  </a:ext>
                </a:extLst>
              </p:cNvPr>
              <p:cNvSpPr txBox="1"/>
              <p:nvPr/>
            </p:nvSpPr>
            <p:spPr>
              <a:xfrm>
                <a:off x="9061814" y="1847890"/>
                <a:ext cx="317202" cy="369332"/>
              </a:xfrm>
              <a:prstGeom prst="rect">
                <a:avLst/>
              </a:prstGeom>
              <a:noFill/>
            </p:spPr>
            <p:txBody>
              <a:bodyPr wrap="none" lIns="0" tIns="0" rIns="0" bIns="0" rtlCol="0">
                <a:spAutoFit/>
              </a:bodyPr>
              <a:lstStyle/>
              <a:p>
                <a:pPr/>
                <a14:m>
                  <m:oMathPara xmlns:m="http://schemas.openxmlformats.org/officeDocument/2006/math">
                    <m:oMath>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𝑟</m:t>
                          </m:r>
                        </m:e>
                        <m:sub>
                          <m:r>
                            <a:rPr lang="de-DE" sz="2400" b="0" i="1" smtClean="0">
                              <a:latin typeface="Cambria Math" panose="02040503050406030204" pitchFamily="18" charset="0"/>
                            </a:rPr>
                            <m:t>3</m:t>
                          </m:r>
                        </m:sub>
                      </m:sSub>
                    </m:oMath>
                  </m:oMathPara>
                </a14:m>
                <a:endParaRPr lang="en-US" sz="2400" dirty="0"/>
              </a:p>
            </p:txBody>
          </p:sp>
        </mc:Choice>
        <mc:Fallback xmlns="">
          <p:sp>
            <p:nvSpPr>
              <p:cNvPr id="63" name="TextBox 62">
                <a:extLst>
                  <a:ext uri="{FF2B5EF4-FFF2-40B4-BE49-F238E27FC236}">
                    <a16:creationId xmlns:a16="http://schemas.microsoft.com/office/drawing/2014/main" id="{FAD0B2DB-A8C6-E331-3571-BD6E5FAEF08B}"/>
                  </a:ext>
                </a:extLst>
              </p:cNvPr>
              <p:cNvSpPr txBox="1">
                <a:spLocks noRot="1" noChangeAspect="1" noMove="1" noResize="1" noEditPoints="1" noAdjustHandles="1" noChangeArrowheads="1" noChangeShapeType="1" noTextEdit="1"/>
              </p:cNvSpPr>
              <p:nvPr/>
            </p:nvSpPr>
            <p:spPr>
              <a:xfrm>
                <a:off x="9061814" y="1847890"/>
                <a:ext cx="317202" cy="369332"/>
              </a:xfrm>
              <a:prstGeom prst="rect">
                <a:avLst/>
              </a:prstGeom>
              <a:blipFill>
                <a:blip r:embed="rId17"/>
                <a:stretch>
                  <a:fillRect l="-15385" r="-9615" b="-1147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4" name="TextBox 63">
                <a:extLst>
                  <a:ext uri="{FF2B5EF4-FFF2-40B4-BE49-F238E27FC236}">
                    <a16:creationId xmlns:a16="http://schemas.microsoft.com/office/drawing/2014/main" id="{B25EEE08-7C55-5BC0-B1C9-E579F41D7C13}"/>
                  </a:ext>
                </a:extLst>
              </p:cNvPr>
              <p:cNvSpPr txBox="1"/>
              <p:nvPr/>
            </p:nvSpPr>
            <p:spPr>
              <a:xfrm>
                <a:off x="9793538" y="1847890"/>
                <a:ext cx="304058" cy="369332"/>
              </a:xfrm>
              <a:prstGeom prst="rect">
                <a:avLst/>
              </a:prstGeom>
              <a:noFill/>
            </p:spPr>
            <p:txBody>
              <a:bodyPr wrap="none" lIns="0" tIns="0" rIns="0" bIns="0" rtlCol="0">
                <a:spAutoFit/>
              </a:bodyPr>
              <a:lstStyle/>
              <a:p>
                <a:pPr/>
                <a14:m>
                  <m:oMathPara xmlns:m="http://schemas.openxmlformats.org/officeDocument/2006/math">
                    <m:oMath>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𝑟</m:t>
                          </m:r>
                        </m:e>
                        <m:sub>
                          <m:r>
                            <a:rPr lang="de-DE" sz="2400" b="0" i="1" smtClean="0">
                              <a:latin typeface="Cambria Math" panose="02040503050406030204" pitchFamily="18" charset="0"/>
                            </a:rPr>
                            <m:t>4</m:t>
                          </m:r>
                        </m:sub>
                      </m:sSub>
                    </m:oMath>
                  </m:oMathPara>
                </a14:m>
                <a:endParaRPr lang="en-US" sz="2400" dirty="0"/>
              </a:p>
            </p:txBody>
          </p:sp>
        </mc:Choice>
        <mc:Fallback xmlns="">
          <p:sp>
            <p:nvSpPr>
              <p:cNvPr id="64" name="TextBox 63">
                <a:extLst>
                  <a:ext uri="{FF2B5EF4-FFF2-40B4-BE49-F238E27FC236}">
                    <a16:creationId xmlns:a16="http://schemas.microsoft.com/office/drawing/2014/main" id="{B25EEE08-7C55-5BC0-B1C9-E579F41D7C13}"/>
                  </a:ext>
                </a:extLst>
              </p:cNvPr>
              <p:cNvSpPr txBox="1">
                <a:spLocks noRot="1" noChangeAspect="1" noMove="1" noResize="1" noEditPoints="1" noAdjustHandles="1" noChangeArrowheads="1" noChangeShapeType="1" noTextEdit="1"/>
              </p:cNvSpPr>
              <p:nvPr/>
            </p:nvSpPr>
            <p:spPr>
              <a:xfrm>
                <a:off x="9793538" y="1847890"/>
                <a:ext cx="304058" cy="369332"/>
              </a:xfrm>
              <a:prstGeom prst="rect">
                <a:avLst/>
              </a:prstGeom>
              <a:blipFill>
                <a:blip r:embed="rId18"/>
                <a:stretch>
                  <a:fillRect l="-16327" r="-12245" b="-1147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5" name="TextBox 64">
                <a:extLst>
                  <a:ext uri="{FF2B5EF4-FFF2-40B4-BE49-F238E27FC236}">
                    <a16:creationId xmlns:a16="http://schemas.microsoft.com/office/drawing/2014/main" id="{AB29F5BE-54D2-BA83-4516-37F25E148E39}"/>
                  </a:ext>
                </a:extLst>
              </p:cNvPr>
              <p:cNvSpPr txBox="1"/>
              <p:nvPr/>
            </p:nvSpPr>
            <p:spPr>
              <a:xfrm>
                <a:off x="10425905" y="1863199"/>
                <a:ext cx="317202" cy="369332"/>
              </a:xfrm>
              <a:prstGeom prst="rect">
                <a:avLst/>
              </a:prstGeom>
              <a:noFill/>
            </p:spPr>
            <p:txBody>
              <a:bodyPr wrap="none" lIns="0" tIns="0" rIns="0" bIns="0" rtlCol="0">
                <a:spAutoFit/>
              </a:bodyPr>
              <a:lstStyle/>
              <a:p>
                <a:pPr/>
                <a14:m>
                  <m:oMathPara xmlns:m="http://schemas.openxmlformats.org/officeDocument/2006/math">
                    <m:oMath>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𝑟</m:t>
                          </m:r>
                        </m:e>
                        <m:sub>
                          <m:r>
                            <a:rPr lang="de-DE" sz="2400" b="0" i="1" smtClean="0">
                              <a:latin typeface="Cambria Math" panose="02040503050406030204" pitchFamily="18" charset="0"/>
                            </a:rPr>
                            <m:t>5</m:t>
                          </m:r>
                        </m:sub>
                      </m:sSub>
                    </m:oMath>
                  </m:oMathPara>
                </a14:m>
                <a:endParaRPr lang="en-US" sz="2400" dirty="0"/>
              </a:p>
            </p:txBody>
          </p:sp>
        </mc:Choice>
        <mc:Fallback xmlns="">
          <p:sp>
            <p:nvSpPr>
              <p:cNvPr id="65" name="TextBox 64">
                <a:extLst>
                  <a:ext uri="{FF2B5EF4-FFF2-40B4-BE49-F238E27FC236}">
                    <a16:creationId xmlns:a16="http://schemas.microsoft.com/office/drawing/2014/main" id="{AB29F5BE-54D2-BA83-4516-37F25E148E39}"/>
                  </a:ext>
                </a:extLst>
              </p:cNvPr>
              <p:cNvSpPr txBox="1">
                <a:spLocks noRot="1" noChangeAspect="1" noMove="1" noResize="1" noEditPoints="1" noAdjustHandles="1" noChangeArrowheads="1" noChangeShapeType="1" noTextEdit="1"/>
              </p:cNvSpPr>
              <p:nvPr/>
            </p:nvSpPr>
            <p:spPr>
              <a:xfrm>
                <a:off x="10425905" y="1863199"/>
                <a:ext cx="317202" cy="369332"/>
              </a:xfrm>
              <a:prstGeom prst="rect">
                <a:avLst/>
              </a:prstGeom>
              <a:blipFill>
                <a:blip r:embed="rId19"/>
                <a:stretch>
                  <a:fillRect l="-13462" r="-11538" b="-1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6" name="TextBox 65">
                <a:extLst>
                  <a:ext uri="{FF2B5EF4-FFF2-40B4-BE49-F238E27FC236}">
                    <a16:creationId xmlns:a16="http://schemas.microsoft.com/office/drawing/2014/main" id="{0433AE38-4C90-18F8-032B-799D72582F4A}"/>
                  </a:ext>
                </a:extLst>
              </p:cNvPr>
              <p:cNvSpPr txBox="1"/>
              <p:nvPr/>
            </p:nvSpPr>
            <p:spPr>
              <a:xfrm>
                <a:off x="7013000" y="2159888"/>
                <a:ext cx="454483" cy="369332"/>
              </a:xfrm>
              <a:prstGeom prst="rect">
                <a:avLst/>
              </a:prstGeom>
              <a:noFill/>
            </p:spPr>
            <p:txBody>
              <a:bodyPr wrap="none" lIns="0" tIns="0" rIns="0" bIns="0" rtlCol="0">
                <a:spAutoFit/>
              </a:bodyPr>
              <a:lstStyle/>
              <a:p>
                <a:pPr/>
                <a14:m>
                  <m:oMathPara xmlns:m="http://schemas.openxmlformats.org/officeDocument/2006/math">
                    <m:oMath>
                      <m:sSub>
                        <m:sSubPr>
                          <m:ctrlPr>
                            <a:rPr lang="de-DE" sz="2400" b="0" i="1" smtClean="0">
                              <a:latin typeface="Cambria Math" panose="02040503050406030204" pitchFamily="18" charset="0"/>
                            </a:rPr>
                          </m:ctrlPr>
                        </m:sSubPr>
                        <m:e>
                          <m:r>
                            <m:rPr>
                              <m:sty m:val="p"/>
                            </m:rPr>
                            <a:rPr lang="de-DE" sz="2400" b="0" i="1" smtClean="0">
                              <a:latin typeface="Cambria Math" panose="02040503050406030204" pitchFamily="18" charset="0"/>
                            </a:rPr>
                            <m:t>m</m:t>
                          </m:r>
                        </m:e>
                        <m:sub>
                          <m:r>
                            <a:rPr lang="de-DE" sz="2400" b="0" i="1" smtClean="0">
                              <a:latin typeface="Cambria Math" panose="02040503050406030204" pitchFamily="18" charset="0"/>
                            </a:rPr>
                            <m:t>1</m:t>
                          </m:r>
                        </m:sub>
                      </m:sSub>
                    </m:oMath>
                  </m:oMathPara>
                </a14:m>
                <a:endParaRPr lang="en-US" sz="2400" dirty="0"/>
              </a:p>
            </p:txBody>
          </p:sp>
        </mc:Choice>
        <mc:Fallback xmlns="">
          <p:sp>
            <p:nvSpPr>
              <p:cNvPr id="66" name="TextBox 65">
                <a:extLst>
                  <a:ext uri="{FF2B5EF4-FFF2-40B4-BE49-F238E27FC236}">
                    <a16:creationId xmlns:a16="http://schemas.microsoft.com/office/drawing/2014/main" id="{0433AE38-4C90-18F8-032B-799D72582F4A}"/>
                  </a:ext>
                </a:extLst>
              </p:cNvPr>
              <p:cNvSpPr txBox="1">
                <a:spLocks noRot="1" noChangeAspect="1" noMove="1" noResize="1" noEditPoints="1" noAdjustHandles="1" noChangeArrowheads="1" noChangeShapeType="1" noTextEdit="1"/>
              </p:cNvSpPr>
              <p:nvPr/>
            </p:nvSpPr>
            <p:spPr>
              <a:xfrm>
                <a:off x="7013000" y="2159888"/>
                <a:ext cx="454483" cy="369332"/>
              </a:xfrm>
              <a:prstGeom prst="rect">
                <a:avLst/>
              </a:prstGeom>
              <a:blipFill>
                <a:blip r:embed="rId20"/>
                <a:stretch>
                  <a:fillRect l="-9333" r="-5333" b="-1147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0" name="TextBox 69">
                <a:extLst>
                  <a:ext uri="{FF2B5EF4-FFF2-40B4-BE49-F238E27FC236}">
                    <a16:creationId xmlns:a16="http://schemas.microsoft.com/office/drawing/2014/main" id="{739E46BE-F33A-EEA1-CB7A-AFDDAA254E0D}"/>
                  </a:ext>
                </a:extLst>
              </p:cNvPr>
              <p:cNvSpPr txBox="1"/>
              <p:nvPr/>
            </p:nvSpPr>
            <p:spPr>
              <a:xfrm>
                <a:off x="4596414" y="2408689"/>
                <a:ext cx="527465" cy="461665"/>
              </a:xfrm>
              <a:prstGeom prst="rect">
                <a:avLst/>
              </a:prstGeom>
              <a:noFill/>
            </p:spPr>
            <p:txBody>
              <a:bodyPr wrap="square">
                <a:spAutoFit/>
              </a:bodyPr>
              <a:lstStyle/>
              <a:p>
                <a:pPr/>
                <a14:m>
                  <m:oMathPara xmlns:m="http://schemas.openxmlformats.org/officeDocument/2006/math">
                    <m:oMath>
                      <m:sSub>
                        <m:sSubPr>
                          <m:ctrlPr>
                            <a:rPr lang="de-DE" sz="2400" b="0" i="1" smtClean="0">
                              <a:solidFill>
                                <a:schemeClr val="bg1"/>
                              </a:solidFill>
                              <a:latin typeface="Cambria Math" panose="02040503050406030204" pitchFamily="18" charset="0"/>
                            </a:rPr>
                          </m:ctrlPr>
                        </m:sSubPr>
                        <m:e>
                          <m:r>
                            <m:rPr>
                              <m:sty m:val="p"/>
                            </m:rPr>
                            <a:rPr lang="de-DE" sz="2400" b="0" i="1" smtClean="0">
                              <a:solidFill>
                                <a:schemeClr val="bg1"/>
                              </a:solidFill>
                              <a:latin typeface="Cambria Math" panose="02040503050406030204" pitchFamily="18" charset="0"/>
                            </a:rPr>
                            <m:t>r</m:t>
                          </m:r>
                        </m:e>
                        <m:sub>
                          <m:r>
                            <a:rPr lang="de-DE" sz="2400" b="0" i="1" smtClean="0">
                              <a:solidFill>
                                <a:schemeClr val="bg1"/>
                              </a:solidFill>
                              <a:latin typeface="Cambria Math" panose="02040503050406030204" pitchFamily="18" charset="0"/>
                            </a:rPr>
                            <m:t>4</m:t>
                          </m:r>
                        </m:sub>
                      </m:sSub>
                    </m:oMath>
                  </m:oMathPara>
                </a14:m>
                <a:endParaRPr lang="en-US" sz="2400" dirty="0">
                  <a:solidFill>
                    <a:schemeClr val="bg1"/>
                  </a:solidFill>
                </a:endParaRPr>
              </a:p>
            </p:txBody>
          </p:sp>
        </mc:Choice>
        <mc:Fallback xmlns="">
          <p:sp>
            <p:nvSpPr>
              <p:cNvPr id="70" name="TextBox 69">
                <a:extLst>
                  <a:ext uri="{FF2B5EF4-FFF2-40B4-BE49-F238E27FC236}">
                    <a16:creationId xmlns:a16="http://schemas.microsoft.com/office/drawing/2014/main" id="{739E46BE-F33A-EEA1-CB7A-AFDDAA254E0D}"/>
                  </a:ext>
                </a:extLst>
              </p:cNvPr>
              <p:cNvSpPr txBox="1">
                <a:spLocks noRot="1" noChangeAspect="1" noMove="1" noResize="1" noEditPoints="1" noAdjustHandles="1" noChangeArrowheads="1" noChangeShapeType="1" noTextEdit="1"/>
              </p:cNvSpPr>
              <p:nvPr/>
            </p:nvSpPr>
            <p:spPr>
              <a:xfrm>
                <a:off x="4596414" y="2408689"/>
                <a:ext cx="527465" cy="461665"/>
              </a:xfrm>
              <a:prstGeom prst="rect">
                <a:avLst/>
              </a:prstGeom>
              <a:blipFill>
                <a:blip r:embed="rId2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2" name="TextBox 71">
                <a:extLst>
                  <a:ext uri="{FF2B5EF4-FFF2-40B4-BE49-F238E27FC236}">
                    <a16:creationId xmlns:a16="http://schemas.microsoft.com/office/drawing/2014/main" id="{FAE38295-40BD-BA4A-3530-AB31BFD7A087}"/>
                  </a:ext>
                </a:extLst>
              </p:cNvPr>
              <p:cNvSpPr txBox="1"/>
              <p:nvPr/>
            </p:nvSpPr>
            <p:spPr>
              <a:xfrm>
                <a:off x="2897863" y="1302222"/>
                <a:ext cx="656402" cy="461665"/>
              </a:xfrm>
              <a:prstGeom prst="rect">
                <a:avLst/>
              </a:prstGeom>
              <a:noFill/>
            </p:spPr>
            <p:txBody>
              <a:bodyPr wrap="square">
                <a:spAutoFit/>
              </a:bodyPr>
              <a:lstStyle/>
              <a:p>
                <a:pPr/>
                <a14:m>
                  <m:oMathPara xmlns:m="http://schemas.openxmlformats.org/officeDocument/2006/math">
                    <m:oMath>
                      <m:sSub>
                        <m:sSubPr>
                          <m:ctrlPr>
                            <a:rPr lang="de-DE" sz="2400" b="0" i="1" smtClean="0">
                              <a:solidFill>
                                <a:schemeClr val="bg1"/>
                              </a:solidFill>
                              <a:latin typeface="Cambria Math" panose="02040503050406030204" pitchFamily="18" charset="0"/>
                            </a:rPr>
                          </m:ctrlPr>
                        </m:sSubPr>
                        <m:e>
                          <m:r>
                            <m:rPr>
                              <m:sty m:val="p"/>
                            </m:rPr>
                            <a:rPr lang="de-DE" sz="2400" b="0" i="1" smtClean="0">
                              <a:solidFill>
                                <a:schemeClr val="bg1"/>
                              </a:solidFill>
                              <a:latin typeface="Cambria Math" panose="02040503050406030204" pitchFamily="18" charset="0"/>
                            </a:rPr>
                            <m:t>r</m:t>
                          </m:r>
                        </m:e>
                        <m:sub>
                          <m:r>
                            <a:rPr lang="de-DE" sz="2400" b="0" i="1" smtClean="0">
                              <a:solidFill>
                                <a:schemeClr val="bg1"/>
                              </a:solidFill>
                              <a:latin typeface="Cambria Math" panose="02040503050406030204" pitchFamily="18" charset="0"/>
                            </a:rPr>
                            <m:t>2</m:t>
                          </m:r>
                        </m:sub>
                      </m:sSub>
                    </m:oMath>
                  </m:oMathPara>
                </a14:m>
                <a:endParaRPr lang="en-US" sz="2400" dirty="0">
                  <a:solidFill>
                    <a:schemeClr val="bg1"/>
                  </a:solidFill>
                </a:endParaRPr>
              </a:p>
            </p:txBody>
          </p:sp>
        </mc:Choice>
        <mc:Fallback xmlns="">
          <p:sp>
            <p:nvSpPr>
              <p:cNvPr id="72" name="TextBox 71">
                <a:extLst>
                  <a:ext uri="{FF2B5EF4-FFF2-40B4-BE49-F238E27FC236}">
                    <a16:creationId xmlns:a16="http://schemas.microsoft.com/office/drawing/2014/main" id="{FAE38295-40BD-BA4A-3530-AB31BFD7A087}"/>
                  </a:ext>
                </a:extLst>
              </p:cNvPr>
              <p:cNvSpPr txBox="1">
                <a:spLocks noRot="1" noChangeAspect="1" noMove="1" noResize="1" noEditPoints="1" noAdjustHandles="1" noChangeArrowheads="1" noChangeShapeType="1" noTextEdit="1"/>
              </p:cNvSpPr>
              <p:nvPr/>
            </p:nvSpPr>
            <p:spPr>
              <a:xfrm>
                <a:off x="2897863" y="1302222"/>
                <a:ext cx="656402" cy="461665"/>
              </a:xfrm>
              <a:prstGeom prst="rect">
                <a:avLst/>
              </a:prstGeom>
              <a:blipFill>
                <a:blip r:embed="rId2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4" name="TextBox 73">
                <a:extLst>
                  <a:ext uri="{FF2B5EF4-FFF2-40B4-BE49-F238E27FC236}">
                    <a16:creationId xmlns:a16="http://schemas.microsoft.com/office/drawing/2014/main" id="{BF8F4E5A-FB0B-75A8-3AE9-184BC9913FA8}"/>
                  </a:ext>
                </a:extLst>
              </p:cNvPr>
              <p:cNvSpPr txBox="1"/>
              <p:nvPr/>
            </p:nvSpPr>
            <p:spPr>
              <a:xfrm>
                <a:off x="2984414" y="3517908"/>
                <a:ext cx="495606" cy="461665"/>
              </a:xfrm>
              <a:prstGeom prst="rect">
                <a:avLst/>
              </a:prstGeom>
              <a:noFill/>
            </p:spPr>
            <p:txBody>
              <a:bodyPr wrap="square">
                <a:spAutoFit/>
              </a:bodyPr>
              <a:lstStyle/>
              <a:p>
                <a:pPr/>
                <a14:m>
                  <m:oMathPara xmlns:m="http://schemas.openxmlformats.org/officeDocument/2006/math">
                    <m:oMath>
                      <m:sSub>
                        <m:sSubPr>
                          <m:ctrlPr>
                            <a:rPr lang="de-DE" sz="2400" b="0" i="1" smtClean="0">
                              <a:solidFill>
                                <a:schemeClr val="bg1"/>
                              </a:solidFill>
                              <a:latin typeface="Cambria Math" panose="02040503050406030204" pitchFamily="18" charset="0"/>
                            </a:rPr>
                          </m:ctrlPr>
                        </m:sSubPr>
                        <m:e>
                          <m:r>
                            <m:rPr>
                              <m:sty m:val="p"/>
                            </m:rPr>
                            <a:rPr lang="de-DE" sz="2400" b="0" i="1" smtClean="0">
                              <a:solidFill>
                                <a:schemeClr val="bg1"/>
                              </a:solidFill>
                              <a:latin typeface="Cambria Math" panose="02040503050406030204" pitchFamily="18" charset="0"/>
                            </a:rPr>
                            <m:t>r</m:t>
                          </m:r>
                        </m:e>
                        <m:sub>
                          <m:r>
                            <a:rPr lang="de-DE" sz="2400" b="0" i="1" smtClean="0">
                              <a:solidFill>
                                <a:schemeClr val="bg1"/>
                              </a:solidFill>
                              <a:latin typeface="Cambria Math" panose="02040503050406030204" pitchFamily="18" charset="0"/>
                            </a:rPr>
                            <m:t>3</m:t>
                          </m:r>
                        </m:sub>
                      </m:sSub>
                    </m:oMath>
                  </m:oMathPara>
                </a14:m>
                <a:endParaRPr lang="en-US" sz="2400" dirty="0">
                  <a:solidFill>
                    <a:schemeClr val="bg1"/>
                  </a:solidFill>
                </a:endParaRPr>
              </a:p>
            </p:txBody>
          </p:sp>
        </mc:Choice>
        <mc:Fallback xmlns="">
          <p:sp>
            <p:nvSpPr>
              <p:cNvPr id="74" name="TextBox 73">
                <a:extLst>
                  <a:ext uri="{FF2B5EF4-FFF2-40B4-BE49-F238E27FC236}">
                    <a16:creationId xmlns:a16="http://schemas.microsoft.com/office/drawing/2014/main" id="{BF8F4E5A-FB0B-75A8-3AE9-184BC9913FA8}"/>
                  </a:ext>
                </a:extLst>
              </p:cNvPr>
              <p:cNvSpPr txBox="1">
                <a:spLocks noRot="1" noChangeAspect="1" noMove="1" noResize="1" noEditPoints="1" noAdjustHandles="1" noChangeArrowheads="1" noChangeShapeType="1" noTextEdit="1"/>
              </p:cNvSpPr>
              <p:nvPr/>
            </p:nvSpPr>
            <p:spPr>
              <a:xfrm>
                <a:off x="2984414" y="3517908"/>
                <a:ext cx="495606" cy="461665"/>
              </a:xfrm>
              <a:prstGeom prst="rect">
                <a:avLst/>
              </a:prstGeom>
              <a:blipFill>
                <a:blip r:embed="rId2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7" name="TextBox 76">
                <a:extLst>
                  <a:ext uri="{FF2B5EF4-FFF2-40B4-BE49-F238E27FC236}">
                    <a16:creationId xmlns:a16="http://schemas.microsoft.com/office/drawing/2014/main" id="{F6A2B5EC-7B31-8992-91C8-3763014032A5}"/>
                  </a:ext>
                </a:extLst>
              </p:cNvPr>
              <p:cNvSpPr txBox="1"/>
              <p:nvPr/>
            </p:nvSpPr>
            <p:spPr>
              <a:xfrm>
                <a:off x="1152854" y="2406979"/>
                <a:ext cx="527465" cy="461665"/>
              </a:xfrm>
              <a:prstGeom prst="rect">
                <a:avLst/>
              </a:prstGeom>
              <a:noFill/>
            </p:spPr>
            <p:txBody>
              <a:bodyPr wrap="square">
                <a:spAutoFit/>
              </a:bodyPr>
              <a:lstStyle/>
              <a:p>
                <a:pPr/>
                <a14:m>
                  <m:oMathPara xmlns:m="http://schemas.openxmlformats.org/officeDocument/2006/math">
                    <m:oMath>
                      <m:sSub>
                        <m:sSubPr>
                          <m:ctrlPr>
                            <a:rPr lang="de-DE" sz="2400" b="0" i="1" smtClean="0">
                              <a:solidFill>
                                <a:schemeClr val="bg1"/>
                              </a:solidFill>
                              <a:latin typeface="Cambria Math" panose="02040503050406030204" pitchFamily="18" charset="0"/>
                            </a:rPr>
                          </m:ctrlPr>
                        </m:sSubPr>
                        <m:e>
                          <m:r>
                            <m:rPr>
                              <m:sty m:val="p"/>
                            </m:rPr>
                            <a:rPr lang="de-DE" sz="2400" b="0" i="1" smtClean="0">
                              <a:solidFill>
                                <a:schemeClr val="bg1"/>
                              </a:solidFill>
                              <a:latin typeface="Cambria Math" panose="02040503050406030204" pitchFamily="18" charset="0"/>
                            </a:rPr>
                            <m:t>r</m:t>
                          </m:r>
                        </m:e>
                        <m:sub>
                          <m:r>
                            <a:rPr lang="de-DE" sz="2400" b="0" i="1" smtClean="0">
                              <a:solidFill>
                                <a:schemeClr val="bg1"/>
                              </a:solidFill>
                              <a:latin typeface="Cambria Math" panose="02040503050406030204" pitchFamily="18" charset="0"/>
                            </a:rPr>
                            <m:t>1</m:t>
                          </m:r>
                        </m:sub>
                      </m:sSub>
                    </m:oMath>
                  </m:oMathPara>
                </a14:m>
                <a:endParaRPr lang="en-US" sz="2400" dirty="0">
                  <a:solidFill>
                    <a:schemeClr val="bg1"/>
                  </a:solidFill>
                </a:endParaRPr>
              </a:p>
            </p:txBody>
          </p:sp>
        </mc:Choice>
        <mc:Fallback xmlns="">
          <p:sp>
            <p:nvSpPr>
              <p:cNvPr id="77" name="TextBox 76">
                <a:extLst>
                  <a:ext uri="{FF2B5EF4-FFF2-40B4-BE49-F238E27FC236}">
                    <a16:creationId xmlns:a16="http://schemas.microsoft.com/office/drawing/2014/main" id="{F6A2B5EC-7B31-8992-91C8-3763014032A5}"/>
                  </a:ext>
                </a:extLst>
              </p:cNvPr>
              <p:cNvSpPr txBox="1">
                <a:spLocks noRot="1" noChangeAspect="1" noMove="1" noResize="1" noEditPoints="1" noAdjustHandles="1" noChangeArrowheads="1" noChangeShapeType="1" noTextEdit="1"/>
              </p:cNvSpPr>
              <p:nvPr/>
            </p:nvSpPr>
            <p:spPr>
              <a:xfrm>
                <a:off x="1152854" y="2406979"/>
                <a:ext cx="527465" cy="461665"/>
              </a:xfrm>
              <a:prstGeom prst="rect">
                <a:avLst/>
              </a:prstGeom>
              <a:blipFill>
                <a:blip r:embed="rId2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8" name="TextBox 77">
                <a:extLst>
                  <a:ext uri="{FF2B5EF4-FFF2-40B4-BE49-F238E27FC236}">
                    <a16:creationId xmlns:a16="http://schemas.microsoft.com/office/drawing/2014/main" id="{815E93B5-D657-4CD6-63EE-5BB7B72937CF}"/>
                  </a:ext>
                </a:extLst>
              </p:cNvPr>
              <p:cNvSpPr txBox="1"/>
              <p:nvPr/>
            </p:nvSpPr>
            <p:spPr>
              <a:xfrm>
                <a:off x="7013000" y="2690304"/>
                <a:ext cx="461601" cy="369332"/>
              </a:xfrm>
              <a:prstGeom prst="rect">
                <a:avLst/>
              </a:prstGeom>
              <a:noFill/>
            </p:spPr>
            <p:txBody>
              <a:bodyPr wrap="none" lIns="0" tIns="0" rIns="0" bIns="0" rtlCol="0">
                <a:spAutoFit/>
              </a:bodyPr>
              <a:lstStyle/>
              <a:p>
                <a:pPr/>
                <a14:m>
                  <m:oMathPara xmlns:m="http://schemas.openxmlformats.org/officeDocument/2006/math">
                    <m:oMath>
                      <m:sSub>
                        <m:sSubPr>
                          <m:ctrlPr>
                            <a:rPr lang="de-DE" sz="2400" b="0" i="1" smtClean="0">
                              <a:latin typeface="Cambria Math" panose="02040503050406030204" pitchFamily="18" charset="0"/>
                            </a:rPr>
                          </m:ctrlPr>
                        </m:sSubPr>
                        <m:e>
                          <m:r>
                            <m:rPr>
                              <m:sty m:val="p"/>
                            </m:rPr>
                            <a:rPr lang="de-DE" sz="2400" b="0" i="1" smtClean="0">
                              <a:latin typeface="Cambria Math" panose="02040503050406030204" pitchFamily="18" charset="0"/>
                            </a:rPr>
                            <m:t>m</m:t>
                          </m:r>
                        </m:e>
                        <m:sub>
                          <m:r>
                            <a:rPr lang="de-DE" sz="2400" b="0" i="1" smtClean="0">
                              <a:latin typeface="Cambria Math" panose="02040503050406030204" pitchFamily="18" charset="0"/>
                            </a:rPr>
                            <m:t>2</m:t>
                          </m:r>
                        </m:sub>
                      </m:sSub>
                    </m:oMath>
                  </m:oMathPara>
                </a14:m>
                <a:endParaRPr lang="en-US" sz="2400" dirty="0"/>
              </a:p>
            </p:txBody>
          </p:sp>
        </mc:Choice>
        <mc:Fallback xmlns="">
          <p:sp>
            <p:nvSpPr>
              <p:cNvPr id="78" name="TextBox 77">
                <a:extLst>
                  <a:ext uri="{FF2B5EF4-FFF2-40B4-BE49-F238E27FC236}">
                    <a16:creationId xmlns:a16="http://schemas.microsoft.com/office/drawing/2014/main" id="{815E93B5-D657-4CD6-63EE-5BB7B72937CF}"/>
                  </a:ext>
                </a:extLst>
              </p:cNvPr>
              <p:cNvSpPr txBox="1">
                <a:spLocks noRot="1" noChangeAspect="1" noMove="1" noResize="1" noEditPoints="1" noAdjustHandles="1" noChangeArrowheads="1" noChangeShapeType="1" noTextEdit="1"/>
              </p:cNvSpPr>
              <p:nvPr/>
            </p:nvSpPr>
            <p:spPr>
              <a:xfrm>
                <a:off x="7013000" y="2690304"/>
                <a:ext cx="461601" cy="369332"/>
              </a:xfrm>
              <a:prstGeom prst="rect">
                <a:avLst/>
              </a:prstGeom>
              <a:blipFill>
                <a:blip r:embed="rId25"/>
                <a:stretch>
                  <a:fillRect l="-9211" r="-5263" b="-1147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9" name="TextBox 78">
                <a:extLst>
                  <a:ext uri="{FF2B5EF4-FFF2-40B4-BE49-F238E27FC236}">
                    <a16:creationId xmlns:a16="http://schemas.microsoft.com/office/drawing/2014/main" id="{FA033F64-ACB6-4047-81B4-25BDADBB1918}"/>
                  </a:ext>
                </a:extLst>
              </p:cNvPr>
              <p:cNvSpPr txBox="1"/>
              <p:nvPr/>
            </p:nvSpPr>
            <p:spPr>
              <a:xfrm>
                <a:off x="7013001" y="3144130"/>
                <a:ext cx="461601" cy="369332"/>
              </a:xfrm>
              <a:prstGeom prst="rect">
                <a:avLst/>
              </a:prstGeom>
              <a:noFill/>
            </p:spPr>
            <p:txBody>
              <a:bodyPr wrap="none" lIns="0" tIns="0" rIns="0" bIns="0" rtlCol="0">
                <a:spAutoFit/>
              </a:bodyPr>
              <a:lstStyle/>
              <a:p>
                <a:pPr/>
                <a14:m>
                  <m:oMathPara xmlns:m="http://schemas.openxmlformats.org/officeDocument/2006/math">
                    <m:oMath>
                      <m:sSub>
                        <m:sSubPr>
                          <m:ctrlPr>
                            <a:rPr lang="de-DE" sz="2400" b="0" i="1" smtClean="0">
                              <a:latin typeface="Cambria Math" panose="02040503050406030204" pitchFamily="18" charset="0"/>
                            </a:rPr>
                          </m:ctrlPr>
                        </m:sSubPr>
                        <m:e>
                          <m:r>
                            <m:rPr>
                              <m:sty m:val="p"/>
                            </m:rPr>
                            <a:rPr lang="de-DE" sz="2400" b="0" i="1" smtClean="0">
                              <a:latin typeface="Cambria Math" panose="02040503050406030204" pitchFamily="18" charset="0"/>
                            </a:rPr>
                            <m:t>m</m:t>
                          </m:r>
                        </m:e>
                        <m:sub>
                          <m:r>
                            <a:rPr lang="de-DE" sz="2400" b="0" i="1" smtClean="0">
                              <a:latin typeface="Cambria Math" panose="02040503050406030204" pitchFamily="18" charset="0"/>
                            </a:rPr>
                            <m:t>3</m:t>
                          </m:r>
                        </m:sub>
                      </m:sSub>
                    </m:oMath>
                  </m:oMathPara>
                </a14:m>
                <a:endParaRPr lang="en-US" sz="2400" dirty="0"/>
              </a:p>
            </p:txBody>
          </p:sp>
        </mc:Choice>
        <mc:Fallback xmlns="">
          <p:sp>
            <p:nvSpPr>
              <p:cNvPr id="79" name="TextBox 78">
                <a:extLst>
                  <a:ext uri="{FF2B5EF4-FFF2-40B4-BE49-F238E27FC236}">
                    <a16:creationId xmlns:a16="http://schemas.microsoft.com/office/drawing/2014/main" id="{FA033F64-ACB6-4047-81B4-25BDADBB1918}"/>
                  </a:ext>
                </a:extLst>
              </p:cNvPr>
              <p:cNvSpPr txBox="1">
                <a:spLocks noRot="1" noChangeAspect="1" noMove="1" noResize="1" noEditPoints="1" noAdjustHandles="1" noChangeArrowheads="1" noChangeShapeType="1" noTextEdit="1"/>
              </p:cNvSpPr>
              <p:nvPr/>
            </p:nvSpPr>
            <p:spPr>
              <a:xfrm>
                <a:off x="7013001" y="3144130"/>
                <a:ext cx="461601" cy="369332"/>
              </a:xfrm>
              <a:prstGeom prst="rect">
                <a:avLst/>
              </a:prstGeom>
              <a:blipFill>
                <a:blip r:embed="rId26"/>
                <a:stretch>
                  <a:fillRect l="-9211" r="-5263" b="-1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0" name="TextBox 79">
                <a:extLst>
                  <a:ext uri="{FF2B5EF4-FFF2-40B4-BE49-F238E27FC236}">
                    <a16:creationId xmlns:a16="http://schemas.microsoft.com/office/drawing/2014/main" id="{EB081466-2F80-3DE5-1AF7-322386F2C97F}"/>
                  </a:ext>
                </a:extLst>
              </p:cNvPr>
              <p:cNvSpPr txBox="1"/>
              <p:nvPr/>
            </p:nvSpPr>
            <p:spPr>
              <a:xfrm>
                <a:off x="7018695" y="3547931"/>
                <a:ext cx="461601" cy="369332"/>
              </a:xfrm>
              <a:prstGeom prst="rect">
                <a:avLst/>
              </a:prstGeom>
              <a:noFill/>
            </p:spPr>
            <p:txBody>
              <a:bodyPr wrap="none" lIns="0" tIns="0" rIns="0" bIns="0" rtlCol="0">
                <a:spAutoFit/>
              </a:bodyPr>
              <a:lstStyle/>
              <a:p>
                <a:pPr/>
                <a14:m>
                  <m:oMathPara xmlns:m="http://schemas.openxmlformats.org/officeDocument/2006/math">
                    <m:oMath>
                      <m:sSub>
                        <m:sSubPr>
                          <m:ctrlPr>
                            <a:rPr lang="de-DE" sz="2400" b="0" i="1" smtClean="0">
                              <a:latin typeface="Cambria Math" panose="02040503050406030204" pitchFamily="18" charset="0"/>
                            </a:rPr>
                          </m:ctrlPr>
                        </m:sSubPr>
                        <m:e>
                          <m:r>
                            <m:rPr>
                              <m:sty m:val="p"/>
                            </m:rPr>
                            <a:rPr lang="de-DE" sz="2400" b="0" i="1" smtClean="0">
                              <a:latin typeface="Cambria Math" panose="02040503050406030204" pitchFamily="18" charset="0"/>
                            </a:rPr>
                            <m:t>m</m:t>
                          </m:r>
                        </m:e>
                        <m:sub>
                          <m:r>
                            <a:rPr lang="de-DE" sz="2400" b="0" i="1" smtClean="0">
                              <a:latin typeface="Cambria Math" panose="02040503050406030204" pitchFamily="18" charset="0"/>
                            </a:rPr>
                            <m:t>4</m:t>
                          </m:r>
                        </m:sub>
                      </m:sSub>
                    </m:oMath>
                  </m:oMathPara>
                </a14:m>
                <a:endParaRPr lang="en-US" sz="2400" dirty="0"/>
              </a:p>
            </p:txBody>
          </p:sp>
        </mc:Choice>
        <mc:Fallback xmlns="">
          <p:sp>
            <p:nvSpPr>
              <p:cNvPr id="80" name="TextBox 79">
                <a:extLst>
                  <a:ext uri="{FF2B5EF4-FFF2-40B4-BE49-F238E27FC236}">
                    <a16:creationId xmlns:a16="http://schemas.microsoft.com/office/drawing/2014/main" id="{EB081466-2F80-3DE5-1AF7-322386F2C97F}"/>
                  </a:ext>
                </a:extLst>
              </p:cNvPr>
              <p:cNvSpPr txBox="1">
                <a:spLocks noRot="1" noChangeAspect="1" noMove="1" noResize="1" noEditPoints="1" noAdjustHandles="1" noChangeArrowheads="1" noChangeShapeType="1" noTextEdit="1"/>
              </p:cNvSpPr>
              <p:nvPr/>
            </p:nvSpPr>
            <p:spPr>
              <a:xfrm>
                <a:off x="7018695" y="3547931"/>
                <a:ext cx="461601" cy="369332"/>
              </a:xfrm>
              <a:prstGeom prst="rect">
                <a:avLst/>
              </a:prstGeom>
              <a:blipFill>
                <a:blip r:embed="rId27"/>
                <a:stretch>
                  <a:fillRect l="-9211" r="-5263" b="-1147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1" name="TextBox 80">
                <a:extLst>
                  <a:ext uri="{FF2B5EF4-FFF2-40B4-BE49-F238E27FC236}">
                    <a16:creationId xmlns:a16="http://schemas.microsoft.com/office/drawing/2014/main" id="{D2311BA2-503C-65AF-5841-A5FB73156ABC}"/>
                  </a:ext>
                </a:extLst>
              </p:cNvPr>
              <p:cNvSpPr txBox="1"/>
              <p:nvPr/>
            </p:nvSpPr>
            <p:spPr>
              <a:xfrm>
                <a:off x="7037383" y="3932184"/>
                <a:ext cx="461601" cy="369332"/>
              </a:xfrm>
              <a:prstGeom prst="rect">
                <a:avLst/>
              </a:prstGeom>
              <a:noFill/>
            </p:spPr>
            <p:txBody>
              <a:bodyPr wrap="none" lIns="0" tIns="0" rIns="0" bIns="0" rtlCol="0">
                <a:spAutoFit/>
              </a:bodyPr>
              <a:lstStyle/>
              <a:p>
                <a:pPr/>
                <a14:m>
                  <m:oMathPara xmlns:m="http://schemas.openxmlformats.org/officeDocument/2006/math">
                    <m:oMath>
                      <m:sSub>
                        <m:sSubPr>
                          <m:ctrlPr>
                            <a:rPr lang="de-DE" sz="2400" b="0" i="1" smtClean="0">
                              <a:latin typeface="Cambria Math" panose="02040503050406030204" pitchFamily="18" charset="0"/>
                            </a:rPr>
                          </m:ctrlPr>
                        </m:sSubPr>
                        <m:e>
                          <m:r>
                            <m:rPr>
                              <m:sty m:val="p"/>
                            </m:rPr>
                            <a:rPr lang="de-DE" sz="2400" b="0" i="1" smtClean="0">
                              <a:latin typeface="Cambria Math" panose="02040503050406030204" pitchFamily="18" charset="0"/>
                            </a:rPr>
                            <m:t>m</m:t>
                          </m:r>
                        </m:e>
                        <m:sub>
                          <m:r>
                            <a:rPr lang="de-DE" sz="2400" b="0" i="1" smtClean="0">
                              <a:latin typeface="Cambria Math" panose="02040503050406030204" pitchFamily="18" charset="0"/>
                            </a:rPr>
                            <m:t>5</m:t>
                          </m:r>
                        </m:sub>
                      </m:sSub>
                    </m:oMath>
                  </m:oMathPara>
                </a14:m>
                <a:endParaRPr lang="en-US" sz="2400" dirty="0"/>
              </a:p>
            </p:txBody>
          </p:sp>
        </mc:Choice>
        <mc:Fallback xmlns="">
          <p:sp>
            <p:nvSpPr>
              <p:cNvPr id="81" name="TextBox 80">
                <a:extLst>
                  <a:ext uri="{FF2B5EF4-FFF2-40B4-BE49-F238E27FC236}">
                    <a16:creationId xmlns:a16="http://schemas.microsoft.com/office/drawing/2014/main" id="{D2311BA2-503C-65AF-5841-A5FB73156ABC}"/>
                  </a:ext>
                </a:extLst>
              </p:cNvPr>
              <p:cNvSpPr txBox="1">
                <a:spLocks noRot="1" noChangeAspect="1" noMove="1" noResize="1" noEditPoints="1" noAdjustHandles="1" noChangeArrowheads="1" noChangeShapeType="1" noTextEdit="1"/>
              </p:cNvSpPr>
              <p:nvPr/>
            </p:nvSpPr>
            <p:spPr>
              <a:xfrm>
                <a:off x="7037383" y="3932184"/>
                <a:ext cx="461601" cy="369332"/>
              </a:xfrm>
              <a:prstGeom prst="rect">
                <a:avLst/>
              </a:prstGeom>
              <a:blipFill>
                <a:blip r:embed="rId28"/>
                <a:stretch>
                  <a:fillRect l="-9211" r="-6579" b="-13115"/>
                </a:stretch>
              </a:blipFill>
            </p:spPr>
            <p:txBody>
              <a:bodyPr/>
              <a:lstStyle/>
              <a:p>
                <a:r>
                  <a:rPr lang="en-US">
                    <a:noFill/>
                  </a:rPr>
                  <a:t> </a:t>
                </a:r>
              </a:p>
            </p:txBody>
          </p:sp>
        </mc:Fallback>
      </mc:AlternateContent>
      <p:sp>
        <p:nvSpPr>
          <p:cNvPr id="4" name="Rectangle: Rounded Corners 3">
            <a:extLst>
              <a:ext uri="{FF2B5EF4-FFF2-40B4-BE49-F238E27FC236}">
                <a16:creationId xmlns:a16="http://schemas.microsoft.com/office/drawing/2014/main" id="{4498ADAC-7BD1-DE7C-0DC8-7DC58FA7A7B2}"/>
              </a:ext>
            </a:extLst>
          </p:cNvPr>
          <p:cNvSpPr/>
          <p:nvPr/>
        </p:nvSpPr>
        <p:spPr>
          <a:xfrm>
            <a:off x="8173377" y="1826941"/>
            <a:ext cx="643622" cy="2474575"/>
          </a:xfrm>
          <a:prstGeom prst="round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Rounded Corners 8">
            <a:extLst>
              <a:ext uri="{FF2B5EF4-FFF2-40B4-BE49-F238E27FC236}">
                <a16:creationId xmlns:a16="http://schemas.microsoft.com/office/drawing/2014/main" id="{2FBAFB37-F212-1D8E-5A06-F1D2E65E1158}"/>
              </a:ext>
            </a:extLst>
          </p:cNvPr>
          <p:cNvSpPr/>
          <p:nvPr/>
        </p:nvSpPr>
        <p:spPr>
          <a:xfrm>
            <a:off x="6815502" y="3559545"/>
            <a:ext cx="2697760" cy="413523"/>
          </a:xfrm>
          <a:prstGeom prst="round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E81F007B-6DF9-73B1-815A-10D79BEE27E0}"/>
              </a:ext>
            </a:extLst>
          </p:cNvPr>
          <p:cNvSpPr txBox="1"/>
          <p:nvPr/>
        </p:nvSpPr>
        <p:spPr>
          <a:xfrm>
            <a:off x="6484645" y="941669"/>
            <a:ext cx="4457695" cy="400110"/>
          </a:xfrm>
          <a:prstGeom prst="rect">
            <a:avLst/>
          </a:prstGeom>
          <a:noFill/>
        </p:spPr>
        <p:txBody>
          <a:bodyPr wrap="none" rtlCol="0">
            <a:spAutoFit/>
          </a:bodyPr>
          <a:lstStyle/>
          <a:p>
            <a:r>
              <a:rPr lang="en-GB" sz="2000" dirty="0"/>
              <a:t>Pattern within the Stoichiometry Matrix</a:t>
            </a:r>
            <a:endParaRPr lang="en-US" sz="2000" dirty="0"/>
          </a:p>
        </p:txBody>
      </p:sp>
      <p:cxnSp>
        <p:nvCxnSpPr>
          <p:cNvPr id="25" name="Connector: Elbow 24">
            <a:extLst>
              <a:ext uri="{FF2B5EF4-FFF2-40B4-BE49-F238E27FC236}">
                <a16:creationId xmlns:a16="http://schemas.microsoft.com/office/drawing/2014/main" id="{F3A4A8F5-8B96-F249-BFFE-80F9723BF399}"/>
              </a:ext>
            </a:extLst>
          </p:cNvPr>
          <p:cNvCxnSpPr>
            <a:cxnSpLocks/>
            <a:stCxn id="9" idx="1"/>
            <a:endCxn id="6" idx="1"/>
          </p:cNvCxnSpPr>
          <p:nvPr/>
        </p:nvCxnSpPr>
        <p:spPr>
          <a:xfrm rot="10800000" flipV="1">
            <a:off x="5083562" y="3766306"/>
            <a:ext cx="1731940" cy="1763615"/>
          </a:xfrm>
          <a:prstGeom prst="bentConnector3">
            <a:avLst>
              <a:gd name="adj1" fmla="val 113199"/>
            </a:avLst>
          </a:prstGeom>
          <a:ln>
            <a:tailEnd type="triangle" w="lg" len="lg"/>
          </a:ln>
        </p:spPr>
        <p:style>
          <a:lnRef idx="2">
            <a:schemeClr val="accent1"/>
          </a:lnRef>
          <a:fillRef idx="0">
            <a:schemeClr val="accent1"/>
          </a:fillRef>
          <a:effectRef idx="1">
            <a:schemeClr val="accent1"/>
          </a:effectRef>
          <a:fontRef idx="minor">
            <a:schemeClr val="tx1"/>
          </a:fontRef>
        </p:style>
      </p:cxnSp>
      <p:sp>
        <p:nvSpPr>
          <p:cNvPr id="27" name="Rectangle: Rounded Corners 26">
            <a:extLst>
              <a:ext uri="{FF2B5EF4-FFF2-40B4-BE49-F238E27FC236}">
                <a16:creationId xmlns:a16="http://schemas.microsoft.com/office/drawing/2014/main" id="{E7106BDD-F7D9-0133-0CBA-0294BEB76218}"/>
              </a:ext>
            </a:extLst>
          </p:cNvPr>
          <p:cNvSpPr/>
          <p:nvPr/>
        </p:nvSpPr>
        <p:spPr>
          <a:xfrm>
            <a:off x="6096000" y="4892741"/>
            <a:ext cx="1267960" cy="1023589"/>
          </a:xfrm>
          <a:prstGeom prst="round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Rounded Corners 27">
            <a:extLst>
              <a:ext uri="{FF2B5EF4-FFF2-40B4-BE49-F238E27FC236}">
                <a16:creationId xmlns:a16="http://schemas.microsoft.com/office/drawing/2014/main" id="{3453F189-CEAD-EB25-26C9-2AE52C5CEFBB}"/>
              </a:ext>
            </a:extLst>
          </p:cNvPr>
          <p:cNvSpPr/>
          <p:nvPr/>
        </p:nvSpPr>
        <p:spPr>
          <a:xfrm>
            <a:off x="7688853" y="4851726"/>
            <a:ext cx="1267960" cy="1023589"/>
          </a:xfrm>
          <a:prstGeom prst="round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1926399"/>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9C54B6-0B01-A4E7-4694-8BD4DA44BF15}"/>
            </a:ext>
          </a:extLst>
        </p:cNvPr>
        <p:cNvGrpSpPr/>
        <p:nvPr/>
      </p:nvGrpSpPr>
      <p:grpSpPr>
        <a:xfrm>
          <a:off x="0" y="0"/>
          <a:ext cx="0" cy="0"/>
          <a:chOff x="0" y="0"/>
          <a:chExt cx="0" cy="0"/>
        </a:xfrm>
      </p:grpSpPr>
      <p:sp>
        <p:nvSpPr>
          <p:cNvPr id="82" name="Rectangle 81">
            <a:extLst>
              <a:ext uri="{FF2B5EF4-FFF2-40B4-BE49-F238E27FC236}">
                <a16:creationId xmlns:a16="http://schemas.microsoft.com/office/drawing/2014/main" id="{029AAA68-E906-18ED-83E1-4240C08B6D08}"/>
              </a:ext>
            </a:extLst>
          </p:cNvPr>
          <p:cNvSpPr/>
          <p:nvPr/>
        </p:nvSpPr>
        <p:spPr>
          <a:xfrm>
            <a:off x="265564" y="1012872"/>
            <a:ext cx="5605669" cy="286055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2FC9CB0B-FC0F-A50F-A6C6-B4466180A14A}"/>
              </a:ext>
            </a:extLst>
          </p:cNvPr>
          <p:cNvSpPr>
            <a:spLocks noChangeAspect="1"/>
          </p:cNvSpPr>
          <p:nvPr/>
        </p:nvSpPr>
        <p:spPr>
          <a:xfrm>
            <a:off x="2951410" y="1062332"/>
            <a:ext cx="482803" cy="48280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4093A078-82D3-5165-5F2A-D34385CB8875}"/>
              </a:ext>
            </a:extLst>
          </p:cNvPr>
          <p:cNvSpPr>
            <a:spLocks noChangeAspect="1"/>
          </p:cNvSpPr>
          <p:nvPr/>
        </p:nvSpPr>
        <p:spPr>
          <a:xfrm>
            <a:off x="2962840" y="3264924"/>
            <a:ext cx="482803" cy="48280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1" name="Straight Arrow Connector 20">
            <a:extLst>
              <a:ext uri="{FF2B5EF4-FFF2-40B4-BE49-F238E27FC236}">
                <a16:creationId xmlns:a16="http://schemas.microsoft.com/office/drawing/2014/main" id="{7AAFDC15-258F-8C51-94E4-2D899648D7E4}"/>
              </a:ext>
            </a:extLst>
          </p:cNvPr>
          <p:cNvCxnSpPr>
            <a:cxnSpLocks/>
            <a:stCxn id="18" idx="6"/>
            <a:endCxn id="50" idx="3"/>
          </p:cNvCxnSpPr>
          <p:nvPr/>
        </p:nvCxnSpPr>
        <p:spPr>
          <a:xfrm flipV="1">
            <a:off x="3445643" y="2566692"/>
            <a:ext cx="1208754" cy="939634"/>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BB4C423C-1EDE-31FE-EB43-94CB337FB6F3}"/>
              </a:ext>
            </a:extLst>
          </p:cNvPr>
          <p:cNvCxnSpPr>
            <a:cxnSpLocks/>
            <a:stCxn id="17" idx="6"/>
            <a:endCxn id="50" idx="1"/>
          </p:cNvCxnSpPr>
          <p:nvPr/>
        </p:nvCxnSpPr>
        <p:spPr>
          <a:xfrm>
            <a:off x="3434213" y="1303734"/>
            <a:ext cx="1220184" cy="921565"/>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D2009217-EF08-6D2F-FE29-897076EE9FE5}"/>
                  </a:ext>
                </a:extLst>
              </p:cNvPr>
              <p:cNvSpPr txBox="1"/>
              <p:nvPr/>
            </p:nvSpPr>
            <p:spPr>
              <a:xfrm>
                <a:off x="3801664" y="1177545"/>
                <a:ext cx="1006792" cy="461665"/>
              </a:xfrm>
              <a:prstGeom prst="rect">
                <a:avLst/>
              </a:prstGeom>
              <a:noFill/>
            </p:spPr>
            <p:txBody>
              <a:bodyPr wrap="square">
                <a:spAutoFit/>
              </a:bodyPr>
              <a:lstStyle/>
              <a:p>
                <a:pPr/>
                <a14:m>
                  <m:oMathPara xmlns:m="http://schemas.openxmlformats.org/officeDocument/2006/math">
                    <m:oMath>
                      <m:sSub>
                        <m:sSubPr>
                          <m:ctrlPr>
                            <a:rPr lang="de-DE" sz="2400" b="0" i="0" smtClean="0">
                              <a:solidFill>
                                <a:schemeClr val="tx1"/>
                              </a:solidFill>
                              <a:latin typeface="Cambria Math" panose="02040503050406030204" pitchFamily="18" charset="0"/>
                            </a:rPr>
                          </m:ctrlPr>
                        </m:sSubPr>
                        <m:e>
                          <m:r>
                            <m:rPr>
                              <m:sty m:val="p"/>
                            </m:rPr>
                            <a:rPr lang="de-DE" sz="2400" b="0" i="0" smtClean="0">
                              <a:solidFill>
                                <a:schemeClr val="tx1"/>
                              </a:solidFill>
                              <a:latin typeface="Cambria Math" panose="02040503050406030204" pitchFamily="18" charset="0"/>
                            </a:rPr>
                            <m:t>m</m:t>
                          </m:r>
                        </m:e>
                        <m:sub>
                          <m:r>
                            <a:rPr lang="de-DE" sz="2400" b="0" i="1" smtClean="0">
                              <a:solidFill>
                                <a:schemeClr val="tx1"/>
                              </a:solidFill>
                              <a:latin typeface="Cambria Math" panose="02040503050406030204" pitchFamily="18" charset="0"/>
                            </a:rPr>
                            <m:t>4</m:t>
                          </m:r>
                        </m:sub>
                      </m:sSub>
                    </m:oMath>
                  </m:oMathPara>
                </a14:m>
                <a:endParaRPr lang="en-US" sz="2400" dirty="0">
                  <a:solidFill>
                    <a:schemeClr val="tx1"/>
                  </a:solidFill>
                </a:endParaRPr>
              </a:p>
            </p:txBody>
          </p:sp>
        </mc:Choice>
        <mc:Fallback xmlns="">
          <p:sp>
            <p:nvSpPr>
              <p:cNvPr id="40" name="TextBox 39">
                <a:extLst>
                  <a:ext uri="{FF2B5EF4-FFF2-40B4-BE49-F238E27FC236}">
                    <a16:creationId xmlns:a16="http://schemas.microsoft.com/office/drawing/2014/main" id="{D2009217-EF08-6D2F-FE29-897076EE9FE5}"/>
                  </a:ext>
                </a:extLst>
              </p:cNvPr>
              <p:cNvSpPr txBox="1">
                <a:spLocks noRot="1" noChangeAspect="1" noMove="1" noResize="1" noEditPoints="1" noAdjustHandles="1" noChangeArrowheads="1" noChangeShapeType="1" noTextEdit="1"/>
              </p:cNvSpPr>
              <p:nvPr/>
            </p:nvSpPr>
            <p:spPr>
              <a:xfrm>
                <a:off x="3801664" y="1177545"/>
                <a:ext cx="1006792" cy="461665"/>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C0BDC80-018A-88FC-FABE-683995D4CE63}"/>
                  </a:ext>
                </a:extLst>
              </p:cNvPr>
              <p:cNvSpPr txBox="1"/>
              <p:nvPr/>
            </p:nvSpPr>
            <p:spPr>
              <a:xfrm>
                <a:off x="3870250" y="2976320"/>
                <a:ext cx="1006792" cy="461665"/>
              </a:xfrm>
              <a:prstGeom prst="rect">
                <a:avLst/>
              </a:prstGeom>
              <a:noFill/>
            </p:spPr>
            <p:txBody>
              <a:bodyPr wrap="square">
                <a:spAutoFit/>
              </a:bodyPr>
              <a:lstStyle/>
              <a:p>
                <a:pPr/>
                <a14:m>
                  <m:oMathPara xmlns:m="http://schemas.openxmlformats.org/officeDocument/2006/math">
                    <m:oMath>
                      <m:sSub>
                        <m:sSubPr>
                          <m:ctrlPr>
                            <a:rPr lang="de-DE" sz="2400" b="0" i="0" smtClean="0">
                              <a:solidFill>
                                <a:schemeClr val="tx1"/>
                              </a:solidFill>
                              <a:latin typeface="Cambria Math" panose="02040503050406030204" pitchFamily="18" charset="0"/>
                            </a:rPr>
                          </m:ctrlPr>
                        </m:sSubPr>
                        <m:e>
                          <m:r>
                            <m:rPr>
                              <m:sty m:val="p"/>
                            </m:rPr>
                            <a:rPr lang="de-DE" sz="2400" b="0" i="0" smtClean="0">
                              <a:solidFill>
                                <a:schemeClr val="tx1"/>
                              </a:solidFill>
                              <a:latin typeface="Cambria Math" panose="02040503050406030204" pitchFamily="18" charset="0"/>
                            </a:rPr>
                            <m:t>m</m:t>
                          </m:r>
                        </m:e>
                        <m:sub>
                          <m:r>
                            <a:rPr lang="de-DE" sz="2400" b="0" i="1" smtClean="0">
                              <a:solidFill>
                                <a:schemeClr val="tx1"/>
                              </a:solidFill>
                              <a:latin typeface="Cambria Math" panose="02040503050406030204" pitchFamily="18" charset="0"/>
                            </a:rPr>
                            <m:t>4</m:t>
                          </m:r>
                        </m:sub>
                      </m:sSub>
                    </m:oMath>
                  </m:oMathPara>
                </a14:m>
                <a:endParaRPr lang="en-US" sz="2400" dirty="0">
                  <a:solidFill>
                    <a:schemeClr val="tx1"/>
                  </a:solidFill>
                </a:endParaRPr>
              </a:p>
            </p:txBody>
          </p:sp>
        </mc:Choice>
        <mc:Fallback xmlns="">
          <p:sp>
            <p:nvSpPr>
              <p:cNvPr id="3" name="TextBox 2">
                <a:extLst>
                  <a:ext uri="{FF2B5EF4-FFF2-40B4-BE49-F238E27FC236}">
                    <a16:creationId xmlns:a16="http://schemas.microsoft.com/office/drawing/2014/main" id="{CC0BDC80-018A-88FC-FABE-683995D4CE63}"/>
                  </a:ext>
                </a:extLst>
              </p:cNvPr>
              <p:cNvSpPr txBox="1">
                <a:spLocks noRot="1" noChangeAspect="1" noMove="1" noResize="1" noEditPoints="1" noAdjustHandles="1" noChangeArrowheads="1" noChangeShapeType="1" noTextEdit="1"/>
              </p:cNvSpPr>
              <p:nvPr/>
            </p:nvSpPr>
            <p:spPr>
              <a:xfrm>
                <a:off x="3870250" y="2976320"/>
                <a:ext cx="1006792" cy="461665"/>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813FDB0B-35DA-39B5-0515-4BC1D17E7DB7}"/>
                  </a:ext>
                </a:extLst>
              </p:cNvPr>
              <p:cNvSpPr txBox="1"/>
              <p:nvPr/>
            </p:nvSpPr>
            <p:spPr>
              <a:xfrm>
                <a:off x="1489055" y="1136200"/>
                <a:ext cx="1006792" cy="461665"/>
              </a:xfrm>
              <a:prstGeom prst="rect">
                <a:avLst/>
              </a:prstGeom>
              <a:noFill/>
            </p:spPr>
            <p:txBody>
              <a:bodyPr wrap="square">
                <a:spAutoFit/>
              </a:bodyPr>
              <a:lstStyle/>
              <a:p>
                <a:pPr/>
                <a14:m>
                  <m:oMathPara xmlns:m="http://schemas.openxmlformats.org/officeDocument/2006/math">
                    <m:oMath>
                      <m:sSub>
                        <m:sSubPr>
                          <m:ctrlPr>
                            <a:rPr lang="de-DE" sz="2400" b="0" i="0" smtClean="0">
                              <a:solidFill>
                                <a:schemeClr val="tx1"/>
                              </a:solidFill>
                              <a:latin typeface="Cambria Math" panose="02040503050406030204" pitchFamily="18" charset="0"/>
                            </a:rPr>
                          </m:ctrlPr>
                        </m:sSubPr>
                        <m:e>
                          <m:r>
                            <m:rPr>
                              <m:sty m:val="p"/>
                            </m:rPr>
                            <a:rPr lang="de-DE" sz="2400" b="0" i="0" smtClean="0">
                              <a:solidFill>
                                <a:schemeClr val="tx1"/>
                              </a:solidFill>
                              <a:latin typeface="Cambria Math" panose="02040503050406030204" pitchFamily="18" charset="0"/>
                            </a:rPr>
                            <m:t>m</m:t>
                          </m:r>
                        </m:e>
                        <m:sub>
                          <m:r>
                            <a:rPr lang="de-DE" sz="2400" b="0" i="1" smtClean="0">
                              <a:solidFill>
                                <a:schemeClr val="tx1"/>
                              </a:solidFill>
                              <a:latin typeface="Cambria Math" panose="02040503050406030204" pitchFamily="18" charset="0"/>
                            </a:rPr>
                            <m:t>2</m:t>
                          </m:r>
                        </m:sub>
                      </m:sSub>
                    </m:oMath>
                  </m:oMathPara>
                </a14:m>
                <a:endParaRPr lang="en-US" sz="2400" dirty="0">
                  <a:solidFill>
                    <a:schemeClr val="tx1"/>
                  </a:solidFill>
                </a:endParaRPr>
              </a:p>
            </p:txBody>
          </p:sp>
        </mc:Choice>
        <mc:Fallback xmlns="">
          <p:sp>
            <p:nvSpPr>
              <p:cNvPr id="10" name="TextBox 9">
                <a:extLst>
                  <a:ext uri="{FF2B5EF4-FFF2-40B4-BE49-F238E27FC236}">
                    <a16:creationId xmlns:a16="http://schemas.microsoft.com/office/drawing/2014/main" id="{813FDB0B-35DA-39B5-0515-4BC1D17E7DB7}"/>
                  </a:ext>
                </a:extLst>
              </p:cNvPr>
              <p:cNvSpPr txBox="1">
                <a:spLocks noRot="1" noChangeAspect="1" noMove="1" noResize="1" noEditPoints="1" noAdjustHandles="1" noChangeArrowheads="1" noChangeShapeType="1" noTextEdit="1"/>
              </p:cNvSpPr>
              <p:nvPr/>
            </p:nvSpPr>
            <p:spPr>
              <a:xfrm>
                <a:off x="1489055" y="1136200"/>
                <a:ext cx="1006792" cy="461665"/>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FA9EB86F-199D-E9F5-70DC-E089C778E434}"/>
                  </a:ext>
                </a:extLst>
              </p:cNvPr>
              <p:cNvSpPr txBox="1"/>
              <p:nvPr/>
            </p:nvSpPr>
            <p:spPr>
              <a:xfrm>
                <a:off x="1529837" y="2980084"/>
                <a:ext cx="1006792" cy="461665"/>
              </a:xfrm>
              <a:prstGeom prst="rect">
                <a:avLst/>
              </a:prstGeom>
              <a:noFill/>
            </p:spPr>
            <p:txBody>
              <a:bodyPr wrap="square">
                <a:spAutoFit/>
              </a:bodyPr>
              <a:lstStyle/>
              <a:p>
                <a:pPr/>
                <a14:m>
                  <m:oMathPara xmlns:m="http://schemas.openxmlformats.org/officeDocument/2006/math">
                    <m:oMath>
                      <m:sSub>
                        <m:sSubPr>
                          <m:ctrlPr>
                            <a:rPr lang="de-DE" sz="2400" b="0" i="0" smtClean="0">
                              <a:solidFill>
                                <a:schemeClr val="tx1"/>
                              </a:solidFill>
                              <a:latin typeface="Cambria Math" panose="02040503050406030204" pitchFamily="18" charset="0"/>
                            </a:rPr>
                          </m:ctrlPr>
                        </m:sSubPr>
                        <m:e>
                          <m:r>
                            <m:rPr>
                              <m:sty m:val="p"/>
                            </m:rPr>
                            <a:rPr lang="de-DE" sz="2400" b="0" i="0" smtClean="0">
                              <a:solidFill>
                                <a:schemeClr val="tx1"/>
                              </a:solidFill>
                              <a:latin typeface="Cambria Math" panose="02040503050406030204" pitchFamily="18" charset="0"/>
                            </a:rPr>
                            <m:t>m</m:t>
                          </m:r>
                        </m:e>
                        <m:sub>
                          <m:r>
                            <a:rPr lang="de-DE" sz="2400" b="0" i="1" smtClean="0">
                              <a:solidFill>
                                <a:schemeClr val="tx1"/>
                              </a:solidFill>
                              <a:latin typeface="Cambria Math" panose="02040503050406030204" pitchFamily="18" charset="0"/>
                            </a:rPr>
                            <m:t>3</m:t>
                          </m:r>
                        </m:sub>
                      </m:sSub>
                    </m:oMath>
                  </m:oMathPara>
                </a14:m>
                <a:endParaRPr lang="en-US" sz="2400" dirty="0">
                  <a:solidFill>
                    <a:schemeClr val="tx1"/>
                  </a:solidFill>
                </a:endParaRPr>
              </a:p>
            </p:txBody>
          </p:sp>
        </mc:Choice>
        <mc:Fallback xmlns="">
          <p:sp>
            <p:nvSpPr>
              <p:cNvPr id="13" name="TextBox 12">
                <a:extLst>
                  <a:ext uri="{FF2B5EF4-FFF2-40B4-BE49-F238E27FC236}">
                    <a16:creationId xmlns:a16="http://schemas.microsoft.com/office/drawing/2014/main" id="{FA9EB86F-199D-E9F5-70DC-E089C778E434}"/>
                  </a:ext>
                </a:extLst>
              </p:cNvPr>
              <p:cNvSpPr txBox="1">
                <a:spLocks noRot="1" noChangeAspect="1" noMove="1" noResize="1" noEditPoints="1" noAdjustHandles="1" noChangeArrowheads="1" noChangeShapeType="1" noTextEdit="1"/>
              </p:cNvSpPr>
              <p:nvPr/>
            </p:nvSpPr>
            <p:spPr>
              <a:xfrm>
                <a:off x="1529837" y="2980084"/>
                <a:ext cx="1006792" cy="461665"/>
              </a:xfrm>
              <a:prstGeom prst="rect">
                <a:avLst/>
              </a:prstGeom>
              <a:blipFill>
                <a:blip r:embed="rId7"/>
                <a:stretch>
                  <a:fillRect/>
                </a:stretch>
              </a:blipFill>
            </p:spPr>
            <p:txBody>
              <a:bodyPr/>
              <a:lstStyle/>
              <a:p>
                <a:r>
                  <a:rPr lang="en-US">
                    <a:noFill/>
                  </a:rPr>
                  <a:t> </a:t>
                </a:r>
              </a:p>
            </p:txBody>
          </p:sp>
        </mc:Fallback>
      </mc:AlternateContent>
      <p:sp>
        <p:nvSpPr>
          <p:cNvPr id="16" name="Oval 15">
            <a:extLst>
              <a:ext uri="{FF2B5EF4-FFF2-40B4-BE49-F238E27FC236}">
                <a16:creationId xmlns:a16="http://schemas.microsoft.com/office/drawing/2014/main" id="{F1006F1C-FB1D-A4F1-BC72-E4EA667B64AF}"/>
              </a:ext>
            </a:extLst>
          </p:cNvPr>
          <p:cNvSpPr>
            <a:spLocks noChangeAspect="1"/>
          </p:cNvSpPr>
          <p:nvPr/>
        </p:nvSpPr>
        <p:spPr>
          <a:xfrm>
            <a:off x="1129916" y="2154594"/>
            <a:ext cx="482803" cy="48280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Arrow Connector 19">
            <a:extLst>
              <a:ext uri="{FF2B5EF4-FFF2-40B4-BE49-F238E27FC236}">
                <a16:creationId xmlns:a16="http://schemas.microsoft.com/office/drawing/2014/main" id="{16F2692B-6FF3-967D-ED93-AE4B5FF8863D}"/>
              </a:ext>
            </a:extLst>
          </p:cNvPr>
          <p:cNvCxnSpPr>
            <a:cxnSpLocks/>
            <a:stCxn id="16" idx="7"/>
            <a:endCxn id="17" idx="2"/>
          </p:cNvCxnSpPr>
          <p:nvPr/>
        </p:nvCxnSpPr>
        <p:spPr>
          <a:xfrm flipV="1">
            <a:off x="1542014" y="1303734"/>
            <a:ext cx="1409396" cy="921565"/>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7AD64C57-B43D-2A3E-850F-2D1E3E8825AE}"/>
                  </a:ext>
                </a:extLst>
              </p:cNvPr>
              <p:cNvSpPr txBox="1"/>
              <p:nvPr/>
            </p:nvSpPr>
            <p:spPr>
              <a:xfrm>
                <a:off x="389683" y="1923761"/>
                <a:ext cx="642780" cy="461665"/>
              </a:xfrm>
              <a:prstGeom prst="rect">
                <a:avLst/>
              </a:prstGeom>
              <a:noFill/>
            </p:spPr>
            <p:txBody>
              <a:bodyPr wrap="square">
                <a:spAutoFit/>
              </a:bodyPr>
              <a:lstStyle/>
              <a:p>
                <a:pPr/>
                <a14:m>
                  <m:oMathPara xmlns:m="http://schemas.openxmlformats.org/officeDocument/2006/math">
                    <m:oMath>
                      <m:sSub>
                        <m:sSubPr>
                          <m:ctrlPr>
                            <a:rPr lang="de-DE" sz="2400" b="0" i="0" smtClean="0">
                              <a:solidFill>
                                <a:schemeClr val="tx1"/>
                              </a:solidFill>
                              <a:latin typeface="Cambria Math" panose="02040503050406030204" pitchFamily="18" charset="0"/>
                            </a:rPr>
                          </m:ctrlPr>
                        </m:sSubPr>
                        <m:e>
                          <m:r>
                            <m:rPr>
                              <m:sty m:val="p"/>
                            </m:rPr>
                            <a:rPr lang="de-DE" sz="2400" b="0" i="0" smtClean="0">
                              <a:solidFill>
                                <a:schemeClr val="tx1"/>
                              </a:solidFill>
                              <a:latin typeface="Cambria Math" panose="02040503050406030204" pitchFamily="18" charset="0"/>
                            </a:rPr>
                            <m:t>m</m:t>
                          </m:r>
                        </m:e>
                        <m:sub>
                          <m:r>
                            <a:rPr lang="de-DE" sz="2400" b="0" i="1" smtClean="0">
                              <a:solidFill>
                                <a:schemeClr val="tx1"/>
                              </a:solidFill>
                              <a:latin typeface="Cambria Math" panose="02040503050406030204" pitchFamily="18" charset="0"/>
                            </a:rPr>
                            <m:t>1</m:t>
                          </m:r>
                        </m:sub>
                      </m:sSub>
                    </m:oMath>
                  </m:oMathPara>
                </a14:m>
                <a:endParaRPr lang="en-US" sz="2400" dirty="0">
                  <a:solidFill>
                    <a:schemeClr val="tx1"/>
                  </a:solidFill>
                </a:endParaRPr>
              </a:p>
            </p:txBody>
          </p:sp>
        </mc:Choice>
        <mc:Fallback xmlns="">
          <p:sp>
            <p:nvSpPr>
              <p:cNvPr id="30" name="TextBox 29">
                <a:extLst>
                  <a:ext uri="{FF2B5EF4-FFF2-40B4-BE49-F238E27FC236}">
                    <a16:creationId xmlns:a16="http://schemas.microsoft.com/office/drawing/2014/main" id="{7AD64C57-B43D-2A3E-850F-2D1E3E8825AE}"/>
                  </a:ext>
                </a:extLst>
              </p:cNvPr>
              <p:cNvSpPr txBox="1">
                <a:spLocks noRot="1" noChangeAspect="1" noMove="1" noResize="1" noEditPoints="1" noAdjustHandles="1" noChangeArrowheads="1" noChangeShapeType="1" noTextEdit="1"/>
              </p:cNvSpPr>
              <p:nvPr/>
            </p:nvSpPr>
            <p:spPr>
              <a:xfrm>
                <a:off x="389683" y="1923761"/>
                <a:ext cx="642780" cy="461665"/>
              </a:xfrm>
              <a:prstGeom prst="rect">
                <a:avLst/>
              </a:prstGeom>
              <a:blipFill>
                <a:blip r:embed="rId8"/>
                <a:stretch>
                  <a:fillRect/>
                </a:stretch>
              </a:blipFill>
            </p:spPr>
            <p:txBody>
              <a:bodyPr/>
              <a:lstStyle/>
              <a:p>
                <a:r>
                  <a:rPr lang="en-US">
                    <a:noFill/>
                  </a:rPr>
                  <a:t> </a:t>
                </a:r>
              </a:p>
            </p:txBody>
          </p:sp>
        </mc:Fallback>
      </mc:AlternateContent>
      <p:cxnSp>
        <p:nvCxnSpPr>
          <p:cNvPr id="34" name="Straight Arrow Connector 33">
            <a:extLst>
              <a:ext uri="{FF2B5EF4-FFF2-40B4-BE49-F238E27FC236}">
                <a16:creationId xmlns:a16="http://schemas.microsoft.com/office/drawing/2014/main" id="{4A6B6450-822F-88D9-FB36-B0CB86018DEA}"/>
              </a:ext>
            </a:extLst>
          </p:cNvPr>
          <p:cNvCxnSpPr>
            <a:cxnSpLocks/>
          </p:cNvCxnSpPr>
          <p:nvPr/>
        </p:nvCxnSpPr>
        <p:spPr>
          <a:xfrm>
            <a:off x="454933" y="2385426"/>
            <a:ext cx="665312" cy="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38" name="Straight Arrow Connector 37">
            <a:extLst>
              <a:ext uri="{FF2B5EF4-FFF2-40B4-BE49-F238E27FC236}">
                <a16:creationId xmlns:a16="http://schemas.microsoft.com/office/drawing/2014/main" id="{9F7F17CD-2C61-9331-22E5-6058BFD438C8}"/>
              </a:ext>
            </a:extLst>
          </p:cNvPr>
          <p:cNvCxnSpPr>
            <a:cxnSpLocks/>
            <a:stCxn id="16" idx="5"/>
            <a:endCxn id="18" idx="2"/>
          </p:cNvCxnSpPr>
          <p:nvPr/>
        </p:nvCxnSpPr>
        <p:spPr>
          <a:xfrm>
            <a:off x="1542014" y="2566692"/>
            <a:ext cx="1420826" cy="939634"/>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sp>
        <p:nvSpPr>
          <p:cNvPr id="50" name="Oval 49">
            <a:extLst>
              <a:ext uri="{FF2B5EF4-FFF2-40B4-BE49-F238E27FC236}">
                <a16:creationId xmlns:a16="http://schemas.microsoft.com/office/drawing/2014/main" id="{B03CDD10-BACF-E8C5-C940-9A92B3F7AB9A}"/>
              </a:ext>
            </a:extLst>
          </p:cNvPr>
          <p:cNvSpPr>
            <a:spLocks noChangeAspect="1"/>
          </p:cNvSpPr>
          <p:nvPr/>
        </p:nvSpPr>
        <p:spPr>
          <a:xfrm>
            <a:off x="4583692" y="2154594"/>
            <a:ext cx="482803" cy="48280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1" name="Straight Arrow Connector 50">
            <a:extLst>
              <a:ext uri="{FF2B5EF4-FFF2-40B4-BE49-F238E27FC236}">
                <a16:creationId xmlns:a16="http://schemas.microsoft.com/office/drawing/2014/main" id="{B80D20D8-B760-950B-5692-40739F076A72}"/>
              </a:ext>
            </a:extLst>
          </p:cNvPr>
          <p:cNvCxnSpPr>
            <a:cxnSpLocks/>
          </p:cNvCxnSpPr>
          <p:nvPr/>
        </p:nvCxnSpPr>
        <p:spPr>
          <a:xfrm>
            <a:off x="5066495" y="2395995"/>
            <a:ext cx="665312" cy="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C1E7E8E3-6E46-44BC-E4E7-A321251D7CA6}"/>
                  </a:ext>
                </a:extLst>
              </p:cNvPr>
              <p:cNvSpPr txBox="1"/>
              <p:nvPr/>
            </p:nvSpPr>
            <p:spPr>
              <a:xfrm>
                <a:off x="4893405" y="1763634"/>
                <a:ext cx="1006792" cy="461665"/>
              </a:xfrm>
              <a:prstGeom prst="rect">
                <a:avLst/>
              </a:prstGeom>
              <a:noFill/>
            </p:spPr>
            <p:txBody>
              <a:bodyPr wrap="square">
                <a:spAutoFit/>
              </a:bodyPr>
              <a:lstStyle/>
              <a:p>
                <a:pPr/>
                <a14:m>
                  <m:oMathPara xmlns:m="http://schemas.openxmlformats.org/officeDocument/2006/math">
                    <m:oMath>
                      <m:sSub>
                        <m:sSubPr>
                          <m:ctrlPr>
                            <a:rPr lang="de-DE" sz="2400" b="0" i="1" smtClean="0">
                              <a:latin typeface="Cambria Math" panose="02040503050406030204" pitchFamily="18" charset="0"/>
                            </a:rPr>
                          </m:ctrlPr>
                        </m:sSubPr>
                        <m:e>
                          <m:r>
                            <m:rPr>
                              <m:sty m:val="p"/>
                            </m:rPr>
                            <a:rPr lang="de-DE" sz="2400" b="0" i="1" smtClean="0">
                              <a:latin typeface="Cambria Math" panose="02040503050406030204" pitchFamily="18" charset="0"/>
                            </a:rPr>
                            <m:t>m</m:t>
                          </m:r>
                        </m:e>
                        <m:sub>
                          <m:r>
                            <a:rPr lang="de-DE" sz="2400" b="0" i="1" smtClean="0">
                              <a:latin typeface="Cambria Math" panose="02040503050406030204" pitchFamily="18" charset="0"/>
                            </a:rPr>
                            <m:t>5</m:t>
                          </m:r>
                        </m:sub>
                      </m:sSub>
                    </m:oMath>
                  </m:oMathPara>
                </a14:m>
                <a:endParaRPr lang="en-US" sz="2400" dirty="0"/>
              </a:p>
            </p:txBody>
          </p:sp>
        </mc:Choice>
        <mc:Fallback xmlns="">
          <p:sp>
            <p:nvSpPr>
              <p:cNvPr id="53" name="TextBox 52">
                <a:extLst>
                  <a:ext uri="{FF2B5EF4-FFF2-40B4-BE49-F238E27FC236}">
                    <a16:creationId xmlns:a16="http://schemas.microsoft.com/office/drawing/2014/main" id="{C1E7E8E3-6E46-44BC-E4E7-A321251D7CA6}"/>
                  </a:ext>
                </a:extLst>
              </p:cNvPr>
              <p:cNvSpPr txBox="1">
                <a:spLocks noRot="1" noChangeAspect="1" noMove="1" noResize="1" noEditPoints="1" noAdjustHandles="1" noChangeArrowheads="1" noChangeShapeType="1" noTextEdit="1"/>
              </p:cNvSpPr>
              <p:nvPr/>
            </p:nvSpPr>
            <p:spPr>
              <a:xfrm>
                <a:off x="4893405" y="1763634"/>
                <a:ext cx="1006792" cy="461665"/>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0" name="TextBox 69">
                <a:extLst>
                  <a:ext uri="{FF2B5EF4-FFF2-40B4-BE49-F238E27FC236}">
                    <a16:creationId xmlns:a16="http://schemas.microsoft.com/office/drawing/2014/main" id="{3ADA4AAC-888E-4219-07C1-3F968822ABFA}"/>
                  </a:ext>
                </a:extLst>
              </p:cNvPr>
              <p:cNvSpPr txBox="1"/>
              <p:nvPr/>
            </p:nvSpPr>
            <p:spPr>
              <a:xfrm>
                <a:off x="4573744" y="2130394"/>
                <a:ext cx="527465" cy="461665"/>
              </a:xfrm>
              <a:prstGeom prst="rect">
                <a:avLst/>
              </a:prstGeom>
              <a:noFill/>
            </p:spPr>
            <p:txBody>
              <a:bodyPr wrap="square">
                <a:spAutoFit/>
              </a:bodyPr>
              <a:lstStyle/>
              <a:p>
                <a:pPr/>
                <a14:m>
                  <m:oMathPara xmlns:m="http://schemas.openxmlformats.org/officeDocument/2006/math">
                    <m:oMath>
                      <m:sSub>
                        <m:sSubPr>
                          <m:ctrlPr>
                            <a:rPr lang="de-DE" sz="2400" b="0" i="1" smtClean="0">
                              <a:solidFill>
                                <a:schemeClr val="bg1"/>
                              </a:solidFill>
                              <a:latin typeface="Cambria Math" panose="02040503050406030204" pitchFamily="18" charset="0"/>
                            </a:rPr>
                          </m:ctrlPr>
                        </m:sSubPr>
                        <m:e>
                          <m:r>
                            <m:rPr>
                              <m:sty m:val="p"/>
                            </m:rPr>
                            <a:rPr lang="de-DE" sz="2400" b="0" i="1" smtClean="0">
                              <a:solidFill>
                                <a:schemeClr val="bg1"/>
                              </a:solidFill>
                              <a:latin typeface="Cambria Math" panose="02040503050406030204" pitchFamily="18" charset="0"/>
                            </a:rPr>
                            <m:t>r</m:t>
                          </m:r>
                        </m:e>
                        <m:sub>
                          <m:r>
                            <a:rPr lang="de-DE" sz="2400" b="0" i="1" smtClean="0">
                              <a:solidFill>
                                <a:schemeClr val="bg1"/>
                              </a:solidFill>
                              <a:latin typeface="Cambria Math" panose="02040503050406030204" pitchFamily="18" charset="0"/>
                            </a:rPr>
                            <m:t>4</m:t>
                          </m:r>
                        </m:sub>
                      </m:sSub>
                    </m:oMath>
                  </m:oMathPara>
                </a14:m>
                <a:endParaRPr lang="en-US" sz="2400" dirty="0">
                  <a:solidFill>
                    <a:schemeClr val="bg1"/>
                  </a:solidFill>
                </a:endParaRPr>
              </a:p>
            </p:txBody>
          </p:sp>
        </mc:Choice>
        <mc:Fallback xmlns="">
          <p:sp>
            <p:nvSpPr>
              <p:cNvPr id="70" name="TextBox 69">
                <a:extLst>
                  <a:ext uri="{FF2B5EF4-FFF2-40B4-BE49-F238E27FC236}">
                    <a16:creationId xmlns:a16="http://schemas.microsoft.com/office/drawing/2014/main" id="{3ADA4AAC-888E-4219-07C1-3F968822ABFA}"/>
                  </a:ext>
                </a:extLst>
              </p:cNvPr>
              <p:cNvSpPr txBox="1">
                <a:spLocks noRot="1" noChangeAspect="1" noMove="1" noResize="1" noEditPoints="1" noAdjustHandles="1" noChangeArrowheads="1" noChangeShapeType="1" noTextEdit="1"/>
              </p:cNvSpPr>
              <p:nvPr/>
            </p:nvSpPr>
            <p:spPr>
              <a:xfrm>
                <a:off x="4573744" y="2130394"/>
                <a:ext cx="527465" cy="461665"/>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2" name="TextBox 71">
                <a:extLst>
                  <a:ext uri="{FF2B5EF4-FFF2-40B4-BE49-F238E27FC236}">
                    <a16:creationId xmlns:a16="http://schemas.microsoft.com/office/drawing/2014/main" id="{A6671DEB-2884-0BC7-BC6F-F0794C1DD9ED}"/>
                  </a:ext>
                </a:extLst>
              </p:cNvPr>
              <p:cNvSpPr txBox="1"/>
              <p:nvPr/>
            </p:nvSpPr>
            <p:spPr>
              <a:xfrm>
                <a:off x="2875193" y="1023927"/>
                <a:ext cx="656402" cy="461665"/>
              </a:xfrm>
              <a:prstGeom prst="rect">
                <a:avLst/>
              </a:prstGeom>
              <a:noFill/>
            </p:spPr>
            <p:txBody>
              <a:bodyPr wrap="square">
                <a:spAutoFit/>
              </a:bodyPr>
              <a:lstStyle/>
              <a:p>
                <a:pPr/>
                <a14:m>
                  <m:oMathPara xmlns:m="http://schemas.openxmlformats.org/officeDocument/2006/math">
                    <m:oMath>
                      <m:sSub>
                        <m:sSubPr>
                          <m:ctrlPr>
                            <a:rPr lang="de-DE" sz="2400" b="0" i="1" smtClean="0">
                              <a:solidFill>
                                <a:schemeClr val="bg1"/>
                              </a:solidFill>
                              <a:latin typeface="Cambria Math" panose="02040503050406030204" pitchFamily="18" charset="0"/>
                            </a:rPr>
                          </m:ctrlPr>
                        </m:sSubPr>
                        <m:e>
                          <m:r>
                            <m:rPr>
                              <m:sty m:val="p"/>
                            </m:rPr>
                            <a:rPr lang="de-DE" sz="2400" b="0" i="1" smtClean="0">
                              <a:solidFill>
                                <a:schemeClr val="bg1"/>
                              </a:solidFill>
                              <a:latin typeface="Cambria Math" panose="02040503050406030204" pitchFamily="18" charset="0"/>
                            </a:rPr>
                            <m:t>r</m:t>
                          </m:r>
                        </m:e>
                        <m:sub>
                          <m:r>
                            <a:rPr lang="de-DE" sz="2400" b="0" i="1" smtClean="0">
                              <a:solidFill>
                                <a:schemeClr val="bg1"/>
                              </a:solidFill>
                              <a:latin typeface="Cambria Math" panose="02040503050406030204" pitchFamily="18" charset="0"/>
                            </a:rPr>
                            <m:t>2</m:t>
                          </m:r>
                        </m:sub>
                      </m:sSub>
                    </m:oMath>
                  </m:oMathPara>
                </a14:m>
                <a:endParaRPr lang="en-US" sz="2400" dirty="0">
                  <a:solidFill>
                    <a:schemeClr val="bg1"/>
                  </a:solidFill>
                </a:endParaRPr>
              </a:p>
            </p:txBody>
          </p:sp>
        </mc:Choice>
        <mc:Fallback xmlns="">
          <p:sp>
            <p:nvSpPr>
              <p:cNvPr id="72" name="TextBox 71">
                <a:extLst>
                  <a:ext uri="{FF2B5EF4-FFF2-40B4-BE49-F238E27FC236}">
                    <a16:creationId xmlns:a16="http://schemas.microsoft.com/office/drawing/2014/main" id="{A6671DEB-2884-0BC7-BC6F-F0794C1DD9ED}"/>
                  </a:ext>
                </a:extLst>
              </p:cNvPr>
              <p:cNvSpPr txBox="1">
                <a:spLocks noRot="1" noChangeAspect="1" noMove="1" noResize="1" noEditPoints="1" noAdjustHandles="1" noChangeArrowheads="1" noChangeShapeType="1" noTextEdit="1"/>
              </p:cNvSpPr>
              <p:nvPr/>
            </p:nvSpPr>
            <p:spPr>
              <a:xfrm>
                <a:off x="2875193" y="1023927"/>
                <a:ext cx="656402" cy="461665"/>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4" name="TextBox 73">
                <a:extLst>
                  <a:ext uri="{FF2B5EF4-FFF2-40B4-BE49-F238E27FC236}">
                    <a16:creationId xmlns:a16="http://schemas.microsoft.com/office/drawing/2014/main" id="{450CA0DC-1D41-AD46-8AAD-53296F335789}"/>
                  </a:ext>
                </a:extLst>
              </p:cNvPr>
              <p:cNvSpPr txBox="1"/>
              <p:nvPr/>
            </p:nvSpPr>
            <p:spPr>
              <a:xfrm>
                <a:off x="2961744" y="3239613"/>
                <a:ext cx="495606" cy="461665"/>
              </a:xfrm>
              <a:prstGeom prst="rect">
                <a:avLst/>
              </a:prstGeom>
              <a:noFill/>
            </p:spPr>
            <p:txBody>
              <a:bodyPr wrap="square">
                <a:spAutoFit/>
              </a:bodyPr>
              <a:lstStyle/>
              <a:p>
                <a:pPr/>
                <a14:m>
                  <m:oMathPara xmlns:m="http://schemas.openxmlformats.org/officeDocument/2006/math">
                    <m:oMath>
                      <m:sSub>
                        <m:sSubPr>
                          <m:ctrlPr>
                            <a:rPr lang="de-DE" sz="2400" b="0" i="1" smtClean="0">
                              <a:solidFill>
                                <a:schemeClr val="bg1"/>
                              </a:solidFill>
                              <a:latin typeface="Cambria Math" panose="02040503050406030204" pitchFamily="18" charset="0"/>
                            </a:rPr>
                          </m:ctrlPr>
                        </m:sSubPr>
                        <m:e>
                          <m:r>
                            <m:rPr>
                              <m:sty m:val="p"/>
                            </m:rPr>
                            <a:rPr lang="de-DE" sz="2400" b="0" i="1" smtClean="0">
                              <a:solidFill>
                                <a:schemeClr val="bg1"/>
                              </a:solidFill>
                              <a:latin typeface="Cambria Math" panose="02040503050406030204" pitchFamily="18" charset="0"/>
                            </a:rPr>
                            <m:t>r</m:t>
                          </m:r>
                        </m:e>
                        <m:sub>
                          <m:r>
                            <a:rPr lang="de-DE" sz="2400" b="0" i="1" smtClean="0">
                              <a:solidFill>
                                <a:schemeClr val="bg1"/>
                              </a:solidFill>
                              <a:latin typeface="Cambria Math" panose="02040503050406030204" pitchFamily="18" charset="0"/>
                            </a:rPr>
                            <m:t>3</m:t>
                          </m:r>
                        </m:sub>
                      </m:sSub>
                    </m:oMath>
                  </m:oMathPara>
                </a14:m>
                <a:endParaRPr lang="en-US" sz="2400" dirty="0">
                  <a:solidFill>
                    <a:schemeClr val="bg1"/>
                  </a:solidFill>
                </a:endParaRPr>
              </a:p>
            </p:txBody>
          </p:sp>
        </mc:Choice>
        <mc:Fallback xmlns="">
          <p:sp>
            <p:nvSpPr>
              <p:cNvPr id="74" name="TextBox 73">
                <a:extLst>
                  <a:ext uri="{FF2B5EF4-FFF2-40B4-BE49-F238E27FC236}">
                    <a16:creationId xmlns:a16="http://schemas.microsoft.com/office/drawing/2014/main" id="{450CA0DC-1D41-AD46-8AAD-53296F335789}"/>
                  </a:ext>
                </a:extLst>
              </p:cNvPr>
              <p:cNvSpPr txBox="1">
                <a:spLocks noRot="1" noChangeAspect="1" noMove="1" noResize="1" noEditPoints="1" noAdjustHandles="1" noChangeArrowheads="1" noChangeShapeType="1" noTextEdit="1"/>
              </p:cNvSpPr>
              <p:nvPr/>
            </p:nvSpPr>
            <p:spPr>
              <a:xfrm>
                <a:off x="2961744" y="3239613"/>
                <a:ext cx="495606" cy="461665"/>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7" name="TextBox 76">
                <a:extLst>
                  <a:ext uri="{FF2B5EF4-FFF2-40B4-BE49-F238E27FC236}">
                    <a16:creationId xmlns:a16="http://schemas.microsoft.com/office/drawing/2014/main" id="{FECECDA6-9B48-3D74-AC57-EBB2FC14294B}"/>
                  </a:ext>
                </a:extLst>
              </p:cNvPr>
              <p:cNvSpPr txBox="1"/>
              <p:nvPr/>
            </p:nvSpPr>
            <p:spPr>
              <a:xfrm>
                <a:off x="1130184" y="2128684"/>
                <a:ext cx="527465" cy="461665"/>
              </a:xfrm>
              <a:prstGeom prst="rect">
                <a:avLst/>
              </a:prstGeom>
              <a:noFill/>
            </p:spPr>
            <p:txBody>
              <a:bodyPr wrap="square">
                <a:spAutoFit/>
              </a:bodyPr>
              <a:lstStyle/>
              <a:p>
                <a:pPr/>
                <a14:m>
                  <m:oMathPara xmlns:m="http://schemas.openxmlformats.org/officeDocument/2006/math">
                    <m:oMath>
                      <m:sSub>
                        <m:sSubPr>
                          <m:ctrlPr>
                            <a:rPr lang="de-DE" sz="2400" b="0" i="1" smtClean="0">
                              <a:solidFill>
                                <a:schemeClr val="bg1"/>
                              </a:solidFill>
                              <a:latin typeface="Cambria Math" panose="02040503050406030204" pitchFamily="18" charset="0"/>
                            </a:rPr>
                          </m:ctrlPr>
                        </m:sSubPr>
                        <m:e>
                          <m:r>
                            <m:rPr>
                              <m:sty m:val="p"/>
                            </m:rPr>
                            <a:rPr lang="de-DE" sz="2400" b="0" i="1" smtClean="0">
                              <a:solidFill>
                                <a:schemeClr val="bg1"/>
                              </a:solidFill>
                              <a:latin typeface="Cambria Math" panose="02040503050406030204" pitchFamily="18" charset="0"/>
                            </a:rPr>
                            <m:t>r</m:t>
                          </m:r>
                        </m:e>
                        <m:sub>
                          <m:r>
                            <a:rPr lang="de-DE" sz="2400" b="0" i="1" smtClean="0">
                              <a:solidFill>
                                <a:schemeClr val="bg1"/>
                              </a:solidFill>
                              <a:latin typeface="Cambria Math" panose="02040503050406030204" pitchFamily="18" charset="0"/>
                            </a:rPr>
                            <m:t>1</m:t>
                          </m:r>
                        </m:sub>
                      </m:sSub>
                    </m:oMath>
                  </m:oMathPara>
                </a14:m>
                <a:endParaRPr lang="en-US" sz="2400" dirty="0">
                  <a:solidFill>
                    <a:schemeClr val="bg1"/>
                  </a:solidFill>
                </a:endParaRPr>
              </a:p>
            </p:txBody>
          </p:sp>
        </mc:Choice>
        <mc:Fallback xmlns="">
          <p:sp>
            <p:nvSpPr>
              <p:cNvPr id="77" name="TextBox 76">
                <a:extLst>
                  <a:ext uri="{FF2B5EF4-FFF2-40B4-BE49-F238E27FC236}">
                    <a16:creationId xmlns:a16="http://schemas.microsoft.com/office/drawing/2014/main" id="{FECECDA6-9B48-3D74-AC57-EBB2FC14294B}"/>
                  </a:ext>
                </a:extLst>
              </p:cNvPr>
              <p:cNvSpPr txBox="1">
                <a:spLocks noRot="1" noChangeAspect="1" noMove="1" noResize="1" noEditPoints="1" noAdjustHandles="1" noChangeArrowheads="1" noChangeShapeType="1" noTextEdit="1"/>
              </p:cNvSpPr>
              <p:nvPr/>
            </p:nvSpPr>
            <p:spPr>
              <a:xfrm>
                <a:off x="1130184" y="2128684"/>
                <a:ext cx="527465" cy="461665"/>
              </a:xfrm>
              <a:prstGeom prst="rect">
                <a:avLst/>
              </a:prstGeom>
              <a:blipFill>
                <a:blip r:embed="rId13"/>
                <a:stretch>
                  <a:fillRect/>
                </a:stretch>
              </a:blipFill>
            </p:spPr>
            <p:txBody>
              <a:bodyPr/>
              <a:lstStyle/>
              <a:p>
                <a:r>
                  <a:rPr lang="en-US">
                    <a:noFill/>
                  </a:rPr>
                  <a:t> </a:t>
                </a:r>
              </a:p>
            </p:txBody>
          </p:sp>
        </mc:Fallback>
      </mc:AlternateContent>
      <p:pic>
        <p:nvPicPr>
          <p:cNvPr id="26" name="Picture 25">
            <a:extLst>
              <a:ext uri="{FF2B5EF4-FFF2-40B4-BE49-F238E27FC236}">
                <a16:creationId xmlns:a16="http://schemas.microsoft.com/office/drawing/2014/main" id="{E9094ED9-2B84-E5CE-B871-C8F39ACBA1AF}"/>
              </a:ext>
            </a:extLst>
          </p:cNvPr>
          <p:cNvPicPr>
            <a:picLocks noChangeAspect="1"/>
          </p:cNvPicPr>
          <p:nvPr/>
        </p:nvPicPr>
        <p:blipFill>
          <a:blip r:embed="rId14"/>
          <a:stretch>
            <a:fillRect/>
          </a:stretch>
        </p:blipFill>
        <p:spPr>
          <a:xfrm>
            <a:off x="2277306" y="4275050"/>
            <a:ext cx="9726813" cy="2423479"/>
          </a:xfrm>
          <a:prstGeom prst="rect">
            <a:avLst/>
          </a:prstGeom>
        </p:spPr>
      </p:pic>
      <mc:AlternateContent xmlns:mc="http://schemas.openxmlformats.org/markup-compatibility/2006" xmlns:a14="http://schemas.microsoft.com/office/drawing/2010/main">
        <mc:Choice Requires="a14">
          <p:sp>
            <p:nvSpPr>
              <p:cNvPr id="6" name="Title 1">
                <a:extLst>
                  <a:ext uri="{FF2B5EF4-FFF2-40B4-BE49-F238E27FC236}">
                    <a16:creationId xmlns:a16="http://schemas.microsoft.com/office/drawing/2014/main" id="{FA6D6D4E-B218-F205-2A1F-A7E77D9351D4}"/>
                  </a:ext>
                </a:extLst>
              </p:cNvPr>
              <p:cNvSpPr>
                <a:spLocks noGrp="1"/>
              </p:cNvSpPr>
              <p:nvPr>
                <p:ph type="title"/>
              </p:nvPr>
            </p:nvSpPr>
            <p:spPr>
              <a:xfrm>
                <a:off x="265564" y="159471"/>
                <a:ext cx="5628339" cy="720725"/>
              </a:xfrm>
            </p:spPr>
            <p:txBody>
              <a:bodyPr>
                <a:noAutofit/>
              </a:bodyPr>
              <a:lstStyle/>
              <a:p>
                <a:r>
                  <a:rPr lang="de-DE" sz="2400" dirty="0"/>
                  <a:t>Step 1: Find </a:t>
                </a:r>
                <a:r>
                  <a:rPr lang="de-DE" sz="2400" dirty="0" err="1"/>
                  <a:t>the</a:t>
                </a:r>
                <a:r>
                  <a:rPr lang="de-DE" sz="2400" dirty="0"/>
                  <a:t> m4-like </a:t>
                </a:r>
                <a:r>
                  <a:rPr lang="de-DE" sz="2400" dirty="0" err="1"/>
                  <a:t>metabolites</a:t>
                </a:r>
                <a:r>
                  <a:rPr lang="de-DE" sz="2400" dirty="0"/>
                  <a:t> and </a:t>
                </a:r>
                <a:r>
                  <a:rPr lang="de-DE" sz="2400" dirty="0" err="1"/>
                  <a:t>the</a:t>
                </a:r>
                <a:r>
                  <a:rPr lang="de-DE" sz="2400" dirty="0"/>
                  <a:t> </a:t>
                </a:r>
                <a:r>
                  <a:rPr lang="de-DE" sz="2400" dirty="0" err="1"/>
                  <a:t>reactions</a:t>
                </a:r>
                <a:r>
                  <a:rPr lang="de-DE" sz="2400" dirty="0"/>
                  <a:t> </a:t>
                </a:r>
                <a14:m>
                  <m:oMath xmlns:m="http://schemas.openxmlformats.org/officeDocument/2006/math">
                    <m:sSub>
                      <m:sSubPr>
                        <m:ctrlPr>
                          <a:rPr lang="en-GB" sz="2400" i="1" dirty="0">
                            <a:latin typeface="Cambria Math" panose="02040503050406030204" pitchFamily="18" charset="0"/>
                          </a:rPr>
                        </m:ctrlPr>
                      </m:sSubPr>
                      <m:e>
                        <m:r>
                          <m:rPr>
                            <m:sty m:val="p"/>
                          </m:rPr>
                          <a:rPr lang="en-GB" sz="2400" i="1" dirty="0">
                            <a:latin typeface="Cambria Math" panose="02040503050406030204" pitchFamily="18" charset="0"/>
                          </a:rPr>
                          <m:t>r</m:t>
                        </m:r>
                      </m:e>
                      <m:sub>
                        <m:r>
                          <a:rPr lang="en-GB" sz="2400" i="1" dirty="0">
                            <a:latin typeface="Cambria Math" panose="02040503050406030204" pitchFamily="18" charset="0"/>
                          </a:rPr>
                          <m:t>2</m:t>
                        </m:r>
                      </m:sub>
                    </m:sSub>
                  </m:oMath>
                </a14:m>
                <a:r>
                  <a:rPr lang="en-US" sz="2400" dirty="0"/>
                  <a:t>’s and </a:t>
                </a:r>
                <a14:m>
                  <m:oMath xmlns:m="http://schemas.openxmlformats.org/officeDocument/2006/math">
                    <m:sSub>
                      <m:sSubPr>
                        <m:ctrlPr>
                          <a:rPr lang="en-GB" sz="2400" i="1" dirty="0">
                            <a:latin typeface="Cambria Math" panose="02040503050406030204" pitchFamily="18" charset="0"/>
                          </a:rPr>
                        </m:ctrlPr>
                      </m:sSubPr>
                      <m:e>
                        <m:r>
                          <m:rPr>
                            <m:sty m:val="p"/>
                          </m:rPr>
                          <a:rPr lang="en-GB" sz="2400" i="1" dirty="0">
                            <a:latin typeface="Cambria Math" panose="02040503050406030204" pitchFamily="18" charset="0"/>
                          </a:rPr>
                          <m:t>r</m:t>
                        </m:r>
                      </m:e>
                      <m:sub>
                        <m:r>
                          <a:rPr lang="en-GB" sz="2400" i="1" dirty="0">
                            <a:latin typeface="Cambria Math" panose="02040503050406030204" pitchFamily="18" charset="0"/>
                          </a:rPr>
                          <m:t>3</m:t>
                        </m:r>
                      </m:sub>
                    </m:sSub>
                  </m:oMath>
                </a14:m>
                <a:r>
                  <a:rPr lang="en-US" sz="2400" dirty="0"/>
                  <a:t>’s</a:t>
                </a:r>
              </a:p>
            </p:txBody>
          </p:sp>
        </mc:Choice>
        <mc:Fallback xmlns="">
          <p:sp>
            <p:nvSpPr>
              <p:cNvPr id="6" name="Title 1">
                <a:extLst>
                  <a:ext uri="{FF2B5EF4-FFF2-40B4-BE49-F238E27FC236}">
                    <a16:creationId xmlns:a16="http://schemas.microsoft.com/office/drawing/2014/main" id="{FA6D6D4E-B218-F205-2A1F-A7E77D9351D4}"/>
                  </a:ext>
                </a:extLst>
              </p:cNvPr>
              <p:cNvSpPr>
                <a:spLocks noGrp="1" noRot="1" noChangeAspect="1" noMove="1" noResize="1" noEditPoints="1" noAdjustHandles="1" noChangeArrowheads="1" noChangeShapeType="1" noTextEdit="1"/>
              </p:cNvSpPr>
              <p:nvPr>
                <p:ph type="title"/>
              </p:nvPr>
            </p:nvSpPr>
            <p:spPr>
              <a:xfrm>
                <a:off x="265564" y="159471"/>
                <a:ext cx="5628339" cy="720725"/>
              </a:xfrm>
              <a:blipFill>
                <a:blip r:embed="rId15"/>
                <a:stretch>
                  <a:fillRect l="-1733" t="-12712" r="-650" b="-22881"/>
                </a:stretch>
              </a:blipFill>
            </p:spPr>
            <p:txBody>
              <a:bodyPr/>
              <a:lstStyle/>
              <a:p>
                <a:r>
                  <a:rPr lang="en-US">
                    <a:noFill/>
                  </a:rPr>
                  <a:t> </a:t>
                </a:r>
              </a:p>
            </p:txBody>
          </p:sp>
        </mc:Fallback>
      </mc:AlternateContent>
    </p:spTree>
    <p:extLst>
      <p:ext uri="{BB962C8B-B14F-4D97-AF65-F5344CB8AC3E}">
        <p14:creationId xmlns:p14="http://schemas.microsoft.com/office/powerpoint/2010/main" val="156104679"/>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53EE72-4105-60B1-7443-F156038BFFAE}"/>
            </a:ext>
          </a:extLst>
        </p:cNvPr>
        <p:cNvGrpSpPr/>
        <p:nvPr/>
      </p:nvGrpSpPr>
      <p:grpSpPr>
        <a:xfrm>
          <a:off x="0" y="0"/>
          <a:ext cx="0" cy="0"/>
          <a:chOff x="0" y="0"/>
          <a:chExt cx="0" cy="0"/>
        </a:xfrm>
      </p:grpSpPr>
      <p:sp>
        <p:nvSpPr>
          <p:cNvPr id="82" name="Rectangle 81">
            <a:extLst>
              <a:ext uri="{FF2B5EF4-FFF2-40B4-BE49-F238E27FC236}">
                <a16:creationId xmlns:a16="http://schemas.microsoft.com/office/drawing/2014/main" id="{5109B5F4-4428-2C3A-D06D-EA7C5C23A7DE}"/>
              </a:ext>
            </a:extLst>
          </p:cNvPr>
          <p:cNvSpPr/>
          <p:nvPr/>
        </p:nvSpPr>
        <p:spPr>
          <a:xfrm>
            <a:off x="288234" y="1291167"/>
            <a:ext cx="5605669" cy="286055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21F305E4-67BD-3370-ECEF-1FFB44FD6F9F}"/>
                  </a:ext>
                </a:extLst>
              </p:cNvPr>
              <p:cNvSpPr>
                <a:spLocks noGrp="1"/>
              </p:cNvSpPr>
              <p:nvPr>
                <p:ph type="title"/>
              </p:nvPr>
            </p:nvSpPr>
            <p:spPr>
              <a:xfrm>
                <a:off x="129539" y="170815"/>
                <a:ext cx="7173785" cy="720725"/>
              </a:xfrm>
            </p:spPr>
            <p:txBody>
              <a:bodyPr>
                <a:normAutofit/>
              </a:bodyPr>
              <a:lstStyle/>
              <a:p>
                <a:r>
                  <a:rPr lang="de-DE" sz="3200" dirty="0" err="1"/>
                  <a:t>Step</a:t>
                </a:r>
                <a:r>
                  <a:rPr lang="de-DE" sz="3200" dirty="0"/>
                  <a:t> 2: Find </a:t>
                </a:r>
                <a:r>
                  <a:rPr lang="de-DE" sz="3200" dirty="0" err="1"/>
                  <a:t>reaction</a:t>
                </a:r>
                <a:r>
                  <a:rPr lang="de-DE" sz="3200" dirty="0"/>
                  <a:t> </a:t>
                </a:r>
                <a14:m>
                  <m:oMath xmlns:m="http://schemas.openxmlformats.org/officeDocument/2006/math">
                    <m:sSub>
                      <m:sSubPr>
                        <m:ctrlPr>
                          <a:rPr lang="en-GB" sz="3200" b="0" i="1" dirty="0" smtClean="0">
                            <a:latin typeface="Cambria Math" panose="02040503050406030204" pitchFamily="18" charset="0"/>
                          </a:rPr>
                        </m:ctrlPr>
                      </m:sSubPr>
                      <m:e>
                        <m:r>
                          <m:rPr>
                            <m:sty m:val="p"/>
                          </m:rPr>
                          <a:rPr lang="en-GB" sz="3200" b="0" i="1" dirty="0" smtClean="0">
                            <a:latin typeface="Cambria Math" panose="02040503050406030204" pitchFamily="18" charset="0"/>
                          </a:rPr>
                          <m:t>r</m:t>
                        </m:r>
                      </m:e>
                      <m:sub>
                        <m:r>
                          <a:rPr lang="en-GB" sz="3200" b="0" i="1" dirty="0" smtClean="0">
                            <a:latin typeface="Cambria Math" panose="02040503050406030204" pitchFamily="18" charset="0"/>
                          </a:rPr>
                          <m:t>1</m:t>
                        </m:r>
                      </m:sub>
                    </m:sSub>
                  </m:oMath>
                </a14:m>
                <a:r>
                  <a:rPr lang="en-US" sz="3200" dirty="0"/>
                  <a:t>- like</a:t>
                </a:r>
              </a:p>
            </p:txBody>
          </p:sp>
        </mc:Choice>
        <mc:Fallback xmlns="">
          <p:sp>
            <p:nvSpPr>
              <p:cNvPr id="2" name="Title 1">
                <a:extLst>
                  <a:ext uri="{FF2B5EF4-FFF2-40B4-BE49-F238E27FC236}">
                    <a16:creationId xmlns:a16="http://schemas.microsoft.com/office/drawing/2014/main" id="{21F305E4-67BD-3370-ECEF-1FFB44FD6F9F}"/>
                  </a:ext>
                </a:extLst>
              </p:cNvPr>
              <p:cNvSpPr>
                <a:spLocks noGrp="1" noRot="1" noChangeAspect="1" noMove="1" noResize="1" noEditPoints="1" noAdjustHandles="1" noChangeArrowheads="1" noChangeShapeType="1" noTextEdit="1"/>
              </p:cNvSpPr>
              <p:nvPr>
                <p:ph type="title"/>
              </p:nvPr>
            </p:nvSpPr>
            <p:spPr>
              <a:xfrm>
                <a:off x="129539" y="170815"/>
                <a:ext cx="7173785" cy="720725"/>
              </a:xfrm>
              <a:blipFill>
                <a:blip r:embed="rId3"/>
                <a:stretch>
                  <a:fillRect l="-2124" t="-3390" b="-16102"/>
                </a:stretch>
              </a:blipFill>
            </p:spPr>
            <p:txBody>
              <a:bodyPr/>
              <a:lstStyle/>
              <a:p>
                <a:r>
                  <a:rPr lang="en-US">
                    <a:noFill/>
                  </a:rPr>
                  <a:t> </a:t>
                </a:r>
              </a:p>
            </p:txBody>
          </p:sp>
        </mc:Fallback>
      </mc:AlternateContent>
      <p:sp>
        <p:nvSpPr>
          <p:cNvPr id="17" name="Oval 16">
            <a:extLst>
              <a:ext uri="{FF2B5EF4-FFF2-40B4-BE49-F238E27FC236}">
                <a16:creationId xmlns:a16="http://schemas.microsoft.com/office/drawing/2014/main" id="{71821E34-F37C-A3D8-B304-88FD1FEF17E4}"/>
              </a:ext>
            </a:extLst>
          </p:cNvPr>
          <p:cNvSpPr>
            <a:spLocks noChangeAspect="1"/>
          </p:cNvSpPr>
          <p:nvPr/>
        </p:nvSpPr>
        <p:spPr>
          <a:xfrm>
            <a:off x="2974080" y="1340627"/>
            <a:ext cx="482803" cy="48280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F007E5A2-74A5-E778-FA40-76276B7E8BDD}"/>
              </a:ext>
            </a:extLst>
          </p:cNvPr>
          <p:cNvSpPr>
            <a:spLocks noChangeAspect="1"/>
          </p:cNvSpPr>
          <p:nvPr/>
        </p:nvSpPr>
        <p:spPr>
          <a:xfrm>
            <a:off x="2985510" y="3543219"/>
            <a:ext cx="482803" cy="48280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1" name="Straight Arrow Connector 20">
            <a:extLst>
              <a:ext uri="{FF2B5EF4-FFF2-40B4-BE49-F238E27FC236}">
                <a16:creationId xmlns:a16="http://schemas.microsoft.com/office/drawing/2014/main" id="{00879C9F-A70D-B1FA-6F74-56D8AA6F4916}"/>
              </a:ext>
            </a:extLst>
          </p:cNvPr>
          <p:cNvCxnSpPr>
            <a:cxnSpLocks/>
            <a:stCxn id="18" idx="6"/>
            <a:endCxn id="50" idx="3"/>
          </p:cNvCxnSpPr>
          <p:nvPr/>
        </p:nvCxnSpPr>
        <p:spPr>
          <a:xfrm flipV="1">
            <a:off x="3468313" y="2844987"/>
            <a:ext cx="1208754" cy="939634"/>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A3CC7932-56CD-4209-56AE-EF5CA6643DB3}"/>
              </a:ext>
            </a:extLst>
          </p:cNvPr>
          <p:cNvCxnSpPr>
            <a:cxnSpLocks/>
            <a:stCxn id="17" idx="6"/>
            <a:endCxn id="50" idx="1"/>
          </p:cNvCxnSpPr>
          <p:nvPr/>
        </p:nvCxnSpPr>
        <p:spPr>
          <a:xfrm>
            <a:off x="3456883" y="1582029"/>
            <a:ext cx="1220184" cy="921565"/>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E1A7DFED-6A87-48B9-3F69-3346B8F7BB64}"/>
                  </a:ext>
                </a:extLst>
              </p:cNvPr>
              <p:cNvSpPr txBox="1"/>
              <p:nvPr/>
            </p:nvSpPr>
            <p:spPr>
              <a:xfrm>
                <a:off x="3824334" y="1455840"/>
                <a:ext cx="1006792" cy="461665"/>
              </a:xfrm>
              <a:prstGeom prst="rect">
                <a:avLst/>
              </a:prstGeom>
              <a:noFill/>
            </p:spPr>
            <p:txBody>
              <a:bodyPr wrap="square">
                <a:spAutoFit/>
              </a:bodyPr>
              <a:lstStyle/>
              <a:p>
                <a:pPr/>
                <a14:m>
                  <m:oMathPara xmlns:m="http://schemas.openxmlformats.org/officeDocument/2006/math">
                    <m:oMath>
                      <m:sSub>
                        <m:sSubPr>
                          <m:ctrlPr>
                            <a:rPr lang="de-DE" sz="2400" b="0" i="0" smtClean="0">
                              <a:solidFill>
                                <a:schemeClr val="tx1"/>
                              </a:solidFill>
                              <a:latin typeface="Cambria Math" panose="02040503050406030204" pitchFamily="18" charset="0"/>
                            </a:rPr>
                          </m:ctrlPr>
                        </m:sSubPr>
                        <m:e>
                          <m:r>
                            <m:rPr>
                              <m:sty m:val="p"/>
                            </m:rPr>
                            <a:rPr lang="de-DE" sz="2400" b="0" i="0" smtClean="0">
                              <a:solidFill>
                                <a:schemeClr val="tx1"/>
                              </a:solidFill>
                              <a:latin typeface="Cambria Math" panose="02040503050406030204" pitchFamily="18" charset="0"/>
                            </a:rPr>
                            <m:t>m</m:t>
                          </m:r>
                        </m:e>
                        <m:sub>
                          <m:r>
                            <a:rPr lang="de-DE" sz="2400" b="0" i="1" smtClean="0">
                              <a:solidFill>
                                <a:schemeClr val="tx1"/>
                              </a:solidFill>
                              <a:latin typeface="Cambria Math" panose="02040503050406030204" pitchFamily="18" charset="0"/>
                            </a:rPr>
                            <m:t>4</m:t>
                          </m:r>
                        </m:sub>
                      </m:sSub>
                    </m:oMath>
                  </m:oMathPara>
                </a14:m>
                <a:endParaRPr lang="en-US" sz="2400" dirty="0">
                  <a:solidFill>
                    <a:schemeClr val="tx1"/>
                  </a:solidFill>
                </a:endParaRPr>
              </a:p>
            </p:txBody>
          </p:sp>
        </mc:Choice>
        <mc:Fallback xmlns="">
          <p:sp>
            <p:nvSpPr>
              <p:cNvPr id="40" name="TextBox 39">
                <a:extLst>
                  <a:ext uri="{FF2B5EF4-FFF2-40B4-BE49-F238E27FC236}">
                    <a16:creationId xmlns:a16="http://schemas.microsoft.com/office/drawing/2014/main" id="{E1A7DFED-6A87-48B9-3F69-3346B8F7BB64}"/>
                  </a:ext>
                </a:extLst>
              </p:cNvPr>
              <p:cNvSpPr txBox="1">
                <a:spLocks noRot="1" noChangeAspect="1" noMove="1" noResize="1" noEditPoints="1" noAdjustHandles="1" noChangeArrowheads="1" noChangeShapeType="1" noTextEdit="1"/>
              </p:cNvSpPr>
              <p:nvPr/>
            </p:nvSpPr>
            <p:spPr>
              <a:xfrm>
                <a:off x="3824334" y="1455840"/>
                <a:ext cx="1006792" cy="461665"/>
              </a:xfrm>
              <a:prstGeom prst="rect">
                <a:avLst/>
              </a:prstGeom>
              <a:blipFill>
                <a:blip r:embed="rId4"/>
                <a:stretch>
                  <a:fillRect/>
                </a:stretch>
              </a:blipFill>
            </p:spPr>
            <p:txBody>
              <a:bodyPr/>
              <a:lstStyle/>
              <a:p>
                <a:r>
                  <a:rPr lang="en-US">
                    <a:noFill/>
                  </a:rPr>
                  <a:t> </a:t>
                </a:r>
              </a:p>
            </p:txBody>
          </p:sp>
        </mc:Fallback>
      </mc:AlternateContent>
      <p:sp>
        <p:nvSpPr>
          <p:cNvPr id="7" name="Rectangle: Rounded Corners 6">
            <a:extLst>
              <a:ext uri="{FF2B5EF4-FFF2-40B4-BE49-F238E27FC236}">
                <a16:creationId xmlns:a16="http://schemas.microsoft.com/office/drawing/2014/main" id="{42FEBEF3-88C7-FCB6-0802-BE372B7FCFC1}"/>
              </a:ext>
            </a:extLst>
          </p:cNvPr>
          <p:cNvSpPr/>
          <p:nvPr/>
        </p:nvSpPr>
        <p:spPr>
          <a:xfrm>
            <a:off x="8436987" y="939355"/>
            <a:ext cx="643622" cy="2474575"/>
          </a:xfrm>
          <a:prstGeom prst="round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9BE18D9C-AA9B-CEDE-2BC4-0CD0534E768F}"/>
                  </a:ext>
                </a:extLst>
              </p:cNvPr>
              <p:cNvSpPr txBox="1"/>
              <p:nvPr/>
            </p:nvSpPr>
            <p:spPr>
              <a:xfrm>
                <a:off x="3892920" y="3254615"/>
                <a:ext cx="1006792" cy="461665"/>
              </a:xfrm>
              <a:prstGeom prst="rect">
                <a:avLst/>
              </a:prstGeom>
              <a:noFill/>
            </p:spPr>
            <p:txBody>
              <a:bodyPr wrap="square">
                <a:spAutoFit/>
              </a:bodyPr>
              <a:lstStyle/>
              <a:p>
                <a:pPr/>
                <a14:m>
                  <m:oMathPara xmlns:m="http://schemas.openxmlformats.org/officeDocument/2006/math">
                    <m:oMath>
                      <m:sSub>
                        <m:sSubPr>
                          <m:ctrlPr>
                            <a:rPr lang="de-DE" sz="2400" b="0" i="0" smtClean="0">
                              <a:solidFill>
                                <a:schemeClr val="tx1"/>
                              </a:solidFill>
                              <a:latin typeface="Cambria Math" panose="02040503050406030204" pitchFamily="18" charset="0"/>
                            </a:rPr>
                          </m:ctrlPr>
                        </m:sSubPr>
                        <m:e>
                          <m:r>
                            <m:rPr>
                              <m:sty m:val="p"/>
                            </m:rPr>
                            <a:rPr lang="de-DE" sz="2400" b="0" i="0" smtClean="0">
                              <a:solidFill>
                                <a:schemeClr val="tx1"/>
                              </a:solidFill>
                              <a:latin typeface="Cambria Math" panose="02040503050406030204" pitchFamily="18" charset="0"/>
                            </a:rPr>
                            <m:t>m</m:t>
                          </m:r>
                        </m:e>
                        <m:sub>
                          <m:r>
                            <a:rPr lang="de-DE" sz="2400" b="0" i="1" smtClean="0">
                              <a:solidFill>
                                <a:schemeClr val="tx1"/>
                              </a:solidFill>
                              <a:latin typeface="Cambria Math" panose="02040503050406030204" pitchFamily="18" charset="0"/>
                            </a:rPr>
                            <m:t>4</m:t>
                          </m:r>
                        </m:sub>
                      </m:sSub>
                    </m:oMath>
                  </m:oMathPara>
                </a14:m>
                <a:endParaRPr lang="en-US" sz="2400" dirty="0">
                  <a:solidFill>
                    <a:schemeClr val="tx1"/>
                  </a:solidFill>
                </a:endParaRPr>
              </a:p>
            </p:txBody>
          </p:sp>
        </mc:Choice>
        <mc:Fallback xmlns="">
          <p:sp>
            <p:nvSpPr>
              <p:cNvPr id="3" name="TextBox 2">
                <a:extLst>
                  <a:ext uri="{FF2B5EF4-FFF2-40B4-BE49-F238E27FC236}">
                    <a16:creationId xmlns:a16="http://schemas.microsoft.com/office/drawing/2014/main" id="{9BE18D9C-AA9B-CEDE-2BC4-0CD0534E768F}"/>
                  </a:ext>
                </a:extLst>
              </p:cNvPr>
              <p:cNvSpPr txBox="1">
                <a:spLocks noRot="1" noChangeAspect="1" noMove="1" noResize="1" noEditPoints="1" noAdjustHandles="1" noChangeArrowheads="1" noChangeShapeType="1" noTextEdit="1"/>
              </p:cNvSpPr>
              <p:nvPr/>
            </p:nvSpPr>
            <p:spPr>
              <a:xfrm>
                <a:off x="3892920" y="3254615"/>
                <a:ext cx="1006792" cy="461665"/>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DCF2485B-6C0A-1142-68A4-9B2F6393FE24}"/>
                  </a:ext>
                </a:extLst>
              </p:cNvPr>
              <p:cNvSpPr txBox="1"/>
              <p:nvPr/>
            </p:nvSpPr>
            <p:spPr>
              <a:xfrm>
                <a:off x="1511725" y="1414495"/>
                <a:ext cx="1006792" cy="461665"/>
              </a:xfrm>
              <a:prstGeom prst="rect">
                <a:avLst/>
              </a:prstGeom>
              <a:noFill/>
            </p:spPr>
            <p:txBody>
              <a:bodyPr wrap="square">
                <a:spAutoFit/>
              </a:bodyPr>
              <a:lstStyle/>
              <a:p>
                <a:pPr/>
                <a14:m>
                  <m:oMathPara xmlns:m="http://schemas.openxmlformats.org/officeDocument/2006/math">
                    <m:oMath>
                      <m:sSub>
                        <m:sSubPr>
                          <m:ctrlPr>
                            <a:rPr lang="de-DE" sz="2400" b="0" i="0" smtClean="0">
                              <a:solidFill>
                                <a:schemeClr val="tx1"/>
                              </a:solidFill>
                              <a:latin typeface="Cambria Math" panose="02040503050406030204" pitchFamily="18" charset="0"/>
                            </a:rPr>
                          </m:ctrlPr>
                        </m:sSubPr>
                        <m:e>
                          <m:r>
                            <m:rPr>
                              <m:sty m:val="p"/>
                            </m:rPr>
                            <a:rPr lang="de-DE" sz="2400" b="0" i="0" smtClean="0">
                              <a:solidFill>
                                <a:schemeClr val="tx1"/>
                              </a:solidFill>
                              <a:latin typeface="Cambria Math" panose="02040503050406030204" pitchFamily="18" charset="0"/>
                            </a:rPr>
                            <m:t>m</m:t>
                          </m:r>
                        </m:e>
                        <m:sub>
                          <m:r>
                            <a:rPr lang="de-DE" sz="2400" b="0" i="1" smtClean="0">
                              <a:solidFill>
                                <a:schemeClr val="tx1"/>
                              </a:solidFill>
                              <a:latin typeface="Cambria Math" panose="02040503050406030204" pitchFamily="18" charset="0"/>
                            </a:rPr>
                            <m:t>2</m:t>
                          </m:r>
                        </m:sub>
                      </m:sSub>
                    </m:oMath>
                  </m:oMathPara>
                </a14:m>
                <a:endParaRPr lang="en-US" sz="2400" dirty="0">
                  <a:solidFill>
                    <a:schemeClr val="tx1"/>
                  </a:solidFill>
                </a:endParaRPr>
              </a:p>
            </p:txBody>
          </p:sp>
        </mc:Choice>
        <mc:Fallback xmlns="">
          <p:sp>
            <p:nvSpPr>
              <p:cNvPr id="10" name="TextBox 9">
                <a:extLst>
                  <a:ext uri="{FF2B5EF4-FFF2-40B4-BE49-F238E27FC236}">
                    <a16:creationId xmlns:a16="http://schemas.microsoft.com/office/drawing/2014/main" id="{DCF2485B-6C0A-1142-68A4-9B2F6393FE24}"/>
                  </a:ext>
                </a:extLst>
              </p:cNvPr>
              <p:cNvSpPr txBox="1">
                <a:spLocks noRot="1" noChangeAspect="1" noMove="1" noResize="1" noEditPoints="1" noAdjustHandles="1" noChangeArrowheads="1" noChangeShapeType="1" noTextEdit="1"/>
              </p:cNvSpPr>
              <p:nvPr/>
            </p:nvSpPr>
            <p:spPr>
              <a:xfrm>
                <a:off x="1511725" y="1414495"/>
                <a:ext cx="1006792" cy="461665"/>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54033653-9F0E-B550-5486-C7D35DAAB1F0}"/>
                  </a:ext>
                </a:extLst>
              </p:cNvPr>
              <p:cNvSpPr txBox="1"/>
              <p:nvPr/>
            </p:nvSpPr>
            <p:spPr>
              <a:xfrm>
                <a:off x="1552507" y="3258379"/>
                <a:ext cx="1006792" cy="461665"/>
              </a:xfrm>
              <a:prstGeom prst="rect">
                <a:avLst/>
              </a:prstGeom>
              <a:noFill/>
            </p:spPr>
            <p:txBody>
              <a:bodyPr wrap="square">
                <a:spAutoFit/>
              </a:bodyPr>
              <a:lstStyle/>
              <a:p>
                <a:pPr/>
                <a14:m>
                  <m:oMathPara xmlns:m="http://schemas.openxmlformats.org/officeDocument/2006/math">
                    <m:oMath>
                      <m:sSub>
                        <m:sSubPr>
                          <m:ctrlPr>
                            <a:rPr lang="de-DE" sz="2400" b="0" i="0" smtClean="0">
                              <a:solidFill>
                                <a:schemeClr val="tx1"/>
                              </a:solidFill>
                              <a:latin typeface="Cambria Math" panose="02040503050406030204" pitchFamily="18" charset="0"/>
                            </a:rPr>
                          </m:ctrlPr>
                        </m:sSubPr>
                        <m:e>
                          <m:r>
                            <m:rPr>
                              <m:sty m:val="p"/>
                            </m:rPr>
                            <a:rPr lang="de-DE" sz="2400" b="0" i="0" smtClean="0">
                              <a:solidFill>
                                <a:schemeClr val="tx1"/>
                              </a:solidFill>
                              <a:latin typeface="Cambria Math" panose="02040503050406030204" pitchFamily="18" charset="0"/>
                            </a:rPr>
                            <m:t>m</m:t>
                          </m:r>
                        </m:e>
                        <m:sub>
                          <m:r>
                            <a:rPr lang="de-DE" sz="2400" b="0" i="1" smtClean="0">
                              <a:solidFill>
                                <a:schemeClr val="tx1"/>
                              </a:solidFill>
                              <a:latin typeface="Cambria Math" panose="02040503050406030204" pitchFamily="18" charset="0"/>
                            </a:rPr>
                            <m:t>3</m:t>
                          </m:r>
                        </m:sub>
                      </m:sSub>
                    </m:oMath>
                  </m:oMathPara>
                </a14:m>
                <a:endParaRPr lang="en-US" sz="2400" dirty="0">
                  <a:solidFill>
                    <a:schemeClr val="tx1"/>
                  </a:solidFill>
                </a:endParaRPr>
              </a:p>
            </p:txBody>
          </p:sp>
        </mc:Choice>
        <mc:Fallback xmlns="">
          <p:sp>
            <p:nvSpPr>
              <p:cNvPr id="13" name="TextBox 12">
                <a:extLst>
                  <a:ext uri="{FF2B5EF4-FFF2-40B4-BE49-F238E27FC236}">
                    <a16:creationId xmlns:a16="http://schemas.microsoft.com/office/drawing/2014/main" id="{54033653-9F0E-B550-5486-C7D35DAAB1F0}"/>
                  </a:ext>
                </a:extLst>
              </p:cNvPr>
              <p:cNvSpPr txBox="1">
                <a:spLocks noRot="1" noChangeAspect="1" noMove="1" noResize="1" noEditPoints="1" noAdjustHandles="1" noChangeArrowheads="1" noChangeShapeType="1" noTextEdit="1"/>
              </p:cNvSpPr>
              <p:nvPr/>
            </p:nvSpPr>
            <p:spPr>
              <a:xfrm>
                <a:off x="1552507" y="3258379"/>
                <a:ext cx="1006792" cy="461665"/>
              </a:xfrm>
              <a:prstGeom prst="rect">
                <a:avLst/>
              </a:prstGeom>
              <a:blipFill>
                <a:blip r:embed="rId10"/>
                <a:stretch>
                  <a:fillRect/>
                </a:stretch>
              </a:blipFill>
            </p:spPr>
            <p:txBody>
              <a:bodyPr/>
              <a:lstStyle/>
              <a:p>
                <a:r>
                  <a:rPr lang="en-US">
                    <a:noFill/>
                  </a:rPr>
                  <a:t> </a:t>
                </a:r>
              </a:p>
            </p:txBody>
          </p:sp>
        </mc:Fallback>
      </mc:AlternateContent>
      <p:sp>
        <p:nvSpPr>
          <p:cNvPr id="16" name="Oval 15">
            <a:extLst>
              <a:ext uri="{FF2B5EF4-FFF2-40B4-BE49-F238E27FC236}">
                <a16:creationId xmlns:a16="http://schemas.microsoft.com/office/drawing/2014/main" id="{9A66AF7E-5F0D-AB65-F558-A123AC1F2F83}"/>
              </a:ext>
            </a:extLst>
          </p:cNvPr>
          <p:cNvSpPr>
            <a:spLocks noChangeAspect="1"/>
          </p:cNvSpPr>
          <p:nvPr/>
        </p:nvSpPr>
        <p:spPr>
          <a:xfrm>
            <a:off x="1152586" y="2432889"/>
            <a:ext cx="482803" cy="48280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Arrow Connector 19">
            <a:extLst>
              <a:ext uri="{FF2B5EF4-FFF2-40B4-BE49-F238E27FC236}">
                <a16:creationId xmlns:a16="http://schemas.microsoft.com/office/drawing/2014/main" id="{899404CE-C422-A87A-BA06-501402DD47A0}"/>
              </a:ext>
            </a:extLst>
          </p:cNvPr>
          <p:cNvCxnSpPr>
            <a:cxnSpLocks/>
            <a:stCxn id="16" idx="7"/>
            <a:endCxn id="17" idx="2"/>
          </p:cNvCxnSpPr>
          <p:nvPr/>
        </p:nvCxnSpPr>
        <p:spPr>
          <a:xfrm flipV="1">
            <a:off x="1564684" y="1582029"/>
            <a:ext cx="1409396" cy="921565"/>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B7CABFBD-C203-6793-8EF8-797463D56876}"/>
                  </a:ext>
                </a:extLst>
              </p:cNvPr>
              <p:cNvSpPr txBox="1"/>
              <p:nvPr/>
            </p:nvSpPr>
            <p:spPr>
              <a:xfrm>
                <a:off x="412353" y="2202056"/>
                <a:ext cx="642780" cy="461665"/>
              </a:xfrm>
              <a:prstGeom prst="rect">
                <a:avLst/>
              </a:prstGeom>
              <a:noFill/>
            </p:spPr>
            <p:txBody>
              <a:bodyPr wrap="square">
                <a:spAutoFit/>
              </a:bodyPr>
              <a:lstStyle/>
              <a:p>
                <a:pPr/>
                <a14:m>
                  <m:oMathPara xmlns:m="http://schemas.openxmlformats.org/officeDocument/2006/math">
                    <m:oMath>
                      <m:sSub>
                        <m:sSubPr>
                          <m:ctrlPr>
                            <a:rPr lang="de-DE" sz="2400" b="0" i="0" smtClean="0">
                              <a:solidFill>
                                <a:schemeClr val="tx1"/>
                              </a:solidFill>
                              <a:latin typeface="Cambria Math" panose="02040503050406030204" pitchFamily="18" charset="0"/>
                            </a:rPr>
                          </m:ctrlPr>
                        </m:sSubPr>
                        <m:e>
                          <m:r>
                            <m:rPr>
                              <m:sty m:val="p"/>
                            </m:rPr>
                            <a:rPr lang="de-DE" sz="2400" b="0" i="0" smtClean="0">
                              <a:solidFill>
                                <a:schemeClr val="tx1"/>
                              </a:solidFill>
                              <a:latin typeface="Cambria Math" panose="02040503050406030204" pitchFamily="18" charset="0"/>
                            </a:rPr>
                            <m:t>m</m:t>
                          </m:r>
                        </m:e>
                        <m:sub>
                          <m:r>
                            <a:rPr lang="de-DE" sz="2400" b="0" i="1" smtClean="0">
                              <a:solidFill>
                                <a:schemeClr val="tx1"/>
                              </a:solidFill>
                              <a:latin typeface="Cambria Math" panose="02040503050406030204" pitchFamily="18" charset="0"/>
                            </a:rPr>
                            <m:t>1</m:t>
                          </m:r>
                        </m:sub>
                      </m:sSub>
                    </m:oMath>
                  </m:oMathPara>
                </a14:m>
                <a:endParaRPr lang="en-US" sz="2400" dirty="0">
                  <a:solidFill>
                    <a:schemeClr val="tx1"/>
                  </a:solidFill>
                </a:endParaRPr>
              </a:p>
            </p:txBody>
          </p:sp>
        </mc:Choice>
        <mc:Fallback xmlns="">
          <p:sp>
            <p:nvSpPr>
              <p:cNvPr id="30" name="TextBox 29">
                <a:extLst>
                  <a:ext uri="{FF2B5EF4-FFF2-40B4-BE49-F238E27FC236}">
                    <a16:creationId xmlns:a16="http://schemas.microsoft.com/office/drawing/2014/main" id="{B7CABFBD-C203-6793-8EF8-797463D56876}"/>
                  </a:ext>
                </a:extLst>
              </p:cNvPr>
              <p:cNvSpPr txBox="1">
                <a:spLocks noRot="1" noChangeAspect="1" noMove="1" noResize="1" noEditPoints="1" noAdjustHandles="1" noChangeArrowheads="1" noChangeShapeType="1" noTextEdit="1"/>
              </p:cNvSpPr>
              <p:nvPr/>
            </p:nvSpPr>
            <p:spPr>
              <a:xfrm>
                <a:off x="412353" y="2202056"/>
                <a:ext cx="642780" cy="461665"/>
              </a:xfrm>
              <a:prstGeom prst="rect">
                <a:avLst/>
              </a:prstGeom>
              <a:blipFill>
                <a:blip r:embed="rId11"/>
                <a:stretch>
                  <a:fillRect/>
                </a:stretch>
              </a:blipFill>
            </p:spPr>
            <p:txBody>
              <a:bodyPr/>
              <a:lstStyle/>
              <a:p>
                <a:r>
                  <a:rPr lang="en-US">
                    <a:noFill/>
                  </a:rPr>
                  <a:t> </a:t>
                </a:r>
              </a:p>
            </p:txBody>
          </p:sp>
        </mc:Fallback>
      </mc:AlternateContent>
      <p:cxnSp>
        <p:nvCxnSpPr>
          <p:cNvPr id="34" name="Straight Arrow Connector 33">
            <a:extLst>
              <a:ext uri="{FF2B5EF4-FFF2-40B4-BE49-F238E27FC236}">
                <a16:creationId xmlns:a16="http://schemas.microsoft.com/office/drawing/2014/main" id="{C5436295-16EF-F055-8179-D866F2C9ED4B}"/>
              </a:ext>
            </a:extLst>
          </p:cNvPr>
          <p:cNvCxnSpPr>
            <a:cxnSpLocks/>
          </p:cNvCxnSpPr>
          <p:nvPr/>
        </p:nvCxnSpPr>
        <p:spPr>
          <a:xfrm>
            <a:off x="477603" y="2663721"/>
            <a:ext cx="665312" cy="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38" name="Straight Arrow Connector 37">
            <a:extLst>
              <a:ext uri="{FF2B5EF4-FFF2-40B4-BE49-F238E27FC236}">
                <a16:creationId xmlns:a16="http://schemas.microsoft.com/office/drawing/2014/main" id="{1B1F3044-1E2B-C884-6C25-7BE43CE02418}"/>
              </a:ext>
            </a:extLst>
          </p:cNvPr>
          <p:cNvCxnSpPr>
            <a:cxnSpLocks/>
            <a:stCxn id="16" idx="5"/>
            <a:endCxn id="18" idx="2"/>
          </p:cNvCxnSpPr>
          <p:nvPr/>
        </p:nvCxnSpPr>
        <p:spPr>
          <a:xfrm>
            <a:off x="1564684" y="2844987"/>
            <a:ext cx="1420826" cy="939634"/>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sp>
        <p:nvSpPr>
          <p:cNvPr id="50" name="Oval 49">
            <a:extLst>
              <a:ext uri="{FF2B5EF4-FFF2-40B4-BE49-F238E27FC236}">
                <a16:creationId xmlns:a16="http://schemas.microsoft.com/office/drawing/2014/main" id="{C4AD9299-BD07-7B9E-263C-252EC0D53099}"/>
              </a:ext>
            </a:extLst>
          </p:cNvPr>
          <p:cNvSpPr>
            <a:spLocks noChangeAspect="1"/>
          </p:cNvSpPr>
          <p:nvPr/>
        </p:nvSpPr>
        <p:spPr>
          <a:xfrm>
            <a:off x="4606362" y="2432889"/>
            <a:ext cx="482803" cy="48280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1" name="Straight Arrow Connector 50">
            <a:extLst>
              <a:ext uri="{FF2B5EF4-FFF2-40B4-BE49-F238E27FC236}">
                <a16:creationId xmlns:a16="http://schemas.microsoft.com/office/drawing/2014/main" id="{DEF2F226-957F-8CC1-1393-B23D8E771D6B}"/>
              </a:ext>
            </a:extLst>
          </p:cNvPr>
          <p:cNvCxnSpPr>
            <a:cxnSpLocks/>
          </p:cNvCxnSpPr>
          <p:nvPr/>
        </p:nvCxnSpPr>
        <p:spPr>
          <a:xfrm>
            <a:off x="5089165" y="2674290"/>
            <a:ext cx="665312" cy="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9192D539-2B4F-64F0-8A8C-2D498C5E1B94}"/>
                  </a:ext>
                </a:extLst>
              </p:cNvPr>
              <p:cNvSpPr txBox="1"/>
              <p:nvPr/>
            </p:nvSpPr>
            <p:spPr>
              <a:xfrm>
                <a:off x="4916075" y="2041929"/>
                <a:ext cx="1006792" cy="461665"/>
              </a:xfrm>
              <a:prstGeom prst="rect">
                <a:avLst/>
              </a:prstGeom>
              <a:noFill/>
            </p:spPr>
            <p:txBody>
              <a:bodyPr wrap="square">
                <a:spAutoFit/>
              </a:bodyPr>
              <a:lstStyle/>
              <a:p>
                <a:pPr/>
                <a14:m>
                  <m:oMathPara xmlns:m="http://schemas.openxmlformats.org/officeDocument/2006/math">
                    <m:oMath>
                      <m:sSub>
                        <m:sSubPr>
                          <m:ctrlPr>
                            <a:rPr lang="de-DE" sz="2400" b="0" i="1" smtClean="0">
                              <a:latin typeface="Cambria Math" panose="02040503050406030204" pitchFamily="18" charset="0"/>
                            </a:rPr>
                          </m:ctrlPr>
                        </m:sSubPr>
                        <m:e>
                          <m:r>
                            <m:rPr>
                              <m:sty m:val="p"/>
                            </m:rPr>
                            <a:rPr lang="de-DE" sz="2400" b="0" i="1" smtClean="0">
                              <a:latin typeface="Cambria Math" panose="02040503050406030204" pitchFamily="18" charset="0"/>
                            </a:rPr>
                            <m:t>m</m:t>
                          </m:r>
                        </m:e>
                        <m:sub>
                          <m:r>
                            <a:rPr lang="de-DE" sz="2400" b="0" i="1" smtClean="0">
                              <a:latin typeface="Cambria Math" panose="02040503050406030204" pitchFamily="18" charset="0"/>
                            </a:rPr>
                            <m:t>5</m:t>
                          </m:r>
                        </m:sub>
                      </m:sSub>
                    </m:oMath>
                  </m:oMathPara>
                </a14:m>
                <a:endParaRPr lang="en-US" sz="2400" dirty="0"/>
              </a:p>
            </p:txBody>
          </p:sp>
        </mc:Choice>
        <mc:Fallback xmlns="">
          <p:sp>
            <p:nvSpPr>
              <p:cNvPr id="53" name="TextBox 52">
                <a:extLst>
                  <a:ext uri="{FF2B5EF4-FFF2-40B4-BE49-F238E27FC236}">
                    <a16:creationId xmlns:a16="http://schemas.microsoft.com/office/drawing/2014/main" id="{9192D539-2B4F-64F0-8A8C-2D498C5E1B94}"/>
                  </a:ext>
                </a:extLst>
              </p:cNvPr>
              <p:cNvSpPr txBox="1">
                <a:spLocks noRot="1" noChangeAspect="1" noMove="1" noResize="1" noEditPoints="1" noAdjustHandles="1" noChangeArrowheads="1" noChangeShapeType="1" noTextEdit="1"/>
              </p:cNvSpPr>
              <p:nvPr/>
            </p:nvSpPr>
            <p:spPr>
              <a:xfrm>
                <a:off x="4916075" y="2041929"/>
                <a:ext cx="1006792" cy="461665"/>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8B325D87-7582-D90B-39EB-E8A2C9CDB803}"/>
                  </a:ext>
                </a:extLst>
              </p:cNvPr>
              <p:cNvSpPr txBox="1"/>
              <p:nvPr/>
            </p:nvSpPr>
            <p:spPr>
              <a:xfrm>
                <a:off x="7068122" y="1426328"/>
                <a:ext cx="3412601" cy="2035557"/>
              </a:xfrm>
              <a:prstGeom prst="rect">
                <a:avLst/>
              </a:prstGeom>
              <a:noFill/>
            </p:spPr>
            <p:txBody>
              <a:bodyPr wrap="none" lIns="0" tIns="0" rIns="0" bIns="0" rtlCol="0">
                <a:spAutoFit/>
              </a:bodyPr>
              <a:lstStyle/>
              <a:p>
                <a:pPr>
                  <a:spcBef>
                    <a:spcPts val="2400"/>
                  </a:spcBef>
                </a:pPr>
                <a14:m>
                  <m:oMathPara xmlns:m="http://schemas.openxmlformats.org/officeDocument/2006/math">
                    <m:oMath>
                      <m:d>
                        <m:dPr>
                          <m:begChr m:val="["/>
                          <m:endChr m:val="]"/>
                          <m:ctrlPr>
                            <a:rPr lang="en-US" sz="2800" i="1">
                              <a:latin typeface="Cambria Math" panose="02040503050406030204" pitchFamily="18" charset="0"/>
                            </a:rPr>
                          </m:ctrlPr>
                        </m:dPr>
                        <m:e>
                          <m:m>
                            <m:mPr>
                              <m:mcs>
                                <m:mc>
                                  <m:mcPr>
                                    <m:count m:val="3"/>
                                    <m:mcJc m:val="center"/>
                                  </m:mcPr>
                                </m:mc>
                              </m:mcs>
                              <m:ctrlPr>
                                <a:rPr lang="en-US" sz="2800" i="1">
                                  <a:latin typeface="Cambria Math" panose="02040503050406030204" pitchFamily="18" charset="0"/>
                                </a:rPr>
                              </m:ctrlPr>
                            </m:mPr>
                            <m:mr>
                              <m:e>
                                <m:r>
                                  <a:rPr lang="de-DE" sz="2800" b="0" i="1" smtClean="0">
                                    <a:latin typeface="Cambria Math" panose="02040503050406030204" pitchFamily="18" charset="0"/>
                                    <a:ea typeface="Cambria Math" panose="02040503050406030204" pitchFamily="18" charset="0"/>
                                  </a:rPr>
                                  <m:t>−</m:t>
                                </m:r>
                              </m:e>
                              <m:e/>
                              <m:e>
                                <m:m>
                                  <m:mPr>
                                    <m:mcs>
                                      <m:mc>
                                        <m:mcPr>
                                          <m:count m:val="3"/>
                                          <m:mcJc m:val="center"/>
                                        </m:mcPr>
                                      </m:mc>
                                    </m:mcs>
                                    <m:ctrlPr>
                                      <a:rPr lang="en-US" sz="2800" i="1" smtClean="0">
                                        <a:latin typeface="Cambria Math" panose="02040503050406030204" pitchFamily="18" charset="0"/>
                                      </a:rPr>
                                    </m:ctrlPr>
                                  </m:mPr>
                                  <m:mr>
                                    <m:e/>
                                    <m:e/>
                                    <m:e/>
                                  </m:mr>
                                </m:m>
                              </m:e>
                            </m:mr>
                            <m:mr>
                              <m:e>
                                <m:r>
                                  <a:rPr lang="de-DE" sz="2800" b="0" i="1" smtClean="0">
                                    <a:latin typeface="Cambria Math" panose="02040503050406030204" pitchFamily="18" charset="0"/>
                                  </a:rPr>
                                  <m:t>+</m:t>
                                </m:r>
                              </m:e>
                              <m:e>
                                <m:r>
                                  <a:rPr lang="de-DE" sz="2800" i="1">
                                    <a:latin typeface="Cambria Math" panose="02040503050406030204" pitchFamily="18" charset="0"/>
                                    <a:ea typeface="Cambria Math" panose="02040503050406030204" pitchFamily="18" charset="0"/>
                                  </a:rPr>
                                  <m:t>−</m:t>
                                </m:r>
                              </m:e>
                              <m:e>
                                <m:m>
                                  <m:mPr>
                                    <m:mcs>
                                      <m:mc>
                                        <m:mcPr>
                                          <m:count m:val="3"/>
                                          <m:mcJc m:val="center"/>
                                        </m:mcPr>
                                      </m:mc>
                                    </m:mcs>
                                    <m:ctrlPr>
                                      <a:rPr lang="en-US" sz="2800" i="1" smtClean="0">
                                        <a:latin typeface="Cambria Math" panose="02040503050406030204" pitchFamily="18" charset="0"/>
                                      </a:rPr>
                                    </m:ctrlPr>
                                  </m:mPr>
                                  <m:mr>
                                    <m:e/>
                                    <m:e/>
                                    <m:e/>
                                  </m:mr>
                                </m:m>
                              </m:e>
                            </m:mr>
                            <m:mr>
                              <m:e>
                                <m:m>
                                  <m:mPr>
                                    <m:mcs>
                                      <m:mc>
                                        <m:mcPr>
                                          <m:count m:val="1"/>
                                          <m:mcJc m:val="center"/>
                                        </m:mcPr>
                                      </m:mc>
                                    </m:mcs>
                                    <m:ctrlPr>
                                      <a:rPr lang="en-US" sz="2800" i="1" smtClean="0">
                                        <a:latin typeface="Cambria Math" panose="02040503050406030204" pitchFamily="18" charset="0"/>
                                      </a:rPr>
                                    </m:ctrlPr>
                                  </m:mPr>
                                  <m:mr>
                                    <m:e>
                                      <m:r>
                                        <m:rPr>
                                          <m:brk m:alnAt="7"/>
                                        </m:rPr>
                                        <a:rPr lang="de-DE" sz="2800" b="0" i="1" smtClean="0">
                                          <a:latin typeface="Cambria Math" panose="02040503050406030204" pitchFamily="18" charset="0"/>
                                        </a:rPr>
                                        <m:t>+</m:t>
                                      </m:r>
                                    </m:e>
                                  </m:mr>
                                  <m:mr>
                                    <m:e/>
                                  </m:mr>
                                  <m:mr>
                                    <m:e/>
                                  </m:mr>
                                </m:m>
                              </m:e>
                              <m:e>
                                <m:m>
                                  <m:mPr>
                                    <m:mcs>
                                      <m:mc>
                                        <m:mcPr>
                                          <m:count m:val="1"/>
                                          <m:mcJc m:val="center"/>
                                        </m:mcPr>
                                      </m:mc>
                                    </m:mcs>
                                    <m:ctrlPr>
                                      <a:rPr lang="en-US" sz="2800" i="1" smtClean="0">
                                        <a:latin typeface="Cambria Math" panose="02040503050406030204" pitchFamily="18" charset="0"/>
                                      </a:rPr>
                                    </m:ctrlPr>
                                  </m:mPr>
                                  <m:mr>
                                    <m:e/>
                                  </m:mr>
                                  <m:mr>
                                    <m:e>
                                      <m:r>
                                        <a:rPr lang="de-DE" sz="2800" b="0" i="1" smtClean="0">
                                          <a:latin typeface="Cambria Math" panose="02040503050406030204" pitchFamily="18" charset="0"/>
                                        </a:rPr>
                                        <m:t>+</m:t>
                                      </m:r>
                                    </m:e>
                                  </m:mr>
                                  <m:mr>
                                    <m:e/>
                                  </m:mr>
                                </m:m>
                              </m:e>
                              <m:e>
                                <m:m>
                                  <m:mPr>
                                    <m:mcs>
                                      <m:mc>
                                        <m:mcPr>
                                          <m:count m:val="3"/>
                                          <m:mcJc m:val="center"/>
                                        </m:mcPr>
                                      </m:mc>
                                    </m:mcs>
                                    <m:ctrlPr>
                                      <a:rPr lang="en-US" sz="2800" i="1" smtClean="0">
                                        <a:latin typeface="Cambria Math" panose="02040503050406030204" pitchFamily="18" charset="0"/>
                                      </a:rPr>
                                    </m:ctrlPr>
                                  </m:mPr>
                                  <m:mr>
                                    <m:e>
                                      <m:m>
                                        <m:mPr>
                                          <m:mcs>
                                            <m:mc>
                                              <m:mcPr>
                                                <m:count m:val="1"/>
                                                <m:mcJc m:val="center"/>
                                              </m:mcPr>
                                            </m:mc>
                                          </m:mcs>
                                          <m:ctrlPr>
                                            <a:rPr lang="en-US" sz="2800" i="1" smtClean="0">
                                              <a:latin typeface="Cambria Math" panose="02040503050406030204" pitchFamily="18" charset="0"/>
                                            </a:rPr>
                                          </m:ctrlPr>
                                        </m:mPr>
                                        <m:mr>
                                          <m:e>
                                            <m:r>
                                              <a:rPr lang="de-DE" sz="2800" i="1">
                                                <a:latin typeface="Cambria Math" panose="02040503050406030204" pitchFamily="18" charset="0"/>
                                                <a:ea typeface="Cambria Math" panose="02040503050406030204" pitchFamily="18" charset="0"/>
                                              </a:rPr>
                                              <m:t>−</m:t>
                                            </m:r>
                                          </m:e>
                                        </m:mr>
                                        <m:mr>
                                          <m:e>
                                            <m:r>
                                              <a:rPr lang="de-DE" sz="2800" b="0" i="1" smtClean="0">
                                                <a:latin typeface="Cambria Math" panose="02040503050406030204" pitchFamily="18" charset="0"/>
                                              </a:rPr>
                                              <m:t>+</m:t>
                                            </m:r>
                                          </m:e>
                                        </m:mr>
                                        <m:mr>
                                          <m:e/>
                                        </m:mr>
                                      </m:m>
                                    </m:e>
                                    <m:e>
                                      <m:m>
                                        <m:mPr>
                                          <m:mcs>
                                            <m:mc>
                                              <m:mcPr>
                                                <m:count m:val="1"/>
                                                <m:mcJc m:val="center"/>
                                              </m:mcPr>
                                            </m:mc>
                                          </m:mcs>
                                          <m:ctrlPr>
                                            <a:rPr lang="en-US" sz="2800" i="1" smtClean="0">
                                              <a:latin typeface="Cambria Math" panose="02040503050406030204" pitchFamily="18" charset="0"/>
                                            </a:rPr>
                                          </m:ctrlPr>
                                        </m:mPr>
                                        <m:mr>
                                          <m:e/>
                                        </m:mr>
                                        <m:mr>
                                          <m:e>
                                            <m:r>
                                              <a:rPr lang="de-DE" sz="2800" i="1">
                                                <a:latin typeface="Cambria Math" panose="02040503050406030204" pitchFamily="18" charset="0"/>
                                                <a:ea typeface="Cambria Math" panose="02040503050406030204" pitchFamily="18" charset="0"/>
                                              </a:rPr>
                                              <m:t>−</m:t>
                                            </m:r>
                                          </m:e>
                                        </m:mr>
                                        <m:mr>
                                          <m:e>
                                            <m:r>
                                              <a:rPr lang="de-DE" sz="2800" b="0" i="1" smtClean="0">
                                                <a:latin typeface="Cambria Math" panose="02040503050406030204" pitchFamily="18" charset="0"/>
                                              </a:rPr>
                                              <m:t>+</m:t>
                                            </m:r>
                                          </m:e>
                                        </m:mr>
                                      </m:m>
                                    </m:e>
                                    <m:e>
                                      <m:m>
                                        <m:mPr>
                                          <m:mcs>
                                            <m:mc>
                                              <m:mcPr>
                                                <m:count m:val="1"/>
                                                <m:mcJc m:val="center"/>
                                              </m:mcPr>
                                            </m:mc>
                                          </m:mcs>
                                          <m:ctrlPr>
                                            <a:rPr lang="en-US" sz="2800" i="1" smtClean="0">
                                              <a:latin typeface="Cambria Math" panose="02040503050406030204" pitchFamily="18" charset="0"/>
                                            </a:rPr>
                                          </m:ctrlPr>
                                        </m:mPr>
                                        <m:mr>
                                          <m:e/>
                                        </m:mr>
                                        <m:mr>
                                          <m:e/>
                                        </m:mr>
                                        <m:mr>
                                          <m:e/>
                                        </m:mr>
                                      </m:m>
                                    </m:e>
                                  </m:mr>
                                </m:m>
                              </m:e>
                            </m:mr>
                          </m:m>
                        </m:e>
                      </m:d>
                    </m:oMath>
                  </m:oMathPara>
                </a14:m>
                <a:endParaRPr lang="en-US" sz="2800" dirty="0"/>
              </a:p>
            </p:txBody>
          </p:sp>
        </mc:Choice>
        <mc:Fallback xmlns="">
          <p:sp>
            <p:nvSpPr>
              <p:cNvPr id="60" name="TextBox 59">
                <a:extLst>
                  <a:ext uri="{FF2B5EF4-FFF2-40B4-BE49-F238E27FC236}">
                    <a16:creationId xmlns:a16="http://schemas.microsoft.com/office/drawing/2014/main" id="{8B325D87-7582-D90B-39EB-E8A2C9CDB803}"/>
                  </a:ext>
                </a:extLst>
              </p:cNvPr>
              <p:cNvSpPr txBox="1">
                <a:spLocks noRot="1" noChangeAspect="1" noMove="1" noResize="1" noEditPoints="1" noAdjustHandles="1" noChangeArrowheads="1" noChangeShapeType="1" noTextEdit="1"/>
              </p:cNvSpPr>
              <p:nvPr/>
            </p:nvSpPr>
            <p:spPr>
              <a:xfrm>
                <a:off x="7068122" y="1426328"/>
                <a:ext cx="3412601" cy="2035557"/>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1" name="TextBox 60">
                <a:extLst>
                  <a:ext uri="{FF2B5EF4-FFF2-40B4-BE49-F238E27FC236}">
                    <a16:creationId xmlns:a16="http://schemas.microsoft.com/office/drawing/2014/main" id="{B2A1D673-9F45-CAC6-7837-26A0F9A2DCFD}"/>
                  </a:ext>
                </a:extLst>
              </p:cNvPr>
              <p:cNvSpPr txBox="1"/>
              <p:nvPr/>
            </p:nvSpPr>
            <p:spPr>
              <a:xfrm>
                <a:off x="7176119" y="1014169"/>
                <a:ext cx="310085" cy="369332"/>
              </a:xfrm>
              <a:prstGeom prst="rect">
                <a:avLst/>
              </a:prstGeom>
              <a:noFill/>
            </p:spPr>
            <p:txBody>
              <a:bodyPr wrap="none" lIns="0" tIns="0" rIns="0" bIns="0" rtlCol="0">
                <a:spAutoFit/>
              </a:bodyPr>
              <a:lstStyle/>
              <a:p>
                <a:pPr/>
                <a14:m>
                  <m:oMathPara xmlns:m="http://schemas.openxmlformats.org/officeDocument/2006/math">
                    <m:oMath>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𝑟</m:t>
                          </m:r>
                        </m:e>
                        <m:sub>
                          <m:r>
                            <a:rPr lang="de-DE" sz="2400" b="0" i="1" smtClean="0">
                              <a:latin typeface="Cambria Math" panose="02040503050406030204" pitchFamily="18" charset="0"/>
                            </a:rPr>
                            <m:t>1</m:t>
                          </m:r>
                        </m:sub>
                      </m:sSub>
                    </m:oMath>
                  </m:oMathPara>
                </a14:m>
                <a:endParaRPr lang="en-US" sz="2400" dirty="0"/>
              </a:p>
            </p:txBody>
          </p:sp>
        </mc:Choice>
        <mc:Fallback xmlns="">
          <p:sp>
            <p:nvSpPr>
              <p:cNvPr id="61" name="TextBox 60">
                <a:extLst>
                  <a:ext uri="{FF2B5EF4-FFF2-40B4-BE49-F238E27FC236}">
                    <a16:creationId xmlns:a16="http://schemas.microsoft.com/office/drawing/2014/main" id="{B2A1D673-9F45-CAC6-7837-26A0F9A2DCFD}"/>
                  </a:ext>
                </a:extLst>
              </p:cNvPr>
              <p:cNvSpPr txBox="1">
                <a:spLocks noRot="1" noChangeAspect="1" noMove="1" noResize="1" noEditPoints="1" noAdjustHandles="1" noChangeArrowheads="1" noChangeShapeType="1" noTextEdit="1"/>
              </p:cNvSpPr>
              <p:nvPr/>
            </p:nvSpPr>
            <p:spPr>
              <a:xfrm>
                <a:off x="7176119" y="1014169"/>
                <a:ext cx="310085" cy="369332"/>
              </a:xfrm>
              <a:prstGeom prst="rect">
                <a:avLst/>
              </a:prstGeom>
              <a:blipFill>
                <a:blip r:embed="rId14"/>
                <a:stretch>
                  <a:fillRect l="-13725" r="-9804" b="-1147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4B8CD813-1B63-2A10-49F8-8C3DF38DC83E}"/>
                  </a:ext>
                </a:extLst>
              </p:cNvPr>
              <p:cNvSpPr txBox="1"/>
              <p:nvPr/>
            </p:nvSpPr>
            <p:spPr>
              <a:xfrm>
                <a:off x="7884599" y="970070"/>
                <a:ext cx="317202" cy="369332"/>
              </a:xfrm>
              <a:prstGeom prst="rect">
                <a:avLst/>
              </a:prstGeom>
              <a:noFill/>
            </p:spPr>
            <p:txBody>
              <a:bodyPr wrap="none" lIns="0" tIns="0" rIns="0" bIns="0" rtlCol="0">
                <a:spAutoFit/>
              </a:bodyPr>
              <a:lstStyle/>
              <a:p>
                <a:pPr/>
                <a14:m>
                  <m:oMathPara xmlns:m="http://schemas.openxmlformats.org/officeDocument/2006/math">
                    <m:oMath>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𝑟</m:t>
                          </m:r>
                        </m:e>
                        <m:sub>
                          <m:r>
                            <a:rPr lang="de-DE" sz="2400" b="0" i="1" smtClean="0">
                              <a:latin typeface="Cambria Math" panose="02040503050406030204" pitchFamily="18" charset="0"/>
                            </a:rPr>
                            <m:t>2</m:t>
                          </m:r>
                        </m:sub>
                      </m:sSub>
                    </m:oMath>
                  </m:oMathPara>
                </a14:m>
                <a:endParaRPr lang="en-US" sz="2400" dirty="0"/>
              </a:p>
            </p:txBody>
          </p:sp>
        </mc:Choice>
        <mc:Fallback xmlns="">
          <p:sp>
            <p:nvSpPr>
              <p:cNvPr id="62" name="TextBox 61">
                <a:extLst>
                  <a:ext uri="{FF2B5EF4-FFF2-40B4-BE49-F238E27FC236}">
                    <a16:creationId xmlns:a16="http://schemas.microsoft.com/office/drawing/2014/main" id="{4B8CD813-1B63-2A10-49F8-8C3DF38DC83E}"/>
                  </a:ext>
                </a:extLst>
              </p:cNvPr>
              <p:cNvSpPr txBox="1">
                <a:spLocks noRot="1" noChangeAspect="1" noMove="1" noResize="1" noEditPoints="1" noAdjustHandles="1" noChangeArrowheads="1" noChangeShapeType="1" noTextEdit="1"/>
              </p:cNvSpPr>
              <p:nvPr/>
            </p:nvSpPr>
            <p:spPr>
              <a:xfrm>
                <a:off x="7884599" y="970070"/>
                <a:ext cx="317202" cy="369332"/>
              </a:xfrm>
              <a:prstGeom prst="rect">
                <a:avLst/>
              </a:prstGeom>
              <a:blipFill>
                <a:blip r:embed="rId15"/>
                <a:stretch>
                  <a:fillRect l="-13462" r="-9615" b="-1147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3" name="TextBox 62">
                <a:extLst>
                  <a:ext uri="{FF2B5EF4-FFF2-40B4-BE49-F238E27FC236}">
                    <a16:creationId xmlns:a16="http://schemas.microsoft.com/office/drawing/2014/main" id="{060B889B-C448-2D7F-1F19-98D46BF790AE}"/>
                  </a:ext>
                </a:extLst>
              </p:cNvPr>
              <p:cNvSpPr txBox="1"/>
              <p:nvPr/>
            </p:nvSpPr>
            <p:spPr>
              <a:xfrm>
                <a:off x="8600197" y="970070"/>
                <a:ext cx="317202" cy="369332"/>
              </a:xfrm>
              <a:prstGeom prst="rect">
                <a:avLst/>
              </a:prstGeom>
              <a:noFill/>
            </p:spPr>
            <p:txBody>
              <a:bodyPr wrap="none" lIns="0" tIns="0" rIns="0" bIns="0" rtlCol="0">
                <a:spAutoFit/>
              </a:bodyPr>
              <a:lstStyle/>
              <a:p>
                <a:pPr/>
                <a14:m>
                  <m:oMathPara xmlns:m="http://schemas.openxmlformats.org/officeDocument/2006/math">
                    <m:oMath>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𝑟</m:t>
                          </m:r>
                        </m:e>
                        <m:sub>
                          <m:r>
                            <a:rPr lang="de-DE" sz="2400" b="0" i="1" smtClean="0">
                              <a:latin typeface="Cambria Math" panose="02040503050406030204" pitchFamily="18" charset="0"/>
                            </a:rPr>
                            <m:t>3</m:t>
                          </m:r>
                        </m:sub>
                      </m:sSub>
                    </m:oMath>
                  </m:oMathPara>
                </a14:m>
                <a:endParaRPr lang="en-US" sz="2400" dirty="0"/>
              </a:p>
            </p:txBody>
          </p:sp>
        </mc:Choice>
        <mc:Fallback xmlns="">
          <p:sp>
            <p:nvSpPr>
              <p:cNvPr id="63" name="TextBox 62">
                <a:extLst>
                  <a:ext uri="{FF2B5EF4-FFF2-40B4-BE49-F238E27FC236}">
                    <a16:creationId xmlns:a16="http://schemas.microsoft.com/office/drawing/2014/main" id="{060B889B-C448-2D7F-1F19-98D46BF790AE}"/>
                  </a:ext>
                </a:extLst>
              </p:cNvPr>
              <p:cNvSpPr txBox="1">
                <a:spLocks noRot="1" noChangeAspect="1" noMove="1" noResize="1" noEditPoints="1" noAdjustHandles="1" noChangeArrowheads="1" noChangeShapeType="1" noTextEdit="1"/>
              </p:cNvSpPr>
              <p:nvPr/>
            </p:nvSpPr>
            <p:spPr>
              <a:xfrm>
                <a:off x="8600197" y="970070"/>
                <a:ext cx="317202" cy="369332"/>
              </a:xfrm>
              <a:prstGeom prst="rect">
                <a:avLst/>
              </a:prstGeom>
              <a:blipFill>
                <a:blip r:embed="rId16"/>
                <a:stretch>
                  <a:fillRect l="-15385" r="-9615" b="-1147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4" name="TextBox 63">
                <a:extLst>
                  <a:ext uri="{FF2B5EF4-FFF2-40B4-BE49-F238E27FC236}">
                    <a16:creationId xmlns:a16="http://schemas.microsoft.com/office/drawing/2014/main" id="{A04F64FD-F9FD-4F2F-3267-BDCC4FD98ACE}"/>
                  </a:ext>
                </a:extLst>
              </p:cNvPr>
              <p:cNvSpPr txBox="1"/>
              <p:nvPr/>
            </p:nvSpPr>
            <p:spPr>
              <a:xfrm>
                <a:off x="9331921" y="970070"/>
                <a:ext cx="304058" cy="369332"/>
              </a:xfrm>
              <a:prstGeom prst="rect">
                <a:avLst/>
              </a:prstGeom>
              <a:noFill/>
            </p:spPr>
            <p:txBody>
              <a:bodyPr wrap="none" lIns="0" tIns="0" rIns="0" bIns="0" rtlCol="0">
                <a:spAutoFit/>
              </a:bodyPr>
              <a:lstStyle/>
              <a:p>
                <a:pPr/>
                <a14:m>
                  <m:oMathPara xmlns:m="http://schemas.openxmlformats.org/officeDocument/2006/math">
                    <m:oMath>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𝑟</m:t>
                          </m:r>
                        </m:e>
                        <m:sub>
                          <m:r>
                            <a:rPr lang="de-DE" sz="2400" b="0" i="1" smtClean="0">
                              <a:latin typeface="Cambria Math" panose="02040503050406030204" pitchFamily="18" charset="0"/>
                            </a:rPr>
                            <m:t>4</m:t>
                          </m:r>
                        </m:sub>
                      </m:sSub>
                    </m:oMath>
                  </m:oMathPara>
                </a14:m>
                <a:endParaRPr lang="en-US" sz="2400" dirty="0"/>
              </a:p>
            </p:txBody>
          </p:sp>
        </mc:Choice>
        <mc:Fallback xmlns="">
          <p:sp>
            <p:nvSpPr>
              <p:cNvPr id="64" name="TextBox 63">
                <a:extLst>
                  <a:ext uri="{FF2B5EF4-FFF2-40B4-BE49-F238E27FC236}">
                    <a16:creationId xmlns:a16="http://schemas.microsoft.com/office/drawing/2014/main" id="{A04F64FD-F9FD-4F2F-3267-BDCC4FD98ACE}"/>
                  </a:ext>
                </a:extLst>
              </p:cNvPr>
              <p:cNvSpPr txBox="1">
                <a:spLocks noRot="1" noChangeAspect="1" noMove="1" noResize="1" noEditPoints="1" noAdjustHandles="1" noChangeArrowheads="1" noChangeShapeType="1" noTextEdit="1"/>
              </p:cNvSpPr>
              <p:nvPr/>
            </p:nvSpPr>
            <p:spPr>
              <a:xfrm>
                <a:off x="9331921" y="970070"/>
                <a:ext cx="304058" cy="369332"/>
              </a:xfrm>
              <a:prstGeom prst="rect">
                <a:avLst/>
              </a:prstGeom>
              <a:blipFill>
                <a:blip r:embed="rId17"/>
                <a:stretch>
                  <a:fillRect l="-16000" r="-10000" b="-1147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5" name="TextBox 64">
                <a:extLst>
                  <a:ext uri="{FF2B5EF4-FFF2-40B4-BE49-F238E27FC236}">
                    <a16:creationId xmlns:a16="http://schemas.microsoft.com/office/drawing/2014/main" id="{C502589E-6252-3888-775F-9E40FACCAF58}"/>
                  </a:ext>
                </a:extLst>
              </p:cNvPr>
              <p:cNvSpPr txBox="1"/>
              <p:nvPr/>
            </p:nvSpPr>
            <p:spPr>
              <a:xfrm>
                <a:off x="9964288" y="985379"/>
                <a:ext cx="317202" cy="369332"/>
              </a:xfrm>
              <a:prstGeom prst="rect">
                <a:avLst/>
              </a:prstGeom>
              <a:noFill/>
            </p:spPr>
            <p:txBody>
              <a:bodyPr wrap="none" lIns="0" tIns="0" rIns="0" bIns="0" rtlCol="0">
                <a:spAutoFit/>
              </a:bodyPr>
              <a:lstStyle/>
              <a:p>
                <a:pPr/>
                <a14:m>
                  <m:oMathPara xmlns:m="http://schemas.openxmlformats.org/officeDocument/2006/math">
                    <m:oMath>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𝑟</m:t>
                          </m:r>
                        </m:e>
                        <m:sub>
                          <m:r>
                            <a:rPr lang="de-DE" sz="2400" b="0" i="1" smtClean="0">
                              <a:latin typeface="Cambria Math" panose="02040503050406030204" pitchFamily="18" charset="0"/>
                            </a:rPr>
                            <m:t>5</m:t>
                          </m:r>
                        </m:sub>
                      </m:sSub>
                    </m:oMath>
                  </m:oMathPara>
                </a14:m>
                <a:endParaRPr lang="en-US" sz="2400" dirty="0"/>
              </a:p>
            </p:txBody>
          </p:sp>
        </mc:Choice>
        <mc:Fallback xmlns="">
          <p:sp>
            <p:nvSpPr>
              <p:cNvPr id="65" name="TextBox 64">
                <a:extLst>
                  <a:ext uri="{FF2B5EF4-FFF2-40B4-BE49-F238E27FC236}">
                    <a16:creationId xmlns:a16="http://schemas.microsoft.com/office/drawing/2014/main" id="{C502589E-6252-3888-775F-9E40FACCAF58}"/>
                  </a:ext>
                </a:extLst>
              </p:cNvPr>
              <p:cNvSpPr txBox="1">
                <a:spLocks noRot="1" noChangeAspect="1" noMove="1" noResize="1" noEditPoints="1" noAdjustHandles="1" noChangeArrowheads="1" noChangeShapeType="1" noTextEdit="1"/>
              </p:cNvSpPr>
              <p:nvPr/>
            </p:nvSpPr>
            <p:spPr>
              <a:xfrm>
                <a:off x="9964288" y="985379"/>
                <a:ext cx="317202" cy="369332"/>
              </a:xfrm>
              <a:prstGeom prst="rect">
                <a:avLst/>
              </a:prstGeom>
              <a:blipFill>
                <a:blip r:embed="rId18"/>
                <a:stretch>
                  <a:fillRect l="-15385" r="-9615" b="-1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6" name="TextBox 65">
                <a:extLst>
                  <a:ext uri="{FF2B5EF4-FFF2-40B4-BE49-F238E27FC236}">
                    <a16:creationId xmlns:a16="http://schemas.microsoft.com/office/drawing/2014/main" id="{EB1071E2-A5E5-EA18-97BF-2B7A3886834B}"/>
                  </a:ext>
                </a:extLst>
              </p:cNvPr>
              <p:cNvSpPr txBox="1"/>
              <p:nvPr/>
            </p:nvSpPr>
            <p:spPr>
              <a:xfrm>
                <a:off x="6551383" y="1282068"/>
                <a:ext cx="454483" cy="369332"/>
              </a:xfrm>
              <a:prstGeom prst="rect">
                <a:avLst/>
              </a:prstGeom>
              <a:noFill/>
            </p:spPr>
            <p:txBody>
              <a:bodyPr wrap="none" lIns="0" tIns="0" rIns="0" bIns="0" rtlCol="0">
                <a:spAutoFit/>
              </a:bodyPr>
              <a:lstStyle/>
              <a:p>
                <a:pPr/>
                <a14:m>
                  <m:oMathPara xmlns:m="http://schemas.openxmlformats.org/officeDocument/2006/math">
                    <m:oMath>
                      <m:sSub>
                        <m:sSubPr>
                          <m:ctrlPr>
                            <a:rPr lang="de-DE" sz="2400" b="0" i="1" smtClean="0">
                              <a:latin typeface="Cambria Math" panose="02040503050406030204" pitchFamily="18" charset="0"/>
                            </a:rPr>
                          </m:ctrlPr>
                        </m:sSubPr>
                        <m:e>
                          <m:r>
                            <m:rPr>
                              <m:sty m:val="p"/>
                            </m:rPr>
                            <a:rPr lang="de-DE" sz="2400" b="0" i="1" smtClean="0">
                              <a:latin typeface="Cambria Math" panose="02040503050406030204" pitchFamily="18" charset="0"/>
                            </a:rPr>
                            <m:t>m</m:t>
                          </m:r>
                        </m:e>
                        <m:sub>
                          <m:r>
                            <a:rPr lang="de-DE" sz="2400" b="0" i="1" smtClean="0">
                              <a:latin typeface="Cambria Math" panose="02040503050406030204" pitchFamily="18" charset="0"/>
                            </a:rPr>
                            <m:t>1</m:t>
                          </m:r>
                        </m:sub>
                      </m:sSub>
                    </m:oMath>
                  </m:oMathPara>
                </a14:m>
                <a:endParaRPr lang="en-US" sz="2400" dirty="0"/>
              </a:p>
            </p:txBody>
          </p:sp>
        </mc:Choice>
        <mc:Fallback xmlns="">
          <p:sp>
            <p:nvSpPr>
              <p:cNvPr id="66" name="TextBox 65">
                <a:extLst>
                  <a:ext uri="{FF2B5EF4-FFF2-40B4-BE49-F238E27FC236}">
                    <a16:creationId xmlns:a16="http://schemas.microsoft.com/office/drawing/2014/main" id="{EB1071E2-A5E5-EA18-97BF-2B7A3886834B}"/>
                  </a:ext>
                </a:extLst>
              </p:cNvPr>
              <p:cNvSpPr txBox="1">
                <a:spLocks noRot="1" noChangeAspect="1" noMove="1" noResize="1" noEditPoints="1" noAdjustHandles="1" noChangeArrowheads="1" noChangeShapeType="1" noTextEdit="1"/>
              </p:cNvSpPr>
              <p:nvPr/>
            </p:nvSpPr>
            <p:spPr>
              <a:xfrm>
                <a:off x="6551383" y="1282068"/>
                <a:ext cx="454483" cy="369332"/>
              </a:xfrm>
              <a:prstGeom prst="rect">
                <a:avLst/>
              </a:prstGeom>
              <a:blipFill>
                <a:blip r:embed="rId19"/>
                <a:stretch>
                  <a:fillRect l="-10811" r="-6757" b="-1147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0" name="TextBox 69">
                <a:extLst>
                  <a:ext uri="{FF2B5EF4-FFF2-40B4-BE49-F238E27FC236}">
                    <a16:creationId xmlns:a16="http://schemas.microsoft.com/office/drawing/2014/main" id="{9695C865-6537-357F-E740-4FCBB764175A}"/>
                  </a:ext>
                </a:extLst>
              </p:cNvPr>
              <p:cNvSpPr txBox="1"/>
              <p:nvPr/>
            </p:nvSpPr>
            <p:spPr>
              <a:xfrm>
                <a:off x="4596414" y="2408689"/>
                <a:ext cx="527465" cy="461665"/>
              </a:xfrm>
              <a:prstGeom prst="rect">
                <a:avLst/>
              </a:prstGeom>
              <a:noFill/>
            </p:spPr>
            <p:txBody>
              <a:bodyPr wrap="square">
                <a:spAutoFit/>
              </a:bodyPr>
              <a:lstStyle/>
              <a:p>
                <a:pPr/>
                <a14:m>
                  <m:oMathPara xmlns:m="http://schemas.openxmlformats.org/officeDocument/2006/math">
                    <m:oMath>
                      <m:sSub>
                        <m:sSubPr>
                          <m:ctrlPr>
                            <a:rPr lang="de-DE" sz="2400" b="0" i="1" smtClean="0">
                              <a:solidFill>
                                <a:schemeClr val="bg1"/>
                              </a:solidFill>
                              <a:latin typeface="Cambria Math" panose="02040503050406030204" pitchFamily="18" charset="0"/>
                            </a:rPr>
                          </m:ctrlPr>
                        </m:sSubPr>
                        <m:e>
                          <m:r>
                            <m:rPr>
                              <m:sty m:val="p"/>
                            </m:rPr>
                            <a:rPr lang="de-DE" sz="2400" b="0" i="1" smtClean="0">
                              <a:solidFill>
                                <a:schemeClr val="bg1"/>
                              </a:solidFill>
                              <a:latin typeface="Cambria Math" panose="02040503050406030204" pitchFamily="18" charset="0"/>
                            </a:rPr>
                            <m:t>r</m:t>
                          </m:r>
                        </m:e>
                        <m:sub>
                          <m:r>
                            <a:rPr lang="de-DE" sz="2400" b="0" i="1" smtClean="0">
                              <a:solidFill>
                                <a:schemeClr val="bg1"/>
                              </a:solidFill>
                              <a:latin typeface="Cambria Math" panose="02040503050406030204" pitchFamily="18" charset="0"/>
                            </a:rPr>
                            <m:t>4</m:t>
                          </m:r>
                        </m:sub>
                      </m:sSub>
                    </m:oMath>
                  </m:oMathPara>
                </a14:m>
                <a:endParaRPr lang="en-US" sz="2400" dirty="0">
                  <a:solidFill>
                    <a:schemeClr val="bg1"/>
                  </a:solidFill>
                </a:endParaRPr>
              </a:p>
            </p:txBody>
          </p:sp>
        </mc:Choice>
        <mc:Fallback xmlns="">
          <p:sp>
            <p:nvSpPr>
              <p:cNvPr id="70" name="TextBox 69">
                <a:extLst>
                  <a:ext uri="{FF2B5EF4-FFF2-40B4-BE49-F238E27FC236}">
                    <a16:creationId xmlns:a16="http://schemas.microsoft.com/office/drawing/2014/main" id="{9695C865-6537-357F-E740-4FCBB764175A}"/>
                  </a:ext>
                </a:extLst>
              </p:cNvPr>
              <p:cNvSpPr txBox="1">
                <a:spLocks noRot="1" noChangeAspect="1" noMove="1" noResize="1" noEditPoints="1" noAdjustHandles="1" noChangeArrowheads="1" noChangeShapeType="1" noTextEdit="1"/>
              </p:cNvSpPr>
              <p:nvPr/>
            </p:nvSpPr>
            <p:spPr>
              <a:xfrm>
                <a:off x="4596414" y="2408689"/>
                <a:ext cx="527465" cy="461665"/>
              </a:xfrm>
              <a:prstGeom prst="rect">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2" name="TextBox 71">
                <a:extLst>
                  <a:ext uri="{FF2B5EF4-FFF2-40B4-BE49-F238E27FC236}">
                    <a16:creationId xmlns:a16="http://schemas.microsoft.com/office/drawing/2014/main" id="{6D7F4E63-CF2C-A91D-E9A3-58DAA35CCE9A}"/>
                  </a:ext>
                </a:extLst>
              </p:cNvPr>
              <p:cNvSpPr txBox="1"/>
              <p:nvPr/>
            </p:nvSpPr>
            <p:spPr>
              <a:xfrm>
                <a:off x="2897863" y="1302222"/>
                <a:ext cx="656402" cy="461665"/>
              </a:xfrm>
              <a:prstGeom prst="rect">
                <a:avLst/>
              </a:prstGeom>
              <a:noFill/>
            </p:spPr>
            <p:txBody>
              <a:bodyPr wrap="square">
                <a:spAutoFit/>
              </a:bodyPr>
              <a:lstStyle/>
              <a:p>
                <a:pPr/>
                <a14:m>
                  <m:oMathPara xmlns:m="http://schemas.openxmlformats.org/officeDocument/2006/math">
                    <m:oMath>
                      <m:sSub>
                        <m:sSubPr>
                          <m:ctrlPr>
                            <a:rPr lang="de-DE" sz="2400" b="0" i="1" smtClean="0">
                              <a:solidFill>
                                <a:schemeClr val="bg1"/>
                              </a:solidFill>
                              <a:latin typeface="Cambria Math" panose="02040503050406030204" pitchFamily="18" charset="0"/>
                            </a:rPr>
                          </m:ctrlPr>
                        </m:sSubPr>
                        <m:e>
                          <m:r>
                            <m:rPr>
                              <m:sty m:val="p"/>
                            </m:rPr>
                            <a:rPr lang="de-DE" sz="2400" b="0" i="1" smtClean="0">
                              <a:solidFill>
                                <a:schemeClr val="bg1"/>
                              </a:solidFill>
                              <a:latin typeface="Cambria Math" panose="02040503050406030204" pitchFamily="18" charset="0"/>
                            </a:rPr>
                            <m:t>r</m:t>
                          </m:r>
                        </m:e>
                        <m:sub>
                          <m:r>
                            <a:rPr lang="de-DE" sz="2400" b="0" i="1" smtClean="0">
                              <a:solidFill>
                                <a:schemeClr val="bg1"/>
                              </a:solidFill>
                              <a:latin typeface="Cambria Math" panose="02040503050406030204" pitchFamily="18" charset="0"/>
                            </a:rPr>
                            <m:t>2</m:t>
                          </m:r>
                        </m:sub>
                      </m:sSub>
                    </m:oMath>
                  </m:oMathPara>
                </a14:m>
                <a:endParaRPr lang="en-US" sz="2400" dirty="0">
                  <a:solidFill>
                    <a:schemeClr val="bg1"/>
                  </a:solidFill>
                </a:endParaRPr>
              </a:p>
            </p:txBody>
          </p:sp>
        </mc:Choice>
        <mc:Fallback xmlns="">
          <p:sp>
            <p:nvSpPr>
              <p:cNvPr id="72" name="TextBox 71">
                <a:extLst>
                  <a:ext uri="{FF2B5EF4-FFF2-40B4-BE49-F238E27FC236}">
                    <a16:creationId xmlns:a16="http://schemas.microsoft.com/office/drawing/2014/main" id="{6D7F4E63-CF2C-A91D-E9A3-58DAA35CCE9A}"/>
                  </a:ext>
                </a:extLst>
              </p:cNvPr>
              <p:cNvSpPr txBox="1">
                <a:spLocks noRot="1" noChangeAspect="1" noMove="1" noResize="1" noEditPoints="1" noAdjustHandles="1" noChangeArrowheads="1" noChangeShapeType="1" noTextEdit="1"/>
              </p:cNvSpPr>
              <p:nvPr/>
            </p:nvSpPr>
            <p:spPr>
              <a:xfrm>
                <a:off x="2897863" y="1302222"/>
                <a:ext cx="656402" cy="461665"/>
              </a:xfrm>
              <a:prstGeom prst="rect">
                <a:avLst/>
              </a:prstGeom>
              <a:blipFill>
                <a:blip r:embed="rId2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4" name="TextBox 73">
                <a:extLst>
                  <a:ext uri="{FF2B5EF4-FFF2-40B4-BE49-F238E27FC236}">
                    <a16:creationId xmlns:a16="http://schemas.microsoft.com/office/drawing/2014/main" id="{961520EA-D790-DD29-D272-01CFBE32B4C1}"/>
                  </a:ext>
                </a:extLst>
              </p:cNvPr>
              <p:cNvSpPr txBox="1"/>
              <p:nvPr/>
            </p:nvSpPr>
            <p:spPr>
              <a:xfrm>
                <a:off x="2984414" y="3517908"/>
                <a:ext cx="495606" cy="461665"/>
              </a:xfrm>
              <a:prstGeom prst="rect">
                <a:avLst/>
              </a:prstGeom>
              <a:noFill/>
            </p:spPr>
            <p:txBody>
              <a:bodyPr wrap="square">
                <a:spAutoFit/>
              </a:bodyPr>
              <a:lstStyle/>
              <a:p>
                <a:pPr/>
                <a14:m>
                  <m:oMathPara xmlns:m="http://schemas.openxmlformats.org/officeDocument/2006/math">
                    <m:oMath>
                      <m:sSub>
                        <m:sSubPr>
                          <m:ctrlPr>
                            <a:rPr lang="de-DE" sz="2400" b="0" i="1" smtClean="0">
                              <a:solidFill>
                                <a:schemeClr val="bg1"/>
                              </a:solidFill>
                              <a:latin typeface="Cambria Math" panose="02040503050406030204" pitchFamily="18" charset="0"/>
                            </a:rPr>
                          </m:ctrlPr>
                        </m:sSubPr>
                        <m:e>
                          <m:r>
                            <m:rPr>
                              <m:sty m:val="p"/>
                            </m:rPr>
                            <a:rPr lang="de-DE" sz="2400" b="0" i="1" smtClean="0">
                              <a:solidFill>
                                <a:schemeClr val="bg1"/>
                              </a:solidFill>
                              <a:latin typeface="Cambria Math" panose="02040503050406030204" pitchFamily="18" charset="0"/>
                            </a:rPr>
                            <m:t>r</m:t>
                          </m:r>
                        </m:e>
                        <m:sub>
                          <m:r>
                            <a:rPr lang="de-DE" sz="2400" b="0" i="1" smtClean="0">
                              <a:solidFill>
                                <a:schemeClr val="bg1"/>
                              </a:solidFill>
                              <a:latin typeface="Cambria Math" panose="02040503050406030204" pitchFamily="18" charset="0"/>
                            </a:rPr>
                            <m:t>3</m:t>
                          </m:r>
                        </m:sub>
                      </m:sSub>
                    </m:oMath>
                  </m:oMathPara>
                </a14:m>
                <a:endParaRPr lang="en-US" sz="2400" dirty="0">
                  <a:solidFill>
                    <a:schemeClr val="bg1"/>
                  </a:solidFill>
                </a:endParaRPr>
              </a:p>
            </p:txBody>
          </p:sp>
        </mc:Choice>
        <mc:Fallback xmlns="">
          <p:sp>
            <p:nvSpPr>
              <p:cNvPr id="74" name="TextBox 73">
                <a:extLst>
                  <a:ext uri="{FF2B5EF4-FFF2-40B4-BE49-F238E27FC236}">
                    <a16:creationId xmlns:a16="http://schemas.microsoft.com/office/drawing/2014/main" id="{961520EA-D790-DD29-D272-01CFBE32B4C1}"/>
                  </a:ext>
                </a:extLst>
              </p:cNvPr>
              <p:cNvSpPr txBox="1">
                <a:spLocks noRot="1" noChangeAspect="1" noMove="1" noResize="1" noEditPoints="1" noAdjustHandles="1" noChangeArrowheads="1" noChangeShapeType="1" noTextEdit="1"/>
              </p:cNvSpPr>
              <p:nvPr/>
            </p:nvSpPr>
            <p:spPr>
              <a:xfrm>
                <a:off x="2984414" y="3517908"/>
                <a:ext cx="495606" cy="461665"/>
              </a:xfrm>
              <a:prstGeom prst="rect">
                <a:avLst/>
              </a:prstGeom>
              <a:blipFill>
                <a:blip r:embed="rId2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7" name="TextBox 76">
                <a:extLst>
                  <a:ext uri="{FF2B5EF4-FFF2-40B4-BE49-F238E27FC236}">
                    <a16:creationId xmlns:a16="http://schemas.microsoft.com/office/drawing/2014/main" id="{875D9339-B241-B2AB-DFAC-04F6396D7927}"/>
                  </a:ext>
                </a:extLst>
              </p:cNvPr>
              <p:cNvSpPr txBox="1"/>
              <p:nvPr/>
            </p:nvSpPr>
            <p:spPr>
              <a:xfrm>
                <a:off x="1152854" y="2406979"/>
                <a:ext cx="527465" cy="461665"/>
              </a:xfrm>
              <a:prstGeom prst="rect">
                <a:avLst/>
              </a:prstGeom>
              <a:noFill/>
            </p:spPr>
            <p:txBody>
              <a:bodyPr wrap="square">
                <a:spAutoFit/>
              </a:bodyPr>
              <a:lstStyle/>
              <a:p>
                <a:pPr/>
                <a14:m>
                  <m:oMathPara xmlns:m="http://schemas.openxmlformats.org/officeDocument/2006/math">
                    <m:oMath>
                      <m:sSub>
                        <m:sSubPr>
                          <m:ctrlPr>
                            <a:rPr lang="de-DE" sz="2400" b="0" i="1" smtClean="0">
                              <a:solidFill>
                                <a:schemeClr val="bg1"/>
                              </a:solidFill>
                              <a:latin typeface="Cambria Math" panose="02040503050406030204" pitchFamily="18" charset="0"/>
                            </a:rPr>
                          </m:ctrlPr>
                        </m:sSubPr>
                        <m:e>
                          <m:r>
                            <m:rPr>
                              <m:sty m:val="p"/>
                            </m:rPr>
                            <a:rPr lang="de-DE" sz="2400" b="0" i="1" smtClean="0">
                              <a:solidFill>
                                <a:schemeClr val="bg1"/>
                              </a:solidFill>
                              <a:latin typeface="Cambria Math" panose="02040503050406030204" pitchFamily="18" charset="0"/>
                            </a:rPr>
                            <m:t>r</m:t>
                          </m:r>
                        </m:e>
                        <m:sub>
                          <m:r>
                            <a:rPr lang="de-DE" sz="2400" b="0" i="1" smtClean="0">
                              <a:solidFill>
                                <a:schemeClr val="bg1"/>
                              </a:solidFill>
                              <a:latin typeface="Cambria Math" panose="02040503050406030204" pitchFamily="18" charset="0"/>
                            </a:rPr>
                            <m:t>1</m:t>
                          </m:r>
                        </m:sub>
                      </m:sSub>
                    </m:oMath>
                  </m:oMathPara>
                </a14:m>
                <a:endParaRPr lang="en-US" sz="2400" dirty="0">
                  <a:solidFill>
                    <a:schemeClr val="bg1"/>
                  </a:solidFill>
                </a:endParaRPr>
              </a:p>
            </p:txBody>
          </p:sp>
        </mc:Choice>
        <mc:Fallback xmlns="">
          <p:sp>
            <p:nvSpPr>
              <p:cNvPr id="77" name="TextBox 76">
                <a:extLst>
                  <a:ext uri="{FF2B5EF4-FFF2-40B4-BE49-F238E27FC236}">
                    <a16:creationId xmlns:a16="http://schemas.microsoft.com/office/drawing/2014/main" id="{875D9339-B241-B2AB-DFAC-04F6396D7927}"/>
                  </a:ext>
                </a:extLst>
              </p:cNvPr>
              <p:cNvSpPr txBox="1">
                <a:spLocks noRot="1" noChangeAspect="1" noMove="1" noResize="1" noEditPoints="1" noAdjustHandles="1" noChangeArrowheads="1" noChangeShapeType="1" noTextEdit="1"/>
              </p:cNvSpPr>
              <p:nvPr/>
            </p:nvSpPr>
            <p:spPr>
              <a:xfrm>
                <a:off x="1152854" y="2406979"/>
                <a:ext cx="527465" cy="461665"/>
              </a:xfrm>
              <a:prstGeom prst="rect">
                <a:avLst/>
              </a:prstGeom>
              <a:blipFill>
                <a:blip r:embed="rId2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8" name="TextBox 77">
                <a:extLst>
                  <a:ext uri="{FF2B5EF4-FFF2-40B4-BE49-F238E27FC236}">
                    <a16:creationId xmlns:a16="http://schemas.microsoft.com/office/drawing/2014/main" id="{1692253F-752D-DC06-E8E0-FE6070AA3522}"/>
                  </a:ext>
                </a:extLst>
              </p:cNvPr>
              <p:cNvSpPr txBox="1"/>
              <p:nvPr/>
            </p:nvSpPr>
            <p:spPr>
              <a:xfrm>
                <a:off x="6551383" y="1812484"/>
                <a:ext cx="461601" cy="369332"/>
              </a:xfrm>
              <a:prstGeom prst="rect">
                <a:avLst/>
              </a:prstGeom>
              <a:noFill/>
            </p:spPr>
            <p:txBody>
              <a:bodyPr wrap="none" lIns="0" tIns="0" rIns="0" bIns="0" rtlCol="0">
                <a:spAutoFit/>
              </a:bodyPr>
              <a:lstStyle/>
              <a:p>
                <a:pPr/>
                <a14:m>
                  <m:oMathPara xmlns:m="http://schemas.openxmlformats.org/officeDocument/2006/math">
                    <m:oMath>
                      <m:sSub>
                        <m:sSubPr>
                          <m:ctrlPr>
                            <a:rPr lang="de-DE" sz="2400" b="0" i="1" smtClean="0">
                              <a:latin typeface="Cambria Math" panose="02040503050406030204" pitchFamily="18" charset="0"/>
                            </a:rPr>
                          </m:ctrlPr>
                        </m:sSubPr>
                        <m:e>
                          <m:r>
                            <m:rPr>
                              <m:sty m:val="p"/>
                            </m:rPr>
                            <a:rPr lang="de-DE" sz="2400" b="0" i="1" smtClean="0">
                              <a:latin typeface="Cambria Math" panose="02040503050406030204" pitchFamily="18" charset="0"/>
                            </a:rPr>
                            <m:t>m</m:t>
                          </m:r>
                        </m:e>
                        <m:sub>
                          <m:r>
                            <a:rPr lang="de-DE" sz="2400" b="0" i="1" smtClean="0">
                              <a:latin typeface="Cambria Math" panose="02040503050406030204" pitchFamily="18" charset="0"/>
                            </a:rPr>
                            <m:t>2</m:t>
                          </m:r>
                        </m:sub>
                      </m:sSub>
                    </m:oMath>
                  </m:oMathPara>
                </a14:m>
                <a:endParaRPr lang="en-US" sz="2400" dirty="0"/>
              </a:p>
            </p:txBody>
          </p:sp>
        </mc:Choice>
        <mc:Fallback xmlns="">
          <p:sp>
            <p:nvSpPr>
              <p:cNvPr id="78" name="TextBox 77">
                <a:extLst>
                  <a:ext uri="{FF2B5EF4-FFF2-40B4-BE49-F238E27FC236}">
                    <a16:creationId xmlns:a16="http://schemas.microsoft.com/office/drawing/2014/main" id="{1692253F-752D-DC06-E8E0-FE6070AA3522}"/>
                  </a:ext>
                </a:extLst>
              </p:cNvPr>
              <p:cNvSpPr txBox="1">
                <a:spLocks noRot="1" noChangeAspect="1" noMove="1" noResize="1" noEditPoints="1" noAdjustHandles="1" noChangeArrowheads="1" noChangeShapeType="1" noTextEdit="1"/>
              </p:cNvSpPr>
              <p:nvPr/>
            </p:nvSpPr>
            <p:spPr>
              <a:xfrm>
                <a:off x="6551383" y="1812484"/>
                <a:ext cx="461601" cy="369332"/>
              </a:xfrm>
              <a:prstGeom prst="rect">
                <a:avLst/>
              </a:prstGeom>
              <a:blipFill>
                <a:blip r:embed="rId24"/>
                <a:stretch>
                  <a:fillRect l="-10667" r="-6667" b="-1147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9" name="TextBox 78">
                <a:extLst>
                  <a:ext uri="{FF2B5EF4-FFF2-40B4-BE49-F238E27FC236}">
                    <a16:creationId xmlns:a16="http://schemas.microsoft.com/office/drawing/2014/main" id="{F9078123-9871-FF1B-1792-534ACE024C15}"/>
                  </a:ext>
                </a:extLst>
              </p:cNvPr>
              <p:cNvSpPr txBox="1"/>
              <p:nvPr/>
            </p:nvSpPr>
            <p:spPr>
              <a:xfrm>
                <a:off x="6551384" y="2266310"/>
                <a:ext cx="461601" cy="369332"/>
              </a:xfrm>
              <a:prstGeom prst="rect">
                <a:avLst/>
              </a:prstGeom>
              <a:noFill/>
            </p:spPr>
            <p:txBody>
              <a:bodyPr wrap="none" lIns="0" tIns="0" rIns="0" bIns="0" rtlCol="0">
                <a:spAutoFit/>
              </a:bodyPr>
              <a:lstStyle/>
              <a:p>
                <a:pPr/>
                <a14:m>
                  <m:oMathPara xmlns:m="http://schemas.openxmlformats.org/officeDocument/2006/math">
                    <m:oMath>
                      <m:sSub>
                        <m:sSubPr>
                          <m:ctrlPr>
                            <a:rPr lang="de-DE" sz="2400" b="0" i="1" smtClean="0">
                              <a:latin typeface="Cambria Math" panose="02040503050406030204" pitchFamily="18" charset="0"/>
                            </a:rPr>
                          </m:ctrlPr>
                        </m:sSubPr>
                        <m:e>
                          <m:r>
                            <m:rPr>
                              <m:sty m:val="p"/>
                            </m:rPr>
                            <a:rPr lang="de-DE" sz="2400" b="0" i="1" smtClean="0">
                              <a:latin typeface="Cambria Math" panose="02040503050406030204" pitchFamily="18" charset="0"/>
                            </a:rPr>
                            <m:t>m</m:t>
                          </m:r>
                        </m:e>
                        <m:sub>
                          <m:r>
                            <a:rPr lang="de-DE" sz="2400" b="0" i="1" smtClean="0">
                              <a:latin typeface="Cambria Math" panose="02040503050406030204" pitchFamily="18" charset="0"/>
                            </a:rPr>
                            <m:t>3</m:t>
                          </m:r>
                        </m:sub>
                      </m:sSub>
                    </m:oMath>
                  </m:oMathPara>
                </a14:m>
                <a:endParaRPr lang="en-US" sz="2400" dirty="0"/>
              </a:p>
            </p:txBody>
          </p:sp>
        </mc:Choice>
        <mc:Fallback xmlns="">
          <p:sp>
            <p:nvSpPr>
              <p:cNvPr id="79" name="TextBox 78">
                <a:extLst>
                  <a:ext uri="{FF2B5EF4-FFF2-40B4-BE49-F238E27FC236}">
                    <a16:creationId xmlns:a16="http://schemas.microsoft.com/office/drawing/2014/main" id="{F9078123-9871-FF1B-1792-534ACE024C15}"/>
                  </a:ext>
                </a:extLst>
              </p:cNvPr>
              <p:cNvSpPr txBox="1">
                <a:spLocks noRot="1" noChangeAspect="1" noMove="1" noResize="1" noEditPoints="1" noAdjustHandles="1" noChangeArrowheads="1" noChangeShapeType="1" noTextEdit="1"/>
              </p:cNvSpPr>
              <p:nvPr/>
            </p:nvSpPr>
            <p:spPr>
              <a:xfrm>
                <a:off x="6551384" y="2266310"/>
                <a:ext cx="461601" cy="369332"/>
              </a:xfrm>
              <a:prstGeom prst="rect">
                <a:avLst/>
              </a:prstGeom>
              <a:blipFill>
                <a:blip r:embed="rId25"/>
                <a:stretch>
                  <a:fillRect l="-10667" r="-6667" b="-1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0" name="TextBox 79">
                <a:extLst>
                  <a:ext uri="{FF2B5EF4-FFF2-40B4-BE49-F238E27FC236}">
                    <a16:creationId xmlns:a16="http://schemas.microsoft.com/office/drawing/2014/main" id="{269AC06E-385A-0311-7E1D-C06D20F31926}"/>
                  </a:ext>
                </a:extLst>
              </p:cNvPr>
              <p:cNvSpPr txBox="1"/>
              <p:nvPr/>
            </p:nvSpPr>
            <p:spPr>
              <a:xfrm>
                <a:off x="6557078" y="2600538"/>
                <a:ext cx="461601" cy="369332"/>
              </a:xfrm>
              <a:prstGeom prst="rect">
                <a:avLst/>
              </a:prstGeom>
              <a:noFill/>
            </p:spPr>
            <p:txBody>
              <a:bodyPr wrap="none" lIns="0" tIns="0" rIns="0" bIns="0" rtlCol="0">
                <a:spAutoFit/>
              </a:bodyPr>
              <a:lstStyle/>
              <a:p>
                <a:pPr/>
                <a14:m>
                  <m:oMathPara xmlns:m="http://schemas.openxmlformats.org/officeDocument/2006/math">
                    <m:oMath>
                      <m:sSub>
                        <m:sSubPr>
                          <m:ctrlPr>
                            <a:rPr lang="de-DE" sz="2400" b="0" i="1" smtClean="0">
                              <a:latin typeface="Cambria Math" panose="02040503050406030204" pitchFamily="18" charset="0"/>
                            </a:rPr>
                          </m:ctrlPr>
                        </m:sSubPr>
                        <m:e>
                          <m:r>
                            <m:rPr>
                              <m:sty m:val="p"/>
                            </m:rPr>
                            <a:rPr lang="de-DE" sz="2400" b="0" i="1" smtClean="0">
                              <a:latin typeface="Cambria Math" panose="02040503050406030204" pitchFamily="18" charset="0"/>
                            </a:rPr>
                            <m:t>m</m:t>
                          </m:r>
                        </m:e>
                        <m:sub>
                          <m:r>
                            <a:rPr lang="de-DE" sz="2400" b="0" i="1" smtClean="0">
                              <a:latin typeface="Cambria Math" panose="02040503050406030204" pitchFamily="18" charset="0"/>
                            </a:rPr>
                            <m:t>4</m:t>
                          </m:r>
                        </m:sub>
                      </m:sSub>
                    </m:oMath>
                  </m:oMathPara>
                </a14:m>
                <a:endParaRPr lang="en-US" sz="2400" dirty="0"/>
              </a:p>
            </p:txBody>
          </p:sp>
        </mc:Choice>
        <mc:Fallback xmlns="">
          <p:sp>
            <p:nvSpPr>
              <p:cNvPr id="80" name="TextBox 79">
                <a:extLst>
                  <a:ext uri="{FF2B5EF4-FFF2-40B4-BE49-F238E27FC236}">
                    <a16:creationId xmlns:a16="http://schemas.microsoft.com/office/drawing/2014/main" id="{269AC06E-385A-0311-7E1D-C06D20F31926}"/>
                  </a:ext>
                </a:extLst>
              </p:cNvPr>
              <p:cNvSpPr txBox="1">
                <a:spLocks noRot="1" noChangeAspect="1" noMove="1" noResize="1" noEditPoints="1" noAdjustHandles="1" noChangeArrowheads="1" noChangeShapeType="1" noTextEdit="1"/>
              </p:cNvSpPr>
              <p:nvPr/>
            </p:nvSpPr>
            <p:spPr>
              <a:xfrm>
                <a:off x="6557078" y="2600538"/>
                <a:ext cx="461601" cy="369332"/>
              </a:xfrm>
              <a:prstGeom prst="rect">
                <a:avLst/>
              </a:prstGeom>
              <a:blipFill>
                <a:blip r:embed="rId26"/>
                <a:stretch>
                  <a:fillRect l="-10667" r="-6667" b="-1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1" name="TextBox 80">
                <a:extLst>
                  <a:ext uri="{FF2B5EF4-FFF2-40B4-BE49-F238E27FC236}">
                    <a16:creationId xmlns:a16="http://schemas.microsoft.com/office/drawing/2014/main" id="{C658C1E7-BE13-CD2E-7DD9-050E072F3084}"/>
                  </a:ext>
                </a:extLst>
              </p:cNvPr>
              <p:cNvSpPr txBox="1"/>
              <p:nvPr/>
            </p:nvSpPr>
            <p:spPr>
              <a:xfrm>
                <a:off x="6575766" y="3054364"/>
                <a:ext cx="461601" cy="369332"/>
              </a:xfrm>
              <a:prstGeom prst="rect">
                <a:avLst/>
              </a:prstGeom>
              <a:noFill/>
            </p:spPr>
            <p:txBody>
              <a:bodyPr wrap="none" lIns="0" tIns="0" rIns="0" bIns="0" rtlCol="0">
                <a:spAutoFit/>
              </a:bodyPr>
              <a:lstStyle/>
              <a:p>
                <a:pPr/>
                <a14:m>
                  <m:oMathPara xmlns:m="http://schemas.openxmlformats.org/officeDocument/2006/math">
                    <m:oMath>
                      <m:sSub>
                        <m:sSubPr>
                          <m:ctrlPr>
                            <a:rPr lang="de-DE" sz="2400" b="0" i="1" smtClean="0">
                              <a:latin typeface="Cambria Math" panose="02040503050406030204" pitchFamily="18" charset="0"/>
                            </a:rPr>
                          </m:ctrlPr>
                        </m:sSubPr>
                        <m:e>
                          <m:r>
                            <m:rPr>
                              <m:sty m:val="p"/>
                            </m:rPr>
                            <a:rPr lang="de-DE" sz="2400" b="0" i="1" smtClean="0">
                              <a:latin typeface="Cambria Math" panose="02040503050406030204" pitchFamily="18" charset="0"/>
                            </a:rPr>
                            <m:t>m</m:t>
                          </m:r>
                        </m:e>
                        <m:sub>
                          <m:r>
                            <a:rPr lang="de-DE" sz="2400" b="0" i="1" smtClean="0">
                              <a:latin typeface="Cambria Math" panose="02040503050406030204" pitchFamily="18" charset="0"/>
                            </a:rPr>
                            <m:t>5</m:t>
                          </m:r>
                        </m:sub>
                      </m:sSub>
                    </m:oMath>
                  </m:oMathPara>
                </a14:m>
                <a:endParaRPr lang="en-US" sz="2400" dirty="0"/>
              </a:p>
            </p:txBody>
          </p:sp>
        </mc:Choice>
        <mc:Fallback xmlns="">
          <p:sp>
            <p:nvSpPr>
              <p:cNvPr id="81" name="TextBox 80">
                <a:extLst>
                  <a:ext uri="{FF2B5EF4-FFF2-40B4-BE49-F238E27FC236}">
                    <a16:creationId xmlns:a16="http://schemas.microsoft.com/office/drawing/2014/main" id="{C658C1E7-BE13-CD2E-7DD9-050E072F3084}"/>
                  </a:ext>
                </a:extLst>
              </p:cNvPr>
              <p:cNvSpPr txBox="1">
                <a:spLocks noRot="1" noChangeAspect="1" noMove="1" noResize="1" noEditPoints="1" noAdjustHandles="1" noChangeArrowheads="1" noChangeShapeType="1" noTextEdit="1"/>
              </p:cNvSpPr>
              <p:nvPr/>
            </p:nvSpPr>
            <p:spPr>
              <a:xfrm>
                <a:off x="6575766" y="3054364"/>
                <a:ext cx="461601" cy="369332"/>
              </a:xfrm>
              <a:prstGeom prst="rect">
                <a:avLst/>
              </a:prstGeom>
              <a:blipFill>
                <a:blip r:embed="rId27"/>
                <a:stretch>
                  <a:fillRect l="-10667" r="-6667" b="-13115"/>
                </a:stretch>
              </a:blipFill>
            </p:spPr>
            <p:txBody>
              <a:bodyPr/>
              <a:lstStyle/>
              <a:p>
                <a:r>
                  <a:rPr lang="en-US">
                    <a:noFill/>
                  </a:rPr>
                  <a:t> </a:t>
                </a:r>
              </a:p>
            </p:txBody>
          </p:sp>
        </mc:Fallback>
      </mc:AlternateContent>
      <p:sp>
        <p:nvSpPr>
          <p:cNvPr id="4" name="Rectangle: Rounded Corners 3">
            <a:extLst>
              <a:ext uri="{FF2B5EF4-FFF2-40B4-BE49-F238E27FC236}">
                <a16:creationId xmlns:a16="http://schemas.microsoft.com/office/drawing/2014/main" id="{588872D8-2F0A-D8C7-CF4B-783D4CCDA233}"/>
              </a:ext>
            </a:extLst>
          </p:cNvPr>
          <p:cNvSpPr/>
          <p:nvPr/>
        </p:nvSpPr>
        <p:spPr>
          <a:xfrm>
            <a:off x="7711760" y="949121"/>
            <a:ext cx="643622" cy="2474575"/>
          </a:xfrm>
          <a:prstGeom prst="round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Rounded Corners 4">
            <a:extLst>
              <a:ext uri="{FF2B5EF4-FFF2-40B4-BE49-F238E27FC236}">
                <a16:creationId xmlns:a16="http://schemas.microsoft.com/office/drawing/2014/main" id="{920C41D9-76DE-19B9-EACD-3649255FEBC1}"/>
              </a:ext>
            </a:extLst>
          </p:cNvPr>
          <p:cNvSpPr/>
          <p:nvPr/>
        </p:nvSpPr>
        <p:spPr>
          <a:xfrm>
            <a:off x="6403454" y="1797961"/>
            <a:ext cx="1951928" cy="463730"/>
          </a:xfrm>
          <a:prstGeom prst="round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Rounded Corners 7">
            <a:extLst>
              <a:ext uri="{FF2B5EF4-FFF2-40B4-BE49-F238E27FC236}">
                <a16:creationId xmlns:a16="http://schemas.microsoft.com/office/drawing/2014/main" id="{9CE29CCC-4FAA-1C79-C59F-F9C91FA5E8EB}"/>
              </a:ext>
            </a:extLst>
          </p:cNvPr>
          <p:cNvSpPr/>
          <p:nvPr/>
        </p:nvSpPr>
        <p:spPr>
          <a:xfrm>
            <a:off x="6382849" y="2259885"/>
            <a:ext cx="2697760" cy="435111"/>
          </a:xfrm>
          <a:prstGeom prst="round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17643850"/>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4F0D50-9C91-7531-B02D-559A44C561D4}"/>
            </a:ext>
          </a:extLst>
        </p:cNvPr>
        <p:cNvGrpSpPr/>
        <p:nvPr/>
      </p:nvGrpSpPr>
      <p:grpSpPr>
        <a:xfrm>
          <a:off x="0" y="0"/>
          <a:ext cx="0" cy="0"/>
          <a:chOff x="0" y="0"/>
          <a:chExt cx="0" cy="0"/>
        </a:xfrm>
      </p:grpSpPr>
      <p:sp>
        <p:nvSpPr>
          <p:cNvPr id="82" name="Rectangle 81">
            <a:extLst>
              <a:ext uri="{FF2B5EF4-FFF2-40B4-BE49-F238E27FC236}">
                <a16:creationId xmlns:a16="http://schemas.microsoft.com/office/drawing/2014/main" id="{3EA00E2C-C5AD-DA99-E334-6592C6284CD8}"/>
              </a:ext>
            </a:extLst>
          </p:cNvPr>
          <p:cNvSpPr/>
          <p:nvPr/>
        </p:nvSpPr>
        <p:spPr>
          <a:xfrm>
            <a:off x="129539" y="992993"/>
            <a:ext cx="5605669" cy="286055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EA81812-46B8-93BC-219E-652349E15AB8}"/>
              </a:ext>
            </a:extLst>
          </p:cNvPr>
          <p:cNvSpPr>
            <a:spLocks noGrp="1"/>
          </p:cNvSpPr>
          <p:nvPr>
            <p:ph type="title"/>
          </p:nvPr>
        </p:nvSpPr>
        <p:spPr>
          <a:xfrm>
            <a:off x="129540" y="170815"/>
            <a:ext cx="1917922" cy="720725"/>
          </a:xfrm>
        </p:spPr>
        <p:txBody>
          <a:bodyPr>
            <a:normAutofit/>
          </a:bodyPr>
          <a:lstStyle/>
          <a:p>
            <a:r>
              <a:rPr lang="de-DE" sz="3200" dirty="0"/>
              <a:t>Solutions</a:t>
            </a:r>
            <a:endParaRPr lang="en-US" sz="3200" dirty="0"/>
          </a:p>
        </p:txBody>
      </p:sp>
      <p:sp>
        <p:nvSpPr>
          <p:cNvPr id="17" name="Oval 16">
            <a:extLst>
              <a:ext uri="{FF2B5EF4-FFF2-40B4-BE49-F238E27FC236}">
                <a16:creationId xmlns:a16="http://schemas.microsoft.com/office/drawing/2014/main" id="{FA81D2A0-78B9-D489-9F77-C53BACADC0DB}"/>
              </a:ext>
            </a:extLst>
          </p:cNvPr>
          <p:cNvSpPr>
            <a:spLocks noChangeAspect="1"/>
          </p:cNvSpPr>
          <p:nvPr/>
        </p:nvSpPr>
        <p:spPr>
          <a:xfrm>
            <a:off x="2815385" y="1042453"/>
            <a:ext cx="482803" cy="48280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01680303-7B30-57F4-EC36-CA3302793D5D}"/>
              </a:ext>
            </a:extLst>
          </p:cNvPr>
          <p:cNvSpPr>
            <a:spLocks noChangeAspect="1"/>
          </p:cNvSpPr>
          <p:nvPr/>
        </p:nvSpPr>
        <p:spPr>
          <a:xfrm>
            <a:off x="2826815" y="3245045"/>
            <a:ext cx="482803" cy="48280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1" name="Straight Arrow Connector 20">
            <a:extLst>
              <a:ext uri="{FF2B5EF4-FFF2-40B4-BE49-F238E27FC236}">
                <a16:creationId xmlns:a16="http://schemas.microsoft.com/office/drawing/2014/main" id="{38531265-F331-06A1-A87B-28CD7CFA3972}"/>
              </a:ext>
            </a:extLst>
          </p:cNvPr>
          <p:cNvCxnSpPr>
            <a:cxnSpLocks/>
            <a:stCxn id="18" idx="6"/>
            <a:endCxn id="50" idx="3"/>
          </p:cNvCxnSpPr>
          <p:nvPr/>
        </p:nvCxnSpPr>
        <p:spPr>
          <a:xfrm flipV="1">
            <a:off x="3309618" y="2546813"/>
            <a:ext cx="1208754" cy="939634"/>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30AB3249-1A2B-9FBB-F28C-D841A2433CE4}"/>
              </a:ext>
            </a:extLst>
          </p:cNvPr>
          <p:cNvCxnSpPr>
            <a:cxnSpLocks/>
            <a:stCxn id="17" idx="6"/>
            <a:endCxn id="50" idx="1"/>
          </p:cNvCxnSpPr>
          <p:nvPr/>
        </p:nvCxnSpPr>
        <p:spPr>
          <a:xfrm>
            <a:off x="3298188" y="1283855"/>
            <a:ext cx="1220184" cy="921565"/>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C9AFBB9D-7139-122C-7D69-EEDE1F6AC581}"/>
                  </a:ext>
                </a:extLst>
              </p:cNvPr>
              <p:cNvSpPr txBox="1"/>
              <p:nvPr/>
            </p:nvSpPr>
            <p:spPr>
              <a:xfrm>
                <a:off x="3665639" y="1157666"/>
                <a:ext cx="1006792" cy="461665"/>
              </a:xfrm>
              <a:prstGeom prst="rect">
                <a:avLst/>
              </a:prstGeom>
              <a:noFill/>
            </p:spPr>
            <p:txBody>
              <a:bodyPr wrap="square">
                <a:spAutoFit/>
              </a:bodyPr>
              <a:lstStyle/>
              <a:p>
                <a:pPr/>
                <a14:m>
                  <m:oMathPara xmlns:m="http://schemas.openxmlformats.org/officeDocument/2006/math">
                    <m:oMath>
                      <m:sSub>
                        <m:sSubPr>
                          <m:ctrlPr>
                            <a:rPr lang="de-DE" sz="2400" b="0" i="0" smtClean="0">
                              <a:solidFill>
                                <a:srgbClr val="C00000"/>
                              </a:solidFill>
                              <a:latin typeface="Cambria Math" panose="02040503050406030204" pitchFamily="18" charset="0"/>
                            </a:rPr>
                          </m:ctrlPr>
                        </m:sSubPr>
                        <m:e>
                          <m:r>
                            <m:rPr>
                              <m:sty m:val="p"/>
                            </m:rPr>
                            <a:rPr lang="de-DE" sz="2400" b="0" i="0" smtClean="0">
                              <a:solidFill>
                                <a:srgbClr val="C00000"/>
                              </a:solidFill>
                              <a:latin typeface="Cambria Math" panose="02040503050406030204" pitchFamily="18" charset="0"/>
                            </a:rPr>
                            <m:t>m</m:t>
                          </m:r>
                        </m:e>
                        <m:sub>
                          <m:r>
                            <a:rPr lang="de-DE" sz="2400" b="0" i="1" smtClean="0">
                              <a:solidFill>
                                <a:srgbClr val="C00000"/>
                              </a:solidFill>
                              <a:latin typeface="Cambria Math" panose="02040503050406030204" pitchFamily="18" charset="0"/>
                            </a:rPr>
                            <m:t>4</m:t>
                          </m:r>
                        </m:sub>
                      </m:sSub>
                    </m:oMath>
                  </m:oMathPara>
                </a14:m>
                <a:endParaRPr lang="en-US" sz="2400" dirty="0">
                  <a:solidFill>
                    <a:schemeClr val="tx1"/>
                  </a:solidFill>
                </a:endParaRPr>
              </a:p>
            </p:txBody>
          </p:sp>
        </mc:Choice>
        <mc:Fallback xmlns="">
          <p:sp>
            <p:nvSpPr>
              <p:cNvPr id="40" name="TextBox 39">
                <a:extLst>
                  <a:ext uri="{FF2B5EF4-FFF2-40B4-BE49-F238E27FC236}">
                    <a16:creationId xmlns:a16="http://schemas.microsoft.com/office/drawing/2014/main" id="{C9AFBB9D-7139-122C-7D69-EEDE1F6AC581}"/>
                  </a:ext>
                </a:extLst>
              </p:cNvPr>
              <p:cNvSpPr txBox="1">
                <a:spLocks noRot="1" noChangeAspect="1" noMove="1" noResize="1" noEditPoints="1" noAdjustHandles="1" noChangeArrowheads="1" noChangeShapeType="1" noTextEdit="1"/>
              </p:cNvSpPr>
              <p:nvPr/>
            </p:nvSpPr>
            <p:spPr>
              <a:xfrm>
                <a:off x="3665639" y="1157666"/>
                <a:ext cx="1006792" cy="461665"/>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F3959F68-D6A4-BD82-6764-10CC63BFF6FC}"/>
                  </a:ext>
                </a:extLst>
              </p:cNvPr>
              <p:cNvSpPr txBox="1"/>
              <p:nvPr/>
            </p:nvSpPr>
            <p:spPr>
              <a:xfrm>
                <a:off x="3734225" y="2956441"/>
                <a:ext cx="1006792" cy="461665"/>
              </a:xfrm>
              <a:prstGeom prst="rect">
                <a:avLst/>
              </a:prstGeom>
              <a:noFill/>
            </p:spPr>
            <p:txBody>
              <a:bodyPr wrap="square">
                <a:spAutoFit/>
              </a:bodyPr>
              <a:lstStyle/>
              <a:p>
                <a:pPr/>
                <a14:m>
                  <m:oMathPara xmlns:m="http://schemas.openxmlformats.org/officeDocument/2006/math">
                    <m:oMath>
                      <m:sSub>
                        <m:sSubPr>
                          <m:ctrlPr>
                            <a:rPr lang="de-DE" sz="2400" b="0" i="0" smtClean="0">
                              <a:solidFill>
                                <a:srgbClr val="C00000"/>
                              </a:solidFill>
                              <a:latin typeface="Cambria Math" panose="02040503050406030204" pitchFamily="18" charset="0"/>
                            </a:rPr>
                          </m:ctrlPr>
                        </m:sSubPr>
                        <m:e>
                          <m:r>
                            <m:rPr>
                              <m:sty m:val="p"/>
                            </m:rPr>
                            <a:rPr lang="de-DE" sz="2400" b="0" i="0" smtClean="0">
                              <a:solidFill>
                                <a:srgbClr val="C00000"/>
                              </a:solidFill>
                              <a:latin typeface="Cambria Math" panose="02040503050406030204" pitchFamily="18" charset="0"/>
                            </a:rPr>
                            <m:t>m</m:t>
                          </m:r>
                        </m:e>
                        <m:sub>
                          <m:r>
                            <a:rPr lang="de-DE" sz="2400" b="0" i="1" smtClean="0">
                              <a:solidFill>
                                <a:srgbClr val="C00000"/>
                              </a:solidFill>
                              <a:latin typeface="Cambria Math" panose="02040503050406030204" pitchFamily="18" charset="0"/>
                            </a:rPr>
                            <m:t>4</m:t>
                          </m:r>
                        </m:sub>
                      </m:sSub>
                    </m:oMath>
                  </m:oMathPara>
                </a14:m>
                <a:endParaRPr lang="en-US" sz="2400" dirty="0">
                  <a:solidFill>
                    <a:schemeClr val="tx1"/>
                  </a:solidFill>
                </a:endParaRPr>
              </a:p>
            </p:txBody>
          </p:sp>
        </mc:Choice>
        <mc:Fallback xmlns="">
          <p:sp>
            <p:nvSpPr>
              <p:cNvPr id="3" name="TextBox 2">
                <a:extLst>
                  <a:ext uri="{FF2B5EF4-FFF2-40B4-BE49-F238E27FC236}">
                    <a16:creationId xmlns:a16="http://schemas.microsoft.com/office/drawing/2014/main" id="{F3959F68-D6A4-BD82-6764-10CC63BFF6FC}"/>
                  </a:ext>
                </a:extLst>
              </p:cNvPr>
              <p:cNvSpPr txBox="1">
                <a:spLocks noRot="1" noChangeAspect="1" noMove="1" noResize="1" noEditPoints="1" noAdjustHandles="1" noChangeArrowheads="1" noChangeShapeType="1" noTextEdit="1"/>
              </p:cNvSpPr>
              <p:nvPr/>
            </p:nvSpPr>
            <p:spPr>
              <a:xfrm>
                <a:off x="3734225" y="2956441"/>
                <a:ext cx="1006792" cy="461665"/>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94074C2C-D337-E0CA-4EFF-2150F14A183A}"/>
                  </a:ext>
                </a:extLst>
              </p:cNvPr>
              <p:cNvSpPr txBox="1"/>
              <p:nvPr/>
            </p:nvSpPr>
            <p:spPr>
              <a:xfrm>
                <a:off x="1353030" y="1116321"/>
                <a:ext cx="1006792" cy="461665"/>
              </a:xfrm>
              <a:prstGeom prst="rect">
                <a:avLst/>
              </a:prstGeom>
              <a:noFill/>
            </p:spPr>
            <p:txBody>
              <a:bodyPr wrap="square">
                <a:spAutoFit/>
              </a:bodyPr>
              <a:lstStyle/>
              <a:p>
                <a:pPr/>
                <a14:m>
                  <m:oMathPara xmlns:m="http://schemas.openxmlformats.org/officeDocument/2006/math">
                    <m:oMath>
                      <m:sSub>
                        <m:sSubPr>
                          <m:ctrlPr>
                            <a:rPr lang="de-DE" sz="2400" b="0" i="0" smtClean="0">
                              <a:solidFill>
                                <a:srgbClr val="0070C0"/>
                              </a:solidFill>
                              <a:latin typeface="Cambria Math" panose="02040503050406030204" pitchFamily="18" charset="0"/>
                            </a:rPr>
                          </m:ctrlPr>
                        </m:sSubPr>
                        <m:e>
                          <m:r>
                            <m:rPr>
                              <m:sty m:val="p"/>
                            </m:rPr>
                            <a:rPr lang="de-DE" sz="2400" b="0" i="0" smtClean="0">
                              <a:solidFill>
                                <a:srgbClr val="0070C0"/>
                              </a:solidFill>
                              <a:latin typeface="Cambria Math" panose="02040503050406030204" pitchFamily="18" charset="0"/>
                            </a:rPr>
                            <m:t>m</m:t>
                          </m:r>
                        </m:e>
                        <m:sub>
                          <m:r>
                            <a:rPr lang="de-DE" sz="2400" b="0" i="1" smtClean="0">
                              <a:solidFill>
                                <a:srgbClr val="0070C0"/>
                              </a:solidFill>
                              <a:latin typeface="Cambria Math" panose="02040503050406030204" pitchFamily="18" charset="0"/>
                            </a:rPr>
                            <m:t>2</m:t>
                          </m:r>
                        </m:sub>
                      </m:sSub>
                    </m:oMath>
                  </m:oMathPara>
                </a14:m>
                <a:endParaRPr lang="en-US" sz="2400" dirty="0">
                  <a:solidFill>
                    <a:schemeClr val="tx1"/>
                  </a:solidFill>
                </a:endParaRPr>
              </a:p>
            </p:txBody>
          </p:sp>
        </mc:Choice>
        <mc:Fallback xmlns="">
          <p:sp>
            <p:nvSpPr>
              <p:cNvPr id="10" name="TextBox 9">
                <a:extLst>
                  <a:ext uri="{FF2B5EF4-FFF2-40B4-BE49-F238E27FC236}">
                    <a16:creationId xmlns:a16="http://schemas.microsoft.com/office/drawing/2014/main" id="{94074C2C-D337-E0CA-4EFF-2150F14A183A}"/>
                  </a:ext>
                </a:extLst>
              </p:cNvPr>
              <p:cNvSpPr txBox="1">
                <a:spLocks noRot="1" noChangeAspect="1" noMove="1" noResize="1" noEditPoints="1" noAdjustHandles="1" noChangeArrowheads="1" noChangeShapeType="1" noTextEdit="1"/>
              </p:cNvSpPr>
              <p:nvPr/>
            </p:nvSpPr>
            <p:spPr>
              <a:xfrm>
                <a:off x="1353030" y="1116321"/>
                <a:ext cx="1006792" cy="461665"/>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E3E09733-124D-3F49-EFAD-93E3CF87C1F1}"/>
                  </a:ext>
                </a:extLst>
              </p:cNvPr>
              <p:cNvSpPr txBox="1"/>
              <p:nvPr/>
            </p:nvSpPr>
            <p:spPr>
              <a:xfrm>
                <a:off x="1393812" y="2960205"/>
                <a:ext cx="1006792" cy="461665"/>
              </a:xfrm>
              <a:prstGeom prst="rect">
                <a:avLst/>
              </a:prstGeom>
              <a:noFill/>
            </p:spPr>
            <p:txBody>
              <a:bodyPr wrap="square">
                <a:spAutoFit/>
              </a:bodyPr>
              <a:lstStyle/>
              <a:p>
                <a:pPr/>
                <a14:m>
                  <m:oMathPara xmlns:m="http://schemas.openxmlformats.org/officeDocument/2006/math">
                    <m:oMath>
                      <m:sSub>
                        <m:sSubPr>
                          <m:ctrlPr>
                            <a:rPr lang="de-DE" sz="2400" b="0" i="0" smtClean="0">
                              <a:solidFill>
                                <a:schemeClr val="accent6">
                                  <a:lumMod val="75000"/>
                                </a:schemeClr>
                              </a:solidFill>
                              <a:latin typeface="Cambria Math" panose="02040503050406030204" pitchFamily="18" charset="0"/>
                            </a:rPr>
                          </m:ctrlPr>
                        </m:sSubPr>
                        <m:e>
                          <m:r>
                            <m:rPr>
                              <m:sty m:val="p"/>
                            </m:rPr>
                            <a:rPr lang="de-DE" sz="2400" b="0" i="0" smtClean="0">
                              <a:solidFill>
                                <a:schemeClr val="accent6">
                                  <a:lumMod val="75000"/>
                                </a:schemeClr>
                              </a:solidFill>
                              <a:latin typeface="Cambria Math" panose="02040503050406030204" pitchFamily="18" charset="0"/>
                            </a:rPr>
                            <m:t>m</m:t>
                          </m:r>
                        </m:e>
                        <m:sub>
                          <m:r>
                            <a:rPr lang="de-DE" sz="2400" b="0" i="1" smtClean="0">
                              <a:solidFill>
                                <a:schemeClr val="accent6">
                                  <a:lumMod val="75000"/>
                                </a:schemeClr>
                              </a:solidFill>
                              <a:latin typeface="Cambria Math" panose="02040503050406030204" pitchFamily="18" charset="0"/>
                            </a:rPr>
                            <m:t>3</m:t>
                          </m:r>
                        </m:sub>
                      </m:sSub>
                    </m:oMath>
                  </m:oMathPara>
                </a14:m>
                <a:endParaRPr lang="en-US" sz="2400" dirty="0">
                  <a:solidFill>
                    <a:schemeClr val="tx1"/>
                  </a:solidFill>
                </a:endParaRPr>
              </a:p>
            </p:txBody>
          </p:sp>
        </mc:Choice>
        <mc:Fallback xmlns="">
          <p:sp>
            <p:nvSpPr>
              <p:cNvPr id="13" name="TextBox 12">
                <a:extLst>
                  <a:ext uri="{FF2B5EF4-FFF2-40B4-BE49-F238E27FC236}">
                    <a16:creationId xmlns:a16="http://schemas.microsoft.com/office/drawing/2014/main" id="{E3E09733-124D-3F49-EFAD-93E3CF87C1F1}"/>
                  </a:ext>
                </a:extLst>
              </p:cNvPr>
              <p:cNvSpPr txBox="1">
                <a:spLocks noRot="1" noChangeAspect="1" noMove="1" noResize="1" noEditPoints="1" noAdjustHandles="1" noChangeArrowheads="1" noChangeShapeType="1" noTextEdit="1"/>
              </p:cNvSpPr>
              <p:nvPr/>
            </p:nvSpPr>
            <p:spPr>
              <a:xfrm>
                <a:off x="1393812" y="2960205"/>
                <a:ext cx="1006792" cy="461665"/>
              </a:xfrm>
              <a:prstGeom prst="rect">
                <a:avLst/>
              </a:prstGeom>
              <a:blipFill>
                <a:blip r:embed="rId6"/>
                <a:stretch>
                  <a:fillRect/>
                </a:stretch>
              </a:blipFill>
            </p:spPr>
            <p:txBody>
              <a:bodyPr/>
              <a:lstStyle/>
              <a:p>
                <a:r>
                  <a:rPr lang="en-US">
                    <a:noFill/>
                  </a:rPr>
                  <a:t> </a:t>
                </a:r>
              </a:p>
            </p:txBody>
          </p:sp>
        </mc:Fallback>
      </mc:AlternateContent>
      <p:sp>
        <p:nvSpPr>
          <p:cNvPr id="16" name="Oval 15">
            <a:extLst>
              <a:ext uri="{FF2B5EF4-FFF2-40B4-BE49-F238E27FC236}">
                <a16:creationId xmlns:a16="http://schemas.microsoft.com/office/drawing/2014/main" id="{E2FA917D-6C29-28D4-BDBB-7F188C7CF5D9}"/>
              </a:ext>
            </a:extLst>
          </p:cNvPr>
          <p:cNvSpPr>
            <a:spLocks noChangeAspect="1"/>
          </p:cNvSpPr>
          <p:nvPr/>
        </p:nvSpPr>
        <p:spPr>
          <a:xfrm>
            <a:off x="993891" y="2134715"/>
            <a:ext cx="482803" cy="48280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Arrow Connector 19">
            <a:extLst>
              <a:ext uri="{FF2B5EF4-FFF2-40B4-BE49-F238E27FC236}">
                <a16:creationId xmlns:a16="http://schemas.microsoft.com/office/drawing/2014/main" id="{F4F10531-369F-1CB1-AB8A-40EFC5940199}"/>
              </a:ext>
            </a:extLst>
          </p:cNvPr>
          <p:cNvCxnSpPr>
            <a:cxnSpLocks/>
            <a:stCxn id="16" idx="7"/>
            <a:endCxn id="17" idx="2"/>
          </p:cNvCxnSpPr>
          <p:nvPr/>
        </p:nvCxnSpPr>
        <p:spPr>
          <a:xfrm flipV="1">
            <a:off x="1405989" y="1283855"/>
            <a:ext cx="1409396" cy="921565"/>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1DEA319D-5B61-4717-D608-393D93524ABF}"/>
                  </a:ext>
                </a:extLst>
              </p:cNvPr>
              <p:cNvSpPr txBox="1"/>
              <p:nvPr/>
            </p:nvSpPr>
            <p:spPr>
              <a:xfrm>
                <a:off x="253658" y="1903882"/>
                <a:ext cx="642780" cy="461665"/>
              </a:xfrm>
              <a:prstGeom prst="rect">
                <a:avLst/>
              </a:prstGeom>
              <a:noFill/>
            </p:spPr>
            <p:txBody>
              <a:bodyPr wrap="square">
                <a:spAutoFit/>
              </a:bodyPr>
              <a:lstStyle/>
              <a:p>
                <a:pPr/>
                <a14:m>
                  <m:oMathPara xmlns:m="http://schemas.openxmlformats.org/officeDocument/2006/math">
                    <m:oMath>
                      <m:sSub>
                        <m:sSubPr>
                          <m:ctrlPr>
                            <a:rPr lang="de-DE" sz="2400" b="0" i="0" smtClean="0">
                              <a:solidFill>
                                <a:schemeClr val="tx1"/>
                              </a:solidFill>
                              <a:latin typeface="Cambria Math" panose="02040503050406030204" pitchFamily="18" charset="0"/>
                            </a:rPr>
                          </m:ctrlPr>
                        </m:sSubPr>
                        <m:e>
                          <m:r>
                            <m:rPr>
                              <m:sty m:val="p"/>
                            </m:rPr>
                            <a:rPr lang="de-DE" sz="2400" b="0" i="0" smtClean="0">
                              <a:solidFill>
                                <a:schemeClr val="tx1"/>
                              </a:solidFill>
                              <a:latin typeface="Cambria Math" panose="02040503050406030204" pitchFamily="18" charset="0"/>
                            </a:rPr>
                            <m:t>m</m:t>
                          </m:r>
                        </m:e>
                        <m:sub>
                          <m:r>
                            <a:rPr lang="de-DE" sz="2400" b="0" i="1" smtClean="0">
                              <a:solidFill>
                                <a:schemeClr val="tx1"/>
                              </a:solidFill>
                              <a:latin typeface="Cambria Math" panose="02040503050406030204" pitchFamily="18" charset="0"/>
                            </a:rPr>
                            <m:t>1</m:t>
                          </m:r>
                        </m:sub>
                      </m:sSub>
                    </m:oMath>
                  </m:oMathPara>
                </a14:m>
                <a:endParaRPr lang="en-US" sz="2400" dirty="0">
                  <a:solidFill>
                    <a:schemeClr val="tx1"/>
                  </a:solidFill>
                </a:endParaRPr>
              </a:p>
            </p:txBody>
          </p:sp>
        </mc:Choice>
        <mc:Fallback xmlns="">
          <p:sp>
            <p:nvSpPr>
              <p:cNvPr id="30" name="TextBox 29">
                <a:extLst>
                  <a:ext uri="{FF2B5EF4-FFF2-40B4-BE49-F238E27FC236}">
                    <a16:creationId xmlns:a16="http://schemas.microsoft.com/office/drawing/2014/main" id="{1DEA319D-5B61-4717-D608-393D93524ABF}"/>
                  </a:ext>
                </a:extLst>
              </p:cNvPr>
              <p:cNvSpPr txBox="1">
                <a:spLocks noRot="1" noChangeAspect="1" noMove="1" noResize="1" noEditPoints="1" noAdjustHandles="1" noChangeArrowheads="1" noChangeShapeType="1" noTextEdit="1"/>
              </p:cNvSpPr>
              <p:nvPr/>
            </p:nvSpPr>
            <p:spPr>
              <a:xfrm>
                <a:off x="253658" y="1903882"/>
                <a:ext cx="642780" cy="461665"/>
              </a:xfrm>
              <a:prstGeom prst="rect">
                <a:avLst/>
              </a:prstGeom>
              <a:blipFill>
                <a:blip r:embed="rId7"/>
                <a:stretch>
                  <a:fillRect/>
                </a:stretch>
              </a:blipFill>
            </p:spPr>
            <p:txBody>
              <a:bodyPr/>
              <a:lstStyle/>
              <a:p>
                <a:r>
                  <a:rPr lang="en-US">
                    <a:noFill/>
                  </a:rPr>
                  <a:t> </a:t>
                </a:r>
              </a:p>
            </p:txBody>
          </p:sp>
        </mc:Fallback>
      </mc:AlternateContent>
      <p:cxnSp>
        <p:nvCxnSpPr>
          <p:cNvPr id="34" name="Straight Arrow Connector 33">
            <a:extLst>
              <a:ext uri="{FF2B5EF4-FFF2-40B4-BE49-F238E27FC236}">
                <a16:creationId xmlns:a16="http://schemas.microsoft.com/office/drawing/2014/main" id="{680A376A-2BAE-ECF6-E192-9026242F70F5}"/>
              </a:ext>
            </a:extLst>
          </p:cNvPr>
          <p:cNvCxnSpPr>
            <a:cxnSpLocks/>
          </p:cNvCxnSpPr>
          <p:nvPr/>
        </p:nvCxnSpPr>
        <p:spPr>
          <a:xfrm>
            <a:off x="318908" y="2365547"/>
            <a:ext cx="665312" cy="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38" name="Straight Arrow Connector 37">
            <a:extLst>
              <a:ext uri="{FF2B5EF4-FFF2-40B4-BE49-F238E27FC236}">
                <a16:creationId xmlns:a16="http://schemas.microsoft.com/office/drawing/2014/main" id="{85D0AB80-2C80-6882-8E48-9B82BF7E8239}"/>
              </a:ext>
            </a:extLst>
          </p:cNvPr>
          <p:cNvCxnSpPr>
            <a:cxnSpLocks/>
            <a:stCxn id="16" idx="5"/>
            <a:endCxn id="18" idx="2"/>
          </p:cNvCxnSpPr>
          <p:nvPr/>
        </p:nvCxnSpPr>
        <p:spPr>
          <a:xfrm>
            <a:off x="1405989" y="2546813"/>
            <a:ext cx="1420826" cy="939634"/>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sp>
        <p:nvSpPr>
          <p:cNvPr id="50" name="Oval 49">
            <a:extLst>
              <a:ext uri="{FF2B5EF4-FFF2-40B4-BE49-F238E27FC236}">
                <a16:creationId xmlns:a16="http://schemas.microsoft.com/office/drawing/2014/main" id="{F82D3813-453A-CE0C-F0E7-FA399D878A67}"/>
              </a:ext>
            </a:extLst>
          </p:cNvPr>
          <p:cNvSpPr>
            <a:spLocks noChangeAspect="1"/>
          </p:cNvSpPr>
          <p:nvPr/>
        </p:nvSpPr>
        <p:spPr>
          <a:xfrm>
            <a:off x="4447667" y="2134715"/>
            <a:ext cx="482803" cy="48280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1" name="Straight Arrow Connector 50">
            <a:extLst>
              <a:ext uri="{FF2B5EF4-FFF2-40B4-BE49-F238E27FC236}">
                <a16:creationId xmlns:a16="http://schemas.microsoft.com/office/drawing/2014/main" id="{2010D37B-0A0D-D1B1-8D87-8E391EDD1C2C}"/>
              </a:ext>
            </a:extLst>
          </p:cNvPr>
          <p:cNvCxnSpPr>
            <a:cxnSpLocks/>
          </p:cNvCxnSpPr>
          <p:nvPr/>
        </p:nvCxnSpPr>
        <p:spPr>
          <a:xfrm>
            <a:off x="4942345" y="2447366"/>
            <a:ext cx="665312" cy="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3B6DD358-ABC5-E124-FD7A-9EEB1BA1EF65}"/>
                  </a:ext>
                </a:extLst>
              </p:cNvPr>
              <p:cNvSpPr txBox="1"/>
              <p:nvPr/>
            </p:nvSpPr>
            <p:spPr>
              <a:xfrm>
                <a:off x="4757380" y="1743755"/>
                <a:ext cx="1006792" cy="461665"/>
              </a:xfrm>
              <a:prstGeom prst="rect">
                <a:avLst/>
              </a:prstGeom>
              <a:noFill/>
            </p:spPr>
            <p:txBody>
              <a:bodyPr wrap="square">
                <a:spAutoFit/>
              </a:bodyPr>
              <a:lstStyle/>
              <a:p>
                <a:pPr/>
                <a14:m>
                  <m:oMathPara xmlns:m="http://schemas.openxmlformats.org/officeDocument/2006/math">
                    <m:oMath>
                      <m:sSub>
                        <m:sSubPr>
                          <m:ctrlPr>
                            <a:rPr lang="de-DE" sz="2400" b="0" i="1" smtClean="0">
                              <a:latin typeface="Cambria Math" panose="02040503050406030204" pitchFamily="18" charset="0"/>
                            </a:rPr>
                          </m:ctrlPr>
                        </m:sSubPr>
                        <m:e>
                          <m:r>
                            <m:rPr>
                              <m:sty m:val="p"/>
                            </m:rPr>
                            <a:rPr lang="de-DE" sz="2400" b="0" i="1" smtClean="0">
                              <a:latin typeface="Cambria Math" panose="02040503050406030204" pitchFamily="18" charset="0"/>
                            </a:rPr>
                            <m:t>m</m:t>
                          </m:r>
                        </m:e>
                        <m:sub>
                          <m:r>
                            <a:rPr lang="de-DE" sz="2400" b="0" i="1" smtClean="0">
                              <a:latin typeface="Cambria Math" panose="02040503050406030204" pitchFamily="18" charset="0"/>
                            </a:rPr>
                            <m:t>5</m:t>
                          </m:r>
                        </m:sub>
                      </m:sSub>
                    </m:oMath>
                  </m:oMathPara>
                </a14:m>
                <a:endParaRPr lang="en-US" sz="2400" dirty="0"/>
              </a:p>
            </p:txBody>
          </p:sp>
        </mc:Choice>
        <mc:Fallback xmlns="">
          <p:sp>
            <p:nvSpPr>
              <p:cNvPr id="53" name="TextBox 52">
                <a:extLst>
                  <a:ext uri="{FF2B5EF4-FFF2-40B4-BE49-F238E27FC236}">
                    <a16:creationId xmlns:a16="http://schemas.microsoft.com/office/drawing/2014/main" id="{3B6DD358-ABC5-E124-FD7A-9EEB1BA1EF65}"/>
                  </a:ext>
                </a:extLst>
              </p:cNvPr>
              <p:cNvSpPr txBox="1">
                <a:spLocks noRot="1" noChangeAspect="1" noMove="1" noResize="1" noEditPoints="1" noAdjustHandles="1" noChangeArrowheads="1" noChangeShapeType="1" noTextEdit="1"/>
              </p:cNvSpPr>
              <p:nvPr/>
            </p:nvSpPr>
            <p:spPr>
              <a:xfrm>
                <a:off x="4757380" y="1743755"/>
                <a:ext cx="1006792" cy="461665"/>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0" name="TextBox 69">
                <a:extLst>
                  <a:ext uri="{FF2B5EF4-FFF2-40B4-BE49-F238E27FC236}">
                    <a16:creationId xmlns:a16="http://schemas.microsoft.com/office/drawing/2014/main" id="{B9A33F79-9EF5-9B98-FE8F-65F713E45A52}"/>
                  </a:ext>
                </a:extLst>
              </p:cNvPr>
              <p:cNvSpPr txBox="1"/>
              <p:nvPr/>
            </p:nvSpPr>
            <p:spPr>
              <a:xfrm>
                <a:off x="4437719" y="2110515"/>
                <a:ext cx="527465" cy="461665"/>
              </a:xfrm>
              <a:prstGeom prst="rect">
                <a:avLst/>
              </a:prstGeom>
              <a:noFill/>
            </p:spPr>
            <p:txBody>
              <a:bodyPr wrap="square">
                <a:spAutoFit/>
              </a:bodyPr>
              <a:lstStyle/>
              <a:p>
                <a:pPr/>
                <a14:m>
                  <m:oMathPara xmlns:m="http://schemas.openxmlformats.org/officeDocument/2006/math">
                    <m:oMath>
                      <m:sSub>
                        <m:sSubPr>
                          <m:ctrlPr>
                            <a:rPr lang="de-DE" sz="2400" b="0" i="1" smtClean="0">
                              <a:solidFill>
                                <a:schemeClr val="bg1"/>
                              </a:solidFill>
                              <a:latin typeface="Cambria Math" panose="02040503050406030204" pitchFamily="18" charset="0"/>
                            </a:rPr>
                          </m:ctrlPr>
                        </m:sSubPr>
                        <m:e>
                          <m:r>
                            <m:rPr>
                              <m:sty m:val="p"/>
                            </m:rPr>
                            <a:rPr lang="de-DE" sz="2400" b="0" i="1" smtClean="0">
                              <a:solidFill>
                                <a:schemeClr val="bg1"/>
                              </a:solidFill>
                              <a:latin typeface="Cambria Math" panose="02040503050406030204" pitchFamily="18" charset="0"/>
                            </a:rPr>
                            <m:t>r</m:t>
                          </m:r>
                        </m:e>
                        <m:sub>
                          <m:r>
                            <a:rPr lang="de-DE" sz="2400" b="0" i="1" smtClean="0">
                              <a:solidFill>
                                <a:schemeClr val="bg1"/>
                              </a:solidFill>
                              <a:latin typeface="Cambria Math" panose="02040503050406030204" pitchFamily="18" charset="0"/>
                            </a:rPr>
                            <m:t>4</m:t>
                          </m:r>
                        </m:sub>
                      </m:sSub>
                    </m:oMath>
                  </m:oMathPara>
                </a14:m>
                <a:endParaRPr lang="en-US" sz="2400" dirty="0">
                  <a:solidFill>
                    <a:schemeClr val="bg1"/>
                  </a:solidFill>
                </a:endParaRPr>
              </a:p>
            </p:txBody>
          </p:sp>
        </mc:Choice>
        <mc:Fallback xmlns="">
          <p:sp>
            <p:nvSpPr>
              <p:cNvPr id="70" name="TextBox 69">
                <a:extLst>
                  <a:ext uri="{FF2B5EF4-FFF2-40B4-BE49-F238E27FC236}">
                    <a16:creationId xmlns:a16="http://schemas.microsoft.com/office/drawing/2014/main" id="{B9A33F79-9EF5-9B98-FE8F-65F713E45A52}"/>
                  </a:ext>
                </a:extLst>
              </p:cNvPr>
              <p:cNvSpPr txBox="1">
                <a:spLocks noRot="1" noChangeAspect="1" noMove="1" noResize="1" noEditPoints="1" noAdjustHandles="1" noChangeArrowheads="1" noChangeShapeType="1" noTextEdit="1"/>
              </p:cNvSpPr>
              <p:nvPr/>
            </p:nvSpPr>
            <p:spPr>
              <a:xfrm>
                <a:off x="4437719" y="2110515"/>
                <a:ext cx="527465" cy="461665"/>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2" name="TextBox 71">
                <a:extLst>
                  <a:ext uri="{FF2B5EF4-FFF2-40B4-BE49-F238E27FC236}">
                    <a16:creationId xmlns:a16="http://schemas.microsoft.com/office/drawing/2014/main" id="{21338760-763F-AF87-AA2C-E7AAF1E86D9B}"/>
                  </a:ext>
                </a:extLst>
              </p:cNvPr>
              <p:cNvSpPr txBox="1"/>
              <p:nvPr/>
            </p:nvSpPr>
            <p:spPr>
              <a:xfrm>
                <a:off x="2739168" y="1004048"/>
                <a:ext cx="656402" cy="461665"/>
              </a:xfrm>
              <a:prstGeom prst="rect">
                <a:avLst/>
              </a:prstGeom>
              <a:noFill/>
            </p:spPr>
            <p:txBody>
              <a:bodyPr wrap="square">
                <a:spAutoFit/>
              </a:bodyPr>
              <a:lstStyle/>
              <a:p>
                <a:pPr/>
                <a14:m>
                  <m:oMathPara xmlns:m="http://schemas.openxmlformats.org/officeDocument/2006/math">
                    <m:oMath>
                      <m:sSub>
                        <m:sSubPr>
                          <m:ctrlPr>
                            <a:rPr lang="de-DE" sz="2400" b="0" i="1" smtClean="0">
                              <a:solidFill>
                                <a:schemeClr val="bg1"/>
                              </a:solidFill>
                              <a:latin typeface="Cambria Math" panose="02040503050406030204" pitchFamily="18" charset="0"/>
                            </a:rPr>
                          </m:ctrlPr>
                        </m:sSubPr>
                        <m:e>
                          <m:r>
                            <m:rPr>
                              <m:sty m:val="p"/>
                            </m:rPr>
                            <a:rPr lang="de-DE" sz="2400" b="0" i="1" smtClean="0">
                              <a:solidFill>
                                <a:schemeClr val="bg1"/>
                              </a:solidFill>
                              <a:latin typeface="Cambria Math" panose="02040503050406030204" pitchFamily="18" charset="0"/>
                            </a:rPr>
                            <m:t>r</m:t>
                          </m:r>
                        </m:e>
                        <m:sub>
                          <m:r>
                            <a:rPr lang="de-DE" sz="2400" b="0" i="1" smtClean="0">
                              <a:solidFill>
                                <a:schemeClr val="bg1"/>
                              </a:solidFill>
                              <a:latin typeface="Cambria Math" panose="02040503050406030204" pitchFamily="18" charset="0"/>
                            </a:rPr>
                            <m:t>2</m:t>
                          </m:r>
                        </m:sub>
                      </m:sSub>
                    </m:oMath>
                  </m:oMathPara>
                </a14:m>
                <a:endParaRPr lang="en-US" sz="2400" dirty="0">
                  <a:solidFill>
                    <a:schemeClr val="bg1"/>
                  </a:solidFill>
                </a:endParaRPr>
              </a:p>
            </p:txBody>
          </p:sp>
        </mc:Choice>
        <mc:Fallback xmlns="">
          <p:sp>
            <p:nvSpPr>
              <p:cNvPr id="72" name="TextBox 71">
                <a:extLst>
                  <a:ext uri="{FF2B5EF4-FFF2-40B4-BE49-F238E27FC236}">
                    <a16:creationId xmlns:a16="http://schemas.microsoft.com/office/drawing/2014/main" id="{21338760-763F-AF87-AA2C-E7AAF1E86D9B}"/>
                  </a:ext>
                </a:extLst>
              </p:cNvPr>
              <p:cNvSpPr txBox="1">
                <a:spLocks noRot="1" noChangeAspect="1" noMove="1" noResize="1" noEditPoints="1" noAdjustHandles="1" noChangeArrowheads="1" noChangeShapeType="1" noTextEdit="1"/>
              </p:cNvSpPr>
              <p:nvPr/>
            </p:nvSpPr>
            <p:spPr>
              <a:xfrm>
                <a:off x="2739168" y="1004048"/>
                <a:ext cx="656402" cy="461665"/>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4" name="TextBox 73">
                <a:extLst>
                  <a:ext uri="{FF2B5EF4-FFF2-40B4-BE49-F238E27FC236}">
                    <a16:creationId xmlns:a16="http://schemas.microsoft.com/office/drawing/2014/main" id="{19F357C6-6F66-78A4-78BC-D2A251CC9F40}"/>
                  </a:ext>
                </a:extLst>
              </p:cNvPr>
              <p:cNvSpPr txBox="1"/>
              <p:nvPr/>
            </p:nvSpPr>
            <p:spPr>
              <a:xfrm>
                <a:off x="2825719" y="3219734"/>
                <a:ext cx="495606" cy="461665"/>
              </a:xfrm>
              <a:prstGeom prst="rect">
                <a:avLst/>
              </a:prstGeom>
              <a:noFill/>
            </p:spPr>
            <p:txBody>
              <a:bodyPr wrap="square">
                <a:spAutoFit/>
              </a:bodyPr>
              <a:lstStyle/>
              <a:p>
                <a:pPr/>
                <a14:m>
                  <m:oMathPara xmlns:m="http://schemas.openxmlformats.org/officeDocument/2006/math">
                    <m:oMath>
                      <m:sSub>
                        <m:sSubPr>
                          <m:ctrlPr>
                            <a:rPr lang="de-DE" sz="2400" b="0" i="1" smtClean="0">
                              <a:solidFill>
                                <a:schemeClr val="bg1"/>
                              </a:solidFill>
                              <a:latin typeface="Cambria Math" panose="02040503050406030204" pitchFamily="18" charset="0"/>
                            </a:rPr>
                          </m:ctrlPr>
                        </m:sSubPr>
                        <m:e>
                          <m:r>
                            <m:rPr>
                              <m:sty m:val="p"/>
                            </m:rPr>
                            <a:rPr lang="de-DE" sz="2400" b="0" i="1" smtClean="0">
                              <a:solidFill>
                                <a:schemeClr val="bg1"/>
                              </a:solidFill>
                              <a:latin typeface="Cambria Math" panose="02040503050406030204" pitchFamily="18" charset="0"/>
                            </a:rPr>
                            <m:t>r</m:t>
                          </m:r>
                        </m:e>
                        <m:sub>
                          <m:r>
                            <a:rPr lang="de-DE" sz="2400" b="0" i="1" smtClean="0">
                              <a:solidFill>
                                <a:schemeClr val="bg1"/>
                              </a:solidFill>
                              <a:latin typeface="Cambria Math" panose="02040503050406030204" pitchFamily="18" charset="0"/>
                            </a:rPr>
                            <m:t>3</m:t>
                          </m:r>
                        </m:sub>
                      </m:sSub>
                    </m:oMath>
                  </m:oMathPara>
                </a14:m>
                <a:endParaRPr lang="en-US" sz="2400" dirty="0">
                  <a:solidFill>
                    <a:schemeClr val="bg1"/>
                  </a:solidFill>
                </a:endParaRPr>
              </a:p>
            </p:txBody>
          </p:sp>
        </mc:Choice>
        <mc:Fallback xmlns="">
          <p:sp>
            <p:nvSpPr>
              <p:cNvPr id="74" name="TextBox 73">
                <a:extLst>
                  <a:ext uri="{FF2B5EF4-FFF2-40B4-BE49-F238E27FC236}">
                    <a16:creationId xmlns:a16="http://schemas.microsoft.com/office/drawing/2014/main" id="{19F357C6-6F66-78A4-78BC-D2A251CC9F40}"/>
                  </a:ext>
                </a:extLst>
              </p:cNvPr>
              <p:cNvSpPr txBox="1">
                <a:spLocks noRot="1" noChangeAspect="1" noMove="1" noResize="1" noEditPoints="1" noAdjustHandles="1" noChangeArrowheads="1" noChangeShapeType="1" noTextEdit="1"/>
              </p:cNvSpPr>
              <p:nvPr/>
            </p:nvSpPr>
            <p:spPr>
              <a:xfrm>
                <a:off x="2825719" y="3219734"/>
                <a:ext cx="495606" cy="461665"/>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7" name="TextBox 76">
                <a:extLst>
                  <a:ext uri="{FF2B5EF4-FFF2-40B4-BE49-F238E27FC236}">
                    <a16:creationId xmlns:a16="http://schemas.microsoft.com/office/drawing/2014/main" id="{4C4E61A6-A24B-7322-43FF-F7D1F0A246D8}"/>
                  </a:ext>
                </a:extLst>
              </p:cNvPr>
              <p:cNvSpPr txBox="1"/>
              <p:nvPr/>
            </p:nvSpPr>
            <p:spPr>
              <a:xfrm>
                <a:off x="994159" y="2108805"/>
                <a:ext cx="527465" cy="461665"/>
              </a:xfrm>
              <a:prstGeom prst="rect">
                <a:avLst/>
              </a:prstGeom>
              <a:noFill/>
            </p:spPr>
            <p:txBody>
              <a:bodyPr wrap="square">
                <a:spAutoFit/>
              </a:bodyPr>
              <a:lstStyle/>
              <a:p>
                <a:pPr/>
                <a14:m>
                  <m:oMathPara xmlns:m="http://schemas.openxmlformats.org/officeDocument/2006/math">
                    <m:oMath>
                      <m:sSub>
                        <m:sSubPr>
                          <m:ctrlPr>
                            <a:rPr lang="de-DE" sz="2400" b="0" i="1" smtClean="0">
                              <a:solidFill>
                                <a:schemeClr val="bg1"/>
                              </a:solidFill>
                              <a:latin typeface="Cambria Math" panose="02040503050406030204" pitchFamily="18" charset="0"/>
                            </a:rPr>
                          </m:ctrlPr>
                        </m:sSubPr>
                        <m:e>
                          <m:r>
                            <m:rPr>
                              <m:sty m:val="p"/>
                            </m:rPr>
                            <a:rPr lang="de-DE" sz="2400" b="0" i="1" smtClean="0">
                              <a:solidFill>
                                <a:schemeClr val="bg1"/>
                              </a:solidFill>
                              <a:latin typeface="Cambria Math" panose="02040503050406030204" pitchFamily="18" charset="0"/>
                            </a:rPr>
                            <m:t>r</m:t>
                          </m:r>
                        </m:e>
                        <m:sub>
                          <m:r>
                            <a:rPr lang="de-DE" sz="2400" b="0" i="1" smtClean="0">
                              <a:solidFill>
                                <a:schemeClr val="bg1"/>
                              </a:solidFill>
                              <a:latin typeface="Cambria Math" panose="02040503050406030204" pitchFamily="18" charset="0"/>
                            </a:rPr>
                            <m:t>1</m:t>
                          </m:r>
                        </m:sub>
                      </m:sSub>
                    </m:oMath>
                  </m:oMathPara>
                </a14:m>
                <a:endParaRPr lang="en-US" sz="2400" dirty="0">
                  <a:solidFill>
                    <a:schemeClr val="bg1"/>
                  </a:solidFill>
                </a:endParaRPr>
              </a:p>
            </p:txBody>
          </p:sp>
        </mc:Choice>
        <mc:Fallback xmlns="">
          <p:sp>
            <p:nvSpPr>
              <p:cNvPr id="77" name="TextBox 76">
                <a:extLst>
                  <a:ext uri="{FF2B5EF4-FFF2-40B4-BE49-F238E27FC236}">
                    <a16:creationId xmlns:a16="http://schemas.microsoft.com/office/drawing/2014/main" id="{4C4E61A6-A24B-7322-43FF-F7D1F0A246D8}"/>
                  </a:ext>
                </a:extLst>
              </p:cNvPr>
              <p:cNvSpPr txBox="1">
                <a:spLocks noRot="1" noChangeAspect="1" noMove="1" noResize="1" noEditPoints="1" noAdjustHandles="1" noChangeArrowheads="1" noChangeShapeType="1" noTextEdit="1"/>
              </p:cNvSpPr>
              <p:nvPr/>
            </p:nvSpPr>
            <p:spPr>
              <a:xfrm>
                <a:off x="994159" y="2108805"/>
                <a:ext cx="527465" cy="461665"/>
              </a:xfrm>
              <a:prstGeom prst="rect">
                <a:avLst/>
              </a:prstGeom>
              <a:blipFill>
                <a:blip r:embed="rId12"/>
                <a:stretch>
                  <a:fillRect/>
                </a:stretch>
              </a:blipFill>
            </p:spPr>
            <p:txBody>
              <a:bodyPr/>
              <a:lstStyle/>
              <a:p>
                <a:r>
                  <a:rPr lang="en-US">
                    <a:noFill/>
                  </a:rPr>
                  <a:t> </a:t>
                </a:r>
              </a:p>
            </p:txBody>
          </p:sp>
        </mc:Fallback>
      </mc:AlternateContent>
      <p:sp>
        <p:nvSpPr>
          <p:cNvPr id="23" name="TextBox 22">
            <a:extLst>
              <a:ext uri="{FF2B5EF4-FFF2-40B4-BE49-F238E27FC236}">
                <a16:creationId xmlns:a16="http://schemas.microsoft.com/office/drawing/2014/main" id="{B0ED0FD4-A073-8BEA-50AB-521B8F76A738}"/>
              </a:ext>
            </a:extLst>
          </p:cNvPr>
          <p:cNvSpPr txBox="1"/>
          <p:nvPr/>
        </p:nvSpPr>
        <p:spPr>
          <a:xfrm>
            <a:off x="6599560" y="224900"/>
            <a:ext cx="5404918" cy="1769715"/>
          </a:xfrm>
          <a:prstGeom prst="rect">
            <a:avLst/>
          </a:prstGeom>
          <a:noFill/>
          <a:ln>
            <a:solidFill>
              <a:schemeClr val="accent1"/>
            </a:solidFill>
          </a:ln>
        </p:spPr>
        <p:txBody>
          <a:bodyPr wrap="square">
            <a:spAutoFit/>
          </a:bodyPr>
          <a:lstStyle/>
          <a:p>
            <a:pPr>
              <a:spcAft>
                <a:spcPts val="600"/>
              </a:spcAft>
            </a:pPr>
            <a:r>
              <a:rPr lang="de-DE" sz="1400" dirty="0" err="1"/>
              <a:t>Reaction</a:t>
            </a:r>
            <a:r>
              <a:rPr lang="de-DE" sz="1400" dirty="0"/>
              <a:t> 1:  </a:t>
            </a:r>
            <a:r>
              <a:rPr lang="es-ES" sz="1400" dirty="0" err="1"/>
              <a:t>peroxisomal</a:t>
            </a:r>
            <a:r>
              <a:rPr lang="es-ES" sz="1400" dirty="0"/>
              <a:t> </a:t>
            </a:r>
            <a:r>
              <a:rPr lang="es-ES" sz="1400" dirty="0" err="1"/>
              <a:t>acyl-CoA</a:t>
            </a:r>
            <a:r>
              <a:rPr lang="es-ES" sz="1400" dirty="0"/>
              <a:t> </a:t>
            </a:r>
            <a:r>
              <a:rPr lang="es-ES" sz="1400" dirty="0" err="1"/>
              <a:t>thioesterase</a:t>
            </a:r>
            <a:endParaRPr lang="en-US" sz="1400" dirty="0"/>
          </a:p>
          <a:p>
            <a:pPr>
              <a:spcAft>
                <a:spcPts val="600"/>
              </a:spcAft>
            </a:pPr>
            <a:r>
              <a:rPr lang="es-ES" sz="1400" b="1" dirty="0">
                <a:hlinkClick r:id="rId13"/>
              </a:rPr>
              <a:t>EC </a:t>
            </a:r>
            <a:r>
              <a:rPr lang="es-ES" sz="1400" b="1" dirty="0" err="1">
                <a:hlinkClick r:id="rId13"/>
              </a:rPr>
              <a:t>code</a:t>
            </a:r>
            <a:r>
              <a:rPr lang="es-ES" sz="1400" b="1" dirty="0">
                <a:hlinkClick r:id="rId13"/>
              </a:rPr>
              <a:t>: 3.1.2.2</a:t>
            </a:r>
            <a:endParaRPr lang="en-US" sz="1400" b="1" dirty="0"/>
          </a:p>
          <a:p>
            <a:pPr>
              <a:spcAft>
                <a:spcPts val="600"/>
              </a:spcAft>
            </a:pPr>
            <a:r>
              <a:rPr lang="en-US" sz="1400" dirty="0"/>
              <a:t>Gene:  </a:t>
            </a:r>
            <a:r>
              <a:rPr lang="en-US" sz="1400" b="1" dirty="0"/>
              <a:t>YJR019C</a:t>
            </a:r>
          </a:p>
          <a:p>
            <a:pPr>
              <a:spcAft>
                <a:spcPts val="600"/>
              </a:spcAft>
            </a:pPr>
            <a:r>
              <a:rPr lang="pt-BR" sz="1400" dirty="0"/>
              <a:t>Formula:</a:t>
            </a:r>
          </a:p>
          <a:p>
            <a:pPr>
              <a:spcAft>
                <a:spcPts val="600"/>
              </a:spcAft>
            </a:pPr>
            <a:r>
              <a:rPr lang="pt-BR" sz="1400" dirty="0"/>
              <a:t>C31H50N7O17P3S + H2O  -&gt;  </a:t>
            </a:r>
            <a:r>
              <a:rPr lang="pt-BR" sz="1400" b="1" dirty="0">
                <a:solidFill>
                  <a:srgbClr val="0070C0"/>
                </a:solidFill>
              </a:rPr>
              <a:t>C21H32N7O16P3S</a:t>
            </a:r>
            <a:r>
              <a:rPr lang="pt-BR" sz="1400" dirty="0"/>
              <a:t> + </a:t>
            </a:r>
            <a:r>
              <a:rPr lang="pt-BR" sz="1400" b="1" dirty="0">
                <a:solidFill>
                  <a:schemeClr val="accent6">
                    <a:lumMod val="75000"/>
                  </a:schemeClr>
                </a:solidFill>
              </a:rPr>
              <a:t>C10H19O2</a:t>
            </a:r>
            <a:r>
              <a:rPr lang="pt-BR" sz="1400" dirty="0"/>
              <a:t> + H</a:t>
            </a:r>
          </a:p>
          <a:p>
            <a:pPr>
              <a:spcAft>
                <a:spcPts val="600"/>
              </a:spcAft>
            </a:pPr>
            <a:r>
              <a:rPr lang="pt-BR" sz="1400" dirty="0"/>
              <a:t>Location: Peroxisome</a:t>
            </a:r>
            <a:endParaRPr lang="en-US" sz="1400" dirty="0"/>
          </a:p>
        </p:txBody>
      </p:sp>
      <p:sp>
        <p:nvSpPr>
          <p:cNvPr id="28" name="TextBox 27">
            <a:extLst>
              <a:ext uri="{FF2B5EF4-FFF2-40B4-BE49-F238E27FC236}">
                <a16:creationId xmlns:a16="http://schemas.microsoft.com/office/drawing/2014/main" id="{C607D6AC-AE7C-7151-E9BE-71952226D8A2}"/>
              </a:ext>
            </a:extLst>
          </p:cNvPr>
          <p:cNvSpPr txBox="1"/>
          <p:nvPr/>
        </p:nvSpPr>
        <p:spPr>
          <a:xfrm>
            <a:off x="6599560" y="2488722"/>
            <a:ext cx="5404918" cy="1692771"/>
          </a:xfrm>
          <a:prstGeom prst="rect">
            <a:avLst/>
          </a:prstGeom>
          <a:noFill/>
          <a:ln>
            <a:solidFill>
              <a:schemeClr val="accent1"/>
            </a:solidFill>
          </a:ln>
        </p:spPr>
        <p:txBody>
          <a:bodyPr wrap="square">
            <a:spAutoFit/>
          </a:bodyPr>
          <a:lstStyle/>
          <a:p>
            <a:pPr>
              <a:spcAft>
                <a:spcPts val="600"/>
              </a:spcAft>
            </a:pPr>
            <a:r>
              <a:rPr lang="en-US" sz="1400" dirty="0"/>
              <a:t>Reaction 2: acetyl-CoA C-acyltransferase (decanoyl-CoA)</a:t>
            </a:r>
          </a:p>
          <a:p>
            <a:pPr>
              <a:spcAft>
                <a:spcPts val="600"/>
              </a:spcAft>
            </a:pPr>
            <a:r>
              <a:rPr lang="en-US" sz="1400" b="1" dirty="0">
                <a:hlinkClick r:id="rId14"/>
              </a:rPr>
              <a:t>EC code: 2.3.1.16</a:t>
            </a:r>
            <a:endParaRPr lang="en-US" sz="1400" b="1" dirty="0"/>
          </a:p>
          <a:p>
            <a:pPr>
              <a:spcAft>
                <a:spcPts val="600"/>
              </a:spcAft>
            </a:pPr>
            <a:r>
              <a:rPr lang="es-ES" sz="1400" dirty="0"/>
              <a:t>Gene:  </a:t>
            </a:r>
            <a:r>
              <a:rPr lang="es-ES" sz="1400" b="1" dirty="0"/>
              <a:t>YIL160C</a:t>
            </a:r>
          </a:p>
          <a:p>
            <a:pPr>
              <a:spcAft>
                <a:spcPts val="600"/>
              </a:spcAft>
            </a:pPr>
            <a:r>
              <a:rPr lang="es-ES" sz="1400" dirty="0"/>
              <a:t>C33H52N7O18P3S + </a:t>
            </a:r>
            <a:r>
              <a:rPr lang="es-ES" sz="1400" b="1" dirty="0">
                <a:solidFill>
                  <a:srgbClr val="0070C0"/>
                </a:solidFill>
              </a:rPr>
              <a:t>C21H32N7O16P3S</a:t>
            </a:r>
            <a:r>
              <a:rPr lang="es-ES" sz="1400" dirty="0"/>
              <a:t>  -&gt;  </a:t>
            </a:r>
            <a:r>
              <a:rPr lang="es-ES" sz="1400" dirty="0">
                <a:solidFill>
                  <a:srgbClr val="C00000"/>
                </a:solidFill>
              </a:rPr>
              <a:t>C23H34N7O17P3S</a:t>
            </a:r>
            <a:r>
              <a:rPr lang="es-ES" sz="1400" dirty="0"/>
              <a:t> + C31H50N7O17P3S</a:t>
            </a:r>
          </a:p>
          <a:p>
            <a:pPr>
              <a:spcAft>
                <a:spcPts val="600"/>
              </a:spcAft>
            </a:pPr>
            <a:r>
              <a:rPr lang="pt-BR" sz="1400" dirty="0"/>
              <a:t>Location: Peroxisome</a:t>
            </a:r>
            <a:endParaRPr lang="en-US" sz="1400" dirty="0"/>
          </a:p>
        </p:txBody>
      </p:sp>
      <p:sp>
        <p:nvSpPr>
          <p:cNvPr id="29" name="TextBox 28">
            <a:extLst>
              <a:ext uri="{FF2B5EF4-FFF2-40B4-BE49-F238E27FC236}">
                <a16:creationId xmlns:a16="http://schemas.microsoft.com/office/drawing/2014/main" id="{D7FD323D-6EB9-8CC2-5776-C5FFA2E0EF51}"/>
              </a:ext>
            </a:extLst>
          </p:cNvPr>
          <p:cNvSpPr txBox="1"/>
          <p:nvPr/>
        </p:nvSpPr>
        <p:spPr>
          <a:xfrm>
            <a:off x="6599560" y="4724397"/>
            <a:ext cx="5404918" cy="1692771"/>
          </a:xfrm>
          <a:prstGeom prst="rect">
            <a:avLst/>
          </a:prstGeom>
          <a:noFill/>
          <a:ln>
            <a:solidFill>
              <a:schemeClr val="accent1"/>
            </a:solidFill>
          </a:ln>
        </p:spPr>
        <p:txBody>
          <a:bodyPr wrap="square">
            <a:spAutoFit/>
          </a:bodyPr>
          <a:lstStyle/>
          <a:p>
            <a:pPr>
              <a:spcAft>
                <a:spcPts val="600"/>
              </a:spcAft>
            </a:pPr>
            <a:r>
              <a:rPr lang="en-US" sz="1400" dirty="0"/>
              <a:t>Reaction 3: fatty-acid--CoA ligase (decanoate)</a:t>
            </a:r>
          </a:p>
          <a:p>
            <a:pPr>
              <a:spcAft>
                <a:spcPts val="600"/>
              </a:spcAft>
            </a:pPr>
            <a:r>
              <a:rPr lang="es-ES" sz="1400" b="1" dirty="0">
                <a:hlinkClick r:id="rId15"/>
              </a:rPr>
              <a:t>EC </a:t>
            </a:r>
            <a:r>
              <a:rPr lang="es-ES" sz="1400" b="1" dirty="0" err="1">
                <a:hlinkClick r:id="rId15"/>
              </a:rPr>
              <a:t>code</a:t>
            </a:r>
            <a:r>
              <a:rPr lang="es-ES" sz="1400" b="1" dirty="0">
                <a:hlinkClick r:id="rId15"/>
              </a:rPr>
              <a:t>: 6.2.1.3</a:t>
            </a:r>
            <a:endParaRPr lang="es-ES" sz="1400" dirty="0"/>
          </a:p>
          <a:p>
            <a:pPr>
              <a:spcAft>
                <a:spcPts val="600"/>
              </a:spcAft>
            </a:pPr>
            <a:r>
              <a:rPr lang="es-ES" sz="1400" dirty="0"/>
              <a:t>Gene:  </a:t>
            </a:r>
            <a:r>
              <a:rPr lang="es-ES" sz="1400" b="1" dirty="0"/>
              <a:t>YER015W</a:t>
            </a:r>
          </a:p>
          <a:p>
            <a:pPr>
              <a:spcAft>
                <a:spcPts val="600"/>
              </a:spcAft>
            </a:pPr>
            <a:r>
              <a:rPr lang="pt-BR" sz="1400" dirty="0"/>
              <a:t>C10H12N5O13P3 + C21H32N7O16P3S + </a:t>
            </a:r>
            <a:r>
              <a:rPr lang="pt-BR" sz="1400" b="1" dirty="0">
                <a:solidFill>
                  <a:schemeClr val="accent3"/>
                </a:solidFill>
              </a:rPr>
              <a:t>C10H19O2</a:t>
            </a:r>
            <a:r>
              <a:rPr lang="pt-BR" sz="1400" dirty="0"/>
              <a:t>  -&gt;  C10H12N5O7P + </a:t>
            </a:r>
            <a:r>
              <a:rPr lang="pt-BR" sz="1400" dirty="0">
                <a:solidFill>
                  <a:srgbClr val="C00000"/>
                </a:solidFill>
              </a:rPr>
              <a:t>C31H50N7O17P3S</a:t>
            </a:r>
            <a:r>
              <a:rPr lang="pt-BR" sz="1400" dirty="0"/>
              <a:t> + HO7P2</a:t>
            </a:r>
          </a:p>
          <a:p>
            <a:pPr>
              <a:spcAft>
                <a:spcPts val="600"/>
              </a:spcAft>
            </a:pPr>
            <a:r>
              <a:rPr lang="pt-BR" sz="1400" dirty="0"/>
              <a:t>Location: Peroxisome</a:t>
            </a:r>
            <a:endParaRPr lang="en-US" sz="1400" dirty="0"/>
          </a:p>
        </p:txBody>
      </p:sp>
      <p:sp>
        <p:nvSpPr>
          <p:cNvPr id="32" name="TextBox 31">
            <a:extLst>
              <a:ext uri="{FF2B5EF4-FFF2-40B4-BE49-F238E27FC236}">
                <a16:creationId xmlns:a16="http://schemas.microsoft.com/office/drawing/2014/main" id="{B90AA647-B081-D2A6-9132-C3BFAD789FB3}"/>
              </a:ext>
            </a:extLst>
          </p:cNvPr>
          <p:cNvSpPr txBox="1"/>
          <p:nvPr/>
        </p:nvSpPr>
        <p:spPr>
          <a:xfrm>
            <a:off x="129539" y="4534594"/>
            <a:ext cx="6112564" cy="307777"/>
          </a:xfrm>
          <a:prstGeom prst="rect">
            <a:avLst/>
          </a:prstGeom>
          <a:noFill/>
        </p:spPr>
        <p:txBody>
          <a:bodyPr wrap="square">
            <a:spAutoFit/>
          </a:bodyPr>
          <a:lstStyle/>
          <a:p>
            <a:pPr>
              <a:spcAft>
                <a:spcPts val="600"/>
              </a:spcAft>
            </a:pPr>
            <a:r>
              <a:rPr lang="pt-BR" sz="1400" dirty="0"/>
              <a:t>Metabolite m2: </a:t>
            </a:r>
            <a:r>
              <a:rPr lang="pt-BR" sz="1400" b="1" dirty="0">
                <a:solidFill>
                  <a:srgbClr val="0070C0"/>
                </a:solidFill>
              </a:rPr>
              <a:t>C21H32N7O16P3S</a:t>
            </a:r>
            <a:r>
              <a:rPr lang="pt-BR" sz="1400" dirty="0"/>
              <a:t> | Name: coenzyme A| 405   | ID: s_0534 </a:t>
            </a:r>
          </a:p>
        </p:txBody>
      </p:sp>
      <p:sp>
        <p:nvSpPr>
          <p:cNvPr id="35" name="TextBox 34">
            <a:extLst>
              <a:ext uri="{FF2B5EF4-FFF2-40B4-BE49-F238E27FC236}">
                <a16:creationId xmlns:a16="http://schemas.microsoft.com/office/drawing/2014/main" id="{0B2B6895-11D6-61A3-64CA-461D31AD02DF}"/>
              </a:ext>
            </a:extLst>
          </p:cNvPr>
          <p:cNvSpPr txBox="1"/>
          <p:nvPr/>
        </p:nvSpPr>
        <p:spPr>
          <a:xfrm>
            <a:off x="129015" y="4930770"/>
            <a:ext cx="6112564" cy="307777"/>
          </a:xfrm>
          <a:prstGeom prst="rect">
            <a:avLst/>
          </a:prstGeom>
          <a:noFill/>
        </p:spPr>
        <p:txBody>
          <a:bodyPr wrap="square">
            <a:spAutoFit/>
          </a:bodyPr>
          <a:lstStyle/>
          <a:p>
            <a:pPr>
              <a:spcAft>
                <a:spcPts val="600"/>
              </a:spcAft>
            </a:pPr>
            <a:r>
              <a:rPr lang="pt-BR" sz="1400" dirty="0"/>
              <a:t>Metabolite m3: </a:t>
            </a:r>
            <a:r>
              <a:rPr lang="pt-BR" sz="1400" b="1" dirty="0">
                <a:solidFill>
                  <a:schemeClr val="accent6">
                    <a:lumMod val="75000"/>
                  </a:schemeClr>
                </a:solidFill>
              </a:rPr>
              <a:t>C10H19O2</a:t>
            </a:r>
            <a:r>
              <a:rPr lang="pt-BR" sz="1400" dirty="0"/>
              <a:t> | Name: decanoate| 460   | ID: s_0600 </a:t>
            </a:r>
          </a:p>
        </p:txBody>
      </p:sp>
      <p:sp>
        <p:nvSpPr>
          <p:cNvPr id="37" name="TextBox 36">
            <a:extLst>
              <a:ext uri="{FF2B5EF4-FFF2-40B4-BE49-F238E27FC236}">
                <a16:creationId xmlns:a16="http://schemas.microsoft.com/office/drawing/2014/main" id="{5771CDCD-CDF0-B672-C4AD-1A85FAEB1BD0}"/>
              </a:ext>
            </a:extLst>
          </p:cNvPr>
          <p:cNvSpPr txBox="1"/>
          <p:nvPr/>
        </p:nvSpPr>
        <p:spPr>
          <a:xfrm>
            <a:off x="129015" y="5371803"/>
            <a:ext cx="6112564" cy="307777"/>
          </a:xfrm>
          <a:prstGeom prst="rect">
            <a:avLst/>
          </a:prstGeom>
          <a:noFill/>
        </p:spPr>
        <p:txBody>
          <a:bodyPr wrap="square">
            <a:spAutoFit/>
          </a:bodyPr>
          <a:lstStyle/>
          <a:p>
            <a:pPr>
              <a:spcAft>
                <a:spcPts val="600"/>
              </a:spcAft>
            </a:pPr>
            <a:r>
              <a:rPr lang="es-ES" sz="1400" dirty="0" err="1"/>
              <a:t>Metabolite</a:t>
            </a:r>
            <a:r>
              <a:rPr lang="es-ES" sz="1400" dirty="0"/>
              <a:t> m4: </a:t>
            </a:r>
            <a:r>
              <a:rPr lang="es-ES" sz="1400" dirty="0">
                <a:solidFill>
                  <a:srgbClr val="C00000"/>
                </a:solidFill>
              </a:rPr>
              <a:t>C31H50N7O17P3S</a:t>
            </a:r>
            <a:endParaRPr lang="es-ES" sz="1400" b="1" dirty="0">
              <a:solidFill>
                <a:srgbClr val="C00000"/>
              </a:solidFill>
            </a:endParaRPr>
          </a:p>
        </p:txBody>
      </p:sp>
    </p:spTree>
    <p:extLst>
      <p:ext uri="{BB962C8B-B14F-4D97-AF65-F5344CB8AC3E}">
        <p14:creationId xmlns:p14="http://schemas.microsoft.com/office/powerpoint/2010/main" val="3184580585"/>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 name="Graphic 45">
            <a:extLst>
              <a:ext uri="{FF2B5EF4-FFF2-40B4-BE49-F238E27FC236}">
                <a16:creationId xmlns:a16="http://schemas.microsoft.com/office/drawing/2014/main" id="{626ADE63-46A6-CCA2-2409-373D63232ED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324" y="857690"/>
            <a:ext cx="6667500" cy="6029325"/>
          </a:xfrm>
          <a:prstGeom prst="rect">
            <a:avLst/>
          </a:prstGeom>
        </p:spPr>
      </p:pic>
      <p:sp>
        <p:nvSpPr>
          <p:cNvPr id="2" name="Title 1">
            <a:extLst>
              <a:ext uri="{FF2B5EF4-FFF2-40B4-BE49-F238E27FC236}">
                <a16:creationId xmlns:a16="http://schemas.microsoft.com/office/drawing/2014/main" id="{3823179B-9D2D-F996-9FD9-84BA3DCD3633}"/>
              </a:ext>
            </a:extLst>
          </p:cNvPr>
          <p:cNvSpPr>
            <a:spLocks noGrp="1"/>
          </p:cNvSpPr>
          <p:nvPr>
            <p:ph type="title"/>
          </p:nvPr>
        </p:nvSpPr>
        <p:spPr>
          <a:xfrm>
            <a:off x="124119" y="113154"/>
            <a:ext cx="4639918" cy="723446"/>
          </a:xfrm>
        </p:spPr>
        <p:txBody>
          <a:bodyPr>
            <a:normAutofit/>
          </a:bodyPr>
          <a:lstStyle/>
          <a:p>
            <a:r>
              <a:rPr lang="en-US" sz="3200" dirty="0"/>
              <a:t>Mapping with restrictions</a:t>
            </a:r>
          </a:p>
        </p:txBody>
      </p: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AFFBB67B-5A73-1EF5-2CB8-3A325AF07879}"/>
                  </a:ext>
                </a:extLst>
              </p:cNvPr>
              <p:cNvSpPr txBox="1"/>
              <p:nvPr/>
            </p:nvSpPr>
            <p:spPr>
              <a:xfrm>
                <a:off x="6690692" y="95616"/>
                <a:ext cx="5501308" cy="1554272"/>
              </a:xfrm>
              <a:prstGeom prst="rect">
                <a:avLst/>
              </a:prstGeom>
              <a:noFill/>
            </p:spPr>
            <p:txBody>
              <a:bodyPr wrap="square">
                <a:spAutoFit/>
              </a:bodyPr>
              <a:lstStyle/>
              <a:p>
                <a:pPr>
                  <a:spcAft>
                    <a:spcPts val="600"/>
                  </a:spcAft>
                </a:pPr>
                <a:r>
                  <a:rPr lang="de-DE" dirty="0" err="1"/>
                  <a:t>Restrictions</a:t>
                </a:r>
                <a:r>
                  <a:rPr lang="de-DE" dirty="0"/>
                  <a:t>: </a:t>
                </a:r>
              </a:p>
              <a:p>
                <a:pPr marL="342900" indent="-342900">
                  <a:buFont typeface="+mj-lt"/>
                  <a:buAutoNum type="arabicPeriod"/>
                </a:pPr>
                <a:r>
                  <a:rPr lang="de-DE" dirty="0"/>
                  <a:t>The metabolite </a:t>
                </a:r>
                <a14:m>
                  <m:oMath xmlns:m="http://schemas.openxmlformats.org/officeDocument/2006/math">
                    <m:sSub>
                      <m:sSubPr>
                        <m:ctrlPr>
                          <a:rPr lang="de-DE">
                            <a:solidFill>
                              <a:srgbClr val="C00000"/>
                            </a:solidFill>
                            <a:latin typeface="Cambria Math" panose="02040503050406030204" pitchFamily="18" charset="0"/>
                          </a:rPr>
                        </m:ctrlPr>
                      </m:sSubPr>
                      <m:e>
                        <m:r>
                          <m:rPr>
                            <m:sty m:val="p"/>
                          </m:rPr>
                          <a:rPr lang="de-DE">
                            <a:solidFill>
                              <a:srgbClr val="C00000"/>
                            </a:solidFill>
                            <a:latin typeface="Cambria Math" panose="02040503050406030204" pitchFamily="18" charset="0"/>
                          </a:rPr>
                          <m:t>m</m:t>
                        </m:r>
                      </m:e>
                      <m:sub>
                        <m:r>
                          <a:rPr lang="de-DE" i="1">
                            <a:solidFill>
                              <a:srgbClr val="C00000"/>
                            </a:solidFill>
                            <a:latin typeface="Cambria Math" panose="02040503050406030204" pitchFamily="18" charset="0"/>
                          </a:rPr>
                          <m:t>4</m:t>
                        </m:r>
                      </m:sub>
                    </m:sSub>
                  </m:oMath>
                </a14:m>
                <a:r>
                  <a:rPr lang="en-US" dirty="0"/>
                  <a:t> is a rich extracellular metabolite.</a:t>
                </a:r>
              </a:p>
              <a:p>
                <a:pPr marL="342900" indent="-342900">
                  <a:buFont typeface="+mj-lt"/>
                  <a:buAutoNum type="arabicPeriod"/>
                </a:pPr>
                <a:r>
                  <a:rPr lang="en-US" dirty="0"/>
                  <a:t>The metabolic network associated with </a:t>
                </a:r>
                <a14:m>
                  <m:oMath xmlns:m="http://schemas.openxmlformats.org/officeDocument/2006/math">
                    <m:sSub>
                      <m:sSubPr>
                        <m:ctrlPr>
                          <a:rPr lang="de-DE">
                            <a:solidFill>
                              <a:srgbClr val="C00000"/>
                            </a:solidFill>
                            <a:latin typeface="Cambria Math" panose="02040503050406030204" pitchFamily="18" charset="0"/>
                          </a:rPr>
                        </m:ctrlPr>
                      </m:sSubPr>
                      <m:e>
                        <m:r>
                          <m:rPr>
                            <m:sty m:val="p"/>
                          </m:rPr>
                          <a:rPr lang="de-DE">
                            <a:solidFill>
                              <a:srgbClr val="C00000"/>
                            </a:solidFill>
                            <a:latin typeface="Cambria Math" panose="02040503050406030204" pitchFamily="18" charset="0"/>
                          </a:rPr>
                          <m:t>m</m:t>
                        </m:r>
                      </m:e>
                      <m:sub>
                        <m:r>
                          <a:rPr lang="de-DE" i="1">
                            <a:solidFill>
                              <a:srgbClr val="C00000"/>
                            </a:solidFill>
                            <a:latin typeface="Cambria Math" panose="02040503050406030204" pitchFamily="18" charset="0"/>
                          </a:rPr>
                          <m:t>4</m:t>
                        </m:r>
                      </m:sub>
                    </m:sSub>
                  </m:oMath>
                </a14:m>
                <a:r>
                  <a:rPr lang="en-US" dirty="0"/>
                  <a:t> is the least impactful. </a:t>
                </a:r>
              </a:p>
            </p:txBody>
          </p:sp>
        </mc:Choice>
        <mc:Fallback xmlns="">
          <p:sp>
            <p:nvSpPr>
              <p:cNvPr id="26" name="TextBox 25">
                <a:extLst>
                  <a:ext uri="{FF2B5EF4-FFF2-40B4-BE49-F238E27FC236}">
                    <a16:creationId xmlns:a16="http://schemas.microsoft.com/office/drawing/2014/main" id="{AFFBB67B-5A73-1EF5-2CB8-3A325AF07879}"/>
                  </a:ext>
                </a:extLst>
              </p:cNvPr>
              <p:cNvSpPr txBox="1">
                <a:spLocks noRot="1" noChangeAspect="1" noMove="1" noResize="1" noEditPoints="1" noAdjustHandles="1" noChangeArrowheads="1" noChangeShapeType="1" noTextEdit="1"/>
              </p:cNvSpPr>
              <p:nvPr/>
            </p:nvSpPr>
            <p:spPr>
              <a:xfrm>
                <a:off x="6690692" y="95616"/>
                <a:ext cx="5501308" cy="1554272"/>
              </a:xfrm>
              <a:prstGeom prst="rect">
                <a:avLst/>
              </a:prstGeom>
              <a:blipFill>
                <a:blip r:embed="rId4"/>
                <a:stretch>
                  <a:fillRect l="-998" t="-1961" b="-5490"/>
                </a:stretch>
              </a:blipFill>
            </p:spPr>
            <p:txBody>
              <a:bodyPr/>
              <a:lstStyle/>
              <a:p>
                <a:r>
                  <a:rPr lang="en-US">
                    <a:noFill/>
                  </a:rPr>
                  <a:t> </a:t>
                </a:r>
              </a:p>
            </p:txBody>
          </p:sp>
        </mc:Fallback>
      </mc:AlternateContent>
      <p:grpSp>
        <p:nvGrpSpPr>
          <p:cNvPr id="3" name="Group 2">
            <a:extLst>
              <a:ext uri="{FF2B5EF4-FFF2-40B4-BE49-F238E27FC236}">
                <a16:creationId xmlns:a16="http://schemas.microsoft.com/office/drawing/2014/main" id="{1B9D0122-EE2A-6B06-4EC9-46AA73E34AF9}"/>
              </a:ext>
            </a:extLst>
          </p:cNvPr>
          <p:cNvGrpSpPr/>
          <p:nvPr/>
        </p:nvGrpSpPr>
        <p:grpSpPr>
          <a:xfrm>
            <a:off x="6660176" y="1649888"/>
            <a:ext cx="5510514" cy="2723800"/>
            <a:chOff x="6681486" y="2600620"/>
            <a:chExt cx="5510514" cy="2723800"/>
          </a:xfrm>
        </p:grpSpPr>
        <p:sp>
          <p:nvSpPr>
            <p:cNvPr id="48" name="Oval 47">
              <a:extLst>
                <a:ext uri="{FF2B5EF4-FFF2-40B4-BE49-F238E27FC236}">
                  <a16:creationId xmlns:a16="http://schemas.microsoft.com/office/drawing/2014/main" id="{381E688D-F7B1-B9C2-68AE-0A741E28239E}"/>
                </a:ext>
              </a:extLst>
            </p:cNvPr>
            <p:cNvSpPr>
              <a:spLocks noChangeAspect="1"/>
            </p:cNvSpPr>
            <p:nvPr/>
          </p:nvSpPr>
          <p:spPr>
            <a:xfrm>
              <a:off x="9243213" y="2639025"/>
              <a:ext cx="482803" cy="48280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3C8BA605-8A53-A383-773F-09F414DD9D61}"/>
                </a:ext>
              </a:extLst>
            </p:cNvPr>
            <p:cNvSpPr>
              <a:spLocks noChangeAspect="1"/>
            </p:cNvSpPr>
            <p:nvPr/>
          </p:nvSpPr>
          <p:spPr>
            <a:xfrm>
              <a:off x="9254643" y="4841617"/>
              <a:ext cx="482803" cy="48280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0" name="Straight Arrow Connector 49">
              <a:extLst>
                <a:ext uri="{FF2B5EF4-FFF2-40B4-BE49-F238E27FC236}">
                  <a16:creationId xmlns:a16="http://schemas.microsoft.com/office/drawing/2014/main" id="{1C570875-FA04-5983-08A4-9CD3F7198087}"/>
                </a:ext>
              </a:extLst>
            </p:cNvPr>
            <p:cNvCxnSpPr>
              <a:cxnSpLocks/>
              <a:stCxn id="49" idx="6"/>
              <a:endCxn id="61" idx="3"/>
            </p:cNvCxnSpPr>
            <p:nvPr/>
          </p:nvCxnSpPr>
          <p:spPr>
            <a:xfrm flipV="1">
              <a:off x="9737446" y="4143385"/>
              <a:ext cx="1208754" cy="939634"/>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51" name="Straight Arrow Connector 50">
              <a:extLst>
                <a:ext uri="{FF2B5EF4-FFF2-40B4-BE49-F238E27FC236}">
                  <a16:creationId xmlns:a16="http://schemas.microsoft.com/office/drawing/2014/main" id="{6B4E7AA1-3299-D0A5-38F4-0607CDAE63AA}"/>
                </a:ext>
              </a:extLst>
            </p:cNvPr>
            <p:cNvCxnSpPr>
              <a:cxnSpLocks/>
              <a:stCxn id="48" idx="6"/>
              <a:endCxn id="61" idx="1"/>
            </p:cNvCxnSpPr>
            <p:nvPr/>
          </p:nvCxnSpPr>
          <p:spPr>
            <a:xfrm>
              <a:off x="9726016" y="2880427"/>
              <a:ext cx="1220184" cy="921565"/>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12D5619C-07E5-3A24-75A8-7F054F67BDFA}"/>
                    </a:ext>
                  </a:extLst>
                </p:cNvPr>
                <p:cNvSpPr txBox="1"/>
                <p:nvPr/>
              </p:nvSpPr>
              <p:spPr>
                <a:xfrm>
                  <a:off x="10093467" y="2754238"/>
                  <a:ext cx="1006792" cy="461665"/>
                </a:xfrm>
                <a:prstGeom prst="rect">
                  <a:avLst/>
                </a:prstGeom>
                <a:noFill/>
              </p:spPr>
              <p:txBody>
                <a:bodyPr wrap="square">
                  <a:spAutoFit/>
                </a:bodyPr>
                <a:lstStyle/>
                <a:p>
                  <a:pPr/>
                  <a14:m>
                    <m:oMathPara xmlns:m="http://schemas.openxmlformats.org/officeDocument/2006/math">
                      <m:oMath>
                        <m:sSub>
                          <m:sSubPr>
                            <m:ctrlPr>
                              <a:rPr lang="de-DE" sz="2400" b="0" i="0" smtClean="0">
                                <a:solidFill>
                                  <a:srgbClr val="C00000"/>
                                </a:solidFill>
                                <a:latin typeface="Cambria Math" panose="02040503050406030204" pitchFamily="18" charset="0"/>
                              </a:rPr>
                            </m:ctrlPr>
                          </m:sSubPr>
                          <m:e>
                            <m:r>
                              <m:rPr>
                                <m:sty m:val="p"/>
                              </m:rPr>
                              <a:rPr lang="de-DE" sz="2400" b="0" i="0" smtClean="0">
                                <a:solidFill>
                                  <a:srgbClr val="C00000"/>
                                </a:solidFill>
                                <a:latin typeface="Cambria Math" panose="02040503050406030204" pitchFamily="18" charset="0"/>
                              </a:rPr>
                              <m:t>m</m:t>
                            </m:r>
                          </m:e>
                          <m:sub>
                            <m:r>
                              <a:rPr lang="de-DE" sz="2400" b="0" i="1" smtClean="0">
                                <a:solidFill>
                                  <a:srgbClr val="C00000"/>
                                </a:solidFill>
                                <a:latin typeface="Cambria Math" panose="02040503050406030204" pitchFamily="18" charset="0"/>
                              </a:rPr>
                              <m:t>4</m:t>
                            </m:r>
                          </m:sub>
                        </m:sSub>
                      </m:oMath>
                    </m:oMathPara>
                  </a14:m>
                  <a:endParaRPr lang="en-US" sz="2400" dirty="0">
                    <a:solidFill>
                      <a:schemeClr val="tx1"/>
                    </a:solidFill>
                  </a:endParaRPr>
                </a:p>
              </p:txBody>
            </p:sp>
          </mc:Choice>
          <mc:Fallback xmlns="">
            <p:sp>
              <p:nvSpPr>
                <p:cNvPr id="52" name="TextBox 51">
                  <a:extLst>
                    <a:ext uri="{FF2B5EF4-FFF2-40B4-BE49-F238E27FC236}">
                      <a16:creationId xmlns:a16="http://schemas.microsoft.com/office/drawing/2014/main" id="{12D5619C-07E5-3A24-75A8-7F054F67BDFA}"/>
                    </a:ext>
                  </a:extLst>
                </p:cNvPr>
                <p:cNvSpPr txBox="1">
                  <a:spLocks noRot="1" noChangeAspect="1" noMove="1" noResize="1" noEditPoints="1" noAdjustHandles="1" noChangeArrowheads="1" noChangeShapeType="1" noTextEdit="1"/>
                </p:cNvSpPr>
                <p:nvPr/>
              </p:nvSpPr>
              <p:spPr>
                <a:xfrm>
                  <a:off x="10093467" y="2754238"/>
                  <a:ext cx="1006792" cy="461665"/>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EE527C76-CE34-2DE5-13B7-8858B3AF5588}"/>
                    </a:ext>
                  </a:extLst>
                </p:cNvPr>
                <p:cNvSpPr txBox="1"/>
                <p:nvPr/>
              </p:nvSpPr>
              <p:spPr>
                <a:xfrm>
                  <a:off x="10162053" y="4553013"/>
                  <a:ext cx="1006792" cy="461665"/>
                </a:xfrm>
                <a:prstGeom prst="rect">
                  <a:avLst/>
                </a:prstGeom>
                <a:noFill/>
              </p:spPr>
              <p:txBody>
                <a:bodyPr wrap="square">
                  <a:spAutoFit/>
                </a:bodyPr>
                <a:lstStyle/>
                <a:p>
                  <a:pPr/>
                  <a14:m>
                    <m:oMathPara xmlns:m="http://schemas.openxmlformats.org/officeDocument/2006/math">
                      <m:oMath>
                        <m:sSub>
                          <m:sSubPr>
                            <m:ctrlPr>
                              <a:rPr lang="de-DE" sz="2400" b="0" i="0" smtClean="0">
                                <a:solidFill>
                                  <a:srgbClr val="C00000"/>
                                </a:solidFill>
                                <a:latin typeface="Cambria Math" panose="02040503050406030204" pitchFamily="18" charset="0"/>
                              </a:rPr>
                            </m:ctrlPr>
                          </m:sSubPr>
                          <m:e>
                            <m:r>
                              <m:rPr>
                                <m:sty m:val="p"/>
                              </m:rPr>
                              <a:rPr lang="de-DE" sz="2400" b="0" i="0" smtClean="0">
                                <a:solidFill>
                                  <a:srgbClr val="C00000"/>
                                </a:solidFill>
                                <a:latin typeface="Cambria Math" panose="02040503050406030204" pitchFamily="18" charset="0"/>
                              </a:rPr>
                              <m:t>m</m:t>
                            </m:r>
                          </m:e>
                          <m:sub>
                            <m:r>
                              <a:rPr lang="de-DE" sz="2400" b="0" i="1" smtClean="0">
                                <a:solidFill>
                                  <a:srgbClr val="C00000"/>
                                </a:solidFill>
                                <a:latin typeface="Cambria Math" panose="02040503050406030204" pitchFamily="18" charset="0"/>
                              </a:rPr>
                              <m:t>4</m:t>
                            </m:r>
                          </m:sub>
                        </m:sSub>
                      </m:oMath>
                    </m:oMathPara>
                  </a14:m>
                  <a:endParaRPr lang="en-US" sz="2400" dirty="0">
                    <a:solidFill>
                      <a:schemeClr val="tx1"/>
                    </a:solidFill>
                  </a:endParaRPr>
                </a:p>
              </p:txBody>
            </p:sp>
          </mc:Choice>
          <mc:Fallback xmlns="">
            <p:sp>
              <p:nvSpPr>
                <p:cNvPr id="53" name="TextBox 52">
                  <a:extLst>
                    <a:ext uri="{FF2B5EF4-FFF2-40B4-BE49-F238E27FC236}">
                      <a16:creationId xmlns:a16="http://schemas.microsoft.com/office/drawing/2014/main" id="{EE527C76-CE34-2DE5-13B7-8858B3AF5588}"/>
                    </a:ext>
                  </a:extLst>
                </p:cNvPr>
                <p:cNvSpPr txBox="1">
                  <a:spLocks noRot="1" noChangeAspect="1" noMove="1" noResize="1" noEditPoints="1" noAdjustHandles="1" noChangeArrowheads="1" noChangeShapeType="1" noTextEdit="1"/>
                </p:cNvSpPr>
                <p:nvPr/>
              </p:nvSpPr>
              <p:spPr>
                <a:xfrm>
                  <a:off x="10162053" y="4553013"/>
                  <a:ext cx="1006792" cy="461665"/>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A160E4DF-CAE3-24B0-F913-7684C9DD8037}"/>
                    </a:ext>
                  </a:extLst>
                </p:cNvPr>
                <p:cNvSpPr txBox="1"/>
                <p:nvPr/>
              </p:nvSpPr>
              <p:spPr>
                <a:xfrm>
                  <a:off x="7780858" y="2712893"/>
                  <a:ext cx="1006792" cy="461665"/>
                </a:xfrm>
                <a:prstGeom prst="rect">
                  <a:avLst/>
                </a:prstGeom>
                <a:noFill/>
              </p:spPr>
              <p:txBody>
                <a:bodyPr wrap="square">
                  <a:spAutoFit/>
                </a:bodyPr>
                <a:lstStyle/>
                <a:p>
                  <a:pPr/>
                  <a14:m>
                    <m:oMathPara xmlns:m="http://schemas.openxmlformats.org/officeDocument/2006/math">
                      <m:oMath>
                        <m:sSub>
                          <m:sSubPr>
                            <m:ctrlPr>
                              <a:rPr lang="de-DE" sz="2400" b="0" i="0" smtClean="0">
                                <a:solidFill>
                                  <a:srgbClr val="0070C0"/>
                                </a:solidFill>
                                <a:latin typeface="Cambria Math" panose="02040503050406030204" pitchFamily="18" charset="0"/>
                              </a:rPr>
                            </m:ctrlPr>
                          </m:sSubPr>
                          <m:e>
                            <m:r>
                              <m:rPr>
                                <m:sty m:val="p"/>
                              </m:rPr>
                              <a:rPr lang="de-DE" sz="2400" b="0" i="0" smtClean="0">
                                <a:solidFill>
                                  <a:srgbClr val="0070C0"/>
                                </a:solidFill>
                                <a:latin typeface="Cambria Math" panose="02040503050406030204" pitchFamily="18" charset="0"/>
                              </a:rPr>
                              <m:t>m</m:t>
                            </m:r>
                          </m:e>
                          <m:sub>
                            <m:r>
                              <a:rPr lang="de-DE" sz="2400" b="0" i="1" smtClean="0">
                                <a:solidFill>
                                  <a:srgbClr val="0070C0"/>
                                </a:solidFill>
                                <a:latin typeface="Cambria Math" panose="02040503050406030204" pitchFamily="18" charset="0"/>
                              </a:rPr>
                              <m:t>2</m:t>
                            </m:r>
                          </m:sub>
                        </m:sSub>
                      </m:oMath>
                    </m:oMathPara>
                  </a14:m>
                  <a:endParaRPr lang="en-US" sz="2400" dirty="0">
                    <a:solidFill>
                      <a:schemeClr val="tx1"/>
                    </a:solidFill>
                  </a:endParaRPr>
                </a:p>
              </p:txBody>
            </p:sp>
          </mc:Choice>
          <mc:Fallback xmlns="">
            <p:sp>
              <p:nvSpPr>
                <p:cNvPr id="54" name="TextBox 53">
                  <a:extLst>
                    <a:ext uri="{FF2B5EF4-FFF2-40B4-BE49-F238E27FC236}">
                      <a16:creationId xmlns:a16="http://schemas.microsoft.com/office/drawing/2014/main" id="{A160E4DF-CAE3-24B0-F913-7684C9DD8037}"/>
                    </a:ext>
                  </a:extLst>
                </p:cNvPr>
                <p:cNvSpPr txBox="1">
                  <a:spLocks noRot="1" noChangeAspect="1" noMove="1" noResize="1" noEditPoints="1" noAdjustHandles="1" noChangeArrowheads="1" noChangeShapeType="1" noTextEdit="1"/>
                </p:cNvSpPr>
                <p:nvPr/>
              </p:nvSpPr>
              <p:spPr>
                <a:xfrm>
                  <a:off x="7780858" y="2712893"/>
                  <a:ext cx="1006792" cy="461665"/>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A64B5B1A-1541-DCA8-34F8-DC0758820845}"/>
                    </a:ext>
                  </a:extLst>
                </p:cNvPr>
                <p:cNvSpPr txBox="1"/>
                <p:nvPr/>
              </p:nvSpPr>
              <p:spPr>
                <a:xfrm>
                  <a:off x="7821640" y="4556777"/>
                  <a:ext cx="1006792" cy="461665"/>
                </a:xfrm>
                <a:prstGeom prst="rect">
                  <a:avLst/>
                </a:prstGeom>
                <a:noFill/>
              </p:spPr>
              <p:txBody>
                <a:bodyPr wrap="square">
                  <a:spAutoFit/>
                </a:bodyPr>
                <a:lstStyle/>
                <a:p>
                  <a:pPr/>
                  <a14:m>
                    <m:oMathPara xmlns:m="http://schemas.openxmlformats.org/officeDocument/2006/math">
                      <m:oMath>
                        <m:sSub>
                          <m:sSubPr>
                            <m:ctrlPr>
                              <a:rPr lang="de-DE" sz="2400" b="0" i="0" smtClean="0">
                                <a:solidFill>
                                  <a:schemeClr val="accent6">
                                    <a:lumMod val="75000"/>
                                  </a:schemeClr>
                                </a:solidFill>
                                <a:latin typeface="Cambria Math" panose="02040503050406030204" pitchFamily="18" charset="0"/>
                              </a:rPr>
                            </m:ctrlPr>
                          </m:sSubPr>
                          <m:e>
                            <m:r>
                              <m:rPr>
                                <m:sty m:val="p"/>
                              </m:rPr>
                              <a:rPr lang="de-DE" sz="2400" b="0" i="0" smtClean="0">
                                <a:solidFill>
                                  <a:schemeClr val="accent6">
                                    <a:lumMod val="75000"/>
                                  </a:schemeClr>
                                </a:solidFill>
                                <a:latin typeface="Cambria Math" panose="02040503050406030204" pitchFamily="18" charset="0"/>
                              </a:rPr>
                              <m:t>m</m:t>
                            </m:r>
                          </m:e>
                          <m:sub>
                            <m:r>
                              <a:rPr lang="de-DE" sz="2400" b="0" i="1" smtClean="0">
                                <a:solidFill>
                                  <a:schemeClr val="accent6">
                                    <a:lumMod val="75000"/>
                                  </a:schemeClr>
                                </a:solidFill>
                                <a:latin typeface="Cambria Math" panose="02040503050406030204" pitchFamily="18" charset="0"/>
                              </a:rPr>
                              <m:t>3</m:t>
                            </m:r>
                          </m:sub>
                        </m:sSub>
                      </m:oMath>
                    </m:oMathPara>
                  </a14:m>
                  <a:endParaRPr lang="en-US" sz="2400" dirty="0">
                    <a:solidFill>
                      <a:schemeClr val="tx1"/>
                    </a:solidFill>
                  </a:endParaRPr>
                </a:p>
              </p:txBody>
            </p:sp>
          </mc:Choice>
          <mc:Fallback xmlns="">
            <p:sp>
              <p:nvSpPr>
                <p:cNvPr id="55" name="TextBox 54">
                  <a:extLst>
                    <a:ext uri="{FF2B5EF4-FFF2-40B4-BE49-F238E27FC236}">
                      <a16:creationId xmlns:a16="http://schemas.microsoft.com/office/drawing/2014/main" id="{A64B5B1A-1541-DCA8-34F8-DC0758820845}"/>
                    </a:ext>
                  </a:extLst>
                </p:cNvPr>
                <p:cNvSpPr txBox="1">
                  <a:spLocks noRot="1" noChangeAspect="1" noMove="1" noResize="1" noEditPoints="1" noAdjustHandles="1" noChangeArrowheads="1" noChangeShapeType="1" noTextEdit="1"/>
                </p:cNvSpPr>
                <p:nvPr/>
              </p:nvSpPr>
              <p:spPr>
                <a:xfrm>
                  <a:off x="7821640" y="4556777"/>
                  <a:ext cx="1006792" cy="461665"/>
                </a:xfrm>
                <a:prstGeom prst="rect">
                  <a:avLst/>
                </a:prstGeom>
                <a:blipFill>
                  <a:blip r:embed="rId8"/>
                  <a:stretch>
                    <a:fillRect/>
                  </a:stretch>
                </a:blipFill>
              </p:spPr>
              <p:txBody>
                <a:bodyPr/>
                <a:lstStyle/>
                <a:p>
                  <a:r>
                    <a:rPr lang="en-US">
                      <a:noFill/>
                    </a:rPr>
                    <a:t> </a:t>
                  </a:r>
                </a:p>
              </p:txBody>
            </p:sp>
          </mc:Fallback>
        </mc:AlternateContent>
        <p:sp>
          <p:nvSpPr>
            <p:cNvPr id="56" name="Oval 55">
              <a:extLst>
                <a:ext uri="{FF2B5EF4-FFF2-40B4-BE49-F238E27FC236}">
                  <a16:creationId xmlns:a16="http://schemas.microsoft.com/office/drawing/2014/main" id="{A0117D18-8DB2-37E0-D8C7-975965FBBAB4}"/>
                </a:ext>
              </a:extLst>
            </p:cNvPr>
            <p:cNvSpPr>
              <a:spLocks noChangeAspect="1"/>
            </p:cNvSpPr>
            <p:nvPr/>
          </p:nvSpPr>
          <p:spPr>
            <a:xfrm>
              <a:off x="7421719" y="3731287"/>
              <a:ext cx="482803" cy="48280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7" name="Straight Arrow Connector 56">
              <a:extLst>
                <a:ext uri="{FF2B5EF4-FFF2-40B4-BE49-F238E27FC236}">
                  <a16:creationId xmlns:a16="http://schemas.microsoft.com/office/drawing/2014/main" id="{5CF489CC-2598-77BA-3929-F6D82A31D9F8}"/>
                </a:ext>
              </a:extLst>
            </p:cNvPr>
            <p:cNvCxnSpPr>
              <a:cxnSpLocks/>
              <a:stCxn id="56" idx="7"/>
              <a:endCxn id="48" idx="2"/>
            </p:cNvCxnSpPr>
            <p:nvPr/>
          </p:nvCxnSpPr>
          <p:spPr>
            <a:xfrm flipV="1">
              <a:off x="7833817" y="2880427"/>
              <a:ext cx="1409396" cy="921565"/>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D8BDDC60-A96B-BAAE-A671-068F13349521}"/>
                    </a:ext>
                  </a:extLst>
                </p:cNvPr>
                <p:cNvSpPr txBox="1"/>
                <p:nvPr/>
              </p:nvSpPr>
              <p:spPr>
                <a:xfrm>
                  <a:off x="6681486" y="3500454"/>
                  <a:ext cx="642780" cy="461665"/>
                </a:xfrm>
                <a:prstGeom prst="rect">
                  <a:avLst/>
                </a:prstGeom>
                <a:noFill/>
              </p:spPr>
              <p:txBody>
                <a:bodyPr wrap="square">
                  <a:spAutoFit/>
                </a:bodyPr>
                <a:lstStyle/>
                <a:p>
                  <a:pPr/>
                  <a14:m>
                    <m:oMathPara xmlns:m="http://schemas.openxmlformats.org/officeDocument/2006/math">
                      <m:oMath>
                        <m:sSub>
                          <m:sSubPr>
                            <m:ctrlPr>
                              <a:rPr lang="de-DE" sz="2400" b="0" i="0" smtClean="0">
                                <a:solidFill>
                                  <a:schemeClr val="tx1"/>
                                </a:solidFill>
                                <a:latin typeface="Cambria Math" panose="02040503050406030204" pitchFamily="18" charset="0"/>
                              </a:rPr>
                            </m:ctrlPr>
                          </m:sSubPr>
                          <m:e>
                            <m:r>
                              <m:rPr>
                                <m:sty m:val="p"/>
                              </m:rPr>
                              <a:rPr lang="de-DE" sz="2400" b="0" i="0" smtClean="0">
                                <a:solidFill>
                                  <a:schemeClr val="tx1"/>
                                </a:solidFill>
                                <a:latin typeface="Cambria Math" panose="02040503050406030204" pitchFamily="18" charset="0"/>
                              </a:rPr>
                              <m:t>m</m:t>
                            </m:r>
                          </m:e>
                          <m:sub>
                            <m:r>
                              <a:rPr lang="de-DE" sz="2400" b="0" i="1" smtClean="0">
                                <a:solidFill>
                                  <a:schemeClr val="tx1"/>
                                </a:solidFill>
                                <a:latin typeface="Cambria Math" panose="02040503050406030204" pitchFamily="18" charset="0"/>
                              </a:rPr>
                              <m:t>1</m:t>
                            </m:r>
                          </m:sub>
                        </m:sSub>
                      </m:oMath>
                    </m:oMathPara>
                  </a14:m>
                  <a:endParaRPr lang="en-US" sz="2400" dirty="0">
                    <a:solidFill>
                      <a:schemeClr val="tx1"/>
                    </a:solidFill>
                  </a:endParaRPr>
                </a:p>
              </p:txBody>
            </p:sp>
          </mc:Choice>
          <mc:Fallback xmlns="">
            <p:sp>
              <p:nvSpPr>
                <p:cNvPr id="58" name="TextBox 57">
                  <a:extLst>
                    <a:ext uri="{FF2B5EF4-FFF2-40B4-BE49-F238E27FC236}">
                      <a16:creationId xmlns:a16="http://schemas.microsoft.com/office/drawing/2014/main" id="{D8BDDC60-A96B-BAAE-A671-068F13349521}"/>
                    </a:ext>
                  </a:extLst>
                </p:cNvPr>
                <p:cNvSpPr txBox="1">
                  <a:spLocks noRot="1" noChangeAspect="1" noMove="1" noResize="1" noEditPoints="1" noAdjustHandles="1" noChangeArrowheads="1" noChangeShapeType="1" noTextEdit="1"/>
                </p:cNvSpPr>
                <p:nvPr/>
              </p:nvSpPr>
              <p:spPr>
                <a:xfrm>
                  <a:off x="6681486" y="3500454"/>
                  <a:ext cx="642780" cy="461665"/>
                </a:xfrm>
                <a:prstGeom prst="rect">
                  <a:avLst/>
                </a:prstGeom>
                <a:blipFill>
                  <a:blip r:embed="rId9"/>
                  <a:stretch>
                    <a:fillRect/>
                  </a:stretch>
                </a:blipFill>
              </p:spPr>
              <p:txBody>
                <a:bodyPr/>
                <a:lstStyle/>
                <a:p>
                  <a:r>
                    <a:rPr lang="en-US">
                      <a:noFill/>
                    </a:rPr>
                    <a:t> </a:t>
                  </a:r>
                </a:p>
              </p:txBody>
            </p:sp>
          </mc:Fallback>
        </mc:AlternateContent>
        <p:cxnSp>
          <p:nvCxnSpPr>
            <p:cNvPr id="59" name="Straight Arrow Connector 58">
              <a:extLst>
                <a:ext uri="{FF2B5EF4-FFF2-40B4-BE49-F238E27FC236}">
                  <a16:creationId xmlns:a16="http://schemas.microsoft.com/office/drawing/2014/main" id="{31EBB81A-06DA-29CA-4D4F-3035101FC845}"/>
                </a:ext>
              </a:extLst>
            </p:cNvPr>
            <p:cNvCxnSpPr>
              <a:cxnSpLocks/>
            </p:cNvCxnSpPr>
            <p:nvPr/>
          </p:nvCxnSpPr>
          <p:spPr>
            <a:xfrm>
              <a:off x="6746736" y="3962119"/>
              <a:ext cx="665312" cy="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60" name="Straight Arrow Connector 59">
              <a:extLst>
                <a:ext uri="{FF2B5EF4-FFF2-40B4-BE49-F238E27FC236}">
                  <a16:creationId xmlns:a16="http://schemas.microsoft.com/office/drawing/2014/main" id="{80059042-5FBA-9A9C-171E-9CC239A92D15}"/>
                </a:ext>
              </a:extLst>
            </p:cNvPr>
            <p:cNvCxnSpPr>
              <a:cxnSpLocks/>
              <a:stCxn id="56" idx="5"/>
              <a:endCxn id="49" idx="2"/>
            </p:cNvCxnSpPr>
            <p:nvPr/>
          </p:nvCxnSpPr>
          <p:spPr>
            <a:xfrm>
              <a:off x="7833817" y="4143385"/>
              <a:ext cx="1420826" cy="939634"/>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sp>
          <p:nvSpPr>
            <p:cNvPr id="61" name="Oval 60">
              <a:extLst>
                <a:ext uri="{FF2B5EF4-FFF2-40B4-BE49-F238E27FC236}">
                  <a16:creationId xmlns:a16="http://schemas.microsoft.com/office/drawing/2014/main" id="{AF0D208A-3297-6E61-B6C6-E76ABA542FF0}"/>
                </a:ext>
              </a:extLst>
            </p:cNvPr>
            <p:cNvSpPr>
              <a:spLocks noChangeAspect="1"/>
            </p:cNvSpPr>
            <p:nvPr/>
          </p:nvSpPr>
          <p:spPr>
            <a:xfrm>
              <a:off x="10875495" y="3731287"/>
              <a:ext cx="482803" cy="48280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2" name="Straight Arrow Connector 61">
              <a:extLst>
                <a:ext uri="{FF2B5EF4-FFF2-40B4-BE49-F238E27FC236}">
                  <a16:creationId xmlns:a16="http://schemas.microsoft.com/office/drawing/2014/main" id="{06450E29-4B18-783F-8012-BD44F728A77C}"/>
                </a:ext>
              </a:extLst>
            </p:cNvPr>
            <p:cNvCxnSpPr>
              <a:cxnSpLocks/>
            </p:cNvCxnSpPr>
            <p:nvPr/>
          </p:nvCxnSpPr>
          <p:spPr>
            <a:xfrm>
              <a:off x="11370173" y="4043938"/>
              <a:ext cx="665312" cy="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63" name="TextBox 62">
                  <a:extLst>
                    <a:ext uri="{FF2B5EF4-FFF2-40B4-BE49-F238E27FC236}">
                      <a16:creationId xmlns:a16="http://schemas.microsoft.com/office/drawing/2014/main" id="{1B99AFF1-891C-14CE-91BA-8474EF1F0C36}"/>
                    </a:ext>
                  </a:extLst>
                </p:cNvPr>
                <p:cNvSpPr txBox="1"/>
                <p:nvPr/>
              </p:nvSpPr>
              <p:spPr>
                <a:xfrm>
                  <a:off x="11185208" y="3340327"/>
                  <a:ext cx="1006792" cy="461665"/>
                </a:xfrm>
                <a:prstGeom prst="rect">
                  <a:avLst/>
                </a:prstGeom>
                <a:noFill/>
              </p:spPr>
              <p:txBody>
                <a:bodyPr wrap="square">
                  <a:spAutoFit/>
                </a:bodyPr>
                <a:lstStyle/>
                <a:p>
                  <a:pPr/>
                  <a14:m>
                    <m:oMathPara xmlns:m="http://schemas.openxmlformats.org/officeDocument/2006/math">
                      <m:oMath>
                        <m:sSub>
                          <m:sSubPr>
                            <m:ctrlPr>
                              <a:rPr lang="de-DE" sz="2400" b="0" i="1" smtClean="0">
                                <a:latin typeface="Cambria Math" panose="02040503050406030204" pitchFamily="18" charset="0"/>
                              </a:rPr>
                            </m:ctrlPr>
                          </m:sSubPr>
                          <m:e>
                            <m:r>
                              <m:rPr>
                                <m:sty m:val="p"/>
                              </m:rPr>
                              <a:rPr lang="de-DE" sz="2400" b="0" i="1" smtClean="0">
                                <a:latin typeface="Cambria Math" panose="02040503050406030204" pitchFamily="18" charset="0"/>
                              </a:rPr>
                              <m:t>m</m:t>
                            </m:r>
                          </m:e>
                          <m:sub>
                            <m:r>
                              <a:rPr lang="de-DE" sz="2400" b="0" i="1" smtClean="0">
                                <a:latin typeface="Cambria Math" panose="02040503050406030204" pitchFamily="18" charset="0"/>
                              </a:rPr>
                              <m:t>5</m:t>
                            </m:r>
                          </m:sub>
                        </m:sSub>
                      </m:oMath>
                    </m:oMathPara>
                  </a14:m>
                  <a:endParaRPr lang="en-US" sz="2400" dirty="0"/>
                </a:p>
              </p:txBody>
            </p:sp>
          </mc:Choice>
          <mc:Fallback xmlns="">
            <p:sp>
              <p:nvSpPr>
                <p:cNvPr id="63" name="TextBox 62">
                  <a:extLst>
                    <a:ext uri="{FF2B5EF4-FFF2-40B4-BE49-F238E27FC236}">
                      <a16:creationId xmlns:a16="http://schemas.microsoft.com/office/drawing/2014/main" id="{1B99AFF1-891C-14CE-91BA-8474EF1F0C36}"/>
                    </a:ext>
                  </a:extLst>
                </p:cNvPr>
                <p:cNvSpPr txBox="1">
                  <a:spLocks noRot="1" noChangeAspect="1" noMove="1" noResize="1" noEditPoints="1" noAdjustHandles="1" noChangeArrowheads="1" noChangeShapeType="1" noTextEdit="1"/>
                </p:cNvSpPr>
                <p:nvPr/>
              </p:nvSpPr>
              <p:spPr>
                <a:xfrm>
                  <a:off x="11185208" y="3340327"/>
                  <a:ext cx="1006792" cy="461665"/>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4" name="TextBox 63">
                  <a:extLst>
                    <a:ext uri="{FF2B5EF4-FFF2-40B4-BE49-F238E27FC236}">
                      <a16:creationId xmlns:a16="http://schemas.microsoft.com/office/drawing/2014/main" id="{89269D2D-FF3E-67DF-2686-65BCB1C7F834}"/>
                    </a:ext>
                  </a:extLst>
                </p:cNvPr>
                <p:cNvSpPr txBox="1"/>
                <p:nvPr/>
              </p:nvSpPr>
              <p:spPr>
                <a:xfrm>
                  <a:off x="10865547" y="3707087"/>
                  <a:ext cx="527465" cy="461665"/>
                </a:xfrm>
                <a:prstGeom prst="rect">
                  <a:avLst/>
                </a:prstGeom>
                <a:noFill/>
              </p:spPr>
              <p:txBody>
                <a:bodyPr wrap="square">
                  <a:spAutoFit/>
                </a:bodyPr>
                <a:lstStyle/>
                <a:p>
                  <a:pPr/>
                  <a14:m>
                    <m:oMathPara xmlns:m="http://schemas.openxmlformats.org/officeDocument/2006/math">
                      <m:oMath>
                        <m:sSub>
                          <m:sSubPr>
                            <m:ctrlPr>
                              <a:rPr lang="de-DE" sz="2400" b="0" i="1" smtClean="0">
                                <a:solidFill>
                                  <a:schemeClr val="bg1"/>
                                </a:solidFill>
                                <a:latin typeface="Cambria Math" panose="02040503050406030204" pitchFamily="18" charset="0"/>
                              </a:rPr>
                            </m:ctrlPr>
                          </m:sSubPr>
                          <m:e>
                            <m:r>
                              <m:rPr>
                                <m:sty m:val="p"/>
                              </m:rPr>
                              <a:rPr lang="de-DE" sz="2400" b="0" i="1" smtClean="0">
                                <a:solidFill>
                                  <a:schemeClr val="bg1"/>
                                </a:solidFill>
                                <a:latin typeface="Cambria Math" panose="02040503050406030204" pitchFamily="18" charset="0"/>
                              </a:rPr>
                              <m:t>r</m:t>
                            </m:r>
                          </m:e>
                          <m:sub>
                            <m:r>
                              <a:rPr lang="de-DE" sz="2400" b="0" i="1" smtClean="0">
                                <a:solidFill>
                                  <a:schemeClr val="bg1"/>
                                </a:solidFill>
                                <a:latin typeface="Cambria Math" panose="02040503050406030204" pitchFamily="18" charset="0"/>
                              </a:rPr>
                              <m:t>4</m:t>
                            </m:r>
                          </m:sub>
                        </m:sSub>
                      </m:oMath>
                    </m:oMathPara>
                  </a14:m>
                  <a:endParaRPr lang="en-US" sz="2400" dirty="0">
                    <a:solidFill>
                      <a:schemeClr val="bg1"/>
                    </a:solidFill>
                  </a:endParaRPr>
                </a:p>
              </p:txBody>
            </p:sp>
          </mc:Choice>
          <mc:Fallback xmlns="">
            <p:sp>
              <p:nvSpPr>
                <p:cNvPr id="64" name="TextBox 63">
                  <a:extLst>
                    <a:ext uri="{FF2B5EF4-FFF2-40B4-BE49-F238E27FC236}">
                      <a16:creationId xmlns:a16="http://schemas.microsoft.com/office/drawing/2014/main" id="{89269D2D-FF3E-67DF-2686-65BCB1C7F834}"/>
                    </a:ext>
                  </a:extLst>
                </p:cNvPr>
                <p:cNvSpPr txBox="1">
                  <a:spLocks noRot="1" noChangeAspect="1" noMove="1" noResize="1" noEditPoints="1" noAdjustHandles="1" noChangeArrowheads="1" noChangeShapeType="1" noTextEdit="1"/>
                </p:cNvSpPr>
                <p:nvPr/>
              </p:nvSpPr>
              <p:spPr>
                <a:xfrm>
                  <a:off x="10865547" y="3707087"/>
                  <a:ext cx="527465" cy="461665"/>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5" name="TextBox 64">
                  <a:extLst>
                    <a:ext uri="{FF2B5EF4-FFF2-40B4-BE49-F238E27FC236}">
                      <a16:creationId xmlns:a16="http://schemas.microsoft.com/office/drawing/2014/main" id="{5D3C1859-8246-98F9-DCE1-853234CF86D2}"/>
                    </a:ext>
                  </a:extLst>
                </p:cNvPr>
                <p:cNvSpPr txBox="1"/>
                <p:nvPr/>
              </p:nvSpPr>
              <p:spPr>
                <a:xfrm>
                  <a:off x="9166996" y="2600620"/>
                  <a:ext cx="656402" cy="461665"/>
                </a:xfrm>
                <a:prstGeom prst="rect">
                  <a:avLst/>
                </a:prstGeom>
                <a:noFill/>
              </p:spPr>
              <p:txBody>
                <a:bodyPr wrap="square">
                  <a:spAutoFit/>
                </a:bodyPr>
                <a:lstStyle/>
                <a:p>
                  <a:pPr/>
                  <a14:m>
                    <m:oMathPara xmlns:m="http://schemas.openxmlformats.org/officeDocument/2006/math">
                      <m:oMath>
                        <m:sSub>
                          <m:sSubPr>
                            <m:ctrlPr>
                              <a:rPr lang="de-DE" sz="2400" b="0" i="1" smtClean="0">
                                <a:solidFill>
                                  <a:schemeClr val="bg1"/>
                                </a:solidFill>
                                <a:latin typeface="Cambria Math" panose="02040503050406030204" pitchFamily="18" charset="0"/>
                              </a:rPr>
                            </m:ctrlPr>
                          </m:sSubPr>
                          <m:e>
                            <m:r>
                              <m:rPr>
                                <m:sty m:val="p"/>
                              </m:rPr>
                              <a:rPr lang="de-DE" sz="2400" b="0" i="1" smtClean="0">
                                <a:solidFill>
                                  <a:schemeClr val="bg1"/>
                                </a:solidFill>
                                <a:latin typeface="Cambria Math" panose="02040503050406030204" pitchFamily="18" charset="0"/>
                              </a:rPr>
                              <m:t>r</m:t>
                            </m:r>
                          </m:e>
                          <m:sub>
                            <m:r>
                              <a:rPr lang="de-DE" sz="2400" b="0" i="1" smtClean="0">
                                <a:solidFill>
                                  <a:schemeClr val="bg1"/>
                                </a:solidFill>
                                <a:latin typeface="Cambria Math" panose="02040503050406030204" pitchFamily="18" charset="0"/>
                              </a:rPr>
                              <m:t>2</m:t>
                            </m:r>
                          </m:sub>
                        </m:sSub>
                      </m:oMath>
                    </m:oMathPara>
                  </a14:m>
                  <a:endParaRPr lang="en-US" sz="2400" dirty="0">
                    <a:solidFill>
                      <a:schemeClr val="bg1"/>
                    </a:solidFill>
                  </a:endParaRPr>
                </a:p>
              </p:txBody>
            </p:sp>
          </mc:Choice>
          <mc:Fallback xmlns="">
            <p:sp>
              <p:nvSpPr>
                <p:cNvPr id="65" name="TextBox 64">
                  <a:extLst>
                    <a:ext uri="{FF2B5EF4-FFF2-40B4-BE49-F238E27FC236}">
                      <a16:creationId xmlns:a16="http://schemas.microsoft.com/office/drawing/2014/main" id="{5D3C1859-8246-98F9-DCE1-853234CF86D2}"/>
                    </a:ext>
                  </a:extLst>
                </p:cNvPr>
                <p:cNvSpPr txBox="1">
                  <a:spLocks noRot="1" noChangeAspect="1" noMove="1" noResize="1" noEditPoints="1" noAdjustHandles="1" noChangeArrowheads="1" noChangeShapeType="1" noTextEdit="1"/>
                </p:cNvSpPr>
                <p:nvPr/>
              </p:nvSpPr>
              <p:spPr>
                <a:xfrm>
                  <a:off x="9166996" y="2600620"/>
                  <a:ext cx="656402" cy="461665"/>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6" name="TextBox 65">
                  <a:extLst>
                    <a:ext uri="{FF2B5EF4-FFF2-40B4-BE49-F238E27FC236}">
                      <a16:creationId xmlns:a16="http://schemas.microsoft.com/office/drawing/2014/main" id="{E4AD945A-9B68-249B-6B9D-07D01CA66632}"/>
                    </a:ext>
                  </a:extLst>
                </p:cNvPr>
                <p:cNvSpPr txBox="1"/>
                <p:nvPr/>
              </p:nvSpPr>
              <p:spPr>
                <a:xfrm>
                  <a:off x="9253547" y="4816306"/>
                  <a:ext cx="495606" cy="461665"/>
                </a:xfrm>
                <a:prstGeom prst="rect">
                  <a:avLst/>
                </a:prstGeom>
                <a:noFill/>
              </p:spPr>
              <p:txBody>
                <a:bodyPr wrap="square">
                  <a:spAutoFit/>
                </a:bodyPr>
                <a:lstStyle/>
                <a:p>
                  <a:pPr/>
                  <a14:m>
                    <m:oMathPara xmlns:m="http://schemas.openxmlformats.org/officeDocument/2006/math">
                      <m:oMath>
                        <m:sSub>
                          <m:sSubPr>
                            <m:ctrlPr>
                              <a:rPr lang="de-DE" sz="2400" b="0" i="1" smtClean="0">
                                <a:solidFill>
                                  <a:schemeClr val="bg1"/>
                                </a:solidFill>
                                <a:latin typeface="Cambria Math" panose="02040503050406030204" pitchFamily="18" charset="0"/>
                              </a:rPr>
                            </m:ctrlPr>
                          </m:sSubPr>
                          <m:e>
                            <m:r>
                              <m:rPr>
                                <m:sty m:val="p"/>
                              </m:rPr>
                              <a:rPr lang="de-DE" sz="2400" b="0" i="1" smtClean="0">
                                <a:solidFill>
                                  <a:schemeClr val="bg1"/>
                                </a:solidFill>
                                <a:latin typeface="Cambria Math" panose="02040503050406030204" pitchFamily="18" charset="0"/>
                              </a:rPr>
                              <m:t>r</m:t>
                            </m:r>
                          </m:e>
                          <m:sub>
                            <m:r>
                              <a:rPr lang="de-DE" sz="2400" b="0" i="1" smtClean="0">
                                <a:solidFill>
                                  <a:schemeClr val="bg1"/>
                                </a:solidFill>
                                <a:latin typeface="Cambria Math" panose="02040503050406030204" pitchFamily="18" charset="0"/>
                              </a:rPr>
                              <m:t>3</m:t>
                            </m:r>
                          </m:sub>
                        </m:sSub>
                      </m:oMath>
                    </m:oMathPara>
                  </a14:m>
                  <a:endParaRPr lang="en-US" sz="2400" dirty="0">
                    <a:solidFill>
                      <a:schemeClr val="bg1"/>
                    </a:solidFill>
                  </a:endParaRPr>
                </a:p>
              </p:txBody>
            </p:sp>
          </mc:Choice>
          <mc:Fallback xmlns="">
            <p:sp>
              <p:nvSpPr>
                <p:cNvPr id="66" name="TextBox 65">
                  <a:extLst>
                    <a:ext uri="{FF2B5EF4-FFF2-40B4-BE49-F238E27FC236}">
                      <a16:creationId xmlns:a16="http://schemas.microsoft.com/office/drawing/2014/main" id="{E4AD945A-9B68-249B-6B9D-07D01CA66632}"/>
                    </a:ext>
                  </a:extLst>
                </p:cNvPr>
                <p:cNvSpPr txBox="1">
                  <a:spLocks noRot="1" noChangeAspect="1" noMove="1" noResize="1" noEditPoints="1" noAdjustHandles="1" noChangeArrowheads="1" noChangeShapeType="1" noTextEdit="1"/>
                </p:cNvSpPr>
                <p:nvPr/>
              </p:nvSpPr>
              <p:spPr>
                <a:xfrm>
                  <a:off x="9253547" y="4816306"/>
                  <a:ext cx="495606" cy="461665"/>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7" name="TextBox 66">
                  <a:extLst>
                    <a:ext uri="{FF2B5EF4-FFF2-40B4-BE49-F238E27FC236}">
                      <a16:creationId xmlns:a16="http://schemas.microsoft.com/office/drawing/2014/main" id="{BA195E55-FCB0-F83C-3F4E-83E2D76AF7A5}"/>
                    </a:ext>
                  </a:extLst>
                </p:cNvPr>
                <p:cNvSpPr txBox="1"/>
                <p:nvPr/>
              </p:nvSpPr>
              <p:spPr>
                <a:xfrm>
                  <a:off x="7421987" y="3705377"/>
                  <a:ext cx="527465" cy="461665"/>
                </a:xfrm>
                <a:prstGeom prst="rect">
                  <a:avLst/>
                </a:prstGeom>
                <a:noFill/>
              </p:spPr>
              <p:txBody>
                <a:bodyPr wrap="square">
                  <a:spAutoFit/>
                </a:bodyPr>
                <a:lstStyle/>
                <a:p>
                  <a:pPr/>
                  <a14:m>
                    <m:oMathPara xmlns:m="http://schemas.openxmlformats.org/officeDocument/2006/math">
                      <m:oMath>
                        <m:sSub>
                          <m:sSubPr>
                            <m:ctrlPr>
                              <a:rPr lang="de-DE" sz="2400" b="0" i="1" smtClean="0">
                                <a:solidFill>
                                  <a:schemeClr val="bg1"/>
                                </a:solidFill>
                                <a:latin typeface="Cambria Math" panose="02040503050406030204" pitchFamily="18" charset="0"/>
                              </a:rPr>
                            </m:ctrlPr>
                          </m:sSubPr>
                          <m:e>
                            <m:r>
                              <m:rPr>
                                <m:sty m:val="p"/>
                              </m:rPr>
                              <a:rPr lang="de-DE" sz="2400" b="0" i="1" smtClean="0">
                                <a:solidFill>
                                  <a:schemeClr val="bg1"/>
                                </a:solidFill>
                                <a:latin typeface="Cambria Math" panose="02040503050406030204" pitchFamily="18" charset="0"/>
                              </a:rPr>
                              <m:t>r</m:t>
                            </m:r>
                          </m:e>
                          <m:sub>
                            <m:r>
                              <a:rPr lang="de-DE" sz="2400" b="0" i="1" smtClean="0">
                                <a:solidFill>
                                  <a:schemeClr val="bg1"/>
                                </a:solidFill>
                                <a:latin typeface="Cambria Math" panose="02040503050406030204" pitchFamily="18" charset="0"/>
                              </a:rPr>
                              <m:t>1</m:t>
                            </m:r>
                          </m:sub>
                        </m:sSub>
                      </m:oMath>
                    </m:oMathPara>
                  </a14:m>
                  <a:endParaRPr lang="en-US" sz="2400" dirty="0">
                    <a:solidFill>
                      <a:schemeClr val="bg1"/>
                    </a:solidFill>
                  </a:endParaRPr>
                </a:p>
              </p:txBody>
            </p:sp>
          </mc:Choice>
          <mc:Fallback xmlns="">
            <p:sp>
              <p:nvSpPr>
                <p:cNvPr id="67" name="TextBox 66">
                  <a:extLst>
                    <a:ext uri="{FF2B5EF4-FFF2-40B4-BE49-F238E27FC236}">
                      <a16:creationId xmlns:a16="http://schemas.microsoft.com/office/drawing/2014/main" id="{BA195E55-FCB0-F83C-3F4E-83E2D76AF7A5}"/>
                    </a:ext>
                  </a:extLst>
                </p:cNvPr>
                <p:cNvSpPr txBox="1">
                  <a:spLocks noRot="1" noChangeAspect="1" noMove="1" noResize="1" noEditPoints="1" noAdjustHandles="1" noChangeArrowheads="1" noChangeShapeType="1" noTextEdit="1"/>
                </p:cNvSpPr>
                <p:nvPr/>
              </p:nvSpPr>
              <p:spPr>
                <a:xfrm>
                  <a:off x="7421987" y="3705377"/>
                  <a:ext cx="527465" cy="461665"/>
                </a:xfrm>
                <a:prstGeom prst="rect">
                  <a:avLst/>
                </a:prstGeom>
                <a:blipFill>
                  <a:blip r:embed="rId14"/>
                  <a:stretch>
                    <a:fillRect/>
                  </a:stretch>
                </a:blipFill>
              </p:spPr>
              <p:txBody>
                <a:bodyPr/>
                <a:lstStyle/>
                <a:p>
                  <a:r>
                    <a:rPr lang="en-US">
                      <a:noFill/>
                    </a:rPr>
                    <a:t> </a:t>
                  </a:r>
                </a:p>
              </p:txBody>
            </p:sp>
          </mc:Fallback>
        </mc:AlternateContent>
      </p:grpSp>
      <p:pic>
        <p:nvPicPr>
          <p:cNvPr id="5" name="Picture 4">
            <a:extLst>
              <a:ext uri="{FF2B5EF4-FFF2-40B4-BE49-F238E27FC236}">
                <a16:creationId xmlns:a16="http://schemas.microsoft.com/office/drawing/2014/main" id="{2BEB7D24-477A-B101-2E80-AD1B87394308}"/>
              </a:ext>
            </a:extLst>
          </p:cNvPr>
          <p:cNvPicPr>
            <a:picLocks noChangeAspect="1"/>
          </p:cNvPicPr>
          <p:nvPr/>
        </p:nvPicPr>
        <p:blipFill>
          <a:blip r:embed="rId15"/>
          <a:stretch>
            <a:fillRect/>
          </a:stretch>
        </p:blipFill>
        <p:spPr>
          <a:xfrm>
            <a:off x="6294342" y="3253333"/>
            <a:ext cx="5855121" cy="3599089"/>
          </a:xfrm>
          <a:prstGeom prst="rect">
            <a:avLst/>
          </a:prstGeom>
        </p:spPr>
      </p:pic>
    </p:spTree>
    <p:extLst>
      <p:ext uri="{BB962C8B-B14F-4D97-AF65-F5344CB8AC3E}">
        <p14:creationId xmlns:p14="http://schemas.microsoft.com/office/powerpoint/2010/main" val="1205928841"/>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9F7EB-C2E3-64FF-BE30-83C78DB06225}"/>
            </a:ext>
          </a:extLst>
        </p:cNvPr>
        <p:cNvGrpSpPr/>
        <p:nvPr/>
      </p:nvGrpSpPr>
      <p:grpSpPr>
        <a:xfrm>
          <a:off x="0" y="0"/>
          <a:ext cx="0" cy="0"/>
          <a:chOff x="0" y="0"/>
          <a:chExt cx="0" cy="0"/>
        </a:xfrm>
      </p:grpSpPr>
      <p:pic>
        <p:nvPicPr>
          <p:cNvPr id="46" name="Graphic 45">
            <a:extLst>
              <a:ext uri="{FF2B5EF4-FFF2-40B4-BE49-F238E27FC236}">
                <a16:creationId xmlns:a16="http://schemas.microsoft.com/office/drawing/2014/main" id="{87AE8ACF-B425-F873-BB0D-14E0CECCCE4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324" y="857690"/>
            <a:ext cx="6667500" cy="6029325"/>
          </a:xfrm>
          <a:prstGeom prst="rect">
            <a:avLst/>
          </a:prstGeom>
        </p:spPr>
      </p:pic>
      <p:grpSp>
        <p:nvGrpSpPr>
          <p:cNvPr id="42" name="Group 41">
            <a:extLst>
              <a:ext uri="{FF2B5EF4-FFF2-40B4-BE49-F238E27FC236}">
                <a16:creationId xmlns:a16="http://schemas.microsoft.com/office/drawing/2014/main" id="{EC24C5DB-E692-77ED-8392-A28160FABA27}"/>
              </a:ext>
            </a:extLst>
          </p:cNvPr>
          <p:cNvGrpSpPr>
            <a:grpSpLocks noChangeAspect="1"/>
          </p:cNvGrpSpPr>
          <p:nvPr/>
        </p:nvGrpSpPr>
        <p:grpSpPr>
          <a:xfrm>
            <a:off x="350303" y="1429570"/>
            <a:ext cx="3298747" cy="1660633"/>
            <a:chOff x="6663597" y="2550649"/>
            <a:chExt cx="5528403" cy="2783072"/>
          </a:xfrm>
        </p:grpSpPr>
        <p:sp>
          <p:nvSpPr>
            <p:cNvPr id="43" name="Oval 42">
              <a:extLst>
                <a:ext uri="{FF2B5EF4-FFF2-40B4-BE49-F238E27FC236}">
                  <a16:creationId xmlns:a16="http://schemas.microsoft.com/office/drawing/2014/main" id="{F4B32DDF-B96B-F56C-630C-4AED3D9D131F}"/>
                </a:ext>
              </a:extLst>
            </p:cNvPr>
            <p:cNvSpPr>
              <a:spLocks noChangeAspect="1"/>
            </p:cNvSpPr>
            <p:nvPr/>
          </p:nvSpPr>
          <p:spPr>
            <a:xfrm>
              <a:off x="9243213" y="2639025"/>
              <a:ext cx="482803" cy="48280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44" name="Oval 43">
              <a:extLst>
                <a:ext uri="{FF2B5EF4-FFF2-40B4-BE49-F238E27FC236}">
                  <a16:creationId xmlns:a16="http://schemas.microsoft.com/office/drawing/2014/main" id="{A0D9DE3E-BF55-3627-4E55-B2D5E2B7A892}"/>
                </a:ext>
              </a:extLst>
            </p:cNvPr>
            <p:cNvSpPr>
              <a:spLocks noChangeAspect="1"/>
            </p:cNvSpPr>
            <p:nvPr/>
          </p:nvSpPr>
          <p:spPr>
            <a:xfrm>
              <a:off x="9254643" y="4841617"/>
              <a:ext cx="482803" cy="48280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cxnSp>
          <p:nvCxnSpPr>
            <p:cNvPr id="45" name="Straight Arrow Connector 44">
              <a:extLst>
                <a:ext uri="{FF2B5EF4-FFF2-40B4-BE49-F238E27FC236}">
                  <a16:creationId xmlns:a16="http://schemas.microsoft.com/office/drawing/2014/main" id="{365F6C62-5982-4211-9219-D574FFFBBC14}"/>
                </a:ext>
              </a:extLst>
            </p:cNvPr>
            <p:cNvCxnSpPr>
              <a:cxnSpLocks/>
              <a:stCxn id="44" idx="6"/>
              <a:endCxn id="77" idx="3"/>
            </p:cNvCxnSpPr>
            <p:nvPr/>
          </p:nvCxnSpPr>
          <p:spPr>
            <a:xfrm flipV="1">
              <a:off x="9737446" y="4143385"/>
              <a:ext cx="1208754" cy="939634"/>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47" name="Straight Arrow Connector 46">
              <a:extLst>
                <a:ext uri="{FF2B5EF4-FFF2-40B4-BE49-F238E27FC236}">
                  <a16:creationId xmlns:a16="http://schemas.microsoft.com/office/drawing/2014/main" id="{73C7332D-5AEA-C801-20B2-2EE4C308BA45}"/>
                </a:ext>
              </a:extLst>
            </p:cNvPr>
            <p:cNvCxnSpPr>
              <a:cxnSpLocks/>
              <a:stCxn id="43" idx="6"/>
              <a:endCxn id="77" idx="1"/>
            </p:cNvCxnSpPr>
            <p:nvPr/>
          </p:nvCxnSpPr>
          <p:spPr>
            <a:xfrm>
              <a:off x="9726016" y="2880427"/>
              <a:ext cx="1220184" cy="921565"/>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68" name="TextBox 67">
                  <a:extLst>
                    <a:ext uri="{FF2B5EF4-FFF2-40B4-BE49-F238E27FC236}">
                      <a16:creationId xmlns:a16="http://schemas.microsoft.com/office/drawing/2014/main" id="{81D9DCE1-64B6-0A8E-991C-3E3214CEDE0C}"/>
                    </a:ext>
                  </a:extLst>
                </p:cNvPr>
                <p:cNvSpPr txBox="1"/>
                <p:nvPr/>
              </p:nvSpPr>
              <p:spPr>
                <a:xfrm>
                  <a:off x="10093468" y="2754237"/>
                  <a:ext cx="1006793" cy="567386"/>
                </a:xfrm>
                <a:prstGeom prst="rect">
                  <a:avLst/>
                </a:prstGeom>
                <a:noFill/>
              </p:spPr>
              <p:txBody>
                <a:bodyPr wrap="square">
                  <a:spAutoFit/>
                </a:bodyPr>
                <a:lstStyle/>
                <a:p>
                  <a:pPr/>
                  <a14:m>
                    <m:oMathPara xmlns:m="http://schemas.openxmlformats.org/officeDocument/2006/math">
                      <m:oMath>
                        <m:sSub>
                          <m:sSubPr>
                            <m:ctrlPr>
                              <a:rPr lang="de-DE" sz="1600" b="0" i="0" smtClean="0">
                                <a:solidFill>
                                  <a:srgbClr val="C00000"/>
                                </a:solidFill>
                                <a:latin typeface="Cambria Math" panose="02040503050406030204" pitchFamily="18" charset="0"/>
                              </a:rPr>
                            </m:ctrlPr>
                          </m:sSubPr>
                          <m:e>
                            <m:r>
                              <m:rPr>
                                <m:sty m:val="p"/>
                              </m:rPr>
                              <a:rPr lang="de-DE" sz="1600" b="0" i="0" smtClean="0">
                                <a:solidFill>
                                  <a:srgbClr val="C00000"/>
                                </a:solidFill>
                                <a:latin typeface="Cambria Math" panose="02040503050406030204" pitchFamily="18" charset="0"/>
                              </a:rPr>
                              <m:t>m</m:t>
                            </m:r>
                          </m:e>
                          <m:sub>
                            <m:r>
                              <a:rPr lang="de-DE" sz="1600" b="0" i="1" smtClean="0">
                                <a:solidFill>
                                  <a:srgbClr val="C00000"/>
                                </a:solidFill>
                                <a:latin typeface="Cambria Math" panose="02040503050406030204" pitchFamily="18" charset="0"/>
                              </a:rPr>
                              <m:t>4</m:t>
                            </m:r>
                          </m:sub>
                        </m:sSub>
                      </m:oMath>
                    </m:oMathPara>
                  </a14:m>
                  <a:endParaRPr lang="en-US" sz="1600" dirty="0">
                    <a:solidFill>
                      <a:schemeClr val="tx1"/>
                    </a:solidFill>
                  </a:endParaRPr>
                </a:p>
              </p:txBody>
            </p:sp>
          </mc:Choice>
          <mc:Fallback xmlns="">
            <p:sp>
              <p:nvSpPr>
                <p:cNvPr id="52" name="TextBox 51">
                  <a:extLst>
                    <a:ext uri="{FF2B5EF4-FFF2-40B4-BE49-F238E27FC236}">
                      <a16:creationId xmlns:a16="http://schemas.microsoft.com/office/drawing/2014/main" id="{0333EEF6-07C7-7D32-BB6F-258A035586A2}"/>
                    </a:ext>
                  </a:extLst>
                </p:cNvPr>
                <p:cNvSpPr txBox="1">
                  <a:spLocks noRot="1" noChangeAspect="1" noMove="1" noResize="1" noEditPoints="1" noAdjustHandles="1" noChangeArrowheads="1" noChangeShapeType="1" noTextEdit="1"/>
                </p:cNvSpPr>
                <p:nvPr/>
              </p:nvSpPr>
              <p:spPr>
                <a:xfrm>
                  <a:off x="10093468" y="2754237"/>
                  <a:ext cx="1006793" cy="567386"/>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9" name="TextBox 68">
                  <a:extLst>
                    <a:ext uri="{FF2B5EF4-FFF2-40B4-BE49-F238E27FC236}">
                      <a16:creationId xmlns:a16="http://schemas.microsoft.com/office/drawing/2014/main" id="{03550825-D64F-78E3-A218-85989BC22112}"/>
                    </a:ext>
                  </a:extLst>
                </p:cNvPr>
                <p:cNvSpPr txBox="1"/>
                <p:nvPr/>
              </p:nvSpPr>
              <p:spPr>
                <a:xfrm>
                  <a:off x="10162054" y="4553016"/>
                  <a:ext cx="1006793" cy="567386"/>
                </a:xfrm>
                <a:prstGeom prst="rect">
                  <a:avLst/>
                </a:prstGeom>
                <a:noFill/>
              </p:spPr>
              <p:txBody>
                <a:bodyPr wrap="square">
                  <a:spAutoFit/>
                </a:bodyPr>
                <a:lstStyle/>
                <a:p>
                  <a:pPr/>
                  <a14:m>
                    <m:oMathPara xmlns:m="http://schemas.openxmlformats.org/officeDocument/2006/math">
                      <m:oMath>
                        <m:sSub>
                          <m:sSubPr>
                            <m:ctrlPr>
                              <a:rPr lang="de-DE" sz="1600" b="0" i="0" smtClean="0">
                                <a:solidFill>
                                  <a:srgbClr val="C00000"/>
                                </a:solidFill>
                                <a:latin typeface="Cambria Math" panose="02040503050406030204" pitchFamily="18" charset="0"/>
                              </a:rPr>
                            </m:ctrlPr>
                          </m:sSubPr>
                          <m:e>
                            <m:r>
                              <m:rPr>
                                <m:sty m:val="p"/>
                              </m:rPr>
                              <a:rPr lang="de-DE" sz="1600" b="0" i="0" smtClean="0">
                                <a:solidFill>
                                  <a:srgbClr val="C00000"/>
                                </a:solidFill>
                                <a:latin typeface="Cambria Math" panose="02040503050406030204" pitchFamily="18" charset="0"/>
                              </a:rPr>
                              <m:t>m</m:t>
                            </m:r>
                          </m:e>
                          <m:sub>
                            <m:r>
                              <a:rPr lang="de-DE" sz="1600" b="0" i="1" smtClean="0">
                                <a:solidFill>
                                  <a:srgbClr val="C00000"/>
                                </a:solidFill>
                                <a:latin typeface="Cambria Math" panose="02040503050406030204" pitchFamily="18" charset="0"/>
                              </a:rPr>
                              <m:t>4</m:t>
                            </m:r>
                          </m:sub>
                        </m:sSub>
                      </m:oMath>
                    </m:oMathPara>
                  </a14:m>
                  <a:endParaRPr lang="en-US" sz="1600" dirty="0">
                    <a:solidFill>
                      <a:schemeClr val="tx1"/>
                    </a:solidFill>
                  </a:endParaRPr>
                </a:p>
              </p:txBody>
            </p:sp>
          </mc:Choice>
          <mc:Fallback xmlns="">
            <p:sp>
              <p:nvSpPr>
                <p:cNvPr id="53" name="TextBox 52">
                  <a:extLst>
                    <a:ext uri="{FF2B5EF4-FFF2-40B4-BE49-F238E27FC236}">
                      <a16:creationId xmlns:a16="http://schemas.microsoft.com/office/drawing/2014/main" id="{5ED931BD-4FFE-2C0F-300F-2AE9B84C8EBD}"/>
                    </a:ext>
                  </a:extLst>
                </p:cNvPr>
                <p:cNvSpPr txBox="1">
                  <a:spLocks noRot="1" noChangeAspect="1" noMove="1" noResize="1" noEditPoints="1" noAdjustHandles="1" noChangeArrowheads="1" noChangeShapeType="1" noTextEdit="1"/>
                </p:cNvSpPr>
                <p:nvPr/>
              </p:nvSpPr>
              <p:spPr>
                <a:xfrm>
                  <a:off x="10162054" y="4553016"/>
                  <a:ext cx="1006793" cy="567386"/>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0" name="TextBox 69">
                  <a:extLst>
                    <a:ext uri="{FF2B5EF4-FFF2-40B4-BE49-F238E27FC236}">
                      <a16:creationId xmlns:a16="http://schemas.microsoft.com/office/drawing/2014/main" id="{832DCA54-0B60-2C66-E66E-80E6C04716F3}"/>
                    </a:ext>
                  </a:extLst>
                </p:cNvPr>
                <p:cNvSpPr txBox="1"/>
                <p:nvPr/>
              </p:nvSpPr>
              <p:spPr>
                <a:xfrm>
                  <a:off x="7780858" y="2712894"/>
                  <a:ext cx="1006793" cy="567386"/>
                </a:xfrm>
                <a:prstGeom prst="rect">
                  <a:avLst/>
                </a:prstGeom>
                <a:noFill/>
              </p:spPr>
              <p:txBody>
                <a:bodyPr wrap="square">
                  <a:spAutoFit/>
                </a:bodyPr>
                <a:lstStyle/>
                <a:p>
                  <a:pPr/>
                  <a14:m>
                    <m:oMathPara xmlns:m="http://schemas.openxmlformats.org/officeDocument/2006/math">
                      <m:oMath>
                        <m:sSub>
                          <m:sSubPr>
                            <m:ctrlPr>
                              <a:rPr lang="de-DE" sz="1600" b="0" i="0" smtClean="0">
                                <a:solidFill>
                                  <a:srgbClr val="0070C0"/>
                                </a:solidFill>
                                <a:latin typeface="Cambria Math" panose="02040503050406030204" pitchFamily="18" charset="0"/>
                              </a:rPr>
                            </m:ctrlPr>
                          </m:sSubPr>
                          <m:e>
                            <m:r>
                              <m:rPr>
                                <m:sty m:val="p"/>
                              </m:rPr>
                              <a:rPr lang="de-DE" sz="1600" b="0" i="0" smtClean="0">
                                <a:solidFill>
                                  <a:srgbClr val="0070C0"/>
                                </a:solidFill>
                                <a:latin typeface="Cambria Math" panose="02040503050406030204" pitchFamily="18" charset="0"/>
                              </a:rPr>
                              <m:t>m</m:t>
                            </m:r>
                          </m:e>
                          <m:sub>
                            <m:r>
                              <a:rPr lang="de-DE" sz="1600" b="0" i="1" smtClean="0">
                                <a:solidFill>
                                  <a:srgbClr val="0070C0"/>
                                </a:solidFill>
                                <a:latin typeface="Cambria Math" panose="02040503050406030204" pitchFamily="18" charset="0"/>
                              </a:rPr>
                              <m:t>2</m:t>
                            </m:r>
                          </m:sub>
                        </m:sSub>
                      </m:oMath>
                    </m:oMathPara>
                  </a14:m>
                  <a:endParaRPr lang="en-US" sz="1600" dirty="0">
                    <a:solidFill>
                      <a:schemeClr val="tx1"/>
                    </a:solidFill>
                  </a:endParaRPr>
                </a:p>
              </p:txBody>
            </p:sp>
          </mc:Choice>
          <mc:Fallback xmlns="">
            <p:sp>
              <p:nvSpPr>
                <p:cNvPr id="54" name="TextBox 53">
                  <a:extLst>
                    <a:ext uri="{FF2B5EF4-FFF2-40B4-BE49-F238E27FC236}">
                      <a16:creationId xmlns:a16="http://schemas.microsoft.com/office/drawing/2014/main" id="{848E4F99-B0FC-ED1C-7747-B9F5AAF65723}"/>
                    </a:ext>
                  </a:extLst>
                </p:cNvPr>
                <p:cNvSpPr txBox="1">
                  <a:spLocks noRot="1" noChangeAspect="1" noMove="1" noResize="1" noEditPoints="1" noAdjustHandles="1" noChangeArrowheads="1" noChangeShapeType="1" noTextEdit="1"/>
                </p:cNvSpPr>
                <p:nvPr/>
              </p:nvSpPr>
              <p:spPr>
                <a:xfrm>
                  <a:off x="7780858" y="2712894"/>
                  <a:ext cx="1006793" cy="567386"/>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1" name="TextBox 70">
                  <a:extLst>
                    <a:ext uri="{FF2B5EF4-FFF2-40B4-BE49-F238E27FC236}">
                      <a16:creationId xmlns:a16="http://schemas.microsoft.com/office/drawing/2014/main" id="{883665C1-E4DF-AA6F-2820-80973310D3B7}"/>
                    </a:ext>
                  </a:extLst>
                </p:cNvPr>
                <p:cNvSpPr txBox="1"/>
                <p:nvPr/>
              </p:nvSpPr>
              <p:spPr>
                <a:xfrm>
                  <a:off x="7821643" y="4556776"/>
                  <a:ext cx="1006793" cy="567386"/>
                </a:xfrm>
                <a:prstGeom prst="rect">
                  <a:avLst/>
                </a:prstGeom>
                <a:noFill/>
              </p:spPr>
              <p:txBody>
                <a:bodyPr wrap="square">
                  <a:spAutoFit/>
                </a:bodyPr>
                <a:lstStyle/>
                <a:p>
                  <a:pPr/>
                  <a14:m>
                    <m:oMathPara xmlns:m="http://schemas.openxmlformats.org/officeDocument/2006/math">
                      <m:oMath>
                        <m:sSub>
                          <m:sSubPr>
                            <m:ctrlPr>
                              <a:rPr lang="de-DE" sz="1600" b="0" i="0" smtClean="0">
                                <a:solidFill>
                                  <a:schemeClr val="accent6">
                                    <a:lumMod val="75000"/>
                                  </a:schemeClr>
                                </a:solidFill>
                                <a:latin typeface="Cambria Math" panose="02040503050406030204" pitchFamily="18" charset="0"/>
                              </a:rPr>
                            </m:ctrlPr>
                          </m:sSubPr>
                          <m:e>
                            <m:r>
                              <m:rPr>
                                <m:sty m:val="p"/>
                              </m:rPr>
                              <a:rPr lang="de-DE" sz="1600" b="0" i="0" smtClean="0">
                                <a:solidFill>
                                  <a:schemeClr val="accent6">
                                    <a:lumMod val="75000"/>
                                  </a:schemeClr>
                                </a:solidFill>
                                <a:latin typeface="Cambria Math" panose="02040503050406030204" pitchFamily="18" charset="0"/>
                              </a:rPr>
                              <m:t>m</m:t>
                            </m:r>
                          </m:e>
                          <m:sub>
                            <m:r>
                              <a:rPr lang="de-DE" sz="1600" b="0" i="1" smtClean="0">
                                <a:solidFill>
                                  <a:schemeClr val="accent6">
                                    <a:lumMod val="75000"/>
                                  </a:schemeClr>
                                </a:solidFill>
                                <a:latin typeface="Cambria Math" panose="02040503050406030204" pitchFamily="18" charset="0"/>
                              </a:rPr>
                              <m:t>3</m:t>
                            </m:r>
                          </m:sub>
                        </m:sSub>
                      </m:oMath>
                    </m:oMathPara>
                  </a14:m>
                  <a:endParaRPr lang="en-US" sz="1600" dirty="0">
                    <a:solidFill>
                      <a:schemeClr val="tx1"/>
                    </a:solidFill>
                  </a:endParaRPr>
                </a:p>
              </p:txBody>
            </p:sp>
          </mc:Choice>
          <mc:Fallback xmlns="">
            <p:sp>
              <p:nvSpPr>
                <p:cNvPr id="55" name="TextBox 54">
                  <a:extLst>
                    <a:ext uri="{FF2B5EF4-FFF2-40B4-BE49-F238E27FC236}">
                      <a16:creationId xmlns:a16="http://schemas.microsoft.com/office/drawing/2014/main" id="{1BD350BD-F601-4B76-BBBB-774514A50A35}"/>
                    </a:ext>
                  </a:extLst>
                </p:cNvPr>
                <p:cNvSpPr txBox="1">
                  <a:spLocks noRot="1" noChangeAspect="1" noMove="1" noResize="1" noEditPoints="1" noAdjustHandles="1" noChangeArrowheads="1" noChangeShapeType="1" noTextEdit="1"/>
                </p:cNvSpPr>
                <p:nvPr/>
              </p:nvSpPr>
              <p:spPr>
                <a:xfrm>
                  <a:off x="7821643" y="4556776"/>
                  <a:ext cx="1006793" cy="567386"/>
                </a:xfrm>
                <a:prstGeom prst="rect">
                  <a:avLst/>
                </a:prstGeom>
                <a:blipFill>
                  <a:blip r:embed="rId8"/>
                  <a:stretch>
                    <a:fillRect/>
                  </a:stretch>
                </a:blipFill>
              </p:spPr>
              <p:txBody>
                <a:bodyPr/>
                <a:lstStyle/>
                <a:p>
                  <a:r>
                    <a:rPr lang="en-US">
                      <a:noFill/>
                    </a:rPr>
                    <a:t> </a:t>
                  </a:r>
                </a:p>
              </p:txBody>
            </p:sp>
          </mc:Fallback>
        </mc:AlternateContent>
        <p:sp>
          <p:nvSpPr>
            <p:cNvPr id="72" name="Oval 71">
              <a:extLst>
                <a:ext uri="{FF2B5EF4-FFF2-40B4-BE49-F238E27FC236}">
                  <a16:creationId xmlns:a16="http://schemas.microsoft.com/office/drawing/2014/main" id="{BE1C8307-7C0A-1C78-79EF-EEBEA861E1CD}"/>
                </a:ext>
              </a:extLst>
            </p:cNvPr>
            <p:cNvSpPr>
              <a:spLocks noChangeAspect="1"/>
            </p:cNvSpPr>
            <p:nvPr/>
          </p:nvSpPr>
          <p:spPr>
            <a:xfrm>
              <a:off x="7421719" y="3731287"/>
              <a:ext cx="482803" cy="48280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cxnSp>
          <p:nvCxnSpPr>
            <p:cNvPr id="73" name="Straight Arrow Connector 72">
              <a:extLst>
                <a:ext uri="{FF2B5EF4-FFF2-40B4-BE49-F238E27FC236}">
                  <a16:creationId xmlns:a16="http://schemas.microsoft.com/office/drawing/2014/main" id="{0BCFCE8D-0019-8D68-3B5D-B108264D9EF2}"/>
                </a:ext>
              </a:extLst>
            </p:cNvPr>
            <p:cNvCxnSpPr>
              <a:cxnSpLocks/>
              <a:stCxn id="72" idx="7"/>
              <a:endCxn id="43" idx="2"/>
            </p:cNvCxnSpPr>
            <p:nvPr/>
          </p:nvCxnSpPr>
          <p:spPr>
            <a:xfrm flipV="1">
              <a:off x="7833817" y="2880427"/>
              <a:ext cx="1409396" cy="921565"/>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74" name="TextBox 73">
                  <a:extLst>
                    <a:ext uri="{FF2B5EF4-FFF2-40B4-BE49-F238E27FC236}">
                      <a16:creationId xmlns:a16="http://schemas.microsoft.com/office/drawing/2014/main" id="{E768B6E7-B6D7-765F-5BF7-D80C5A53CA82}"/>
                    </a:ext>
                  </a:extLst>
                </p:cNvPr>
                <p:cNvSpPr txBox="1"/>
                <p:nvPr/>
              </p:nvSpPr>
              <p:spPr>
                <a:xfrm>
                  <a:off x="6663597" y="3340326"/>
                  <a:ext cx="642780" cy="567386"/>
                </a:xfrm>
                <a:prstGeom prst="rect">
                  <a:avLst/>
                </a:prstGeom>
                <a:noFill/>
              </p:spPr>
              <p:txBody>
                <a:bodyPr wrap="square">
                  <a:spAutoFit/>
                </a:bodyPr>
                <a:lstStyle/>
                <a:p>
                  <a:pPr/>
                  <a14:m>
                    <m:oMathPara xmlns:m="http://schemas.openxmlformats.org/officeDocument/2006/math">
                      <m:oMath>
                        <m:sSub>
                          <m:sSubPr>
                            <m:ctrlPr>
                              <a:rPr lang="de-DE" sz="1600" b="0" i="0" smtClean="0">
                                <a:solidFill>
                                  <a:schemeClr val="tx1"/>
                                </a:solidFill>
                                <a:latin typeface="Cambria Math" panose="02040503050406030204" pitchFamily="18" charset="0"/>
                              </a:rPr>
                            </m:ctrlPr>
                          </m:sSubPr>
                          <m:e>
                            <m:r>
                              <m:rPr>
                                <m:sty m:val="p"/>
                              </m:rPr>
                              <a:rPr lang="de-DE" sz="1600" b="0" i="0" smtClean="0">
                                <a:solidFill>
                                  <a:schemeClr val="tx1"/>
                                </a:solidFill>
                                <a:latin typeface="Cambria Math" panose="02040503050406030204" pitchFamily="18" charset="0"/>
                              </a:rPr>
                              <m:t>m</m:t>
                            </m:r>
                          </m:e>
                          <m:sub>
                            <m:r>
                              <a:rPr lang="de-DE" sz="1600" b="0" i="1" smtClean="0">
                                <a:solidFill>
                                  <a:schemeClr val="tx1"/>
                                </a:solidFill>
                                <a:latin typeface="Cambria Math" panose="02040503050406030204" pitchFamily="18" charset="0"/>
                              </a:rPr>
                              <m:t>1</m:t>
                            </m:r>
                          </m:sub>
                        </m:sSub>
                      </m:oMath>
                    </m:oMathPara>
                  </a14:m>
                  <a:endParaRPr lang="en-US" sz="1600" dirty="0">
                    <a:solidFill>
                      <a:schemeClr val="tx1"/>
                    </a:solidFill>
                  </a:endParaRPr>
                </a:p>
              </p:txBody>
            </p:sp>
          </mc:Choice>
          <mc:Fallback xmlns="">
            <p:sp>
              <p:nvSpPr>
                <p:cNvPr id="58" name="TextBox 57">
                  <a:extLst>
                    <a:ext uri="{FF2B5EF4-FFF2-40B4-BE49-F238E27FC236}">
                      <a16:creationId xmlns:a16="http://schemas.microsoft.com/office/drawing/2014/main" id="{EB00AF23-1FEA-7F14-83F7-D92B6BAF9A93}"/>
                    </a:ext>
                  </a:extLst>
                </p:cNvPr>
                <p:cNvSpPr txBox="1">
                  <a:spLocks noRot="1" noChangeAspect="1" noMove="1" noResize="1" noEditPoints="1" noAdjustHandles="1" noChangeArrowheads="1" noChangeShapeType="1" noTextEdit="1"/>
                </p:cNvSpPr>
                <p:nvPr/>
              </p:nvSpPr>
              <p:spPr>
                <a:xfrm>
                  <a:off x="6663597" y="3340326"/>
                  <a:ext cx="642780" cy="567386"/>
                </a:xfrm>
                <a:prstGeom prst="rect">
                  <a:avLst/>
                </a:prstGeom>
                <a:blipFill>
                  <a:blip r:embed="rId9"/>
                  <a:stretch>
                    <a:fillRect/>
                  </a:stretch>
                </a:blipFill>
              </p:spPr>
              <p:txBody>
                <a:bodyPr/>
                <a:lstStyle/>
                <a:p>
                  <a:r>
                    <a:rPr lang="en-US">
                      <a:noFill/>
                    </a:rPr>
                    <a:t> </a:t>
                  </a:r>
                </a:p>
              </p:txBody>
            </p:sp>
          </mc:Fallback>
        </mc:AlternateContent>
        <p:cxnSp>
          <p:nvCxnSpPr>
            <p:cNvPr id="75" name="Straight Arrow Connector 74">
              <a:extLst>
                <a:ext uri="{FF2B5EF4-FFF2-40B4-BE49-F238E27FC236}">
                  <a16:creationId xmlns:a16="http://schemas.microsoft.com/office/drawing/2014/main" id="{7DF12778-4FC8-8750-00A9-7629990580CC}"/>
                </a:ext>
              </a:extLst>
            </p:cNvPr>
            <p:cNvCxnSpPr>
              <a:cxnSpLocks/>
            </p:cNvCxnSpPr>
            <p:nvPr/>
          </p:nvCxnSpPr>
          <p:spPr>
            <a:xfrm>
              <a:off x="6746736" y="3962119"/>
              <a:ext cx="665312" cy="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76" name="Straight Arrow Connector 75">
              <a:extLst>
                <a:ext uri="{FF2B5EF4-FFF2-40B4-BE49-F238E27FC236}">
                  <a16:creationId xmlns:a16="http://schemas.microsoft.com/office/drawing/2014/main" id="{2BE46ADE-5096-71BC-D478-453340A8823E}"/>
                </a:ext>
              </a:extLst>
            </p:cNvPr>
            <p:cNvCxnSpPr>
              <a:cxnSpLocks/>
              <a:stCxn id="72" idx="5"/>
              <a:endCxn id="44" idx="2"/>
            </p:cNvCxnSpPr>
            <p:nvPr/>
          </p:nvCxnSpPr>
          <p:spPr>
            <a:xfrm>
              <a:off x="7833817" y="4143385"/>
              <a:ext cx="1420826" cy="939634"/>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sp>
          <p:nvSpPr>
            <p:cNvPr id="77" name="Oval 76">
              <a:extLst>
                <a:ext uri="{FF2B5EF4-FFF2-40B4-BE49-F238E27FC236}">
                  <a16:creationId xmlns:a16="http://schemas.microsoft.com/office/drawing/2014/main" id="{BD5D0231-E0A5-2199-C26E-CC8BAC5933DE}"/>
                </a:ext>
              </a:extLst>
            </p:cNvPr>
            <p:cNvSpPr>
              <a:spLocks noChangeAspect="1"/>
            </p:cNvSpPr>
            <p:nvPr/>
          </p:nvSpPr>
          <p:spPr>
            <a:xfrm>
              <a:off x="10875495" y="3731287"/>
              <a:ext cx="482803" cy="48280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cxnSp>
          <p:nvCxnSpPr>
            <p:cNvPr id="78" name="Straight Arrow Connector 77">
              <a:extLst>
                <a:ext uri="{FF2B5EF4-FFF2-40B4-BE49-F238E27FC236}">
                  <a16:creationId xmlns:a16="http://schemas.microsoft.com/office/drawing/2014/main" id="{EDA047A6-6E74-5338-9FC0-2FA1B7C90B47}"/>
                </a:ext>
              </a:extLst>
            </p:cNvPr>
            <p:cNvCxnSpPr>
              <a:cxnSpLocks/>
            </p:cNvCxnSpPr>
            <p:nvPr/>
          </p:nvCxnSpPr>
          <p:spPr>
            <a:xfrm>
              <a:off x="11370173" y="4043938"/>
              <a:ext cx="665312" cy="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79" name="TextBox 78">
                  <a:extLst>
                    <a:ext uri="{FF2B5EF4-FFF2-40B4-BE49-F238E27FC236}">
                      <a16:creationId xmlns:a16="http://schemas.microsoft.com/office/drawing/2014/main" id="{FE44FBFA-E3F3-48AD-03FC-1D24BAEFA73B}"/>
                    </a:ext>
                  </a:extLst>
                </p:cNvPr>
                <p:cNvSpPr txBox="1"/>
                <p:nvPr/>
              </p:nvSpPr>
              <p:spPr>
                <a:xfrm>
                  <a:off x="11185207" y="3340327"/>
                  <a:ext cx="1006793" cy="567386"/>
                </a:xfrm>
                <a:prstGeom prst="rect">
                  <a:avLst/>
                </a:prstGeom>
                <a:noFill/>
              </p:spPr>
              <p:txBody>
                <a:bodyPr wrap="square">
                  <a:spAutoFit/>
                </a:bodyPr>
                <a:lstStyle/>
                <a:p>
                  <a:pPr/>
                  <a14:m>
                    <m:oMathPara xmlns:m="http://schemas.openxmlformats.org/officeDocument/2006/math">
                      <m:oMath>
                        <m:sSub>
                          <m:sSubPr>
                            <m:ctrlPr>
                              <a:rPr lang="de-DE" sz="1600" b="0" i="1" smtClean="0">
                                <a:latin typeface="Cambria Math" panose="02040503050406030204" pitchFamily="18" charset="0"/>
                              </a:rPr>
                            </m:ctrlPr>
                          </m:sSubPr>
                          <m:e>
                            <m:r>
                              <m:rPr>
                                <m:sty m:val="p"/>
                              </m:rPr>
                              <a:rPr lang="de-DE" sz="1600" b="0" i="1" smtClean="0">
                                <a:latin typeface="Cambria Math" panose="02040503050406030204" pitchFamily="18" charset="0"/>
                              </a:rPr>
                              <m:t>m</m:t>
                            </m:r>
                          </m:e>
                          <m:sub>
                            <m:r>
                              <a:rPr lang="de-DE" sz="1600" b="0" i="1" smtClean="0">
                                <a:latin typeface="Cambria Math" panose="02040503050406030204" pitchFamily="18" charset="0"/>
                              </a:rPr>
                              <m:t>5</m:t>
                            </m:r>
                          </m:sub>
                        </m:sSub>
                      </m:oMath>
                    </m:oMathPara>
                  </a14:m>
                  <a:endParaRPr lang="en-US" sz="1600" dirty="0"/>
                </a:p>
              </p:txBody>
            </p:sp>
          </mc:Choice>
          <mc:Fallback xmlns="">
            <p:sp>
              <p:nvSpPr>
                <p:cNvPr id="63" name="TextBox 62">
                  <a:extLst>
                    <a:ext uri="{FF2B5EF4-FFF2-40B4-BE49-F238E27FC236}">
                      <a16:creationId xmlns:a16="http://schemas.microsoft.com/office/drawing/2014/main" id="{8C26347D-0F3C-E15A-2941-DB03108EE687}"/>
                    </a:ext>
                  </a:extLst>
                </p:cNvPr>
                <p:cNvSpPr txBox="1">
                  <a:spLocks noRot="1" noChangeAspect="1" noMove="1" noResize="1" noEditPoints="1" noAdjustHandles="1" noChangeArrowheads="1" noChangeShapeType="1" noTextEdit="1"/>
                </p:cNvSpPr>
                <p:nvPr/>
              </p:nvSpPr>
              <p:spPr>
                <a:xfrm>
                  <a:off x="11185207" y="3340327"/>
                  <a:ext cx="1006793" cy="567386"/>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0" name="TextBox 79">
                  <a:extLst>
                    <a:ext uri="{FF2B5EF4-FFF2-40B4-BE49-F238E27FC236}">
                      <a16:creationId xmlns:a16="http://schemas.microsoft.com/office/drawing/2014/main" id="{86983FCD-6B50-E0A5-97EF-933F32EBEDF2}"/>
                    </a:ext>
                  </a:extLst>
                </p:cNvPr>
                <p:cNvSpPr txBox="1"/>
                <p:nvPr/>
              </p:nvSpPr>
              <p:spPr>
                <a:xfrm>
                  <a:off x="10832234" y="3623803"/>
                  <a:ext cx="527466" cy="567386"/>
                </a:xfrm>
                <a:prstGeom prst="rect">
                  <a:avLst/>
                </a:prstGeom>
                <a:noFill/>
              </p:spPr>
              <p:txBody>
                <a:bodyPr wrap="square">
                  <a:spAutoFit/>
                </a:bodyPr>
                <a:lstStyle/>
                <a:p>
                  <a:pPr/>
                  <a14:m>
                    <m:oMathPara xmlns:m="http://schemas.openxmlformats.org/officeDocument/2006/math">
                      <m:oMath>
                        <m:sSub>
                          <m:sSubPr>
                            <m:ctrlPr>
                              <a:rPr lang="de-DE" sz="1600" b="0" i="1" smtClean="0">
                                <a:solidFill>
                                  <a:schemeClr val="bg1"/>
                                </a:solidFill>
                                <a:latin typeface="Cambria Math" panose="02040503050406030204" pitchFamily="18" charset="0"/>
                              </a:rPr>
                            </m:ctrlPr>
                          </m:sSubPr>
                          <m:e>
                            <m:r>
                              <m:rPr>
                                <m:sty m:val="p"/>
                              </m:rPr>
                              <a:rPr lang="de-DE" sz="1600" b="0" i="1" smtClean="0">
                                <a:solidFill>
                                  <a:schemeClr val="bg1"/>
                                </a:solidFill>
                                <a:latin typeface="Cambria Math" panose="02040503050406030204" pitchFamily="18" charset="0"/>
                              </a:rPr>
                              <m:t>r</m:t>
                            </m:r>
                          </m:e>
                          <m:sub>
                            <m:r>
                              <a:rPr lang="de-DE" sz="1600" b="0" i="1" smtClean="0">
                                <a:solidFill>
                                  <a:schemeClr val="bg1"/>
                                </a:solidFill>
                                <a:latin typeface="Cambria Math" panose="02040503050406030204" pitchFamily="18" charset="0"/>
                              </a:rPr>
                              <m:t>4</m:t>
                            </m:r>
                          </m:sub>
                        </m:sSub>
                      </m:oMath>
                    </m:oMathPara>
                  </a14:m>
                  <a:endParaRPr lang="en-US" sz="1600" dirty="0">
                    <a:solidFill>
                      <a:schemeClr val="bg1"/>
                    </a:solidFill>
                  </a:endParaRPr>
                </a:p>
              </p:txBody>
            </p:sp>
          </mc:Choice>
          <mc:Fallback xmlns="">
            <p:sp>
              <p:nvSpPr>
                <p:cNvPr id="64" name="TextBox 63">
                  <a:extLst>
                    <a:ext uri="{FF2B5EF4-FFF2-40B4-BE49-F238E27FC236}">
                      <a16:creationId xmlns:a16="http://schemas.microsoft.com/office/drawing/2014/main" id="{A087BBFA-A980-AE76-47AD-91D5B0A21143}"/>
                    </a:ext>
                  </a:extLst>
                </p:cNvPr>
                <p:cNvSpPr txBox="1">
                  <a:spLocks noRot="1" noChangeAspect="1" noMove="1" noResize="1" noEditPoints="1" noAdjustHandles="1" noChangeArrowheads="1" noChangeShapeType="1" noTextEdit="1"/>
                </p:cNvSpPr>
                <p:nvPr/>
              </p:nvSpPr>
              <p:spPr>
                <a:xfrm>
                  <a:off x="10832234" y="3623803"/>
                  <a:ext cx="527466" cy="567386"/>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1" name="TextBox 80">
                  <a:extLst>
                    <a:ext uri="{FF2B5EF4-FFF2-40B4-BE49-F238E27FC236}">
                      <a16:creationId xmlns:a16="http://schemas.microsoft.com/office/drawing/2014/main" id="{07C1434D-AC53-7963-061D-0168FB477BD1}"/>
                    </a:ext>
                  </a:extLst>
                </p:cNvPr>
                <p:cNvSpPr txBox="1"/>
                <p:nvPr/>
              </p:nvSpPr>
              <p:spPr>
                <a:xfrm>
                  <a:off x="9166996" y="2550649"/>
                  <a:ext cx="656402" cy="567386"/>
                </a:xfrm>
                <a:prstGeom prst="rect">
                  <a:avLst/>
                </a:prstGeom>
                <a:noFill/>
              </p:spPr>
              <p:txBody>
                <a:bodyPr wrap="square">
                  <a:spAutoFit/>
                </a:bodyPr>
                <a:lstStyle/>
                <a:p>
                  <a:pPr/>
                  <a14:m>
                    <m:oMathPara xmlns:m="http://schemas.openxmlformats.org/officeDocument/2006/math">
                      <m:oMath>
                        <m:sSub>
                          <m:sSubPr>
                            <m:ctrlPr>
                              <a:rPr lang="de-DE" sz="1600" b="0" i="1" smtClean="0">
                                <a:solidFill>
                                  <a:schemeClr val="bg1"/>
                                </a:solidFill>
                                <a:latin typeface="Cambria Math" panose="02040503050406030204" pitchFamily="18" charset="0"/>
                              </a:rPr>
                            </m:ctrlPr>
                          </m:sSubPr>
                          <m:e>
                            <m:r>
                              <m:rPr>
                                <m:sty m:val="p"/>
                              </m:rPr>
                              <a:rPr lang="de-DE" sz="1600" b="0" i="1" smtClean="0">
                                <a:solidFill>
                                  <a:schemeClr val="bg1"/>
                                </a:solidFill>
                                <a:latin typeface="Cambria Math" panose="02040503050406030204" pitchFamily="18" charset="0"/>
                              </a:rPr>
                              <m:t>r</m:t>
                            </m:r>
                          </m:e>
                          <m:sub>
                            <m:r>
                              <a:rPr lang="de-DE" sz="1600" b="0" i="1" smtClean="0">
                                <a:solidFill>
                                  <a:schemeClr val="bg1"/>
                                </a:solidFill>
                                <a:latin typeface="Cambria Math" panose="02040503050406030204" pitchFamily="18" charset="0"/>
                              </a:rPr>
                              <m:t>2</m:t>
                            </m:r>
                          </m:sub>
                        </m:sSub>
                      </m:oMath>
                    </m:oMathPara>
                  </a14:m>
                  <a:endParaRPr lang="en-US" sz="1600" dirty="0">
                    <a:solidFill>
                      <a:schemeClr val="bg1"/>
                    </a:solidFill>
                  </a:endParaRPr>
                </a:p>
              </p:txBody>
            </p:sp>
          </mc:Choice>
          <mc:Fallback xmlns="">
            <p:sp>
              <p:nvSpPr>
                <p:cNvPr id="65" name="TextBox 64">
                  <a:extLst>
                    <a:ext uri="{FF2B5EF4-FFF2-40B4-BE49-F238E27FC236}">
                      <a16:creationId xmlns:a16="http://schemas.microsoft.com/office/drawing/2014/main" id="{432E4DFD-D665-5E87-AC51-38B152A64AF3}"/>
                    </a:ext>
                  </a:extLst>
                </p:cNvPr>
                <p:cNvSpPr txBox="1">
                  <a:spLocks noRot="1" noChangeAspect="1" noMove="1" noResize="1" noEditPoints="1" noAdjustHandles="1" noChangeArrowheads="1" noChangeShapeType="1" noTextEdit="1"/>
                </p:cNvSpPr>
                <p:nvPr/>
              </p:nvSpPr>
              <p:spPr>
                <a:xfrm>
                  <a:off x="9166996" y="2550649"/>
                  <a:ext cx="656402" cy="567386"/>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2" name="TextBox 81">
                  <a:extLst>
                    <a:ext uri="{FF2B5EF4-FFF2-40B4-BE49-F238E27FC236}">
                      <a16:creationId xmlns:a16="http://schemas.microsoft.com/office/drawing/2014/main" id="{DEE6AC7D-3CB4-79E9-039F-A26E23B9AFA9}"/>
                    </a:ext>
                  </a:extLst>
                </p:cNvPr>
                <p:cNvSpPr txBox="1"/>
                <p:nvPr/>
              </p:nvSpPr>
              <p:spPr>
                <a:xfrm>
                  <a:off x="9220233" y="4766335"/>
                  <a:ext cx="495607" cy="567386"/>
                </a:xfrm>
                <a:prstGeom prst="rect">
                  <a:avLst/>
                </a:prstGeom>
                <a:noFill/>
              </p:spPr>
              <p:txBody>
                <a:bodyPr wrap="square">
                  <a:spAutoFit/>
                </a:bodyPr>
                <a:lstStyle/>
                <a:p>
                  <a:pPr/>
                  <a14:m>
                    <m:oMathPara xmlns:m="http://schemas.openxmlformats.org/officeDocument/2006/math">
                      <m:oMath>
                        <m:sSub>
                          <m:sSubPr>
                            <m:ctrlPr>
                              <a:rPr lang="de-DE" sz="1600" b="0" i="1" smtClean="0">
                                <a:solidFill>
                                  <a:schemeClr val="bg1"/>
                                </a:solidFill>
                                <a:latin typeface="Cambria Math" panose="02040503050406030204" pitchFamily="18" charset="0"/>
                              </a:rPr>
                            </m:ctrlPr>
                          </m:sSubPr>
                          <m:e>
                            <m:r>
                              <m:rPr>
                                <m:sty m:val="p"/>
                              </m:rPr>
                              <a:rPr lang="de-DE" sz="1600" b="0" i="1" smtClean="0">
                                <a:solidFill>
                                  <a:schemeClr val="bg1"/>
                                </a:solidFill>
                                <a:latin typeface="Cambria Math" panose="02040503050406030204" pitchFamily="18" charset="0"/>
                              </a:rPr>
                              <m:t>r</m:t>
                            </m:r>
                          </m:e>
                          <m:sub>
                            <m:r>
                              <a:rPr lang="de-DE" sz="1600" b="0" i="1" smtClean="0">
                                <a:solidFill>
                                  <a:schemeClr val="bg1"/>
                                </a:solidFill>
                                <a:latin typeface="Cambria Math" panose="02040503050406030204" pitchFamily="18" charset="0"/>
                              </a:rPr>
                              <m:t>3</m:t>
                            </m:r>
                          </m:sub>
                        </m:sSub>
                      </m:oMath>
                    </m:oMathPara>
                  </a14:m>
                  <a:endParaRPr lang="en-US" sz="1600" dirty="0">
                    <a:solidFill>
                      <a:schemeClr val="bg1"/>
                    </a:solidFill>
                  </a:endParaRPr>
                </a:p>
              </p:txBody>
            </p:sp>
          </mc:Choice>
          <mc:Fallback xmlns="">
            <p:sp>
              <p:nvSpPr>
                <p:cNvPr id="66" name="TextBox 65">
                  <a:extLst>
                    <a:ext uri="{FF2B5EF4-FFF2-40B4-BE49-F238E27FC236}">
                      <a16:creationId xmlns:a16="http://schemas.microsoft.com/office/drawing/2014/main" id="{72FD6E0D-9AB2-E2CA-D331-1283AAB5710E}"/>
                    </a:ext>
                  </a:extLst>
                </p:cNvPr>
                <p:cNvSpPr txBox="1">
                  <a:spLocks noRot="1" noChangeAspect="1" noMove="1" noResize="1" noEditPoints="1" noAdjustHandles="1" noChangeArrowheads="1" noChangeShapeType="1" noTextEdit="1"/>
                </p:cNvSpPr>
                <p:nvPr/>
              </p:nvSpPr>
              <p:spPr>
                <a:xfrm>
                  <a:off x="9220233" y="4766335"/>
                  <a:ext cx="495607" cy="567386"/>
                </a:xfrm>
                <a:prstGeom prst="rect">
                  <a:avLst/>
                </a:prstGeom>
                <a:blipFill>
                  <a:blip r:embed="rId13"/>
                  <a:stretch>
                    <a:fillRect r="-625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3" name="TextBox 82">
                  <a:extLst>
                    <a:ext uri="{FF2B5EF4-FFF2-40B4-BE49-F238E27FC236}">
                      <a16:creationId xmlns:a16="http://schemas.microsoft.com/office/drawing/2014/main" id="{D72A9B37-FA54-5B8C-932E-5A2C35797158}"/>
                    </a:ext>
                  </a:extLst>
                </p:cNvPr>
                <p:cNvSpPr txBox="1"/>
                <p:nvPr/>
              </p:nvSpPr>
              <p:spPr>
                <a:xfrm>
                  <a:off x="7388675" y="3638751"/>
                  <a:ext cx="527466" cy="567386"/>
                </a:xfrm>
                <a:prstGeom prst="rect">
                  <a:avLst/>
                </a:prstGeom>
                <a:noFill/>
              </p:spPr>
              <p:txBody>
                <a:bodyPr wrap="square">
                  <a:spAutoFit/>
                </a:bodyPr>
                <a:lstStyle/>
                <a:p>
                  <a:pPr/>
                  <a14:m>
                    <m:oMathPara xmlns:m="http://schemas.openxmlformats.org/officeDocument/2006/math">
                      <m:oMath>
                        <m:sSub>
                          <m:sSubPr>
                            <m:ctrlPr>
                              <a:rPr lang="de-DE" sz="1600" b="0" i="1" smtClean="0">
                                <a:solidFill>
                                  <a:schemeClr val="bg1"/>
                                </a:solidFill>
                                <a:latin typeface="Cambria Math" panose="02040503050406030204" pitchFamily="18" charset="0"/>
                              </a:rPr>
                            </m:ctrlPr>
                          </m:sSubPr>
                          <m:e>
                            <m:r>
                              <m:rPr>
                                <m:sty m:val="p"/>
                              </m:rPr>
                              <a:rPr lang="de-DE" sz="1600" b="0" i="1" smtClean="0">
                                <a:solidFill>
                                  <a:schemeClr val="bg1"/>
                                </a:solidFill>
                                <a:latin typeface="Cambria Math" panose="02040503050406030204" pitchFamily="18" charset="0"/>
                              </a:rPr>
                              <m:t>r</m:t>
                            </m:r>
                          </m:e>
                          <m:sub>
                            <m:r>
                              <a:rPr lang="de-DE" sz="1600" b="0" i="1" smtClean="0">
                                <a:solidFill>
                                  <a:schemeClr val="bg1"/>
                                </a:solidFill>
                                <a:latin typeface="Cambria Math" panose="02040503050406030204" pitchFamily="18" charset="0"/>
                              </a:rPr>
                              <m:t>1</m:t>
                            </m:r>
                          </m:sub>
                        </m:sSub>
                      </m:oMath>
                    </m:oMathPara>
                  </a14:m>
                  <a:endParaRPr lang="en-US" sz="1600" dirty="0">
                    <a:solidFill>
                      <a:schemeClr val="bg1"/>
                    </a:solidFill>
                  </a:endParaRPr>
                </a:p>
              </p:txBody>
            </p:sp>
          </mc:Choice>
          <mc:Fallback xmlns="">
            <p:sp>
              <p:nvSpPr>
                <p:cNvPr id="67" name="TextBox 66">
                  <a:extLst>
                    <a:ext uri="{FF2B5EF4-FFF2-40B4-BE49-F238E27FC236}">
                      <a16:creationId xmlns:a16="http://schemas.microsoft.com/office/drawing/2014/main" id="{407778A7-570B-4628-5EA7-2564D3AFAF39}"/>
                    </a:ext>
                  </a:extLst>
                </p:cNvPr>
                <p:cNvSpPr txBox="1">
                  <a:spLocks noRot="1" noChangeAspect="1" noMove="1" noResize="1" noEditPoints="1" noAdjustHandles="1" noChangeArrowheads="1" noChangeShapeType="1" noTextEdit="1"/>
                </p:cNvSpPr>
                <p:nvPr/>
              </p:nvSpPr>
              <p:spPr>
                <a:xfrm>
                  <a:off x="7388675" y="3638751"/>
                  <a:ext cx="527466" cy="567386"/>
                </a:xfrm>
                <a:prstGeom prst="rect">
                  <a:avLst/>
                </a:prstGeom>
                <a:blipFill>
                  <a:blip r:embed="rId14"/>
                  <a:stretch>
                    <a:fillRect/>
                  </a:stretch>
                </a:blipFill>
              </p:spPr>
              <p:txBody>
                <a:bodyPr/>
                <a:lstStyle/>
                <a:p>
                  <a:r>
                    <a:rPr lang="en-US">
                      <a:noFill/>
                    </a:rPr>
                    <a:t> </a:t>
                  </a:r>
                </a:p>
              </p:txBody>
            </p:sp>
          </mc:Fallback>
        </mc:AlternateContent>
      </p:grpSp>
      <p:sp>
        <p:nvSpPr>
          <p:cNvPr id="84" name="TextBox 83">
            <a:extLst>
              <a:ext uri="{FF2B5EF4-FFF2-40B4-BE49-F238E27FC236}">
                <a16:creationId xmlns:a16="http://schemas.microsoft.com/office/drawing/2014/main" id="{87392683-9F53-3904-6EA0-327E89C6A6B5}"/>
              </a:ext>
            </a:extLst>
          </p:cNvPr>
          <p:cNvSpPr txBox="1"/>
          <p:nvPr/>
        </p:nvSpPr>
        <p:spPr>
          <a:xfrm>
            <a:off x="2476607" y="1264418"/>
            <a:ext cx="436338" cy="369332"/>
          </a:xfrm>
          <a:prstGeom prst="rect">
            <a:avLst/>
          </a:prstGeom>
          <a:noFill/>
        </p:spPr>
        <p:txBody>
          <a:bodyPr wrap="none" rtlCol="0">
            <a:spAutoFit/>
          </a:bodyPr>
          <a:lstStyle/>
          <a:p>
            <a:r>
              <a:rPr lang="en-US" dirty="0">
                <a:solidFill>
                  <a:srgbClr val="C00000"/>
                </a:solidFill>
              </a:rPr>
              <a:t>E3</a:t>
            </a:r>
          </a:p>
        </p:txBody>
      </p:sp>
      <p:sp>
        <p:nvSpPr>
          <p:cNvPr id="85" name="TextBox 84">
            <a:extLst>
              <a:ext uri="{FF2B5EF4-FFF2-40B4-BE49-F238E27FC236}">
                <a16:creationId xmlns:a16="http://schemas.microsoft.com/office/drawing/2014/main" id="{A7E10538-656B-2A09-8F11-4F76F3308AEB}"/>
              </a:ext>
            </a:extLst>
          </p:cNvPr>
          <p:cNvSpPr txBox="1"/>
          <p:nvPr/>
        </p:nvSpPr>
        <p:spPr>
          <a:xfrm>
            <a:off x="2520003" y="2944454"/>
            <a:ext cx="436338" cy="369332"/>
          </a:xfrm>
          <a:prstGeom prst="rect">
            <a:avLst/>
          </a:prstGeom>
          <a:noFill/>
        </p:spPr>
        <p:txBody>
          <a:bodyPr wrap="none" rtlCol="0">
            <a:spAutoFit/>
          </a:bodyPr>
          <a:lstStyle/>
          <a:p>
            <a:r>
              <a:rPr lang="en-US" dirty="0">
                <a:solidFill>
                  <a:srgbClr val="C00000"/>
                </a:solidFill>
              </a:rPr>
              <a:t>E3</a:t>
            </a:r>
          </a:p>
        </p:txBody>
      </p:sp>
      <p:sp>
        <p:nvSpPr>
          <p:cNvPr id="86" name="TextBox 85">
            <a:extLst>
              <a:ext uri="{FF2B5EF4-FFF2-40B4-BE49-F238E27FC236}">
                <a16:creationId xmlns:a16="http://schemas.microsoft.com/office/drawing/2014/main" id="{6974D92E-9A0F-29E4-0FA9-2D6DA80C9333}"/>
              </a:ext>
            </a:extLst>
          </p:cNvPr>
          <p:cNvSpPr txBox="1"/>
          <p:nvPr/>
        </p:nvSpPr>
        <p:spPr>
          <a:xfrm>
            <a:off x="1077487" y="1215080"/>
            <a:ext cx="476412" cy="369332"/>
          </a:xfrm>
          <a:prstGeom prst="rect">
            <a:avLst/>
          </a:prstGeom>
          <a:noFill/>
        </p:spPr>
        <p:txBody>
          <a:bodyPr wrap="none" rtlCol="0">
            <a:spAutoFit/>
          </a:bodyPr>
          <a:lstStyle/>
          <a:p>
            <a:r>
              <a:rPr lang="en-US" dirty="0">
                <a:solidFill>
                  <a:srgbClr val="0070C0"/>
                </a:solidFill>
              </a:rPr>
              <a:t>Q5</a:t>
            </a:r>
          </a:p>
        </p:txBody>
      </p:sp>
      <p:sp>
        <p:nvSpPr>
          <p:cNvPr id="87" name="TextBox 86">
            <a:extLst>
              <a:ext uri="{FF2B5EF4-FFF2-40B4-BE49-F238E27FC236}">
                <a16:creationId xmlns:a16="http://schemas.microsoft.com/office/drawing/2014/main" id="{1BBE3DC0-F6F2-556B-11B2-1F78D2E64B9B}"/>
              </a:ext>
            </a:extLst>
          </p:cNvPr>
          <p:cNvSpPr txBox="1"/>
          <p:nvPr/>
        </p:nvSpPr>
        <p:spPr>
          <a:xfrm>
            <a:off x="1098318" y="2961701"/>
            <a:ext cx="442750" cy="369332"/>
          </a:xfrm>
          <a:prstGeom prst="rect">
            <a:avLst/>
          </a:prstGeom>
          <a:noFill/>
        </p:spPr>
        <p:txBody>
          <a:bodyPr wrap="none" rtlCol="0">
            <a:spAutoFit/>
          </a:bodyPr>
          <a:lstStyle/>
          <a:p>
            <a:r>
              <a:rPr lang="en-US" dirty="0">
                <a:solidFill>
                  <a:srgbClr val="508B3A"/>
                </a:solidFill>
              </a:rPr>
              <a:t>V3</a:t>
            </a:r>
          </a:p>
        </p:txBody>
      </p:sp>
      <p:sp>
        <p:nvSpPr>
          <p:cNvPr id="88" name="TextBox 87">
            <a:extLst>
              <a:ext uri="{FF2B5EF4-FFF2-40B4-BE49-F238E27FC236}">
                <a16:creationId xmlns:a16="http://schemas.microsoft.com/office/drawing/2014/main" id="{49077F06-647C-64CD-A62B-3EA4FFF3E34D}"/>
              </a:ext>
            </a:extLst>
          </p:cNvPr>
          <p:cNvSpPr txBox="1"/>
          <p:nvPr/>
        </p:nvSpPr>
        <p:spPr>
          <a:xfrm>
            <a:off x="1658870" y="3197785"/>
            <a:ext cx="861133" cy="369332"/>
          </a:xfrm>
          <a:prstGeom prst="rect">
            <a:avLst/>
          </a:prstGeom>
          <a:noFill/>
        </p:spPr>
        <p:txBody>
          <a:bodyPr wrap="none" rtlCol="0">
            <a:spAutoFit/>
          </a:bodyPr>
          <a:lstStyle/>
          <a:p>
            <a:r>
              <a:rPr lang="en-US" dirty="0"/>
              <a:t>r_1088</a:t>
            </a:r>
          </a:p>
        </p:txBody>
      </p:sp>
      <p:sp>
        <p:nvSpPr>
          <p:cNvPr id="89" name="TextBox 88">
            <a:extLst>
              <a:ext uri="{FF2B5EF4-FFF2-40B4-BE49-F238E27FC236}">
                <a16:creationId xmlns:a16="http://schemas.microsoft.com/office/drawing/2014/main" id="{57758B01-CF39-DC0E-94DA-E6C29FE6D680}"/>
              </a:ext>
            </a:extLst>
          </p:cNvPr>
          <p:cNvSpPr txBox="1"/>
          <p:nvPr/>
        </p:nvSpPr>
        <p:spPr>
          <a:xfrm>
            <a:off x="1623803" y="1062952"/>
            <a:ext cx="861133" cy="369332"/>
          </a:xfrm>
          <a:prstGeom prst="rect">
            <a:avLst/>
          </a:prstGeom>
          <a:noFill/>
        </p:spPr>
        <p:txBody>
          <a:bodyPr wrap="none" rtlCol="0">
            <a:spAutoFit/>
          </a:bodyPr>
          <a:lstStyle/>
          <a:p>
            <a:r>
              <a:rPr lang="en-US" dirty="0"/>
              <a:t>r_4155</a:t>
            </a:r>
          </a:p>
        </p:txBody>
      </p:sp>
      <p:sp>
        <p:nvSpPr>
          <p:cNvPr id="2" name="Title 1">
            <a:extLst>
              <a:ext uri="{FF2B5EF4-FFF2-40B4-BE49-F238E27FC236}">
                <a16:creationId xmlns:a16="http://schemas.microsoft.com/office/drawing/2014/main" id="{DB4918B7-DA8D-C093-73FA-B34724C48DCF}"/>
              </a:ext>
            </a:extLst>
          </p:cNvPr>
          <p:cNvSpPr>
            <a:spLocks noGrp="1"/>
          </p:cNvSpPr>
          <p:nvPr>
            <p:ph type="title"/>
          </p:nvPr>
        </p:nvSpPr>
        <p:spPr>
          <a:xfrm>
            <a:off x="124119" y="113154"/>
            <a:ext cx="4639918" cy="723446"/>
          </a:xfrm>
        </p:spPr>
        <p:txBody>
          <a:bodyPr>
            <a:normAutofit/>
          </a:bodyPr>
          <a:lstStyle/>
          <a:p>
            <a:r>
              <a:rPr lang="en-US" sz="3200" dirty="0"/>
              <a:t>Mapping with restrictions</a:t>
            </a:r>
          </a:p>
        </p:txBody>
      </p: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A8B4B3DA-317C-7E68-D95B-C5F73D73D3E3}"/>
                  </a:ext>
                </a:extLst>
              </p:cNvPr>
              <p:cNvSpPr txBox="1"/>
              <p:nvPr/>
            </p:nvSpPr>
            <p:spPr>
              <a:xfrm>
                <a:off x="6690692" y="95616"/>
                <a:ext cx="5501308" cy="1554272"/>
              </a:xfrm>
              <a:prstGeom prst="rect">
                <a:avLst/>
              </a:prstGeom>
              <a:noFill/>
            </p:spPr>
            <p:txBody>
              <a:bodyPr wrap="square">
                <a:spAutoFit/>
              </a:bodyPr>
              <a:lstStyle/>
              <a:p>
                <a:pPr>
                  <a:spcAft>
                    <a:spcPts val="600"/>
                  </a:spcAft>
                </a:pPr>
                <a:r>
                  <a:rPr lang="de-DE" dirty="0" err="1"/>
                  <a:t>Restrictions</a:t>
                </a:r>
                <a:r>
                  <a:rPr lang="de-DE" dirty="0"/>
                  <a:t>: </a:t>
                </a:r>
              </a:p>
              <a:p>
                <a:pPr marL="342900" indent="-342900">
                  <a:buFont typeface="+mj-lt"/>
                  <a:buAutoNum type="arabicPeriod"/>
                </a:pPr>
                <a:r>
                  <a:rPr lang="de-DE" dirty="0"/>
                  <a:t>The metabolite </a:t>
                </a:r>
                <a14:m>
                  <m:oMath xmlns:m="http://schemas.openxmlformats.org/officeDocument/2006/math">
                    <m:sSub>
                      <m:sSubPr>
                        <m:ctrlPr>
                          <a:rPr lang="de-DE">
                            <a:solidFill>
                              <a:srgbClr val="C00000"/>
                            </a:solidFill>
                            <a:latin typeface="Cambria Math" panose="02040503050406030204" pitchFamily="18" charset="0"/>
                          </a:rPr>
                        </m:ctrlPr>
                      </m:sSubPr>
                      <m:e>
                        <m:r>
                          <m:rPr>
                            <m:sty m:val="p"/>
                          </m:rPr>
                          <a:rPr lang="de-DE">
                            <a:solidFill>
                              <a:srgbClr val="C00000"/>
                            </a:solidFill>
                            <a:latin typeface="Cambria Math" panose="02040503050406030204" pitchFamily="18" charset="0"/>
                          </a:rPr>
                          <m:t>m</m:t>
                        </m:r>
                      </m:e>
                      <m:sub>
                        <m:r>
                          <a:rPr lang="de-DE" i="1">
                            <a:solidFill>
                              <a:srgbClr val="C00000"/>
                            </a:solidFill>
                            <a:latin typeface="Cambria Math" panose="02040503050406030204" pitchFamily="18" charset="0"/>
                          </a:rPr>
                          <m:t>4</m:t>
                        </m:r>
                      </m:sub>
                    </m:sSub>
                  </m:oMath>
                </a14:m>
                <a:r>
                  <a:rPr lang="en-US" dirty="0"/>
                  <a:t> is a rich extracellular metabolite.</a:t>
                </a:r>
              </a:p>
              <a:p>
                <a:pPr marL="342900" indent="-342900">
                  <a:buFont typeface="+mj-lt"/>
                  <a:buAutoNum type="arabicPeriod"/>
                </a:pPr>
                <a:r>
                  <a:rPr lang="en-US" dirty="0"/>
                  <a:t>The metabolic network associated with </a:t>
                </a:r>
                <a14:m>
                  <m:oMath xmlns:m="http://schemas.openxmlformats.org/officeDocument/2006/math">
                    <m:sSub>
                      <m:sSubPr>
                        <m:ctrlPr>
                          <a:rPr lang="de-DE">
                            <a:solidFill>
                              <a:srgbClr val="C00000"/>
                            </a:solidFill>
                            <a:latin typeface="Cambria Math" panose="02040503050406030204" pitchFamily="18" charset="0"/>
                          </a:rPr>
                        </m:ctrlPr>
                      </m:sSubPr>
                      <m:e>
                        <m:r>
                          <m:rPr>
                            <m:sty m:val="p"/>
                          </m:rPr>
                          <a:rPr lang="de-DE">
                            <a:solidFill>
                              <a:srgbClr val="C00000"/>
                            </a:solidFill>
                            <a:latin typeface="Cambria Math" panose="02040503050406030204" pitchFamily="18" charset="0"/>
                          </a:rPr>
                          <m:t>m</m:t>
                        </m:r>
                      </m:e>
                      <m:sub>
                        <m:r>
                          <a:rPr lang="de-DE" i="1">
                            <a:solidFill>
                              <a:srgbClr val="C00000"/>
                            </a:solidFill>
                            <a:latin typeface="Cambria Math" panose="02040503050406030204" pitchFamily="18" charset="0"/>
                          </a:rPr>
                          <m:t>4</m:t>
                        </m:r>
                      </m:sub>
                    </m:sSub>
                  </m:oMath>
                </a14:m>
                <a:r>
                  <a:rPr lang="en-US" dirty="0"/>
                  <a:t> is the least impactful. </a:t>
                </a:r>
              </a:p>
            </p:txBody>
          </p:sp>
        </mc:Choice>
        <mc:Fallback xmlns="">
          <p:sp>
            <p:nvSpPr>
              <p:cNvPr id="26" name="TextBox 25">
                <a:extLst>
                  <a:ext uri="{FF2B5EF4-FFF2-40B4-BE49-F238E27FC236}">
                    <a16:creationId xmlns:a16="http://schemas.microsoft.com/office/drawing/2014/main" id="{A8B4B3DA-317C-7E68-D95B-C5F73D73D3E3}"/>
                  </a:ext>
                </a:extLst>
              </p:cNvPr>
              <p:cNvSpPr txBox="1">
                <a:spLocks noRot="1" noChangeAspect="1" noMove="1" noResize="1" noEditPoints="1" noAdjustHandles="1" noChangeArrowheads="1" noChangeShapeType="1" noTextEdit="1"/>
              </p:cNvSpPr>
              <p:nvPr/>
            </p:nvSpPr>
            <p:spPr>
              <a:xfrm>
                <a:off x="6690692" y="95616"/>
                <a:ext cx="5501308" cy="1554272"/>
              </a:xfrm>
              <a:prstGeom prst="rect">
                <a:avLst/>
              </a:prstGeom>
              <a:blipFill>
                <a:blip r:embed="rId15"/>
                <a:stretch>
                  <a:fillRect l="-998" t="-1961" b="-5490"/>
                </a:stretch>
              </a:blipFill>
            </p:spPr>
            <p:txBody>
              <a:bodyPr/>
              <a:lstStyle/>
              <a:p>
                <a:r>
                  <a:rPr lang="en-US">
                    <a:noFill/>
                  </a:rPr>
                  <a:t> </a:t>
                </a:r>
              </a:p>
            </p:txBody>
          </p:sp>
        </mc:Fallback>
      </mc:AlternateContent>
      <p:pic>
        <p:nvPicPr>
          <p:cNvPr id="6" name="Picture 5">
            <a:extLst>
              <a:ext uri="{FF2B5EF4-FFF2-40B4-BE49-F238E27FC236}">
                <a16:creationId xmlns:a16="http://schemas.microsoft.com/office/drawing/2014/main" id="{FFD73307-82C8-E991-8316-3E233ADDD6E2}"/>
              </a:ext>
            </a:extLst>
          </p:cNvPr>
          <p:cNvPicPr>
            <a:picLocks noChangeAspect="1"/>
          </p:cNvPicPr>
          <p:nvPr/>
        </p:nvPicPr>
        <p:blipFill>
          <a:blip r:embed="rId16"/>
          <a:stretch>
            <a:fillRect/>
          </a:stretch>
        </p:blipFill>
        <p:spPr>
          <a:xfrm>
            <a:off x="6807698" y="2058903"/>
            <a:ext cx="5230645" cy="3046497"/>
          </a:xfrm>
          <a:prstGeom prst="rect">
            <a:avLst/>
          </a:prstGeom>
        </p:spPr>
      </p:pic>
      <p:sp>
        <p:nvSpPr>
          <p:cNvPr id="8" name="TextBox 7">
            <a:extLst>
              <a:ext uri="{FF2B5EF4-FFF2-40B4-BE49-F238E27FC236}">
                <a16:creationId xmlns:a16="http://schemas.microsoft.com/office/drawing/2014/main" id="{67371901-A531-EA8B-DCE0-52575FB0050E}"/>
              </a:ext>
            </a:extLst>
          </p:cNvPr>
          <p:cNvSpPr txBox="1"/>
          <p:nvPr/>
        </p:nvSpPr>
        <p:spPr>
          <a:xfrm>
            <a:off x="8166416" y="5825186"/>
            <a:ext cx="3788273" cy="1061829"/>
          </a:xfrm>
          <a:prstGeom prst="rect">
            <a:avLst/>
          </a:prstGeom>
          <a:noFill/>
        </p:spPr>
        <p:txBody>
          <a:bodyPr wrap="square">
            <a:spAutoFit/>
          </a:bodyPr>
          <a:lstStyle/>
          <a:p>
            <a:r>
              <a:rPr lang="en-US" sz="1050" dirty="0"/>
              <a:t>Kate Campbell, Jakob </a:t>
            </a:r>
            <a:r>
              <a:rPr lang="en-US" sz="1050" dirty="0" err="1"/>
              <a:t>Vowinckel</a:t>
            </a:r>
            <a:r>
              <a:rPr lang="en-US" sz="1050" dirty="0"/>
              <a:t>, Michael </a:t>
            </a:r>
            <a:r>
              <a:rPr lang="en-US" sz="1050" dirty="0" err="1"/>
              <a:t>Mülleder</a:t>
            </a:r>
            <a:r>
              <a:rPr lang="en-US" sz="1050" dirty="0"/>
              <a:t>, Silke </a:t>
            </a:r>
            <a:r>
              <a:rPr lang="en-US" sz="1050" dirty="0" err="1"/>
              <a:t>Malmsheimer</a:t>
            </a:r>
            <a:r>
              <a:rPr lang="en-US" sz="1050" dirty="0"/>
              <a:t>, Nicola Lawrence, Enrica Calvani, Leonor Miller-Fleming, Mohammad T Alam, Stefan Christen, Markus A Keller, Markus Ralser (2015) Self-establishing communities enable cooperative metabolite exchange in a eukaryote </a:t>
            </a:r>
            <a:r>
              <a:rPr lang="en-US" sz="1050" dirty="0" err="1"/>
              <a:t>eLife</a:t>
            </a:r>
            <a:r>
              <a:rPr lang="en-US" sz="1050" dirty="0"/>
              <a:t> 4:e09943</a:t>
            </a:r>
          </a:p>
        </p:txBody>
      </p:sp>
      <mc:AlternateContent xmlns:mc="http://schemas.openxmlformats.org/markup-compatibility/2006" xmlns:p14="http://schemas.microsoft.com/office/powerpoint/2010/main">
        <mc:Choice Requires="p14">
          <p:contentPart p14:bwMode="auto" r:id="rId17">
            <p14:nvContentPartPr>
              <p14:cNvPr id="10" name="Ink 9">
                <a:extLst>
                  <a:ext uri="{FF2B5EF4-FFF2-40B4-BE49-F238E27FC236}">
                    <a16:creationId xmlns:a16="http://schemas.microsoft.com/office/drawing/2014/main" id="{456146EF-DF09-262E-FD0E-5E374941204E}"/>
                  </a:ext>
                </a:extLst>
              </p14:cNvPr>
              <p14:cNvContentPartPr/>
              <p14:nvPr/>
            </p14:nvContentPartPr>
            <p14:xfrm>
              <a:off x="2301000" y="4632900"/>
              <a:ext cx="358560" cy="53640"/>
            </p14:xfrm>
          </p:contentPart>
        </mc:Choice>
        <mc:Fallback xmlns="">
          <p:pic>
            <p:nvPicPr>
              <p:cNvPr id="10" name="Ink 9">
                <a:extLst>
                  <a:ext uri="{FF2B5EF4-FFF2-40B4-BE49-F238E27FC236}">
                    <a16:creationId xmlns:a16="http://schemas.microsoft.com/office/drawing/2014/main" id="{456146EF-DF09-262E-FD0E-5E374941204E}"/>
                  </a:ext>
                </a:extLst>
              </p:cNvPr>
              <p:cNvPicPr/>
              <p:nvPr/>
            </p:nvPicPr>
            <p:blipFill>
              <a:blip r:embed="rId18"/>
              <a:stretch>
                <a:fillRect/>
              </a:stretch>
            </p:blipFill>
            <p:spPr>
              <a:xfrm>
                <a:off x="2283000" y="4614900"/>
                <a:ext cx="394200" cy="8928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2" name="Ink 11">
                <a:extLst>
                  <a:ext uri="{FF2B5EF4-FFF2-40B4-BE49-F238E27FC236}">
                    <a16:creationId xmlns:a16="http://schemas.microsoft.com/office/drawing/2014/main" id="{0343DDB1-9408-BCEB-6C5F-F63193D0ECC6}"/>
                  </a:ext>
                </a:extLst>
              </p14:cNvPr>
              <p14:cNvContentPartPr/>
              <p14:nvPr/>
            </p14:nvContentPartPr>
            <p14:xfrm>
              <a:off x="2819040" y="4914780"/>
              <a:ext cx="360" cy="167040"/>
            </p14:xfrm>
          </p:contentPart>
        </mc:Choice>
        <mc:Fallback xmlns="">
          <p:pic>
            <p:nvPicPr>
              <p:cNvPr id="12" name="Ink 11">
                <a:extLst>
                  <a:ext uri="{FF2B5EF4-FFF2-40B4-BE49-F238E27FC236}">
                    <a16:creationId xmlns:a16="http://schemas.microsoft.com/office/drawing/2014/main" id="{0343DDB1-9408-BCEB-6C5F-F63193D0ECC6}"/>
                  </a:ext>
                </a:extLst>
              </p:cNvPr>
              <p:cNvPicPr/>
              <p:nvPr/>
            </p:nvPicPr>
            <p:blipFill>
              <a:blip r:embed="rId20"/>
              <a:stretch>
                <a:fillRect/>
              </a:stretch>
            </p:blipFill>
            <p:spPr>
              <a:xfrm>
                <a:off x="2801040" y="4896819"/>
                <a:ext cx="36000" cy="202603"/>
              </a:xfrm>
              <a:prstGeom prst="rect">
                <a:avLst/>
              </a:prstGeom>
            </p:spPr>
          </p:pic>
        </mc:Fallback>
      </mc:AlternateContent>
      <p:cxnSp>
        <p:nvCxnSpPr>
          <p:cNvPr id="14" name="Straight Arrow Connector 13">
            <a:extLst>
              <a:ext uri="{FF2B5EF4-FFF2-40B4-BE49-F238E27FC236}">
                <a16:creationId xmlns:a16="http://schemas.microsoft.com/office/drawing/2014/main" id="{DD799DA1-C89E-FA33-4823-B2D4F4D9D9A8}"/>
              </a:ext>
            </a:extLst>
          </p:cNvPr>
          <p:cNvCxnSpPr>
            <a:cxnSpLocks/>
          </p:cNvCxnSpPr>
          <p:nvPr/>
        </p:nvCxnSpPr>
        <p:spPr>
          <a:xfrm>
            <a:off x="8061960" y="2285329"/>
            <a:ext cx="0" cy="273600"/>
          </a:xfrm>
          <a:prstGeom prst="straightConnector1">
            <a:avLst/>
          </a:prstGeom>
          <a:ln>
            <a:solidFill>
              <a:srgbClr val="C00000"/>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6BCD84BD-FFE4-93A2-DE36-9DA3A4412EA8}"/>
              </a:ext>
            </a:extLst>
          </p:cNvPr>
          <p:cNvCxnSpPr>
            <a:cxnSpLocks/>
          </p:cNvCxnSpPr>
          <p:nvPr/>
        </p:nvCxnSpPr>
        <p:spPr>
          <a:xfrm>
            <a:off x="7886700" y="2285329"/>
            <a:ext cx="0" cy="273600"/>
          </a:xfrm>
          <a:prstGeom prst="straightConnector1">
            <a:avLst/>
          </a:prstGeom>
          <a:ln>
            <a:solidFill>
              <a:srgbClr val="C00000"/>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1B898FBC-E67E-BD97-95B9-12A4AFFABC72}"/>
              </a:ext>
            </a:extLst>
          </p:cNvPr>
          <p:cNvCxnSpPr>
            <a:cxnSpLocks/>
          </p:cNvCxnSpPr>
          <p:nvPr/>
        </p:nvCxnSpPr>
        <p:spPr>
          <a:xfrm>
            <a:off x="9768840" y="3794760"/>
            <a:ext cx="0" cy="273600"/>
          </a:xfrm>
          <a:prstGeom prst="straightConnector1">
            <a:avLst/>
          </a:prstGeom>
          <a:ln>
            <a:solidFill>
              <a:srgbClr val="C00000"/>
            </a:solidFill>
            <a:tailEnd type="triangle" w="lg" len="lg"/>
          </a:ln>
        </p:spPr>
        <p:style>
          <a:lnRef idx="2">
            <a:schemeClr val="accent1"/>
          </a:lnRef>
          <a:fillRef idx="0">
            <a:schemeClr val="accent1"/>
          </a:fillRef>
          <a:effectRef idx="1">
            <a:schemeClr val="accent1"/>
          </a:effectRef>
          <a:fontRef idx="minor">
            <a:schemeClr val="tx1"/>
          </a:fontRef>
        </p:style>
      </p:cxnSp>
      <p:grpSp>
        <p:nvGrpSpPr>
          <p:cNvPr id="9" name="Group 8">
            <a:extLst>
              <a:ext uri="{FF2B5EF4-FFF2-40B4-BE49-F238E27FC236}">
                <a16:creationId xmlns:a16="http://schemas.microsoft.com/office/drawing/2014/main" id="{ACF0C891-52FB-0456-9D7A-89CB400BF424}"/>
              </a:ext>
            </a:extLst>
          </p:cNvPr>
          <p:cNvGrpSpPr/>
          <p:nvPr/>
        </p:nvGrpSpPr>
        <p:grpSpPr>
          <a:xfrm>
            <a:off x="782950" y="2124085"/>
            <a:ext cx="300787" cy="358481"/>
            <a:chOff x="421319" y="2991179"/>
            <a:chExt cx="300787" cy="358481"/>
          </a:xfrm>
        </p:grpSpPr>
        <p:cxnSp>
          <p:nvCxnSpPr>
            <p:cNvPr id="5" name="Straight Connector 4">
              <a:extLst>
                <a:ext uri="{FF2B5EF4-FFF2-40B4-BE49-F238E27FC236}">
                  <a16:creationId xmlns:a16="http://schemas.microsoft.com/office/drawing/2014/main" id="{18D5CF21-6CC1-32A5-342F-0C5ABDA0E9D8}"/>
                </a:ext>
              </a:extLst>
            </p:cNvPr>
            <p:cNvCxnSpPr/>
            <p:nvPr/>
          </p:nvCxnSpPr>
          <p:spPr>
            <a:xfrm flipV="1">
              <a:off x="421319" y="2991179"/>
              <a:ext cx="300787" cy="358481"/>
            </a:xfrm>
            <a:prstGeom prst="line">
              <a:avLst/>
            </a:prstGeom>
            <a:ln w="34925">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BD91A6F2-CB43-D4AB-6D37-377C6A68C1D5}"/>
                </a:ext>
              </a:extLst>
            </p:cNvPr>
            <p:cNvCxnSpPr>
              <a:cxnSpLocks/>
            </p:cNvCxnSpPr>
            <p:nvPr/>
          </p:nvCxnSpPr>
          <p:spPr>
            <a:xfrm flipH="1" flipV="1">
              <a:off x="421319" y="2991179"/>
              <a:ext cx="300787" cy="358481"/>
            </a:xfrm>
            <a:prstGeom prst="line">
              <a:avLst/>
            </a:prstGeom>
            <a:ln w="34925">
              <a:solidFill>
                <a:srgbClr val="C00000"/>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2652689963"/>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C6ED07-B438-DA2A-9475-7CD2E760405C}"/>
              </a:ext>
            </a:extLst>
          </p:cNvPr>
          <p:cNvSpPr>
            <a:spLocks noGrp="1"/>
          </p:cNvSpPr>
          <p:nvPr>
            <p:ph type="title"/>
          </p:nvPr>
        </p:nvSpPr>
        <p:spPr>
          <a:xfrm>
            <a:off x="83598" y="149682"/>
            <a:ext cx="4124417" cy="602541"/>
          </a:xfrm>
        </p:spPr>
        <p:txBody>
          <a:bodyPr>
            <a:normAutofit/>
          </a:bodyPr>
          <a:lstStyle/>
          <a:p>
            <a:r>
              <a:rPr lang="es-ES" sz="2000" dirty="0"/>
              <a:t>THz-</a:t>
            </a:r>
            <a:r>
              <a:rPr lang="es-ES" sz="2000" dirty="0" err="1"/>
              <a:t>Induced</a:t>
            </a:r>
            <a:r>
              <a:rPr lang="es-ES" sz="2000" dirty="0"/>
              <a:t> </a:t>
            </a:r>
            <a:r>
              <a:rPr lang="es-ES" sz="2000" dirty="0" err="1"/>
              <a:t>Enzyme</a:t>
            </a:r>
            <a:r>
              <a:rPr lang="es-ES" sz="2000" dirty="0"/>
              <a:t> </a:t>
            </a:r>
            <a:r>
              <a:rPr lang="es-ES" sz="2000" dirty="0" err="1"/>
              <a:t>Unfolding</a:t>
            </a:r>
            <a:r>
              <a:rPr lang="es-ES" sz="2000" dirty="0"/>
              <a:t> </a:t>
            </a:r>
            <a:r>
              <a:rPr lang="es-ES" sz="2000" dirty="0" err="1"/>
              <a:t>Model</a:t>
            </a:r>
            <a:endParaRPr lang="en-US" sz="2000" dirty="0"/>
          </a:p>
        </p:txBody>
      </p:sp>
      <p:sp>
        <p:nvSpPr>
          <p:cNvPr id="5" name="TextBox 4">
            <a:extLst>
              <a:ext uri="{FF2B5EF4-FFF2-40B4-BE49-F238E27FC236}">
                <a16:creationId xmlns:a16="http://schemas.microsoft.com/office/drawing/2014/main" id="{AEB9D6A3-59F7-3469-F596-F9D7D21583FA}"/>
              </a:ext>
            </a:extLst>
          </p:cNvPr>
          <p:cNvSpPr txBox="1"/>
          <p:nvPr/>
        </p:nvSpPr>
        <p:spPr>
          <a:xfrm>
            <a:off x="111483" y="6376036"/>
            <a:ext cx="11743512" cy="507831"/>
          </a:xfrm>
          <a:prstGeom prst="rect">
            <a:avLst/>
          </a:prstGeom>
          <a:noFill/>
        </p:spPr>
        <p:txBody>
          <a:bodyPr wrap="square">
            <a:spAutoFit/>
          </a:bodyPr>
          <a:lstStyle/>
          <a:p>
            <a:r>
              <a:rPr lang="en-US" sz="900" dirty="0"/>
              <a:t>[1] Hadeel Elayan, Andrew W. Eckford, and Raviraj S. Adve. 2023. Terahertz Induced Protein Interactions in a Random Medium. IEEE Transactions on Molecular, Biological and Multi-Scale Communications 9, 4 (Dec. 2023), 435–446. https: //doi.org/10.1109/tmbmc.2023.3327302</a:t>
            </a:r>
          </a:p>
          <a:p>
            <a:endParaRPr lang="en-US" sz="900" dirty="0"/>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F1A5A38E-152E-2D88-FF83-2BD41CDDC078}"/>
                  </a:ext>
                </a:extLst>
              </p:cNvPr>
              <p:cNvSpPr txBox="1"/>
              <p:nvPr/>
            </p:nvSpPr>
            <p:spPr>
              <a:xfrm>
                <a:off x="366192" y="734535"/>
                <a:ext cx="2716567" cy="806824"/>
              </a:xfrm>
              <a:prstGeom prst="rect">
                <a:avLst/>
              </a:prstGeom>
              <a:noFill/>
            </p:spPr>
            <p:txBody>
              <a:bodyPr wrap="square">
                <a:spAutoFit/>
              </a:bodyPr>
              <a:lstStyle/>
              <a:p>
                <a:pPr/>
                <a14:m>
                  <m:oMathPara xmlns:m="http://schemas.openxmlformats.org/officeDocument/2006/math">
                    <m:oMath>
                      <m:sSub>
                        <m:sSubPr>
                          <m:ctrlPr>
                            <a:rPr lang="de-DE" i="1">
                              <a:latin typeface="Cambria Math" panose="02040503050406030204" pitchFamily="18" charset="0"/>
                            </a:rPr>
                          </m:ctrlPr>
                        </m:sSubPr>
                        <m:e>
                          <m:r>
                            <a:rPr lang="de-DE" i="1">
                              <a:latin typeface="Cambria Math" panose="02040503050406030204" pitchFamily="18" charset="0"/>
                            </a:rPr>
                            <m:t>𝑝</m:t>
                          </m:r>
                        </m:e>
                        <m:sub>
                          <m:r>
                            <a:rPr lang="de-DE" i="1">
                              <a:latin typeface="Cambria Math" panose="02040503050406030204" pitchFamily="18" charset="0"/>
                            </a:rPr>
                            <m:t>𝐹</m:t>
                          </m:r>
                        </m:sub>
                      </m:sSub>
                      <m:r>
                        <a:rPr lang="de-DE" i="1">
                          <a:latin typeface="Cambria Math" panose="02040503050406030204" pitchFamily="18" charset="0"/>
                        </a:rPr>
                        <m:t>=</m:t>
                      </m:r>
                      <m:f>
                        <m:fPr>
                          <m:ctrlPr>
                            <a:rPr lang="en-US" i="1" dirty="0" smtClean="0">
                              <a:latin typeface="Cambria Math" panose="02040503050406030204" pitchFamily="18" charset="0"/>
                            </a:rPr>
                          </m:ctrlPr>
                        </m:fPr>
                        <m:num>
                          <m:r>
                            <a:rPr lang="en-US" i="1" dirty="0" smtClean="0">
                              <a:latin typeface="Cambria Math" panose="02040503050406030204" pitchFamily="18" charset="0"/>
                            </a:rPr>
                            <m:t>1</m:t>
                          </m:r>
                        </m:num>
                        <m:den>
                          <m:r>
                            <a:rPr lang="en-US" i="1" dirty="0" smtClean="0">
                              <a:latin typeface="Cambria Math" panose="02040503050406030204" pitchFamily="18" charset="0"/>
                            </a:rPr>
                            <m:t>1+</m:t>
                          </m:r>
                          <m:sSup>
                            <m:sSupPr>
                              <m:ctrlPr>
                                <a:rPr lang="de-DE" b="0" i="1" dirty="0" smtClean="0">
                                  <a:latin typeface="Cambria Math" panose="02040503050406030204" pitchFamily="18" charset="0"/>
                                </a:rPr>
                              </m:ctrlPr>
                            </m:sSupPr>
                            <m:e>
                              <m:r>
                                <a:rPr lang="de-DE" b="0" i="1" dirty="0" smtClean="0">
                                  <a:latin typeface="Cambria Math" panose="02040503050406030204" pitchFamily="18" charset="0"/>
                                </a:rPr>
                                <m:t>𝑒</m:t>
                              </m:r>
                            </m:e>
                            <m:sup>
                              <m:d>
                                <m:dPr>
                                  <m:ctrlPr>
                                    <a:rPr lang="en-US" i="1" dirty="0" smtClean="0">
                                      <a:latin typeface="Cambria Math" panose="02040503050406030204" pitchFamily="18" charset="0"/>
                                    </a:rPr>
                                  </m:ctrlPr>
                                </m:dPr>
                                <m:e>
                                  <m:f>
                                    <m:fPr>
                                      <m:ctrlPr>
                                        <a:rPr lang="en-US" i="0" dirty="0" smtClean="0">
                                          <a:latin typeface="Cambria Math" panose="02040503050406030204" pitchFamily="18" charset="0"/>
                                        </a:rPr>
                                      </m:ctrlPr>
                                    </m:fPr>
                                    <m:num>
                                      <m:r>
                                        <m:rPr>
                                          <m:sty m:val="p"/>
                                        </m:rPr>
                                        <a:rPr lang="en-US" i="0" dirty="0" smtClean="0">
                                          <a:latin typeface="Cambria Math" panose="02040503050406030204" pitchFamily="18" charset="0"/>
                                        </a:rPr>
                                        <m:t>Δ</m:t>
                                      </m:r>
                                      <m:r>
                                        <a:rPr lang="en-US" i="1" dirty="0" smtClean="0">
                                          <a:latin typeface="Cambria Math" panose="02040503050406030204" pitchFamily="18" charset="0"/>
                                        </a:rPr>
                                        <m:t>𝐸</m:t>
                                      </m:r>
                                      <m:r>
                                        <a:rPr lang="en-US" i="1" dirty="0" smtClean="0">
                                          <a:latin typeface="Cambria Math" panose="02040503050406030204" pitchFamily="18" charset="0"/>
                                        </a:rPr>
                                        <m:t>−</m:t>
                                      </m:r>
                                      <m:sSub>
                                        <m:sSubPr>
                                          <m:ctrlPr>
                                            <a:rPr lang="en-US" i="1" dirty="0" smtClean="0">
                                              <a:latin typeface="Cambria Math" panose="02040503050406030204" pitchFamily="18" charset="0"/>
                                            </a:rPr>
                                          </m:ctrlPr>
                                        </m:sSubPr>
                                        <m:e>
                                          <m:d>
                                            <m:dPr>
                                              <m:begChr m:val="⟨"/>
                                              <m:endChr m:val="⟩"/>
                                              <m:ctrlPr>
                                                <a:rPr lang="en-US" i="1" dirty="0" smtClean="0">
                                                  <a:latin typeface="Cambria Math" panose="02040503050406030204" pitchFamily="18" charset="0"/>
                                                </a:rPr>
                                              </m:ctrlPr>
                                            </m:dPr>
                                            <m:e>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𝐸</m:t>
                                                  </m:r>
                                                </m:e>
                                                <m:sub>
                                                  <m:r>
                                                    <a:rPr lang="en-US" i="1" dirty="0" smtClean="0">
                                                      <a:latin typeface="Cambria Math" panose="02040503050406030204" pitchFamily="18" charset="0"/>
                                                    </a:rPr>
                                                    <m:t>𝑡𝑜𝑡</m:t>
                                                  </m:r>
                                                </m:sub>
                                              </m:sSub>
                                            </m:e>
                                          </m:d>
                                        </m:e>
                                        <m:sub>
                                          <m:r>
                                            <a:rPr lang="en-US" i="1" dirty="0" smtClean="0">
                                              <a:latin typeface="Cambria Math" panose="02040503050406030204" pitchFamily="18" charset="0"/>
                                            </a:rPr>
                                            <m:t>𝑠𝑠</m:t>
                                          </m:r>
                                        </m:sub>
                                      </m:sSub>
                                    </m:num>
                                    <m:den>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𝑘</m:t>
                                          </m:r>
                                        </m:e>
                                        <m:sub>
                                          <m:r>
                                            <a:rPr lang="en-US" i="1" dirty="0" smtClean="0">
                                              <a:latin typeface="Cambria Math" panose="02040503050406030204" pitchFamily="18" charset="0"/>
                                            </a:rPr>
                                            <m:t>𝑏</m:t>
                                          </m:r>
                                        </m:sub>
                                      </m:sSub>
                                      <m:r>
                                        <a:rPr lang="en-US" i="1" dirty="0" smtClean="0">
                                          <a:latin typeface="Cambria Math" panose="02040503050406030204" pitchFamily="18" charset="0"/>
                                        </a:rPr>
                                        <m:t>𝑇</m:t>
                                      </m:r>
                                    </m:den>
                                  </m:f>
                                </m:e>
                              </m:d>
                            </m:sup>
                          </m:sSup>
                        </m:den>
                      </m:f>
                    </m:oMath>
                  </m:oMathPara>
                </a14:m>
                <a:endParaRPr/>
              </a:p>
            </p:txBody>
          </p:sp>
        </mc:Choice>
        <mc:Fallback xmlns="">
          <p:sp>
            <p:nvSpPr>
              <p:cNvPr id="8" name="TextBox 7">
                <a:extLst>
                  <a:ext uri="{FF2B5EF4-FFF2-40B4-BE49-F238E27FC236}">
                    <a16:creationId xmlns:a16="http://schemas.microsoft.com/office/drawing/2014/main" id="{F1A5A38E-152E-2D88-FF83-2BD41CDDC078}"/>
                  </a:ext>
                </a:extLst>
              </p:cNvPr>
              <p:cNvSpPr txBox="1">
                <a:spLocks noRot="1" noChangeAspect="1" noMove="1" noResize="1" noEditPoints="1" noAdjustHandles="1" noChangeArrowheads="1" noChangeShapeType="1" noTextEdit="1"/>
              </p:cNvSpPr>
              <p:nvPr/>
            </p:nvSpPr>
            <p:spPr>
              <a:xfrm>
                <a:off x="366192" y="734535"/>
                <a:ext cx="2716567" cy="806824"/>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2D8FCC9F-6F72-EA63-42AE-107091808056}"/>
                  </a:ext>
                </a:extLst>
              </p:cNvPr>
              <p:cNvSpPr txBox="1"/>
              <p:nvPr/>
            </p:nvSpPr>
            <p:spPr>
              <a:xfrm>
                <a:off x="518522" y="1751460"/>
                <a:ext cx="3264763" cy="391582"/>
              </a:xfrm>
              <a:prstGeom prst="rect">
                <a:avLst/>
              </a:prstGeom>
              <a:noFill/>
            </p:spPr>
            <p:txBody>
              <a:bodyPr wrap="square">
                <a:spAutoFit/>
              </a:bodyPr>
              <a:lstStyle/>
              <a:p>
                <a14:m>
                  <m:oMath xmlns:m="http://schemas.openxmlformats.org/officeDocument/2006/math">
                    <m:r>
                      <m:rPr>
                        <m:sty m:val="p"/>
                      </m:rPr>
                      <a:rPr lang="en-US" i="0" dirty="0" smtClean="0">
                        <a:latin typeface="Cambria Math" panose="02040503050406030204" pitchFamily="18" charset="0"/>
                      </a:rPr>
                      <m:t>Δ</m:t>
                    </m:r>
                    <m:r>
                      <a:rPr lang="en-US" i="1" dirty="0" smtClean="0">
                        <a:latin typeface="Cambria Math" panose="02040503050406030204" pitchFamily="18" charset="0"/>
                      </a:rPr>
                      <m:t>𝐸</m:t>
                    </m:r>
                    <m:r>
                      <a:rPr lang="de-DE" b="0" i="1" dirty="0" smtClean="0">
                        <a:latin typeface="Cambria Math" panose="02040503050406030204" pitchFamily="18" charset="0"/>
                      </a:rPr>
                      <m:t>=</m:t>
                    </m:r>
                    <m:sSub>
                      <m:sSubPr>
                        <m:ctrlPr>
                          <a:rPr lang="de-DE" b="0" i="1" dirty="0" smtClean="0">
                            <a:latin typeface="Cambria Math" panose="02040503050406030204" pitchFamily="18" charset="0"/>
                          </a:rPr>
                        </m:ctrlPr>
                      </m:sSubPr>
                      <m:e>
                        <m:r>
                          <a:rPr lang="de-DE" b="0" i="1" dirty="0" smtClean="0">
                            <a:latin typeface="Cambria Math" panose="02040503050406030204" pitchFamily="18" charset="0"/>
                          </a:rPr>
                          <m:t>𝐸</m:t>
                        </m:r>
                      </m:e>
                      <m:sub>
                        <m:r>
                          <a:rPr lang="de-DE" b="0" i="1" dirty="0" smtClean="0">
                            <a:latin typeface="Cambria Math" panose="02040503050406030204" pitchFamily="18" charset="0"/>
                          </a:rPr>
                          <m:t>𝑓</m:t>
                        </m:r>
                      </m:sub>
                    </m:sSub>
                    <m:r>
                      <a:rPr lang="de-DE" b="0" i="1" dirty="0" smtClean="0">
                        <a:latin typeface="Cambria Math" panose="02040503050406030204" pitchFamily="18" charset="0"/>
                        <a:ea typeface="Cambria Math" panose="02040503050406030204" pitchFamily="18" charset="0"/>
                      </a:rPr>
                      <m:t>−</m:t>
                    </m:r>
                    <m:sSub>
                      <m:sSubPr>
                        <m:ctrlPr>
                          <a:rPr lang="de-DE" i="1" dirty="0">
                            <a:latin typeface="Cambria Math" panose="02040503050406030204" pitchFamily="18" charset="0"/>
                          </a:rPr>
                        </m:ctrlPr>
                      </m:sSubPr>
                      <m:e>
                        <m:r>
                          <a:rPr lang="de-DE" i="1" dirty="0">
                            <a:latin typeface="Cambria Math" panose="02040503050406030204" pitchFamily="18" charset="0"/>
                          </a:rPr>
                          <m:t>𝐸</m:t>
                        </m:r>
                      </m:e>
                      <m:sub>
                        <m:r>
                          <a:rPr lang="de-DE" b="0" i="1" dirty="0" smtClean="0">
                            <a:latin typeface="Cambria Math" panose="02040503050406030204" pitchFamily="18" charset="0"/>
                          </a:rPr>
                          <m:t>𝑢</m:t>
                        </m:r>
                      </m:sub>
                    </m:sSub>
                  </m:oMath>
                </a14:m>
                <a:r>
                  <a:rPr lang="en-US" dirty="0"/>
                  <a:t> : free energy</a:t>
                </a:r>
                <a:r>
                  <a:rPr lang="en-US" i="1" dirty="0"/>
                  <a:t> </a:t>
                </a:r>
              </a:p>
            </p:txBody>
          </p:sp>
        </mc:Choice>
        <mc:Fallback xmlns="">
          <p:sp>
            <p:nvSpPr>
              <p:cNvPr id="10" name="TextBox 9">
                <a:extLst>
                  <a:ext uri="{FF2B5EF4-FFF2-40B4-BE49-F238E27FC236}">
                    <a16:creationId xmlns:a16="http://schemas.microsoft.com/office/drawing/2014/main" id="{2D8FCC9F-6F72-EA63-42AE-107091808056}"/>
                  </a:ext>
                </a:extLst>
              </p:cNvPr>
              <p:cNvSpPr txBox="1">
                <a:spLocks noRot="1" noChangeAspect="1" noMove="1" noResize="1" noEditPoints="1" noAdjustHandles="1" noChangeArrowheads="1" noChangeShapeType="1" noTextEdit="1"/>
              </p:cNvSpPr>
              <p:nvPr/>
            </p:nvSpPr>
            <p:spPr>
              <a:xfrm>
                <a:off x="518522" y="1751460"/>
                <a:ext cx="3264763" cy="391582"/>
              </a:xfrm>
              <a:prstGeom prst="rect">
                <a:avLst/>
              </a:prstGeom>
              <a:blipFill>
                <a:blip r:embed="rId3"/>
                <a:stretch>
                  <a:fillRect t="-4615" b="-2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7DCF8BB0-8B3B-ACD6-63F4-2F98484E9D53}"/>
                  </a:ext>
                </a:extLst>
              </p:cNvPr>
              <p:cNvSpPr txBox="1"/>
              <p:nvPr/>
            </p:nvSpPr>
            <p:spPr>
              <a:xfrm>
                <a:off x="83598" y="2330532"/>
                <a:ext cx="5552161" cy="531107"/>
              </a:xfrm>
              <a:prstGeom prst="rect">
                <a:avLst/>
              </a:prstGeom>
              <a:noFill/>
            </p:spPr>
            <p:txBody>
              <a:bodyPr wrap="none" lIns="0" tIns="0" rIns="0" bIns="0" rtlCol="0">
                <a:spAutoFit/>
              </a:bodyPr>
              <a:lstStyle/>
              <a:p>
                <a:pPr/>
                <a14:m>
                  <m:oMathPara xmlns:m="http://schemas.openxmlformats.org/officeDocument/2006/math">
                    <m:oMath>
                      <m:sSub>
                        <m:sSubPr>
                          <m:ctrlPr>
                            <a:rPr lang="en-US" i="1" dirty="0">
                              <a:latin typeface="Cambria Math" panose="02040503050406030204" pitchFamily="18" charset="0"/>
                            </a:rPr>
                          </m:ctrlPr>
                        </m:sSubPr>
                        <m:e>
                          <m:d>
                            <m:dPr>
                              <m:begChr m:val="⟨"/>
                              <m:endChr m:val="⟩"/>
                              <m:ctrlPr>
                                <a:rPr lang="en-US" i="1" dirty="0">
                                  <a:latin typeface="Cambria Math" panose="02040503050406030204" pitchFamily="18" charset="0"/>
                                </a:rPr>
                              </m:ctrlPr>
                            </m:dPr>
                            <m:e>
                              <m:sSub>
                                <m:sSubPr>
                                  <m:ctrlPr>
                                    <a:rPr lang="en-US" i="1" dirty="0">
                                      <a:latin typeface="Cambria Math" panose="02040503050406030204" pitchFamily="18" charset="0"/>
                                    </a:rPr>
                                  </m:ctrlPr>
                                </m:sSubPr>
                                <m:e>
                                  <m:r>
                                    <a:rPr lang="en-US" i="1" dirty="0">
                                      <a:latin typeface="Cambria Math" panose="02040503050406030204" pitchFamily="18" charset="0"/>
                                    </a:rPr>
                                    <m:t>𝐸</m:t>
                                  </m:r>
                                </m:e>
                                <m:sub>
                                  <m:r>
                                    <a:rPr lang="en-US" i="1" dirty="0">
                                      <a:latin typeface="Cambria Math" panose="02040503050406030204" pitchFamily="18" charset="0"/>
                                    </a:rPr>
                                    <m:t>𝑡𝑜𝑡</m:t>
                                  </m:r>
                                </m:sub>
                              </m:sSub>
                            </m:e>
                          </m:d>
                        </m:e>
                        <m:sub>
                          <m:r>
                            <a:rPr lang="en-US" i="1" dirty="0">
                              <a:latin typeface="Cambria Math" panose="02040503050406030204" pitchFamily="18" charset="0"/>
                            </a:rPr>
                            <m:t>𝑠𝑠</m:t>
                          </m:r>
                        </m:sub>
                      </m:sSub>
                      <m:r>
                        <a:rPr lang="en-US" i="1" dirty="0">
                          <a:latin typeface="Cambria Math" panose="02040503050406030204" pitchFamily="18" charset="0"/>
                        </a:rPr>
                        <m:t>=</m:t>
                      </m:r>
                      <m:f>
                        <m:fPr>
                          <m:ctrlPr>
                            <a:rPr lang="en-US" i="1" dirty="0">
                              <a:latin typeface="Cambria Math" panose="02040503050406030204" pitchFamily="18" charset="0"/>
                            </a:rPr>
                          </m:ctrlPr>
                        </m:fPr>
                        <m:num>
                          <m:r>
                            <a:rPr lang="en-US" i="1" dirty="0">
                              <a:latin typeface="Cambria Math" panose="02040503050406030204" pitchFamily="18" charset="0"/>
                            </a:rPr>
                            <m:t>𝛼</m:t>
                          </m:r>
                        </m:num>
                        <m:den>
                          <m:r>
                            <a:rPr lang="en-US" i="1" dirty="0">
                              <a:latin typeface="Cambria Math" panose="02040503050406030204" pitchFamily="18" charset="0"/>
                            </a:rPr>
                            <m:t>4</m:t>
                          </m:r>
                          <m:r>
                            <a:rPr lang="en-US" i="1" dirty="0">
                              <a:latin typeface="Cambria Math" panose="02040503050406030204" pitchFamily="18" charset="0"/>
                            </a:rPr>
                            <m:t>𝛽</m:t>
                          </m:r>
                          <m:r>
                            <a:rPr lang="en-US" i="1" dirty="0">
                              <a:latin typeface="Cambria Math" panose="02040503050406030204" pitchFamily="18" charset="0"/>
                            </a:rPr>
                            <m:t>𝑚</m:t>
                          </m:r>
                          <m:d>
                            <m:dPr>
                              <m:begChr m:val="["/>
                              <m:endChr m:val="]"/>
                              <m:ctrlPr>
                                <a:rPr lang="en-US" i="1" dirty="0">
                                  <a:solidFill>
                                    <a:srgbClr val="C00000"/>
                                  </a:solidFill>
                                  <a:latin typeface="Cambria Math" panose="02040503050406030204" pitchFamily="18" charset="0"/>
                                </a:rPr>
                              </m:ctrlPr>
                            </m:dPr>
                            <m:e>
                              <m:sSup>
                                <m:sSupPr>
                                  <m:ctrlPr>
                                    <a:rPr lang="en-US" i="1" dirty="0">
                                      <a:solidFill>
                                        <a:srgbClr val="C00000"/>
                                      </a:solidFill>
                                      <a:latin typeface="Cambria Math" panose="02040503050406030204" pitchFamily="18" charset="0"/>
                                    </a:rPr>
                                  </m:ctrlPr>
                                </m:sSupPr>
                                <m:e>
                                  <m:d>
                                    <m:dPr>
                                      <m:ctrlPr>
                                        <a:rPr lang="en-US" i="1" dirty="0">
                                          <a:solidFill>
                                            <a:srgbClr val="C00000"/>
                                          </a:solidFill>
                                          <a:latin typeface="Cambria Math" panose="02040503050406030204" pitchFamily="18" charset="0"/>
                                        </a:rPr>
                                      </m:ctrlPr>
                                    </m:dPr>
                                    <m:e>
                                      <m:sSubSup>
                                        <m:sSubSupPr>
                                          <m:ctrlPr>
                                            <a:rPr lang="en-US" i="1" dirty="0">
                                              <a:solidFill>
                                                <a:srgbClr val="C00000"/>
                                              </a:solidFill>
                                              <a:latin typeface="Cambria Math" panose="02040503050406030204" pitchFamily="18" charset="0"/>
                                            </a:rPr>
                                          </m:ctrlPr>
                                        </m:sSubSupPr>
                                        <m:e>
                                          <m:r>
                                            <a:rPr lang="en-US" i="1" dirty="0">
                                              <a:solidFill>
                                                <a:srgbClr val="C00000"/>
                                              </a:solidFill>
                                              <a:latin typeface="Cambria Math" panose="02040503050406030204" pitchFamily="18" charset="0"/>
                                            </a:rPr>
                                            <m:t>𝜔</m:t>
                                          </m:r>
                                        </m:e>
                                        <m:sub>
                                          <m:r>
                                            <a:rPr lang="en-US" i="1" dirty="0">
                                              <a:solidFill>
                                                <a:srgbClr val="C00000"/>
                                              </a:solidFill>
                                              <a:latin typeface="Cambria Math" panose="02040503050406030204" pitchFamily="18" charset="0"/>
                                            </a:rPr>
                                            <m:t>𝑜</m:t>
                                          </m:r>
                                        </m:sub>
                                        <m:sup>
                                          <m:r>
                                            <a:rPr lang="en-US" i="1" dirty="0">
                                              <a:solidFill>
                                                <a:srgbClr val="C00000"/>
                                              </a:solidFill>
                                              <a:latin typeface="Cambria Math" panose="02040503050406030204" pitchFamily="18" charset="0"/>
                                            </a:rPr>
                                            <m:t>2</m:t>
                                          </m:r>
                                        </m:sup>
                                      </m:sSubSup>
                                      <m:r>
                                        <a:rPr lang="en-US" i="1" dirty="0">
                                          <a:latin typeface="Cambria Math" panose="02040503050406030204" pitchFamily="18" charset="0"/>
                                        </a:rPr>
                                        <m:t>−</m:t>
                                      </m:r>
                                      <m:sSubSup>
                                        <m:sSubSupPr>
                                          <m:ctrlPr>
                                            <a:rPr lang="en-US" i="1" dirty="0">
                                              <a:latin typeface="Cambria Math" panose="02040503050406030204" pitchFamily="18" charset="0"/>
                                            </a:rPr>
                                          </m:ctrlPr>
                                        </m:sSubSupPr>
                                        <m:e>
                                          <m:r>
                                            <a:rPr lang="en-US" i="1" dirty="0">
                                              <a:latin typeface="Cambria Math" panose="02040503050406030204" pitchFamily="18" charset="0"/>
                                            </a:rPr>
                                            <m:t>𝜔</m:t>
                                          </m:r>
                                        </m:e>
                                        <m:sub>
                                          <m:r>
                                            <a:rPr lang="en-US" i="1" dirty="0">
                                              <a:latin typeface="Cambria Math" panose="02040503050406030204" pitchFamily="18" charset="0"/>
                                            </a:rPr>
                                            <m:t>𝑎</m:t>
                                          </m:r>
                                        </m:sub>
                                        <m:sup>
                                          <m:r>
                                            <a:rPr lang="en-US" i="1" dirty="0">
                                              <a:latin typeface="Cambria Math" panose="02040503050406030204" pitchFamily="18" charset="0"/>
                                            </a:rPr>
                                            <m:t>2</m:t>
                                          </m:r>
                                        </m:sup>
                                      </m:sSubSup>
                                    </m:e>
                                  </m:d>
                                </m:e>
                                <m:sup>
                                  <m:r>
                                    <a:rPr lang="en-US" i="1" dirty="0">
                                      <a:latin typeface="Cambria Math" panose="02040503050406030204" pitchFamily="18" charset="0"/>
                                    </a:rPr>
                                    <m:t>2</m:t>
                                  </m:r>
                                </m:sup>
                              </m:sSup>
                              <m:r>
                                <a:rPr lang="en-US" i="1" dirty="0">
                                  <a:latin typeface="Cambria Math" panose="02040503050406030204" pitchFamily="18" charset="0"/>
                                </a:rPr>
                                <m:t>+</m:t>
                              </m:r>
                              <m:sSup>
                                <m:sSupPr>
                                  <m:ctrlPr>
                                    <a:rPr lang="en-US" i="1" dirty="0">
                                      <a:latin typeface="Cambria Math" panose="02040503050406030204" pitchFamily="18" charset="0"/>
                                    </a:rPr>
                                  </m:ctrlPr>
                                </m:sSupPr>
                                <m:e>
                                  <m:d>
                                    <m:dPr>
                                      <m:ctrlPr>
                                        <a:rPr lang="en-US" i="1" dirty="0">
                                          <a:latin typeface="Cambria Math" panose="02040503050406030204" pitchFamily="18" charset="0"/>
                                        </a:rPr>
                                      </m:ctrlPr>
                                    </m:dPr>
                                    <m:e>
                                      <m:sSub>
                                        <m:sSubPr>
                                          <m:ctrlPr>
                                            <a:rPr lang="en-US" i="1" dirty="0">
                                              <a:latin typeface="Cambria Math" panose="02040503050406030204" pitchFamily="18" charset="0"/>
                                            </a:rPr>
                                          </m:ctrlPr>
                                        </m:sSubPr>
                                        <m:e>
                                          <m:r>
                                            <a:rPr lang="en-US" i="1" dirty="0">
                                              <a:latin typeface="Cambria Math" panose="02040503050406030204" pitchFamily="18" charset="0"/>
                                            </a:rPr>
                                            <m:t>𝜔</m:t>
                                          </m:r>
                                        </m:e>
                                        <m:sub>
                                          <m:r>
                                            <a:rPr lang="en-US" i="1" dirty="0">
                                              <a:latin typeface="Cambria Math" panose="02040503050406030204" pitchFamily="18" charset="0"/>
                                            </a:rPr>
                                            <m:t>𝑎</m:t>
                                          </m:r>
                                        </m:sub>
                                      </m:sSub>
                                      <m:acc>
                                        <m:accPr>
                                          <m:chr m:val="̅"/>
                                          <m:ctrlPr>
                                            <a:rPr lang="en-US" i="1" dirty="0">
                                              <a:solidFill>
                                                <a:srgbClr val="C00000"/>
                                              </a:solidFill>
                                              <a:latin typeface="Cambria Math" panose="02040503050406030204" pitchFamily="18" charset="0"/>
                                            </a:rPr>
                                          </m:ctrlPr>
                                        </m:accPr>
                                        <m:e>
                                          <m:r>
                                            <a:rPr lang="en-US" i="1" dirty="0">
                                              <a:solidFill>
                                                <a:srgbClr val="C00000"/>
                                              </a:solidFill>
                                              <a:latin typeface="Cambria Math" panose="02040503050406030204" pitchFamily="18" charset="0"/>
                                            </a:rPr>
                                            <m:t>𝛾</m:t>
                                          </m:r>
                                        </m:e>
                                      </m:acc>
                                    </m:e>
                                  </m:d>
                                </m:e>
                                <m:sup>
                                  <m:r>
                                    <a:rPr lang="en-US" i="1" dirty="0">
                                      <a:latin typeface="Cambria Math" panose="02040503050406030204" pitchFamily="18" charset="0"/>
                                    </a:rPr>
                                    <m:t>2</m:t>
                                  </m:r>
                                </m:sup>
                              </m:sSup>
                            </m:e>
                          </m:d>
                        </m:den>
                      </m:f>
                      <m:d>
                        <m:dPr>
                          <m:ctrlPr>
                            <a:rPr lang="en-US" i="1" dirty="0">
                              <a:latin typeface="Cambria Math" panose="02040503050406030204" pitchFamily="18" charset="0"/>
                            </a:rPr>
                          </m:ctrlPr>
                        </m:dPr>
                        <m:e>
                          <m:sSubSup>
                            <m:sSubSupPr>
                              <m:ctrlPr>
                                <a:rPr lang="en-US" i="1" dirty="0">
                                  <a:latin typeface="Cambria Math" panose="02040503050406030204" pitchFamily="18" charset="0"/>
                                </a:rPr>
                              </m:ctrlPr>
                            </m:sSubSupPr>
                            <m:e>
                              <m:r>
                                <a:rPr lang="en-US" i="1" dirty="0">
                                  <a:latin typeface="Cambria Math" panose="02040503050406030204" pitchFamily="18" charset="0"/>
                                </a:rPr>
                                <m:t>𝜔</m:t>
                              </m:r>
                            </m:e>
                            <m:sub>
                              <m:r>
                                <a:rPr lang="en-US" i="1" dirty="0">
                                  <a:latin typeface="Cambria Math" panose="02040503050406030204" pitchFamily="18" charset="0"/>
                                </a:rPr>
                                <m:t>𝑎</m:t>
                              </m:r>
                            </m:sub>
                            <m:sup>
                              <m:r>
                                <a:rPr lang="en-US" i="1" dirty="0">
                                  <a:latin typeface="Cambria Math" panose="02040503050406030204" pitchFamily="18" charset="0"/>
                                </a:rPr>
                                <m:t>2</m:t>
                              </m:r>
                            </m:sup>
                          </m:sSubSup>
                          <m:r>
                            <a:rPr lang="en-US" i="1" dirty="0">
                              <a:latin typeface="Cambria Math" panose="02040503050406030204" pitchFamily="18" charset="0"/>
                            </a:rPr>
                            <m:t>+</m:t>
                          </m:r>
                          <m:sSubSup>
                            <m:sSubSupPr>
                              <m:ctrlPr>
                                <a:rPr lang="en-US" i="1" dirty="0">
                                  <a:solidFill>
                                    <a:srgbClr val="C00000"/>
                                  </a:solidFill>
                                  <a:latin typeface="Cambria Math" panose="02040503050406030204" pitchFamily="18" charset="0"/>
                                </a:rPr>
                              </m:ctrlPr>
                            </m:sSubSupPr>
                            <m:e>
                              <m:r>
                                <a:rPr lang="en-US" i="1" dirty="0">
                                  <a:solidFill>
                                    <a:srgbClr val="C00000"/>
                                  </a:solidFill>
                                  <a:latin typeface="Cambria Math" panose="02040503050406030204" pitchFamily="18" charset="0"/>
                                </a:rPr>
                                <m:t>𝜔</m:t>
                              </m:r>
                            </m:e>
                            <m:sub>
                              <m:r>
                                <a:rPr lang="en-US" i="1" dirty="0">
                                  <a:solidFill>
                                    <a:srgbClr val="C00000"/>
                                  </a:solidFill>
                                  <a:latin typeface="Cambria Math" panose="02040503050406030204" pitchFamily="18" charset="0"/>
                                </a:rPr>
                                <m:t>𝑜</m:t>
                              </m:r>
                            </m:sub>
                            <m:sup>
                              <m:r>
                                <a:rPr lang="en-US" i="1" dirty="0">
                                  <a:solidFill>
                                    <a:srgbClr val="C00000"/>
                                  </a:solidFill>
                                  <a:latin typeface="Cambria Math" panose="02040503050406030204" pitchFamily="18" charset="0"/>
                                </a:rPr>
                                <m:t>2</m:t>
                              </m:r>
                            </m:sup>
                          </m:sSubSup>
                        </m:e>
                      </m:d>
                      <m:r>
                        <a:rPr lang="en-US" i="1" dirty="0">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𝑘</m:t>
                          </m:r>
                        </m:e>
                        <m:sub>
                          <m:r>
                            <a:rPr lang="en-US" i="1" dirty="0">
                              <a:latin typeface="Cambria Math" panose="02040503050406030204" pitchFamily="18" charset="0"/>
                            </a:rPr>
                            <m:t>𝑏</m:t>
                          </m:r>
                        </m:sub>
                      </m:sSub>
                      <m:r>
                        <a:rPr lang="en-US" i="1" dirty="0">
                          <a:latin typeface="Cambria Math" panose="02040503050406030204" pitchFamily="18" charset="0"/>
                        </a:rPr>
                        <m:t>𝑇</m:t>
                      </m:r>
                    </m:oMath>
                  </m:oMathPara>
                </a14:m>
                <a:endParaRPr/>
              </a:p>
            </p:txBody>
          </p:sp>
        </mc:Choice>
        <mc:Fallback xmlns="">
          <p:sp>
            <p:nvSpPr>
              <p:cNvPr id="12" name="TextBox 11">
                <a:extLst>
                  <a:ext uri="{FF2B5EF4-FFF2-40B4-BE49-F238E27FC236}">
                    <a16:creationId xmlns:a16="http://schemas.microsoft.com/office/drawing/2014/main" id="{7DCF8BB0-8B3B-ACD6-63F4-2F98484E9D53}"/>
                  </a:ext>
                </a:extLst>
              </p:cNvPr>
              <p:cNvSpPr txBox="1">
                <a:spLocks noRot="1" noChangeAspect="1" noMove="1" noResize="1" noEditPoints="1" noAdjustHandles="1" noChangeArrowheads="1" noChangeShapeType="1" noTextEdit="1"/>
              </p:cNvSpPr>
              <p:nvPr/>
            </p:nvSpPr>
            <p:spPr>
              <a:xfrm>
                <a:off x="83598" y="2330532"/>
                <a:ext cx="5552161" cy="531107"/>
              </a:xfrm>
              <a:prstGeom prst="rect">
                <a:avLst/>
              </a:prstGeom>
              <a:blipFill>
                <a:blip r:embed="rId4"/>
                <a:stretch>
                  <a:fillRect b="-114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1650A18F-AA7B-CC05-AC43-0821909B161A}"/>
                  </a:ext>
                </a:extLst>
              </p:cNvPr>
              <p:cNvSpPr txBox="1"/>
              <p:nvPr/>
            </p:nvSpPr>
            <p:spPr>
              <a:xfrm>
                <a:off x="454159" y="3172361"/>
                <a:ext cx="5098383" cy="491288"/>
              </a:xfrm>
              <a:prstGeom prst="rect">
                <a:avLst/>
              </a:prstGeom>
              <a:noFill/>
            </p:spPr>
            <p:txBody>
              <a:bodyPr wrap="none" rtlCol="0">
                <a:spAutoFit/>
              </a:bodyPr>
              <a:lstStyle/>
              <a:p>
                <a14:m>
                  <m:oMath xmlns:m="http://schemas.openxmlformats.org/officeDocument/2006/math">
                    <m:sSubSup>
                      <m:sSubSupPr>
                        <m:ctrlPr>
                          <a:rPr lang="en-US" i="1" dirty="0">
                            <a:solidFill>
                              <a:schemeClr val="tx1"/>
                            </a:solidFill>
                            <a:latin typeface="Cambria Math" panose="02040503050406030204" pitchFamily="18" charset="0"/>
                          </a:rPr>
                        </m:ctrlPr>
                      </m:sSubSupPr>
                      <m:e>
                        <m:r>
                          <a:rPr lang="en-US" i="1" dirty="0">
                            <a:solidFill>
                              <a:schemeClr val="tx1"/>
                            </a:solidFill>
                            <a:latin typeface="Cambria Math" panose="02040503050406030204" pitchFamily="18" charset="0"/>
                          </a:rPr>
                          <m:t>𝜔</m:t>
                        </m:r>
                      </m:e>
                      <m:sub>
                        <m:r>
                          <a:rPr lang="en-US" i="1" dirty="0">
                            <a:solidFill>
                              <a:schemeClr val="tx1"/>
                            </a:solidFill>
                            <a:latin typeface="Cambria Math" panose="02040503050406030204" pitchFamily="18" charset="0"/>
                          </a:rPr>
                          <m:t>𝑜</m:t>
                        </m:r>
                      </m:sub>
                      <m:sup>
                        <m:r>
                          <a:rPr lang="en-US" i="1" dirty="0">
                            <a:solidFill>
                              <a:schemeClr val="tx1"/>
                            </a:solidFill>
                            <a:latin typeface="Cambria Math" panose="02040503050406030204" pitchFamily="18" charset="0"/>
                          </a:rPr>
                          <m:t>2</m:t>
                        </m:r>
                      </m:sup>
                    </m:sSubSup>
                    <m:r>
                      <a:rPr lang="de-DE" b="0" i="1" smtClean="0">
                        <a:latin typeface="Cambria Math" panose="02040503050406030204" pitchFamily="18" charset="0"/>
                      </a:rPr>
                      <m:t>=</m:t>
                    </m:r>
                    <m:f>
                      <m:fPr>
                        <m:ctrlPr>
                          <a:rPr lang="de-DE" b="0" i="1" smtClean="0">
                            <a:latin typeface="Cambria Math" panose="02040503050406030204" pitchFamily="18" charset="0"/>
                          </a:rPr>
                        </m:ctrlPr>
                      </m:fPr>
                      <m:num>
                        <m:r>
                          <a:rPr lang="de-DE" b="0" i="1" smtClean="0">
                            <a:latin typeface="Cambria Math" panose="02040503050406030204" pitchFamily="18" charset="0"/>
                          </a:rPr>
                          <m:t>𝑘</m:t>
                        </m:r>
                      </m:num>
                      <m:den>
                        <m:r>
                          <a:rPr lang="de-DE" b="0" i="1" smtClean="0">
                            <a:latin typeface="Cambria Math" panose="02040503050406030204" pitchFamily="18" charset="0"/>
                          </a:rPr>
                          <m:t>𝑚</m:t>
                        </m:r>
                      </m:den>
                    </m:f>
                  </m:oMath>
                </a14:m>
                <a:r>
                  <a:rPr lang="en-US" i="1" dirty="0"/>
                  <a:t> , </a:t>
                </a:r>
                <a14:m>
                  <m:oMath xmlns:m="http://schemas.openxmlformats.org/officeDocument/2006/math">
                    <m:sSub>
                      <m:sSubPr>
                        <m:ctrlPr>
                          <a:rPr lang="en-US" i="1" smtClean="0">
                            <a:latin typeface="Cambria Math" panose="02040503050406030204" pitchFamily="18" charset="0"/>
                            <a:ea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𝜔</m:t>
                        </m:r>
                      </m:e>
                      <m:sub>
                        <m:r>
                          <a:rPr lang="de-DE" b="0" i="1" smtClean="0">
                            <a:latin typeface="Cambria Math" panose="02040503050406030204" pitchFamily="18" charset="0"/>
                          </a:rPr>
                          <m:t>0</m:t>
                        </m:r>
                      </m:sub>
                    </m:sSub>
                  </m:oMath>
                </a14:m>
                <a:r>
                  <a:rPr lang="en-US" dirty="0"/>
                  <a:t> is the natural frequency of the protein</a:t>
                </a:r>
              </a:p>
            </p:txBody>
          </p:sp>
        </mc:Choice>
        <mc:Fallback xmlns="">
          <p:sp>
            <p:nvSpPr>
              <p:cNvPr id="13" name="TextBox 12">
                <a:extLst>
                  <a:ext uri="{FF2B5EF4-FFF2-40B4-BE49-F238E27FC236}">
                    <a16:creationId xmlns:a16="http://schemas.microsoft.com/office/drawing/2014/main" id="{1650A18F-AA7B-CC05-AC43-0821909B161A}"/>
                  </a:ext>
                </a:extLst>
              </p:cNvPr>
              <p:cNvSpPr txBox="1">
                <a:spLocks noRot="1" noChangeAspect="1" noMove="1" noResize="1" noEditPoints="1" noAdjustHandles="1" noChangeArrowheads="1" noChangeShapeType="1" noTextEdit="1"/>
              </p:cNvSpPr>
              <p:nvPr/>
            </p:nvSpPr>
            <p:spPr>
              <a:xfrm>
                <a:off x="454159" y="3172361"/>
                <a:ext cx="5098383" cy="491288"/>
              </a:xfrm>
              <a:prstGeom prst="rect">
                <a:avLst/>
              </a:prstGeom>
              <a:blipFill>
                <a:blip r:embed="rId5"/>
                <a:stretch>
                  <a:fillRect r="-239" b="-864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DB8140D9-A5BB-2CDD-16C8-EE8CE49E9893}"/>
                  </a:ext>
                </a:extLst>
              </p:cNvPr>
              <p:cNvSpPr txBox="1"/>
              <p:nvPr/>
            </p:nvSpPr>
            <p:spPr>
              <a:xfrm>
                <a:off x="454159" y="3673423"/>
                <a:ext cx="1112258" cy="681533"/>
              </a:xfrm>
              <a:prstGeom prst="rect">
                <a:avLst/>
              </a:prstGeom>
              <a:noFill/>
            </p:spPr>
            <p:txBody>
              <a:bodyPr wrap="square">
                <a:spAutoFit/>
              </a:bodyPr>
              <a:lstStyle/>
              <a:p>
                <a:pPr/>
                <a14:m>
                  <m:oMathPara xmlns:m="http://schemas.openxmlformats.org/officeDocument/2006/math">
                    <m:oMath>
                      <m:acc>
                        <m:accPr>
                          <m:chr m:val="̅"/>
                          <m:ctrlPr>
                            <a:rPr lang="en-US" i="1" dirty="0">
                              <a:solidFill>
                                <a:schemeClr val="tx1"/>
                              </a:solidFill>
                              <a:latin typeface="Cambria Math" panose="02040503050406030204" pitchFamily="18" charset="0"/>
                            </a:rPr>
                          </m:ctrlPr>
                        </m:accPr>
                        <m:e>
                          <m:r>
                            <a:rPr lang="en-US" i="1" dirty="0">
                              <a:solidFill>
                                <a:schemeClr val="tx1"/>
                              </a:solidFill>
                              <a:latin typeface="Cambria Math" panose="02040503050406030204" pitchFamily="18" charset="0"/>
                            </a:rPr>
                            <m:t>𝛾</m:t>
                          </m:r>
                        </m:e>
                      </m:acc>
                      <m:r>
                        <a:rPr lang="de-DE" b="0" i="1" dirty="0" smtClean="0">
                          <a:latin typeface="Cambria Math" panose="02040503050406030204" pitchFamily="18" charset="0"/>
                        </a:rPr>
                        <m:t>=</m:t>
                      </m:r>
                      <m:f>
                        <m:fPr>
                          <m:ctrlPr>
                            <a:rPr lang="de-DE" b="0" i="1" dirty="0" smtClean="0">
                              <a:solidFill>
                                <a:schemeClr val="tx1"/>
                              </a:solidFill>
                              <a:latin typeface="Cambria Math" panose="02040503050406030204" pitchFamily="18" charset="0"/>
                              <a:ea typeface="Cambria Math" panose="02040503050406030204" pitchFamily="18" charset="0"/>
                            </a:rPr>
                          </m:ctrlPr>
                        </m:fPr>
                        <m:num>
                          <m:acc>
                            <m:accPr>
                              <m:chr m:val="̈"/>
                              <m:ctrlPr>
                                <a:rPr lang="de-DE" b="0" i="1" dirty="0" smtClean="0">
                                  <a:solidFill>
                                    <a:schemeClr val="tx1"/>
                                  </a:solidFill>
                                  <a:latin typeface="Cambria Math" panose="02040503050406030204" pitchFamily="18" charset="0"/>
                                  <a:ea typeface="Cambria Math" panose="02040503050406030204" pitchFamily="18" charset="0"/>
                                </a:rPr>
                              </m:ctrlPr>
                            </m:accPr>
                            <m:e>
                              <m:r>
                                <a:rPr lang="de-DE" b="0" i="1" dirty="0" smtClean="0">
                                  <a:solidFill>
                                    <a:schemeClr val="tx1"/>
                                  </a:solidFill>
                                  <a:latin typeface="Cambria Math" panose="02040503050406030204" pitchFamily="18" charset="0"/>
                                  <a:ea typeface="Cambria Math" panose="02040503050406030204" pitchFamily="18" charset="0"/>
                                </a:rPr>
                                <m:t>𝛽</m:t>
                              </m:r>
                            </m:e>
                          </m:acc>
                        </m:num>
                        <m:den>
                          <m:r>
                            <a:rPr lang="de-DE" b="0" i="1" dirty="0" smtClean="0">
                              <a:latin typeface="Cambria Math" panose="02040503050406030204" pitchFamily="18" charset="0"/>
                            </a:rPr>
                            <m:t>𝑚</m:t>
                          </m:r>
                        </m:den>
                      </m:f>
                    </m:oMath>
                  </m:oMathPara>
                </a14:m>
                <a:endParaRPr lang="en-US" dirty="0"/>
              </a:p>
            </p:txBody>
          </p:sp>
        </mc:Choice>
        <mc:Fallback xmlns="">
          <p:sp>
            <p:nvSpPr>
              <p:cNvPr id="15" name="TextBox 14">
                <a:extLst>
                  <a:ext uri="{FF2B5EF4-FFF2-40B4-BE49-F238E27FC236}">
                    <a16:creationId xmlns:a16="http://schemas.microsoft.com/office/drawing/2014/main" id="{DB8140D9-A5BB-2CDD-16C8-EE8CE49E9893}"/>
                  </a:ext>
                </a:extLst>
              </p:cNvPr>
              <p:cNvSpPr txBox="1">
                <a:spLocks noRot="1" noChangeAspect="1" noMove="1" noResize="1" noEditPoints="1" noAdjustHandles="1" noChangeArrowheads="1" noChangeShapeType="1" noTextEdit="1"/>
              </p:cNvSpPr>
              <p:nvPr/>
            </p:nvSpPr>
            <p:spPr>
              <a:xfrm>
                <a:off x="454159" y="3673423"/>
                <a:ext cx="1112258" cy="681533"/>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5F87FEDF-92AA-8B90-0A98-D4BECAEB1333}"/>
                  </a:ext>
                </a:extLst>
              </p:cNvPr>
              <p:cNvSpPr txBox="1"/>
              <p:nvPr/>
            </p:nvSpPr>
            <p:spPr>
              <a:xfrm>
                <a:off x="560370" y="4397154"/>
                <a:ext cx="3870985" cy="385427"/>
              </a:xfrm>
              <a:prstGeom prst="rect">
                <a:avLst/>
              </a:prstGeom>
              <a:noFill/>
            </p:spPr>
            <p:txBody>
              <a:bodyPr wrap="square">
                <a:spAutoFit/>
              </a:bodyPr>
              <a:lstStyle/>
              <a:p>
                <a14:m>
                  <m:oMath xmlns:m="http://schemas.openxmlformats.org/officeDocument/2006/math">
                    <m:acc>
                      <m:accPr>
                        <m:chr m:val="̈"/>
                        <m:ctrlPr>
                          <a:rPr lang="de-DE" b="0" i="1" dirty="0" smtClean="0">
                            <a:solidFill>
                              <a:srgbClr val="C00000"/>
                            </a:solidFill>
                            <a:latin typeface="Cambria Math" panose="02040503050406030204" pitchFamily="18" charset="0"/>
                            <a:ea typeface="Cambria Math" panose="02040503050406030204" pitchFamily="18" charset="0"/>
                          </a:rPr>
                        </m:ctrlPr>
                      </m:accPr>
                      <m:e>
                        <m:r>
                          <a:rPr lang="de-DE" b="0" i="1" dirty="0" smtClean="0">
                            <a:solidFill>
                              <a:srgbClr val="C00000"/>
                            </a:solidFill>
                            <a:latin typeface="Cambria Math" panose="02040503050406030204" pitchFamily="18" charset="0"/>
                            <a:ea typeface="Cambria Math" panose="02040503050406030204" pitchFamily="18" charset="0"/>
                          </a:rPr>
                          <m:t>𝛽</m:t>
                        </m:r>
                      </m:e>
                    </m:acc>
                  </m:oMath>
                </a14:m>
                <a:r>
                  <a:rPr lang="en-US" dirty="0"/>
                  <a:t>: Damping coefficient of the protein</a:t>
                </a:r>
              </a:p>
            </p:txBody>
          </p:sp>
        </mc:Choice>
        <mc:Fallback xmlns="">
          <p:sp>
            <p:nvSpPr>
              <p:cNvPr id="17" name="TextBox 16">
                <a:extLst>
                  <a:ext uri="{FF2B5EF4-FFF2-40B4-BE49-F238E27FC236}">
                    <a16:creationId xmlns:a16="http://schemas.microsoft.com/office/drawing/2014/main" id="{5F87FEDF-92AA-8B90-0A98-D4BECAEB1333}"/>
                  </a:ext>
                </a:extLst>
              </p:cNvPr>
              <p:cNvSpPr txBox="1">
                <a:spLocks noRot="1" noChangeAspect="1" noMove="1" noResize="1" noEditPoints="1" noAdjustHandles="1" noChangeArrowheads="1" noChangeShapeType="1" noTextEdit="1"/>
              </p:cNvSpPr>
              <p:nvPr/>
            </p:nvSpPr>
            <p:spPr>
              <a:xfrm>
                <a:off x="560370" y="4397154"/>
                <a:ext cx="3870985" cy="385427"/>
              </a:xfrm>
              <a:prstGeom prst="rect">
                <a:avLst/>
              </a:prstGeom>
              <a:blipFill>
                <a:blip r:embed="rId7"/>
                <a:stretch>
                  <a:fillRect l="-472" t="-1563" b="-25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F94F89C1-9FCA-84B5-953A-9404443B3B8F}"/>
                  </a:ext>
                </a:extLst>
              </p:cNvPr>
              <p:cNvSpPr txBox="1"/>
              <p:nvPr/>
            </p:nvSpPr>
            <p:spPr>
              <a:xfrm>
                <a:off x="558472" y="4947309"/>
                <a:ext cx="2647384" cy="369332"/>
              </a:xfrm>
              <a:prstGeom prst="rect">
                <a:avLst/>
              </a:prstGeom>
              <a:noFill/>
            </p:spPr>
            <p:txBody>
              <a:bodyPr wrap="square">
                <a:spAutoFit/>
              </a:bodyPr>
              <a:lstStyle/>
              <a:p>
                <a14:m>
                  <m:oMath xmlns:m="http://schemas.openxmlformats.org/officeDocument/2006/math">
                    <m:r>
                      <a:rPr lang="de-DE" b="0" i="1" smtClean="0">
                        <a:solidFill>
                          <a:srgbClr val="C00000"/>
                        </a:solidFill>
                        <a:latin typeface="Cambria Math" panose="02040503050406030204" pitchFamily="18" charset="0"/>
                      </a:rPr>
                      <m:t>𝑚</m:t>
                    </m:r>
                  </m:oMath>
                </a14:m>
                <a:r>
                  <a:rPr lang="en-US" dirty="0">
                    <a:solidFill>
                      <a:srgbClr val="C00000"/>
                    </a:solidFill>
                  </a:rPr>
                  <a:t>: </a:t>
                </a:r>
                <a:r>
                  <a:rPr lang="en-US" dirty="0"/>
                  <a:t>Protein mass</a:t>
                </a:r>
              </a:p>
            </p:txBody>
          </p:sp>
        </mc:Choice>
        <mc:Fallback xmlns="">
          <p:sp>
            <p:nvSpPr>
              <p:cNvPr id="19" name="TextBox 18">
                <a:extLst>
                  <a:ext uri="{FF2B5EF4-FFF2-40B4-BE49-F238E27FC236}">
                    <a16:creationId xmlns:a16="http://schemas.microsoft.com/office/drawing/2014/main" id="{F94F89C1-9FCA-84B5-953A-9404443B3B8F}"/>
                  </a:ext>
                </a:extLst>
              </p:cNvPr>
              <p:cNvSpPr txBox="1">
                <a:spLocks noRot="1" noChangeAspect="1" noMove="1" noResize="1" noEditPoints="1" noAdjustHandles="1" noChangeArrowheads="1" noChangeShapeType="1" noTextEdit="1"/>
              </p:cNvSpPr>
              <p:nvPr/>
            </p:nvSpPr>
            <p:spPr>
              <a:xfrm>
                <a:off x="558472" y="4947309"/>
                <a:ext cx="2647384" cy="369332"/>
              </a:xfrm>
              <a:prstGeom prst="rect">
                <a:avLst/>
              </a:prstGeom>
              <a:blipFill>
                <a:blip r:embed="rId8"/>
                <a:stretch>
                  <a:fillRect t="-8333" b="-28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431E805A-C64D-599C-F4C7-E2F65E153468}"/>
                  </a:ext>
                </a:extLst>
              </p:cNvPr>
              <p:cNvSpPr txBox="1"/>
              <p:nvPr/>
            </p:nvSpPr>
            <p:spPr>
              <a:xfrm>
                <a:off x="567189" y="5442786"/>
                <a:ext cx="3216096" cy="369332"/>
              </a:xfrm>
              <a:prstGeom prst="rect">
                <a:avLst/>
              </a:prstGeom>
              <a:noFill/>
            </p:spPr>
            <p:txBody>
              <a:bodyPr wrap="square">
                <a:spAutoFit/>
              </a:bodyPr>
              <a:lstStyle/>
              <a:p>
                <a14:m>
                  <m:oMath xmlns:m="http://schemas.openxmlformats.org/officeDocument/2006/math">
                    <m:r>
                      <a:rPr lang="de-DE" b="0" i="1" smtClean="0">
                        <a:solidFill>
                          <a:srgbClr val="C00000"/>
                        </a:solidFill>
                        <a:latin typeface="Cambria Math" panose="02040503050406030204" pitchFamily="18" charset="0"/>
                      </a:rPr>
                      <m:t>𝑘</m:t>
                    </m:r>
                  </m:oMath>
                </a14:m>
                <a:r>
                  <a:rPr lang="en-US" dirty="0">
                    <a:solidFill>
                      <a:srgbClr val="C00000"/>
                    </a:solidFill>
                  </a:rPr>
                  <a:t>:</a:t>
                </a:r>
                <a:r>
                  <a:rPr lang="en-US" dirty="0"/>
                  <a:t> Protein spring constant</a:t>
                </a:r>
              </a:p>
            </p:txBody>
          </p:sp>
        </mc:Choice>
        <mc:Fallback xmlns="">
          <p:sp>
            <p:nvSpPr>
              <p:cNvPr id="20" name="TextBox 19">
                <a:extLst>
                  <a:ext uri="{FF2B5EF4-FFF2-40B4-BE49-F238E27FC236}">
                    <a16:creationId xmlns:a16="http://schemas.microsoft.com/office/drawing/2014/main" id="{431E805A-C64D-599C-F4C7-E2F65E153468}"/>
                  </a:ext>
                </a:extLst>
              </p:cNvPr>
              <p:cNvSpPr txBox="1">
                <a:spLocks noRot="1" noChangeAspect="1" noMove="1" noResize="1" noEditPoints="1" noAdjustHandles="1" noChangeArrowheads="1" noChangeShapeType="1" noTextEdit="1"/>
              </p:cNvSpPr>
              <p:nvPr/>
            </p:nvSpPr>
            <p:spPr>
              <a:xfrm>
                <a:off x="567189" y="5442786"/>
                <a:ext cx="3216096" cy="369332"/>
              </a:xfrm>
              <a:prstGeom prst="rect">
                <a:avLst/>
              </a:prstGeom>
              <a:blipFill>
                <a:blip r:embed="rId9"/>
                <a:stretch>
                  <a:fillRect t="-8333" b="-28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5B514ED2-1CD7-E15E-1BB0-9225DFE8855E}"/>
                  </a:ext>
                </a:extLst>
              </p:cNvPr>
              <p:cNvSpPr txBox="1"/>
              <p:nvPr/>
            </p:nvSpPr>
            <p:spPr>
              <a:xfrm>
                <a:off x="481533" y="5812118"/>
                <a:ext cx="4507958" cy="369332"/>
              </a:xfrm>
              <a:prstGeom prst="rect">
                <a:avLst/>
              </a:prstGeom>
              <a:noFill/>
            </p:spPr>
            <p:txBody>
              <a:bodyPr wrap="square">
                <a:spAutoFit/>
              </a:bodyPr>
              <a:lstStyle/>
              <a:p>
                <a14:m>
                  <m:oMath xmlns:m="http://schemas.openxmlformats.org/officeDocument/2006/math">
                    <m:sSub>
                      <m:sSubPr>
                        <m:ctrlPr>
                          <a:rPr lang="en-US" i="1" smtClean="0">
                            <a:latin typeface="Cambria Math" panose="02040503050406030204" pitchFamily="18" charset="0"/>
                            <a:ea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𝜔</m:t>
                        </m:r>
                      </m:e>
                      <m:sub>
                        <m:r>
                          <a:rPr lang="de-DE" b="0" i="1" smtClean="0">
                            <a:latin typeface="Cambria Math" panose="02040503050406030204" pitchFamily="18" charset="0"/>
                          </a:rPr>
                          <m:t>𝑎</m:t>
                        </m:r>
                      </m:sub>
                    </m:sSub>
                  </m:oMath>
                </a14:m>
                <a:r>
                  <a:rPr lang="en-US" dirty="0"/>
                  <a:t>: Antenna radiation angular frequency </a:t>
                </a:r>
              </a:p>
            </p:txBody>
          </p:sp>
        </mc:Choice>
        <mc:Fallback xmlns="">
          <p:sp>
            <p:nvSpPr>
              <p:cNvPr id="22" name="TextBox 21">
                <a:extLst>
                  <a:ext uri="{FF2B5EF4-FFF2-40B4-BE49-F238E27FC236}">
                    <a16:creationId xmlns:a16="http://schemas.microsoft.com/office/drawing/2014/main" id="{5B514ED2-1CD7-E15E-1BB0-9225DFE8855E}"/>
                  </a:ext>
                </a:extLst>
              </p:cNvPr>
              <p:cNvSpPr txBox="1">
                <a:spLocks noRot="1" noChangeAspect="1" noMove="1" noResize="1" noEditPoints="1" noAdjustHandles="1" noChangeArrowheads="1" noChangeShapeType="1" noTextEdit="1"/>
              </p:cNvSpPr>
              <p:nvPr/>
            </p:nvSpPr>
            <p:spPr>
              <a:xfrm>
                <a:off x="481533" y="5812118"/>
                <a:ext cx="4507958" cy="369332"/>
              </a:xfrm>
              <a:prstGeom prst="rect">
                <a:avLst/>
              </a:prstGeom>
              <a:blipFill>
                <a:blip r:embed="rId10"/>
                <a:stretch>
                  <a:fillRect t="-6557" b="-26230"/>
                </a:stretch>
              </a:blipFill>
            </p:spPr>
            <p:txBody>
              <a:bodyPr/>
              <a:lstStyle/>
              <a:p>
                <a:r>
                  <a:rPr lang="en-US">
                    <a:noFill/>
                  </a:rPr>
                  <a:t> </a:t>
                </a:r>
              </a:p>
            </p:txBody>
          </p:sp>
        </mc:Fallback>
      </mc:AlternateContent>
      <p:sp>
        <p:nvSpPr>
          <p:cNvPr id="23" name="TextBox 22">
            <a:extLst>
              <a:ext uri="{FF2B5EF4-FFF2-40B4-BE49-F238E27FC236}">
                <a16:creationId xmlns:a16="http://schemas.microsoft.com/office/drawing/2014/main" id="{BF064904-313D-4876-FF49-2B7188FBDA4F}"/>
              </a:ext>
            </a:extLst>
          </p:cNvPr>
          <p:cNvSpPr txBox="1"/>
          <p:nvPr/>
        </p:nvSpPr>
        <p:spPr>
          <a:xfrm>
            <a:off x="3065421" y="850337"/>
            <a:ext cx="415498" cy="338554"/>
          </a:xfrm>
          <a:prstGeom prst="rect">
            <a:avLst/>
          </a:prstGeom>
          <a:noFill/>
        </p:spPr>
        <p:txBody>
          <a:bodyPr wrap="none" rtlCol="0">
            <a:spAutoFit/>
          </a:bodyPr>
          <a:lstStyle/>
          <a:p>
            <a:r>
              <a:rPr lang="en-US" sz="1600" dirty="0"/>
              <a:t>(1)</a:t>
            </a:r>
          </a:p>
        </p:txBody>
      </p:sp>
      <p:sp>
        <p:nvSpPr>
          <p:cNvPr id="24" name="TextBox 23">
            <a:extLst>
              <a:ext uri="{FF2B5EF4-FFF2-40B4-BE49-F238E27FC236}">
                <a16:creationId xmlns:a16="http://schemas.microsoft.com/office/drawing/2014/main" id="{CA76E999-D418-5C4C-0604-7C20145C94A1}"/>
              </a:ext>
            </a:extLst>
          </p:cNvPr>
          <p:cNvSpPr txBox="1"/>
          <p:nvPr/>
        </p:nvSpPr>
        <p:spPr>
          <a:xfrm>
            <a:off x="5775490" y="2442196"/>
            <a:ext cx="415498" cy="338554"/>
          </a:xfrm>
          <a:prstGeom prst="rect">
            <a:avLst/>
          </a:prstGeom>
          <a:noFill/>
        </p:spPr>
        <p:txBody>
          <a:bodyPr wrap="none" rtlCol="0">
            <a:spAutoFit/>
          </a:bodyPr>
          <a:lstStyle/>
          <a:p>
            <a:r>
              <a:rPr lang="en-US" sz="1600" dirty="0"/>
              <a:t>(3)</a:t>
            </a:r>
          </a:p>
        </p:txBody>
      </p:sp>
      <p:sp>
        <p:nvSpPr>
          <p:cNvPr id="25" name="TextBox 24">
            <a:extLst>
              <a:ext uri="{FF2B5EF4-FFF2-40B4-BE49-F238E27FC236}">
                <a16:creationId xmlns:a16="http://schemas.microsoft.com/office/drawing/2014/main" id="{9986BB83-1865-C31D-4307-87CA6E106E24}"/>
              </a:ext>
            </a:extLst>
          </p:cNvPr>
          <p:cNvSpPr txBox="1"/>
          <p:nvPr/>
        </p:nvSpPr>
        <p:spPr>
          <a:xfrm>
            <a:off x="5582168" y="3221647"/>
            <a:ext cx="415498" cy="338554"/>
          </a:xfrm>
          <a:prstGeom prst="rect">
            <a:avLst/>
          </a:prstGeom>
          <a:noFill/>
        </p:spPr>
        <p:txBody>
          <a:bodyPr wrap="none" rtlCol="0">
            <a:spAutoFit/>
          </a:bodyPr>
          <a:lstStyle/>
          <a:p>
            <a:r>
              <a:rPr lang="en-US" sz="1600" dirty="0"/>
              <a:t>(4)</a:t>
            </a:r>
          </a:p>
        </p:txBody>
      </p:sp>
      <p:sp>
        <p:nvSpPr>
          <p:cNvPr id="26" name="TextBox 25">
            <a:extLst>
              <a:ext uri="{FF2B5EF4-FFF2-40B4-BE49-F238E27FC236}">
                <a16:creationId xmlns:a16="http://schemas.microsoft.com/office/drawing/2014/main" id="{64763AD4-BAAE-9453-6AFB-A1A7F9DBD2EA}"/>
              </a:ext>
            </a:extLst>
          </p:cNvPr>
          <p:cNvSpPr txBox="1"/>
          <p:nvPr/>
        </p:nvSpPr>
        <p:spPr>
          <a:xfrm>
            <a:off x="3396641" y="1692652"/>
            <a:ext cx="415498" cy="338554"/>
          </a:xfrm>
          <a:prstGeom prst="rect">
            <a:avLst/>
          </a:prstGeom>
          <a:noFill/>
        </p:spPr>
        <p:txBody>
          <a:bodyPr wrap="none" rtlCol="0">
            <a:spAutoFit/>
          </a:bodyPr>
          <a:lstStyle/>
          <a:p>
            <a:r>
              <a:rPr lang="en-US" sz="1600" dirty="0"/>
              <a:t>(2)</a:t>
            </a:r>
          </a:p>
        </p:txBody>
      </p:sp>
      <p:sp>
        <p:nvSpPr>
          <p:cNvPr id="27" name="TextBox 26">
            <a:extLst>
              <a:ext uri="{FF2B5EF4-FFF2-40B4-BE49-F238E27FC236}">
                <a16:creationId xmlns:a16="http://schemas.microsoft.com/office/drawing/2014/main" id="{11B4445D-060C-5310-A139-74A343F8E18E}"/>
              </a:ext>
            </a:extLst>
          </p:cNvPr>
          <p:cNvSpPr txBox="1"/>
          <p:nvPr/>
        </p:nvSpPr>
        <p:spPr>
          <a:xfrm>
            <a:off x="1566417" y="3872308"/>
            <a:ext cx="415498" cy="338554"/>
          </a:xfrm>
          <a:prstGeom prst="rect">
            <a:avLst/>
          </a:prstGeom>
          <a:noFill/>
        </p:spPr>
        <p:txBody>
          <a:bodyPr wrap="none" rtlCol="0">
            <a:spAutoFit/>
          </a:bodyPr>
          <a:lstStyle/>
          <a:p>
            <a:r>
              <a:rPr lang="en-US" sz="1600" dirty="0"/>
              <a:t>(5)</a:t>
            </a:r>
          </a:p>
        </p:txBody>
      </p:sp>
      <p:sp>
        <p:nvSpPr>
          <p:cNvPr id="28" name="TextBox 27">
            <a:extLst>
              <a:ext uri="{FF2B5EF4-FFF2-40B4-BE49-F238E27FC236}">
                <a16:creationId xmlns:a16="http://schemas.microsoft.com/office/drawing/2014/main" id="{FC0A81EA-525C-CDAC-4316-AB6600D4982E}"/>
              </a:ext>
            </a:extLst>
          </p:cNvPr>
          <p:cNvSpPr txBox="1"/>
          <p:nvPr/>
        </p:nvSpPr>
        <p:spPr>
          <a:xfrm>
            <a:off x="2320014" y="4939504"/>
            <a:ext cx="415498" cy="338554"/>
          </a:xfrm>
          <a:prstGeom prst="rect">
            <a:avLst/>
          </a:prstGeom>
          <a:noFill/>
        </p:spPr>
        <p:txBody>
          <a:bodyPr wrap="none" rtlCol="0">
            <a:spAutoFit/>
          </a:bodyPr>
          <a:lstStyle/>
          <a:p>
            <a:r>
              <a:rPr lang="en-US" sz="1600" dirty="0"/>
              <a:t>(7)</a:t>
            </a:r>
          </a:p>
        </p:txBody>
      </p:sp>
      <p:sp>
        <p:nvSpPr>
          <p:cNvPr id="29" name="TextBox 28">
            <a:extLst>
              <a:ext uri="{FF2B5EF4-FFF2-40B4-BE49-F238E27FC236}">
                <a16:creationId xmlns:a16="http://schemas.microsoft.com/office/drawing/2014/main" id="{B3F51B2F-2D3C-0908-2732-66CC3C47C5CA}"/>
              </a:ext>
            </a:extLst>
          </p:cNvPr>
          <p:cNvSpPr txBox="1"/>
          <p:nvPr/>
        </p:nvSpPr>
        <p:spPr>
          <a:xfrm>
            <a:off x="3273170" y="5442786"/>
            <a:ext cx="415498" cy="338554"/>
          </a:xfrm>
          <a:prstGeom prst="rect">
            <a:avLst/>
          </a:prstGeom>
          <a:noFill/>
        </p:spPr>
        <p:txBody>
          <a:bodyPr wrap="none" rtlCol="0">
            <a:spAutoFit/>
          </a:bodyPr>
          <a:lstStyle/>
          <a:p>
            <a:r>
              <a:rPr lang="en-US" sz="1600" dirty="0"/>
              <a:t>(8)</a:t>
            </a:r>
          </a:p>
        </p:txBody>
      </p:sp>
      <p:sp>
        <p:nvSpPr>
          <p:cNvPr id="30" name="TextBox 29">
            <a:extLst>
              <a:ext uri="{FF2B5EF4-FFF2-40B4-BE49-F238E27FC236}">
                <a16:creationId xmlns:a16="http://schemas.microsoft.com/office/drawing/2014/main" id="{F27FA41C-D511-593F-6DFA-391B4101C9E5}"/>
              </a:ext>
            </a:extLst>
          </p:cNvPr>
          <p:cNvSpPr txBox="1"/>
          <p:nvPr/>
        </p:nvSpPr>
        <p:spPr>
          <a:xfrm>
            <a:off x="4431355" y="4420590"/>
            <a:ext cx="415498" cy="338554"/>
          </a:xfrm>
          <a:prstGeom prst="rect">
            <a:avLst/>
          </a:prstGeom>
          <a:noFill/>
        </p:spPr>
        <p:txBody>
          <a:bodyPr wrap="none" rtlCol="0">
            <a:spAutoFit/>
          </a:bodyPr>
          <a:lstStyle/>
          <a:p>
            <a:r>
              <a:rPr lang="en-US" sz="1600" dirty="0"/>
              <a:t>(6)</a:t>
            </a:r>
          </a:p>
        </p:txBody>
      </p:sp>
      <p:sp>
        <p:nvSpPr>
          <p:cNvPr id="31" name="TextBox 30">
            <a:extLst>
              <a:ext uri="{FF2B5EF4-FFF2-40B4-BE49-F238E27FC236}">
                <a16:creationId xmlns:a16="http://schemas.microsoft.com/office/drawing/2014/main" id="{9FEBE6D2-9003-73BC-31AF-F94FF69D9C7F}"/>
              </a:ext>
            </a:extLst>
          </p:cNvPr>
          <p:cNvSpPr txBox="1"/>
          <p:nvPr/>
        </p:nvSpPr>
        <p:spPr>
          <a:xfrm>
            <a:off x="4659649" y="5827507"/>
            <a:ext cx="415498" cy="338554"/>
          </a:xfrm>
          <a:prstGeom prst="rect">
            <a:avLst/>
          </a:prstGeom>
          <a:noFill/>
        </p:spPr>
        <p:txBody>
          <a:bodyPr wrap="none" rtlCol="0">
            <a:spAutoFit/>
          </a:bodyPr>
          <a:lstStyle/>
          <a:p>
            <a:r>
              <a:rPr lang="en-US" sz="1600" dirty="0"/>
              <a:t>(9)</a:t>
            </a:r>
          </a:p>
        </p:txBody>
      </p:sp>
      <p:pic>
        <p:nvPicPr>
          <p:cNvPr id="58" name="Picture 57">
            <a:extLst>
              <a:ext uri="{FF2B5EF4-FFF2-40B4-BE49-F238E27FC236}">
                <a16:creationId xmlns:a16="http://schemas.microsoft.com/office/drawing/2014/main" id="{9666714F-C084-6C34-A7FD-C1982C53D86A}"/>
              </a:ext>
            </a:extLst>
          </p:cNvPr>
          <p:cNvPicPr>
            <a:picLocks noChangeAspect="1"/>
          </p:cNvPicPr>
          <p:nvPr/>
        </p:nvPicPr>
        <p:blipFill>
          <a:blip r:embed="rId11"/>
          <a:stretch>
            <a:fillRect/>
          </a:stretch>
        </p:blipFill>
        <p:spPr>
          <a:xfrm>
            <a:off x="6969333" y="1990193"/>
            <a:ext cx="2990850" cy="1533525"/>
          </a:xfrm>
          <a:prstGeom prst="rect">
            <a:avLst/>
          </a:prstGeom>
          <a:ln>
            <a:solidFill>
              <a:schemeClr val="accent1"/>
            </a:solidFill>
          </a:ln>
        </p:spPr>
      </p:pic>
      <p:sp>
        <p:nvSpPr>
          <p:cNvPr id="59" name="TextBox 58">
            <a:extLst>
              <a:ext uri="{FF2B5EF4-FFF2-40B4-BE49-F238E27FC236}">
                <a16:creationId xmlns:a16="http://schemas.microsoft.com/office/drawing/2014/main" id="{176F00EA-2BF8-AC26-052B-E1712B05FCB0}"/>
              </a:ext>
            </a:extLst>
          </p:cNvPr>
          <p:cNvSpPr txBox="1"/>
          <p:nvPr/>
        </p:nvSpPr>
        <p:spPr>
          <a:xfrm>
            <a:off x="7633300" y="1995780"/>
            <a:ext cx="848412" cy="369332"/>
          </a:xfrm>
          <a:prstGeom prst="rect">
            <a:avLst/>
          </a:prstGeom>
          <a:noFill/>
        </p:spPr>
        <p:txBody>
          <a:bodyPr wrap="square">
            <a:spAutoFit/>
          </a:bodyPr>
          <a:lstStyle/>
          <a:p>
            <a:r>
              <a:rPr lang="en-US" dirty="0">
                <a:hlinkClick r:id="rId12"/>
              </a:rPr>
              <a:t>THI2</a:t>
            </a:r>
            <a:endParaRPr lang="en-US" dirty="0"/>
          </a:p>
        </p:txBody>
      </p:sp>
      <p:pic>
        <p:nvPicPr>
          <p:cNvPr id="61" name="Picture 60">
            <a:extLst>
              <a:ext uri="{FF2B5EF4-FFF2-40B4-BE49-F238E27FC236}">
                <a16:creationId xmlns:a16="http://schemas.microsoft.com/office/drawing/2014/main" id="{D539B949-CA00-A240-362B-6BF455610EB2}"/>
              </a:ext>
            </a:extLst>
          </p:cNvPr>
          <p:cNvPicPr>
            <a:picLocks noChangeAspect="1"/>
          </p:cNvPicPr>
          <p:nvPr/>
        </p:nvPicPr>
        <p:blipFill>
          <a:blip r:embed="rId13"/>
          <a:stretch>
            <a:fillRect/>
          </a:stretch>
        </p:blipFill>
        <p:spPr>
          <a:xfrm>
            <a:off x="6929258" y="3608385"/>
            <a:ext cx="4363059" cy="2429214"/>
          </a:xfrm>
          <a:prstGeom prst="rect">
            <a:avLst/>
          </a:prstGeom>
        </p:spPr>
      </p:pic>
      <p:pic>
        <p:nvPicPr>
          <p:cNvPr id="3" name="Picture 2">
            <a:extLst>
              <a:ext uri="{FF2B5EF4-FFF2-40B4-BE49-F238E27FC236}">
                <a16:creationId xmlns:a16="http://schemas.microsoft.com/office/drawing/2014/main" id="{A2EC85DC-E98E-7170-6816-F88FF6ED3046}"/>
              </a:ext>
            </a:extLst>
          </p:cNvPr>
          <p:cNvPicPr>
            <a:picLocks noChangeAspect="1"/>
          </p:cNvPicPr>
          <p:nvPr/>
        </p:nvPicPr>
        <p:blipFill>
          <a:blip r:embed="rId14"/>
          <a:stretch>
            <a:fillRect/>
          </a:stretch>
        </p:blipFill>
        <p:spPr>
          <a:xfrm>
            <a:off x="9051846" y="78424"/>
            <a:ext cx="3140154" cy="1592143"/>
          </a:xfrm>
          <a:prstGeom prst="rect">
            <a:avLst/>
          </a:prstGeom>
        </p:spPr>
      </p:pic>
    </p:spTree>
    <p:extLst>
      <p:ext uri="{BB962C8B-B14F-4D97-AF65-F5344CB8AC3E}">
        <p14:creationId xmlns:p14="http://schemas.microsoft.com/office/powerpoint/2010/main" val="1661616277"/>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B2C4E27-BC73-7E99-527A-F1C0E0D41C4A}"/>
            </a:ext>
          </a:extLst>
        </p:cNvPr>
        <p:cNvGrpSpPr/>
        <p:nvPr/>
      </p:nvGrpSpPr>
      <p:grpSpPr>
        <a:xfrm>
          <a:off x="0" y="0"/>
          <a:ext cx="0" cy="0"/>
          <a:chOff x="0" y="0"/>
          <a:chExt cx="0" cy="0"/>
        </a:xfrm>
      </p:grpSpPr>
      <p:pic>
        <p:nvPicPr>
          <p:cNvPr id="69" name="Picture 68">
            <a:extLst>
              <a:ext uri="{FF2B5EF4-FFF2-40B4-BE49-F238E27FC236}">
                <a16:creationId xmlns:a16="http://schemas.microsoft.com/office/drawing/2014/main" id="{CB495D52-D6F2-CF72-AE1B-9A0B77268BE0}"/>
              </a:ext>
            </a:extLst>
          </p:cNvPr>
          <p:cNvPicPr>
            <a:picLocks noChangeAspect="1"/>
          </p:cNvPicPr>
          <p:nvPr/>
        </p:nvPicPr>
        <p:blipFill>
          <a:blip r:embed="rId2"/>
          <a:stretch>
            <a:fillRect/>
          </a:stretch>
        </p:blipFill>
        <p:spPr>
          <a:xfrm>
            <a:off x="8274302" y="3474994"/>
            <a:ext cx="3495675" cy="2170998"/>
          </a:xfrm>
          <a:prstGeom prst="rect">
            <a:avLst/>
          </a:prstGeom>
          <a:ln>
            <a:solidFill>
              <a:schemeClr val="accent1"/>
            </a:solidFill>
          </a:ln>
        </p:spPr>
      </p:pic>
      <p:pic>
        <p:nvPicPr>
          <p:cNvPr id="65" name="Picture 64">
            <a:extLst>
              <a:ext uri="{FF2B5EF4-FFF2-40B4-BE49-F238E27FC236}">
                <a16:creationId xmlns:a16="http://schemas.microsoft.com/office/drawing/2014/main" id="{5687D1C9-6731-8560-7CA1-1BDA04793080}"/>
              </a:ext>
            </a:extLst>
          </p:cNvPr>
          <p:cNvPicPr>
            <a:picLocks noChangeAspect="1"/>
          </p:cNvPicPr>
          <p:nvPr/>
        </p:nvPicPr>
        <p:blipFill>
          <a:blip r:embed="rId3"/>
          <a:stretch>
            <a:fillRect/>
          </a:stretch>
        </p:blipFill>
        <p:spPr>
          <a:xfrm>
            <a:off x="8282282" y="1150165"/>
            <a:ext cx="3495675" cy="2200275"/>
          </a:xfrm>
          <a:prstGeom prst="rect">
            <a:avLst/>
          </a:prstGeom>
          <a:ln>
            <a:solidFill>
              <a:schemeClr val="accent1"/>
            </a:solidFill>
          </a:ln>
        </p:spPr>
      </p:pic>
      <p:grpSp>
        <p:nvGrpSpPr>
          <p:cNvPr id="52" name="Group 51">
            <a:extLst>
              <a:ext uri="{FF2B5EF4-FFF2-40B4-BE49-F238E27FC236}">
                <a16:creationId xmlns:a16="http://schemas.microsoft.com/office/drawing/2014/main" id="{4BDF12EA-5A4A-4549-412E-1A122F171A3F}"/>
              </a:ext>
            </a:extLst>
          </p:cNvPr>
          <p:cNvGrpSpPr>
            <a:grpSpLocks noChangeAspect="1"/>
          </p:cNvGrpSpPr>
          <p:nvPr/>
        </p:nvGrpSpPr>
        <p:grpSpPr>
          <a:xfrm>
            <a:off x="75552" y="5122759"/>
            <a:ext cx="3073558" cy="1475770"/>
            <a:chOff x="7813777" y="-1763"/>
            <a:chExt cx="4378223" cy="2102209"/>
          </a:xfrm>
        </p:grpSpPr>
        <p:sp>
          <p:nvSpPr>
            <p:cNvPr id="32" name="Rectangle 31">
              <a:extLst>
                <a:ext uri="{FF2B5EF4-FFF2-40B4-BE49-F238E27FC236}">
                  <a16:creationId xmlns:a16="http://schemas.microsoft.com/office/drawing/2014/main" id="{9387F881-0772-3C46-6A1C-9737522A2F2C}"/>
                </a:ext>
              </a:extLst>
            </p:cNvPr>
            <p:cNvSpPr/>
            <p:nvPr/>
          </p:nvSpPr>
          <p:spPr>
            <a:xfrm>
              <a:off x="7813777" y="-1763"/>
              <a:ext cx="4378223" cy="2102209"/>
            </a:xfrm>
            <a:prstGeom prst="rect">
              <a:avLst/>
            </a:prstGeom>
            <a:solidFill>
              <a:srgbClr val="12121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grpSp>
          <p:nvGrpSpPr>
            <p:cNvPr id="33" name="Group 32">
              <a:extLst>
                <a:ext uri="{FF2B5EF4-FFF2-40B4-BE49-F238E27FC236}">
                  <a16:creationId xmlns:a16="http://schemas.microsoft.com/office/drawing/2014/main" id="{81B4E578-70C8-A34F-77FA-85DBC4E773C1}"/>
                </a:ext>
              </a:extLst>
            </p:cNvPr>
            <p:cNvGrpSpPr/>
            <p:nvPr/>
          </p:nvGrpSpPr>
          <p:grpSpPr>
            <a:xfrm>
              <a:off x="8130932" y="61972"/>
              <a:ext cx="3616284" cy="1993796"/>
              <a:chOff x="431855" y="1391826"/>
              <a:chExt cx="3616284" cy="1993796"/>
            </a:xfrm>
          </p:grpSpPr>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B8640B44-C564-4296-217C-0B091D498A50}"/>
                      </a:ext>
                    </a:extLst>
                  </p:cNvPr>
                  <p:cNvSpPr txBox="1"/>
                  <p:nvPr/>
                </p:nvSpPr>
                <p:spPr>
                  <a:xfrm>
                    <a:off x="3419061" y="1887881"/>
                    <a:ext cx="629078" cy="482264"/>
                  </a:xfrm>
                  <a:prstGeom prst="rect">
                    <a:avLst/>
                  </a:prstGeom>
                  <a:noFill/>
                </p:spPr>
                <p:txBody>
                  <a:bodyPr wrap="square">
                    <a:spAutoFit/>
                  </a:bodyPr>
                  <a:lstStyle/>
                  <a:p>
                    <a:pPr/>
                    <a14:m>
                      <m:oMathPara xmlns:m="http://schemas.openxmlformats.org/officeDocument/2006/math">
                        <m:oMathParaPr>
                          <m:jc m:val="right"/>
                        </m:oMathParaPr>
                        <m:oMath>
                          <m:sSub>
                            <m:sSubPr>
                              <m:ctrlPr>
                                <a:rPr lang="de-DE" sz="1600" b="0" i="1" smtClean="0">
                                  <a:solidFill>
                                    <a:schemeClr val="bg1"/>
                                  </a:solidFill>
                                  <a:latin typeface="Cambria Math" panose="02040503050406030204" pitchFamily="18" charset="0"/>
                                </a:rPr>
                              </m:ctrlPr>
                            </m:sSubPr>
                            <m:e>
                              <m:r>
                                <m:rPr>
                                  <m:sty m:val="p"/>
                                </m:rPr>
                                <a:rPr lang="de-DE" sz="1600" b="0" i="1" smtClean="0">
                                  <a:solidFill>
                                    <a:schemeClr val="bg1"/>
                                  </a:solidFill>
                                  <a:latin typeface="Cambria Math" panose="02040503050406030204" pitchFamily="18" charset="0"/>
                                </a:rPr>
                                <m:t>m</m:t>
                              </m:r>
                            </m:e>
                            <m:sub>
                              <m:r>
                                <a:rPr lang="de-DE" sz="1600" b="0" i="1" smtClean="0">
                                  <a:solidFill>
                                    <a:schemeClr val="bg1"/>
                                  </a:solidFill>
                                  <a:latin typeface="Cambria Math" panose="02040503050406030204" pitchFamily="18" charset="0"/>
                                </a:rPr>
                                <m:t>4</m:t>
                              </m:r>
                            </m:sub>
                          </m:sSub>
                        </m:oMath>
                      </m:oMathPara>
                    </a14:m>
                    <a:endParaRPr lang="en-US" sz="1600" dirty="0">
                      <a:solidFill>
                        <a:schemeClr val="bg1"/>
                      </a:solidFill>
                    </a:endParaRPr>
                  </a:p>
                </p:txBody>
              </p:sp>
            </mc:Choice>
            <mc:Fallback xmlns="">
              <p:sp>
                <p:nvSpPr>
                  <p:cNvPr id="34" name="TextBox 33">
                    <a:extLst>
                      <a:ext uri="{FF2B5EF4-FFF2-40B4-BE49-F238E27FC236}">
                        <a16:creationId xmlns:a16="http://schemas.microsoft.com/office/drawing/2014/main" id="{B8640B44-C564-4296-217C-0B091D498A50}"/>
                      </a:ext>
                    </a:extLst>
                  </p:cNvPr>
                  <p:cNvSpPr txBox="1">
                    <a:spLocks noRot="1" noChangeAspect="1" noMove="1" noResize="1" noEditPoints="1" noAdjustHandles="1" noChangeArrowheads="1" noChangeShapeType="1" noTextEdit="1"/>
                  </p:cNvSpPr>
                  <p:nvPr/>
                </p:nvSpPr>
                <p:spPr>
                  <a:xfrm>
                    <a:off x="3419061" y="1887881"/>
                    <a:ext cx="629078" cy="482264"/>
                  </a:xfrm>
                  <a:prstGeom prst="rect">
                    <a:avLst/>
                  </a:prstGeom>
                  <a:blipFill>
                    <a:blip r:embed="rId4"/>
                    <a:stretch>
                      <a:fillRect/>
                    </a:stretch>
                  </a:blipFill>
                </p:spPr>
                <p:txBody>
                  <a:bodyPr/>
                  <a:lstStyle/>
                  <a:p>
                    <a:r>
                      <a:rPr lang="en-US">
                        <a:noFill/>
                      </a:rPr>
                      <a:t> </a:t>
                    </a:r>
                  </a:p>
                </p:txBody>
              </p:sp>
            </mc:Fallback>
          </mc:AlternateContent>
          <p:sp>
            <p:nvSpPr>
              <p:cNvPr id="35" name="Oval 34">
                <a:extLst>
                  <a:ext uri="{FF2B5EF4-FFF2-40B4-BE49-F238E27FC236}">
                    <a16:creationId xmlns:a16="http://schemas.microsoft.com/office/drawing/2014/main" id="{CD395584-8D71-2EC6-044A-F1B4499B284F}"/>
                  </a:ext>
                </a:extLst>
              </p:cNvPr>
              <p:cNvSpPr>
                <a:spLocks noChangeAspect="1"/>
              </p:cNvSpPr>
              <p:nvPr/>
            </p:nvSpPr>
            <p:spPr>
              <a:xfrm>
                <a:off x="1315417" y="1484012"/>
                <a:ext cx="365760" cy="365760"/>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36" name="Oval 35">
                <a:extLst>
                  <a:ext uri="{FF2B5EF4-FFF2-40B4-BE49-F238E27FC236}">
                    <a16:creationId xmlns:a16="http://schemas.microsoft.com/office/drawing/2014/main" id="{09A541A6-A6CD-3E3C-C67D-D6F1871FDB64}"/>
                  </a:ext>
                </a:extLst>
              </p:cNvPr>
              <p:cNvSpPr>
                <a:spLocks noChangeAspect="1"/>
              </p:cNvSpPr>
              <p:nvPr/>
            </p:nvSpPr>
            <p:spPr>
              <a:xfrm>
                <a:off x="1326847" y="2951311"/>
                <a:ext cx="365760" cy="365760"/>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37" name="Oval 36">
                <a:extLst>
                  <a:ext uri="{FF2B5EF4-FFF2-40B4-BE49-F238E27FC236}">
                    <a16:creationId xmlns:a16="http://schemas.microsoft.com/office/drawing/2014/main" id="{2F1B90FF-2921-5471-0009-227385AC9A73}"/>
                  </a:ext>
                </a:extLst>
              </p:cNvPr>
              <p:cNvSpPr>
                <a:spLocks noChangeAspect="1"/>
              </p:cNvSpPr>
              <p:nvPr/>
            </p:nvSpPr>
            <p:spPr>
              <a:xfrm>
                <a:off x="2858467" y="2257891"/>
                <a:ext cx="365760" cy="365760"/>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cxnSp>
            <p:nvCxnSpPr>
              <p:cNvPr id="38" name="Straight Arrow Connector 37">
                <a:extLst>
                  <a:ext uri="{FF2B5EF4-FFF2-40B4-BE49-F238E27FC236}">
                    <a16:creationId xmlns:a16="http://schemas.microsoft.com/office/drawing/2014/main" id="{6C2DF129-8EC0-DE93-AB30-3E4B9F5853A2}"/>
                  </a:ext>
                </a:extLst>
              </p:cNvPr>
              <p:cNvCxnSpPr>
                <a:cxnSpLocks/>
                <a:stCxn id="36" idx="6"/>
                <a:endCxn id="37" idx="3"/>
              </p:cNvCxnSpPr>
              <p:nvPr/>
            </p:nvCxnSpPr>
            <p:spPr>
              <a:xfrm flipV="1">
                <a:off x="1692607" y="2570087"/>
                <a:ext cx="1219424" cy="564104"/>
              </a:xfrm>
              <a:prstGeom prst="straightConnector1">
                <a:avLst/>
              </a:prstGeom>
              <a:solidFill>
                <a:schemeClr val="bg1"/>
              </a:solidFill>
              <a:ln>
                <a:solidFill>
                  <a:schemeClr val="bg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39" name="Straight Arrow Connector 38">
                <a:extLst>
                  <a:ext uri="{FF2B5EF4-FFF2-40B4-BE49-F238E27FC236}">
                    <a16:creationId xmlns:a16="http://schemas.microsoft.com/office/drawing/2014/main" id="{5DF70F31-30D1-659C-51F1-B7327518926E}"/>
                  </a:ext>
                </a:extLst>
              </p:cNvPr>
              <p:cNvCxnSpPr>
                <a:stCxn id="35" idx="6"/>
                <a:endCxn id="37" idx="1"/>
              </p:cNvCxnSpPr>
              <p:nvPr/>
            </p:nvCxnSpPr>
            <p:spPr>
              <a:xfrm>
                <a:off x="1681177" y="1666892"/>
                <a:ext cx="1230854" cy="644563"/>
              </a:xfrm>
              <a:prstGeom prst="straightConnector1">
                <a:avLst/>
              </a:prstGeom>
              <a:solidFill>
                <a:schemeClr val="bg1"/>
              </a:solidFill>
              <a:ln>
                <a:solidFill>
                  <a:schemeClr val="bg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40" name="Straight Arrow Connector 39">
                <a:extLst>
                  <a:ext uri="{FF2B5EF4-FFF2-40B4-BE49-F238E27FC236}">
                    <a16:creationId xmlns:a16="http://schemas.microsoft.com/office/drawing/2014/main" id="{D4D8E2A3-AA5D-B11F-63FC-A31FA2573E87}"/>
                  </a:ext>
                </a:extLst>
              </p:cNvPr>
              <p:cNvCxnSpPr>
                <a:cxnSpLocks/>
              </p:cNvCxnSpPr>
              <p:nvPr/>
            </p:nvCxnSpPr>
            <p:spPr>
              <a:xfrm>
                <a:off x="515317" y="1666892"/>
                <a:ext cx="800100" cy="0"/>
              </a:xfrm>
              <a:prstGeom prst="straightConnector1">
                <a:avLst/>
              </a:prstGeom>
              <a:solidFill>
                <a:schemeClr val="bg1"/>
              </a:solidFill>
              <a:ln>
                <a:solidFill>
                  <a:schemeClr val="bg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41" name="Straight Arrow Connector 40">
                <a:extLst>
                  <a:ext uri="{FF2B5EF4-FFF2-40B4-BE49-F238E27FC236}">
                    <a16:creationId xmlns:a16="http://schemas.microsoft.com/office/drawing/2014/main" id="{1EE58497-0AC3-4C85-8E3F-3C944C97BD7D}"/>
                  </a:ext>
                </a:extLst>
              </p:cNvPr>
              <p:cNvCxnSpPr>
                <a:cxnSpLocks/>
                <a:endCxn id="36" idx="2"/>
              </p:cNvCxnSpPr>
              <p:nvPr/>
            </p:nvCxnSpPr>
            <p:spPr>
              <a:xfrm>
                <a:off x="515317" y="3134191"/>
                <a:ext cx="811530" cy="0"/>
              </a:xfrm>
              <a:prstGeom prst="straightConnector1">
                <a:avLst/>
              </a:prstGeom>
              <a:solidFill>
                <a:schemeClr val="bg1"/>
              </a:solidFill>
              <a:ln>
                <a:solidFill>
                  <a:schemeClr val="bg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42" name="Straight Arrow Connector 41">
                <a:extLst>
                  <a:ext uri="{FF2B5EF4-FFF2-40B4-BE49-F238E27FC236}">
                    <a16:creationId xmlns:a16="http://schemas.microsoft.com/office/drawing/2014/main" id="{453D914B-EBC9-4DCA-C4C4-472F11BD8670}"/>
                  </a:ext>
                </a:extLst>
              </p:cNvPr>
              <p:cNvCxnSpPr>
                <a:cxnSpLocks/>
              </p:cNvCxnSpPr>
              <p:nvPr/>
            </p:nvCxnSpPr>
            <p:spPr>
              <a:xfrm>
                <a:off x="3224227" y="2425082"/>
                <a:ext cx="800100" cy="0"/>
              </a:xfrm>
              <a:prstGeom prst="straightConnector1">
                <a:avLst/>
              </a:prstGeom>
              <a:solidFill>
                <a:schemeClr val="bg1"/>
              </a:solidFill>
              <a:ln>
                <a:solidFill>
                  <a:schemeClr val="bg1"/>
                </a:solidFill>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0F27555F-AD6B-8DAF-29DD-E1DEB25241FD}"/>
                      </a:ext>
                    </a:extLst>
                  </p:cNvPr>
                  <p:cNvSpPr txBox="1"/>
                  <p:nvPr/>
                </p:nvSpPr>
                <p:spPr>
                  <a:xfrm>
                    <a:off x="431855" y="1666892"/>
                    <a:ext cx="675668" cy="482264"/>
                  </a:xfrm>
                  <a:prstGeom prst="rect">
                    <a:avLst/>
                  </a:prstGeom>
                  <a:noFill/>
                </p:spPr>
                <p:txBody>
                  <a:bodyPr wrap="square">
                    <a:spAutoFit/>
                  </a:bodyPr>
                  <a:lstStyle/>
                  <a:p>
                    <a:pPr/>
                    <a14:m>
                      <m:oMathPara xmlns:m="http://schemas.openxmlformats.org/officeDocument/2006/math">
                        <m:oMathParaPr>
                          <m:jc m:val="left"/>
                        </m:oMathParaPr>
                        <m:oMath>
                          <m:sSub>
                            <m:sSubPr>
                              <m:ctrlPr>
                                <a:rPr lang="de-DE" sz="1600" b="0" i="1" smtClean="0">
                                  <a:solidFill>
                                    <a:schemeClr val="bg1"/>
                                  </a:solidFill>
                                  <a:latin typeface="Cambria Math" panose="02040503050406030204" pitchFamily="18" charset="0"/>
                                </a:rPr>
                              </m:ctrlPr>
                            </m:sSubPr>
                            <m:e>
                              <m:r>
                                <m:rPr>
                                  <m:sty m:val="p"/>
                                </m:rPr>
                                <a:rPr lang="de-DE" sz="1600" b="0" i="1" smtClean="0">
                                  <a:solidFill>
                                    <a:schemeClr val="bg1"/>
                                  </a:solidFill>
                                  <a:latin typeface="Cambria Math" panose="02040503050406030204" pitchFamily="18" charset="0"/>
                                </a:rPr>
                                <m:t>m</m:t>
                              </m:r>
                            </m:e>
                            <m:sub>
                              <m:r>
                                <a:rPr lang="de-DE" sz="1600" b="0" i="1" smtClean="0">
                                  <a:solidFill>
                                    <a:schemeClr val="bg1"/>
                                  </a:solidFill>
                                  <a:latin typeface="Cambria Math" panose="02040503050406030204" pitchFamily="18" charset="0"/>
                                </a:rPr>
                                <m:t>1</m:t>
                              </m:r>
                            </m:sub>
                          </m:sSub>
                        </m:oMath>
                      </m:oMathPara>
                    </a14:m>
                    <a:endParaRPr lang="en-US" sz="1600" dirty="0">
                      <a:solidFill>
                        <a:schemeClr val="bg1"/>
                      </a:solidFill>
                    </a:endParaRPr>
                  </a:p>
                </p:txBody>
              </p:sp>
            </mc:Choice>
            <mc:Fallback xmlns="">
              <p:sp>
                <p:nvSpPr>
                  <p:cNvPr id="43" name="TextBox 42">
                    <a:extLst>
                      <a:ext uri="{FF2B5EF4-FFF2-40B4-BE49-F238E27FC236}">
                        <a16:creationId xmlns:a16="http://schemas.microsoft.com/office/drawing/2014/main" id="{0F27555F-AD6B-8DAF-29DD-E1DEB25241FD}"/>
                      </a:ext>
                    </a:extLst>
                  </p:cNvPr>
                  <p:cNvSpPr txBox="1">
                    <a:spLocks noRot="1" noChangeAspect="1" noMove="1" noResize="1" noEditPoints="1" noAdjustHandles="1" noChangeArrowheads="1" noChangeShapeType="1" noTextEdit="1"/>
                  </p:cNvSpPr>
                  <p:nvPr/>
                </p:nvSpPr>
                <p:spPr>
                  <a:xfrm>
                    <a:off x="431855" y="1666892"/>
                    <a:ext cx="675668" cy="482264"/>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C803C8B0-945C-68BD-EF65-1DC539AA81F4}"/>
                      </a:ext>
                    </a:extLst>
                  </p:cNvPr>
                  <p:cNvSpPr txBox="1"/>
                  <p:nvPr/>
                </p:nvSpPr>
                <p:spPr>
                  <a:xfrm>
                    <a:off x="2298433" y="2903358"/>
                    <a:ext cx="641032" cy="482264"/>
                  </a:xfrm>
                  <a:prstGeom prst="rect">
                    <a:avLst/>
                  </a:prstGeom>
                  <a:noFill/>
                  <a:ln w="19050">
                    <a:solidFill>
                      <a:srgbClr val="C00000"/>
                    </a:solidFill>
                  </a:ln>
                </p:spPr>
                <p:txBody>
                  <a:bodyPr wrap="square">
                    <a:spAutoFit/>
                  </a:bodyPr>
                  <a:lstStyle/>
                  <a:p>
                    <a:pPr/>
                    <a14:m>
                      <m:oMathPara xmlns:m="http://schemas.openxmlformats.org/officeDocument/2006/math">
                        <m:oMath>
                          <m:sSub>
                            <m:sSubPr>
                              <m:ctrlPr>
                                <a:rPr lang="de-DE" sz="1600" b="1" i="1" smtClean="0">
                                  <a:solidFill>
                                    <a:schemeClr val="bg1"/>
                                  </a:solidFill>
                                  <a:latin typeface="Cambria Math" panose="02040503050406030204" pitchFamily="18" charset="0"/>
                                </a:rPr>
                              </m:ctrlPr>
                            </m:sSubPr>
                            <m:e>
                              <m:r>
                                <a:rPr lang="de-DE" sz="1600" b="1" i="1" smtClean="0">
                                  <a:solidFill>
                                    <a:schemeClr val="bg1"/>
                                  </a:solidFill>
                                  <a:latin typeface="Cambria Math" panose="02040503050406030204" pitchFamily="18" charset="0"/>
                                </a:rPr>
                                <m:t>𝒎</m:t>
                              </m:r>
                            </m:e>
                            <m:sub>
                              <m:r>
                                <a:rPr lang="de-DE" sz="1600" b="1" i="0" smtClean="0">
                                  <a:solidFill>
                                    <a:schemeClr val="bg1"/>
                                  </a:solidFill>
                                  <a:latin typeface="Cambria Math" panose="02040503050406030204" pitchFamily="18" charset="0"/>
                                </a:rPr>
                                <m:t>𝐳</m:t>
                              </m:r>
                            </m:sub>
                          </m:sSub>
                        </m:oMath>
                      </m:oMathPara>
                    </a14:m>
                    <a:endParaRPr lang="en-US" sz="1600" b="1" dirty="0">
                      <a:solidFill>
                        <a:schemeClr val="bg1"/>
                      </a:solidFill>
                    </a:endParaRPr>
                  </a:p>
                </p:txBody>
              </p:sp>
            </mc:Choice>
            <mc:Fallback xmlns="">
              <p:sp>
                <p:nvSpPr>
                  <p:cNvPr id="44" name="TextBox 43">
                    <a:extLst>
                      <a:ext uri="{FF2B5EF4-FFF2-40B4-BE49-F238E27FC236}">
                        <a16:creationId xmlns:a16="http://schemas.microsoft.com/office/drawing/2014/main" id="{C803C8B0-945C-68BD-EF65-1DC539AA81F4}"/>
                      </a:ext>
                    </a:extLst>
                  </p:cNvPr>
                  <p:cNvSpPr txBox="1">
                    <a:spLocks noRot="1" noChangeAspect="1" noMove="1" noResize="1" noEditPoints="1" noAdjustHandles="1" noChangeArrowheads="1" noChangeShapeType="1" noTextEdit="1"/>
                  </p:cNvSpPr>
                  <p:nvPr/>
                </p:nvSpPr>
                <p:spPr>
                  <a:xfrm>
                    <a:off x="2298433" y="2903358"/>
                    <a:ext cx="641032" cy="482264"/>
                  </a:xfrm>
                  <a:prstGeom prst="rect">
                    <a:avLst/>
                  </a:prstGeom>
                  <a:blipFill>
                    <a:blip r:embed="rId6"/>
                    <a:stretch>
                      <a:fillRect/>
                    </a:stretch>
                  </a:blipFill>
                  <a:ln w="19050">
                    <a:solidFill>
                      <a:srgbClr val="C00000"/>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1D6EFC8C-9700-D71B-F9FB-6B17274F59A2}"/>
                      </a:ext>
                    </a:extLst>
                  </p:cNvPr>
                  <p:cNvSpPr txBox="1"/>
                  <p:nvPr/>
                </p:nvSpPr>
                <p:spPr>
                  <a:xfrm>
                    <a:off x="465983" y="2632489"/>
                    <a:ext cx="740342" cy="482264"/>
                  </a:xfrm>
                  <a:prstGeom prst="rect">
                    <a:avLst/>
                  </a:prstGeom>
                  <a:noFill/>
                </p:spPr>
                <p:txBody>
                  <a:bodyPr wrap="square">
                    <a:spAutoFit/>
                  </a:bodyPr>
                  <a:lstStyle/>
                  <a:p>
                    <a:pPr/>
                    <a14:m>
                      <m:oMathPara xmlns:m="http://schemas.openxmlformats.org/officeDocument/2006/math">
                        <m:oMathParaPr>
                          <m:jc m:val="left"/>
                        </m:oMathParaPr>
                        <m:oMath>
                          <m:sSub>
                            <m:sSubPr>
                              <m:ctrlPr>
                                <a:rPr lang="de-DE" sz="1600" b="0" i="1" smtClean="0">
                                  <a:solidFill>
                                    <a:schemeClr val="bg1"/>
                                  </a:solidFill>
                                  <a:latin typeface="Cambria Math" panose="02040503050406030204" pitchFamily="18" charset="0"/>
                                </a:rPr>
                              </m:ctrlPr>
                            </m:sSubPr>
                            <m:e>
                              <m:r>
                                <m:rPr>
                                  <m:sty m:val="p"/>
                                </m:rPr>
                                <a:rPr lang="de-DE" sz="1600" b="0" i="1" smtClean="0">
                                  <a:solidFill>
                                    <a:schemeClr val="bg1"/>
                                  </a:solidFill>
                                  <a:latin typeface="Cambria Math" panose="02040503050406030204" pitchFamily="18" charset="0"/>
                                </a:rPr>
                                <m:t>m</m:t>
                              </m:r>
                            </m:e>
                            <m:sub>
                              <m:r>
                                <a:rPr lang="de-DE" sz="1600" b="0" i="1" smtClean="0">
                                  <a:solidFill>
                                    <a:schemeClr val="bg1"/>
                                  </a:solidFill>
                                  <a:latin typeface="Cambria Math" panose="02040503050406030204" pitchFamily="18" charset="0"/>
                                </a:rPr>
                                <m:t>2</m:t>
                              </m:r>
                            </m:sub>
                          </m:sSub>
                        </m:oMath>
                      </m:oMathPara>
                    </a14:m>
                    <a:endParaRPr lang="en-US" sz="1600" dirty="0">
                      <a:solidFill>
                        <a:schemeClr val="bg1"/>
                      </a:solidFill>
                    </a:endParaRPr>
                  </a:p>
                </p:txBody>
              </p:sp>
            </mc:Choice>
            <mc:Fallback xmlns="">
              <p:sp>
                <p:nvSpPr>
                  <p:cNvPr id="45" name="TextBox 44">
                    <a:extLst>
                      <a:ext uri="{FF2B5EF4-FFF2-40B4-BE49-F238E27FC236}">
                        <a16:creationId xmlns:a16="http://schemas.microsoft.com/office/drawing/2014/main" id="{1D6EFC8C-9700-D71B-F9FB-6B17274F59A2}"/>
                      </a:ext>
                    </a:extLst>
                  </p:cNvPr>
                  <p:cNvSpPr txBox="1">
                    <a:spLocks noRot="1" noChangeAspect="1" noMove="1" noResize="1" noEditPoints="1" noAdjustHandles="1" noChangeArrowheads="1" noChangeShapeType="1" noTextEdit="1"/>
                  </p:cNvSpPr>
                  <p:nvPr/>
                </p:nvSpPr>
                <p:spPr>
                  <a:xfrm>
                    <a:off x="465983" y="2632489"/>
                    <a:ext cx="740342" cy="482264"/>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D8258DD7-F843-00AC-1646-EBEC2EACBD9F}"/>
                      </a:ext>
                    </a:extLst>
                  </p:cNvPr>
                  <p:cNvSpPr txBox="1"/>
                  <p:nvPr/>
                </p:nvSpPr>
                <p:spPr>
                  <a:xfrm>
                    <a:off x="2121068" y="1391826"/>
                    <a:ext cx="651146" cy="482264"/>
                  </a:xfrm>
                  <a:prstGeom prst="rect">
                    <a:avLst/>
                  </a:prstGeom>
                  <a:noFill/>
                  <a:ln w="19050">
                    <a:solidFill>
                      <a:srgbClr val="C00000"/>
                    </a:solidFill>
                  </a:ln>
                </p:spPr>
                <p:txBody>
                  <a:bodyPr wrap="square">
                    <a:spAutoFit/>
                  </a:bodyPr>
                  <a:lstStyle/>
                  <a:p>
                    <a:pPr/>
                    <a14:m>
                      <m:oMathPara xmlns:m="http://schemas.openxmlformats.org/officeDocument/2006/math">
                        <m:oMath>
                          <m:sSub>
                            <m:sSubPr>
                              <m:ctrlPr>
                                <a:rPr lang="de-DE" sz="1600" b="1" i="1" smtClean="0">
                                  <a:solidFill>
                                    <a:schemeClr val="bg1"/>
                                  </a:solidFill>
                                  <a:latin typeface="Cambria Math" panose="02040503050406030204" pitchFamily="18" charset="0"/>
                                </a:rPr>
                              </m:ctrlPr>
                            </m:sSubPr>
                            <m:e>
                              <m:r>
                                <a:rPr lang="de-DE" sz="1600" b="1" i="1" smtClean="0">
                                  <a:solidFill>
                                    <a:schemeClr val="bg1"/>
                                  </a:solidFill>
                                  <a:latin typeface="Cambria Math" panose="02040503050406030204" pitchFamily="18" charset="0"/>
                                </a:rPr>
                                <m:t>𝒎</m:t>
                              </m:r>
                            </m:e>
                            <m:sub>
                              <m:r>
                                <a:rPr lang="de-DE" sz="1600" b="1" i="1" smtClean="0">
                                  <a:solidFill>
                                    <a:schemeClr val="bg1"/>
                                  </a:solidFill>
                                  <a:latin typeface="Cambria Math" panose="02040503050406030204" pitchFamily="18" charset="0"/>
                                </a:rPr>
                                <m:t>𝒛</m:t>
                              </m:r>
                            </m:sub>
                          </m:sSub>
                        </m:oMath>
                      </m:oMathPara>
                    </a14:m>
                    <a:endParaRPr lang="en-US" sz="1600" b="1" dirty="0">
                      <a:solidFill>
                        <a:schemeClr val="bg1"/>
                      </a:solidFill>
                    </a:endParaRPr>
                  </a:p>
                </p:txBody>
              </p:sp>
            </mc:Choice>
            <mc:Fallback xmlns="">
              <p:sp>
                <p:nvSpPr>
                  <p:cNvPr id="46" name="TextBox 45">
                    <a:extLst>
                      <a:ext uri="{FF2B5EF4-FFF2-40B4-BE49-F238E27FC236}">
                        <a16:creationId xmlns:a16="http://schemas.microsoft.com/office/drawing/2014/main" id="{D8258DD7-F843-00AC-1646-EBEC2EACBD9F}"/>
                      </a:ext>
                    </a:extLst>
                  </p:cNvPr>
                  <p:cNvSpPr txBox="1">
                    <a:spLocks noRot="1" noChangeAspect="1" noMove="1" noResize="1" noEditPoints="1" noAdjustHandles="1" noChangeArrowheads="1" noChangeShapeType="1" noTextEdit="1"/>
                  </p:cNvSpPr>
                  <p:nvPr/>
                </p:nvSpPr>
                <p:spPr>
                  <a:xfrm>
                    <a:off x="2121068" y="1391826"/>
                    <a:ext cx="651146" cy="482264"/>
                  </a:xfrm>
                  <a:prstGeom prst="rect">
                    <a:avLst/>
                  </a:prstGeom>
                  <a:blipFill>
                    <a:blip r:embed="rId8"/>
                    <a:stretch>
                      <a:fillRect/>
                    </a:stretch>
                  </a:blipFill>
                  <a:ln w="19050">
                    <a:solidFill>
                      <a:srgbClr val="C00000"/>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FCAD0005-D28A-F12E-F7F7-AA531253C494}"/>
                      </a:ext>
                    </a:extLst>
                  </p:cNvPr>
                  <p:cNvSpPr txBox="1"/>
                  <p:nvPr/>
                </p:nvSpPr>
                <p:spPr>
                  <a:xfrm>
                    <a:off x="1057861" y="1831144"/>
                    <a:ext cx="970607" cy="482264"/>
                  </a:xfrm>
                  <a:prstGeom prst="rect">
                    <a:avLst/>
                  </a:prstGeom>
                  <a:noFill/>
                </p:spPr>
                <p:txBody>
                  <a:bodyPr wrap="square">
                    <a:spAutoFit/>
                  </a:bodyPr>
                  <a:lstStyle/>
                  <a:p>
                    <a:pPr/>
                    <a14:m>
                      <m:oMathPara xmlns:m="http://schemas.openxmlformats.org/officeDocument/2006/math">
                        <m:oMath>
                          <m:sSub>
                            <m:sSubPr>
                              <m:ctrlPr>
                                <a:rPr lang="de-DE" sz="1600" b="0" i="1" smtClean="0">
                                  <a:solidFill>
                                    <a:schemeClr val="bg1"/>
                                  </a:solidFill>
                                  <a:latin typeface="Cambria Math" panose="02040503050406030204" pitchFamily="18" charset="0"/>
                                </a:rPr>
                              </m:ctrlPr>
                            </m:sSubPr>
                            <m:e>
                              <m:r>
                                <m:rPr>
                                  <m:sty m:val="p"/>
                                </m:rPr>
                                <a:rPr lang="de-DE" sz="1600" b="0" i="1" smtClean="0">
                                  <a:solidFill>
                                    <a:schemeClr val="bg1"/>
                                  </a:solidFill>
                                  <a:latin typeface="Cambria Math" panose="02040503050406030204" pitchFamily="18" charset="0"/>
                                </a:rPr>
                                <m:t>r</m:t>
                              </m:r>
                            </m:e>
                            <m:sub>
                              <m:r>
                                <a:rPr lang="de-DE" sz="1600" b="0" i="1" smtClean="0">
                                  <a:solidFill>
                                    <a:schemeClr val="bg1"/>
                                  </a:solidFill>
                                  <a:latin typeface="Cambria Math" panose="02040503050406030204" pitchFamily="18" charset="0"/>
                                </a:rPr>
                                <m:t>1</m:t>
                              </m:r>
                            </m:sub>
                          </m:sSub>
                        </m:oMath>
                      </m:oMathPara>
                    </a14:m>
                    <a:endParaRPr lang="en-US" sz="1600" dirty="0">
                      <a:solidFill>
                        <a:schemeClr val="bg1"/>
                      </a:solidFill>
                    </a:endParaRPr>
                  </a:p>
                </p:txBody>
              </p:sp>
            </mc:Choice>
            <mc:Fallback xmlns="">
              <p:sp>
                <p:nvSpPr>
                  <p:cNvPr id="47" name="TextBox 46">
                    <a:extLst>
                      <a:ext uri="{FF2B5EF4-FFF2-40B4-BE49-F238E27FC236}">
                        <a16:creationId xmlns:a16="http://schemas.microsoft.com/office/drawing/2014/main" id="{FCAD0005-D28A-F12E-F7F7-AA531253C494}"/>
                      </a:ext>
                    </a:extLst>
                  </p:cNvPr>
                  <p:cNvSpPr txBox="1">
                    <a:spLocks noRot="1" noChangeAspect="1" noMove="1" noResize="1" noEditPoints="1" noAdjustHandles="1" noChangeArrowheads="1" noChangeShapeType="1" noTextEdit="1"/>
                  </p:cNvSpPr>
                  <p:nvPr/>
                </p:nvSpPr>
                <p:spPr>
                  <a:xfrm>
                    <a:off x="1057861" y="1831144"/>
                    <a:ext cx="970607" cy="482264"/>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4021F2A5-6F44-C8F8-B892-FC8816B90930}"/>
                      </a:ext>
                    </a:extLst>
                  </p:cNvPr>
                  <p:cNvSpPr txBox="1"/>
                  <p:nvPr/>
                </p:nvSpPr>
                <p:spPr>
                  <a:xfrm>
                    <a:off x="1086781" y="2439570"/>
                    <a:ext cx="970607" cy="482264"/>
                  </a:xfrm>
                  <a:prstGeom prst="rect">
                    <a:avLst/>
                  </a:prstGeom>
                  <a:noFill/>
                </p:spPr>
                <p:txBody>
                  <a:bodyPr wrap="square">
                    <a:spAutoFit/>
                  </a:bodyPr>
                  <a:lstStyle/>
                  <a:p>
                    <a:pPr/>
                    <a14:m>
                      <m:oMathPara xmlns:m="http://schemas.openxmlformats.org/officeDocument/2006/math">
                        <m:oMath>
                          <m:sSub>
                            <m:sSubPr>
                              <m:ctrlPr>
                                <a:rPr lang="de-DE" sz="1600" b="0" i="1" smtClean="0">
                                  <a:solidFill>
                                    <a:schemeClr val="bg1"/>
                                  </a:solidFill>
                                  <a:latin typeface="Cambria Math" panose="02040503050406030204" pitchFamily="18" charset="0"/>
                                </a:rPr>
                              </m:ctrlPr>
                            </m:sSubPr>
                            <m:e>
                              <m:r>
                                <m:rPr>
                                  <m:sty m:val="p"/>
                                </m:rPr>
                                <a:rPr lang="de-DE" sz="1600" b="0" i="1" smtClean="0">
                                  <a:solidFill>
                                    <a:schemeClr val="bg1"/>
                                  </a:solidFill>
                                  <a:latin typeface="Cambria Math" panose="02040503050406030204" pitchFamily="18" charset="0"/>
                                </a:rPr>
                                <m:t>r</m:t>
                              </m:r>
                            </m:e>
                            <m:sub>
                              <m:r>
                                <a:rPr lang="de-DE" sz="1600" b="0" i="1" smtClean="0">
                                  <a:solidFill>
                                    <a:schemeClr val="bg1"/>
                                  </a:solidFill>
                                  <a:latin typeface="Cambria Math" panose="02040503050406030204" pitchFamily="18" charset="0"/>
                                </a:rPr>
                                <m:t>2</m:t>
                              </m:r>
                            </m:sub>
                          </m:sSub>
                        </m:oMath>
                      </m:oMathPara>
                    </a14:m>
                    <a:endParaRPr lang="en-US" sz="1600" dirty="0">
                      <a:solidFill>
                        <a:schemeClr val="bg1"/>
                      </a:solidFill>
                    </a:endParaRPr>
                  </a:p>
                </p:txBody>
              </p:sp>
            </mc:Choice>
            <mc:Fallback xmlns="">
              <p:sp>
                <p:nvSpPr>
                  <p:cNvPr id="48" name="TextBox 47">
                    <a:extLst>
                      <a:ext uri="{FF2B5EF4-FFF2-40B4-BE49-F238E27FC236}">
                        <a16:creationId xmlns:a16="http://schemas.microsoft.com/office/drawing/2014/main" id="{4021F2A5-6F44-C8F8-B892-FC8816B90930}"/>
                      </a:ext>
                    </a:extLst>
                  </p:cNvPr>
                  <p:cNvSpPr txBox="1">
                    <a:spLocks noRot="1" noChangeAspect="1" noMove="1" noResize="1" noEditPoints="1" noAdjustHandles="1" noChangeArrowheads="1" noChangeShapeType="1" noTextEdit="1"/>
                  </p:cNvSpPr>
                  <p:nvPr/>
                </p:nvSpPr>
                <p:spPr>
                  <a:xfrm>
                    <a:off x="1086781" y="2439570"/>
                    <a:ext cx="970607" cy="482264"/>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0620BAE1-1E9B-43EA-64AA-747A6FA0716F}"/>
                      </a:ext>
                    </a:extLst>
                  </p:cNvPr>
                  <p:cNvSpPr txBox="1"/>
                  <p:nvPr/>
                </p:nvSpPr>
                <p:spPr>
                  <a:xfrm>
                    <a:off x="2871649" y="1730967"/>
                    <a:ext cx="480274" cy="482264"/>
                  </a:xfrm>
                  <a:prstGeom prst="rect">
                    <a:avLst/>
                  </a:prstGeom>
                  <a:noFill/>
                </p:spPr>
                <p:txBody>
                  <a:bodyPr wrap="square">
                    <a:spAutoFit/>
                  </a:bodyPr>
                  <a:lstStyle/>
                  <a:p>
                    <a:pPr/>
                    <a14:m>
                      <m:oMathPara xmlns:m="http://schemas.openxmlformats.org/officeDocument/2006/math">
                        <m:oMath>
                          <m:sSub>
                            <m:sSubPr>
                              <m:ctrlPr>
                                <a:rPr lang="de-DE" sz="1600" b="0" i="1" smtClean="0">
                                  <a:solidFill>
                                    <a:schemeClr val="bg1"/>
                                  </a:solidFill>
                                  <a:latin typeface="Cambria Math" panose="02040503050406030204" pitchFamily="18" charset="0"/>
                                </a:rPr>
                              </m:ctrlPr>
                            </m:sSubPr>
                            <m:e>
                              <m:r>
                                <m:rPr>
                                  <m:sty m:val="p"/>
                                </m:rPr>
                                <a:rPr lang="de-DE" sz="1600" b="0" i="1" smtClean="0">
                                  <a:solidFill>
                                    <a:schemeClr val="bg1"/>
                                  </a:solidFill>
                                  <a:latin typeface="Cambria Math" panose="02040503050406030204" pitchFamily="18" charset="0"/>
                                </a:rPr>
                                <m:t>r</m:t>
                              </m:r>
                            </m:e>
                            <m:sub>
                              <m:r>
                                <a:rPr lang="de-DE" sz="1600" b="0" i="1" smtClean="0">
                                  <a:solidFill>
                                    <a:schemeClr val="bg1"/>
                                  </a:solidFill>
                                  <a:latin typeface="Cambria Math" panose="02040503050406030204" pitchFamily="18" charset="0"/>
                                </a:rPr>
                                <m:t>3</m:t>
                              </m:r>
                            </m:sub>
                          </m:sSub>
                        </m:oMath>
                      </m:oMathPara>
                    </a14:m>
                    <a:endParaRPr lang="en-US" sz="1600" dirty="0">
                      <a:solidFill>
                        <a:schemeClr val="bg1"/>
                      </a:solidFill>
                    </a:endParaRPr>
                  </a:p>
                </p:txBody>
              </p:sp>
            </mc:Choice>
            <mc:Fallback xmlns="">
              <p:sp>
                <p:nvSpPr>
                  <p:cNvPr id="49" name="TextBox 48">
                    <a:extLst>
                      <a:ext uri="{FF2B5EF4-FFF2-40B4-BE49-F238E27FC236}">
                        <a16:creationId xmlns:a16="http://schemas.microsoft.com/office/drawing/2014/main" id="{0620BAE1-1E9B-43EA-64AA-747A6FA0716F}"/>
                      </a:ext>
                    </a:extLst>
                  </p:cNvPr>
                  <p:cNvSpPr txBox="1">
                    <a:spLocks noRot="1" noChangeAspect="1" noMove="1" noResize="1" noEditPoints="1" noAdjustHandles="1" noChangeArrowheads="1" noChangeShapeType="1" noTextEdit="1"/>
                  </p:cNvSpPr>
                  <p:nvPr/>
                </p:nvSpPr>
                <p:spPr>
                  <a:xfrm>
                    <a:off x="2871649" y="1730967"/>
                    <a:ext cx="480274" cy="482264"/>
                  </a:xfrm>
                  <a:prstGeom prst="rect">
                    <a:avLst/>
                  </a:prstGeom>
                  <a:blipFill>
                    <a:blip r:embed="rId11"/>
                    <a:stretch>
                      <a:fillRect/>
                    </a:stretch>
                  </a:blipFill>
                </p:spPr>
                <p:txBody>
                  <a:bodyPr/>
                  <a:lstStyle/>
                  <a:p>
                    <a:r>
                      <a:rPr lang="en-US">
                        <a:noFill/>
                      </a:rPr>
                      <a:t> </a:t>
                    </a:r>
                  </a:p>
                </p:txBody>
              </p:sp>
            </mc:Fallback>
          </mc:AlternateContent>
        </p:grpSp>
      </p:grpSp>
      <p:sp>
        <p:nvSpPr>
          <p:cNvPr id="50" name="TextBox 49">
            <a:extLst>
              <a:ext uri="{FF2B5EF4-FFF2-40B4-BE49-F238E27FC236}">
                <a16:creationId xmlns:a16="http://schemas.microsoft.com/office/drawing/2014/main" id="{7BA293E9-9185-6E4F-E81E-B1966326174C}"/>
              </a:ext>
            </a:extLst>
          </p:cNvPr>
          <p:cNvSpPr txBox="1"/>
          <p:nvPr/>
        </p:nvSpPr>
        <p:spPr>
          <a:xfrm>
            <a:off x="2880475" y="53233"/>
            <a:ext cx="1290738" cy="369332"/>
          </a:xfrm>
          <a:prstGeom prst="rect">
            <a:avLst/>
          </a:prstGeom>
          <a:noFill/>
        </p:spPr>
        <p:txBody>
          <a:bodyPr wrap="none" rtlCol="0">
            <a:spAutoFit/>
          </a:bodyPr>
          <a:lstStyle/>
          <a:p>
            <a:r>
              <a:rPr lang="en-US" dirty="0"/>
              <a:t>Reaction 1 </a:t>
            </a:r>
          </a:p>
        </p:txBody>
      </p:sp>
      <p:pic>
        <p:nvPicPr>
          <p:cNvPr id="51" name="Picture 50" descr="A diagram of dna sequence&#10;&#10;AI-generated content may be incorrect.">
            <a:extLst>
              <a:ext uri="{FF2B5EF4-FFF2-40B4-BE49-F238E27FC236}">
                <a16:creationId xmlns:a16="http://schemas.microsoft.com/office/drawing/2014/main" id="{A0ED6B0A-41D7-23DF-FB14-C4465E4E596C}"/>
              </a:ext>
            </a:extLst>
          </p:cNvPr>
          <p:cNvPicPr>
            <a:picLocks noChangeAspect="1"/>
          </p:cNvPicPr>
          <p:nvPr/>
        </p:nvPicPr>
        <p:blipFill>
          <a:blip r:embed="rId12"/>
          <a:stretch>
            <a:fillRect/>
          </a:stretch>
        </p:blipFill>
        <p:spPr>
          <a:xfrm>
            <a:off x="120761" y="1606269"/>
            <a:ext cx="2916786" cy="3091475"/>
          </a:xfrm>
          <a:prstGeom prst="rect">
            <a:avLst/>
          </a:prstGeom>
        </p:spPr>
      </p:pic>
      <p:sp>
        <p:nvSpPr>
          <p:cNvPr id="53" name="TextBox 52">
            <a:extLst>
              <a:ext uri="{FF2B5EF4-FFF2-40B4-BE49-F238E27FC236}">
                <a16:creationId xmlns:a16="http://schemas.microsoft.com/office/drawing/2014/main" id="{50EB439C-EAB6-7789-92FC-64AE859620AC}"/>
              </a:ext>
            </a:extLst>
          </p:cNvPr>
          <p:cNvSpPr txBox="1"/>
          <p:nvPr/>
        </p:nvSpPr>
        <p:spPr>
          <a:xfrm>
            <a:off x="6969059" y="0"/>
            <a:ext cx="1290738" cy="369332"/>
          </a:xfrm>
          <a:prstGeom prst="rect">
            <a:avLst/>
          </a:prstGeom>
          <a:noFill/>
        </p:spPr>
        <p:txBody>
          <a:bodyPr wrap="none" rtlCol="0">
            <a:spAutoFit/>
          </a:bodyPr>
          <a:lstStyle/>
          <a:p>
            <a:r>
              <a:rPr lang="en-US" dirty="0"/>
              <a:t>Reaction 2 </a:t>
            </a:r>
          </a:p>
        </p:txBody>
      </p:sp>
      <p:sp>
        <p:nvSpPr>
          <p:cNvPr id="55" name="TextBox 54">
            <a:extLst>
              <a:ext uri="{FF2B5EF4-FFF2-40B4-BE49-F238E27FC236}">
                <a16:creationId xmlns:a16="http://schemas.microsoft.com/office/drawing/2014/main" id="{4C9A963E-FFCD-5C8D-6835-0AB284DDCE29}"/>
              </a:ext>
            </a:extLst>
          </p:cNvPr>
          <p:cNvSpPr txBox="1"/>
          <p:nvPr/>
        </p:nvSpPr>
        <p:spPr>
          <a:xfrm>
            <a:off x="4280350" y="635072"/>
            <a:ext cx="1694318" cy="369332"/>
          </a:xfrm>
          <a:prstGeom prst="rect">
            <a:avLst/>
          </a:prstGeom>
          <a:noFill/>
        </p:spPr>
        <p:txBody>
          <a:bodyPr wrap="square">
            <a:spAutoFit/>
          </a:bodyPr>
          <a:lstStyle/>
          <a:p>
            <a:r>
              <a:rPr lang="es-ES" b="0" i="0" dirty="0">
                <a:effectLst/>
                <a:latin typeface="Menlo"/>
                <a:hlinkClick r:id="rId13"/>
              </a:rPr>
              <a:t>YPL214C (THI6)</a:t>
            </a:r>
            <a:endParaRPr lang="en-US" dirty="0"/>
          </a:p>
        </p:txBody>
      </p:sp>
      <p:sp>
        <p:nvSpPr>
          <p:cNvPr id="57" name="TextBox 56">
            <a:extLst>
              <a:ext uri="{FF2B5EF4-FFF2-40B4-BE49-F238E27FC236}">
                <a16:creationId xmlns:a16="http://schemas.microsoft.com/office/drawing/2014/main" id="{3B02CB41-0232-245B-CA26-2987E2366761}"/>
              </a:ext>
            </a:extLst>
          </p:cNvPr>
          <p:cNvSpPr txBox="1"/>
          <p:nvPr/>
        </p:nvSpPr>
        <p:spPr>
          <a:xfrm>
            <a:off x="8204752" y="573356"/>
            <a:ext cx="1825368" cy="369332"/>
          </a:xfrm>
          <a:prstGeom prst="rect">
            <a:avLst/>
          </a:prstGeom>
          <a:noFill/>
        </p:spPr>
        <p:txBody>
          <a:bodyPr wrap="square">
            <a:spAutoFit/>
          </a:bodyPr>
          <a:lstStyle/>
          <a:p>
            <a:r>
              <a:rPr lang="es-ES" b="0" i="0" dirty="0">
                <a:effectLst/>
                <a:latin typeface="Menlo"/>
                <a:hlinkClick r:id="rId14"/>
              </a:rPr>
              <a:t>YGR144W (THI4)</a:t>
            </a:r>
            <a:endParaRPr lang="en-US" dirty="0"/>
          </a:p>
        </p:txBody>
      </p:sp>
      <p:sp>
        <p:nvSpPr>
          <p:cNvPr id="4" name="Title 3">
            <a:extLst>
              <a:ext uri="{FF2B5EF4-FFF2-40B4-BE49-F238E27FC236}">
                <a16:creationId xmlns:a16="http://schemas.microsoft.com/office/drawing/2014/main" id="{2C323123-73EA-33DB-90F1-8CBA4153DBB2}"/>
              </a:ext>
            </a:extLst>
          </p:cNvPr>
          <p:cNvSpPr>
            <a:spLocks noGrp="1"/>
          </p:cNvSpPr>
          <p:nvPr>
            <p:ph type="title"/>
          </p:nvPr>
        </p:nvSpPr>
        <p:spPr>
          <a:xfrm>
            <a:off x="9199" y="59081"/>
            <a:ext cx="3139911" cy="755065"/>
          </a:xfrm>
        </p:spPr>
        <p:txBody>
          <a:bodyPr>
            <a:normAutofit/>
          </a:bodyPr>
          <a:lstStyle/>
          <a:p>
            <a:r>
              <a:rPr lang="en-US" sz="3600" dirty="0"/>
              <a:t>Enzymes</a:t>
            </a:r>
          </a:p>
        </p:txBody>
      </p:sp>
      <p:sp>
        <p:nvSpPr>
          <p:cNvPr id="6" name="TextBox 5">
            <a:extLst>
              <a:ext uri="{FF2B5EF4-FFF2-40B4-BE49-F238E27FC236}">
                <a16:creationId xmlns:a16="http://schemas.microsoft.com/office/drawing/2014/main" id="{E4AB3561-0988-0221-FEAD-D3304EC6023B}"/>
              </a:ext>
            </a:extLst>
          </p:cNvPr>
          <p:cNvSpPr txBox="1"/>
          <p:nvPr/>
        </p:nvSpPr>
        <p:spPr>
          <a:xfrm>
            <a:off x="3373028" y="635072"/>
            <a:ext cx="718466" cy="369332"/>
          </a:xfrm>
          <a:prstGeom prst="rect">
            <a:avLst/>
          </a:prstGeom>
          <a:noFill/>
        </p:spPr>
        <p:txBody>
          <a:bodyPr wrap="none" rtlCol="0">
            <a:spAutoFit/>
          </a:bodyPr>
          <a:lstStyle/>
          <a:p>
            <a:r>
              <a:rPr lang="en-US" dirty="0"/>
              <a:t>Gene</a:t>
            </a:r>
          </a:p>
        </p:txBody>
      </p:sp>
      <p:sp>
        <p:nvSpPr>
          <p:cNvPr id="7" name="TextBox 6">
            <a:extLst>
              <a:ext uri="{FF2B5EF4-FFF2-40B4-BE49-F238E27FC236}">
                <a16:creationId xmlns:a16="http://schemas.microsoft.com/office/drawing/2014/main" id="{008D5721-8CD6-9079-9756-C0FD953E1571}"/>
              </a:ext>
            </a:extLst>
          </p:cNvPr>
          <p:cNvSpPr txBox="1"/>
          <p:nvPr/>
        </p:nvSpPr>
        <p:spPr>
          <a:xfrm>
            <a:off x="2951834" y="1121859"/>
            <a:ext cx="1074590" cy="369332"/>
          </a:xfrm>
          <a:prstGeom prst="rect">
            <a:avLst/>
          </a:prstGeom>
          <a:noFill/>
        </p:spPr>
        <p:txBody>
          <a:bodyPr wrap="none" rtlCol="0">
            <a:spAutoFit/>
          </a:bodyPr>
          <a:lstStyle/>
          <a:p>
            <a:r>
              <a:rPr lang="en-US" dirty="0"/>
              <a:t>Enzymes</a:t>
            </a:r>
          </a:p>
        </p:txBody>
      </p:sp>
      <p:pic>
        <p:nvPicPr>
          <p:cNvPr id="16" name="Picture 15">
            <a:extLst>
              <a:ext uri="{FF2B5EF4-FFF2-40B4-BE49-F238E27FC236}">
                <a16:creationId xmlns:a16="http://schemas.microsoft.com/office/drawing/2014/main" id="{7B0021DB-4F7E-7960-BE12-FEBF74107A8A}"/>
              </a:ext>
            </a:extLst>
          </p:cNvPr>
          <p:cNvPicPr>
            <a:picLocks noChangeAspect="1"/>
          </p:cNvPicPr>
          <p:nvPr/>
        </p:nvPicPr>
        <p:blipFill>
          <a:blip r:embed="rId15"/>
          <a:stretch>
            <a:fillRect/>
          </a:stretch>
        </p:blipFill>
        <p:spPr>
          <a:xfrm>
            <a:off x="3953594" y="1113849"/>
            <a:ext cx="2990850" cy="1533525"/>
          </a:xfrm>
          <a:prstGeom prst="rect">
            <a:avLst/>
          </a:prstGeom>
          <a:ln>
            <a:solidFill>
              <a:schemeClr val="accent1"/>
            </a:solidFill>
          </a:ln>
        </p:spPr>
      </p:pic>
      <p:sp>
        <p:nvSpPr>
          <p:cNvPr id="21" name="TextBox 20">
            <a:extLst>
              <a:ext uri="{FF2B5EF4-FFF2-40B4-BE49-F238E27FC236}">
                <a16:creationId xmlns:a16="http://schemas.microsoft.com/office/drawing/2014/main" id="{FF1AEDEE-7DEE-F0D7-D9E5-2A9702B06649}"/>
              </a:ext>
            </a:extLst>
          </p:cNvPr>
          <p:cNvSpPr txBox="1"/>
          <p:nvPr/>
        </p:nvSpPr>
        <p:spPr>
          <a:xfrm>
            <a:off x="4617561" y="1119436"/>
            <a:ext cx="848412" cy="369332"/>
          </a:xfrm>
          <a:prstGeom prst="rect">
            <a:avLst/>
          </a:prstGeom>
          <a:noFill/>
        </p:spPr>
        <p:txBody>
          <a:bodyPr wrap="square">
            <a:spAutoFit/>
          </a:bodyPr>
          <a:lstStyle/>
          <a:p>
            <a:r>
              <a:rPr lang="en-US" dirty="0">
                <a:hlinkClick r:id="rId16"/>
              </a:rPr>
              <a:t>THI2</a:t>
            </a:r>
            <a:endParaRPr lang="en-US" dirty="0"/>
          </a:p>
        </p:txBody>
      </p:sp>
      <p:pic>
        <p:nvPicPr>
          <p:cNvPr id="56" name="Picture 55">
            <a:extLst>
              <a:ext uri="{FF2B5EF4-FFF2-40B4-BE49-F238E27FC236}">
                <a16:creationId xmlns:a16="http://schemas.microsoft.com/office/drawing/2014/main" id="{5AE9DED2-07A1-4109-EB50-A406630B4795}"/>
              </a:ext>
            </a:extLst>
          </p:cNvPr>
          <p:cNvPicPr>
            <a:picLocks noChangeAspect="1"/>
          </p:cNvPicPr>
          <p:nvPr/>
        </p:nvPicPr>
        <p:blipFill>
          <a:blip r:embed="rId17"/>
          <a:stretch>
            <a:fillRect/>
          </a:stretch>
        </p:blipFill>
        <p:spPr>
          <a:xfrm>
            <a:off x="3953594" y="2688742"/>
            <a:ext cx="1408718" cy="2135088"/>
          </a:xfrm>
          <a:prstGeom prst="rect">
            <a:avLst/>
          </a:prstGeom>
          <a:ln>
            <a:solidFill>
              <a:schemeClr val="accent1"/>
            </a:solidFill>
          </a:ln>
        </p:spPr>
      </p:pic>
      <p:sp>
        <p:nvSpPr>
          <p:cNvPr id="11" name="TextBox 10">
            <a:extLst>
              <a:ext uri="{FF2B5EF4-FFF2-40B4-BE49-F238E27FC236}">
                <a16:creationId xmlns:a16="http://schemas.microsoft.com/office/drawing/2014/main" id="{89F65830-6D78-7426-A2BF-EA7DBD05EB6A}"/>
              </a:ext>
            </a:extLst>
          </p:cNvPr>
          <p:cNvSpPr txBox="1"/>
          <p:nvPr/>
        </p:nvSpPr>
        <p:spPr>
          <a:xfrm>
            <a:off x="3968501" y="2692151"/>
            <a:ext cx="689065" cy="369332"/>
          </a:xfrm>
          <a:prstGeom prst="rect">
            <a:avLst/>
          </a:prstGeom>
          <a:noFill/>
          <a:ln>
            <a:noFill/>
          </a:ln>
        </p:spPr>
        <p:txBody>
          <a:bodyPr wrap="square">
            <a:spAutoFit/>
          </a:bodyPr>
          <a:lstStyle/>
          <a:p>
            <a:r>
              <a:rPr lang="en-US" dirty="0">
                <a:hlinkClick r:id="rId18"/>
              </a:rPr>
              <a:t>THI3</a:t>
            </a:r>
            <a:endParaRPr lang="en-US" dirty="0"/>
          </a:p>
        </p:txBody>
      </p:sp>
      <p:pic>
        <p:nvPicPr>
          <p:cNvPr id="59" name="Picture 58">
            <a:extLst>
              <a:ext uri="{FF2B5EF4-FFF2-40B4-BE49-F238E27FC236}">
                <a16:creationId xmlns:a16="http://schemas.microsoft.com/office/drawing/2014/main" id="{BBD8FE98-34DC-08E1-D0A4-64A89B2F2383}"/>
              </a:ext>
            </a:extLst>
          </p:cNvPr>
          <p:cNvPicPr>
            <a:picLocks noChangeAspect="1"/>
          </p:cNvPicPr>
          <p:nvPr/>
        </p:nvPicPr>
        <p:blipFill>
          <a:blip r:embed="rId19"/>
          <a:stretch>
            <a:fillRect/>
          </a:stretch>
        </p:blipFill>
        <p:spPr>
          <a:xfrm>
            <a:off x="5434108" y="2699143"/>
            <a:ext cx="2460017" cy="2114285"/>
          </a:xfrm>
          <a:prstGeom prst="rect">
            <a:avLst/>
          </a:prstGeom>
          <a:ln>
            <a:solidFill>
              <a:schemeClr val="accent1"/>
            </a:solidFill>
          </a:ln>
        </p:spPr>
      </p:pic>
      <p:sp>
        <p:nvSpPr>
          <p:cNvPr id="60" name="TextBox 59">
            <a:extLst>
              <a:ext uri="{FF2B5EF4-FFF2-40B4-BE49-F238E27FC236}">
                <a16:creationId xmlns:a16="http://schemas.microsoft.com/office/drawing/2014/main" id="{3742EBDA-B6E1-320F-978E-447F499FC2D1}"/>
              </a:ext>
            </a:extLst>
          </p:cNvPr>
          <p:cNvSpPr txBox="1"/>
          <p:nvPr/>
        </p:nvSpPr>
        <p:spPr>
          <a:xfrm>
            <a:off x="5527373" y="2709545"/>
            <a:ext cx="894590" cy="369332"/>
          </a:xfrm>
          <a:prstGeom prst="rect">
            <a:avLst/>
          </a:prstGeom>
          <a:noFill/>
        </p:spPr>
        <p:txBody>
          <a:bodyPr wrap="square">
            <a:spAutoFit/>
          </a:bodyPr>
          <a:lstStyle/>
          <a:p>
            <a:r>
              <a:rPr lang="en-US" dirty="0">
                <a:hlinkClick r:id="rId20"/>
              </a:rPr>
              <a:t>PDC2</a:t>
            </a:r>
            <a:endParaRPr lang="en-US" dirty="0"/>
          </a:p>
        </p:txBody>
      </p:sp>
      <p:sp>
        <p:nvSpPr>
          <p:cNvPr id="61" name="TextBox 60">
            <a:extLst>
              <a:ext uri="{FF2B5EF4-FFF2-40B4-BE49-F238E27FC236}">
                <a16:creationId xmlns:a16="http://schemas.microsoft.com/office/drawing/2014/main" id="{7060448E-52D5-72D1-8F24-C803CA718873}"/>
              </a:ext>
            </a:extLst>
          </p:cNvPr>
          <p:cNvSpPr txBox="1"/>
          <p:nvPr/>
        </p:nvSpPr>
        <p:spPr>
          <a:xfrm>
            <a:off x="7412661" y="573356"/>
            <a:ext cx="718466" cy="369332"/>
          </a:xfrm>
          <a:prstGeom prst="rect">
            <a:avLst/>
          </a:prstGeom>
          <a:noFill/>
        </p:spPr>
        <p:txBody>
          <a:bodyPr wrap="none" rtlCol="0">
            <a:spAutoFit/>
          </a:bodyPr>
          <a:lstStyle/>
          <a:p>
            <a:r>
              <a:rPr lang="en-US" dirty="0"/>
              <a:t>Gene</a:t>
            </a:r>
          </a:p>
        </p:txBody>
      </p:sp>
      <p:sp>
        <p:nvSpPr>
          <p:cNvPr id="62" name="TextBox 61">
            <a:extLst>
              <a:ext uri="{FF2B5EF4-FFF2-40B4-BE49-F238E27FC236}">
                <a16:creationId xmlns:a16="http://schemas.microsoft.com/office/drawing/2014/main" id="{D4DE34FA-2FC0-6731-1D69-9E01AC817A94}"/>
              </a:ext>
            </a:extLst>
          </p:cNvPr>
          <p:cNvSpPr txBox="1"/>
          <p:nvPr/>
        </p:nvSpPr>
        <p:spPr>
          <a:xfrm>
            <a:off x="7146384" y="1126228"/>
            <a:ext cx="1074590" cy="369332"/>
          </a:xfrm>
          <a:prstGeom prst="rect">
            <a:avLst/>
          </a:prstGeom>
          <a:noFill/>
        </p:spPr>
        <p:txBody>
          <a:bodyPr wrap="none" rtlCol="0">
            <a:spAutoFit/>
          </a:bodyPr>
          <a:lstStyle/>
          <a:p>
            <a:r>
              <a:rPr lang="en-US" dirty="0"/>
              <a:t>Enzymes</a:t>
            </a:r>
          </a:p>
        </p:txBody>
      </p:sp>
      <p:sp>
        <p:nvSpPr>
          <p:cNvPr id="63" name="TextBox 62">
            <a:extLst>
              <a:ext uri="{FF2B5EF4-FFF2-40B4-BE49-F238E27FC236}">
                <a16:creationId xmlns:a16="http://schemas.microsoft.com/office/drawing/2014/main" id="{22C11B94-76A0-6DEB-0C81-453A9B5641E0}"/>
              </a:ext>
            </a:extLst>
          </p:cNvPr>
          <p:cNvSpPr txBox="1"/>
          <p:nvPr/>
        </p:nvSpPr>
        <p:spPr>
          <a:xfrm>
            <a:off x="8220974" y="1113849"/>
            <a:ext cx="707630" cy="369332"/>
          </a:xfrm>
          <a:prstGeom prst="rect">
            <a:avLst/>
          </a:prstGeom>
          <a:noFill/>
        </p:spPr>
        <p:txBody>
          <a:bodyPr wrap="none" rtlCol="0">
            <a:spAutoFit/>
          </a:bodyPr>
          <a:lstStyle/>
          <a:p>
            <a:r>
              <a:rPr lang="en-US" dirty="0">
                <a:hlinkClick r:id="rId21"/>
              </a:rPr>
              <a:t>HST1</a:t>
            </a:r>
            <a:endParaRPr lang="en-US" dirty="0"/>
          </a:p>
        </p:txBody>
      </p:sp>
      <p:sp>
        <p:nvSpPr>
          <p:cNvPr id="67" name="TextBox 66">
            <a:extLst>
              <a:ext uri="{FF2B5EF4-FFF2-40B4-BE49-F238E27FC236}">
                <a16:creationId xmlns:a16="http://schemas.microsoft.com/office/drawing/2014/main" id="{CBB22A07-1EF7-796C-1976-EC7E63331085}"/>
              </a:ext>
            </a:extLst>
          </p:cNvPr>
          <p:cNvSpPr txBox="1"/>
          <p:nvPr/>
        </p:nvSpPr>
        <p:spPr>
          <a:xfrm>
            <a:off x="8340747" y="3558233"/>
            <a:ext cx="968915" cy="369332"/>
          </a:xfrm>
          <a:prstGeom prst="rect">
            <a:avLst/>
          </a:prstGeom>
          <a:noFill/>
        </p:spPr>
        <p:txBody>
          <a:bodyPr wrap="square">
            <a:spAutoFit/>
          </a:bodyPr>
          <a:lstStyle/>
          <a:p>
            <a:r>
              <a:rPr lang="en-US" dirty="0">
                <a:hlinkClick r:id="rId22"/>
              </a:rPr>
              <a:t>Sir2</a:t>
            </a:r>
            <a:endParaRPr lang="en-US" dirty="0"/>
          </a:p>
        </p:txBody>
      </p:sp>
    </p:spTree>
    <p:extLst>
      <p:ext uri="{BB962C8B-B14F-4D97-AF65-F5344CB8AC3E}">
        <p14:creationId xmlns:p14="http://schemas.microsoft.com/office/powerpoint/2010/main" val="378105346"/>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B02AF7A-8B19-B3C4-5CE0-D3F26865C9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198009-42B3-E2E5-552E-49EFADBCAD0A}"/>
              </a:ext>
            </a:extLst>
          </p:cNvPr>
          <p:cNvSpPr>
            <a:spLocks noGrp="1"/>
          </p:cNvSpPr>
          <p:nvPr>
            <p:ph type="title"/>
          </p:nvPr>
        </p:nvSpPr>
        <p:spPr>
          <a:xfrm>
            <a:off x="129540" y="170815"/>
            <a:ext cx="6076950" cy="720725"/>
          </a:xfrm>
        </p:spPr>
        <p:txBody>
          <a:bodyPr>
            <a:normAutofit/>
          </a:bodyPr>
          <a:lstStyle/>
          <a:p>
            <a:r>
              <a:rPr lang="de-DE" sz="3200" dirty="0" err="1"/>
              <a:t>Step</a:t>
            </a:r>
            <a:r>
              <a:rPr lang="de-DE" sz="3200" dirty="0"/>
              <a:t> 1: Looking </a:t>
            </a:r>
            <a:r>
              <a:rPr lang="de-DE" sz="3200" dirty="0" err="1"/>
              <a:t>for</a:t>
            </a:r>
            <a:r>
              <a:rPr lang="de-DE" sz="3200" dirty="0"/>
              <a:t> 2-neuron NNs</a:t>
            </a:r>
            <a:endParaRPr lang="en-US" sz="3200" dirty="0"/>
          </a:p>
        </p:txBody>
      </p:sp>
      <p:sp>
        <p:nvSpPr>
          <p:cNvPr id="17" name="Oval 16">
            <a:extLst>
              <a:ext uri="{FF2B5EF4-FFF2-40B4-BE49-F238E27FC236}">
                <a16:creationId xmlns:a16="http://schemas.microsoft.com/office/drawing/2014/main" id="{C052BB14-CAD3-E8A0-6B17-F49B83196F1A}"/>
              </a:ext>
            </a:extLst>
          </p:cNvPr>
          <p:cNvSpPr>
            <a:spLocks noChangeAspect="1"/>
          </p:cNvSpPr>
          <p:nvPr/>
        </p:nvSpPr>
        <p:spPr>
          <a:xfrm>
            <a:off x="1833698" y="1169256"/>
            <a:ext cx="482803" cy="48280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15E4C32F-71F2-3A4A-6C69-48090A9A177E}"/>
              </a:ext>
            </a:extLst>
          </p:cNvPr>
          <p:cNvSpPr>
            <a:spLocks noChangeAspect="1"/>
          </p:cNvSpPr>
          <p:nvPr/>
        </p:nvSpPr>
        <p:spPr>
          <a:xfrm>
            <a:off x="1845128" y="3371848"/>
            <a:ext cx="482803" cy="48280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3DF170D4-6674-F755-734F-8E5643786674}"/>
              </a:ext>
            </a:extLst>
          </p:cNvPr>
          <p:cNvSpPr>
            <a:spLocks noChangeAspect="1"/>
          </p:cNvSpPr>
          <p:nvPr/>
        </p:nvSpPr>
        <p:spPr>
          <a:xfrm>
            <a:off x="3744396" y="2291928"/>
            <a:ext cx="482803" cy="48280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1" name="Straight Arrow Connector 20">
            <a:extLst>
              <a:ext uri="{FF2B5EF4-FFF2-40B4-BE49-F238E27FC236}">
                <a16:creationId xmlns:a16="http://schemas.microsoft.com/office/drawing/2014/main" id="{EEB44425-486B-C2F9-7980-74DA8D18450D}"/>
              </a:ext>
            </a:extLst>
          </p:cNvPr>
          <p:cNvCxnSpPr>
            <a:cxnSpLocks/>
            <a:stCxn id="18" idx="6"/>
            <a:endCxn id="19" idx="3"/>
          </p:cNvCxnSpPr>
          <p:nvPr/>
        </p:nvCxnSpPr>
        <p:spPr>
          <a:xfrm flipV="1">
            <a:off x="2327931" y="2704026"/>
            <a:ext cx="1487170" cy="909224"/>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D21DAA69-FD9E-7F8F-F0FC-8F0F2C401B1D}"/>
              </a:ext>
            </a:extLst>
          </p:cNvPr>
          <p:cNvCxnSpPr>
            <a:stCxn id="17" idx="6"/>
            <a:endCxn id="19" idx="1"/>
          </p:cNvCxnSpPr>
          <p:nvPr/>
        </p:nvCxnSpPr>
        <p:spPr>
          <a:xfrm>
            <a:off x="2316501" y="1410658"/>
            <a:ext cx="1498600" cy="951975"/>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3712C721-FB48-A7D0-D5B6-EF0A679A1985}"/>
              </a:ext>
            </a:extLst>
          </p:cNvPr>
          <p:cNvCxnSpPr>
            <a:cxnSpLocks/>
          </p:cNvCxnSpPr>
          <p:nvPr/>
        </p:nvCxnSpPr>
        <p:spPr>
          <a:xfrm>
            <a:off x="1033604" y="1352142"/>
            <a:ext cx="800100" cy="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BD413448-63DE-6AAA-8B00-96DDA6A7502D}"/>
              </a:ext>
            </a:extLst>
          </p:cNvPr>
          <p:cNvCxnSpPr>
            <a:cxnSpLocks/>
            <a:endCxn id="18" idx="2"/>
          </p:cNvCxnSpPr>
          <p:nvPr/>
        </p:nvCxnSpPr>
        <p:spPr>
          <a:xfrm>
            <a:off x="1005179" y="3613250"/>
            <a:ext cx="839949" cy="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29" name="Straight Arrow Connector 28">
            <a:extLst>
              <a:ext uri="{FF2B5EF4-FFF2-40B4-BE49-F238E27FC236}">
                <a16:creationId xmlns:a16="http://schemas.microsoft.com/office/drawing/2014/main" id="{E84098E8-7765-E6EF-57DB-F9C9B338F6D9}"/>
              </a:ext>
            </a:extLst>
          </p:cNvPr>
          <p:cNvCxnSpPr>
            <a:cxnSpLocks/>
          </p:cNvCxnSpPr>
          <p:nvPr/>
        </p:nvCxnSpPr>
        <p:spPr>
          <a:xfrm>
            <a:off x="4227199" y="2533329"/>
            <a:ext cx="665312" cy="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AEF7D28C-4526-9289-877E-D1DB34249CEF}"/>
                  </a:ext>
                </a:extLst>
              </p:cNvPr>
              <p:cNvSpPr txBox="1"/>
              <p:nvPr/>
            </p:nvSpPr>
            <p:spPr>
              <a:xfrm>
                <a:off x="989799" y="777277"/>
                <a:ext cx="991552" cy="461665"/>
              </a:xfrm>
              <a:prstGeom prst="rect">
                <a:avLst/>
              </a:prstGeom>
              <a:noFill/>
            </p:spPr>
            <p:txBody>
              <a:bodyPr wrap="square">
                <a:spAutoFit/>
              </a:bodyPr>
              <a:lstStyle/>
              <a:p>
                <a:pPr/>
                <a14:m>
                  <m:oMathPara xmlns:m="http://schemas.openxmlformats.org/officeDocument/2006/math">
                    <m:oMath>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𝑏</m:t>
                          </m:r>
                        </m:e>
                        <m:sub>
                          <m:r>
                            <a:rPr lang="de-DE" sz="2400" b="0" i="1" smtClean="0">
                              <a:latin typeface="Cambria Math" panose="02040503050406030204" pitchFamily="18" charset="0"/>
                            </a:rPr>
                            <m:t>𝑎𝑖</m:t>
                          </m:r>
                        </m:sub>
                      </m:sSub>
                    </m:oMath>
                  </m:oMathPara>
                </a14:m>
                <a:endParaRPr lang="en-US" sz="2400" dirty="0"/>
              </a:p>
            </p:txBody>
          </p:sp>
        </mc:Choice>
        <mc:Fallback xmlns="">
          <p:sp>
            <p:nvSpPr>
              <p:cNvPr id="35" name="TextBox 34">
                <a:extLst>
                  <a:ext uri="{FF2B5EF4-FFF2-40B4-BE49-F238E27FC236}">
                    <a16:creationId xmlns:a16="http://schemas.microsoft.com/office/drawing/2014/main" id="{AEF7D28C-4526-9289-877E-D1DB34249CEF}"/>
                  </a:ext>
                </a:extLst>
              </p:cNvPr>
              <p:cNvSpPr txBox="1">
                <a:spLocks noRot="1" noChangeAspect="1" noMove="1" noResize="1" noEditPoints="1" noAdjustHandles="1" noChangeArrowheads="1" noChangeShapeType="1" noTextEdit="1"/>
              </p:cNvSpPr>
              <p:nvPr/>
            </p:nvSpPr>
            <p:spPr>
              <a:xfrm>
                <a:off x="989799" y="777277"/>
                <a:ext cx="991552" cy="461665"/>
              </a:xfrm>
              <a:prstGeom prst="rect">
                <a:avLst/>
              </a:prstGeom>
              <a:blipFill>
                <a:blip r:embed="rId3"/>
                <a:stretch>
                  <a:fillRect b="-1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BD273F2E-921D-3C86-BD75-1F9710A24019}"/>
                  </a:ext>
                </a:extLst>
              </p:cNvPr>
              <p:cNvSpPr txBox="1"/>
              <p:nvPr/>
            </p:nvSpPr>
            <p:spPr>
              <a:xfrm>
                <a:off x="4059506" y="2599424"/>
                <a:ext cx="761501" cy="461665"/>
              </a:xfrm>
              <a:prstGeom prst="rect">
                <a:avLst/>
              </a:prstGeom>
              <a:noFill/>
            </p:spPr>
            <p:txBody>
              <a:bodyPr wrap="square">
                <a:spAutoFit/>
              </a:bodyPr>
              <a:lstStyle/>
              <a:p>
                <a:pPr/>
                <a14:m>
                  <m:oMathPara xmlns:m="http://schemas.openxmlformats.org/officeDocument/2006/math">
                    <m:oMath>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𝑏</m:t>
                          </m:r>
                        </m:e>
                        <m:sub>
                          <m:r>
                            <a:rPr lang="de-DE" sz="2400" b="0" i="1" smtClean="0">
                              <a:latin typeface="Cambria Math" panose="02040503050406030204" pitchFamily="18" charset="0"/>
                            </a:rPr>
                            <m:t>𝑚𝑘</m:t>
                          </m:r>
                        </m:sub>
                      </m:sSub>
                    </m:oMath>
                  </m:oMathPara>
                </a14:m>
                <a:endParaRPr lang="en-US" sz="2400" dirty="0"/>
              </a:p>
            </p:txBody>
          </p:sp>
        </mc:Choice>
        <mc:Fallback xmlns="">
          <p:sp>
            <p:nvSpPr>
              <p:cNvPr id="36" name="TextBox 35">
                <a:extLst>
                  <a:ext uri="{FF2B5EF4-FFF2-40B4-BE49-F238E27FC236}">
                    <a16:creationId xmlns:a16="http://schemas.microsoft.com/office/drawing/2014/main" id="{BD273F2E-921D-3C86-BD75-1F9710A24019}"/>
                  </a:ext>
                </a:extLst>
              </p:cNvPr>
              <p:cNvSpPr txBox="1">
                <a:spLocks noRot="1" noChangeAspect="1" noMove="1" noResize="1" noEditPoints="1" noAdjustHandles="1" noChangeArrowheads="1" noChangeShapeType="1" noTextEdit="1"/>
              </p:cNvSpPr>
              <p:nvPr/>
            </p:nvSpPr>
            <p:spPr>
              <a:xfrm>
                <a:off x="4059506" y="2599424"/>
                <a:ext cx="761501" cy="461665"/>
              </a:xfrm>
              <a:prstGeom prst="rect">
                <a:avLst/>
              </a:prstGeom>
              <a:blipFill>
                <a:blip r:embed="rId4"/>
                <a:stretch>
                  <a:fillRect b="-13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C7128B6B-3EC4-E70E-8180-CBBF0DB7939F}"/>
                  </a:ext>
                </a:extLst>
              </p:cNvPr>
              <p:cNvSpPr txBox="1"/>
              <p:nvPr/>
            </p:nvSpPr>
            <p:spPr>
              <a:xfrm>
                <a:off x="2848204" y="1339207"/>
                <a:ext cx="1006792" cy="461665"/>
              </a:xfrm>
              <a:prstGeom prst="rect">
                <a:avLst/>
              </a:prstGeom>
              <a:noFill/>
            </p:spPr>
            <p:txBody>
              <a:bodyPr wrap="square">
                <a:spAutoFit/>
              </a:bodyPr>
              <a:lstStyle/>
              <a:p>
                <a:pPr/>
                <a14:m>
                  <m:oMathPara xmlns:m="http://schemas.openxmlformats.org/officeDocument/2006/math">
                    <m:oMath>
                      <m:sSub>
                        <m:sSubPr>
                          <m:ctrlPr>
                            <a:rPr lang="de-DE" sz="2400" b="0" i="0" smtClean="0">
                              <a:solidFill>
                                <a:srgbClr val="C00000"/>
                              </a:solidFill>
                              <a:latin typeface="Cambria Math" panose="02040503050406030204" pitchFamily="18" charset="0"/>
                            </a:rPr>
                          </m:ctrlPr>
                        </m:sSubPr>
                        <m:e>
                          <m:r>
                            <m:rPr>
                              <m:sty m:val="p"/>
                            </m:rPr>
                            <a:rPr lang="de-DE" sz="2400" b="0" i="0" smtClean="0">
                              <a:solidFill>
                                <a:srgbClr val="C00000"/>
                              </a:solidFill>
                              <a:latin typeface="Cambria Math" panose="02040503050406030204" pitchFamily="18" charset="0"/>
                            </a:rPr>
                            <m:t>met</m:t>
                          </m:r>
                        </m:e>
                        <m:sub>
                          <m:r>
                            <a:rPr lang="de-DE" sz="2400" b="0" i="1" smtClean="0">
                              <a:solidFill>
                                <a:srgbClr val="C00000"/>
                              </a:solidFill>
                              <a:latin typeface="Cambria Math" panose="02040503050406030204" pitchFamily="18" charset="0"/>
                            </a:rPr>
                            <m:t>𝑚</m:t>
                          </m:r>
                        </m:sub>
                      </m:sSub>
                    </m:oMath>
                  </m:oMathPara>
                </a14:m>
                <a:endParaRPr lang="en-US" sz="2400" dirty="0"/>
              </a:p>
            </p:txBody>
          </p:sp>
        </mc:Choice>
        <mc:Fallback xmlns="">
          <p:sp>
            <p:nvSpPr>
              <p:cNvPr id="40" name="TextBox 39">
                <a:extLst>
                  <a:ext uri="{FF2B5EF4-FFF2-40B4-BE49-F238E27FC236}">
                    <a16:creationId xmlns:a16="http://schemas.microsoft.com/office/drawing/2014/main" id="{C7128B6B-3EC4-E70E-8180-CBBF0DB7939F}"/>
                  </a:ext>
                </a:extLst>
              </p:cNvPr>
              <p:cNvSpPr txBox="1">
                <a:spLocks noRot="1" noChangeAspect="1" noMove="1" noResize="1" noEditPoints="1" noAdjustHandles="1" noChangeArrowheads="1" noChangeShapeType="1" noTextEdit="1"/>
              </p:cNvSpPr>
              <p:nvPr/>
            </p:nvSpPr>
            <p:spPr>
              <a:xfrm>
                <a:off x="2848204" y="1339207"/>
                <a:ext cx="1006792" cy="461665"/>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19EFC513-28C1-CC8B-1532-E79495407BDE}"/>
                  </a:ext>
                </a:extLst>
              </p:cNvPr>
              <p:cNvSpPr txBox="1"/>
              <p:nvPr/>
            </p:nvSpPr>
            <p:spPr>
              <a:xfrm>
                <a:off x="4054109" y="1900968"/>
                <a:ext cx="1006792" cy="461665"/>
              </a:xfrm>
              <a:prstGeom prst="rect">
                <a:avLst/>
              </a:prstGeom>
              <a:noFill/>
            </p:spPr>
            <p:txBody>
              <a:bodyPr wrap="square">
                <a:spAutoFit/>
              </a:bodyPr>
              <a:lstStyle/>
              <a:p>
                <a:pPr/>
                <a14:m>
                  <m:oMathPara xmlns:m="http://schemas.openxmlformats.org/officeDocument/2006/math">
                    <m:oMath>
                      <m:sSub>
                        <m:sSubPr>
                          <m:ctrlPr>
                            <a:rPr lang="de-DE" sz="2400" b="0" i="1" smtClean="0">
                              <a:latin typeface="Cambria Math" panose="02040503050406030204" pitchFamily="18" charset="0"/>
                            </a:rPr>
                          </m:ctrlPr>
                        </m:sSubPr>
                        <m:e>
                          <m:r>
                            <m:rPr>
                              <m:sty m:val="p"/>
                            </m:rPr>
                            <a:rPr lang="de-DE" sz="2400" b="0" i="1" smtClean="0">
                              <a:latin typeface="Cambria Math" panose="02040503050406030204" pitchFamily="18" charset="0"/>
                            </a:rPr>
                            <m:t>met</m:t>
                          </m:r>
                        </m:e>
                        <m:sub>
                          <m:r>
                            <m:rPr>
                              <m:sty m:val="p"/>
                            </m:rPr>
                            <a:rPr lang="de-DE" sz="2400" b="0" i="1" smtClean="0">
                              <a:latin typeface="Cambria Math" panose="02040503050406030204" pitchFamily="18" charset="0"/>
                            </a:rPr>
                            <m:t>c</m:t>
                          </m:r>
                        </m:sub>
                      </m:sSub>
                    </m:oMath>
                  </m:oMathPara>
                </a14:m>
                <a:endParaRPr lang="en-US" sz="2400" dirty="0"/>
              </a:p>
            </p:txBody>
          </p:sp>
        </mc:Choice>
        <mc:Fallback xmlns="">
          <p:sp>
            <p:nvSpPr>
              <p:cNvPr id="41" name="TextBox 40">
                <a:extLst>
                  <a:ext uri="{FF2B5EF4-FFF2-40B4-BE49-F238E27FC236}">
                    <a16:creationId xmlns:a16="http://schemas.microsoft.com/office/drawing/2014/main" id="{19EFC513-28C1-CC8B-1532-E79495407BDE}"/>
                  </a:ext>
                </a:extLst>
              </p:cNvPr>
              <p:cNvSpPr txBox="1">
                <a:spLocks noRot="1" noChangeAspect="1" noMove="1" noResize="1" noEditPoints="1" noAdjustHandles="1" noChangeArrowheads="1" noChangeShapeType="1" noTextEdit="1"/>
              </p:cNvSpPr>
              <p:nvPr/>
            </p:nvSpPr>
            <p:spPr>
              <a:xfrm>
                <a:off x="4054109" y="1900968"/>
                <a:ext cx="1006792" cy="461665"/>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4C61A18C-C160-EE4A-4DD0-F0E98BA53646}"/>
                  </a:ext>
                </a:extLst>
              </p:cNvPr>
              <p:cNvSpPr txBox="1"/>
              <p:nvPr/>
            </p:nvSpPr>
            <p:spPr>
              <a:xfrm>
                <a:off x="1757481" y="1170607"/>
                <a:ext cx="656402" cy="461665"/>
              </a:xfrm>
              <a:prstGeom prst="rect">
                <a:avLst/>
              </a:prstGeom>
              <a:noFill/>
            </p:spPr>
            <p:txBody>
              <a:bodyPr wrap="square">
                <a:spAutoFit/>
              </a:bodyPr>
              <a:lstStyle/>
              <a:p>
                <a:pPr/>
                <a14:m>
                  <m:oMathPara xmlns:m="http://schemas.openxmlformats.org/officeDocument/2006/math">
                    <m:oMath>
                      <m:sSub>
                        <m:sSubPr>
                          <m:ctrlPr>
                            <a:rPr lang="de-DE" sz="2400" b="0" i="1" smtClean="0">
                              <a:solidFill>
                                <a:schemeClr val="bg1"/>
                              </a:solidFill>
                              <a:latin typeface="Cambria Math" panose="02040503050406030204" pitchFamily="18" charset="0"/>
                            </a:rPr>
                          </m:ctrlPr>
                        </m:sSubPr>
                        <m:e>
                          <m:r>
                            <m:rPr>
                              <m:sty m:val="p"/>
                            </m:rPr>
                            <a:rPr lang="de-DE" sz="2400" b="0" i="1" smtClean="0">
                              <a:solidFill>
                                <a:schemeClr val="bg1"/>
                              </a:solidFill>
                              <a:latin typeface="Cambria Math" panose="02040503050406030204" pitchFamily="18" charset="0"/>
                            </a:rPr>
                            <m:t>r</m:t>
                          </m:r>
                        </m:e>
                        <m:sub>
                          <m:r>
                            <a:rPr lang="de-DE" sz="2400" b="0" i="1" smtClean="0">
                              <a:solidFill>
                                <a:schemeClr val="bg1"/>
                              </a:solidFill>
                              <a:latin typeface="Cambria Math" panose="02040503050406030204" pitchFamily="18" charset="0"/>
                            </a:rPr>
                            <m:t>𝑖</m:t>
                          </m:r>
                        </m:sub>
                      </m:sSub>
                    </m:oMath>
                  </m:oMathPara>
                </a14:m>
                <a:endParaRPr lang="en-US" sz="2400" dirty="0">
                  <a:solidFill>
                    <a:schemeClr val="bg1"/>
                  </a:solidFill>
                </a:endParaRPr>
              </a:p>
            </p:txBody>
          </p:sp>
        </mc:Choice>
        <mc:Fallback xmlns="">
          <p:sp>
            <p:nvSpPr>
              <p:cNvPr id="45" name="TextBox 44">
                <a:extLst>
                  <a:ext uri="{FF2B5EF4-FFF2-40B4-BE49-F238E27FC236}">
                    <a16:creationId xmlns:a16="http://schemas.microsoft.com/office/drawing/2014/main" id="{4C61A18C-C160-EE4A-4DD0-F0E98BA53646}"/>
                  </a:ext>
                </a:extLst>
              </p:cNvPr>
              <p:cNvSpPr txBox="1">
                <a:spLocks noRot="1" noChangeAspect="1" noMove="1" noResize="1" noEditPoints="1" noAdjustHandles="1" noChangeArrowheads="1" noChangeShapeType="1" noTextEdit="1"/>
              </p:cNvSpPr>
              <p:nvPr/>
            </p:nvSpPr>
            <p:spPr>
              <a:xfrm>
                <a:off x="1757481" y="1170607"/>
                <a:ext cx="656402" cy="461665"/>
              </a:xfrm>
              <a:prstGeom prst="rect">
                <a:avLst/>
              </a:prstGeom>
              <a:blipFill>
                <a:blip r:embed="rId7"/>
                <a:stretch>
                  <a:fillRect b="-13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4B41E71E-C414-DC94-FAAC-BC93E7301AD7}"/>
                  </a:ext>
                </a:extLst>
              </p:cNvPr>
              <p:cNvSpPr txBox="1"/>
              <p:nvPr/>
            </p:nvSpPr>
            <p:spPr>
              <a:xfrm>
                <a:off x="1853971" y="3306781"/>
                <a:ext cx="495606" cy="495905"/>
              </a:xfrm>
              <a:prstGeom prst="rect">
                <a:avLst/>
              </a:prstGeom>
              <a:noFill/>
            </p:spPr>
            <p:txBody>
              <a:bodyPr wrap="square">
                <a:spAutoFit/>
              </a:bodyPr>
              <a:lstStyle/>
              <a:p>
                <a:pPr/>
                <a14:m>
                  <m:oMathPara xmlns:m="http://schemas.openxmlformats.org/officeDocument/2006/math">
                    <m:oMath>
                      <m:sSub>
                        <m:sSubPr>
                          <m:ctrlPr>
                            <a:rPr lang="de-DE" sz="2400" b="0" i="1" smtClean="0">
                              <a:solidFill>
                                <a:schemeClr val="bg1"/>
                              </a:solidFill>
                              <a:latin typeface="Cambria Math" panose="02040503050406030204" pitchFamily="18" charset="0"/>
                            </a:rPr>
                          </m:ctrlPr>
                        </m:sSubPr>
                        <m:e>
                          <m:r>
                            <m:rPr>
                              <m:sty m:val="p"/>
                            </m:rPr>
                            <a:rPr lang="de-DE" sz="2400" b="0" i="1" smtClean="0">
                              <a:solidFill>
                                <a:schemeClr val="bg1"/>
                              </a:solidFill>
                              <a:latin typeface="Cambria Math" panose="02040503050406030204" pitchFamily="18" charset="0"/>
                            </a:rPr>
                            <m:t>r</m:t>
                          </m:r>
                        </m:e>
                        <m:sub>
                          <m:r>
                            <a:rPr lang="de-DE" sz="2400" b="0" i="1" smtClean="0">
                              <a:solidFill>
                                <a:schemeClr val="bg1"/>
                              </a:solidFill>
                              <a:latin typeface="Cambria Math" panose="02040503050406030204" pitchFamily="18" charset="0"/>
                            </a:rPr>
                            <m:t>𝑗</m:t>
                          </m:r>
                        </m:sub>
                      </m:sSub>
                    </m:oMath>
                  </m:oMathPara>
                </a14:m>
                <a:endParaRPr lang="en-US" sz="2400" dirty="0">
                  <a:solidFill>
                    <a:schemeClr val="bg1"/>
                  </a:solidFill>
                </a:endParaRPr>
              </a:p>
            </p:txBody>
          </p:sp>
        </mc:Choice>
        <mc:Fallback xmlns="">
          <p:sp>
            <p:nvSpPr>
              <p:cNvPr id="46" name="TextBox 45">
                <a:extLst>
                  <a:ext uri="{FF2B5EF4-FFF2-40B4-BE49-F238E27FC236}">
                    <a16:creationId xmlns:a16="http://schemas.microsoft.com/office/drawing/2014/main" id="{4B41E71E-C414-DC94-FAAC-BC93E7301AD7}"/>
                  </a:ext>
                </a:extLst>
              </p:cNvPr>
              <p:cNvSpPr txBox="1">
                <a:spLocks noRot="1" noChangeAspect="1" noMove="1" noResize="1" noEditPoints="1" noAdjustHandles="1" noChangeArrowheads="1" noChangeShapeType="1" noTextEdit="1"/>
              </p:cNvSpPr>
              <p:nvPr/>
            </p:nvSpPr>
            <p:spPr>
              <a:xfrm>
                <a:off x="1853971" y="3306781"/>
                <a:ext cx="495606" cy="495905"/>
              </a:xfrm>
              <a:prstGeom prst="rect">
                <a:avLst/>
              </a:prstGeom>
              <a:blipFill>
                <a:blip r:embed="rId8"/>
                <a:stretch>
                  <a:fillRect b="-853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372E9A87-D73D-8818-CCE7-F4565C3512BC}"/>
                  </a:ext>
                </a:extLst>
              </p:cNvPr>
              <p:cNvSpPr txBox="1"/>
              <p:nvPr/>
            </p:nvSpPr>
            <p:spPr>
              <a:xfrm>
                <a:off x="1005179" y="3070734"/>
                <a:ext cx="991552" cy="495905"/>
              </a:xfrm>
              <a:prstGeom prst="rect">
                <a:avLst/>
              </a:prstGeom>
              <a:noFill/>
            </p:spPr>
            <p:txBody>
              <a:bodyPr wrap="square">
                <a:spAutoFit/>
              </a:bodyPr>
              <a:lstStyle/>
              <a:p>
                <a:pPr/>
                <a14:m>
                  <m:oMathPara xmlns:m="http://schemas.openxmlformats.org/officeDocument/2006/math">
                    <m:oMath>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𝑏</m:t>
                          </m:r>
                        </m:e>
                        <m:sub>
                          <m:r>
                            <a:rPr lang="de-DE" sz="2400" b="0" i="1" smtClean="0">
                              <a:latin typeface="Cambria Math" panose="02040503050406030204" pitchFamily="18" charset="0"/>
                            </a:rPr>
                            <m:t>𝑏𝑗</m:t>
                          </m:r>
                        </m:sub>
                      </m:sSub>
                    </m:oMath>
                  </m:oMathPara>
                </a14:m>
                <a:endParaRPr lang="en-US" sz="2400" dirty="0"/>
              </a:p>
            </p:txBody>
          </p:sp>
        </mc:Choice>
        <mc:Fallback xmlns="">
          <p:sp>
            <p:nvSpPr>
              <p:cNvPr id="47" name="TextBox 46">
                <a:extLst>
                  <a:ext uri="{FF2B5EF4-FFF2-40B4-BE49-F238E27FC236}">
                    <a16:creationId xmlns:a16="http://schemas.microsoft.com/office/drawing/2014/main" id="{372E9A87-D73D-8818-CCE7-F4565C3512BC}"/>
                  </a:ext>
                </a:extLst>
              </p:cNvPr>
              <p:cNvSpPr txBox="1">
                <a:spLocks noRot="1" noChangeAspect="1" noMove="1" noResize="1" noEditPoints="1" noAdjustHandles="1" noChangeArrowheads="1" noChangeShapeType="1" noTextEdit="1"/>
              </p:cNvSpPr>
              <p:nvPr/>
            </p:nvSpPr>
            <p:spPr>
              <a:xfrm>
                <a:off x="1005179" y="3070734"/>
                <a:ext cx="991552" cy="495905"/>
              </a:xfrm>
              <a:prstGeom prst="rect">
                <a:avLst/>
              </a:prstGeom>
              <a:blipFill>
                <a:blip r:embed="rId9"/>
                <a:stretch>
                  <a:fillRect b="-987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1BD8EE0A-2A3F-6CD8-D54C-48DDC8632FF7}"/>
                  </a:ext>
                </a:extLst>
              </p:cNvPr>
              <p:cNvSpPr txBox="1"/>
              <p:nvPr/>
            </p:nvSpPr>
            <p:spPr>
              <a:xfrm>
                <a:off x="3734725" y="2236201"/>
                <a:ext cx="527465" cy="461665"/>
              </a:xfrm>
              <a:prstGeom prst="rect">
                <a:avLst/>
              </a:prstGeom>
              <a:noFill/>
            </p:spPr>
            <p:txBody>
              <a:bodyPr wrap="square">
                <a:spAutoFit/>
              </a:bodyPr>
              <a:lstStyle/>
              <a:p>
                <a:pPr/>
                <a14:m>
                  <m:oMathPara xmlns:m="http://schemas.openxmlformats.org/officeDocument/2006/math">
                    <m:oMath>
                      <m:sSub>
                        <m:sSubPr>
                          <m:ctrlPr>
                            <a:rPr lang="de-DE" sz="2400" b="0" i="1" smtClean="0">
                              <a:solidFill>
                                <a:schemeClr val="bg1"/>
                              </a:solidFill>
                              <a:latin typeface="Cambria Math" panose="02040503050406030204" pitchFamily="18" charset="0"/>
                            </a:rPr>
                          </m:ctrlPr>
                        </m:sSubPr>
                        <m:e>
                          <m:r>
                            <m:rPr>
                              <m:sty m:val="p"/>
                            </m:rPr>
                            <a:rPr lang="de-DE" sz="2400" b="0" i="1" smtClean="0">
                              <a:solidFill>
                                <a:schemeClr val="bg1"/>
                              </a:solidFill>
                              <a:latin typeface="Cambria Math" panose="02040503050406030204" pitchFamily="18" charset="0"/>
                            </a:rPr>
                            <m:t>r</m:t>
                          </m:r>
                        </m:e>
                        <m:sub>
                          <m:r>
                            <a:rPr lang="de-DE" sz="2400" b="0" i="1" smtClean="0">
                              <a:solidFill>
                                <a:schemeClr val="bg1"/>
                              </a:solidFill>
                              <a:latin typeface="Cambria Math" panose="02040503050406030204" pitchFamily="18" charset="0"/>
                            </a:rPr>
                            <m:t>𝑘</m:t>
                          </m:r>
                        </m:sub>
                      </m:sSub>
                    </m:oMath>
                  </m:oMathPara>
                </a14:m>
                <a:endParaRPr lang="en-US" sz="2400" dirty="0">
                  <a:solidFill>
                    <a:schemeClr val="bg1"/>
                  </a:solidFill>
                </a:endParaRPr>
              </a:p>
            </p:txBody>
          </p:sp>
        </mc:Choice>
        <mc:Fallback xmlns="">
          <p:sp>
            <p:nvSpPr>
              <p:cNvPr id="48" name="TextBox 47">
                <a:extLst>
                  <a:ext uri="{FF2B5EF4-FFF2-40B4-BE49-F238E27FC236}">
                    <a16:creationId xmlns:a16="http://schemas.microsoft.com/office/drawing/2014/main" id="{1BD8EE0A-2A3F-6CD8-D54C-48DDC8632FF7}"/>
                  </a:ext>
                </a:extLst>
              </p:cNvPr>
              <p:cNvSpPr txBox="1">
                <a:spLocks noRot="1" noChangeAspect="1" noMove="1" noResize="1" noEditPoints="1" noAdjustHandles="1" noChangeArrowheads="1" noChangeShapeType="1" noTextEdit="1"/>
              </p:cNvSpPr>
              <p:nvPr/>
            </p:nvSpPr>
            <p:spPr>
              <a:xfrm>
                <a:off x="3734725" y="2236201"/>
                <a:ext cx="527465" cy="461665"/>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F6E05109-60F7-5EDE-28E5-D41AE30ABE41}"/>
                  </a:ext>
                </a:extLst>
              </p:cNvPr>
              <p:cNvSpPr txBox="1"/>
              <p:nvPr/>
            </p:nvSpPr>
            <p:spPr>
              <a:xfrm>
                <a:off x="6096000" y="861364"/>
                <a:ext cx="4941417" cy="1830245"/>
              </a:xfrm>
              <a:prstGeom prst="rect">
                <a:avLst/>
              </a:prstGeom>
              <a:noFill/>
            </p:spPr>
            <p:txBody>
              <a:bodyPr wrap="none" lIns="0" tIns="0" rIns="0" bIns="0" rtlCol="0">
                <a:spAutoFit/>
              </a:bodyPr>
              <a:lstStyle/>
              <a:p>
                <a:pPr/>
                <a14:m>
                  <m:oMathPara xmlns:m="http://schemas.openxmlformats.org/officeDocument/2006/math">
                    <m:oMath>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𝑆</m:t>
                          </m:r>
                        </m:e>
                        <m:sub>
                          <m:r>
                            <m:rPr>
                              <m:sty m:val="p"/>
                            </m:rPr>
                            <a:rPr lang="de-DE" sz="2400" b="0" i="1" smtClean="0">
                              <a:latin typeface="Cambria Math" panose="02040503050406030204" pitchFamily="18" charset="0"/>
                            </a:rPr>
                            <m:t>mets</m:t>
                          </m:r>
                          <m:r>
                            <a:rPr lang="de-DE" sz="2400" b="0" i="1" smtClean="0">
                              <a:latin typeface="Cambria Math" panose="02040503050406030204" pitchFamily="18" charset="0"/>
                            </a:rPr>
                            <m:t> × </m:t>
                          </m:r>
                          <m:r>
                            <m:rPr>
                              <m:sty m:val="p"/>
                            </m:rPr>
                            <a:rPr lang="de-DE" sz="2400" b="0" i="1" smtClean="0">
                              <a:latin typeface="Cambria Math" panose="02040503050406030204" pitchFamily="18" charset="0"/>
                            </a:rPr>
                            <m:t>rxns</m:t>
                          </m:r>
                        </m:sub>
                      </m:sSub>
                      <m:r>
                        <a:rPr lang="de-DE" sz="2400" b="0" i="1" smtClean="0">
                          <a:latin typeface="Cambria Math" panose="02040503050406030204" pitchFamily="18" charset="0"/>
                        </a:rPr>
                        <m:t>=</m:t>
                      </m:r>
                      <m:d>
                        <m:dPr>
                          <m:begChr m:val="["/>
                          <m:endChr m:val="]"/>
                          <m:ctrlPr>
                            <a:rPr lang="de-DE" sz="2400" b="0" i="1" smtClean="0">
                              <a:latin typeface="Cambria Math" panose="02040503050406030204" pitchFamily="18" charset="0"/>
                            </a:rPr>
                          </m:ctrlPr>
                        </m:dPr>
                        <m:e>
                          <m:m>
                            <m:mPr>
                              <m:mcs>
                                <m:mc>
                                  <m:mcPr>
                                    <m:count m:val="3"/>
                                    <m:mcJc m:val="center"/>
                                  </m:mcPr>
                                </m:mc>
                              </m:mcs>
                              <m:ctrlPr>
                                <a:rPr lang="de-DE" sz="2400" b="0" i="1" smtClean="0">
                                  <a:latin typeface="Cambria Math" panose="02040503050406030204" pitchFamily="18" charset="0"/>
                                </a:rPr>
                              </m:ctrlPr>
                            </m:mPr>
                            <m:mr>
                              <m:e>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𝑏</m:t>
                                    </m:r>
                                  </m:e>
                                  <m:sub>
                                    <m:r>
                                      <a:rPr lang="de-DE" sz="2400" b="0" i="1" smtClean="0">
                                        <a:latin typeface="Cambria Math" panose="02040503050406030204" pitchFamily="18" charset="0"/>
                                      </a:rPr>
                                      <m:t>11</m:t>
                                    </m:r>
                                  </m:sub>
                                </m:sSub>
                              </m:e>
                              <m:e>
                                <m:m>
                                  <m:mPr>
                                    <m:mcs>
                                      <m:mc>
                                        <m:mcPr>
                                          <m:count m:val="2"/>
                                          <m:mcJc m:val="center"/>
                                        </m:mcPr>
                                      </m:mc>
                                    </m:mcs>
                                    <m:ctrlPr>
                                      <a:rPr lang="de-DE" sz="2400" b="0" i="1" smtClean="0">
                                        <a:latin typeface="Cambria Math" panose="02040503050406030204" pitchFamily="18" charset="0"/>
                                      </a:rPr>
                                    </m:ctrlPr>
                                  </m:mPr>
                                  <m:mr>
                                    <m:e>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𝑏</m:t>
                                          </m:r>
                                        </m:e>
                                        <m:sub>
                                          <m:r>
                                            <a:rPr lang="de-DE" sz="2400" b="0" i="1" smtClean="0">
                                              <a:latin typeface="Cambria Math" panose="02040503050406030204" pitchFamily="18" charset="0"/>
                                            </a:rPr>
                                            <m:t>12</m:t>
                                          </m:r>
                                        </m:sub>
                                      </m:sSub>
                                    </m:e>
                                    <m:e>
                                      <m:r>
                                        <a:rPr lang="de-DE" sz="2400" b="0" i="1" smtClean="0">
                                          <a:latin typeface="Cambria Math" panose="02040503050406030204" pitchFamily="18" charset="0"/>
                                        </a:rPr>
                                        <m:t>⋯</m:t>
                                      </m:r>
                                    </m:e>
                                  </m:mr>
                                </m:m>
                              </m:e>
                              <m:e>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𝑏</m:t>
                                    </m:r>
                                  </m:e>
                                  <m:sub>
                                    <m:r>
                                      <a:rPr lang="de-DE" sz="2400" b="0" i="1" smtClean="0">
                                        <a:latin typeface="Cambria Math" panose="02040503050406030204" pitchFamily="18" charset="0"/>
                                      </a:rPr>
                                      <m:t>1,</m:t>
                                    </m:r>
                                    <m:r>
                                      <a:rPr lang="de-DE" sz="2400" b="0" i="1" smtClean="0">
                                        <a:latin typeface="Cambria Math" panose="02040503050406030204" pitchFamily="18" charset="0"/>
                                      </a:rPr>
                                      <m:t>𝑅</m:t>
                                    </m:r>
                                  </m:sub>
                                </m:sSub>
                              </m:e>
                            </m:mr>
                            <m:mr>
                              <m:e>
                                <m:m>
                                  <m:mPr>
                                    <m:mcs>
                                      <m:mc>
                                        <m:mcPr>
                                          <m:count m:val="1"/>
                                          <m:mcJc m:val="center"/>
                                        </m:mcPr>
                                      </m:mc>
                                    </m:mcs>
                                    <m:ctrlPr>
                                      <a:rPr lang="de-DE" sz="2400" b="0" i="1" smtClean="0">
                                        <a:latin typeface="Cambria Math" panose="02040503050406030204" pitchFamily="18" charset="0"/>
                                      </a:rPr>
                                    </m:ctrlPr>
                                  </m:mPr>
                                  <m:mr>
                                    <m:e>
                                      <m:r>
                                        <a:rPr lang="de-DE" sz="2400" b="0" i="1" smtClean="0">
                                          <a:latin typeface="Cambria Math" panose="02040503050406030204" pitchFamily="18" charset="0"/>
                                        </a:rPr>
                                        <m:t>⋮</m:t>
                                      </m:r>
                                    </m:e>
                                  </m:mr>
                                  <m:mr>
                                    <m:e>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𝑏</m:t>
                                          </m:r>
                                        </m:e>
                                        <m:sub>
                                          <m:r>
                                            <a:rPr lang="de-DE" sz="2400" b="0" i="1" smtClean="0">
                                              <a:latin typeface="Cambria Math" panose="02040503050406030204" pitchFamily="18" charset="0"/>
                                            </a:rPr>
                                            <m:t>𝑚</m:t>
                                          </m:r>
                                          <m:r>
                                            <a:rPr lang="de-DE" sz="2400" b="0" i="1" smtClean="0">
                                              <a:latin typeface="Cambria Math" panose="02040503050406030204" pitchFamily="18" charset="0"/>
                                            </a:rPr>
                                            <m:t>1</m:t>
                                          </m:r>
                                        </m:sub>
                                      </m:sSub>
                                    </m:e>
                                  </m:mr>
                                  <m:mr>
                                    <m:e>
                                      <m:r>
                                        <a:rPr lang="de-DE" sz="2400" b="0" i="1" smtClean="0">
                                          <a:latin typeface="Cambria Math" panose="02040503050406030204" pitchFamily="18" charset="0"/>
                                        </a:rPr>
                                        <m:t>⋮</m:t>
                                      </m:r>
                                    </m:e>
                                  </m:mr>
                                </m:m>
                              </m:e>
                              <m:e>
                                <m:m>
                                  <m:mPr>
                                    <m:mcs>
                                      <m:mc>
                                        <m:mcPr>
                                          <m:count m:val="1"/>
                                          <m:mcJc m:val="center"/>
                                        </m:mcPr>
                                      </m:mc>
                                    </m:mcs>
                                    <m:ctrlPr>
                                      <a:rPr lang="de-DE" sz="2400" b="0" i="1" smtClean="0">
                                        <a:latin typeface="Cambria Math" panose="02040503050406030204" pitchFamily="18" charset="0"/>
                                      </a:rPr>
                                    </m:ctrlPr>
                                  </m:mPr>
                                  <m:mr>
                                    <m:e>
                                      <m:m>
                                        <m:mPr>
                                          <m:mcs>
                                            <m:mc>
                                              <m:mcPr>
                                                <m:count m:val="2"/>
                                                <m:mcJc m:val="center"/>
                                              </m:mcPr>
                                            </m:mc>
                                          </m:mcs>
                                          <m:ctrlPr>
                                            <a:rPr lang="de-DE" sz="2400" b="0" i="1" smtClean="0">
                                              <a:latin typeface="Cambria Math" panose="02040503050406030204" pitchFamily="18" charset="0"/>
                                            </a:rPr>
                                          </m:ctrlPr>
                                        </m:mPr>
                                        <m:mr>
                                          <m:e/>
                                          <m:e>
                                            <m:r>
                                              <a:rPr lang="de-DE" sz="2400" b="0" i="1" smtClean="0">
                                                <a:latin typeface="Cambria Math" panose="02040503050406030204" pitchFamily="18" charset="0"/>
                                              </a:rPr>
                                              <m:t>⋱</m:t>
                                            </m:r>
                                          </m:e>
                                        </m:mr>
                                      </m:m>
                                    </m:e>
                                  </m:mr>
                                  <m:mr>
                                    <m:e>
                                      <m:m>
                                        <m:mPr>
                                          <m:mcs>
                                            <m:mc>
                                              <m:mcPr>
                                                <m:count m:val="2"/>
                                                <m:mcJc m:val="center"/>
                                              </m:mcPr>
                                            </m:mc>
                                          </m:mcs>
                                          <m:ctrlPr>
                                            <a:rPr lang="de-DE" sz="2400" b="0" i="1" smtClean="0">
                                              <a:latin typeface="Cambria Math" panose="02040503050406030204" pitchFamily="18" charset="0"/>
                                            </a:rPr>
                                          </m:ctrlPr>
                                        </m:mPr>
                                        <m:mr>
                                          <m:e>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𝑏</m:t>
                                                </m:r>
                                              </m:e>
                                              <m:sub>
                                                <m:r>
                                                  <a:rPr lang="de-DE" sz="2400" b="0" i="1" smtClean="0">
                                                    <a:latin typeface="Cambria Math" panose="02040503050406030204" pitchFamily="18" charset="0"/>
                                                  </a:rPr>
                                                  <m:t>𝑚</m:t>
                                                </m:r>
                                                <m:r>
                                                  <a:rPr lang="de-DE" sz="2400" b="0" i="1" smtClean="0">
                                                    <a:latin typeface="Cambria Math" panose="02040503050406030204" pitchFamily="18" charset="0"/>
                                                  </a:rPr>
                                                  <m:t>2</m:t>
                                                </m:r>
                                              </m:sub>
                                            </m:sSub>
                                          </m:e>
                                          <m:e>
                                            <m:r>
                                              <a:rPr lang="de-DE" sz="2400" b="0" i="1" smtClean="0">
                                                <a:latin typeface="Cambria Math" panose="02040503050406030204" pitchFamily="18" charset="0"/>
                                              </a:rPr>
                                              <m:t>⋯</m:t>
                                            </m:r>
                                          </m:e>
                                        </m:mr>
                                      </m:m>
                                    </m:e>
                                  </m:mr>
                                  <m:mr>
                                    <m:e>
                                      <m:m>
                                        <m:mPr>
                                          <m:mcs>
                                            <m:mc>
                                              <m:mcPr>
                                                <m:count m:val="2"/>
                                                <m:mcJc m:val="center"/>
                                              </m:mcPr>
                                            </m:mc>
                                          </m:mcs>
                                          <m:ctrlPr>
                                            <a:rPr lang="de-DE" sz="2400" b="0" i="1" smtClean="0">
                                              <a:latin typeface="Cambria Math" panose="02040503050406030204" pitchFamily="18" charset="0"/>
                                            </a:rPr>
                                          </m:ctrlPr>
                                        </m:mPr>
                                        <m:mr>
                                          <m:e/>
                                          <m:e>
                                            <m:r>
                                              <a:rPr lang="de-DE" sz="2400" b="0" i="1" smtClean="0">
                                                <a:latin typeface="Cambria Math" panose="02040503050406030204" pitchFamily="18" charset="0"/>
                                              </a:rPr>
                                              <m:t>⋱</m:t>
                                            </m:r>
                                          </m:e>
                                        </m:mr>
                                      </m:m>
                                    </m:e>
                                  </m:mr>
                                </m:m>
                              </m:e>
                              <m:e>
                                <m:m>
                                  <m:mPr>
                                    <m:mcs>
                                      <m:mc>
                                        <m:mcPr>
                                          <m:count m:val="1"/>
                                          <m:mcJc m:val="center"/>
                                        </m:mcPr>
                                      </m:mc>
                                    </m:mcs>
                                    <m:ctrlPr>
                                      <a:rPr lang="de-DE" sz="2400" b="0" i="1" smtClean="0">
                                        <a:latin typeface="Cambria Math" panose="02040503050406030204" pitchFamily="18" charset="0"/>
                                      </a:rPr>
                                    </m:ctrlPr>
                                  </m:mPr>
                                  <m:mr>
                                    <m:e>
                                      <m:r>
                                        <a:rPr lang="de-DE" sz="2400" b="0" i="1" smtClean="0">
                                          <a:latin typeface="Cambria Math" panose="02040503050406030204" pitchFamily="18" charset="0"/>
                                        </a:rPr>
                                        <m:t>⋮</m:t>
                                      </m:r>
                                    </m:e>
                                  </m:mr>
                                  <m:mr>
                                    <m:e>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𝑏</m:t>
                                          </m:r>
                                        </m:e>
                                        <m:sub>
                                          <m:r>
                                            <a:rPr lang="de-DE" sz="2400" b="0" i="1" smtClean="0">
                                              <a:latin typeface="Cambria Math" panose="02040503050406030204" pitchFamily="18" charset="0"/>
                                            </a:rPr>
                                            <m:t>𝑚</m:t>
                                          </m:r>
                                          <m:r>
                                            <a:rPr lang="de-DE" sz="2400" b="0" i="1" smtClean="0">
                                              <a:latin typeface="Cambria Math" panose="02040503050406030204" pitchFamily="18" charset="0"/>
                                            </a:rPr>
                                            <m:t>,</m:t>
                                          </m:r>
                                          <m:r>
                                            <a:rPr lang="de-DE" sz="2400" b="0" i="1" smtClean="0">
                                              <a:latin typeface="Cambria Math" panose="02040503050406030204" pitchFamily="18" charset="0"/>
                                            </a:rPr>
                                            <m:t>𝑅</m:t>
                                          </m:r>
                                        </m:sub>
                                      </m:sSub>
                                    </m:e>
                                  </m:mr>
                                  <m:mr>
                                    <m:e>
                                      <m:r>
                                        <a:rPr lang="de-DE" sz="2400" b="0" i="1" smtClean="0">
                                          <a:latin typeface="Cambria Math" panose="02040503050406030204" pitchFamily="18" charset="0"/>
                                        </a:rPr>
                                        <m:t>⋮</m:t>
                                      </m:r>
                                    </m:e>
                                  </m:mr>
                                </m:m>
                              </m:e>
                            </m:mr>
                            <m:mr>
                              <m:e>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𝑏</m:t>
                                    </m:r>
                                  </m:e>
                                  <m:sub>
                                    <m:r>
                                      <a:rPr lang="de-DE" sz="2400" b="0" i="1" smtClean="0">
                                        <a:latin typeface="Cambria Math" panose="02040503050406030204" pitchFamily="18" charset="0"/>
                                      </a:rPr>
                                      <m:t>𝑀</m:t>
                                    </m:r>
                                    <m:r>
                                      <a:rPr lang="de-DE" sz="2400" b="0" i="1" smtClean="0">
                                        <a:latin typeface="Cambria Math" panose="02040503050406030204" pitchFamily="18" charset="0"/>
                                      </a:rPr>
                                      <m:t>,1</m:t>
                                    </m:r>
                                  </m:sub>
                                </m:sSub>
                              </m:e>
                              <m:e>
                                <m:m>
                                  <m:mPr>
                                    <m:mcs>
                                      <m:mc>
                                        <m:mcPr>
                                          <m:count m:val="2"/>
                                          <m:mcJc m:val="center"/>
                                        </m:mcPr>
                                      </m:mc>
                                    </m:mcs>
                                    <m:ctrlPr>
                                      <a:rPr lang="de-DE" sz="2400" b="0" i="1" smtClean="0">
                                        <a:latin typeface="Cambria Math" panose="02040503050406030204" pitchFamily="18" charset="0"/>
                                      </a:rPr>
                                    </m:ctrlPr>
                                  </m:mPr>
                                  <m:mr>
                                    <m:e/>
                                    <m:e>
                                      <m:r>
                                        <a:rPr lang="de-DE" sz="2400" b="0" i="1" smtClean="0">
                                          <a:latin typeface="Cambria Math" panose="02040503050406030204" pitchFamily="18" charset="0"/>
                                        </a:rPr>
                                        <m:t>⋯</m:t>
                                      </m:r>
                                    </m:e>
                                  </m:mr>
                                </m:m>
                              </m:e>
                              <m:e>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𝑏</m:t>
                                    </m:r>
                                  </m:e>
                                  <m:sub>
                                    <m:r>
                                      <a:rPr lang="de-DE" sz="2400" b="0" i="1" smtClean="0">
                                        <a:latin typeface="Cambria Math" panose="02040503050406030204" pitchFamily="18" charset="0"/>
                                      </a:rPr>
                                      <m:t>𝑀</m:t>
                                    </m:r>
                                    <m:r>
                                      <a:rPr lang="de-DE" sz="2400" b="0" i="1" smtClean="0">
                                        <a:latin typeface="Cambria Math" panose="02040503050406030204" pitchFamily="18" charset="0"/>
                                      </a:rPr>
                                      <m:t>,</m:t>
                                    </m:r>
                                    <m:r>
                                      <a:rPr lang="de-DE" sz="2400" b="0" i="1" smtClean="0">
                                        <a:latin typeface="Cambria Math" panose="02040503050406030204" pitchFamily="18" charset="0"/>
                                      </a:rPr>
                                      <m:t>𝑅</m:t>
                                    </m:r>
                                  </m:sub>
                                </m:sSub>
                              </m:e>
                            </m:mr>
                          </m:m>
                        </m:e>
                      </m:d>
                    </m:oMath>
                  </m:oMathPara>
                </a14:m>
                <a:endParaRPr lang="en-US" sz="2400" dirty="0"/>
              </a:p>
            </p:txBody>
          </p:sp>
        </mc:Choice>
        <mc:Fallback xmlns="">
          <p:sp>
            <p:nvSpPr>
              <p:cNvPr id="4" name="TextBox 3">
                <a:extLst>
                  <a:ext uri="{FF2B5EF4-FFF2-40B4-BE49-F238E27FC236}">
                    <a16:creationId xmlns:a16="http://schemas.microsoft.com/office/drawing/2014/main" id="{F6E05109-60F7-5EDE-28E5-D41AE30ABE41}"/>
                  </a:ext>
                </a:extLst>
              </p:cNvPr>
              <p:cNvSpPr txBox="1">
                <a:spLocks noRot="1" noChangeAspect="1" noMove="1" noResize="1" noEditPoints="1" noAdjustHandles="1" noChangeArrowheads="1" noChangeShapeType="1" noTextEdit="1"/>
              </p:cNvSpPr>
              <p:nvPr/>
            </p:nvSpPr>
            <p:spPr>
              <a:xfrm>
                <a:off x="6096000" y="861364"/>
                <a:ext cx="4941417" cy="1830245"/>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59C25E7A-EC46-AFC3-A6B2-C0EBEEE33621}"/>
                  </a:ext>
                </a:extLst>
              </p:cNvPr>
              <p:cNvSpPr txBox="1"/>
              <p:nvPr/>
            </p:nvSpPr>
            <p:spPr>
              <a:xfrm>
                <a:off x="5257800" y="3719302"/>
                <a:ext cx="6880937" cy="491417"/>
              </a:xfrm>
              <a:prstGeom prst="rect">
                <a:avLst/>
              </a:prstGeom>
              <a:noFill/>
            </p:spPr>
            <p:txBody>
              <a:bodyPr wrap="square">
                <a:spAutoFit/>
              </a:bodyPr>
              <a:lstStyle/>
              <a:p>
                <a:pPr/>
                <a14:m>
                  <m:oMathPara xmlns:m="http://schemas.openxmlformats.org/officeDocument/2006/math">
                    <m:oMathParaPr>
                      <m:jc m:val="left"/>
                    </m:oMathParaPr>
                    <m:oMath>
                      <m:r>
                        <a:rPr lang="de-DE" sz="2400" b="0" i="1" smtClean="0">
                          <a:latin typeface="Cambria Math" panose="02040503050406030204" pitchFamily="18" charset="0"/>
                        </a:rPr>
                        <m:t>[</m:t>
                      </m:r>
                      <m:sSub>
                        <m:sSubPr>
                          <m:ctrlPr>
                            <a:rPr lang="de-DE" sz="2400" i="1">
                              <a:latin typeface="Cambria Math" panose="02040503050406030204" pitchFamily="18" charset="0"/>
                            </a:rPr>
                          </m:ctrlPr>
                        </m:sSubPr>
                        <m:e>
                          <m:r>
                            <a:rPr lang="de-DE" sz="2400" i="1">
                              <a:latin typeface="Cambria Math" panose="02040503050406030204" pitchFamily="18" charset="0"/>
                            </a:rPr>
                            <m:t>𝑏</m:t>
                          </m:r>
                        </m:e>
                        <m:sub>
                          <m:r>
                            <a:rPr lang="de-DE" sz="2400" i="1">
                              <a:latin typeface="Cambria Math" panose="02040503050406030204" pitchFamily="18" charset="0"/>
                            </a:rPr>
                            <m:t>𝑚</m:t>
                          </m:r>
                          <m:r>
                            <a:rPr lang="de-DE" sz="2400" b="0" i="1" smtClean="0">
                              <a:latin typeface="Cambria Math" panose="02040503050406030204" pitchFamily="18" charset="0"/>
                            </a:rPr>
                            <m:t>1</m:t>
                          </m:r>
                        </m:sub>
                      </m:sSub>
                      <m:r>
                        <a:rPr lang="de-DE" sz="2400" b="0" i="1" smtClean="0">
                          <a:latin typeface="Cambria Math" panose="02040503050406030204" pitchFamily="18" charset="0"/>
                        </a:rPr>
                        <m:t>, ⋯,</m:t>
                      </m:r>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𝑏</m:t>
                          </m:r>
                        </m:e>
                        <m:sub>
                          <m:r>
                            <a:rPr lang="de-DE" sz="2400" b="0" i="1" smtClean="0">
                              <a:latin typeface="Cambria Math" panose="02040503050406030204" pitchFamily="18" charset="0"/>
                            </a:rPr>
                            <m:t>𝑚𝑖</m:t>
                          </m:r>
                        </m:sub>
                      </m:sSub>
                      <m:r>
                        <a:rPr lang="de-DE" sz="2400" b="0" i="1" smtClean="0">
                          <a:latin typeface="Cambria Math" panose="02040503050406030204" pitchFamily="18" charset="0"/>
                        </a:rPr>
                        <m:t>&gt;0,⋯,</m:t>
                      </m:r>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𝑏</m:t>
                          </m:r>
                        </m:e>
                        <m:sub>
                          <m:r>
                            <m:rPr>
                              <m:sty m:val="p"/>
                            </m:rPr>
                            <a:rPr lang="de-DE" sz="2400" b="0" i="1" smtClean="0">
                              <a:latin typeface="Cambria Math" panose="02040503050406030204" pitchFamily="18" charset="0"/>
                            </a:rPr>
                            <m:t>m</m:t>
                          </m:r>
                          <m:r>
                            <a:rPr lang="de-DE" sz="2400" b="0" i="1" smtClean="0">
                              <a:latin typeface="Cambria Math" panose="02040503050406030204" pitchFamily="18" charset="0"/>
                            </a:rPr>
                            <m:t>𝑗</m:t>
                          </m:r>
                        </m:sub>
                      </m:sSub>
                      <m:r>
                        <a:rPr lang="de-DE" sz="2400" b="0" i="1" smtClean="0">
                          <a:latin typeface="Cambria Math" panose="02040503050406030204" pitchFamily="18" charset="0"/>
                        </a:rPr>
                        <m:t>&gt;0,⋯,</m:t>
                      </m:r>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𝑏</m:t>
                          </m:r>
                        </m:e>
                        <m:sub>
                          <m:r>
                            <a:rPr lang="de-DE" sz="2400" b="0" i="1" smtClean="0">
                              <a:latin typeface="Cambria Math" panose="02040503050406030204" pitchFamily="18" charset="0"/>
                            </a:rPr>
                            <m:t>𝑚𝑘</m:t>
                          </m:r>
                        </m:sub>
                      </m:sSub>
                      <m:r>
                        <a:rPr lang="de-DE" sz="2400" b="0" i="1" smtClean="0">
                          <a:latin typeface="Cambria Math" panose="02040503050406030204" pitchFamily="18" charset="0"/>
                        </a:rPr>
                        <m:t>&lt;0,⋯,</m:t>
                      </m:r>
                      <m:sSub>
                        <m:sSubPr>
                          <m:ctrlPr>
                            <a:rPr lang="de-DE" sz="2400" i="1">
                              <a:latin typeface="Cambria Math" panose="02040503050406030204" pitchFamily="18" charset="0"/>
                            </a:rPr>
                          </m:ctrlPr>
                        </m:sSubPr>
                        <m:e>
                          <m:r>
                            <a:rPr lang="de-DE" sz="2400" i="1">
                              <a:latin typeface="Cambria Math" panose="02040503050406030204" pitchFamily="18" charset="0"/>
                            </a:rPr>
                            <m:t>𝑏</m:t>
                          </m:r>
                        </m:e>
                        <m:sub>
                          <m:r>
                            <a:rPr lang="de-DE" sz="2400" i="1">
                              <a:latin typeface="Cambria Math" panose="02040503050406030204" pitchFamily="18" charset="0"/>
                            </a:rPr>
                            <m:t>𝑚</m:t>
                          </m:r>
                          <m:r>
                            <m:rPr>
                              <m:sty m:val="p"/>
                            </m:rPr>
                            <a:rPr lang="de-DE" sz="2400" b="0" i="1" smtClean="0">
                              <a:latin typeface="Cambria Math" panose="02040503050406030204" pitchFamily="18" charset="0"/>
                            </a:rPr>
                            <m:t>R</m:t>
                          </m:r>
                        </m:sub>
                      </m:sSub>
                      <m:r>
                        <a:rPr lang="de-DE" sz="2400" b="0" i="1" smtClean="0">
                          <a:latin typeface="Cambria Math" panose="02040503050406030204" pitchFamily="18" charset="0"/>
                        </a:rPr>
                        <m:t>]</m:t>
                      </m:r>
                    </m:oMath>
                  </m:oMathPara>
                </a14:m>
                <a:endParaRPr lang="en-US" sz="2400" dirty="0"/>
              </a:p>
            </p:txBody>
          </p:sp>
        </mc:Choice>
        <mc:Fallback xmlns="">
          <p:sp>
            <p:nvSpPr>
              <p:cNvPr id="6" name="TextBox 5">
                <a:extLst>
                  <a:ext uri="{FF2B5EF4-FFF2-40B4-BE49-F238E27FC236}">
                    <a16:creationId xmlns:a16="http://schemas.microsoft.com/office/drawing/2014/main" id="{59C25E7A-EC46-AFC3-A6B2-C0EBEEE33621}"/>
                  </a:ext>
                </a:extLst>
              </p:cNvPr>
              <p:cNvSpPr txBox="1">
                <a:spLocks noRot="1" noChangeAspect="1" noMove="1" noResize="1" noEditPoints="1" noAdjustHandles="1" noChangeArrowheads="1" noChangeShapeType="1" noTextEdit="1"/>
              </p:cNvSpPr>
              <p:nvPr/>
            </p:nvSpPr>
            <p:spPr>
              <a:xfrm>
                <a:off x="5257800" y="3719302"/>
                <a:ext cx="6880937" cy="491417"/>
              </a:xfrm>
              <a:prstGeom prst="rect">
                <a:avLst/>
              </a:prstGeom>
              <a:blipFill>
                <a:blip r:embed="rId12"/>
                <a:stretch>
                  <a:fillRect l="-798" b="-11111"/>
                </a:stretch>
              </a:blipFill>
            </p:spPr>
            <p:txBody>
              <a:bodyPr/>
              <a:lstStyle/>
              <a:p>
                <a:r>
                  <a:rPr lang="en-US">
                    <a:noFill/>
                  </a:rPr>
                  <a:t> </a:t>
                </a:r>
              </a:p>
            </p:txBody>
          </p:sp>
        </mc:Fallback>
      </mc:AlternateContent>
      <p:sp>
        <p:nvSpPr>
          <p:cNvPr id="7" name="Rectangle: Rounded Corners 6">
            <a:extLst>
              <a:ext uri="{FF2B5EF4-FFF2-40B4-BE49-F238E27FC236}">
                <a16:creationId xmlns:a16="http://schemas.microsoft.com/office/drawing/2014/main" id="{E45C3F30-D811-94E1-442D-196CAE30135A}"/>
              </a:ext>
            </a:extLst>
          </p:cNvPr>
          <p:cNvSpPr/>
          <p:nvPr/>
        </p:nvSpPr>
        <p:spPr>
          <a:xfrm>
            <a:off x="7916096" y="1520650"/>
            <a:ext cx="3209103" cy="600201"/>
          </a:xfrm>
          <a:prstGeom prst="round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Arrow Connector 8">
            <a:extLst>
              <a:ext uri="{FF2B5EF4-FFF2-40B4-BE49-F238E27FC236}">
                <a16:creationId xmlns:a16="http://schemas.microsoft.com/office/drawing/2014/main" id="{D9D9CFCE-92CE-2A13-8A75-9A230345C31F}"/>
              </a:ext>
            </a:extLst>
          </p:cNvPr>
          <p:cNvCxnSpPr>
            <a:cxnSpLocks/>
          </p:cNvCxnSpPr>
          <p:nvPr/>
        </p:nvCxnSpPr>
        <p:spPr>
          <a:xfrm>
            <a:off x="9065371" y="2131800"/>
            <a:ext cx="0" cy="951631"/>
          </a:xfrm>
          <a:prstGeom prst="straightConnector1">
            <a:avLst/>
          </a:prstGeom>
          <a:ln w="25400">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51FA4368-6500-21E7-61F9-0F065E342276}"/>
                  </a:ext>
                </a:extLst>
              </p:cNvPr>
              <p:cNvSpPr txBox="1"/>
              <p:nvPr/>
            </p:nvSpPr>
            <p:spPr>
              <a:xfrm>
                <a:off x="2166934" y="1502987"/>
                <a:ext cx="656402" cy="461665"/>
              </a:xfrm>
              <a:prstGeom prst="rect">
                <a:avLst/>
              </a:prstGeom>
              <a:noFill/>
            </p:spPr>
            <p:txBody>
              <a:bodyPr wrap="square">
                <a:spAutoFit/>
              </a:bodyPr>
              <a:lstStyle/>
              <a:p>
                <a:pPr/>
                <a14:m>
                  <m:oMathPara xmlns:m="http://schemas.openxmlformats.org/officeDocument/2006/math">
                    <m:oMath>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𝑏</m:t>
                          </m:r>
                        </m:e>
                        <m:sub>
                          <m:r>
                            <a:rPr lang="de-DE" sz="2400" b="0" i="1" smtClean="0">
                              <a:latin typeface="Cambria Math" panose="02040503050406030204" pitchFamily="18" charset="0"/>
                            </a:rPr>
                            <m:t>𝑚𝑖</m:t>
                          </m:r>
                        </m:sub>
                      </m:sSub>
                    </m:oMath>
                  </m:oMathPara>
                </a14:m>
                <a:endParaRPr lang="en-US" sz="2400" dirty="0"/>
              </a:p>
            </p:txBody>
          </p:sp>
        </mc:Choice>
        <mc:Fallback xmlns="">
          <p:sp>
            <p:nvSpPr>
              <p:cNvPr id="5" name="TextBox 4">
                <a:extLst>
                  <a:ext uri="{FF2B5EF4-FFF2-40B4-BE49-F238E27FC236}">
                    <a16:creationId xmlns:a16="http://schemas.microsoft.com/office/drawing/2014/main" id="{51FA4368-6500-21E7-61F9-0F065E342276}"/>
                  </a:ext>
                </a:extLst>
              </p:cNvPr>
              <p:cNvSpPr txBox="1">
                <a:spLocks noRot="1" noChangeAspect="1" noMove="1" noResize="1" noEditPoints="1" noAdjustHandles="1" noChangeArrowheads="1" noChangeShapeType="1" noTextEdit="1"/>
              </p:cNvSpPr>
              <p:nvPr/>
            </p:nvSpPr>
            <p:spPr>
              <a:xfrm>
                <a:off x="2166934" y="1502987"/>
                <a:ext cx="656402" cy="461665"/>
              </a:xfrm>
              <a:prstGeom prst="rect">
                <a:avLst/>
              </a:prstGeom>
              <a:blipFill>
                <a:blip r:embed="rId13"/>
                <a:stretch>
                  <a:fillRect l="-1852" b="-1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E5DBE052-9DAD-0A56-0429-6488D4052B62}"/>
                  </a:ext>
                </a:extLst>
              </p:cNvPr>
              <p:cNvSpPr txBox="1"/>
              <p:nvPr/>
            </p:nvSpPr>
            <p:spPr>
              <a:xfrm>
                <a:off x="2249689" y="3554733"/>
                <a:ext cx="656402" cy="495905"/>
              </a:xfrm>
              <a:prstGeom prst="rect">
                <a:avLst/>
              </a:prstGeom>
              <a:noFill/>
            </p:spPr>
            <p:txBody>
              <a:bodyPr wrap="square">
                <a:spAutoFit/>
              </a:bodyPr>
              <a:lstStyle/>
              <a:p>
                <a:pPr/>
                <a14:m>
                  <m:oMathPara xmlns:m="http://schemas.openxmlformats.org/officeDocument/2006/math">
                    <m:oMath>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𝑏</m:t>
                          </m:r>
                        </m:e>
                        <m:sub>
                          <m:r>
                            <a:rPr lang="de-DE" sz="2400" b="0" i="1" smtClean="0">
                              <a:latin typeface="Cambria Math" panose="02040503050406030204" pitchFamily="18" charset="0"/>
                            </a:rPr>
                            <m:t>𝑚𝑗</m:t>
                          </m:r>
                        </m:sub>
                      </m:sSub>
                    </m:oMath>
                  </m:oMathPara>
                </a14:m>
                <a:endParaRPr lang="en-US" sz="2400" dirty="0"/>
              </a:p>
            </p:txBody>
          </p:sp>
        </mc:Choice>
        <mc:Fallback xmlns="">
          <p:sp>
            <p:nvSpPr>
              <p:cNvPr id="11" name="TextBox 10">
                <a:extLst>
                  <a:ext uri="{FF2B5EF4-FFF2-40B4-BE49-F238E27FC236}">
                    <a16:creationId xmlns:a16="http://schemas.microsoft.com/office/drawing/2014/main" id="{E5DBE052-9DAD-0A56-0429-6488D4052B62}"/>
                  </a:ext>
                </a:extLst>
              </p:cNvPr>
              <p:cNvSpPr txBox="1">
                <a:spLocks noRot="1" noChangeAspect="1" noMove="1" noResize="1" noEditPoints="1" noAdjustHandles="1" noChangeArrowheads="1" noChangeShapeType="1" noTextEdit="1"/>
              </p:cNvSpPr>
              <p:nvPr/>
            </p:nvSpPr>
            <p:spPr>
              <a:xfrm>
                <a:off x="2249689" y="3554733"/>
                <a:ext cx="656402" cy="495905"/>
              </a:xfrm>
              <a:prstGeom prst="rect">
                <a:avLst/>
              </a:prstGeom>
              <a:blipFill>
                <a:blip r:embed="rId14"/>
                <a:stretch>
                  <a:fillRect l="-2778" r="-926" b="-987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EAE11F28-D26C-8A11-D8E8-6C1397CC1EB7}"/>
                  </a:ext>
                </a:extLst>
              </p:cNvPr>
              <p:cNvSpPr txBox="1"/>
              <p:nvPr/>
            </p:nvSpPr>
            <p:spPr>
              <a:xfrm>
                <a:off x="6680287" y="3257637"/>
                <a:ext cx="656402" cy="461665"/>
              </a:xfrm>
              <a:prstGeom prst="rect">
                <a:avLst/>
              </a:prstGeom>
              <a:noFill/>
            </p:spPr>
            <p:txBody>
              <a:bodyPr wrap="square">
                <a:spAutoFit/>
              </a:bodyPr>
              <a:lstStyle/>
              <a:p>
                <a:pPr/>
                <a14:m>
                  <m:oMathPara xmlns:m="http://schemas.openxmlformats.org/officeDocument/2006/math">
                    <m:oMath>
                      <m:sSub>
                        <m:sSubPr>
                          <m:ctrlPr>
                            <a:rPr lang="de-DE" sz="2400" b="0" i="1" smtClean="0">
                              <a:solidFill>
                                <a:schemeClr val="tx1"/>
                              </a:solidFill>
                              <a:latin typeface="Cambria Math" panose="02040503050406030204" pitchFamily="18" charset="0"/>
                            </a:rPr>
                          </m:ctrlPr>
                        </m:sSubPr>
                        <m:e>
                          <m:r>
                            <m:rPr>
                              <m:sty m:val="p"/>
                            </m:rPr>
                            <a:rPr lang="de-DE" sz="2400" b="0" i="1" smtClean="0">
                              <a:solidFill>
                                <a:schemeClr val="tx1"/>
                              </a:solidFill>
                              <a:latin typeface="Cambria Math" panose="02040503050406030204" pitchFamily="18" charset="0"/>
                            </a:rPr>
                            <m:t>r</m:t>
                          </m:r>
                        </m:e>
                        <m:sub>
                          <m:r>
                            <a:rPr lang="de-DE" sz="2400" b="0" i="1" smtClean="0">
                              <a:solidFill>
                                <a:schemeClr val="tx1"/>
                              </a:solidFill>
                              <a:latin typeface="Cambria Math" panose="02040503050406030204" pitchFamily="18" charset="0"/>
                            </a:rPr>
                            <m:t>𝑖</m:t>
                          </m:r>
                        </m:sub>
                      </m:sSub>
                    </m:oMath>
                  </m:oMathPara>
                </a14:m>
                <a:endParaRPr lang="en-US" sz="2400" dirty="0">
                  <a:solidFill>
                    <a:schemeClr val="tx1"/>
                  </a:solidFill>
                </a:endParaRPr>
              </a:p>
            </p:txBody>
          </p:sp>
        </mc:Choice>
        <mc:Fallback xmlns="">
          <p:sp>
            <p:nvSpPr>
              <p:cNvPr id="12" name="TextBox 11">
                <a:extLst>
                  <a:ext uri="{FF2B5EF4-FFF2-40B4-BE49-F238E27FC236}">
                    <a16:creationId xmlns:a16="http://schemas.microsoft.com/office/drawing/2014/main" id="{EAE11F28-D26C-8A11-D8E8-6C1397CC1EB7}"/>
                  </a:ext>
                </a:extLst>
              </p:cNvPr>
              <p:cNvSpPr txBox="1">
                <a:spLocks noRot="1" noChangeAspect="1" noMove="1" noResize="1" noEditPoints="1" noAdjustHandles="1" noChangeArrowheads="1" noChangeShapeType="1" noTextEdit="1"/>
              </p:cNvSpPr>
              <p:nvPr/>
            </p:nvSpPr>
            <p:spPr>
              <a:xfrm>
                <a:off x="6680287" y="3257637"/>
                <a:ext cx="656402" cy="461665"/>
              </a:xfrm>
              <a:prstGeom prst="rect">
                <a:avLst/>
              </a:prstGeom>
              <a:blipFill>
                <a:blip r:embed="rId15"/>
                <a:stretch>
                  <a:fillRect b="-13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519AD1EE-1D3A-1307-D390-EABE0F987C0B}"/>
                  </a:ext>
                </a:extLst>
              </p:cNvPr>
              <p:cNvSpPr txBox="1"/>
              <p:nvPr/>
            </p:nvSpPr>
            <p:spPr>
              <a:xfrm>
                <a:off x="8252889" y="3239131"/>
                <a:ext cx="656402" cy="495905"/>
              </a:xfrm>
              <a:prstGeom prst="rect">
                <a:avLst/>
              </a:prstGeom>
              <a:noFill/>
            </p:spPr>
            <p:txBody>
              <a:bodyPr wrap="square">
                <a:spAutoFit/>
              </a:bodyPr>
              <a:lstStyle/>
              <a:p>
                <a:pPr/>
                <a14:m>
                  <m:oMathPara xmlns:m="http://schemas.openxmlformats.org/officeDocument/2006/math">
                    <m:oMath>
                      <m:sSub>
                        <m:sSubPr>
                          <m:ctrlPr>
                            <a:rPr lang="de-DE" sz="2400" b="0" i="1" smtClean="0">
                              <a:solidFill>
                                <a:schemeClr val="tx1"/>
                              </a:solidFill>
                              <a:latin typeface="Cambria Math" panose="02040503050406030204" pitchFamily="18" charset="0"/>
                            </a:rPr>
                          </m:ctrlPr>
                        </m:sSubPr>
                        <m:e>
                          <m:r>
                            <m:rPr>
                              <m:sty m:val="p"/>
                            </m:rPr>
                            <a:rPr lang="de-DE" sz="2400" b="0" i="1" smtClean="0">
                              <a:solidFill>
                                <a:schemeClr val="tx1"/>
                              </a:solidFill>
                              <a:latin typeface="Cambria Math" panose="02040503050406030204" pitchFamily="18" charset="0"/>
                            </a:rPr>
                            <m:t>r</m:t>
                          </m:r>
                        </m:e>
                        <m:sub>
                          <m:r>
                            <a:rPr lang="de-DE" sz="2400" b="0" i="1" smtClean="0">
                              <a:solidFill>
                                <a:schemeClr val="tx1"/>
                              </a:solidFill>
                              <a:latin typeface="Cambria Math" panose="02040503050406030204" pitchFamily="18" charset="0"/>
                            </a:rPr>
                            <m:t>𝑗</m:t>
                          </m:r>
                        </m:sub>
                      </m:sSub>
                    </m:oMath>
                  </m:oMathPara>
                </a14:m>
                <a:endParaRPr lang="en-US" sz="2400" dirty="0">
                  <a:solidFill>
                    <a:schemeClr val="tx1"/>
                  </a:solidFill>
                </a:endParaRPr>
              </a:p>
            </p:txBody>
          </p:sp>
        </mc:Choice>
        <mc:Fallback xmlns="">
          <p:sp>
            <p:nvSpPr>
              <p:cNvPr id="14" name="TextBox 13">
                <a:extLst>
                  <a:ext uri="{FF2B5EF4-FFF2-40B4-BE49-F238E27FC236}">
                    <a16:creationId xmlns:a16="http://schemas.microsoft.com/office/drawing/2014/main" id="{519AD1EE-1D3A-1307-D390-EABE0F987C0B}"/>
                  </a:ext>
                </a:extLst>
              </p:cNvPr>
              <p:cNvSpPr txBox="1">
                <a:spLocks noRot="1" noChangeAspect="1" noMove="1" noResize="1" noEditPoints="1" noAdjustHandles="1" noChangeArrowheads="1" noChangeShapeType="1" noTextEdit="1"/>
              </p:cNvSpPr>
              <p:nvPr/>
            </p:nvSpPr>
            <p:spPr>
              <a:xfrm>
                <a:off x="8252889" y="3239131"/>
                <a:ext cx="656402" cy="495905"/>
              </a:xfrm>
              <a:prstGeom prst="rect">
                <a:avLst/>
              </a:prstGeom>
              <a:blipFill>
                <a:blip r:embed="rId16"/>
                <a:stretch>
                  <a:fillRect b="-853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C7678F8B-A895-92E1-4A9A-E00AD278FDB9}"/>
                  </a:ext>
                </a:extLst>
              </p:cNvPr>
              <p:cNvSpPr txBox="1"/>
              <p:nvPr/>
            </p:nvSpPr>
            <p:spPr>
              <a:xfrm>
                <a:off x="9843746" y="3239130"/>
                <a:ext cx="656402" cy="461665"/>
              </a:xfrm>
              <a:prstGeom prst="rect">
                <a:avLst/>
              </a:prstGeom>
              <a:noFill/>
            </p:spPr>
            <p:txBody>
              <a:bodyPr wrap="square">
                <a:spAutoFit/>
              </a:bodyPr>
              <a:lstStyle/>
              <a:p>
                <a:pPr/>
                <a14:m>
                  <m:oMathPara xmlns:m="http://schemas.openxmlformats.org/officeDocument/2006/math">
                    <m:oMath>
                      <m:sSub>
                        <m:sSubPr>
                          <m:ctrlPr>
                            <a:rPr lang="de-DE" sz="2400" b="0" i="1" smtClean="0">
                              <a:solidFill>
                                <a:schemeClr val="tx1"/>
                              </a:solidFill>
                              <a:latin typeface="Cambria Math" panose="02040503050406030204" pitchFamily="18" charset="0"/>
                            </a:rPr>
                          </m:ctrlPr>
                        </m:sSubPr>
                        <m:e>
                          <m:r>
                            <m:rPr>
                              <m:sty m:val="p"/>
                            </m:rPr>
                            <a:rPr lang="de-DE" sz="2400" b="0" i="1" smtClean="0">
                              <a:solidFill>
                                <a:schemeClr val="tx1"/>
                              </a:solidFill>
                              <a:latin typeface="Cambria Math" panose="02040503050406030204" pitchFamily="18" charset="0"/>
                            </a:rPr>
                            <m:t>r</m:t>
                          </m:r>
                        </m:e>
                        <m:sub>
                          <m:r>
                            <a:rPr lang="de-DE" sz="2400" b="0" i="1" smtClean="0">
                              <a:solidFill>
                                <a:schemeClr val="tx1"/>
                              </a:solidFill>
                              <a:latin typeface="Cambria Math" panose="02040503050406030204" pitchFamily="18" charset="0"/>
                            </a:rPr>
                            <m:t>𝑘</m:t>
                          </m:r>
                        </m:sub>
                      </m:sSub>
                    </m:oMath>
                  </m:oMathPara>
                </a14:m>
                <a:endParaRPr lang="en-US" sz="2400" dirty="0">
                  <a:solidFill>
                    <a:schemeClr val="tx1"/>
                  </a:solidFill>
                </a:endParaRPr>
              </a:p>
            </p:txBody>
          </p:sp>
        </mc:Choice>
        <mc:Fallback xmlns="">
          <p:sp>
            <p:nvSpPr>
              <p:cNvPr id="15" name="TextBox 14">
                <a:extLst>
                  <a:ext uri="{FF2B5EF4-FFF2-40B4-BE49-F238E27FC236}">
                    <a16:creationId xmlns:a16="http://schemas.microsoft.com/office/drawing/2014/main" id="{C7678F8B-A895-92E1-4A9A-E00AD278FDB9}"/>
                  </a:ext>
                </a:extLst>
              </p:cNvPr>
              <p:cNvSpPr txBox="1">
                <a:spLocks noRot="1" noChangeAspect="1" noMove="1" noResize="1" noEditPoints="1" noAdjustHandles="1" noChangeArrowheads="1" noChangeShapeType="1" noTextEdit="1"/>
              </p:cNvSpPr>
              <p:nvPr/>
            </p:nvSpPr>
            <p:spPr>
              <a:xfrm>
                <a:off x="9843746" y="3239130"/>
                <a:ext cx="656402" cy="461665"/>
              </a:xfrm>
              <a:prstGeom prst="rect">
                <a:avLst/>
              </a:prstGeom>
              <a:blipFill>
                <a:blip r:embed="rId17"/>
                <a:stretch>
                  <a:fillRect b="-1316"/>
                </a:stretch>
              </a:blipFill>
            </p:spPr>
            <p:txBody>
              <a:bodyPr/>
              <a:lstStyle/>
              <a:p>
                <a:r>
                  <a:rPr lang="en-US">
                    <a:noFill/>
                  </a:rPr>
                  <a:t> </a:t>
                </a:r>
              </a:p>
            </p:txBody>
          </p:sp>
        </mc:Fallback>
      </mc:AlternateContent>
      <p:pic>
        <p:nvPicPr>
          <p:cNvPr id="8" name="Picture 7">
            <a:extLst>
              <a:ext uri="{FF2B5EF4-FFF2-40B4-BE49-F238E27FC236}">
                <a16:creationId xmlns:a16="http://schemas.microsoft.com/office/drawing/2014/main" id="{31A01717-C7B8-1C64-06CF-E786A7744FD2}"/>
              </a:ext>
            </a:extLst>
          </p:cNvPr>
          <p:cNvPicPr>
            <a:picLocks noChangeAspect="1"/>
          </p:cNvPicPr>
          <p:nvPr/>
        </p:nvPicPr>
        <p:blipFill>
          <a:blip r:embed="rId18"/>
          <a:stretch>
            <a:fillRect/>
          </a:stretch>
        </p:blipFill>
        <p:spPr>
          <a:xfrm>
            <a:off x="129539" y="4301350"/>
            <a:ext cx="7881829" cy="2387525"/>
          </a:xfrm>
          <a:prstGeom prst="rect">
            <a:avLst/>
          </a:prstGeom>
        </p:spPr>
      </p:pic>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7E8E688C-BEA9-4B62-220B-4BDF29647AD9}"/>
                  </a:ext>
                </a:extLst>
              </p:cNvPr>
              <p:cNvSpPr txBox="1"/>
              <p:nvPr/>
            </p:nvSpPr>
            <p:spPr>
              <a:xfrm>
                <a:off x="2227851" y="2621766"/>
                <a:ext cx="1006792" cy="461665"/>
              </a:xfrm>
              <a:prstGeom prst="rect">
                <a:avLst/>
              </a:prstGeom>
              <a:noFill/>
            </p:spPr>
            <p:txBody>
              <a:bodyPr wrap="square">
                <a:spAutoFit/>
              </a:bodyPr>
              <a:lstStyle/>
              <a:p>
                <a:pPr/>
                <a14:m>
                  <m:oMathPara xmlns:m="http://schemas.openxmlformats.org/officeDocument/2006/math">
                    <m:oMath>
                      <m:sSub>
                        <m:sSubPr>
                          <m:ctrlPr>
                            <a:rPr lang="de-DE" sz="2400" b="0" i="0" smtClean="0">
                              <a:solidFill>
                                <a:srgbClr val="C00000"/>
                              </a:solidFill>
                              <a:latin typeface="Cambria Math" panose="02040503050406030204" pitchFamily="18" charset="0"/>
                            </a:rPr>
                          </m:ctrlPr>
                        </m:sSubPr>
                        <m:e>
                          <m:r>
                            <m:rPr>
                              <m:sty m:val="p"/>
                            </m:rPr>
                            <a:rPr lang="de-DE" sz="2400" b="0" i="0" smtClean="0">
                              <a:solidFill>
                                <a:srgbClr val="C00000"/>
                              </a:solidFill>
                              <a:latin typeface="Cambria Math" panose="02040503050406030204" pitchFamily="18" charset="0"/>
                            </a:rPr>
                            <m:t>met</m:t>
                          </m:r>
                        </m:e>
                        <m:sub>
                          <m:r>
                            <a:rPr lang="de-DE" sz="2400" b="0" i="1" smtClean="0">
                              <a:solidFill>
                                <a:srgbClr val="C00000"/>
                              </a:solidFill>
                              <a:latin typeface="Cambria Math" panose="02040503050406030204" pitchFamily="18" charset="0"/>
                            </a:rPr>
                            <m:t>𝑚</m:t>
                          </m:r>
                        </m:sub>
                      </m:sSub>
                    </m:oMath>
                  </m:oMathPara>
                </a14:m>
                <a:endParaRPr lang="en-US" sz="2400" dirty="0"/>
              </a:p>
            </p:txBody>
          </p:sp>
        </mc:Choice>
        <mc:Fallback xmlns="">
          <p:sp>
            <p:nvSpPr>
              <p:cNvPr id="3" name="TextBox 2">
                <a:extLst>
                  <a:ext uri="{FF2B5EF4-FFF2-40B4-BE49-F238E27FC236}">
                    <a16:creationId xmlns:a16="http://schemas.microsoft.com/office/drawing/2014/main" id="{7E8E688C-BEA9-4B62-220B-4BDF29647AD9}"/>
                  </a:ext>
                </a:extLst>
              </p:cNvPr>
              <p:cNvSpPr txBox="1">
                <a:spLocks noRot="1" noChangeAspect="1" noMove="1" noResize="1" noEditPoints="1" noAdjustHandles="1" noChangeArrowheads="1" noChangeShapeType="1" noTextEdit="1"/>
              </p:cNvSpPr>
              <p:nvPr/>
            </p:nvSpPr>
            <p:spPr>
              <a:xfrm>
                <a:off x="2227851" y="2621766"/>
                <a:ext cx="1006792" cy="461665"/>
              </a:xfrm>
              <a:prstGeom prst="rect">
                <a:avLst/>
              </a:prstGeom>
              <a:blipFill>
                <a:blip r:embed="rId1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A890172F-DF79-2923-D567-7652D11D0B17}"/>
                  </a:ext>
                </a:extLst>
              </p:cNvPr>
              <p:cNvSpPr txBox="1"/>
              <p:nvPr/>
            </p:nvSpPr>
            <p:spPr>
              <a:xfrm>
                <a:off x="129473" y="1093085"/>
                <a:ext cx="1006792" cy="461665"/>
              </a:xfrm>
              <a:prstGeom prst="rect">
                <a:avLst/>
              </a:prstGeom>
              <a:noFill/>
            </p:spPr>
            <p:txBody>
              <a:bodyPr wrap="square">
                <a:spAutoFit/>
              </a:bodyPr>
              <a:lstStyle/>
              <a:p>
                <a:pPr/>
                <a14:m>
                  <m:oMathPara xmlns:m="http://schemas.openxmlformats.org/officeDocument/2006/math">
                    <m:oMath>
                      <m:sSub>
                        <m:sSubPr>
                          <m:ctrlPr>
                            <a:rPr lang="de-DE" sz="2400" b="0" i="0" smtClean="0">
                              <a:solidFill>
                                <a:schemeClr val="tx1"/>
                              </a:solidFill>
                              <a:latin typeface="Cambria Math" panose="02040503050406030204" pitchFamily="18" charset="0"/>
                            </a:rPr>
                          </m:ctrlPr>
                        </m:sSubPr>
                        <m:e>
                          <m:r>
                            <m:rPr>
                              <m:sty m:val="p"/>
                            </m:rPr>
                            <a:rPr lang="de-DE" sz="2400" b="0" i="0" smtClean="0">
                              <a:solidFill>
                                <a:schemeClr val="tx1"/>
                              </a:solidFill>
                              <a:latin typeface="Cambria Math" panose="02040503050406030204" pitchFamily="18" charset="0"/>
                            </a:rPr>
                            <m:t>met</m:t>
                          </m:r>
                        </m:e>
                        <m:sub>
                          <m:r>
                            <a:rPr lang="de-DE" sz="2400" b="0" i="1" smtClean="0">
                              <a:solidFill>
                                <a:schemeClr val="tx1"/>
                              </a:solidFill>
                              <a:latin typeface="Cambria Math" panose="02040503050406030204" pitchFamily="18" charset="0"/>
                            </a:rPr>
                            <m:t>𝑎</m:t>
                          </m:r>
                        </m:sub>
                      </m:sSub>
                    </m:oMath>
                  </m:oMathPara>
                </a14:m>
                <a:endParaRPr lang="en-US" sz="2400" dirty="0">
                  <a:solidFill>
                    <a:schemeClr val="tx1"/>
                  </a:solidFill>
                </a:endParaRPr>
              </a:p>
            </p:txBody>
          </p:sp>
        </mc:Choice>
        <mc:Fallback xmlns="">
          <p:sp>
            <p:nvSpPr>
              <p:cNvPr id="10" name="TextBox 9">
                <a:extLst>
                  <a:ext uri="{FF2B5EF4-FFF2-40B4-BE49-F238E27FC236}">
                    <a16:creationId xmlns:a16="http://schemas.microsoft.com/office/drawing/2014/main" id="{A890172F-DF79-2923-D567-7652D11D0B17}"/>
                  </a:ext>
                </a:extLst>
              </p:cNvPr>
              <p:cNvSpPr txBox="1">
                <a:spLocks noRot="1" noChangeAspect="1" noMove="1" noResize="1" noEditPoints="1" noAdjustHandles="1" noChangeArrowheads="1" noChangeShapeType="1" noTextEdit="1"/>
              </p:cNvSpPr>
              <p:nvPr/>
            </p:nvSpPr>
            <p:spPr>
              <a:xfrm>
                <a:off x="129473" y="1093085"/>
                <a:ext cx="1006792" cy="461665"/>
              </a:xfrm>
              <a:prstGeom prst="rect">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613C335D-442F-55E2-DF62-4236FA594F4E}"/>
                  </a:ext>
                </a:extLst>
              </p:cNvPr>
              <p:cNvSpPr txBox="1"/>
              <p:nvPr/>
            </p:nvSpPr>
            <p:spPr>
              <a:xfrm>
                <a:off x="130346" y="3184315"/>
                <a:ext cx="1006792" cy="461665"/>
              </a:xfrm>
              <a:prstGeom prst="rect">
                <a:avLst/>
              </a:prstGeom>
              <a:noFill/>
            </p:spPr>
            <p:txBody>
              <a:bodyPr wrap="square">
                <a:spAutoFit/>
              </a:bodyPr>
              <a:lstStyle/>
              <a:p>
                <a:pPr/>
                <a14:m>
                  <m:oMathPara xmlns:m="http://schemas.openxmlformats.org/officeDocument/2006/math">
                    <m:oMath>
                      <m:sSub>
                        <m:sSubPr>
                          <m:ctrlPr>
                            <a:rPr lang="de-DE" sz="2400" b="0" i="0" smtClean="0">
                              <a:solidFill>
                                <a:schemeClr val="tx1"/>
                              </a:solidFill>
                              <a:latin typeface="Cambria Math" panose="02040503050406030204" pitchFamily="18" charset="0"/>
                            </a:rPr>
                          </m:ctrlPr>
                        </m:sSubPr>
                        <m:e>
                          <m:r>
                            <m:rPr>
                              <m:sty m:val="p"/>
                            </m:rPr>
                            <a:rPr lang="de-DE" sz="2400" b="0" i="0" smtClean="0">
                              <a:solidFill>
                                <a:schemeClr val="tx1"/>
                              </a:solidFill>
                              <a:latin typeface="Cambria Math" panose="02040503050406030204" pitchFamily="18" charset="0"/>
                            </a:rPr>
                            <m:t>met</m:t>
                          </m:r>
                        </m:e>
                        <m:sub>
                          <m:r>
                            <a:rPr lang="de-DE" sz="2400" b="0" i="1" smtClean="0">
                              <a:solidFill>
                                <a:schemeClr val="tx1"/>
                              </a:solidFill>
                              <a:latin typeface="Cambria Math" panose="02040503050406030204" pitchFamily="18" charset="0"/>
                            </a:rPr>
                            <m:t>𝑏</m:t>
                          </m:r>
                        </m:sub>
                      </m:sSub>
                    </m:oMath>
                  </m:oMathPara>
                </a14:m>
                <a:endParaRPr lang="en-US" sz="2400" dirty="0">
                  <a:solidFill>
                    <a:schemeClr val="tx1"/>
                  </a:solidFill>
                </a:endParaRPr>
              </a:p>
            </p:txBody>
          </p:sp>
        </mc:Choice>
        <mc:Fallback xmlns="">
          <p:sp>
            <p:nvSpPr>
              <p:cNvPr id="13" name="TextBox 12">
                <a:extLst>
                  <a:ext uri="{FF2B5EF4-FFF2-40B4-BE49-F238E27FC236}">
                    <a16:creationId xmlns:a16="http://schemas.microsoft.com/office/drawing/2014/main" id="{613C335D-442F-55E2-DF62-4236FA594F4E}"/>
                  </a:ext>
                </a:extLst>
              </p:cNvPr>
              <p:cNvSpPr txBox="1">
                <a:spLocks noRot="1" noChangeAspect="1" noMove="1" noResize="1" noEditPoints="1" noAdjustHandles="1" noChangeArrowheads="1" noChangeShapeType="1" noTextEdit="1"/>
              </p:cNvSpPr>
              <p:nvPr/>
            </p:nvSpPr>
            <p:spPr>
              <a:xfrm>
                <a:off x="130346" y="3184315"/>
                <a:ext cx="1006792" cy="461665"/>
              </a:xfrm>
              <a:prstGeom prst="rect">
                <a:avLst/>
              </a:prstGeom>
              <a:blipFill>
                <a:blip r:embed="rId21"/>
                <a:stretch>
                  <a:fillRect b="-1316"/>
                </a:stretch>
              </a:blipFill>
            </p:spPr>
            <p:txBody>
              <a:bodyPr/>
              <a:lstStyle/>
              <a:p>
                <a:r>
                  <a:rPr lang="en-US">
                    <a:noFill/>
                  </a:rPr>
                  <a:t> </a:t>
                </a:r>
              </a:p>
            </p:txBody>
          </p:sp>
        </mc:Fallback>
      </mc:AlternateContent>
      <p:sp>
        <p:nvSpPr>
          <p:cNvPr id="16" name="Rectangle: Rounded Corners 15">
            <a:extLst>
              <a:ext uri="{FF2B5EF4-FFF2-40B4-BE49-F238E27FC236}">
                <a16:creationId xmlns:a16="http://schemas.microsoft.com/office/drawing/2014/main" id="{CDD6F716-5C22-BECC-1F07-B1A32D36E7A8}"/>
              </a:ext>
            </a:extLst>
          </p:cNvPr>
          <p:cNvSpPr/>
          <p:nvPr/>
        </p:nvSpPr>
        <p:spPr>
          <a:xfrm>
            <a:off x="6361043" y="3239130"/>
            <a:ext cx="1331844" cy="979098"/>
          </a:xfrm>
          <a:prstGeom prst="roundRect">
            <a:avLst>
              <a:gd name="adj" fmla="val 9561"/>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Rounded Corners 19">
            <a:extLst>
              <a:ext uri="{FF2B5EF4-FFF2-40B4-BE49-F238E27FC236}">
                <a16:creationId xmlns:a16="http://schemas.microsoft.com/office/drawing/2014/main" id="{310C4211-D123-C0FF-491B-E24C64D14C5A}"/>
              </a:ext>
            </a:extLst>
          </p:cNvPr>
          <p:cNvSpPr/>
          <p:nvPr/>
        </p:nvSpPr>
        <p:spPr>
          <a:xfrm>
            <a:off x="7881220" y="3245487"/>
            <a:ext cx="1331844" cy="979098"/>
          </a:xfrm>
          <a:prstGeom prst="roundRect">
            <a:avLst>
              <a:gd name="adj" fmla="val 9561"/>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Rounded Corners 21">
            <a:extLst>
              <a:ext uri="{FF2B5EF4-FFF2-40B4-BE49-F238E27FC236}">
                <a16:creationId xmlns:a16="http://schemas.microsoft.com/office/drawing/2014/main" id="{E6E2EB79-38E4-1C4A-3A2C-BD58DBF2901C}"/>
              </a:ext>
            </a:extLst>
          </p:cNvPr>
          <p:cNvSpPr/>
          <p:nvPr/>
        </p:nvSpPr>
        <p:spPr>
          <a:xfrm>
            <a:off x="9496166" y="3220500"/>
            <a:ext cx="1331844" cy="979098"/>
          </a:xfrm>
          <a:prstGeom prst="roundRect">
            <a:avLst>
              <a:gd name="adj" fmla="val 9561"/>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94602527"/>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8E95AE-3EDE-5F9A-B249-9D9B3E619C6C}"/>
            </a:ext>
          </a:extLst>
        </p:cNvPr>
        <p:cNvGrpSpPr/>
        <p:nvPr/>
      </p:nvGrpSpPr>
      <p:grpSpPr>
        <a:xfrm>
          <a:off x="0" y="0"/>
          <a:ext cx="0" cy="0"/>
          <a:chOff x="0" y="0"/>
          <a:chExt cx="0" cy="0"/>
        </a:xfrm>
      </p:grpSpPr>
      <p:sp>
        <p:nvSpPr>
          <p:cNvPr id="22" name="Rectangle 21">
            <a:extLst>
              <a:ext uri="{FF2B5EF4-FFF2-40B4-BE49-F238E27FC236}">
                <a16:creationId xmlns:a16="http://schemas.microsoft.com/office/drawing/2014/main" id="{CDEA7BE3-3C70-8493-F32C-065982748F61}"/>
              </a:ext>
            </a:extLst>
          </p:cNvPr>
          <p:cNvSpPr/>
          <p:nvPr/>
        </p:nvSpPr>
        <p:spPr>
          <a:xfrm>
            <a:off x="0" y="4755791"/>
            <a:ext cx="4378223" cy="2102209"/>
          </a:xfrm>
          <a:prstGeom prst="rect">
            <a:avLst/>
          </a:prstGeom>
          <a:solidFill>
            <a:srgbClr val="12121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BE5A9E57-ED5D-6F58-A53C-99AC67D97065}"/>
              </a:ext>
            </a:extLst>
          </p:cNvPr>
          <p:cNvSpPr/>
          <p:nvPr/>
        </p:nvSpPr>
        <p:spPr>
          <a:xfrm>
            <a:off x="4318937" y="0"/>
            <a:ext cx="7873063" cy="6858000"/>
          </a:xfrm>
          <a:prstGeom prst="rect">
            <a:avLst/>
          </a:prstGeom>
          <a:solidFill>
            <a:srgbClr val="12121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0992105A-8651-6F18-1366-572E17648DE4}"/>
              </a:ext>
            </a:extLst>
          </p:cNvPr>
          <p:cNvPicPr>
            <a:picLocks noChangeAspect="1"/>
          </p:cNvPicPr>
          <p:nvPr/>
        </p:nvPicPr>
        <p:blipFill>
          <a:blip r:embed="rId3"/>
          <a:stretch>
            <a:fillRect/>
          </a:stretch>
        </p:blipFill>
        <p:spPr>
          <a:xfrm>
            <a:off x="4318937" y="40061"/>
            <a:ext cx="6968602" cy="6486970"/>
          </a:xfrm>
          <a:prstGeom prst="rect">
            <a:avLst/>
          </a:prstGeom>
        </p:spPr>
      </p:pic>
      <p:sp>
        <p:nvSpPr>
          <p:cNvPr id="2" name="Title 1">
            <a:extLst>
              <a:ext uri="{FF2B5EF4-FFF2-40B4-BE49-F238E27FC236}">
                <a16:creationId xmlns:a16="http://schemas.microsoft.com/office/drawing/2014/main" id="{50750A5D-3740-F1EE-C4FB-88B46C41C09E}"/>
              </a:ext>
            </a:extLst>
          </p:cNvPr>
          <p:cNvSpPr>
            <a:spLocks noGrp="1"/>
          </p:cNvSpPr>
          <p:nvPr>
            <p:ph type="title"/>
          </p:nvPr>
        </p:nvSpPr>
        <p:spPr>
          <a:xfrm>
            <a:off x="10944" y="40061"/>
            <a:ext cx="4531670" cy="720725"/>
          </a:xfrm>
        </p:spPr>
        <p:txBody>
          <a:bodyPr>
            <a:normAutofit/>
          </a:bodyPr>
          <a:lstStyle/>
          <a:p>
            <a:r>
              <a:rPr lang="de-DE" sz="2400" dirty="0"/>
              <a:t>Looking </a:t>
            </a:r>
            <a:r>
              <a:rPr lang="de-DE" sz="2400" dirty="0" err="1"/>
              <a:t>for</a:t>
            </a:r>
            <a:r>
              <a:rPr lang="de-DE" sz="2400" dirty="0"/>
              <a:t> 2-neuron NNs</a:t>
            </a:r>
            <a:endParaRPr lang="en-US" sz="2400" dirty="0"/>
          </a:p>
        </p:txBody>
      </p:sp>
      <p:pic>
        <p:nvPicPr>
          <p:cNvPr id="4" name="Picture 3" descr="A diagram of dna sequence&#10;&#10;AI-generated content may be incorrect.">
            <a:extLst>
              <a:ext uri="{FF2B5EF4-FFF2-40B4-BE49-F238E27FC236}">
                <a16:creationId xmlns:a16="http://schemas.microsoft.com/office/drawing/2014/main" id="{DF34A1A1-6B97-F25B-5A1B-3355508138DF}"/>
              </a:ext>
            </a:extLst>
          </p:cNvPr>
          <p:cNvPicPr>
            <a:picLocks noChangeAspect="1"/>
          </p:cNvPicPr>
          <p:nvPr/>
        </p:nvPicPr>
        <p:blipFill>
          <a:blip r:embed="rId4"/>
          <a:stretch>
            <a:fillRect/>
          </a:stretch>
        </p:blipFill>
        <p:spPr>
          <a:xfrm>
            <a:off x="497670" y="694476"/>
            <a:ext cx="2916786" cy="3091475"/>
          </a:xfrm>
          <a:prstGeom prst="rect">
            <a:avLst/>
          </a:prstGeom>
        </p:spPr>
      </p:pic>
      <p:grpSp>
        <p:nvGrpSpPr>
          <p:cNvPr id="6" name="Group 5">
            <a:extLst>
              <a:ext uri="{FF2B5EF4-FFF2-40B4-BE49-F238E27FC236}">
                <a16:creationId xmlns:a16="http://schemas.microsoft.com/office/drawing/2014/main" id="{BA9F3F39-6CA6-3182-0B58-4E9D877F5A99}"/>
              </a:ext>
            </a:extLst>
          </p:cNvPr>
          <p:cNvGrpSpPr/>
          <p:nvPr/>
        </p:nvGrpSpPr>
        <p:grpSpPr>
          <a:xfrm>
            <a:off x="317155" y="4819526"/>
            <a:ext cx="3616284" cy="1973197"/>
            <a:chOff x="431855" y="1391826"/>
            <a:chExt cx="3616284" cy="1973197"/>
          </a:xfrm>
        </p:grpSpPr>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F26DDB16-7FD3-4032-EEDE-BBECCBC7F08C}"/>
                    </a:ext>
                  </a:extLst>
                </p:cNvPr>
                <p:cNvSpPr txBox="1"/>
                <p:nvPr/>
              </p:nvSpPr>
              <p:spPr>
                <a:xfrm>
                  <a:off x="3419061" y="1887881"/>
                  <a:ext cx="629078" cy="461665"/>
                </a:xfrm>
                <a:prstGeom prst="rect">
                  <a:avLst/>
                </a:prstGeom>
                <a:noFill/>
              </p:spPr>
              <p:txBody>
                <a:bodyPr wrap="square">
                  <a:spAutoFit/>
                </a:bodyPr>
                <a:lstStyle/>
                <a:p>
                  <a:pPr/>
                  <a14:m>
                    <m:oMathPara xmlns:m="http://schemas.openxmlformats.org/officeDocument/2006/math">
                      <m:oMathParaPr>
                        <m:jc m:val="right"/>
                      </m:oMathParaPr>
                      <m:oMath>
                        <m:sSub>
                          <m:sSubPr>
                            <m:ctrlPr>
                              <a:rPr lang="de-DE" sz="2400" b="0" i="1" smtClean="0">
                                <a:solidFill>
                                  <a:schemeClr val="bg1"/>
                                </a:solidFill>
                                <a:latin typeface="Cambria Math" panose="02040503050406030204" pitchFamily="18" charset="0"/>
                              </a:rPr>
                            </m:ctrlPr>
                          </m:sSubPr>
                          <m:e>
                            <m:r>
                              <m:rPr>
                                <m:sty m:val="p"/>
                              </m:rPr>
                              <a:rPr lang="de-DE" sz="2400" b="0" i="1" smtClean="0">
                                <a:solidFill>
                                  <a:schemeClr val="bg1"/>
                                </a:solidFill>
                                <a:latin typeface="Cambria Math" panose="02040503050406030204" pitchFamily="18" charset="0"/>
                              </a:rPr>
                              <m:t>m</m:t>
                            </m:r>
                          </m:e>
                          <m:sub>
                            <m:r>
                              <a:rPr lang="de-DE" sz="2400" b="0" i="1" smtClean="0">
                                <a:solidFill>
                                  <a:schemeClr val="bg1"/>
                                </a:solidFill>
                                <a:latin typeface="Cambria Math" panose="02040503050406030204" pitchFamily="18" charset="0"/>
                              </a:rPr>
                              <m:t>4</m:t>
                            </m:r>
                          </m:sub>
                        </m:sSub>
                      </m:oMath>
                    </m:oMathPara>
                  </a14:m>
                  <a:endParaRPr lang="en-US" sz="2400" dirty="0">
                    <a:solidFill>
                      <a:schemeClr val="bg1"/>
                    </a:solidFill>
                  </a:endParaRPr>
                </a:p>
              </p:txBody>
            </p:sp>
          </mc:Choice>
          <mc:Fallback xmlns="">
            <p:sp>
              <p:nvSpPr>
                <p:cNvPr id="41" name="TextBox 40">
                  <a:extLst>
                    <a:ext uri="{FF2B5EF4-FFF2-40B4-BE49-F238E27FC236}">
                      <a16:creationId xmlns:a16="http://schemas.microsoft.com/office/drawing/2014/main" id="{F26DDB16-7FD3-4032-EEDE-BBECCBC7F08C}"/>
                    </a:ext>
                  </a:extLst>
                </p:cNvPr>
                <p:cNvSpPr txBox="1">
                  <a:spLocks noRot="1" noChangeAspect="1" noMove="1" noResize="1" noEditPoints="1" noAdjustHandles="1" noChangeArrowheads="1" noChangeShapeType="1" noTextEdit="1"/>
                </p:cNvSpPr>
                <p:nvPr/>
              </p:nvSpPr>
              <p:spPr>
                <a:xfrm>
                  <a:off x="3419061" y="1887881"/>
                  <a:ext cx="629078" cy="461665"/>
                </a:xfrm>
                <a:prstGeom prst="rect">
                  <a:avLst/>
                </a:prstGeom>
                <a:blipFill>
                  <a:blip r:embed="rId5"/>
                  <a:stretch>
                    <a:fillRect/>
                  </a:stretch>
                </a:blipFill>
              </p:spPr>
              <p:txBody>
                <a:bodyPr/>
                <a:lstStyle/>
                <a:p>
                  <a:r>
                    <a:rPr lang="en-US">
                      <a:noFill/>
                    </a:rPr>
                    <a:t> </a:t>
                  </a:r>
                </a:p>
              </p:txBody>
            </p:sp>
          </mc:Fallback>
        </mc:AlternateContent>
        <p:sp>
          <p:nvSpPr>
            <p:cNvPr id="17" name="Oval 16">
              <a:extLst>
                <a:ext uri="{FF2B5EF4-FFF2-40B4-BE49-F238E27FC236}">
                  <a16:creationId xmlns:a16="http://schemas.microsoft.com/office/drawing/2014/main" id="{E0555464-F16C-EB99-75FE-9D375CDAA133}"/>
                </a:ext>
              </a:extLst>
            </p:cNvPr>
            <p:cNvSpPr>
              <a:spLocks noChangeAspect="1"/>
            </p:cNvSpPr>
            <p:nvPr/>
          </p:nvSpPr>
          <p:spPr>
            <a:xfrm>
              <a:off x="1315417" y="1484012"/>
              <a:ext cx="365760" cy="365760"/>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6DACA316-230D-D8CD-EF68-29B01C3EA119}"/>
                </a:ext>
              </a:extLst>
            </p:cNvPr>
            <p:cNvSpPr>
              <a:spLocks noChangeAspect="1"/>
            </p:cNvSpPr>
            <p:nvPr/>
          </p:nvSpPr>
          <p:spPr>
            <a:xfrm>
              <a:off x="1326847" y="2951311"/>
              <a:ext cx="365760" cy="365760"/>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815BBFC4-0F99-2CC9-D561-7F255E117A6E}"/>
                </a:ext>
              </a:extLst>
            </p:cNvPr>
            <p:cNvSpPr>
              <a:spLocks noChangeAspect="1"/>
            </p:cNvSpPr>
            <p:nvPr/>
          </p:nvSpPr>
          <p:spPr>
            <a:xfrm>
              <a:off x="2858467" y="2257891"/>
              <a:ext cx="365760" cy="365760"/>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1" name="Straight Arrow Connector 20">
              <a:extLst>
                <a:ext uri="{FF2B5EF4-FFF2-40B4-BE49-F238E27FC236}">
                  <a16:creationId xmlns:a16="http://schemas.microsoft.com/office/drawing/2014/main" id="{7C82803E-B556-906C-0FD9-FCE6FB1F606B}"/>
                </a:ext>
              </a:extLst>
            </p:cNvPr>
            <p:cNvCxnSpPr>
              <a:cxnSpLocks/>
              <a:stCxn id="18" idx="6"/>
              <a:endCxn id="19" idx="3"/>
            </p:cNvCxnSpPr>
            <p:nvPr/>
          </p:nvCxnSpPr>
          <p:spPr>
            <a:xfrm flipV="1">
              <a:off x="1692607" y="2570087"/>
              <a:ext cx="1219424" cy="564104"/>
            </a:xfrm>
            <a:prstGeom prst="straightConnector1">
              <a:avLst/>
            </a:prstGeom>
            <a:solidFill>
              <a:schemeClr val="bg1"/>
            </a:solidFill>
            <a:ln>
              <a:solidFill>
                <a:schemeClr val="bg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194BED61-5805-76F0-4414-6C51BCF23D50}"/>
                </a:ext>
              </a:extLst>
            </p:cNvPr>
            <p:cNvCxnSpPr>
              <a:stCxn id="17" idx="6"/>
              <a:endCxn id="19" idx="1"/>
            </p:cNvCxnSpPr>
            <p:nvPr/>
          </p:nvCxnSpPr>
          <p:spPr>
            <a:xfrm>
              <a:off x="1681177" y="1666892"/>
              <a:ext cx="1230854" cy="644563"/>
            </a:xfrm>
            <a:prstGeom prst="straightConnector1">
              <a:avLst/>
            </a:prstGeom>
            <a:solidFill>
              <a:schemeClr val="bg1"/>
            </a:solidFill>
            <a:ln>
              <a:solidFill>
                <a:schemeClr val="bg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4CA272A9-A1B9-1E11-A374-2E2BA93B23DE}"/>
                </a:ext>
              </a:extLst>
            </p:cNvPr>
            <p:cNvCxnSpPr>
              <a:cxnSpLocks/>
            </p:cNvCxnSpPr>
            <p:nvPr/>
          </p:nvCxnSpPr>
          <p:spPr>
            <a:xfrm>
              <a:off x="515317" y="1666892"/>
              <a:ext cx="800100" cy="0"/>
            </a:xfrm>
            <a:prstGeom prst="straightConnector1">
              <a:avLst/>
            </a:prstGeom>
            <a:solidFill>
              <a:schemeClr val="bg1"/>
            </a:solidFill>
            <a:ln>
              <a:solidFill>
                <a:schemeClr val="bg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5E69A336-30C0-D5CD-CA64-C0BCFB5DE8D0}"/>
                </a:ext>
              </a:extLst>
            </p:cNvPr>
            <p:cNvCxnSpPr>
              <a:cxnSpLocks/>
              <a:endCxn id="18" idx="2"/>
            </p:cNvCxnSpPr>
            <p:nvPr/>
          </p:nvCxnSpPr>
          <p:spPr>
            <a:xfrm>
              <a:off x="515317" y="3134191"/>
              <a:ext cx="811530" cy="0"/>
            </a:xfrm>
            <a:prstGeom prst="straightConnector1">
              <a:avLst/>
            </a:prstGeom>
            <a:solidFill>
              <a:schemeClr val="bg1"/>
            </a:solidFill>
            <a:ln>
              <a:solidFill>
                <a:schemeClr val="bg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29" name="Straight Arrow Connector 28">
              <a:extLst>
                <a:ext uri="{FF2B5EF4-FFF2-40B4-BE49-F238E27FC236}">
                  <a16:creationId xmlns:a16="http://schemas.microsoft.com/office/drawing/2014/main" id="{B37C9D3C-7810-04DD-E4D9-BC6359EADF76}"/>
                </a:ext>
              </a:extLst>
            </p:cNvPr>
            <p:cNvCxnSpPr>
              <a:cxnSpLocks/>
            </p:cNvCxnSpPr>
            <p:nvPr/>
          </p:nvCxnSpPr>
          <p:spPr>
            <a:xfrm>
              <a:off x="3224227" y="2425082"/>
              <a:ext cx="800100" cy="0"/>
            </a:xfrm>
            <a:prstGeom prst="straightConnector1">
              <a:avLst/>
            </a:prstGeom>
            <a:solidFill>
              <a:schemeClr val="bg1"/>
            </a:solidFill>
            <a:ln>
              <a:solidFill>
                <a:schemeClr val="bg1"/>
              </a:solidFill>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AFDA9619-46C1-35AA-8D39-D84883E83DEE}"/>
                    </a:ext>
                  </a:extLst>
                </p:cNvPr>
                <p:cNvSpPr txBox="1"/>
                <p:nvPr/>
              </p:nvSpPr>
              <p:spPr>
                <a:xfrm>
                  <a:off x="431855" y="1666892"/>
                  <a:ext cx="675668" cy="461665"/>
                </a:xfrm>
                <a:prstGeom prst="rect">
                  <a:avLst/>
                </a:prstGeom>
                <a:noFill/>
              </p:spPr>
              <p:txBody>
                <a:bodyPr wrap="square">
                  <a:spAutoFit/>
                </a:bodyPr>
                <a:lstStyle/>
                <a:p>
                  <a:pPr/>
                  <a14:m>
                    <m:oMathPara xmlns:m="http://schemas.openxmlformats.org/officeDocument/2006/math">
                      <m:oMathParaPr>
                        <m:jc m:val="left"/>
                      </m:oMathParaPr>
                      <m:oMath>
                        <m:sSub>
                          <m:sSubPr>
                            <m:ctrlPr>
                              <a:rPr lang="de-DE" sz="2400" b="0" i="1" smtClean="0">
                                <a:solidFill>
                                  <a:schemeClr val="bg1"/>
                                </a:solidFill>
                                <a:latin typeface="Cambria Math" panose="02040503050406030204" pitchFamily="18" charset="0"/>
                              </a:rPr>
                            </m:ctrlPr>
                          </m:sSubPr>
                          <m:e>
                            <m:r>
                              <m:rPr>
                                <m:sty m:val="p"/>
                              </m:rPr>
                              <a:rPr lang="de-DE" sz="2400" b="0" i="1" smtClean="0">
                                <a:solidFill>
                                  <a:schemeClr val="bg1"/>
                                </a:solidFill>
                                <a:latin typeface="Cambria Math" panose="02040503050406030204" pitchFamily="18" charset="0"/>
                              </a:rPr>
                              <m:t>m</m:t>
                            </m:r>
                          </m:e>
                          <m:sub>
                            <m:r>
                              <a:rPr lang="de-DE" sz="2400" b="0" i="1" smtClean="0">
                                <a:solidFill>
                                  <a:schemeClr val="bg1"/>
                                </a:solidFill>
                                <a:latin typeface="Cambria Math" panose="02040503050406030204" pitchFamily="18" charset="0"/>
                              </a:rPr>
                              <m:t>1</m:t>
                            </m:r>
                          </m:sub>
                        </m:sSub>
                      </m:oMath>
                    </m:oMathPara>
                  </a14:m>
                  <a:endParaRPr lang="en-US" sz="2400" dirty="0">
                    <a:solidFill>
                      <a:schemeClr val="bg1"/>
                    </a:solidFill>
                  </a:endParaRPr>
                </a:p>
              </p:txBody>
            </p:sp>
          </mc:Choice>
          <mc:Fallback xmlns="">
            <p:sp>
              <p:nvSpPr>
                <p:cNvPr id="31" name="TextBox 30">
                  <a:extLst>
                    <a:ext uri="{FF2B5EF4-FFF2-40B4-BE49-F238E27FC236}">
                      <a16:creationId xmlns:a16="http://schemas.microsoft.com/office/drawing/2014/main" id="{AFDA9619-46C1-35AA-8D39-D84883E83DEE}"/>
                    </a:ext>
                  </a:extLst>
                </p:cNvPr>
                <p:cNvSpPr txBox="1">
                  <a:spLocks noRot="1" noChangeAspect="1" noMove="1" noResize="1" noEditPoints="1" noAdjustHandles="1" noChangeArrowheads="1" noChangeShapeType="1" noTextEdit="1"/>
                </p:cNvSpPr>
                <p:nvPr/>
              </p:nvSpPr>
              <p:spPr>
                <a:xfrm>
                  <a:off x="431855" y="1666892"/>
                  <a:ext cx="675668" cy="461665"/>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723F16E3-8206-36D0-8CD8-8945A0493065}"/>
                    </a:ext>
                  </a:extLst>
                </p:cNvPr>
                <p:cNvSpPr txBox="1"/>
                <p:nvPr/>
              </p:nvSpPr>
              <p:spPr>
                <a:xfrm>
                  <a:off x="2298433" y="2903358"/>
                  <a:ext cx="641032" cy="461665"/>
                </a:xfrm>
                <a:prstGeom prst="rect">
                  <a:avLst/>
                </a:prstGeom>
                <a:noFill/>
                <a:ln w="19050">
                  <a:solidFill>
                    <a:srgbClr val="C00000"/>
                  </a:solidFill>
                </a:ln>
              </p:spPr>
              <p:txBody>
                <a:bodyPr wrap="square">
                  <a:spAutoFit/>
                </a:bodyPr>
                <a:lstStyle/>
                <a:p>
                  <a:pPr/>
                  <a14:m>
                    <m:oMathPara xmlns:m="http://schemas.openxmlformats.org/officeDocument/2006/math">
                      <m:oMath>
                        <m:sSub>
                          <m:sSubPr>
                            <m:ctrlPr>
                              <a:rPr lang="de-DE" sz="2400" b="1" i="1" smtClean="0">
                                <a:solidFill>
                                  <a:schemeClr val="bg1"/>
                                </a:solidFill>
                                <a:latin typeface="Cambria Math" panose="02040503050406030204" pitchFamily="18" charset="0"/>
                              </a:rPr>
                            </m:ctrlPr>
                          </m:sSubPr>
                          <m:e>
                            <m:r>
                              <a:rPr lang="de-DE" sz="2400" b="1" i="1" smtClean="0">
                                <a:solidFill>
                                  <a:schemeClr val="bg1"/>
                                </a:solidFill>
                                <a:latin typeface="Cambria Math" panose="02040503050406030204" pitchFamily="18" charset="0"/>
                              </a:rPr>
                              <m:t>𝒎</m:t>
                            </m:r>
                          </m:e>
                          <m:sub>
                            <m:r>
                              <a:rPr lang="de-DE" sz="2400" b="1" i="0" smtClean="0">
                                <a:solidFill>
                                  <a:schemeClr val="bg1"/>
                                </a:solidFill>
                                <a:latin typeface="Cambria Math" panose="02040503050406030204" pitchFamily="18" charset="0"/>
                              </a:rPr>
                              <m:t>𝐳</m:t>
                            </m:r>
                          </m:sub>
                        </m:sSub>
                      </m:oMath>
                    </m:oMathPara>
                  </a14:m>
                  <a:endParaRPr lang="en-US" sz="2400" b="1" dirty="0">
                    <a:solidFill>
                      <a:schemeClr val="bg1"/>
                    </a:solidFill>
                  </a:endParaRPr>
                </a:p>
              </p:txBody>
            </p:sp>
          </mc:Choice>
          <mc:Fallback xmlns="">
            <p:sp>
              <p:nvSpPr>
                <p:cNvPr id="32" name="TextBox 31">
                  <a:extLst>
                    <a:ext uri="{FF2B5EF4-FFF2-40B4-BE49-F238E27FC236}">
                      <a16:creationId xmlns:a16="http://schemas.microsoft.com/office/drawing/2014/main" id="{723F16E3-8206-36D0-8CD8-8945A0493065}"/>
                    </a:ext>
                  </a:extLst>
                </p:cNvPr>
                <p:cNvSpPr txBox="1">
                  <a:spLocks noRot="1" noChangeAspect="1" noMove="1" noResize="1" noEditPoints="1" noAdjustHandles="1" noChangeArrowheads="1" noChangeShapeType="1" noTextEdit="1"/>
                </p:cNvSpPr>
                <p:nvPr/>
              </p:nvSpPr>
              <p:spPr>
                <a:xfrm>
                  <a:off x="2298433" y="2903358"/>
                  <a:ext cx="641032" cy="461665"/>
                </a:xfrm>
                <a:prstGeom prst="rect">
                  <a:avLst/>
                </a:prstGeom>
                <a:blipFill>
                  <a:blip r:embed="rId7"/>
                  <a:stretch>
                    <a:fillRect/>
                  </a:stretch>
                </a:blipFill>
                <a:ln w="19050">
                  <a:solidFill>
                    <a:srgbClr val="C00000"/>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9E0490DA-EA3F-93AB-D5D4-8341117CED35}"/>
                    </a:ext>
                  </a:extLst>
                </p:cNvPr>
                <p:cNvSpPr txBox="1"/>
                <p:nvPr/>
              </p:nvSpPr>
              <p:spPr>
                <a:xfrm>
                  <a:off x="465982" y="2632490"/>
                  <a:ext cx="740343" cy="461665"/>
                </a:xfrm>
                <a:prstGeom prst="rect">
                  <a:avLst/>
                </a:prstGeom>
                <a:noFill/>
              </p:spPr>
              <p:txBody>
                <a:bodyPr wrap="square">
                  <a:spAutoFit/>
                </a:bodyPr>
                <a:lstStyle/>
                <a:p>
                  <a:pPr/>
                  <a14:m>
                    <m:oMathPara xmlns:m="http://schemas.openxmlformats.org/officeDocument/2006/math">
                      <m:oMathParaPr>
                        <m:jc m:val="left"/>
                      </m:oMathParaPr>
                      <m:oMath>
                        <m:sSub>
                          <m:sSubPr>
                            <m:ctrlPr>
                              <a:rPr lang="de-DE" sz="2400" b="0" i="1" smtClean="0">
                                <a:solidFill>
                                  <a:schemeClr val="bg1"/>
                                </a:solidFill>
                                <a:latin typeface="Cambria Math" panose="02040503050406030204" pitchFamily="18" charset="0"/>
                              </a:rPr>
                            </m:ctrlPr>
                          </m:sSubPr>
                          <m:e>
                            <m:r>
                              <m:rPr>
                                <m:sty m:val="p"/>
                              </m:rPr>
                              <a:rPr lang="de-DE" sz="2400" b="0" i="1" smtClean="0">
                                <a:solidFill>
                                  <a:schemeClr val="bg1"/>
                                </a:solidFill>
                                <a:latin typeface="Cambria Math" panose="02040503050406030204" pitchFamily="18" charset="0"/>
                              </a:rPr>
                              <m:t>m</m:t>
                            </m:r>
                          </m:e>
                          <m:sub>
                            <m:r>
                              <a:rPr lang="de-DE" sz="2400" b="0" i="1" smtClean="0">
                                <a:solidFill>
                                  <a:schemeClr val="bg1"/>
                                </a:solidFill>
                                <a:latin typeface="Cambria Math" panose="02040503050406030204" pitchFamily="18" charset="0"/>
                              </a:rPr>
                              <m:t>2</m:t>
                            </m:r>
                          </m:sub>
                        </m:sSub>
                      </m:oMath>
                    </m:oMathPara>
                  </a14:m>
                  <a:endParaRPr lang="en-US" sz="2400" dirty="0">
                    <a:solidFill>
                      <a:schemeClr val="bg1"/>
                    </a:solidFill>
                  </a:endParaRPr>
                </a:p>
              </p:txBody>
            </p:sp>
          </mc:Choice>
          <mc:Fallback xmlns="">
            <p:sp>
              <p:nvSpPr>
                <p:cNvPr id="33" name="TextBox 32">
                  <a:extLst>
                    <a:ext uri="{FF2B5EF4-FFF2-40B4-BE49-F238E27FC236}">
                      <a16:creationId xmlns:a16="http://schemas.microsoft.com/office/drawing/2014/main" id="{9E0490DA-EA3F-93AB-D5D4-8341117CED35}"/>
                    </a:ext>
                  </a:extLst>
                </p:cNvPr>
                <p:cNvSpPr txBox="1">
                  <a:spLocks noRot="1" noChangeAspect="1" noMove="1" noResize="1" noEditPoints="1" noAdjustHandles="1" noChangeArrowheads="1" noChangeShapeType="1" noTextEdit="1"/>
                </p:cNvSpPr>
                <p:nvPr/>
              </p:nvSpPr>
              <p:spPr>
                <a:xfrm>
                  <a:off x="465982" y="2632490"/>
                  <a:ext cx="740343" cy="461665"/>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1C880405-ADCD-FBF7-9406-D9BCB78F26F3}"/>
                    </a:ext>
                  </a:extLst>
                </p:cNvPr>
                <p:cNvSpPr txBox="1"/>
                <p:nvPr/>
              </p:nvSpPr>
              <p:spPr>
                <a:xfrm>
                  <a:off x="2121068" y="1391826"/>
                  <a:ext cx="651146" cy="461665"/>
                </a:xfrm>
                <a:prstGeom prst="rect">
                  <a:avLst/>
                </a:prstGeom>
                <a:noFill/>
                <a:ln w="19050">
                  <a:solidFill>
                    <a:srgbClr val="C00000"/>
                  </a:solidFill>
                </a:ln>
              </p:spPr>
              <p:txBody>
                <a:bodyPr wrap="square">
                  <a:spAutoFit/>
                </a:bodyPr>
                <a:lstStyle/>
                <a:p>
                  <a:pPr/>
                  <a14:m>
                    <m:oMathPara xmlns:m="http://schemas.openxmlformats.org/officeDocument/2006/math">
                      <m:oMath>
                        <m:sSub>
                          <m:sSubPr>
                            <m:ctrlPr>
                              <a:rPr lang="de-DE" sz="2400" b="1" i="1" smtClean="0">
                                <a:solidFill>
                                  <a:schemeClr val="bg1"/>
                                </a:solidFill>
                                <a:latin typeface="Cambria Math" panose="02040503050406030204" pitchFamily="18" charset="0"/>
                              </a:rPr>
                            </m:ctrlPr>
                          </m:sSubPr>
                          <m:e>
                            <m:r>
                              <a:rPr lang="de-DE" sz="2400" b="1" i="1" smtClean="0">
                                <a:solidFill>
                                  <a:schemeClr val="bg1"/>
                                </a:solidFill>
                                <a:latin typeface="Cambria Math" panose="02040503050406030204" pitchFamily="18" charset="0"/>
                              </a:rPr>
                              <m:t>𝒎</m:t>
                            </m:r>
                          </m:e>
                          <m:sub>
                            <m:r>
                              <a:rPr lang="de-DE" sz="2400" b="1" i="1" smtClean="0">
                                <a:solidFill>
                                  <a:schemeClr val="bg1"/>
                                </a:solidFill>
                                <a:latin typeface="Cambria Math" panose="02040503050406030204" pitchFamily="18" charset="0"/>
                              </a:rPr>
                              <m:t>𝒛</m:t>
                            </m:r>
                          </m:sub>
                        </m:sSub>
                      </m:oMath>
                    </m:oMathPara>
                  </a14:m>
                  <a:endParaRPr lang="en-US" sz="2400" b="1" dirty="0">
                    <a:solidFill>
                      <a:schemeClr val="bg1"/>
                    </a:solidFill>
                  </a:endParaRPr>
                </a:p>
              </p:txBody>
            </p:sp>
          </mc:Choice>
          <mc:Fallback xmlns="">
            <p:sp>
              <p:nvSpPr>
                <p:cNvPr id="40" name="TextBox 39">
                  <a:extLst>
                    <a:ext uri="{FF2B5EF4-FFF2-40B4-BE49-F238E27FC236}">
                      <a16:creationId xmlns:a16="http://schemas.microsoft.com/office/drawing/2014/main" id="{1C880405-ADCD-FBF7-9406-D9BCB78F26F3}"/>
                    </a:ext>
                  </a:extLst>
                </p:cNvPr>
                <p:cNvSpPr txBox="1">
                  <a:spLocks noRot="1" noChangeAspect="1" noMove="1" noResize="1" noEditPoints="1" noAdjustHandles="1" noChangeArrowheads="1" noChangeShapeType="1" noTextEdit="1"/>
                </p:cNvSpPr>
                <p:nvPr/>
              </p:nvSpPr>
              <p:spPr>
                <a:xfrm>
                  <a:off x="2121068" y="1391826"/>
                  <a:ext cx="651146" cy="461665"/>
                </a:xfrm>
                <a:prstGeom prst="rect">
                  <a:avLst/>
                </a:prstGeom>
                <a:blipFill>
                  <a:blip r:embed="rId9"/>
                  <a:stretch>
                    <a:fillRect/>
                  </a:stretch>
                </a:blipFill>
                <a:ln w="19050">
                  <a:solidFill>
                    <a:srgbClr val="C00000"/>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A2521AB9-1978-32E8-7F4C-C51C06880C5F}"/>
                    </a:ext>
                  </a:extLst>
                </p:cNvPr>
                <p:cNvSpPr txBox="1"/>
                <p:nvPr/>
              </p:nvSpPr>
              <p:spPr>
                <a:xfrm>
                  <a:off x="1057862" y="1831144"/>
                  <a:ext cx="970607" cy="461665"/>
                </a:xfrm>
                <a:prstGeom prst="rect">
                  <a:avLst/>
                </a:prstGeom>
                <a:noFill/>
              </p:spPr>
              <p:txBody>
                <a:bodyPr wrap="square">
                  <a:spAutoFit/>
                </a:bodyPr>
                <a:lstStyle/>
                <a:p>
                  <a:pPr/>
                  <a14:m>
                    <m:oMathPara xmlns:m="http://schemas.openxmlformats.org/officeDocument/2006/math">
                      <m:oMath>
                        <m:sSub>
                          <m:sSubPr>
                            <m:ctrlPr>
                              <a:rPr lang="de-DE" sz="2400" b="0" i="1" smtClean="0">
                                <a:solidFill>
                                  <a:schemeClr val="bg1"/>
                                </a:solidFill>
                                <a:latin typeface="Cambria Math" panose="02040503050406030204" pitchFamily="18" charset="0"/>
                              </a:rPr>
                            </m:ctrlPr>
                          </m:sSubPr>
                          <m:e>
                            <m:r>
                              <m:rPr>
                                <m:sty m:val="p"/>
                              </m:rPr>
                              <a:rPr lang="de-DE" sz="2400" b="0" i="1" smtClean="0">
                                <a:solidFill>
                                  <a:schemeClr val="bg1"/>
                                </a:solidFill>
                                <a:latin typeface="Cambria Math" panose="02040503050406030204" pitchFamily="18" charset="0"/>
                              </a:rPr>
                              <m:t>r</m:t>
                            </m:r>
                          </m:e>
                          <m:sub>
                            <m:r>
                              <a:rPr lang="de-DE" sz="2400" b="0" i="1" smtClean="0">
                                <a:solidFill>
                                  <a:schemeClr val="bg1"/>
                                </a:solidFill>
                                <a:latin typeface="Cambria Math" panose="02040503050406030204" pitchFamily="18" charset="0"/>
                              </a:rPr>
                              <m:t>1</m:t>
                            </m:r>
                          </m:sub>
                        </m:sSub>
                      </m:oMath>
                    </m:oMathPara>
                  </a14:m>
                  <a:endParaRPr lang="en-US" sz="2400" dirty="0">
                    <a:solidFill>
                      <a:schemeClr val="bg1"/>
                    </a:solidFill>
                  </a:endParaRPr>
                </a:p>
              </p:txBody>
            </p:sp>
          </mc:Choice>
          <mc:Fallback xmlns="">
            <p:sp>
              <p:nvSpPr>
                <p:cNvPr id="45" name="TextBox 44">
                  <a:extLst>
                    <a:ext uri="{FF2B5EF4-FFF2-40B4-BE49-F238E27FC236}">
                      <a16:creationId xmlns:a16="http://schemas.microsoft.com/office/drawing/2014/main" id="{A2521AB9-1978-32E8-7F4C-C51C06880C5F}"/>
                    </a:ext>
                  </a:extLst>
                </p:cNvPr>
                <p:cNvSpPr txBox="1">
                  <a:spLocks noRot="1" noChangeAspect="1" noMove="1" noResize="1" noEditPoints="1" noAdjustHandles="1" noChangeArrowheads="1" noChangeShapeType="1" noTextEdit="1"/>
                </p:cNvSpPr>
                <p:nvPr/>
              </p:nvSpPr>
              <p:spPr>
                <a:xfrm>
                  <a:off x="1057862" y="1831144"/>
                  <a:ext cx="970607" cy="461665"/>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D20D86B1-5E70-338F-D88A-B102B98C364B}"/>
                    </a:ext>
                  </a:extLst>
                </p:cNvPr>
                <p:cNvSpPr txBox="1"/>
                <p:nvPr/>
              </p:nvSpPr>
              <p:spPr>
                <a:xfrm>
                  <a:off x="1086781" y="2439570"/>
                  <a:ext cx="970607" cy="461665"/>
                </a:xfrm>
                <a:prstGeom prst="rect">
                  <a:avLst/>
                </a:prstGeom>
                <a:noFill/>
              </p:spPr>
              <p:txBody>
                <a:bodyPr wrap="square">
                  <a:spAutoFit/>
                </a:bodyPr>
                <a:lstStyle/>
                <a:p>
                  <a:pPr/>
                  <a14:m>
                    <m:oMathPara xmlns:m="http://schemas.openxmlformats.org/officeDocument/2006/math">
                      <m:oMath>
                        <m:sSub>
                          <m:sSubPr>
                            <m:ctrlPr>
                              <a:rPr lang="de-DE" sz="2400" b="0" i="1" smtClean="0">
                                <a:solidFill>
                                  <a:schemeClr val="bg1"/>
                                </a:solidFill>
                                <a:latin typeface="Cambria Math" panose="02040503050406030204" pitchFamily="18" charset="0"/>
                              </a:rPr>
                            </m:ctrlPr>
                          </m:sSubPr>
                          <m:e>
                            <m:r>
                              <m:rPr>
                                <m:sty m:val="p"/>
                              </m:rPr>
                              <a:rPr lang="de-DE" sz="2400" b="0" i="1" smtClean="0">
                                <a:solidFill>
                                  <a:schemeClr val="bg1"/>
                                </a:solidFill>
                                <a:latin typeface="Cambria Math" panose="02040503050406030204" pitchFamily="18" charset="0"/>
                              </a:rPr>
                              <m:t>r</m:t>
                            </m:r>
                          </m:e>
                          <m:sub>
                            <m:r>
                              <a:rPr lang="de-DE" sz="2400" b="0" i="1" smtClean="0">
                                <a:solidFill>
                                  <a:schemeClr val="bg1"/>
                                </a:solidFill>
                                <a:latin typeface="Cambria Math" panose="02040503050406030204" pitchFamily="18" charset="0"/>
                              </a:rPr>
                              <m:t>2</m:t>
                            </m:r>
                          </m:sub>
                        </m:sSub>
                      </m:oMath>
                    </m:oMathPara>
                  </a14:m>
                  <a:endParaRPr lang="en-US" sz="2400" dirty="0">
                    <a:solidFill>
                      <a:schemeClr val="bg1"/>
                    </a:solidFill>
                  </a:endParaRPr>
                </a:p>
              </p:txBody>
            </p:sp>
          </mc:Choice>
          <mc:Fallback xmlns="">
            <p:sp>
              <p:nvSpPr>
                <p:cNvPr id="46" name="TextBox 45">
                  <a:extLst>
                    <a:ext uri="{FF2B5EF4-FFF2-40B4-BE49-F238E27FC236}">
                      <a16:creationId xmlns:a16="http://schemas.microsoft.com/office/drawing/2014/main" id="{D20D86B1-5E70-338F-D88A-B102B98C364B}"/>
                    </a:ext>
                  </a:extLst>
                </p:cNvPr>
                <p:cNvSpPr txBox="1">
                  <a:spLocks noRot="1" noChangeAspect="1" noMove="1" noResize="1" noEditPoints="1" noAdjustHandles="1" noChangeArrowheads="1" noChangeShapeType="1" noTextEdit="1"/>
                </p:cNvSpPr>
                <p:nvPr/>
              </p:nvSpPr>
              <p:spPr>
                <a:xfrm>
                  <a:off x="1086781" y="2439570"/>
                  <a:ext cx="970607" cy="461665"/>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30B18A39-9866-0789-02AE-BCAA83EA05F2}"/>
                    </a:ext>
                  </a:extLst>
                </p:cNvPr>
                <p:cNvSpPr txBox="1"/>
                <p:nvPr/>
              </p:nvSpPr>
              <p:spPr>
                <a:xfrm>
                  <a:off x="2871649" y="1730967"/>
                  <a:ext cx="480273" cy="461665"/>
                </a:xfrm>
                <a:prstGeom prst="rect">
                  <a:avLst/>
                </a:prstGeom>
                <a:noFill/>
              </p:spPr>
              <p:txBody>
                <a:bodyPr wrap="square">
                  <a:spAutoFit/>
                </a:bodyPr>
                <a:lstStyle/>
                <a:p>
                  <a:pPr/>
                  <a14:m>
                    <m:oMathPara xmlns:m="http://schemas.openxmlformats.org/officeDocument/2006/math">
                      <m:oMath>
                        <m:sSub>
                          <m:sSubPr>
                            <m:ctrlPr>
                              <a:rPr lang="de-DE" sz="2400" b="0" i="1" smtClean="0">
                                <a:solidFill>
                                  <a:schemeClr val="bg1"/>
                                </a:solidFill>
                                <a:latin typeface="Cambria Math" panose="02040503050406030204" pitchFamily="18" charset="0"/>
                              </a:rPr>
                            </m:ctrlPr>
                          </m:sSubPr>
                          <m:e>
                            <m:r>
                              <m:rPr>
                                <m:sty m:val="p"/>
                              </m:rPr>
                              <a:rPr lang="de-DE" sz="2400" b="0" i="1" smtClean="0">
                                <a:solidFill>
                                  <a:schemeClr val="bg1"/>
                                </a:solidFill>
                                <a:latin typeface="Cambria Math" panose="02040503050406030204" pitchFamily="18" charset="0"/>
                              </a:rPr>
                              <m:t>r</m:t>
                            </m:r>
                          </m:e>
                          <m:sub>
                            <m:r>
                              <a:rPr lang="de-DE" sz="2400" b="0" i="1" smtClean="0">
                                <a:solidFill>
                                  <a:schemeClr val="bg1"/>
                                </a:solidFill>
                                <a:latin typeface="Cambria Math" panose="02040503050406030204" pitchFamily="18" charset="0"/>
                              </a:rPr>
                              <m:t>3</m:t>
                            </m:r>
                          </m:sub>
                        </m:sSub>
                      </m:oMath>
                    </m:oMathPara>
                  </a14:m>
                  <a:endParaRPr lang="en-US" sz="2400" dirty="0">
                    <a:solidFill>
                      <a:schemeClr val="bg1"/>
                    </a:solidFill>
                  </a:endParaRPr>
                </a:p>
              </p:txBody>
            </p:sp>
          </mc:Choice>
          <mc:Fallback xmlns="">
            <p:sp>
              <p:nvSpPr>
                <p:cNvPr id="48" name="TextBox 47">
                  <a:extLst>
                    <a:ext uri="{FF2B5EF4-FFF2-40B4-BE49-F238E27FC236}">
                      <a16:creationId xmlns:a16="http://schemas.microsoft.com/office/drawing/2014/main" id="{30B18A39-9866-0789-02AE-BCAA83EA05F2}"/>
                    </a:ext>
                  </a:extLst>
                </p:cNvPr>
                <p:cNvSpPr txBox="1">
                  <a:spLocks noRot="1" noChangeAspect="1" noMove="1" noResize="1" noEditPoints="1" noAdjustHandles="1" noChangeArrowheads="1" noChangeShapeType="1" noTextEdit="1"/>
                </p:cNvSpPr>
                <p:nvPr/>
              </p:nvSpPr>
              <p:spPr>
                <a:xfrm>
                  <a:off x="2871649" y="1730967"/>
                  <a:ext cx="480273" cy="461665"/>
                </a:xfrm>
                <a:prstGeom prst="rect">
                  <a:avLst/>
                </a:prstGeom>
                <a:blipFill>
                  <a:blip r:embed="rId12"/>
                  <a:stretch>
                    <a:fillRect/>
                  </a:stretch>
                </a:blipFill>
              </p:spPr>
              <p:txBody>
                <a:bodyPr/>
                <a:lstStyle/>
                <a:p>
                  <a:r>
                    <a:rPr lang="en-US">
                      <a:noFill/>
                    </a:rPr>
                    <a:t> </a:t>
                  </a:r>
                </a:p>
              </p:txBody>
            </p:sp>
          </mc:Fallback>
        </mc:AlternateContent>
      </p:grpSp>
      <p:sp>
        <p:nvSpPr>
          <p:cNvPr id="7" name="Rectangle 6">
            <a:extLst>
              <a:ext uri="{FF2B5EF4-FFF2-40B4-BE49-F238E27FC236}">
                <a16:creationId xmlns:a16="http://schemas.microsoft.com/office/drawing/2014/main" id="{DD754F22-71D8-D172-4D3F-6B805B9827AD}"/>
              </a:ext>
            </a:extLst>
          </p:cNvPr>
          <p:cNvSpPr/>
          <p:nvPr/>
        </p:nvSpPr>
        <p:spPr>
          <a:xfrm>
            <a:off x="6271094" y="146148"/>
            <a:ext cx="834390" cy="480060"/>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AD712611-33ED-ED51-7A02-90CB92F657A3}"/>
              </a:ext>
            </a:extLst>
          </p:cNvPr>
          <p:cNvSpPr/>
          <p:nvPr/>
        </p:nvSpPr>
        <p:spPr>
          <a:xfrm>
            <a:off x="7572233" y="1187122"/>
            <a:ext cx="1038374" cy="277156"/>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8F786605-5CD3-7047-B93C-CC82CD3CB78A}"/>
              </a:ext>
            </a:extLst>
          </p:cNvPr>
          <p:cNvSpPr/>
          <p:nvPr/>
        </p:nvSpPr>
        <p:spPr>
          <a:xfrm>
            <a:off x="4378223" y="1459066"/>
            <a:ext cx="1608876" cy="239697"/>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B813F352-DC28-BBE8-BFFF-5717980948B8}"/>
              </a:ext>
            </a:extLst>
          </p:cNvPr>
          <p:cNvSpPr txBox="1"/>
          <p:nvPr/>
        </p:nvSpPr>
        <p:spPr>
          <a:xfrm>
            <a:off x="317155" y="3767558"/>
            <a:ext cx="3697037" cy="600164"/>
          </a:xfrm>
          <a:prstGeom prst="rect">
            <a:avLst/>
          </a:prstGeom>
          <a:noFill/>
        </p:spPr>
        <p:txBody>
          <a:bodyPr wrap="square">
            <a:spAutoFit/>
          </a:bodyPr>
          <a:lstStyle/>
          <a:p>
            <a:r>
              <a:rPr lang="en-US" sz="1100" dirty="0"/>
              <a:t>[1] B. Alberts, D. Bray, and K. Hopkin, Essential Cell Biology, 4th rev ed. edition. New York, NY: Norton &amp; Company, 2014.</a:t>
            </a:r>
          </a:p>
        </p:txBody>
      </p:sp>
      <p:sp>
        <p:nvSpPr>
          <p:cNvPr id="5" name="Rectangle 4">
            <a:extLst>
              <a:ext uri="{FF2B5EF4-FFF2-40B4-BE49-F238E27FC236}">
                <a16:creationId xmlns:a16="http://schemas.microsoft.com/office/drawing/2014/main" id="{7BD9D7A6-B451-8FB9-6D5C-3C8FA58C2C14}"/>
              </a:ext>
            </a:extLst>
          </p:cNvPr>
          <p:cNvSpPr/>
          <p:nvPr/>
        </p:nvSpPr>
        <p:spPr>
          <a:xfrm>
            <a:off x="4378223" y="3428493"/>
            <a:ext cx="1608876" cy="239697"/>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5DC5CB2C-233B-907B-CC6E-94C22506141F}"/>
              </a:ext>
            </a:extLst>
          </p:cNvPr>
          <p:cNvSpPr/>
          <p:nvPr/>
        </p:nvSpPr>
        <p:spPr>
          <a:xfrm>
            <a:off x="5804452" y="5124657"/>
            <a:ext cx="1063073" cy="239697"/>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D1CB3910-E14C-4E06-70EC-351B156D0C0F}"/>
              </a:ext>
            </a:extLst>
          </p:cNvPr>
          <p:cNvSpPr/>
          <p:nvPr/>
        </p:nvSpPr>
        <p:spPr>
          <a:xfrm>
            <a:off x="7217094" y="3144968"/>
            <a:ext cx="1038374" cy="277156"/>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097F383E-3816-CD72-83A5-86862D555B1A}"/>
              </a:ext>
            </a:extLst>
          </p:cNvPr>
          <p:cNvSpPr/>
          <p:nvPr/>
        </p:nvSpPr>
        <p:spPr>
          <a:xfrm>
            <a:off x="4355895" y="5409802"/>
            <a:ext cx="1521029" cy="221752"/>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5206221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2_Presentation8">
  <a:themeElements>
    <a:clrScheme name="HNI">
      <a:dk1>
        <a:srgbClr val="000000"/>
      </a:dk1>
      <a:lt1>
        <a:srgbClr val="FFFFFF"/>
      </a:lt1>
      <a:dk2>
        <a:srgbClr val="003A80"/>
      </a:dk2>
      <a:lt2>
        <a:srgbClr val="D0D1D3"/>
      </a:lt2>
      <a:accent1>
        <a:srgbClr val="90C4E7"/>
      </a:accent1>
      <a:accent2>
        <a:srgbClr val="8777AF"/>
      </a:accent2>
      <a:accent3>
        <a:srgbClr val="34A29E"/>
      </a:accent3>
      <a:accent4>
        <a:srgbClr val="DB4848"/>
      </a:accent4>
      <a:accent5>
        <a:srgbClr val="FFDD00"/>
      </a:accent5>
      <a:accent6>
        <a:srgbClr val="F6AE3C"/>
      </a:accent6>
      <a:hlink>
        <a:srgbClr val="003A80"/>
      </a:hlink>
      <a:folHlink>
        <a:srgbClr val="34A29E"/>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3.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11473</Words>
  <Application>Microsoft Office PowerPoint</Application>
  <PresentationFormat>Widescreen</PresentationFormat>
  <Paragraphs>3159</Paragraphs>
  <Slides>99</Slides>
  <Notes>72</Notes>
  <HiddenSlides>24</HiddenSlides>
  <MMClips>0</MMClips>
  <ScaleCrop>false</ScaleCrop>
  <HeadingPairs>
    <vt:vector size="6" baseType="variant">
      <vt:variant>
        <vt:lpstr>Fonts Used</vt:lpstr>
      </vt:variant>
      <vt:variant>
        <vt:i4>13</vt:i4>
      </vt:variant>
      <vt:variant>
        <vt:lpstr>Theme</vt:lpstr>
      </vt:variant>
      <vt:variant>
        <vt:i4>3</vt:i4>
      </vt:variant>
      <vt:variant>
        <vt:lpstr>Slide Titles</vt:lpstr>
      </vt:variant>
      <vt:variant>
        <vt:i4>99</vt:i4>
      </vt:variant>
    </vt:vector>
  </HeadingPairs>
  <TitlesOfParts>
    <vt:vector size="115" baseType="lpstr">
      <vt:lpstr>Aptos</vt:lpstr>
      <vt:lpstr>Aptos Display</vt:lpstr>
      <vt:lpstr>Aptos Light</vt:lpstr>
      <vt:lpstr>Arial</vt:lpstr>
      <vt:lpstr>Arial Nova</vt:lpstr>
      <vt:lpstr>Calibri</vt:lpstr>
      <vt:lpstr>Cambria Math</vt:lpstr>
      <vt:lpstr>Lato</vt:lpstr>
      <vt:lpstr>Menlo</vt:lpstr>
      <vt:lpstr>NimbusRomNo9L-Regu</vt:lpstr>
      <vt:lpstr>NimbusRomNo9L-ReguItal</vt:lpstr>
      <vt:lpstr>Symbol</vt:lpstr>
      <vt:lpstr>Wingdings</vt:lpstr>
      <vt:lpstr>Office Theme</vt:lpstr>
      <vt:lpstr>2_Presentation8</vt:lpstr>
      <vt:lpstr>1_Office Theme</vt:lpstr>
      <vt:lpstr>Associating Metabolic reactions and AI machines</vt:lpstr>
      <vt:lpstr>Jorge Torres Gómez, Hadeel Mohamad, Sarah Gräfin, Lars Liebermeister </vt:lpstr>
      <vt:lpstr>Jorge Torres Gómez, Hadeel Mohamad, Sarah Gräfin, Lars Liebermeister </vt:lpstr>
      <vt:lpstr>Biological Networking: Physical Components</vt:lpstr>
      <vt:lpstr>Internet of Bio-Nano-Things</vt:lpstr>
      <vt:lpstr>Internet of Bio-Nano-Things</vt:lpstr>
      <vt:lpstr>Bio-Building Carriers</vt:lpstr>
      <vt:lpstr>Bio-Building Carriers</vt:lpstr>
      <vt:lpstr>Bio-Building Carriers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Concept</vt:lpstr>
      <vt:lpstr>Concept</vt:lpstr>
      <vt:lpstr>Concept</vt:lpstr>
      <vt:lpstr>Concept</vt:lpstr>
      <vt:lpstr>Concept</vt:lpstr>
      <vt:lpstr>Concept</vt:lpstr>
      <vt:lpstr>Concept</vt:lpstr>
      <vt:lpstr>Concept</vt:lpstr>
      <vt:lpstr>Concept</vt:lpstr>
      <vt:lpstr>Concept</vt:lpstr>
      <vt:lpstr>Concept</vt:lpstr>
      <vt:lpstr>Concept</vt:lpstr>
      <vt:lpstr>Concept</vt:lpstr>
      <vt:lpstr>Concept</vt:lpstr>
      <vt:lpstr>PowerPoint Presentation</vt:lpstr>
      <vt:lpstr>PowerPoint Presentation</vt:lpstr>
      <vt:lpstr>Jorge Torres Gómez, Hadeel Mohamad, Sarah Gräfin, Lars Liebermeister </vt:lpstr>
      <vt:lpstr>Concept</vt:lpstr>
      <vt:lpstr>Concept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Stoichiometric matrix</vt:lpstr>
      <vt:lpstr>Mapping a 2-neuron NN</vt:lpstr>
      <vt:lpstr>Mapping a 2-neuron NN</vt:lpstr>
      <vt:lpstr>Mapping a 2-neuron NN</vt:lpstr>
      <vt:lpstr>Mapping a 2-neuron NN</vt:lpstr>
      <vt:lpstr>Solutions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Fundamentals of Flux Balance Analysis (FBA)</vt:lpstr>
      <vt:lpstr>System</vt:lpstr>
      <vt:lpstr>System</vt:lpstr>
      <vt:lpstr>PowerPoint Presentation</vt:lpstr>
      <vt:lpstr>PowerPoint Presentation</vt:lpstr>
      <vt:lpstr>Mapping a 2-neuron NN</vt:lpstr>
      <vt:lpstr>Step 1: Find the m4-like metabolites and the reactions r_2’s and r_3’s</vt:lpstr>
      <vt:lpstr>Step 1: Find the m4-like metabolites and the reactions r_2’s and r_3’s</vt:lpstr>
      <vt:lpstr>Step 2: Find reaction r_1- like</vt:lpstr>
      <vt:lpstr>Solutions</vt:lpstr>
      <vt:lpstr>Mapping with restrictions</vt:lpstr>
      <vt:lpstr>Mapping with restrictions</vt:lpstr>
      <vt:lpstr>THz-Induced Enzyme Unfolding Model</vt:lpstr>
      <vt:lpstr>Enzymes</vt:lpstr>
      <vt:lpstr>Step 1: Looking for 2-neuron NNs</vt:lpstr>
      <vt:lpstr>Looking for 2-neuron NNs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TU-Pseudonym 7504255944999905</dc:creator>
  <cp:lastModifiedBy>TU-Pseudonym 7504255944999905</cp:lastModifiedBy>
  <cp:revision>82</cp:revision>
  <dcterms:created xsi:type="dcterms:W3CDTF">2025-12-24T00:00:45Z</dcterms:created>
  <dcterms:modified xsi:type="dcterms:W3CDTF">2026-09-04T15:07:06Z</dcterms:modified>
</cp:coreProperties>
</file>